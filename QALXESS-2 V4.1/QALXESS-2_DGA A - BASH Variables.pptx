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809" r:id="rId5"/>
    <p:sldMasterId id="2147483897" r:id="rId6"/>
  </p:sldMasterIdLst>
  <p:notesMasterIdLst>
    <p:notesMasterId r:id="rId35"/>
  </p:notesMasterIdLst>
  <p:sldIdLst>
    <p:sldId id="1578" r:id="rId7"/>
    <p:sldId id="1579" r:id="rId8"/>
    <p:sldId id="1580" r:id="rId9"/>
    <p:sldId id="1581" r:id="rId10"/>
    <p:sldId id="1582" r:id="rId11"/>
    <p:sldId id="1583" r:id="rId12"/>
    <p:sldId id="1584" r:id="rId13"/>
    <p:sldId id="1585" r:id="rId14"/>
    <p:sldId id="1586" r:id="rId15"/>
    <p:sldId id="1587" r:id="rId16"/>
    <p:sldId id="1588" r:id="rId17"/>
    <p:sldId id="1589" r:id="rId18"/>
    <p:sldId id="1590" r:id="rId19"/>
    <p:sldId id="1591" r:id="rId20"/>
    <p:sldId id="1592" r:id="rId21"/>
    <p:sldId id="1593" r:id="rId22"/>
    <p:sldId id="1594" r:id="rId23"/>
    <p:sldId id="1595" r:id="rId24"/>
    <p:sldId id="1596" r:id="rId25"/>
    <p:sldId id="1597" r:id="rId26"/>
    <p:sldId id="1598" r:id="rId27"/>
    <p:sldId id="315" r:id="rId28"/>
    <p:sldId id="317" r:id="rId29"/>
    <p:sldId id="318" r:id="rId30"/>
    <p:sldId id="319" r:id="rId31"/>
    <p:sldId id="320" r:id="rId32"/>
    <p:sldId id="322" r:id="rId33"/>
    <p:sldId id="159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ection>
        <p14:section name="Introduction" id="{D71C3838-11FC-3F44-90EC-9E7C8FE30A48}">
          <p14:sldIdLst/>
        </p14:section>
        <p14:section name="Content Slides" id="{05C53EB9-C633-4D6D-B3BC-F573E1DB951E}">
          <p14:sldIdLst>
            <p14:sldId id="1578"/>
            <p14:sldId id="1579"/>
            <p14:sldId id="1580"/>
            <p14:sldId id="1581"/>
            <p14:sldId id="1582"/>
            <p14:sldId id="1583"/>
            <p14:sldId id="1584"/>
            <p14:sldId id="1585"/>
            <p14:sldId id="1586"/>
            <p14:sldId id="1587"/>
            <p14:sldId id="1588"/>
            <p14:sldId id="1589"/>
            <p14:sldId id="1590"/>
            <p14:sldId id="1591"/>
            <p14:sldId id="1592"/>
            <p14:sldId id="1593"/>
            <p14:sldId id="1594"/>
            <p14:sldId id="1595"/>
            <p14:sldId id="1596"/>
            <p14:sldId id="1597"/>
            <p14:sldId id="1598"/>
            <p14:sldId id="315"/>
            <p14:sldId id="317"/>
            <p14:sldId id="318"/>
            <p14:sldId id="319"/>
            <p14:sldId id="320"/>
            <p14:sldId id="322"/>
            <p14:sldId id="159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856465-1BE1-4E8F-8FA7-5B086D81F748}" v="1" dt="2025-05-30T13:43:11.151"/>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horzBarState="maximized">
    <p:restoredLeft sz="10565"/>
    <p:restoredTop sz="94484" autoAdjust="0"/>
  </p:normalViewPr>
  <p:slideViewPr>
    <p:cSldViewPr snapToGrid="0">
      <p:cViewPr varScale="1">
        <p:scale>
          <a:sx n="104" d="100"/>
          <a:sy n="104" d="100"/>
        </p:scale>
        <p:origin x="1128" y="318"/>
      </p:cViewPr>
      <p:guideLst/>
    </p:cSldViewPr>
  </p:slideViewPr>
  <p:outlineViewPr>
    <p:cViewPr>
      <p:scale>
        <a:sx n="33" d="100"/>
        <a:sy n="33" d="100"/>
      </p:scale>
      <p:origin x="0" y="-15912"/>
    </p:cViewPr>
  </p:outlineViewPr>
  <p:notesTextViewPr>
    <p:cViewPr>
      <p:scale>
        <a:sx n="1" d="1"/>
        <a:sy n="1" d="1"/>
      </p:scale>
      <p:origin x="0" y="0"/>
    </p:cViewPr>
  </p:notesTextViewPr>
  <p:notesViewPr>
    <p:cSldViewPr snapToGrid="0">
      <p:cViewPr>
        <p:scale>
          <a:sx n="110" d="100"/>
          <a:sy n="110" d="100"/>
        </p:scale>
        <p:origin x="3348" y="-13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slide" Target="slides/slide28.xml"/><Relationship Id="rId42" Type="http://schemas.microsoft.com/office/2018/10/relationships/authors" Targe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67856465-1BE1-4E8F-8FA7-5B086D81F748}"/>
    <pc:docChg chg="undo redo custSel modSld">
      <pc:chgData name="Feist, Ella" userId="992bbaf2-811d-42cb-a4d6-e7fc45e325e8" providerId="ADAL" clId="{67856465-1BE1-4E8F-8FA7-5B086D81F748}" dt="2025-05-30T13:46:58.140" v="115" actId="20577"/>
      <pc:docMkLst>
        <pc:docMk/>
      </pc:docMkLst>
      <pc:sldChg chg="modNotes">
        <pc:chgData name="Feist, Ella" userId="992bbaf2-811d-42cb-a4d6-e7fc45e325e8" providerId="ADAL" clId="{67856465-1BE1-4E8F-8FA7-5B086D81F748}" dt="2025-05-30T13:45:34.919" v="77" actId="207"/>
        <pc:sldMkLst>
          <pc:docMk/>
          <pc:sldMk cId="1996378092" sldId="315"/>
        </pc:sldMkLst>
      </pc:sldChg>
      <pc:sldChg chg="modNotes">
        <pc:chgData name="Feist, Ella" userId="992bbaf2-811d-42cb-a4d6-e7fc45e325e8" providerId="ADAL" clId="{67856465-1BE1-4E8F-8FA7-5B086D81F748}" dt="2025-05-30T13:45:41.969" v="84" actId="20577"/>
        <pc:sldMkLst>
          <pc:docMk/>
          <pc:sldMk cId="1293011513" sldId="317"/>
        </pc:sldMkLst>
      </pc:sldChg>
      <pc:sldChg chg="modNotes">
        <pc:chgData name="Feist, Ella" userId="992bbaf2-811d-42cb-a4d6-e7fc45e325e8" providerId="ADAL" clId="{67856465-1BE1-4E8F-8FA7-5B086D81F748}" dt="2025-05-30T13:45:52.103" v="87" actId="20577"/>
        <pc:sldMkLst>
          <pc:docMk/>
          <pc:sldMk cId="2851113030" sldId="318"/>
        </pc:sldMkLst>
      </pc:sldChg>
      <pc:sldChg chg="modNotes">
        <pc:chgData name="Feist, Ella" userId="992bbaf2-811d-42cb-a4d6-e7fc45e325e8" providerId="ADAL" clId="{67856465-1BE1-4E8F-8FA7-5B086D81F748}" dt="2025-05-30T13:46:36.371" v="109" actId="20577"/>
        <pc:sldMkLst>
          <pc:docMk/>
          <pc:sldMk cId="1217603423" sldId="319"/>
        </pc:sldMkLst>
      </pc:sldChg>
      <pc:sldChg chg="modNotes">
        <pc:chgData name="Feist, Ella" userId="992bbaf2-811d-42cb-a4d6-e7fc45e325e8" providerId="ADAL" clId="{67856465-1BE1-4E8F-8FA7-5B086D81F748}" dt="2025-05-30T13:46:05.905" v="93" actId="20577"/>
        <pc:sldMkLst>
          <pc:docMk/>
          <pc:sldMk cId="3322997622" sldId="320"/>
        </pc:sldMkLst>
      </pc:sldChg>
      <pc:sldChg chg="modNotes">
        <pc:chgData name="Feist, Ella" userId="992bbaf2-811d-42cb-a4d6-e7fc45e325e8" providerId="ADAL" clId="{67856465-1BE1-4E8F-8FA7-5B086D81F748}" dt="2025-05-30T13:46:58.140" v="115" actId="20577"/>
        <pc:sldMkLst>
          <pc:docMk/>
          <pc:sldMk cId="207241681" sldId="322"/>
        </pc:sldMkLst>
      </pc:sldChg>
      <pc:sldChg chg="modNotes">
        <pc:chgData name="Feist, Ella" userId="992bbaf2-811d-42cb-a4d6-e7fc45e325e8" providerId="ADAL" clId="{67856465-1BE1-4E8F-8FA7-5B086D81F748}" dt="2025-05-30T13:42:53.481" v="7" actId="14100"/>
        <pc:sldMkLst>
          <pc:docMk/>
          <pc:sldMk cId="3082827778" sldId="1579"/>
        </pc:sldMkLst>
      </pc:sldChg>
      <pc:sldChg chg="modNotes">
        <pc:chgData name="Feist, Ella" userId="992bbaf2-811d-42cb-a4d6-e7fc45e325e8" providerId="ADAL" clId="{67856465-1BE1-4E8F-8FA7-5B086D81F748}" dt="2025-05-30T13:42:56.503" v="8" actId="207"/>
        <pc:sldMkLst>
          <pc:docMk/>
          <pc:sldMk cId="2586362186" sldId="1580"/>
        </pc:sldMkLst>
      </pc:sldChg>
      <pc:sldChg chg="modNotes">
        <pc:chgData name="Feist, Ella" userId="992bbaf2-811d-42cb-a4d6-e7fc45e325e8" providerId="ADAL" clId="{67856465-1BE1-4E8F-8FA7-5B086D81F748}" dt="2025-05-30T13:43:05.634" v="14" actId="20577"/>
        <pc:sldMkLst>
          <pc:docMk/>
          <pc:sldMk cId="4221727410" sldId="1581"/>
        </pc:sldMkLst>
      </pc:sldChg>
      <pc:sldChg chg="modNotes">
        <pc:chgData name="Feist, Ella" userId="992bbaf2-811d-42cb-a4d6-e7fc45e325e8" providerId="ADAL" clId="{67856465-1BE1-4E8F-8FA7-5B086D81F748}" dt="2025-05-30T13:43:13.475" v="15" actId="20577"/>
        <pc:sldMkLst>
          <pc:docMk/>
          <pc:sldMk cId="2062796190" sldId="1583"/>
        </pc:sldMkLst>
      </pc:sldChg>
      <pc:sldChg chg="modNotes">
        <pc:chgData name="Feist, Ella" userId="992bbaf2-811d-42cb-a4d6-e7fc45e325e8" providerId="ADAL" clId="{67856465-1BE1-4E8F-8FA7-5B086D81F748}" dt="2025-05-30T13:43:16.911" v="16" actId="207"/>
        <pc:sldMkLst>
          <pc:docMk/>
          <pc:sldMk cId="1521424038" sldId="1584"/>
        </pc:sldMkLst>
      </pc:sldChg>
      <pc:sldChg chg="modNotes">
        <pc:chgData name="Feist, Ella" userId="992bbaf2-811d-42cb-a4d6-e7fc45e325e8" providerId="ADAL" clId="{67856465-1BE1-4E8F-8FA7-5B086D81F748}" dt="2025-05-30T13:43:29.441" v="20" actId="14100"/>
        <pc:sldMkLst>
          <pc:docMk/>
          <pc:sldMk cId="3203524905" sldId="1585"/>
        </pc:sldMkLst>
      </pc:sldChg>
      <pc:sldChg chg="modNotes">
        <pc:chgData name="Feist, Ella" userId="992bbaf2-811d-42cb-a4d6-e7fc45e325e8" providerId="ADAL" clId="{67856465-1BE1-4E8F-8FA7-5B086D81F748}" dt="2025-05-30T13:43:35.991" v="23" actId="20577"/>
        <pc:sldMkLst>
          <pc:docMk/>
          <pc:sldMk cId="106844322" sldId="1586"/>
        </pc:sldMkLst>
      </pc:sldChg>
      <pc:sldChg chg="modNotes">
        <pc:chgData name="Feist, Ella" userId="992bbaf2-811d-42cb-a4d6-e7fc45e325e8" providerId="ADAL" clId="{67856465-1BE1-4E8F-8FA7-5B086D81F748}" dt="2025-05-30T13:43:56.352" v="35" actId="20577"/>
        <pc:sldMkLst>
          <pc:docMk/>
          <pc:sldMk cId="76751515" sldId="1587"/>
        </pc:sldMkLst>
      </pc:sldChg>
      <pc:sldChg chg="modNotes">
        <pc:chgData name="Feist, Ella" userId="992bbaf2-811d-42cb-a4d6-e7fc45e325e8" providerId="ADAL" clId="{67856465-1BE1-4E8F-8FA7-5B086D81F748}" dt="2025-05-30T13:44:05.023" v="40" actId="5793"/>
        <pc:sldMkLst>
          <pc:docMk/>
          <pc:sldMk cId="2031821410" sldId="1588"/>
        </pc:sldMkLst>
      </pc:sldChg>
      <pc:sldChg chg="modNotes">
        <pc:chgData name="Feist, Ella" userId="992bbaf2-811d-42cb-a4d6-e7fc45e325e8" providerId="ADAL" clId="{67856465-1BE1-4E8F-8FA7-5B086D81F748}" dt="2025-05-30T13:44:08.709" v="41" actId="207"/>
        <pc:sldMkLst>
          <pc:docMk/>
          <pc:sldMk cId="2435455063" sldId="1589"/>
        </pc:sldMkLst>
      </pc:sldChg>
      <pc:sldChg chg="modNotes">
        <pc:chgData name="Feist, Ella" userId="992bbaf2-811d-42cb-a4d6-e7fc45e325e8" providerId="ADAL" clId="{67856465-1BE1-4E8F-8FA7-5B086D81F748}" dt="2025-05-30T13:44:12.458" v="42" actId="207"/>
        <pc:sldMkLst>
          <pc:docMk/>
          <pc:sldMk cId="197619763" sldId="1590"/>
        </pc:sldMkLst>
      </pc:sldChg>
      <pc:sldChg chg="modNotes">
        <pc:chgData name="Feist, Ella" userId="992bbaf2-811d-42cb-a4d6-e7fc45e325e8" providerId="ADAL" clId="{67856465-1BE1-4E8F-8FA7-5B086D81F748}" dt="2025-05-30T13:44:27.843" v="49" actId="20577"/>
        <pc:sldMkLst>
          <pc:docMk/>
          <pc:sldMk cId="2192825724" sldId="1591"/>
        </pc:sldMkLst>
      </pc:sldChg>
      <pc:sldChg chg="modNotes">
        <pc:chgData name="Feist, Ella" userId="992bbaf2-811d-42cb-a4d6-e7fc45e325e8" providerId="ADAL" clId="{67856465-1BE1-4E8F-8FA7-5B086D81F748}" dt="2025-05-30T13:45:02.613" v="65" actId="20577"/>
        <pc:sldMkLst>
          <pc:docMk/>
          <pc:sldMk cId="2126546485" sldId="1592"/>
        </pc:sldMkLst>
      </pc:sldChg>
      <pc:sldChg chg="modNotes">
        <pc:chgData name="Feist, Ella" userId="992bbaf2-811d-42cb-a4d6-e7fc45e325e8" providerId="ADAL" clId="{67856465-1BE1-4E8F-8FA7-5B086D81F748}" dt="2025-05-30T13:45:06.153" v="66" actId="207"/>
        <pc:sldMkLst>
          <pc:docMk/>
          <pc:sldMk cId="231122868" sldId="1593"/>
        </pc:sldMkLst>
      </pc:sldChg>
      <pc:sldChg chg="modNotes">
        <pc:chgData name="Feist, Ella" userId="992bbaf2-811d-42cb-a4d6-e7fc45e325e8" providerId="ADAL" clId="{67856465-1BE1-4E8F-8FA7-5B086D81F748}" dt="2025-05-30T13:45:11.557" v="68" actId="20577"/>
        <pc:sldMkLst>
          <pc:docMk/>
          <pc:sldMk cId="3862180553" sldId="1594"/>
        </pc:sldMkLst>
      </pc:sldChg>
      <pc:sldChg chg="modNotes">
        <pc:chgData name="Feist, Ella" userId="992bbaf2-811d-42cb-a4d6-e7fc45e325e8" providerId="ADAL" clId="{67856465-1BE1-4E8F-8FA7-5B086D81F748}" dt="2025-05-30T13:45:14.464" v="69" actId="207"/>
        <pc:sldMkLst>
          <pc:docMk/>
          <pc:sldMk cId="1312269319" sldId="1595"/>
        </pc:sldMkLst>
      </pc:sldChg>
      <pc:sldChg chg="modNotes">
        <pc:chgData name="Feist, Ella" userId="992bbaf2-811d-42cb-a4d6-e7fc45e325e8" providerId="ADAL" clId="{67856465-1BE1-4E8F-8FA7-5B086D81F748}" dt="2025-05-30T13:45:23.114" v="74" actId="20577"/>
        <pc:sldMkLst>
          <pc:docMk/>
          <pc:sldMk cId="3688234871" sldId="1596"/>
        </pc:sldMkLst>
      </pc:sldChg>
      <pc:sldChg chg="modNotes">
        <pc:chgData name="Feist, Ella" userId="992bbaf2-811d-42cb-a4d6-e7fc45e325e8" providerId="ADAL" clId="{67856465-1BE1-4E8F-8FA7-5B086D81F748}" dt="2025-05-30T13:45:29.254" v="75" actId="207"/>
        <pc:sldMkLst>
          <pc:docMk/>
          <pc:sldMk cId="3033478051" sldId="1597"/>
        </pc:sldMkLst>
      </pc:sldChg>
      <pc:sldChg chg="modNotes">
        <pc:chgData name="Feist, Ella" userId="992bbaf2-811d-42cb-a4d6-e7fc45e325e8" providerId="ADAL" clId="{67856465-1BE1-4E8F-8FA7-5B086D81F748}" dt="2025-05-30T13:45:32.521" v="76" actId="207"/>
        <pc:sldMkLst>
          <pc:docMk/>
          <pc:sldMk cId="2109052893" sldId="1598"/>
        </pc:sldMkLst>
      </pc:sldChg>
    </pc:docChg>
  </pc:docChgLst>
  <pc:docChgLst>
    <pc:chgData name="Feist, Ella" userId="992bbaf2-811d-42cb-a4d6-e7fc45e325e8" providerId="ADAL" clId="{7367B10D-5B3E-475D-A04A-1DEE3FE220AF}"/>
    <pc:docChg chg="undo redo custSel modSld delMainMaster">
      <pc:chgData name="Feist, Ella" userId="992bbaf2-811d-42cb-a4d6-e7fc45e325e8" providerId="ADAL" clId="{7367B10D-5B3E-475D-A04A-1DEE3FE220AF}" dt="2025-05-29T13:00:28.765" v="202" actId="20577"/>
      <pc:docMkLst>
        <pc:docMk/>
      </pc:docMkLst>
      <pc:sldChg chg="modSp mod">
        <pc:chgData name="Feist, Ella" userId="992bbaf2-811d-42cb-a4d6-e7fc45e325e8" providerId="ADAL" clId="{7367B10D-5B3E-475D-A04A-1DEE3FE220AF}" dt="2025-05-29T12:59:42.741" v="182" actId="20577"/>
        <pc:sldMkLst>
          <pc:docMk/>
          <pc:sldMk cId="1996378092" sldId="315"/>
        </pc:sldMkLst>
        <pc:spChg chg="mod">
          <ac:chgData name="Feist, Ella" userId="992bbaf2-811d-42cb-a4d6-e7fc45e325e8" providerId="ADAL" clId="{7367B10D-5B3E-475D-A04A-1DEE3FE220AF}" dt="2025-05-29T12:59:39.993" v="180" actId="20577"/>
          <ac:spMkLst>
            <pc:docMk/>
            <pc:sldMk cId="1996378092" sldId="315"/>
            <ac:spMk id="3" creationId="{7E4E617D-9B9B-55BA-4F59-3151BFA9B394}"/>
          </ac:spMkLst>
        </pc:spChg>
        <pc:spChg chg="mod">
          <ac:chgData name="Feist, Ella" userId="992bbaf2-811d-42cb-a4d6-e7fc45e325e8" providerId="ADAL" clId="{7367B10D-5B3E-475D-A04A-1DEE3FE220AF}" dt="2025-05-29T12:59:42.741" v="182" actId="20577"/>
          <ac:spMkLst>
            <pc:docMk/>
            <pc:sldMk cId="1996378092" sldId="315"/>
            <ac:spMk id="9219" creationId="{00000000-0000-0000-0000-000000000000}"/>
          </ac:spMkLst>
        </pc:spChg>
      </pc:sldChg>
      <pc:sldChg chg="modSp mod">
        <pc:chgData name="Feist, Ella" userId="992bbaf2-811d-42cb-a4d6-e7fc45e325e8" providerId="ADAL" clId="{7367B10D-5B3E-475D-A04A-1DEE3FE220AF}" dt="2025-05-29T12:59:59.380" v="188" actId="113"/>
        <pc:sldMkLst>
          <pc:docMk/>
          <pc:sldMk cId="2851113030" sldId="318"/>
        </pc:sldMkLst>
        <pc:spChg chg="mod">
          <ac:chgData name="Feist, Ella" userId="992bbaf2-811d-42cb-a4d6-e7fc45e325e8" providerId="ADAL" clId="{7367B10D-5B3E-475D-A04A-1DEE3FE220AF}" dt="2025-05-29T12:59:49.612" v="183" actId="20577"/>
          <ac:spMkLst>
            <pc:docMk/>
            <pc:sldMk cId="2851113030" sldId="318"/>
            <ac:spMk id="3" creationId="{25BE23D5-51AF-0C2C-B87D-8D152591A4DB}"/>
          </ac:spMkLst>
        </pc:spChg>
        <pc:spChg chg="mod">
          <ac:chgData name="Feist, Ella" userId="992bbaf2-811d-42cb-a4d6-e7fc45e325e8" providerId="ADAL" clId="{7367B10D-5B3E-475D-A04A-1DEE3FE220AF}" dt="2025-05-29T12:59:59.380" v="188" actId="113"/>
          <ac:spMkLst>
            <pc:docMk/>
            <pc:sldMk cId="2851113030" sldId="318"/>
            <ac:spMk id="11267" creationId="{00000000-0000-0000-0000-000000000000}"/>
          </ac:spMkLst>
        </pc:spChg>
      </pc:sldChg>
      <pc:sldChg chg="modSp">
        <pc:chgData name="Feist, Ella" userId="992bbaf2-811d-42cb-a4d6-e7fc45e325e8" providerId="ADAL" clId="{7367B10D-5B3E-475D-A04A-1DEE3FE220AF}" dt="2025-05-29T13:00:04.573" v="189"/>
        <pc:sldMkLst>
          <pc:docMk/>
          <pc:sldMk cId="1217603423" sldId="319"/>
        </pc:sldMkLst>
        <pc:spChg chg="mod">
          <ac:chgData name="Feist, Ella" userId="992bbaf2-811d-42cb-a4d6-e7fc45e325e8" providerId="ADAL" clId="{7367B10D-5B3E-475D-A04A-1DEE3FE220AF}" dt="2025-05-29T13:00:04.573" v="189"/>
          <ac:spMkLst>
            <pc:docMk/>
            <pc:sldMk cId="1217603423" sldId="319"/>
            <ac:spMk id="3" creationId="{8E743ECC-C6A4-D357-99B6-07916900C32E}"/>
          </ac:spMkLst>
        </pc:spChg>
      </pc:sldChg>
      <pc:sldChg chg="modSp mod">
        <pc:chgData name="Feist, Ella" userId="992bbaf2-811d-42cb-a4d6-e7fc45e325e8" providerId="ADAL" clId="{7367B10D-5B3E-475D-A04A-1DEE3FE220AF}" dt="2025-05-29T13:00:14.061" v="193" actId="20577"/>
        <pc:sldMkLst>
          <pc:docMk/>
          <pc:sldMk cId="3322997622" sldId="320"/>
        </pc:sldMkLst>
        <pc:spChg chg="mod">
          <ac:chgData name="Feist, Ella" userId="992bbaf2-811d-42cb-a4d6-e7fc45e325e8" providerId="ADAL" clId="{7367B10D-5B3E-475D-A04A-1DEE3FE220AF}" dt="2025-05-29T13:00:08.721" v="190" actId="20577"/>
          <ac:spMkLst>
            <pc:docMk/>
            <pc:sldMk cId="3322997622" sldId="320"/>
            <ac:spMk id="3" creationId="{10B97E48-A65D-9056-B51F-9326EBA02AED}"/>
          </ac:spMkLst>
        </pc:spChg>
        <pc:spChg chg="mod">
          <ac:chgData name="Feist, Ella" userId="992bbaf2-811d-42cb-a4d6-e7fc45e325e8" providerId="ADAL" clId="{7367B10D-5B3E-475D-A04A-1DEE3FE220AF}" dt="2025-05-29T13:00:14.061" v="193" actId="20577"/>
          <ac:spMkLst>
            <pc:docMk/>
            <pc:sldMk cId="3322997622" sldId="320"/>
            <ac:spMk id="13315" creationId="{00000000-0000-0000-0000-000000000000}"/>
          </ac:spMkLst>
        </pc:spChg>
      </pc:sldChg>
      <pc:sldChg chg="modSp mod">
        <pc:chgData name="Feist, Ella" userId="992bbaf2-811d-42cb-a4d6-e7fc45e325e8" providerId="ADAL" clId="{7367B10D-5B3E-475D-A04A-1DEE3FE220AF}" dt="2025-05-29T13:00:28.765" v="202" actId="20577"/>
        <pc:sldMkLst>
          <pc:docMk/>
          <pc:sldMk cId="207241681" sldId="322"/>
        </pc:sldMkLst>
        <pc:spChg chg="mod">
          <ac:chgData name="Feist, Ella" userId="992bbaf2-811d-42cb-a4d6-e7fc45e325e8" providerId="ADAL" clId="{7367B10D-5B3E-475D-A04A-1DEE3FE220AF}" dt="2025-05-29T13:00:17.075" v="194" actId="20577"/>
          <ac:spMkLst>
            <pc:docMk/>
            <pc:sldMk cId="207241681" sldId="322"/>
            <ac:spMk id="3" creationId="{5186D1A3-C420-44ED-A3D7-601F94950A3A}"/>
          </ac:spMkLst>
        </pc:spChg>
        <pc:spChg chg="mod">
          <ac:chgData name="Feist, Ella" userId="992bbaf2-811d-42cb-a4d6-e7fc45e325e8" providerId="ADAL" clId="{7367B10D-5B3E-475D-A04A-1DEE3FE220AF}" dt="2025-05-29T13:00:28.765" v="202" actId="20577"/>
          <ac:spMkLst>
            <pc:docMk/>
            <pc:sldMk cId="207241681" sldId="322"/>
            <ac:spMk id="15363" creationId="{00000000-0000-0000-0000-000000000000}"/>
          </ac:spMkLst>
        </pc:spChg>
      </pc:sldChg>
      <pc:sldChg chg="modSp mod">
        <pc:chgData name="Feist, Ella" userId="992bbaf2-811d-42cb-a4d6-e7fc45e325e8" providerId="ADAL" clId="{7367B10D-5B3E-475D-A04A-1DEE3FE220AF}" dt="2025-05-29T12:51:58.013" v="11" actId="20577"/>
        <pc:sldMkLst>
          <pc:docMk/>
          <pc:sldMk cId="1969615530" sldId="1578"/>
        </pc:sldMkLst>
        <pc:spChg chg="mod">
          <ac:chgData name="Feist, Ella" userId="992bbaf2-811d-42cb-a4d6-e7fc45e325e8" providerId="ADAL" clId="{7367B10D-5B3E-475D-A04A-1DEE3FE220AF}" dt="2025-05-29T12:51:32.627" v="0" actId="20577"/>
          <ac:spMkLst>
            <pc:docMk/>
            <pc:sldMk cId="1969615530" sldId="1578"/>
            <ac:spMk id="4" creationId="{441B5810-8C67-B742-B639-848419728702}"/>
          </ac:spMkLst>
        </pc:spChg>
        <pc:graphicFrameChg chg="modGraphic">
          <ac:chgData name="Feist, Ella" userId="992bbaf2-811d-42cb-a4d6-e7fc45e325e8" providerId="ADAL" clId="{7367B10D-5B3E-475D-A04A-1DEE3FE220AF}" dt="2025-05-29T12:51:58.013" v="11" actId="20577"/>
          <ac:graphicFrameMkLst>
            <pc:docMk/>
            <pc:sldMk cId="1969615530" sldId="1578"/>
            <ac:graphicFrameMk id="2" creationId="{83FB7A79-1EA3-0DEB-A704-928D1F26E6A6}"/>
          </ac:graphicFrameMkLst>
        </pc:graphicFrameChg>
      </pc:sldChg>
      <pc:sldChg chg="modSp mod">
        <pc:chgData name="Feist, Ella" userId="992bbaf2-811d-42cb-a4d6-e7fc45e325e8" providerId="ADAL" clId="{7367B10D-5B3E-475D-A04A-1DEE3FE220AF}" dt="2025-05-29T12:52:18.921" v="16" actId="20577"/>
        <pc:sldMkLst>
          <pc:docMk/>
          <pc:sldMk cId="3082827778" sldId="1579"/>
        </pc:sldMkLst>
        <pc:spChg chg="mod">
          <ac:chgData name="Feist, Ella" userId="992bbaf2-811d-42cb-a4d6-e7fc45e325e8" providerId="ADAL" clId="{7367B10D-5B3E-475D-A04A-1DEE3FE220AF}" dt="2025-05-29T12:52:09.028" v="12" actId="20577"/>
          <ac:spMkLst>
            <pc:docMk/>
            <pc:sldMk cId="3082827778" sldId="1579"/>
            <ac:spMk id="3" creationId="{8E7B0F52-CF27-C4BE-7354-D53272634C59}"/>
          </ac:spMkLst>
        </pc:spChg>
        <pc:spChg chg="mod">
          <ac:chgData name="Feist, Ella" userId="992bbaf2-811d-42cb-a4d6-e7fc45e325e8" providerId="ADAL" clId="{7367B10D-5B3E-475D-A04A-1DEE3FE220AF}" dt="2025-05-29T12:52:18.921" v="16" actId="20577"/>
          <ac:spMkLst>
            <pc:docMk/>
            <pc:sldMk cId="3082827778" sldId="1579"/>
            <ac:spMk id="5" creationId="{91A8ED3D-B755-43C9-BCB1-DCF495C0C9DB}"/>
          </ac:spMkLst>
        </pc:spChg>
      </pc:sldChg>
      <pc:sldChg chg="modSp mod">
        <pc:chgData name="Feist, Ella" userId="992bbaf2-811d-42cb-a4d6-e7fc45e325e8" providerId="ADAL" clId="{7367B10D-5B3E-475D-A04A-1DEE3FE220AF}" dt="2025-05-29T12:52:30.821" v="21" actId="20577"/>
        <pc:sldMkLst>
          <pc:docMk/>
          <pc:sldMk cId="2586362186" sldId="1580"/>
        </pc:sldMkLst>
        <pc:spChg chg="mod">
          <ac:chgData name="Feist, Ella" userId="992bbaf2-811d-42cb-a4d6-e7fc45e325e8" providerId="ADAL" clId="{7367B10D-5B3E-475D-A04A-1DEE3FE220AF}" dt="2025-05-29T12:52:22.215" v="17" actId="20577"/>
          <ac:spMkLst>
            <pc:docMk/>
            <pc:sldMk cId="2586362186" sldId="1580"/>
            <ac:spMk id="3" creationId="{770F1CAE-7D21-6D95-E053-34EE42FCEDD4}"/>
          </ac:spMkLst>
        </pc:spChg>
        <pc:spChg chg="mod">
          <ac:chgData name="Feist, Ella" userId="992bbaf2-811d-42cb-a4d6-e7fc45e325e8" providerId="ADAL" clId="{7367B10D-5B3E-475D-A04A-1DEE3FE220AF}" dt="2025-05-29T12:52:30.821" v="21" actId="20577"/>
          <ac:spMkLst>
            <pc:docMk/>
            <pc:sldMk cId="2586362186" sldId="1580"/>
            <ac:spMk id="5" creationId="{91A8ED3D-B755-43C9-BCB1-DCF495C0C9DB}"/>
          </ac:spMkLst>
        </pc:spChg>
      </pc:sldChg>
      <pc:sldChg chg="modSp mod">
        <pc:chgData name="Feist, Ella" userId="992bbaf2-811d-42cb-a4d6-e7fc45e325e8" providerId="ADAL" clId="{7367B10D-5B3E-475D-A04A-1DEE3FE220AF}" dt="2025-05-29T12:53:16.361" v="49" actId="20577"/>
        <pc:sldMkLst>
          <pc:docMk/>
          <pc:sldMk cId="4221727410" sldId="1581"/>
        </pc:sldMkLst>
        <pc:spChg chg="mod">
          <ac:chgData name="Feist, Ella" userId="992bbaf2-811d-42cb-a4d6-e7fc45e325e8" providerId="ADAL" clId="{7367B10D-5B3E-475D-A04A-1DEE3FE220AF}" dt="2025-05-29T12:53:16.361" v="49" actId="20577"/>
          <ac:spMkLst>
            <pc:docMk/>
            <pc:sldMk cId="4221727410" sldId="1581"/>
            <ac:spMk id="5" creationId="{91A8ED3D-B755-43C9-BCB1-DCF495C0C9DB}"/>
          </ac:spMkLst>
        </pc:spChg>
        <pc:spChg chg="mod">
          <ac:chgData name="Feist, Ella" userId="992bbaf2-811d-42cb-a4d6-e7fc45e325e8" providerId="ADAL" clId="{7367B10D-5B3E-475D-A04A-1DEE3FE220AF}" dt="2025-05-29T12:52:55.949" v="29" actId="1076"/>
          <ac:spMkLst>
            <pc:docMk/>
            <pc:sldMk cId="4221727410" sldId="1581"/>
            <ac:spMk id="10" creationId="{5A2EA8B5-7149-6F56-BFB4-9B1011741CCC}"/>
          </ac:spMkLst>
        </pc:spChg>
        <pc:spChg chg="mod">
          <ac:chgData name="Feist, Ella" userId="992bbaf2-811d-42cb-a4d6-e7fc45e325e8" providerId="ADAL" clId="{7367B10D-5B3E-475D-A04A-1DEE3FE220AF}" dt="2025-05-29T12:52:48.982" v="26" actId="1076"/>
          <ac:spMkLst>
            <pc:docMk/>
            <pc:sldMk cId="4221727410" sldId="1581"/>
            <ac:spMk id="11" creationId="{1A024438-FC1B-F197-8C51-D8EE9E1DE430}"/>
          </ac:spMkLst>
        </pc:spChg>
      </pc:sldChg>
      <pc:sldChg chg="modSp mod">
        <pc:chgData name="Feist, Ella" userId="992bbaf2-811d-42cb-a4d6-e7fc45e325e8" providerId="ADAL" clId="{7367B10D-5B3E-475D-A04A-1DEE3FE220AF}" dt="2025-05-29T12:55:07.069" v="52" actId="20577"/>
        <pc:sldMkLst>
          <pc:docMk/>
          <pc:sldMk cId="1214472249" sldId="1582"/>
        </pc:sldMkLst>
        <pc:spChg chg="mod">
          <ac:chgData name="Feist, Ella" userId="992bbaf2-811d-42cb-a4d6-e7fc45e325e8" providerId="ADAL" clId="{7367B10D-5B3E-475D-A04A-1DEE3FE220AF}" dt="2025-05-29T12:55:03.123" v="51" actId="20577"/>
          <ac:spMkLst>
            <pc:docMk/>
            <pc:sldMk cId="1214472249" sldId="1582"/>
            <ac:spMk id="3" creationId="{6AF1542D-1B4E-3566-A6A6-B0862C424520}"/>
          </ac:spMkLst>
        </pc:spChg>
        <pc:spChg chg="mod">
          <ac:chgData name="Feist, Ella" userId="992bbaf2-811d-42cb-a4d6-e7fc45e325e8" providerId="ADAL" clId="{7367B10D-5B3E-475D-A04A-1DEE3FE220AF}" dt="2025-05-29T12:55:07.069" v="52" actId="20577"/>
          <ac:spMkLst>
            <pc:docMk/>
            <pc:sldMk cId="1214472249" sldId="1582"/>
            <ac:spMk id="5" creationId="{91A8ED3D-B755-43C9-BCB1-DCF495C0C9DB}"/>
          </ac:spMkLst>
        </pc:spChg>
      </pc:sldChg>
      <pc:sldChg chg="modSp mod">
        <pc:chgData name="Feist, Ella" userId="992bbaf2-811d-42cb-a4d6-e7fc45e325e8" providerId="ADAL" clId="{7367B10D-5B3E-475D-A04A-1DEE3FE220AF}" dt="2025-05-29T12:55:22.350" v="56" actId="114"/>
        <pc:sldMkLst>
          <pc:docMk/>
          <pc:sldMk cId="2062796190" sldId="1583"/>
        </pc:sldMkLst>
        <pc:spChg chg="mod">
          <ac:chgData name="Feist, Ella" userId="992bbaf2-811d-42cb-a4d6-e7fc45e325e8" providerId="ADAL" clId="{7367B10D-5B3E-475D-A04A-1DEE3FE220AF}" dt="2025-05-29T12:55:14.075" v="53" actId="20577"/>
          <ac:spMkLst>
            <pc:docMk/>
            <pc:sldMk cId="2062796190" sldId="1583"/>
            <ac:spMk id="3" creationId="{9CEC04EF-4926-F7C0-B4DF-2F068ED738DF}"/>
          </ac:spMkLst>
        </pc:spChg>
        <pc:spChg chg="mod">
          <ac:chgData name="Feist, Ella" userId="992bbaf2-811d-42cb-a4d6-e7fc45e325e8" providerId="ADAL" clId="{7367B10D-5B3E-475D-A04A-1DEE3FE220AF}" dt="2025-05-29T12:55:22.350" v="56" actId="114"/>
          <ac:spMkLst>
            <pc:docMk/>
            <pc:sldMk cId="2062796190" sldId="1583"/>
            <ac:spMk id="5" creationId="{91A8ED3D-B755-43C9-BCB1-DCF495C0C9DB}"/>
          </ac:spMkLst>
        </pc:spChg>
      </pc:sldChg>
      <pc:sldChg chg="modSp mod">
        <pc:chgData name="Feist, Ella" userId="992bbaf2-811d-42cb-a4d6-e7fc45e325e8" providerId="ADAL" clId="{7367B10D-5B3E-475D-A04A-1DEE3FE220AF}" dt="2025-05-29T12:55:46.033" v="71" actId="114"/>
        <pc:sldMkLst>
          <pc:docMk/>
          <pc:sldMk cId="1521424038" sldId="1584"/>
        </pc:sldMkLst>
        <pc:spChg chg="mod">
          <ac:chgData name="Feist, Ella" userId="992bbaf2-811d-42cb-a4d6-e7fc45e325e8" providerId="ADAL" clId="{7367B10D-5B3E-475D-A04A-1DEE3FE220AF}" dt="2025-05-29T12:55:26.770" v="57" actId="20577"/>
          <ac:spMkLst>
            <pc:docMk/>
            <pc:sldMk cId="1521424038" sldId="1584"/>
            <ac:spMk id="3" creationId="{DF19C2FC-08A7-9D99-D50A-A07FE73FB220}"/>
          </ac:spMkLst>
        </pc:spChg>
        <pc:spChg chg="mod">
          <ac:chgData name="Feist, Ella" userId="992bbaf2-811d-42cb-a4d6-e7fc45e325e8" providerId="ADAL" clId="{7367B10D-5B3E-475D-A04A-1DEE3FE220AF}" dt="2025-05-29T12:55:46.033" v="71" actId="114"/>
          <ac:spMkLst>
            <pc:docMk/>
            <pc:sldMk cId="1521424038" sldId="1584"/>
            <ac:spMk id="5" creationId="{91A8ED3D-B755-43C9-BCB1-DCF495C0C9DB}"/>
          </ac:spMkLst>
        </pc:spChg>
      </pc:sldChg>
      <pc:sldChg chg="modSp mod">
        <pc:chgData name="Feist, Ella" userId="992bbaf2-811d-42cb-a4d6-e7fc45e325e8" providerId="ADAL" clId="{7367B10D-5B3E-475D-A04A-1DEE3FE220AF}" dt="2025-05-29T12:55:59.025" v="79" actId="114"/>
        <pc:sldMkLst>
          <pc:docMk/>
          <pc:sldMk cId="3203524905" sldId="1585"/>
        </pc:sldMkLst>
        <pc:spChg chg="mod">
          <ac:chgData name="Feist, Ella" userId="992bbaf2-811d-42cb-a4d6-e7fc45e325e8" providerId="ADAL" clId="{7367B10D-5B3E-475D-A04A-1DEE3FE220AF}" dt="2025-05-29T12:55:59.025" v="79" actId="114"/>
          <ac:spMkLst>
            <pc:docMk/>
            <pc:sldMk cId="3203524905" sldId="1585"/>
            <ac:spMk id="5" creationId="{91A8ED3D-B755-43C9-BCB1-DCF495C0C9DB}"/>
          </ac:spMkLst>
        </pc:spChg>
      </pc:sldChg>
      <pc:sldChg chg="modSp mod">
        <pc:chgData name="Feist, Ella" userId="992bbaf2-811d-42cb-a4d6-e7fc45e325e8" providerId="ADAL" clId="{7367B10D-5B3E-475D-A04A-1DEE3FE220AF}" dt="2025-05-29T12:56:17.470" v="84" actId="20577"/>
        <pc:sldMkLst>
          <pc:docMk/>
          <pc:sldMk cId="106844322" sldId="1586"/>
        </pc:sldMkLst>
        <pc:spChg chg="mod">
          <ac:chgData name="Feist, Ella" userId="992bbaf2-811d-42cb-a4d6-e7fc45e325e8" providerId="ADAL" clId="{7367B10D-5B3E-475D-A04A-1DEE3FE220AF}" dt="2025-05-29T12:56:17.470" v="84" actId="20577"/>
          <ac:spMkLst>
            <pc:docMk/>
            <pc:sldMk cId="106844322" sldId="1586"/>
            <ac:spMk id="5" creationId="{91A8ED3D-B755-43C9-BCB1-DCF495C0C9DB}"/>
          </ac:spMkLst>
        </pc:spChg>
        <pc:spChg chg="mod">
          <ac:chgData name="Feist, Ella" userId="992bbaf2-811d-42cb-a4d6-e7fc45e325e8" providerId="ADAL" clId="{7367B10D-5B3E-475D-A04A-1DEE3FE220AF}" dt="2025-05-29T12:56:04.879" v="80"/>
          <ac:spMkLst>
            <pc:docMk/>
            <pc:sldMk cId="106844322" sldId="1586"/>
            <ac:spMk id="7" creationId="{5BBCEB7A-B3D4-FC8E-D5BE-740F711BF21A}"/>
          </ac:spMkLst>
        </pc:spChg>
      </pc:sldChg>
      <pc:sldChg chg="modSp mod">
        <pc:chgData name="Feist, Ella" userId="992bbaf2-811d-42cb-a4d6-e7fc45e325e8" providerId="ADAL" clId="{7367B10D-5B3E-475D-A04A-1DEE3FE220AF}" dt="2025-05-29T12:56:30.662" v="90" actId="20577"/>
        <pc:sldMkLst>
          <pc:docMk/>
          <pc:sldMk cId="76751515" sldId="1587"/>
        </pc:sldMkLst>
        <pc:spChg chg="mod">
          <ac:chgData name="Feist, Ella" userId="992bbaf2-811d-42cb-a4d6-e7fc45e325e8" providerId="ADAL" clId="{7367B10D-5B3E-475D-A04A-1DEE3FE220AF}" dt="2025-05-29T12:56:22.477" v="85"/>
          <ac:spMkLst>
            <pc:docMk/>
            <pc:sldMk cId="76751515" sldId="1587"/>
            <ac:spMk id="3" creationId="{E916B487-3953-CFCD-4373-44E44F225D10}"/>
          </ac:spMkLst>
        </pc:spChg>
        <pc:spChg chg="mod">
          <ac:chgData name="Feist, Ella" userId="992bbaf2-811d-42cb-a4d6-e7fc45e325e8" providerId="ADAL" clId="{7367B10D-5B3E-475D-A04A-1DEE3FE220AF}" dt="2025-05-29T12:56:30.662" v="90" actId="20577"/>
          <ac:spMkLst>
            <pc:docMk/>
            <pc:sldMk cId="76751515" sldId="1587"/>
            <ac:spMk id="5" creationId="{91A8ED3D-B755-43C9-BCB1-DCF495C0C9DB}"/>
          </ac:spMkLst>
        </pc:spChg>
      </pc:sldChg>
      <pc:sldChg chg="modSp mod">
        <pc:chgData name="Feist, Ella" userId="992bbaf2-811d-42cb-a4d6-e7fc45e325e8" providerId="ADAL" clId="{7367B10D-5B3E-475D-A04A-1DEE3FE220AF}" dt="2025-05-29T12:56:36.931" v="92" actId="20577"/>
        <pc:sldMkLst>
          <pc:docMk/>
          <pc:sldMk cId="2031821410" sldId="1588"/>
        </pc:sldMkLst>
        <pc:spChg chg="mod">
          <ac:chgData name="Feist, Ella" userId="992bbaf2-811d-42cb-a4d6-e7fc45e325e8" providerId="ADAL" clId="{7367B10D-5B3E-475D-A04A-1DEE3FE220AF}" dt="2025-05-29T12:56:35.105" v="91"/>
          <ac:spMkLst>
            <pc:docMk/>
            <pc:sldMk cId="2031821410" sldId="1588"/>
            <ac:spMk id="3" creationId="{7587B039-F211-ED47-D8FB-E13220AB5BDC}"/>
          </ac:spMkLst>
        </pc:spChg>
        <pc:spChg chg="mod">
          <ac:chgData name="Feist, Ella" userId="992bbaf2-811d-42cb-a4d6-e7fc45e325e8" providerId="ADAL" clId="{7367B10D-5B3E-475D-A04A-1DEE3FE220AF}" dt="2025-05-29T12:56:36.931" v="92" actId="20577"/>
          <ac:spMkLst>
            <pc:docMk/>
            <pc:sldMk cId="2031821410" sldId="1588"/>
            <ac:spMk id="5" creationId="{91A8ED3D-B755-43C9-BCB1-DCF495C0C9DB}"/>
          </ac:spMkLst>
        </pc:spChg>
      </pc:sldChg>
      <pc:sldChg chg="modSp mod">
        <pc:chgData name="Feist, Ella" userId="992bbaf2-811d-42cb-a4d6-e7fc45e325e8" providerId="ADAL" clId="{7367B10D-5B3E-475D-A04A-1DEE3FE220AF}" dt="2025-05-29T12:56:51.123" v="96" actId="20577"/>
        <pc:sldMkLst>
          <pc:docMk/>
          <pc:sldMk cId="2435455063" sldId="1589"/>
        </pc:sldMkLst>
        <pc:spChg chg="mod">
          <ac:chgData name="Feist, Ella" userId="992bbaf2-811d-42cb-a4d6-e7fc45e325e8" providerId="ADAL" clId="{7367B10D-5B3E-475D-A04A-1DEE3FE220AF}" dt="2025-05-29T12:56:51.123" v="96" actId="20577"/>
          <ac:spMkLst>
            <pc:docMk/>
            <pc:sldMk cId="2435455063" sldId="1589"/>
            <ac:spMk id="5" creationId="{91A8ED3D-B755-43C9-BCB1-DCF495C0C9DB}"/>
          </ac:spMkLst>
        </pc:spChg>
      </pc:sldChg>
      <pc:sldChg chg="modSp mod">
        <pc:chgData name="Feist, Ella" userId="992bbaf2-811d-42cb-a4d6-e7fc45e325e8" providerId="ADAL" clId="{7367B10D-5B3E-475D-A04A-1DEE3FE220AF}" dt="2025-05-29T12:57:15.418" v="117" actId="113"/>
        <pc:sldMkLst>
          <pc:docMk/>
          <pc:sldMk cId="197619763" sldId="1590"/>
        </pc:sldMkLst>
        <pc:spChg chg="mod">
          <ac:chgData name="Feist, Ella" userId="992bbaf2-811d-42cb-a4d6-e7fc45e325e8" providerId="ADAL" clId="{7367B10D-5B3E-475D-A04A-1DEE3FE220AF}" dt="2025-05-29T12:56:56.190" v="97" actId="20577"/>
          <ac:spMkLst>
            <pc:docMk/>
            <pc:sldMk cId="197619763" sldId="1590"/>
            <ac:spMk id="3" creationId="{B075EED4-A6DB-3FD0-C0DD-B6871DBE6B72}"/>
          </ac:spMkLst>
        </pc:spChg>
        <pc:spChg chg="mod">
          <ac:chgData name="Feist, Ella" userId="992bbaf2-811d-42cb-a4d6-e7fc45e325e8" providerId="ADAL" clId="{7367B10D-5B3E-475D-A04A-1DEE3FE220AF}" dt="2025-05-29T12:57:15.418" v="117" actId="113"/>
          <ac:spMkLst>
            <pc:docMk/>
            <pc:sldMk cId="197619763" sldId="1590"/>
            <ac:spMk id="5" creationId="{91A8ED3D-B755-43C9-BCB1-DCF495C0C9DB}"/>
          </ac:spMkLst>
        </pc:spChg>
      </pc:sldChg>
      <pc:sldChg chg="modSp mod">
        <pc:chgData name="Feist, Ella" userId="992bbaf2-811d-42cb-a4d6-e7fc45e325e8" providerId="ADAL" clId="{7367B10D-5B3E-475D-A04A-1DEE3FE220AF}" dt="2025-05-29T12:57:29.179" v="124" actId="20577"/>
        <pc:sldMkLst>
          <pc:docMk/>
          <pc:sldMk cId="2192825724" sldId="1591"/>
        </pc:sldMkLst>
        <pc:spChg chg="mod">
          <ac:chgData name="Feist, Ella" userId="992bbaf2-811d-42cb-a4d6-e7fc45e325e8" providerId="ADAL" clId="{7367B10D-5B3E-475D-A04A-1DEE3FE220AF}" dt="2025-05-29T12:57:18.766" v="118" actId="20577"/>
          <ac:spMkLst>
            <pc:docMk/>
            <pc:sldMk cId="2192825724" sldId="1591"/>
            <ac:spMk id="3" creationId="{67D70171-5433-5592-A2F4-060D6D0F50D4}"/>
          </ac:spMkLst>
        </pc:spChg>
        <pc:spChg chg="mod">
          <ac:chgData name="Feist, Ella" userId="992bbaf2-811d-42cb-a4d6-e7fc45e325e8" providerId="ADAL" clId="{7367B10D-5B3E-475D-A04A-1DEE3FE220AF}" dt="2025-05-29T12:57:29.179" v="124" actId="20577"/>
          <ac:spMkLst>
            <pc:docMk/>
            <pc:sldMk cId="2192825724" sldId="1591"/>
            <ac:spMk id="5" creationId="{91A8ED3D-B755-43C9-BCB1-DCF495C0C9DB}"/>
          </ac:spMkLst>
        </pc:spChg>
      </pc:sldChg>
      <pc:sldChg chg="modSp mod">
        <pc:chgData name="Feist, Ella" userId="992bbaf2-811d-42cb-a4d6-e7fc45e325e8" providerId="ADAL" clId="{7367B10D-5B3E-475D-A04A-1DEE3FE220AF}" dt="2025-05-29T12:57:42.831" v="129" actId="20577"/>
        <pc:sldMkLst>
          <pc:docMk/>
          <pc:sldMk cId="2126546485" sldId="1592"/>
        </pc:sldMkLst>
        <pc:spChg chg="mod">
          <ac:chgData name="Feist, Ella" userId="992bbaf2-811d-42cb-a4d6-e7fc45e325e8" providerId="ADAL" clId="{7367B10D-5B3E-475D-A04A-1DEE3FE220AF}" dt="2025-05-29T12:57:42.831" v="129" actId="20577"/>
          <ac:spMkLst>
            <pc:docMk/>
            <pc:sldMk cId="2126546485" sldId="1592"/>
            <ac:spMk id="5" creationId="{91A8ED3D-B755-43C9-BCB1-DCF495C0C9DB}"/>
          </ac:spMkLst>
        </pc:spChg>
      </pc:sldChg>
      <pc:sldChg chg="modSp mod modNotes">
        <pc:chgData name="Feist, Ella" userId="992bbaf2-811d-42cb-a4d6-e7fc45e325e8" providerId="ADAL" clId="{7367B10D-5B3E-475D-A04A-1DEE3FE220AF}" dt="2025-05-29T12:58:25.379" v="142" actId="2711"/>
        <pc:sldMkLst>
          <pc:docMk/>
          <pc:sldMk cId="231122868" sldId="1593"/>
        </pc:sldMkLst>
        <pc:spChg chg="mod">
          <ac:chgData name="Feist, Ella" userId="992bbaf2-811d-42cb-a4d6-e7fc45e325e8" providerId="ADAL" clId="{7367B10D-5B3E-475D-A04A-1DEE3FE220AF}" dt="2025-05-29T12:57:47.162" v="130" actId="20577"/>
          <ac:spMkLst>
            <pc:docMk/>
            <pc:sldMk cId="231122868" sldId="1593"/>
            <ac:spMk id="3" creationId="{04E32BE6-0508-2B0C-65BA-7D77289738D3}"/>
          </ac:spMkLst>
        </pc:spChg>
        <pc:spChg chg="mod">
          <ac:chgData name="Feist, Ella" userId="992bbaf2-811d-42cb-a4d6-e7fc45e325e8" providerId="ADAL" clId="{7367B10D-5B3E-475D-A04A-1DEE3FE220AF}" dt="2025-05-29T12:57:50.677" v="131" actId="20577"/>
          <ac:spMkLst>
            <pc:docMk/>
            <pc:sldMk cId="231122868" sldId="1593"/>
            <ac:spMk id="429061" creationId="{00000000-0000-0000-0000-000000000000}"/>
          </ac:spMkLst>
        </pc:spChg>
        <pc:graphicFrameChg chg="mod modGraphic">
          <ac:chgData name="Feist, Ella" userId="992bbaf2-811d-42cb-a4d6-e7fc45e325e8" providerId="ADAL" clId="{7367B10D-5B3E-475D-A04A-1DEE3FE220AF}" dt="2025-05-29T12:58:25.379" v="142" actId="2711"/>
          <ac:graphicFrameMkLst>
            <pc:docMk/>
            <pc:sldMk cId="231122868" sldId="1593"/>
            <ac:graphicFrameMk id="4" creationId="{AF370896-4615-D580-A90B-6016164B14DE}"/>
          </ac:graphicFrameMkLst>
        </pc:graphicFrameChg>
      </pc:sldChg>
      <pc:sldChg chg="modSp mod">
        <pc:chgData name="Feist, Ella" userId="992bbaf2-811d-42cb-a4d6-e7fc45e325e8" providerId="ADAL" clId="{7367B10D-5B3E-475D-A04A-1DEE3FE220AF}" dt="2025-05-29T12:58:31.906" v="144" actId="20577"/>
        <pc:sldMkLst>
          <pc:docMk/>
          <pc:sldMk cId="3862180553" sldId="1594"/>
        </pc:sldMkLst>
        <pc:spChg chg="mod">
          <ac:chgData name="Feist, Ella" userId="992bbaf2-811d-42cb-a4d6-e7fc45e325e8" providerId="ADAL" clId="{7367B10D-5B3E-475D-A04A-1DEE3FE220AF}" dt="2025-05-29T12:58:29.070" v="143" actId="20577"/>
          <ac:spMkLst>
            <pc:docMk/>
            <pc:sldMk cId="3862180553" sldId="1594"/>
            <ac:spMk id="3" creationId="{22AC9138-D819-B658-BB4E-0D46E4606529}"/>
          </ac:spMkLst>
        </pc:spChg>
        <pc:spChg chg="mod">
          <ac:chgData name="Feist, Ella" userId="992bbaf2-811d-42cb-a4d6-e7fc45e325e8" providerId="ADAL" clId="{7367B10D-5B3E-475D-A04A-1DEE3FE220AF}" dt="2025-05-29T12:58:31.906" v="144" actId="20577"/>
          <ac:spMkLst>
            <pc:docMk/>
            <pc:sldMk cId="3862180553" sldId="1594"/>
            <ac:spMk id="5" creationId="{91A8ED3D-B755-43C9-BCB1-DCF495C0C9DB}"/>
          </ac:spMkLst>
        </pc:spChg>
      </pc:sldChg>
      <pc:sldChg chg="modSp mod">
        <pc:chgData name="Feist, Ella" userId="992bbaf2-811d-42cb-a4d6-e7fc45e325e8" providerId="ADAL" clId="{7367B10D-5B3E-475D-A04A-1DEE3FE220AF}" dt="2025-05-29T12:58:37.264" v="145" actId="20577"/>
        <pc:sldMkLst>
          <pc:docMk/>
          <pc:sldMk cId="1312269319" sldId="1595"/>
        </pc:sldMkLst>
        <pc:spChg chg="mod">
          <ac:chgData name="Feist, Ella" userId="992bbaf2-811d-42cb-a4d6-e7fc45e325e8" providerId="ADAL" clId="{7367B10D-5B3E-475D-A04A-1DEE3FE220AF}" dt="2025-05-29T12:58:37.264" v="145" actId="20577"/>
          <ac:spMkLst>
            <pc:docMk/>
            <pc:sldMk cId="1312269319" sldId="1595"/>
            <ac:spMk id="8" creationId="{D25F3E27-CE19-2C03-C555-799C62B692D6}"/>
          </ac:spMkLst>
        </pc:spChg>
      </pc:sldChg>
      <pc:sldChg chg="modSp mod">
        <pc:chgData name="Feist, Ella" userId="992bbaf2-811d-42cb-a4d6-e7fc45e325e8" providerId="ADAL" clId="{7367B10D-5B3E-475D-A04A-1DEE3FE220AF}" dt="2025-05-29T12:59:15.846" v="170" actId="20577"/>
        <pc:sldMkLst>
          <pc:docMk/>
          <pc:sldMk cId="3688234871" sldId="1596"/>
        </pc:sldMkLst>
        <pc:spChg chg="mod">
          <ac:chgData name="Feist, Ella" userId="992bbaf2-811d-42cb-a4d6-e7fc45e325e8" providerId="ADAL" clId="{7367B10D-5B3E-475D-A04A-1DEE3FE220AF}" dt="2025-05-29T12:59:15.846" v="170" actId="20577"/>
          <ac:spMkLst>
            <pc:docMk/>
            <pc:sldMk cId="3688234871" sldId="1596"/>
            <ac:spMk id="5" creationId="{91A8ED3D-B755-43C9-BCB1-DCF495C0C9DB}"/>
          </ac:spMkLst>
        </pc:spChg>
      </pc:sldChg>
      <pc:sldChg chg="modSp mod">
        <pc:chgData name="Feist, Ella" userId="992bbaf2-811d-42cb-a4d6-e7fc45e325e8" providerId="ADAL" clId="{7367B10D-5B3E-475D-A04A-1DEE3FE220AF}" dt="2025-05-29T12:59:27.123" v="177" actId="20577"/>
        <pc:sldMkLst>
          <pc:docMk/>
          <pc:sldMk cId="3033478051" sldId="1597"/>
        </pc:sldMkLst>
        <pc:spChg chg="mod">
          <ac:chgData name="Feist, Ella" userId="992bbaf2-811d-42cb-a4d6-e7fc45e325e8" providerId="ADAL" clId="{7367B10D-5B3E-475D-A04A-1DEE3FE220AF}" dt="2025-05-29T12:59:27.123" v="177" actId="20577"/>
          <ac:spMkLst>
            <pc:docMk/>
            <pc:sldMk cId="3033478051" sldId="1597"/>
            <ac:spMk id="5" creationId="{91A8ED3D-B755-43C9-BCB1-DCF495C0C9DB}"/>
          </ac:spMkLst>
        </pc:spChg>
      </pc:sldChg>
      <pc:sldChg chg="modSp mod">
        <pc:chgData name="Feist, Ella" userId="992bbaf2-811d-42cb-a4d6-e7fc45e325e8" providerId="ADAL" clId="{7367B10D-5B3E-475D-A04A-1DEE3FE220AF}" dt="2025-05-29T12:59:35.457" v="179" actId="20577"/>
        <pc:sldMkLst>
          <pc:docMk/>
          <pc:sldMk cId="2109052893" sldId="1598"/>
        </pc:sldMkLst>
        <pc:spChg chg="mod">
          <ac:chgData name="Feist, Ella" userId="992bbaf2-811d-42cb-a4d6-e7fc45e325e8" providerId="ADAL" clId="{7367B10D-5B3E-475D-A04A-1DEE3FE220AF}" dt="2025-05-29T12:59:32.815" v="178" actId="20577"/>
          <ac:spMkLst>
            <pc:docMk/>
            <pc:sldMk cId="2109052893" sldId="1598"/>
            <ac:spMk id="3" creationId="{215B8390-031B-BB85-7E63-37B3E1E6E396}"/>
          </ac:spMkLst>
        </pc:spChg>
        <pc:spChg chg="mod">
          <ac:chgData name="Feist, Ella" userId="992bbaf2-811d-42cb-a4d6-e7fc45e325e8" providerId="ADAL" clId="{7367B10D-5B3E-475D-A04A-1DEE3FE220AF}" dt="2025-05-29T12:59:35.457" v="179" actId="20577"/>
          <ac:spMkLst>
            <pc:docMk/>
            <pc:sldMk cId="2109052893" sldId="1598"/>
            <ac:spMk id="5" creationId="{91A8ED3D-B755-43C9-BCB1-DCF495C0C9DB}"/>
          </ac:spMkLst>
        </pc:spChg>
      </pc:sldChg>
      <pc:sldMasterChg chg="del delSldLayout">
        <pc:chgData name="Feist, Ella" userId="992bbaf2-811d-42cb-a4d6-e7fc45e325e8" providerId="ADAL" clId="{7367B10D-5B3E-475D-A04A-1DEE3FE220AF}" dt="2025-05-29T12:51:34.750" v="1"/>
        <pc:sldMasterMkLst>
          <pc:docMk/>
          <pc:sldMasterMk cId="2217866481" sldId="2147483660"/>
        </pc:sldMasterMkLst>
        <pc:sldLayoutChg chg="del">
          <pc:chgData name="Feist, Ella" userId="992bbaf2-811d-42cb-a4d6-e7fc45e325e8" providerId="ADAL" clId="{7367B10D-5B3E-475D-A04A-1DEE3FE220AF}" dt="2025-05-29T12:51:34.750" v="1"/>
          <pc:sldLayoutMkLst>
            <pc:docMk/>
            <pc:sldMasterMk cId="2217866481" sldId="2147483660"/>
            <pc:sldLayoutMk cId="1785230785" sldId="2147483777"/>
          </pc:sldLayoutMkLst>
        </pc:sldLayoutChg>
        <pc:sldLayoutChg chg="del">
          <pc:chgData name="Feist, Ella" userId="992bbaf2-811d-42cb-a4d6-e7fc45e325e8" providerId="ADAL" clId="{7367B10D-5B3E-475D-A04A-1DEE3FE220AF}" dt="2025-05-29T12:51:34.750" v="1"/>
          <pc:sldLayoutMkLst>
            <pc:docMk/>
            <pc:sldMasterMk cId="2217866481" sldId="2147483660"/>
            <pc:sldLayoutMk cId="3151091117" sldId="2147483780"/>
          </pc:sldLayoutMkLst>
        </pc:sldLayoutChg>
        <pc:sldLayoutChg chg="del">
          <pc:chgData name="Feist, Ella" userId="992bbaf2-811d-42cb-a4d6-e7fc45e325e8" providerId="ADAL" clId="{7367B10D-5B3E-475D-A04A-1DEE3FE220AF}" dt="2025-05-29T12:51:34.750" v="1"/>
          <pc:sldLayoutMkLst>
            <pc:docMk/>
            <pc:sldMasterMk cId="2217866481" sldId="2147483660"/>
            <pc:sldLayoutMk cId="2670422055" sldId="2147483781"/>
          </pc:sldLayoutMkLst>
        </pc:sldLayoutChg>
        <pc:sldLayoutChg chg="del">
          <pc:chgData name="Feist, Ella" userId="992bbaf2-811d-42cb-a4d6-e7fc45e325e8" providerId="ADAL" clId="{7367B10D-5B3E-475D-A04A-1DEE3FE220AF}" dt="2025-05-29T12:51:34.750" v="1"/>
          <pc:sldLayoutMkLst>
            <pc:docMk/>
            <pc:sldMasterMk cId="2217866481" sldId="2147483660"/>
            <pc:sldLayoutMk cId="3910812132" sldId="2147483786"/>
          </pc:sldLayoutMkLst>
        </pc:sldLayoutChg>
        <pc:sldLayoutChg chg="del">
          <pc:chgData name="Feist, Ella" userId="992bbaf2-811d-42cb-a4d6-e7fc45e325e8" providerId="ADAL" clId="{7367B10D-5B3E-475D-A04A-1DEE3FE220AF}" dt="2025-05-29T12:51:34.750" v="1"/>
          <pc:sldLayoutMkLst>
            <pc:docMk/>
            <pc:sldMasterMk cId="2217866481" sldId="2147483660"/>
            <pc:sldLayoutMk cId="3389854272" sldId="2147483788"/>
          </pc:sldLayoutMkLst>
        </pc:sldLayoutChg>
        <pc:sldLayoutChg chg="del">
          <pc:chgData name="Feist, Ella" userId="992bbaf2-811d-42cb-a4d6-e7fc45e325e8" providerId="ADAL" clId="{7367B10D-5B3E-475D-A04A-1DEE3FE220AF}" dt="2025-05-29T12:51:34.750" v="1"/>
          <pc:sldLayoutMkLst>
            <pc:docMk/>
            <pc:sldMasterMk cId="2217866481" sldId="2147483660"/>
            <pc:sldLayoutMk cId="844404885" sldId="2147483796"/>
          </pc:sldLayoutMkLst>
        </pc:sldLayoutChg>
        <pc:sldLayoutChg chg="del">
          <pc:chgData name="Feist, Ella" userId="992bbaf2-811d-42cb-a4d6-e7fc45e325e8" providerId="ADAL" clId="{7367B10D-5B3E-475D-A04A-1DEE3FE220AF}" dt="2025-05-29T12:51:34.750" v="1"/>
          <pc:sldLayoutMkLst>
            <pc:docMk/>
            <pc:sldMasterMk cId="2217866481" sldId="2147483660"/>
            <pc:sldLayoutMk cId="2238072026" sldId="2147483797"/>
          </pc:sldLayoutMkLst>
        </pc:sldLayoutChg>
        <pc:sldLayoutChg chg="del">
          <pc:chgData name="Feist, Ella" userId="992bbaf2-811d-42cb-a4d6-e7fc45e325e8" providerId="ADAL" clId="{7367B10D-5B3E-475D-A04A-1DEE3FE220AF}" dt="2025-05-29T12:51:34.750" v="1"/>
          <pc:sldLayoutMkLst>
            <pc:docMk/>
            <pc:sldMasterMk cId="2217866481" sldId="2147483660"/>
            <pc:sldLayoutMk cId="2785161596" sldId="2147483798"/>
          </pc:sldLayoutMkLst>
        </pc:sldLayoutChg>
        <pc:sldLayoutChg chg="del">
          <pc:chgData name="Feist, Ella" userId="992bbaf2-811d-42cb-a4d6-e7fc45e325e8" providerId="ADAL" clId="{7367B10D-5B3E-475D-A04A-1DEE3FE220AF}" dt="2025-05-29T12:51:34.750" v="1"/>
          <pc:sldLayoutMkLst>
            <pc:docMk/>
            <pc:sldMasterMk cId="2217866481" sldId="2147483660"/>
            <pc:sldLayoutMk cId="1958520897" sldId="2147483872"/>
          </pc:sldLayoutMkLst>
        </pc:sldLayoutChg>
        <pc:sldLayoutChg chg="del">
          <pc:chgData name="Feist, Ella" userId="992bbaf2-811d-42cb-a4d6-e7fc45e325e8" providerId="ADAL" clId="{7367B10D-5B3E-475D-A04A-1DEE3FE220AF}" dt="2025-05-29T12:51:34.750" v="1"/>
          <pc:sldLayoutMkLst>
            <pc:docMk/>
            <pc:sldMasterMk cId="2217866481" sldId="2147483660"/>
            <pc:sldLayoutMk cId="472251335" sldId="2147483873"/>
          </pc:sldLayoutMkLst>
        </pc:sldLayoutChg>
      </pc:sldMasterChg>
      <pc:sldMasterChg chg="del delSldLayout">
        <pc:chgData name="Feist, Ella" userId="992bbaf2-811d-42cb-a4d6-e7fc45e325e8" providerId="ADAL" clId="{7367B10D-5B3E-475D-A04A-1DEE3FE220AF}" dt="2025-05-29T12:51:34.750" v="1"/>
        <pc:sldMasterMkLst>
          <pc:docMk/>
          <pc:sldMasterMk cId="1433300368" sldId="2147483799"/>
        </pc:sldMasterMkLst>
        <pc:sldLayoutChg chg="del">
          <pc:chgData name="Feist, Ella" userId="992bbaf2-811d-42cb-a4d6-e7fc45e325e8" providerId="ADAL" clId="{7367B10D-5B3E-475D-A04A-1DEE3FE220AF}" dt="2025-05-29T12:51:34.750" v="1"/>
          <pc:sldLayoutMkLst>
            <pc:docMk/>
            <pc:sldMasterMk cId="1433300368" sldId="2147483799"/>
            <pc:sldLayoutMk cId="1527291370" sldId="2147483818"/>
          </pc:sldLayoutMkLst>
        </pc:sldLayoutChg>
        <pc:sldLayoutChg chg="del">
          <pc:chgData name="Feist, Ella" userId="992bbaf2-811d-42cb-a4d6-e7fc45e325e8" providerId="ADAL" clId="{7367B10D-5B3E-475D-A04A-1DEE3FE220AF}" dt="2025-05-29T12:51:34.750" v="1"/>
          <pc:sldLayoutMkLst>
            <pc:docMk/>
            <pc:sldMasterMk cId="1433300368" sldId="2147483799"/>
            <pc:sldLayoutMk cId="3562340024" sldId="2147483819"/>
          </pc:sldLayoutMkLst>
        </pc:sldLayoutChg>
        <pc:sldLayoutChg chg="del">
          <pc:chgData name="Feist, Ella" userId="992bbaf2-811d-42cb-a4d6-e7fc45e325e8" providerId="ADAL" clId="{7367B10D-5B3E-475D-A04A-1DEE3FE220AF}" dt="2025-05-29T12:51:34.750" v="1"/>
          <pc:sldLayoutMkLst>
            <pc:docMk/>
            <pc:sldMasterMk cId="1433300368" sldId="2147483799"/>
            <pc:sldLayoutMk cId="520181862" sldId="2147483820"/>
          </pc:sldLayoutMkLst>
        </pc:sldLayoutChg>
      </pc:sldMasterChg>
      <pc:sldMasterChg chg="del delSldLayout">
        <pc:chgData name="Feist, Ella" userId="992bbaf2-811d-42cb-a4d6-e7fc45e325e8" providerId="ADAL" clId="{7367B10D-5B3E-475D-A04A-1DEE3FE220AF}" dt="2025-05-29T12:51:34.750" v="1"/>
        <pc:sldMasterMkLst>
          <pc:docMk/>
          <pc:sldMasterMk cId="4045664613" sldId="2147483821"/>
        </pc:sldMasterMkLst>
        <pc:sldLayoutChg chg="del">
          <pc:chgData name="Feist, Ella" userId="992bbaf2-811d-42cb-a4d6-e7fc45e325e8" providerId="ADAL" clId="{7367B10D-5B3E-475D-A04A-1DEE3FE220AF}" dt="2025-05-29T12:51:34.750" v="1"/>
          <pc:sldLayoutMkLst>
            <pc:docMk/>
            <pc:sldMasterMk cId="4045664613" sldId="2147483821"/>
            <pc:sldLayoutMk cId="1659487629" sldId="2147483822"/>
          </pc:sldLayoutMkLst>
        </pc:sldLayoutChg>
        <pc:sldLayoutChg chg="del">
          <pc:chgData name="Feist, Ella" userId="992bbaf2-811d-42cb-a4d6-e7fc45e325e8" providerId="ADAL" clId="{7367B10D-5B3E-475D-A04A-1DEE3FE220AF}" dt="2025-05-29T12:51:34.750" v="1"/>
          <pc:sldLayoutMkLst>
            <pc:docMk/>
            <pc:sldMasterMk cId="4045664613" sldId="2147483821"/>
            <pc:sldLayoutMk cId="3209770388" sldId="2147483823"/>
          </pc:sldLayoutMkLst>
        </pc:sldLayoutChg>
        <pc:sldLayoutChg chg="del">
          <pc:chgData name="Feist, Ella" userId="992bbaf2-811d-42cb-a4d6-e7fc45e325e8" providerId="ADAL" clId="{7367B10D-5B3E-475D-A04A-1DEE3FE220AF}" dt="2025-05-29T12:51:34.750" v="1"/>
          <pc:sldLayoutMkLst>
            <pc:docMk/>
            <pc:sldMasterMk cId="4045664613" sldId="2147483821"/>
            <pc:sldLayoutMk cId="2989585299" sldId="2147483824"/>
          </pc:sldLayoutMkLst>
        </pc:sldLayoutChg>
        <pc:sldLayoutChg chg="del">
          <pc:chgData name="Feist, Ella" userId="992bbaf2-811d-42cb-a4d6-e7fc45e325e8" providerId="ADAL" clId="{7367B10D-5B3E-475D-A04A-1DEE3FE220AF}" dt="2025-05-29T12:51:34.750" v="1"/>
          <pc:sldLayoutMkLst>
            <pc:docMk/>
            <pc:sldMasterMk cId="4045664613" sldId="2147483821"/>
            <pc:sldLayoutMk cId="771702010" sldId="2147483825"/>
          </pc:sldLayoutMkLst>
        </pc:sldLayoutChg>
      </pc:sldMasterChg>
      <pc:sldMasterChg chg="del delSldLayout">
        <pc:chgData name="Feist, Ella" userId="992bbaf2-811d-42cb-a4d6-e7fc45e325e8" providerId="ADAL" clId="{7367B10D-5B3E-475D-A04A-1DEE3FE220AF}" dt="2025-05-29T12:51:34.750" v="1"/>
        <pc:sldMasterMkLst>
          <pc:docMk/>
          <pc:sldMasterMk cId="3391850710" sldId="2147483826"/>
        </pc:sldMasterMkLst>
        <pc:sldLayoutChg chg="del">
          <pc:chgData name="Feist, Ella" userId="992bbaf2-811d-42cb-a4d6-e7fc45e325e8" providerId="ADAL" clId="{7367B10D-5B3E-475D-A04A-1DEE3FE220AF}" dt="2025-05-29T12:51:34.750" v="1"/>
          <pc:sldLayoutMkLst>
            <pc:docMk/>
            <pc:sldMasterMk cId="3391850710" sldId="2147483826"/>
            <pc:sldLayoutMk cId="186167143" sldId="2147483827"/>
          </pc:sldLayoutMkLst>
        </pc:sldLayoutChg>
        <pc:sldLayoutChg chg="del">
          <pc:chgData name="Feist, Ella" userId="992bbaf2-811d-42cb-a4d6-e7fc45e325e8" providerId="ADAL" clId="{7367B10D-5B3E-475D-A04A-1DEE3FE220AF}" dt="2025-05-29T12:51:34.750" v="1"/>
          <pc:sldLayoutMkLst>
            <pc:docMk/>
            <pc:sldMasterMk cId="3391850710" sldId="2147483826"/>
            <pc:sldLayoutMk cId="4273777609" sldId="2147483828"/>
          </pc:sldLayoutMkLst>
        </pc:sldLayoutChg>
        <pc:sldLayoutChg chg="del">
          <pc:chgData name="Feist, Ella" userId="992bbaf2-811d-42cb-a4d6-e7fc45e325e8" providerId="ADAL" clId="{7367B10D-5B3E-475D-A04A-1DEE3FE220AF}" dt="2025-05-29T12:51:34.750" v="1"/>
          <pc:sldLayoutMkLst>
            <pc:docMk/>
            <pc:sldMasterMk cId="3391850710" sldId="2147483826"/>
            <pc:sldLayoutMk cId="928190420" sldId="2147483829"/>
          </pc:sldLayoutMkLst>
        </pc:sldLayoutChg>
        <pc:sldLayoutChg chg="del">
          <pc:chgData name="Feist, Ella" userId="992bbaf2-811d-42cb-a4d6-e7fc45e325e8" providerId="ADAL" clId="{7367B10D-5B3E-475D-A04A-1DEE3FE220AF}" dt="2025-05-29T12:51:34.750" v="1"/>
          <pc:sldLayoutMkLst>
            <pc:docMk/>
            <pc:sldMasterMk cId="3391850710" sldId="2147483826"/>
            <pc:sldLayoutMk cId="778525727" sldId="2147483830"/>
          </pc:sldLayoutMkLst>
        </pc:sldLayoutChg>
      </pc:sldMasterChg>
      <pc:sldMasterChg chg="del delSldLayout">
        <pc:chgData name="Feist, Ella" userId="992bbaf2-811d-42cb-a4d6-e7fc45e325e8" providerId="ADAL" clId="{7367B10D-5B3E-475D-A04A-1DEE3FE220AF}" dt="2025-05-29T12:51:34.750" v="1"/>
        <pc:sldMasterMkLst>
          <pc:docMk/>
          <pc:sldMasterMk cId="3899971177" sldId="2147483831"/>
        </pc:sldMasterMkLst>
        <pc:sldLayoutChg chg="del">
          <pc:chgData name="Feist, Ella" userId="992bbaf2-811d-42cb-a4d6-e7fc45e325e8" providerId="ADAL" clId="{7367B10D-5B3E-475D-A04A-1DEE3FE220AF}" dt="2025-05-29T12:51:34.750" v="1"/>
          <pc:sldLayoutMkLst>
            <pc:docMk/>
            <pc:sldMasterMk cId="3899971177" sldId="2147483831"/>
            <pc:sldLayoutMk cId="1296847754" sldId="2147483832"/>
          </pc:sldLayoutMkLst>
        </pc:sldLayoutChg>
        <pc:sldLayoutChg chg="del">
          <pc:chgData name="Feist, Ella" userId="992bbaf2-811d-42cb-a4d6-e7fc45e325e8" providerId="ADAL" clId="{7367B10D-5B3E-475D-A04A-1DEE3FE220AF}" dt="2025-05-29T12:51:34.750" v="1"/>
          <pc:sldLayoutMkLst>
            <pc:docMk/>
            <pc:sldMasterMk cId="3899971177" sldId="2147483831"/>
            <pc:sldLayoutMk cId="2124554007" sldId="2147483833"/>
          </pc:sldLayoutMkLst>
        </pc:sldLayoutChg>
        <pc:sldLayoutChg chg="del">
          <pc:chgData name="Feist, Ella" userId="992bbaf2-811d-42cb-a4d6-e7fc45e325e8" providerId="ADAL" clId="{7367B10D-5B3E-475D-A04A-1DEE3FE220AF}" dt="2025-05-29T12:51:34.750" v="1"/>
          <pc:sldLayoutMkLst>
            <pc:docMk/>
            <pc:sldMasterMk cId="3899971177" sldId="2147483831"/>
            <pc:sldLayoutMk cId="2692646997" sldId="2147483834"/>
          </pc:sldLayoutMkLst>
        </pc:sldLayoutChg>
        <pc:sldLayoutChg chg="del">
          <pc:chgData name="Feist, Ella" userId="992bbaf2-811d-42cb-a4d6-e7fc45e325e8" providerId="ADAL" clId="{7367B10D-5B3E-475D-A04A-1DEE3FE220AF}" dt="2025-05-29T12:51:34.750" v="1"/>
          <pc:sldLayoutMkLst>
            <pc:docMk/>
            <pc:sldMasterMk cId="3899971177" sldId="2147483831"/>
            <pc:sldLayoutMk cId="164223612" sldId="2147483835"/>
          </pc:sldLayoutMkLst>
        </pc:sldLayoutChg>
      </pc:sldMasterChg>
      <pc:sldMasterChg chg="del delSldLayout">
        <pc:chgData name="Feist, Ella" userId="992bbaf2-811d-42cb-a4d6-e7fc45e325e8" providerId="ADAL" clId="{7367B10D-5B3E-475D-A04A-1DEE3FE220AF}" dt="2025-05-29T12:51:34.750" v="1"/>
        <pc:sldMasterMkLst>
          <pc:docMk/>
          <pc:sldMasterMk cId="4061346496" sldId="2147483836"/>
        </pc:sldMasterMkLst>
        <pc:sldLayoutChg chg="del">
          <pc:chgData name="Feist, Ella" userId="992bbaf2-811d-42cb-a4d6-e7fc45e325e8" providerId="ADAL" clId="{7367B10D-5B3E-475D-A04A-1DEE3FE220AF}" dt="2025-05-29T12:51:34.750" v="1"/>
          <pc:sldLayoutMkLst>
            <pc:docMk/>
            <pc:sldMasterMk cId="4061346496" sldId="2147483836"/>
            <pc:sldLayoutMk cId="1342340652" sldId="2147483837"/>
          </pc:sldLayoutMkLst>
        </pc:sldLayoutChg>
        <pc:sldLayoutChg chg="del">
          <pc:chgData name="Feist, Ella" userId="992bbaf2-811d-42cb-a4d6-e7fc45e325e8" providerId="ADAL" clId="{7367B10D-5B3E-475D-A04A-1DEE3FE220AF}" dt="2025-05-29T12:51:34.750" v="1"/>
          <pc:sldLayoutMkLst>
            <pc:docMk/>
            <pc:sldMasterMk cId="4061346496" sldId="2147483836"/>
            <pc:sldLayoutMk cId="1129306061" sldId="2147483838"/>
          </pc:sldLayoutMkLst>
        </pc:sldLayoutChg>
        <pc:sldLayoutChg chg="del">
          <pc:chgData name="Feist, Ella" userId="992bbaf2-811d-42cb-a4d6-e7fc45e325e8" providerId="ADAL" clId="{7367B10D-5B3E-475D-A04A-1DEE3FE220AF}" dt="2025-05-29T12:51:34.750" v="1"/>
          <pc:sldLayoutMkLst>
            <pc:docMk/>
            <pc:sldMasterMk cId="4061346496" sldId="2147483836"/>
            <pc:sldLayoutMk cId="291058354" sldId="2147483839"/>
          </pc:sldLayoutMkLst>
        </pc:sldLayoutChg>
        <pc:sldLayoutChg chg="del">
          <pc:chgData name="Feist, Ella" userId="992bbaf2-811d-42cb-a4d6-e7fc45e325e8" providerId="ADAL" clId="{7367B10D-5B3E-475D-A04A-1DEE3FE220AF}" dt="2025-05-29T12:51:34.750" v="1"/>
          <pc:sldLayoutMkLst>
            <pc:docMk/>
            <pc:sldMasterMk cId="4061346496" sldId="2147483836"/>
            <pc:sldLayoutMk cId="1057880355" sldId="2147483840"/>
          </pc:sldLayoutMkLst>
        </pc:sldLayoutChg>
      </pc:sldMasterChg>
      <pc:sldMasterChg chg="del delSldLayout">
        <pc:chgData name="Feist, Ella" userId="992bbaf2-811d-42cb-a4d6-e7fc45e325e8" providerId="ADAL" clId="{7367B10D-5B3E-475D-A04A-1DEE3FE220AF}" dt="2025-05-29T12:51:34.750" v="1"/>
        <pc:sldMasterMkLst>
          <pc:docMk/>
          <pc:sldMasterMk cId="1513994161" sldId="2147483841"/>
        </pc:sldMasterMkLst>
        <pc:sldLayoutChg chg="del">
          <pc:chgData name="Feist, Ella" userId="992bbaf2-811d-42cb-a4d6-e7fc45e325e8" providerId="ADAL" clId="{7367B10D-5B3E-475D-A04A-1DEE3FE220AF}" dt="2025-05-29T12:51:34.750" v="1"/>
          <pc:sldLayoutMkLst>
            <pc:docMk/>
            <pc:sldMasterMk cId="1513994161" sldId="2147483841"/>
            <pc:sldLayoutMk cId="2408842378" sldId="2147483842"/>
          </pc:sldLayoutMkLst>
        </pc:sldLayoutChg>
        <pc:sldLayoutChg chg="del">
          <pc:chgData name="Feist, Ella" userId="992bbaf2-811d-42cb-a4d6-e7fc45e325e8" providerId="ADAL" clId="{7367B10D-5B3E-475D-A04A-1DEE3FE220AF}" dt="2025-05-29T12:51:34.750" v="1"/>
          <pc:sldLayoutMkLst>
            <pc:docMk/>
            <pc:sldMasterMk cId="1513994161" sldId="2147483841"/>
            <pc:sldLayoutMk cId="3257542985" sldId="2147483843"/>
          </pc:sldLayoutMkLst>
        </pc:sldLayoutChg>
        <pc:sldLayoutChg chg="del">
          <pc:chgData name="Feist, Ella" userId="992bbaf2-811d-42cb-a4d6-e7fc45e325e8" providerId="ADAL" clId="{7367B10D-5B3E-475D-A04A-1DEE3FE220AF}" dt="2025-05-29T12:51:34.750" v="1"/>
          <pc:sldLayoutMkLst>
            <pc:docMk/>
            <pc:sldMasterMk cId="1513994161" sldId="2147483841"/>
            <pc:sldLayoutMk cId="57802930" sldId="2147483844"/>
          </pc:sldLayoutMkLst>
        </pc:sldLayoutChg>
        <pc:sldLayoutChg chg="del">
          <pc:chgData name="Feist, Ella" userId="992bbaf2-811d-42cb-a4d6-e7fc45e325e8" providerId="ADAL" clId="{7367B10D-5B3E-475D-A04A-1DEE3FE220AF}" dt="2025-05-29T12:51:34.750" v="1"/>
          <pc:sldLayoutMkLst>
            <pc:docMk/>
            <pc:sldMasterMk cId="1513994161" sldId="2147483841"/>
            <pc:sldLayoutMk cId="892830820" sldId="2147483845"/>
          </pc:sldLayoutMkLst>
        </pc:sldLayoutChg>
      </pc:sldMasterChg>
      <pc:sldMasterChg chg="del delSldLayout">
        <pc:chgData name="Feist, Ella" userId="992bbaf2-811d-42cb-a4d6-e7fc45e325e8" providerId="ADAL" clId="{7367B10D-5B3E-475D-A04A-1DEE3FE220AF}" dt="2025-05-29T12:51:34.750" v="1"/>
        <pc:sldMasterMkLst>
          <pc:docMk/>
          <pc:sldMasterMk cId="1256176808" sldId="2147483846"/>
        </pc:sldMasterMkLst>
        <pc:sldLayoutChg chg="del">
          <pc:chgData name="Feist, Ella" userId="992bbaf2-811d-42cb-a4d6-e7fc45e325e8" providerId="ADAL" clId="{7367B10D-5B3E-475D-A04A-1DEE3FE220AF}" dt="2025-05-29T12:51:34.750" v="1"/>
          <pc:sldLayoutMkLst>
            <pc:docMk/>
            <pc:sldMasterMk cId="1256176808" sldId="2147483846"/>
            <pc:sldLayoutMk cId="1930662052" sldId="2147483847"/>
          </pc:sldLayoutMkLst>
        </pc:sldLayoutChg>
        <pc:sldLayoutChg chg="del">
          <pc:chgData name="Feist, Ella" userId="992bbaf2-811d-42cb-a4d6-e7fc45e325e8" providerId="ADAL" clId="{7367B10D-5B3E-475D-A04A-1DEE3FE220AF}" dt="2025-05-29T12:51:34.750" v="1"/>
          <pc:sldLayoutMkLst>
            <pc:docMk/>
            <pc:sldMasterMk cId="1256176808" sldId="2147483846"/>
            <pc:sldLayoutMk cId="2862166332" sldId="2147483848"/>
          </pc:sldLayoutMkLst>
        </pc:sldLayoutChg>
        <pc:sldLayoutChg chg="del">
          <pc:chgData name="Feist, Ella" userId="992bbaf2-811d-42cb-a4d6-e7fc45e325e8" providerId="ADAL" clId="{7367B10D-5B3E-475D-A04A-1DEE3FE220AF}" dt="2025-05-29T12:51:34.750" v="1"/>
          <pc:sldLayoutMkLst>
            <pc:docMk/>
            <pc:sldMasterMk cId="1256176808" sldId="2147483846"/>
            <pc:sldLayoutMk cId="4243011970" sldId="2147483849"/>
          </pc:sldLayoutMkLst>
        </pc:sldLayoutChg>
        <pc:sldLayoutChg chg="del">
          <pc:chgData name="Feist, Ella" userId="992bbaf2-811d-42cb-a4d6-e7fc45e325e8" providerId="ADAL" clId="{7367B10D-5B3E-475D-A04A-1DEE3FE220AF}" dt="2025-05-29T12:51:34.750" v="1"/>
          <pc:sldLayoutMkLst>
            <pc:docMk/>
            <pc:sldMasterMk cId="1256176808" sldId="2147483846"/>
            <pc:sldLayoutMk cId="787685289" sldId="2147483850"/>
          </pc:sldLayoutMkLst>
        </pc:sldLayoutChg>
      </pc:sldMasterChg>
      <pc:sldMasterChg chg="del delSldLayout">
        <pc:chgData name="Feist, Ella" userId="992bbaf2-811d-42cb-a4d6-e7fc45e325e8" providerId="ADAL" clId="{7367B10D-5B3E-475D-A04A-1DEE3FE220AF}" dt="2025-05-29T12:51:34.750" v="1"/>
        <pc:sldMasterMkLst>
          <pc:docMk/>
          <pc:sldMasterMk cId="1684537100" sldId="2147483874"/>
        </pc:sldMasterMkLst>
        <pc:sldLayoutChg chg="del">
          <pc:chgData name="Feist, Ella" userId="992bbaf2-811d-42cb-a4d6-e7fc45e325e8" providerId="ADAL" clId="{7367B10D-5B3E-475D-A04A-1DEE3FE220AF}" dt="2025-05-29T12:51:34.750" v="1"/>
          <pc:sldLayoutMkLst>
            <pc:docMk/>
            <pc:sldMasterMk cId="1684537100" sldId="2147483874"/>
            <pc:sldLayoutMk cId="4096566144" sldId="2147483859"/>
          </pc:sldLayoutMkLst>
        </pc:sldLayoutChg>
        <pc:sldLayoutChg chg="del">
          <pc:chgData name="Feist, Ella" userId="992bbaf2-811d-42cb-a4d6-e7fc45e325e8" providerId="ADAL" clId="{7367B10D-5B3E-475D-A04A-1DEE3FE220AF}" dt="2025-05-29T12:51:34.750" v="1"/>
          <pc:sldLayoutMkLst>
            <pc:docMk/>
            <pc:sldMasterMk cId="1684537100" sldId="2147483874"/>
            <pc:sldLayoutMk cId="3235119156" sldId="2147483875"/>
          </pc:sldLayoutMkLst>
        </pc:sldLayoutChg>
        <pc:sldLayoutChg chg="del">
          <pc:chgData name="Feist, Ella" userId="992bbaf2-811d-42cb-a4d6-e7fc45e325e8" providerId="ADAL" clId="{7367B10D-5B3E-475D-A04A-1DEE3FE220AF}" dt="2025-05-29T12:51:34.750" v="1"/>
          <pc:sldLayoutMkLst>
            <pc:docMk/>
            <pc:sldMasterMk cId="1684537100" sldId="2147483874"/>
            <pc:sldLayoutMk cId="802947842" sldId="2147483876"/>
          </pc:sldLayoutMkLst>
        </pc:sldLayoutChg>
        <pc:sldLayoutChg chg="del">
          <pc:chgData name="Feist, Ella" userId="992bbaf2-811d-42cb-a4d6-e7fc45e325e8" providerId="ADAL" clId="{7367B10D-5B3E-475D-A04A-1DEE3FE220AF}" dt="2025-05-29T12:51:34.750" v="1"/>
          <pc:sldLayoutMkLst>
            <pc:docMk/>
            <pc:sldMasterMk cId="1684537100" sldId="2147483874"/>
            <pc:sldLayoutMk cId="2274568752" sldId="2147483877"/>
          </pc:sldLayoutMkLst>
        </pc:sldLayoutChg>
        <pc:sldLayoutChg chg="del">
          <pc:chgData name="Feist, Ella" userId="992bbaf2-811d-42cb-a4d6-e7fc45e325e8" providerId="ADAL" clId="{7367B10D-5B3E-475D-A04A-1DEE3FE220AF}" dt="2025-05-29T12:51:34.750" v="1"/>
          <pc:sldLayoutMkLst>
            <pc:docMk/>
            <pc:sldMasterMk cId="1684537100" sldId="2147483874"/>
            <pc:sldLayoutMk cId="3994819066" sldId="2147483879"/>
          </pc:sldLayoutMkLst>
        </pc:sldLayoutChg>
        <pc:sldLayoutChg chg="del">
          <pc:chgData name="Feist, Ella" userId="992bbaf2-811d-42cb-a4d6-e7fc45e325e8" providerId="ADAL" clId="{7367B10D-5B3E-475D-A04A-1DEE3FE220AF}" dt="2025-05-29T12:51:34.750" v="1"/>
          <pc:sldLayoutMkLst>
            <pc:docMk/>
            <pc:sldMasterMk cId="1684537100" sldId="2147483874"/>
            <pc:sldLayoutMk cId="2948798389" sldId="2147483880"/>
          </pc:sldLayoutMkLst>
        </pc:sldLayoutChg>
        <pc:sldLayoutChg chg="del">
          <pc:chgData name="Feist, Ella" userId="992bbaf2-811d-42cb-a4d6-e7fc45e325e8" providerId="ADAL" clId="{7367B10D-5B3E-475D-A04A-1DEE3FE220AF}" dt="2025-05-29T12:51:34.750" v="1"/>
          <pc:sldLayoutMkLst>
            <pc:docMk/>
            <pc:sldMasterMk cId="1684537100" sldId="2147483874"/>
            <pc:sldLayoutMk cId="321250633" sldId="2147483881"/>
          </pc:sldLayoutMkLst>
        </pc:sldLayoutChg>
        <pc:sldLayoutChg chg="del">
          <pc:chgData name="Feist, Ella" userId="992bbaf2-811d-42cb-a4d6-e7fc45e325e8" providerId="ADAL" clId="{7367B10D-5B3E-475D-A04A-1DEE3FE220AF}" dt="2025-05-29T12:51:34.750" v="1"/>
          <pc:sldLayoutMkLst>
            <pc:docMk/>
            <pc:sldMasterMk cId="1684537100" sldId="2147483874"/>
            <pc:sldLayoutMk cId="2227355211" sldId="2147483882"/>
          </pc:sldLayoutMkLst>
        </pc:sldLayoutChg>
        <pc:sldLayoutChg chg="del">
          <pc:chgData name="Feist, Ella" userId="992bbaf2-811d-42cb-a4d6-e7fc45e325e8" providerId="ADAL" clId="{7367B10D-5B3E-475D-A04A-1DEE3FE220AF}" dt="2025-05-29T12:51:34.750" v="1"/>
          <pc:sldLayoutMkLst>
            <pc:docMk/>
            <pc:sldMasterMk cId="1684537100" sldId="2147483874"/>
            <pc:sldLayoutMk cId="3084302693" sldId="2147483883"/>
          </pc:sldLayoutMkLst>
        </pc:sldLayoutChg>
        <pc:sldLayoutChg chg="del">
          <pc:chgData name="Feist, Ella" userId="992bbaf2-811d-42cb-a4d6-e7fc45e325e8" providerId="ADAL" clId="{7367B10D-5B3E-475D-A04A-1DEE3FE220AF}" dt="2025-05-29T12:51:34.750" v="1"/>
          <pc:sldLayoutMkLst>
            <pc:docMk/>
            <pc:sldMasterMk cId="1684537100" sldId="2147483874"/>
            <pc:sldLayoutMk cId="4231280216" sldId="2147483884"/>
          </pc:sldLayoutMkLst>
        </pc:sldLayoutChg>
      </pc:sldMasterChg>
      <pc:sldMasterChg chg="del delSldLayout">
        <pc:chgData name="Feist, Ella" userId="992bbaf2-811d-42cb-a4d6-e7fc45e325e8" providerId="ADAL" clId="{7367B10D-5B3E-475D-A04A-1DEE3FE220AF}" dt="2025-05-29T12:51:34.750" v="1"/>
        <pc:sldMasterMkLst>
          <pc:docMk/>
          <pc:sldMasterMk cId="1175251079" sldId="2147483885"/>
        </pc:sldMasterMkLst>
        <pc:sldLayoutChg chg="del">
          <pc:chgData name="Feist, Ella" userId="992bbaf2-811d-42cb-a4d6-e7fc45e325e8" providerId="ADAL" clId="{7367B10D-5B3E-475D-A04A-1DEE3FE220AF}" dt="2025-05-29T12:51:34.750" v="1"/>
          <pc:sldLayoutMkLst>
            <pc:docMk/>
            <pc:sldMasterMk cId="1175251079" sldId="2147483885"/>
            <pc:sldLayoutMk cId="2517542076" sldId="2147483886"/>
          </pc:sldLayoutMkLst>
        </pc:sldLayoutChg>
        <pc:sldLayoutChg chg="del">
          <pc:chgData name="Feist, Ella" userId="992bbaf2-811d-42cb-a4d6-e7fc45e325e8" providerId="ADAL" clId="{7367B10D-5B3E-475D-A04A-1DEE3FE220AF}" dt="2025-05-29T12:51:34.750" v="1"/>
          <pc:sldLayoutMkLst>
            <pc:docMk/>
            <pc:sldMasterMk cId="1175251079" sldId="2147483885"/>
            <pc:sldLayoutMk cId="3294508917" sldId="2147483887"/>
          </pc:sldLayoutMkLst>
        </pc:sldLayoutChg>
        <pc:sldLayoutChg chg="del">
          <pc:chgData name="Feist, Ella" userId="992bbaf2-811d-42cb-a4d6-e7fc45e325e8" providerId="ADAL" clId="{7367B10D-5B3E-475D-A04A-1DEE3FE220AF}" dt="2025-05-29T12:51:34.750" v="1"/>
          <pc:sldLayoutMkLst>
            <pc:docMk/>
            <pc:sldMasterMk cId="1175251079" sldId="2147483885"/>
            <pc:sldLayoutMk cId="1801908114" sldId="2147483888"/>
          </pc:sldLayoutMkLst>
        </pc:sldLayoutChg>
        <pc:sldLayoutChg chg="del">
          <pc:chgData name="Feist, Ella" userId="992bbaf2-811d-42cb-a4d6-e7fc45e325e8" providerId="ADAL" clId="{7367B10D-5B3E-475D-A04A-1DEE3FE220AF}" dt="2025-05-29T12:51:34.750" v="1"/>
          <pc:sldLayoutMkLst>
            <pc:docMk/>
            <pc:sldMasterMk cId="1175251079" sldId="2147483885"/>
            <pc:sldLayoutMk cId="24548405" sldId="2147483889"/>
          </pc:sldLayoutMkLst>
        </pc:sldLayoutChg>
        <pc:sldLayoutChg chg="del">
          <pc:chgData name="Feist, Ella" userId="992bbaf2-811d-42cb-a4d6-e7fc45e325e8" providerId="ADAL" clId="{7367B10D-5B3E-475D-A04A-1DEE3FE220AF}" dt="2025-05-29T12:51:34.750" v="1"/>
          <pc:sldLayoutMkLst>
            <pc:docMk/>
            <pc:sldMasterMk cId="1175251079" sldId="2147483885"/>
            <pc:sldLayoutMk cId="659826178" sldId="2147483891"/>
          </pc:sldLayoutMkLst>
        </pc:sldLayoutChg>
        <pc:sldLayoutChg chg="del">
          <pc:chgData name="Feist, Ella" userId="992bbaf2-811d-42cb-a4d6-e7fc45e325e8" providerId="ADAL" clId="{7367B10D-5B3E-475D-A04A-1DEE3FE220AF}" dt="2025-05-29T12:51:34.750" v="1"/>
          <pc:sldLayoutMkLst>
            <pc:docMk/>
            <pc:sldMasterMk cId="1175251079" sldId="2147483885"/>
            <pc:sldLayoutMk cId="1898485824" sldId="2147483892"/>
          </pc:sldLayoutMkLst>
        </pc:sldLayoutChg>
        <pc:sldLayoutChg chg="del">
          <pc:chgData name="Feist, Ella" userId="992bbaf2-811d-42cb-a4d6-e7fc45e325e8" providerId="ADAL" clId="{7367B10D-5B3E-475D-A04A-1DEE3FE220AF}" dt="2025-05-29T12:51:34.750" v="1"/>
          <pc:sldLayoutMkLst>
            <pc:docMk/>
            <pc:sldMasterMk cId="1175251079" sldId="2147483885"/>
            <pc:sldLayoutMk cId="1227198908" sldId="2147483893"/>
          </pc:sldLayoutMkLst>
        </pc:sldLayoutChg>
        <pc:sldLayoutChg chg="del">
          <pc:chgData name="Feist, Ella" userId="992bbaf2-811d-42cb-a4d6-e7fc45e325e8" providerId="ADAL" clId="{7367B10D-5B3E-475D-A04A-1DEE3FE220AF}" dt="2025-05-29T12:51:34.750" v="1"/>
          <pc:sldLayoutMkLst>
            <pc:docMk/>
            <pc:sldMasterMk cId="1175251079" sldId="2147483885"/>
            <pc:sldLayoutMk cId="333728339" sldId="2147483894"/>
          </pc:sldLayoutMkLst>
        </pc:sldLayoutChg>
        <pc:sldLayoutChg chg="del">
          <pc:chgData name="Feist, Ella" userId="992bbaf2-811d-42cb-a4d6-e7fc45e325e8" providerId="ADAL" clId="{7367B10D-5B3E-475D-A04A-1DEE3FE220AF}" dt="2025-05-29T12:51:34.750" v="1"/>
          <pc:sldLayoutMkLst>
            <pc:docMk/>
            <pc:sldMasterMk cId="1175251079" sldId="2147483885"/>
            <pc:sldLayoutMk cId="328199189" sldId="2147483895"/>
          </pc:sldLayoutMkLst>
        </pc:sldLayoutChg>
        <pc:sldLayoutChg chg="del">
          <pc:chgData name="Feist, Ella" userId="992bbaf2-811d-42cb-a4d6-e7fc45e325e8" providerId="ADAL" clId="{7367B10D-5B3E-475D-A04A-1DEE3FE220AF}" dt="2025-05-29T12:51:34.750" v="1"/>
          <pc:sldLayoutMkLst>
            <pc:docMk/>
            <pc:sldMasterMk cId="1175251079" sldId="2147483885"/>
            <pc:sldLayoutMk cId="2974244346" sldId="2147483896"/>
          </pc:sldLayoutMkLst>
        </pc:sldLayoutChg>
      </pc:sldMasterChg>
      <pc:sldMasterChg chg="del delSldLayout">
        <pc:chgData name="Feist, Ella" userId="992bbaf2-811d-42cb-a4d6-e7fc45e325e8" providerId="ADAL" clId="{7367B10D-5B3E-475D-A04A-1DEE3FE220AF}" dt="2025-05-29T12:51:34.750" v="1"/>
        <pc:sldMasterMkLst>
          <pc:docMk/>
          <pc:sldMasterMk cId="2711428093" sldId="2147483908"/>
        </pc:sldMasterMkLst>
        <pc:sldLayoutChg chg="del">
          <pc:chgData name="Feist, Ella" userId="992bbaf2-811d-42cb-a4d6-e7fc45e325e8" providerId="ADAL" clId="{7367B10D-5B3E-475D-A04A-1DEE3FE220AF}" dt="2025-05-29T12:51:34.750" v="1"/>
          <pc:sldLayoutMkLst>
            <pc:docMk/>
            <pc:sldMasterMk cId="2711428093" sldId="2147483908"/>
            <pc:sldLayoutMk cId="3375000662" sldId="2147483909"/>
          </pc:sldLayoutMkLst>
        </pc:sldLayoutChg>
        <pc:sldLayoutChg chg="del">
          <pc:chgData name="Feist, Ella" userId="992bbaf2-811d-42cb-a4d6-e7fc45e325e8" providerId="ADAL" clId="{7367B10D-5B3E-475D-A04A-1DEE3FE220AF}" dt="2025-05-29T12:51:34.750" v="1"/>
          <pc:sldLayoutMkLst>
            <pc:docMk/>
            <pc:sldMasterMk cId="2711428093" sldId="2147483908"/>
            <pc:sldLayoutMk cId="3170572682" sldId="2147483910"/>
          </pc:sldLayoutMkLst>
        </pc:sldLayoutChg>
        <pc:sldLayoutChg chg="del">
          <pc:chgData name="Feist, Ella" userId="992bbaf2-811d-42cb-a4d6-e7fc45e325e8" providerId="ADAL" clId="{7367B10D-5B3E-475D-A04A-1DEE3FE220AF}" dt="2025-05-29T12:51:34.750" v="1"/>
          <pc:sldLayoutMkLst>
            <pc:docMk/>
            <pc:sldMasterMk cId="2711428093" sldId="2147483908"/>
            <pc:sldLayoutMk cId="4075806154" sldId="2147483911"/>
          </pc:sldLayoutMkLst>
        </pc:sldLayoutChg>
        <pc:sldLayoutChg chg="del">
          <pc:chgData name="Feist, Ella" userId="992bbaf2-811d-42cb-a4d6-e7fc45e325e8" providerId="ADAL" clId="{7367B10D-5B3E-475D-A04A-1DEE3FE220AF}" dt="2025-05-29T12:51:34.750" v="1"/>
          <pc:sldLayoutMkLst>
            <pc:docMk/>
            <pc:sldMasterMk cId="2711428093" sldId="2147483908"/>
            <pc:sldLayoutMk cId="572188986" sldId="2147483912"/>
          </pc:sldLayoutMkLst>
        </pc:sldLayoutChg>
        <pc:sldLayoutChg chg="del">
          <pc:chgData name="Feist, Ella" userId="992bbaf2-811d-42cb-a4d6-e7fc45e325e8" providerId="ADAL" clId="{7367B10D-5B3E-475D-A04A-1DEE3FE220AF}" dt="2025-05-29T12:51:34.750" v="1"/>
          <pc:sldLayoutMkLst>
            <pc:docMk/>
            <pc:sldMasterMk cId="2711428093" sldId="2147483908"/>
            <pc:sldLayoutMk cId="3207332113" sldId="2147483913"/>
          </pc:sldLayoutMkLst>
        </pc:sldLayoutChg>
        <pc:sldLayoutChg chg="del">
          <pc:chgData name="Feist, Ella" userId="992bbaf2-811d-42cb-a4d6-e7fc45e325e8" providerId="ADAL" clId="{7367B10D-5B3E-475D-A04A-1DEE3FE220AF}" dt="2025-05-29T12:51:34.750" v="1"/>
          <pc:sldLayoutMkLst>
            <pc:docMk/>
            <pc:sldMasterMk cId="2711428093" sldId="2147483908"/>
            <pc:sldLayoutMk cId="1460219817" sldId="2147483914"/>
          </pc:sldLayoutMkLst>
        </pc:sldLayoutChg>
        <pc:sldLayoutChg chg="del">
          <pc:chgData name="Feist, Ella" userId="992bbaf2-811d-42cb-a4d6-e7fc45e325e8" providerId="ADAL" clId="{7367B10D-5B3E-475D-A04A-1DEE3FE220AF}" dt="2025-05-29T12:51:34.750" v="1"/>
          <pc:sldLayoutMkLst>
            <pc:docMk/>
            <pc:sldMasterMk cId="2711428093" sldId="2147483908"/>
            <pc:sldLayoutMk cId="994855307" sldId="2147483915"/>
          </pc:sldLayoutMkLst>
        </pc:sldLayoutChg>
        <pc:sldLayoutChg chg="del">
          <pc:chgData name="Feist, Ella" userId="992bbaf2-811d-42cb-a4d6-e7fc45e325e8" providerId="ADAL" clId="{7367B10D-5B3E-475D-A04A-1DEE3FE220AF}" dt="2025-05-29T12:51:34.750" v="1"/>
          <pc:sldLayoutMkLst>
            <pc:docMk/>
            <pc:sldMasterMk cId="2711428093" sldId="2147483908"/>
            <pc:sldLayoutMk cId="1060909352" sldId="2147483916"/>
          </pc:sldLayoutMkLst>
        </pc:sldLayoutChg>
        <pc:sldLayoutChg chg="del">
          <pc:chgData name="Feist, Ella" userId="992bbaf2-811d-42cb-a4d6-e7fc45e325e8" providerId="ADAL" clId="{7367B10D-5B3E-475D-A04A-1DEE3FE220AF}" dt="2025-05-29T12:51:34.750" v="1"/>
          <pc:sldLayoutMkLst>
            <pc:docMk/>
            <pc:sldMasterMk cId="2711428093" sldId="2147483908"/>
            <pc:sldLayoutMk cId="2650676527" sldId="2147483917"/>
          </pc:sldLayoutMkLst>
        </pc:sldLayoutChg>
        <pc:sldLayoutChg chg="del">
          <pc:chgData name="Feist, Ella" userId="992bbaf2-811d-42cb-a4d6-e7fc45e325e8" providerId="ADAL" clId="{7367B10D-5B3E-475D-A04A-1DEE3FE220AF}" dt="2025-05-29T12:51:34.750" v="1"/>
          <pc:sldLayoutMkLst>
            <pc:docMk/>
            <pc:sldMasterMk cId="2711428093" sldId="2147483908"/>
            <pc:sldLayoutMk cId="787982011" sldId="2147483918"/>
          </pc:sldLayoutMkLst>
        </pc:sldLayoutChg>
      </pc:sldMasterChg>
      <pc:sldMasterChg chg="del delSldLayout">
        <pc:chgData name="Feist, Ella" userId="992bbaf2-811d-42cb-a4d6-e7fc45e325e8" providerId="ADAL" clId="{7367B10D-5B3E-475D-A04A-1DEE3FE220AF}" dt="2025-05-29T12:51:34.750" v="1"/>
        <pc:sldMasterMkLst>
          <pc:docMk/>
          <pc:sldMasterMk cId="3031503955" sldId="2147483919"/>
        </pc:sldMasterMkLst>
        <pc:sldLayoutChg chg="del">
          <pc:chgData name="Feist, Ella" userId="992bbaf2-811d-42cb-a4d6-e7fc45e325e8" providerId="ADAL" clId="{7367B10D-5B3E-475D-A04A-1DEE3FE220AF}" dt="2025-05-29T12:51:34.750" v="1"/>
          <pc:sldLayoutMkLst>
            <pc:docMk/>
            <pc:sldMasterMk cId="3031503955" sldId="2147483919"/>
            <pc:sldLayoutMk cId="2893047665" sldId="2147483920"/>
          </pc:sldLayoutMkLst>
        </pc:sldLayoutChg>
        <pc:sldLayoutChg chg="del">
          <pc:chgData name="Feist, Ella" userId="992bbaf2-811d-42cb-a4d6-e7fc45e325e8" providerId="ADAL" clId="{7367B10D-5B3E-475D-A04A-1DEE3FE220AF}" dt="2025-05-29T12:51:34.750" v="1"/>
          <pc:sldLayoutMkLst>
            <pc:docMk/>
            <pc:sldMasterMk cId="3031503955" sldId="2147483919"/>
            <pc:sldLayoutMk cId="2311018602" sldId="2147483921"/>
          </pc:sldLayoutMkLst>
        </pc:sldLayoutChg>
        <pc:sldLayoutChg chg="del">
          <pc:chgData name="Feist, Ella" userId="992bbaf2-811d-42cb-a4d6-e7fc45e325e8" providerId="ADAL" clId="{7367B10D-5B3E-475D-A04A-1DEE3FE220AF}" dt="2025-05-29T12:51:34.750" v="1"/>
          <pc:sldLayoutMkLst>
            <pc:docMk/>
            <pc:sldMasterMk cId="3031503955" sldId="2147483919"/>
            <pc:sldLayoutMk cId="409655489" sldId="2147483922"/>
          </pc:sldLayoutMkLst>
        </pc:sldLayoutChg>
        <pc:sldLayoutChg chg="del">
          <pc:chgData name="Feist, Ella" userId="992bbaf2-811d-42cb-a4d6-e7fc45e325e8" providerId="ADAL" clId="{7367B10D-5B3E-475D-A04A-1DEE3FE220AF}" dt="2025-05-29T12:51:34.750" v="1"/>
          <pc:sldLayoutMkLst>
            <pc:docMk/>
            <pc:sldMasterMk cId="3031503955" sldId="2147483919"/>
            <pc:sldLayoutMk cId="1924027665" sldId="2147483923"/>
          </pc:sldLayoutMkLst>
        </pc:sldLayoutChg>
        <pc:sldLayoutChg chg="del">
          <pc:chgData name="Feist, Ella" userId="992bbaf2-811d-42cb-a4d6-e7fc45e325e8" providerId="ADAL" clId="{7367B10D-5B3E-475D-A04A-1DEE3FE220AF}" dt="2025-05-29T12:51:34.750" v="1"/>
          <pc:sldLayoutMkLst>
            <pc:docMk/>
            <pc:sldMasterMk cId="3031503955" sldId="2147483919"/>
            <pc:sldLayoutMk cId="1365561193" sldId="2147483924"/>
          </pc:sldLayoutMkLst>
        </pc:sldLayoutChg>
        <pc:sldLayoutChg chg="del">
          <pc:chgData name="Feist, Ella" userId="992bbaf2-811d-42cb-a4d6-e7fc45e325e8" providerId="ADAL" clId="{7367B10D-5B3E-475D-A04A-1DEE3FE220AF}" dt="2025-05-29T12:51:34.750" v="1"/>
          <pc:sldLayoutMkLst>
            <pc:docMk/>
            <pc:sldMasterMk cId="3031503955" sldId="2147483919"/>
            <pc:sldLayoutMk cId="2092895715" sldId="2147483925"/>
          </pc:sldLayoutMkLst>
        </pc:sldLayoutChg>
        <pc:sldLayoutChg chg="del">
          <pc:chgData name="Feist, Ella" userId="992bbaf2-811d-42cb-a4d6-e7fc45e325e8" providerId="ADAL" clId="{7367B10D-5B3E-475D-A04A-1DEE3FE220AF}" dt="2025-05-29T12:51:34.750" v="1"/>
          <pc:sldLayoutMkLst>
            <pc:docMk/>
            <pc:sldMasterMk cId="3031503955" sldId="2147483919"/>
            <pc:sldLayoutMk cId="3044172282" sldId="2147483926"/>
          </pc:sldLayoutMkLst>
        </pc:sldLayoutChg>
        <pc:sldLayoutChg chg="del">
          <pc:chgData name="Feist, Ella" userId="992bbaf2-811d-42cb-a4d6-e7fc45e325e8" providerId="ADAL" clId="{7367B10D-5B3E-475D-A04A-1DEE3FE220AF}" dt="2025-05-29T12:51:34.750" v="1"/>
          <pc:sldLayoutMkLst>
            <pc:docMk/>
            <pc:sldMasterMk cId="3031503955" sldId="2147483919"/>
            <pc:sldLayoutMk cId="3760372723" sldId="2147483927"/>
          </pc:sldLayoutMkLst>
        </pc:sldLayoutChg>
        <pc:sldLayoutChg chg="del">
          <pc:chgData name="Feist, Ella" userId="992bbaf2-811d-42cb-a4d6-e7fc45e325e8" providerId="ADAL" clId="{7367B10D-5B3E-475D-A04A-1DEE3FE220AF}" dt="2025-05-29T12:51:34.750" v="1"/>
          <pc:sldLayoutMkLst>
            <pc:docMk/>
            <pc:sldMasterMk cId="3031503955" sldId="2147483919"/>
            <pc:sldLayoutMk cId="62625303" sldId="2147483928"/>
          </pc:sldLayoutMkLst>
        </pc:sldLayoutChg>
        <pc:sldLayoutChg chg="del">
          <pc:chgData name="Feist, Ella" userId="992bbaf2-811d-42cb-a4d6-e7fc45e325e8" providerId="ADAL" clId="{7367B10D-5B3E-475D-A04A-1DEE3FE220AF}" dt="2025-05-29T12:51:34.750" v="1"/>
          <pc:sldLayoutMkLst>
            <pc:docMk/>
            <pc:sldMasterMk cId="3031503955" sldId="2147483919"/>
            <pc:sldLayoutMk cId="641472249" sldId="2147483929"/>
          </pc:sldLayoutMkLst>
        </pc:sldLayoutChg>
      </pc:sldMasterChg>
      <pc:sldMasterChg chg="del delSldLayout">
        <pc:chgData name="Feist, Ella" userId="992bbaf2-811d-42cb-a4d6-e7fc45e325e8" providerId="ADAL" clId="{7367B10D-5B3E-475D-A04A-1DEE3FE220AF}" dt="2025-05-29T12:51:34.750" v="1"/>
        <pc:sldMasterMkLst>
          <pc:docMk/>
          <pc:sldMasterMk cId="276447705" sldId="2147483930"/>
        </pc:sldMasterMkLst>
        <pc:sldLayoutChg chg="del">
          <pc:chgData name="Feist, Ella" userId="992bbaf2-811d-42cb-a4d6-e7fc45e325e8" providerId="ADAL" clId="{7367B10D-5B3E-475D-A04A-1DEE3FE220AF}" dt="2025-05-29T12:51:34.750" v="1"/>
          <pc:sldLayoutMkLst>
            <pc:docMk/>
            <pc:sldMasterMk cId="276447705" sldId="2147483930"/>
            <pc:sldLayoutMk cId="694752249" sldId="2147483931"/>
          </pc:sldLayoutMkLst>
        </pc:sldLayoutChg>
        <pc:sldLayoutChg chg="del">
          <pc:chgData name="Feist, Ella" userId="992bbaf2-811d-42cb-a4d6-e7fc45e325e8" providerId="ADAL" clId="{7367B10D-5B3E-475D-A04A-1DEE3FE220AF}" dt="2025-05-29T12:51:34.750" v="1"/>
          <pc:sldLayoutMkLst>
            <pc:docMk/>
            <pc:sldMasterMk cId="276447705" sldId="2147483930"/>
            <pc:sldLayoutMk cId="515327403" sldId="2147483932"/>
          </pc:sldLayoutMkLst>
        </pc:sldLayoutChg>
        <pc:sldLayoutChg chg="del">
          <pc:chgData name="Feist, Ella" userId="992bbaf2-811d-42cb-a4d6-e7fc45e325e8" providerId="ADAL" clId="{7367B10D-5B3E-475D-A04A-1DEE3FE220AF}" dt="2025-05-29T12:51:34.750" v="1"/>
          <pc:sldLayoutMkLst>
            <pc:docMk/>
            <pc:sldMasterMk cId="276447705" sldId="2147483930"/>
            <pc:sldLayoutMk cId="2281279855" sldId="2147483933"/>
          </pc:sldLayoutMkLst>
        </pc:sldLayoutChg>
        <pc:sldLayoutChg chg="del">
          <pc:chgData name="Feist, Ella" userId="992bbaf2-811d-42cb-a4d6-e7fc45e325e8" providerId="ADAL" clId="{7367B10D-5B3E-475D-A04A-1DEE3FE220AF}" dt="2025-05-29T12:51:34.750" v="1"/>
          <pc:sldLayoutMkLst>
            <pc:docMk/>
            <pc:sldMasterMk cId="276447705" sldId="2147483930"/>
            <pc:sldLayoutMk cId="3206381469" sldId="2147483934"/>
          </pc:sldLayoutMkLst>
        </pc:sldLayoutChg>
        <pc:sldLayoutChg chg="del">
          <pc:chgData name="Feist, Ella" userId="992bbaf2-811d-42cb-a4d6-e7fc45e325e8" providerId="ADAL" clId="{7367B10D-5B3E-475D-A04A-1DEE3FE220AF}" dt="2025-05-29T12:51:34.750" v="1"/>
          <pc:sldLayoutMkLst>
            <pc:docMk/>
            <pc:sldMasterMk cId="276447705" sldId="2147483930"/>
            <pc:sldLayoutMk cId="858242704" sldId="2147483935"/>
          </pc:sldLayoutMkLst>
        </pc:sldLayoutChg>
        <pc:sldLayoutChg chg="del">
          <pc:chgData name="Feist, Ella" userId="992bbaf2-811d-42cb-a4d6-e7fc45e325e8" providerId="ADAL" clId="{7367B10D-5B3E-475D-A04A-1DEE3FE220AF}" dt="2025-05-29T12:51:34.750" v="1"/>
          <pc:sldLayoutMkLst>
            <pc:docMk/>
            <pc:sldMasterMk cId="276447705" sldId="2147483930"/>
            <pc:sldLayoutMk cId="566990121" sldId="2147483936"/>
          </pc:sldLayoutMkLst>
        </pc:sldLayoutChg>
        <pc:sldLayoutChg chg="del">
          <pc:chgData name="Feist, Ella" userId="992bbaf2-811d-42cb-a4d6-e7fc45e325e8" providerId="ADAL" clId="{7367B10D-5B3E-475D-A04A-1DEE3FE220AF}" dt="2025-05-29T12:51:34.750" v="1"/>
          <pc:sldLayoutMkLst>
            <pc:docMk/>
            <pc:sldMasterMk cId="276447705" sldId="2147483930"/>
            <pc:sldLayoutMk cId="1521418134" sldId="2147483937"/>
          </pc:sldLayoutMkLst>
        </pc:sldLayoutChg>
        <pc:sldLayoutChg chg="del">
          <pc:chgData name="Feist, Ella" userId="992bbaf2-811d-42cb-a4d6-e7fc45e325e8" providerId="ADAL" clId="{7367B10D-5B3E-475D-A04A-1DEE3FE220AF}" dt="2025-05-29T12:51:34.750" v="1"/>
          <pc:sldLayoutMkLst>
            <pc:docMk/>
            <pc:sldMasterMk cId="276447705" sldId="2147483930"/>
            <pc:sldLayoutMk cId="3554539864" sldId="2147483938"/>
          </pc:sldLayoutMkLst>
        </pc:sldLayoutChg>
        <pc:sldLayoutChg chg="del">
          <pc:chgData name="Feist, Ella" userId="992bbaf2-811d-42cb-a4d6-e7fc45e325e8" providerId="ADAL" clId="{7367B10D-5B3E-475D-A04A-1DEE3FE220AF}" dt="2025-05-29T12:51:34.750" v="1"/>
          <pc:sldLayoutMkLst>
            <pc:docMk/>
            <pc:sldMasterMk cId="276447705" sldId="2147483930"/>
            <pc:sldLayoutMk cId="1535250739" sldId="2147483939"/>
          </pc:sldLayoutMkLst>
        </pc:sldLayoutChg>
        <pc:sldLayoutChg chg="del">
          <pc:chgData name="Feist, Ella" userId="992bbaf2-811d-42cb-a4d6-e7fc45e325e8" providerId="ADAL" clId="{7367B10D-5B3E-475D-A04A-1DEE3FE220AF}" dt="2025-05-29T12:51:34.750" v="1"/>
          <pc:sldLayoutMkLst>
            <pc:docMk/>
            <pc:sldMasterMk cId="276447705" sldId="2147483930"/>
            <pc:sldLayoutMk cId="2421692947" sldId="2147483940"/>
          </pc:sldLayoutMkLst>
        </pc:sldLayoutChg>
      </pc:sldMasterChg>
      <pc:sldMasterChg chg="del delSldLayout">
        <pc:chgData name="Feist, Ella" userId="992bbaf2-811d-42cb-a4d6-e7fc45e325e8" providerId="ADAL" clId="{7367B10D-5B3E-475D-A04A-1DEE3FE220AF}" dt="2025-05-29T12:51:34.750" v="1"/>
        <pc:sldMasterMkLst>
          <pc:docMk/>
          <pc:sldMasterMk cId="537580445" sldId="2147483941"/>
        </pc:sldMasterMkLst>
        <pc:sldLayoutChg chg="del">
          <pc:chgData name="Feist, Ella" userId="992bbaf2-811d-42cb-a4d6-e7fc45e325e8" providerId="ADAL" clId="{7367B10D-5B3E-475D-A04A-1DEE3FE220AF}" dt="2025-05-29T12:51:34.750" v="1"/>
          <pc:sldLayoutMkLst>
            <pc:docMk/>
            <pc:sldMasterMk cId="537580445" sldId="2147483941"/>
            <pc:sldLayoutMk cId="3655050728" sldId="2147483942"/>
          </pc:sldLayoutMkLst>
        </pc:sldLayoutChg>
        <pc:sldLayoutChg chg="del">
          <pc:chgData name="Feist, Ella" userId="992bbaf2-811d-42cb-a4d6-e7fc45e325e8" providerId="ADAL" clId="{7367B10D-5B3E-475D-A04A-1DEE3FE220AF}" dt="2025-05-29T12:51:34.750" v="1"/>
          <pc:sldLayoutMkLst>
            <pc:docMk/>
            <pc:sldMasterMk cId="537580445" sldId="2147483941"/>
            <pc:sldLayoutMk cId="191104469" sldId="2147483948"/>
          </pc:sldLayoutMkLst>
        </pc:sldLayoutChg>
        <pc:sldLayoutChg chg="del">
          <pc:chgData name="Feist, Ella" userId="992bbaf2-811d-42cb-a4d6-e7fc45e325e8" providerId="ADAL" clId="{7367B10D-5B3E-475D-A04A-1DEE3FE220AF}" dt="2025-05-29T12:51:34.750" v="1"/>
          <pc:sldLayoutMkLst>
            <pc:docMk/>
            <pc:sldMasterMk cId="537580445" sldId="2147483941"/>
            <pc:sldLayoutMk cId="3106673082" sldId="2147483949"/>
          </pc:sldLayoutMkLst>
        </pc:sldLayoutChg>
        <pc:sldLayoutChg chg="del">
          <pc:chgData name="Feist, Ella" userId="992bbaf2-811d-42cb-a4d6-e7fc45e325e8" providerId="ADAL" clId="{7367B10D-5B3E-475D-A04A-1DEE3FE220AF}" dt="2025-05-29T12:51:34.750" v="1"/>
          <pc:sldLayoutMkLst>
            <pc:docMk/>
            <pc:sldMasterMk cId="537580445" sldId="2147483941"/>
            <pc:sldLayoutMk cId="2883798060" sldId="2147483950"/>
          </pc:sldLayoutMkLst>
        </pc:sldLayoutChg>
        <pc:sldLayoutChg chg="del">
          <pc:chgData name="Feist, Ella" userId="992bbaf2-811d-42cb-a4d6-e7fc45e325e8" providerId="ADAL" clId="{7367B10D-5B3E-475D-A04A-1DEE3FE220AF}" dt="2025-05-29T12:51:34.750" v="1"/>
          <pc:sldLayoutMkLst>
            <pc:docMk/>
            <pc:sldMasterMk cId="537580445" sldId="2147483941"/>
            <pc:sldLayoutMk cId="4228679101" sldId="2147483951"/>
          </pc:sldLayoutMkLst>
        </pc:sldLayoutChg>
      </pc:sldMasterChg>
      <pc:sldMasterChg chg="del delSldLayout">
        <pc:chgData name="Feist, Ella" userId="992bbaf2-811d-42cb-a4d6-e7fc45e325e8" providerId="ADAL" clId="{7367B10D-5B3E-475D-A04A-1DEE3FE220AF}" dt="2025-05-29T12:51:34.750" v="1"/>
        <pc:sldMasterMkLst>
          <pc:docMk/>
          <pc:sldMasterMk cId="1502784078" sldId="2147483943"/>
        </pc:sldMasterMkLst>
        <pc:sldLayoutChg chg="del">
          <pc:chgData name="Feist, Ella" userId="992bbaf2-811d-42cb-a4d6-e7fc45e325e8" providerId="ADAL" clId="{7367B10D-5B3E-475D-A04A-1DEE3FE220AF}" dt="2025-05-29T12:51:34.750" v="1"/>
          <pc:sldLayoutMkLst>
            <pc:docMk/>
            <pc:sldMasterMk cId="1502784078" sldId="2147483943"/>
            <pc:sldLayoutMk cId="3733918436" sldId="2147483944"/>
          </pc:sldLayoutMkLst>
        </pc:sldLayoutChg>
        <pc:sldLayoutChg chg="del">
          <pc:chgData name="Feist, Ella" userId="992bbaf2-811d-42cb-a4d6-e7fc45e325e8" providerId="ADAL" clId="{7367B10D-5B3E-475D-A04A-1DEE3FE220AF}" dt="2025-05-29T12:51:34.750" v="1"/>
          <pc:sldLayoutMkLst>
            <pc:docMk/>
            <pc:sldMasterMk cId="1502784078" sldId="2147483943"/>
            <pc:sldLayoutMk cId="714599208" sldId="2147483952"/>
          </pc:sldLayoutMkLst>
        </pc:sldLayoutChg>
        <pc:sldLayoutChg chg="del">
          <pc:chgData name="Feist, Ella" userId="992bbaf2-811d-42cb-a4d6-e7fc45e325e8" providerId="ADAL" clId="{7367B10D-5B3E-475D-A04A-1DEE3FE220AF}" dt="2025-05-29T12:51:34.750" v="1"/>
          <pc:sldLayoutMkLst>
            <pc:docMk/>
            <pc:sldMasterMk cId="1502784078" sldId="2147483943"/>
            <pc:sldLayoutMk cId="785506021" sldId="2147483953"/>
          </pc:sldLayoutMkLst>
        </pc:sldLayoutChg>
        <pc:sldLayoutChg chg="del">
          <pc:chgData name="Feist, Ella" userId="992bbaf2-811d-42cb-a4d6-e7fc45e325e8" providerId="ADAL" clId="{7367B10D-5B3E-475D-A04A-1DEE3FE220AF}" dt="2025-05-29T12:51:34.750" v="1"/>
          <pc:sldLayoutMkLst>
            <pc:docMk/>
            <pc:sldMasterMk cId="1502784078" sldId="2147483943"/>
            <pc:sldLayoutMk cId="1326846653" sldId="2147483954"/>
          </pc:sldLayoutMkLst>
        </pc:sldLayoutChg>
        <pc:sldLayoutChg chg="del">
          <pc:chgData name="Feist, Ella" userId="992bbaf2-811d-42cb-a4d6-e7fc45e325e8" providerId="ADAL" clId="{7367B10D-5B3E-475D-A04A-1DEE3FE220AF}" dt="2025-05-29T12:51:34.750" v="1"/>
          <pc:sldLayoutMkLst>
            <pc:docMk/>
            <pc:sldMasterMk cId="1502784078" sldId="2147483943"/>
            <pc:sldLayoutMk cId="1638070405" sldId="214748395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30/05/2025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dirty="0"/>
          </a:p>
        </p:txBody>
      </p:sp>
      <p:sp>
        <p:nvSpPr>
          <p:cNvPr id="6" name="Slide Image Placeholder 5">
            <a:extLst>
              <a:ext uri="{FF2B5EF4-FFF2-40B4-BE49-F238E27FC236}">
                <a16:creationId xmlns:a16="http://schemas.microsoft.com/office/drawing/2014/main" id="{3DDB46D8-F250-4382-BB9F-ED8824C6D536}"/>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1DD67D11-198C-4FB2-8FBB-0C1DD9E26E0C}"/>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9299978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4133850"/>
          </a:xfrm>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r>
              <a:rPr lang="en-GB" sz="1200" spc="-20" noProof="0" dirty="0">
                <a:latin typeface="+mn-lt"/>
                <a:cs typeface="Segoe UI"/>
              </a:rPr>
              <a:t>All programming languages </a:t>
            </a:r>
            <a:r>
              <a:rPr lang="en-GB" sz="1200" spc="-15" noProof="0" dirty="0">
                <a:latin typeface="+mn-lt"/>
                <a:cs typeface="Segoe UI"/>
              </a:rPr>
              <a:t>need </a:t>
            </a:r>
            <a:r>
              <a:rPr lang="en-GB" sz="1200" spc="-25" noProof="0" dirty="0">
                <a:latin typeface="+mn-lt"/>
                <a:cs typeface="Segoe UI"/>
              </a:rPr>
              <a:t>variables </a:t>
            </a:r>
            <a:r>
              <a:rPr lang="en-GB" sz="1200" spc="-10" noProof="0" dirty="0">
                <a:latin typeface="+mn-lt"/>
                <a:cs typeface="Segoe UI"/>
              </a:rPr>
              <a:t>(a </a:t>
            </a:r>
            <a:r>
              <a:rPr lang="en-GB" sz="1200" spc="-25" noProof="0" dirty="0">
                <a:latin typeface="+mn-lt"/>
                <a:cs typeface="Segoe UI"/>
              </a:rPr>
              <a:t>place </a:t>
            </a:r>
            <a:r>
              <a:rPr lang="en-GB" sz="1200" spc="-15" noProof="0" dirty="0">
                <a:latin typeface="+mn-lt"/>
                <a:cs typeface="Segoe UI"/>
              </a:rPr>
              <a:t>to store </a:t>
            </a:r>
            <a:r>
              <a:rPr lang="en-GB" sz="1200" spc="-20" noProof="0" dirty="0">
                <a:latin typeface="+mn-lt"/>
                <a:cs typeface="Segoe UI"/>
              </a:rPr>
              <a:t>things) </a:t>
            </a:r>
            <a:r>
              <a:rPr lang="en-GB" sz="1200" spc="-15" noProof="0" dirty="0">
                <a:latin typeface="+mn-lt"/>
                <a:cs typeface="Segoe UI"/>
              </a:rPr>
              <a:t>and the </a:t>
            </a:r>
            <a:r>
              <a:rPr lang="en-GB" sz="1200" spc="-20" noProof="0" dirty="0">
                <a:latin typeface="+mn-lt"/>
                <a:cs typeface="Segoe UI"/>
              </a:rPr>
              <a:t>shell </a:t>
            </a:r>
            <a:r>
              <a:rPr lang="en-GB" sz="1200" spc="-15" noProof="0" dirty="0">
                <a:latin typeface="+mn-lt"/>
                <a:cs typeface="Segoe UI"/>
              </a:rPr>
              <a:t>is </a:t>
            </a:r>
            <a:r>
              <a:rPr lang="en-GB" sz="1200" spc="-10" noProof="0" dirty="0">
                <a:latin typeface="+mn-lt"/>
                <a:cs typeface="Segoe UI"/>
              </a:rPr>
              <a:t>no </a:t>
            </a:r>
            <a:r>
              <a:rPr lang="en-GB" sz="1200" spc="-25" noProof="0" dirty="0">
                <a:latin typeface="+mn-lt"/>
                <a:cs typeface="Segoe UI"/>
              </a:rPr>
              <a:t>exception.</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GB" sz="1200" spc="5" noProof="0" dirty="0">
                <a:latin typeface="+mn-lt"/>
                <a:cs typeface="Segoe UI"/>
              </a:rPr>
              <a:t>A </a:t>
            </a:r>
            <a:r>
              <a:rPr lang="en-GB" sz="1200" spc="-20" noProof="0" dirty="0">
                <a:latin typeface="+mn-lt"/>
                <a:cs typeface="Segoe UI"/>
              </a:rPr>
              <a:t>number</a:t>
            </a:r>
            <a:r>
              <a:rPr lang="en-GB" sz="1200" spc="-100" noProof="0" dirty="0">
                <a:latin typeface="+mn-lt"/>
                <a:cs typeface="Segoe UI"/>
              </a:rPr>
              <a:t> </a:t>
            </a:r>
            <a:r>
              <a:rPr lang="en-GB" sz="1200" spc="-10" noProof="0" dirty="0">
                <a:latin typeface="+mn-lt"/>
                <a:cs typeface="Segoe UI"/>
              </a:rPr>
              <a:t>of</a:t>
            </a:r>
            <a:r>
              <a:rPr lang="en-GB" sz="1200" spc="-30" noProof="0" dirty="0">
                <a:latin typeface="+mn-lt"/>
                <a:cs typeface="Segoe UI"/>
              </a:rPr>
              <a:t> </a:t>
            </a:r>
            <a:r>
              <a:rPr lang="en-GB" sz="1200" spc="-20" noProof="0" dirty="0">
                <a:latin typeface="+mn-lt"/>
                <a:cs typeface="Segoe UI"/>
              </a:rPr>
              <a:t>variables</a:t>
            </a:r>
            <a:r>
              <a:rPr lang="en-GB" sz="1200" spc="-3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15" noProof="0" dirty="0">
                <a:latin typeface="+mn-lt"/>
                <a:cs typeface="Segoe UI"/>
              </a:rPr>
              <a:t>set</a:t>
            </a:r>
            <a:r>
              <a:rPr lang="en-GB" sz="1200" spc="-40" noProof="0" dirty="0">
                <a:latin typeface="+mn-lt"/>
                <a:cs typeface="Segoe UI"/>
              </a:rPr>
              <a:t> </a:t>
            </a:r>
            <a:r>
              <a:rPr lang="en-GB" sz="1200" spc="-25" noProof="0" dirty="0">
                <a:latin typeface="+mn-lt"/>
                <a:cs typeface="Segoe UI"/>
              </a:rPr>
              <a:t>automatically</a:t>
            </a:r>
            <a:r>
              <a:rPr lang="en-GB" sz="1200" spc="5" noProof="0" dirty="0">
                <a:latin typeface="+mn-lt"/>
                <a:cs typeface="Segoe UI"/>
              </a:rPr>
              <a:t> </a:t>
            </a:r>
            <a:r>
              <a:rPr lang="en-GB" sz="1200" spc="-5" noProof="0" dirty="0">
                <a:latin typeface="+mn-lt"/>
                <a:cs typeface="Segoe UI"/>
              </a:rPr>
              <a:t>by</a:t>
            </a:r>
            <a:r>
              <a:rPr lang="en-GB" sz="1200" spc="-65" noProof="0" dirty="0">
                <a:latin typeface="+mn-lt"/>
                <a:cs typeface="Segoe UI"/>
              </a:rPr>
              <a:t> </a:t>
            </a:r>
            <a:r>
              <a:rPr lang="en-GB" sz="1200" spc="-20" noProof="0" dirty="0">
                <a:latin typeface="+mn-lt"/>
                <a:cs typeface="Segoe UI"/>
              </a:rPr>
              <a:t>the</a:t>
            </a:r>
            <a:r>
              <a:rPr lang="en-GB" sz="1200" spc="-25" noProof="0" dirty="0">
                <a:latin typeface="+mn-lt"/>
                <a:cs typeface="Segoe UI"/>
              </a:rPr>
              <a:t> system. M</a:t>
            </a:r>
            <a:r>
              <a:rPr lang="en-GB" sz="1200" spc="-15" noProof="0" dirty="0">
                <a:latin typeface="+mn-lt"/>
                <a:cs typeface="Segoe UI"/>
              </a:rPr>
              <a:t>ore</a:t>
            </a:r>
            <a:r>
              <a:rPr lang="en-GB" sz="1200" spc="-55" noProof="0" dirty="0">
                <a:latin typeface="+mn-lt"/>
                <a:cs typeface="Segoe UI"/>
              </a:rPr>
              <a:t> </a:t>
            </a:r>
            <a:r>
              <a:rPr lang="en-GB" sz="1200" spc="-20" noProof="0" dirty="0">
                <a:latin typeface="+mn-lt"/>
                <a:cs typeface="Segoe UI"/>
              </a:rPr>
              <a:t>can</a:t>
            </a:r>
            <a:r>
              <a:rPr lang="en-GB" sz="1200" spc="-5" noProof="0" dirty="0">
                <a:latin typeface="+mn-lt"/>
                <a:cs typeface="Segoe UI"/>
              </a:rPr>
              <a:t> be</a:t>
            </a:r>
            <a:r>
              <a:rPr lang="en-GB" sz="1200" spc="-55" noProof="0" dirty="0">
                <a:latin typeface="+mn-lt"/>
                <a:cs typeface="Segoe UI"/>
              </a:rPr>
              <a:t> </a:t>
            </a:r>
            <a:r>
              <a:rPr lang="en-GB" sz="1200" spc="-20" noProof="0" dirty="0">
                <a:latin typeface="+mn-lt"/>
                <a:cs typeface="Segoe UI"/>
              </a:rPr>
              <a:t>created</a:t>
            </a:r>
            <a:r>
              <a:rPr lang="en-GB" sz="1200" spc="-25" noProof="0" dirty="0">
                <a:latin typeface="+mn-lt"/>
                <a:cs typeface="Segoe UI"/>
              </a:rPr>
              <a:t> </a:t>
            </a:r>
            <a:r>
              <a:rPr lang="en-GB" sz="1200" spc="-5" noProof="0" dirty="0">
                <a:latin typeface="+mn-lt"/>
                <a:cs typeface="Segoe UI"/>
              </a:rPr>
              <a:t>by</a:t>
            </a:r>
            <a:r>
              <a:rPr lang="en-GB" sz="1200" spc="-35" noProof="0" dirty="0">
                <a:latin typeface="+mn-lt"/>
                <a:cs typeface="Segoe UI"/>
              </a:rPr>
              <a:t> </a:t>
            </a:r>
            <a:r>
              <a:rPr lang="en-GB" sz="1200" spc="-20" noProof="0" dirty="0">
                <a:latin typeface="+mn-lt"/>
                <a:cs typeface="Segoe UI"/>
              </a:rPr>
              <a:t>the</a:t>
            </a:r>
            <a:r>
              <a:rPr lang="en-GB" sz="1200" spc="-55" noProof="0" dirty="0">
                <a:latin typeface="+mn-lt"/>
                <a:cs typeface="Segoe UI"/>
              </a:rPr>
              <a:t> </a:t>
            </a:r>
            <a:r>
              <a:rPr lang="en-GB" sz="1200" spc="-15" noProof="0" dirty="0">
                <a:latin typeface="+mn-lt"/>
                <a:cs typeface="Segoe UI"/>
              </a:rPr>
              <a:t>user</a:t>
            </a:r>
            <a:r>
              <a:rPr lang="en-GB" sz="1200" spc="-45"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25" noProof="0" dirty="0">
                <a:latin typeface="+mn-lt"/>
                <a:cs typeface="Segoe UI"/>
              </a:rPr>
              <a:t>applications.</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5" noProof="0" dirty="0">
                <a:latin typeface="+mn-lt"/>
                <a:cs typeface="Segoe UI"/>
              </a:rPr>
              <a:t>Assigning a value to a variable is done with the “=” sign.  The shell will become very confused if spaces appear around the = sign, as in: 		</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5" noProof="0" dirty="0">
                <a:latin typeface="+mn-lt"/>
                <a:cs typeface="Segoe UI"/>
              </a:rPr>
              <a:t>	$ var= value</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5" noProof="0" dirty="0">
                <a:latin typeface="+mn-lt"/>
                <a:cs typeface="Segoe UI"/>
              </a:rPr>
              <a:t>Here the shell defines a variable called “var” but gives it no value at all.  With:	 </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5" noProof="0" dirty="0">
                <a:latin typeface="+mn-lt"/>
                <a:cs typeface="Segoe UI"/>
              </a:rPr>
              <a:t>	$ var =value</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5" noProof="0" dirty="0">
                <a:latin typeface="+mn-lt"/>
                <a:cs typeface="Segoe UI"/>
              </a:rPr>
              <a:t>the shell looks for a command called “var” and passes to it a single parameter “=value”.  A similar thing happens with the attempted assignment: 		 $ var = value</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5" noProof="0" dirty="0">
                <a:latin typeface="+mn-lt"/>
                <a:cs typeface="Segoe UI"/>
              </a:rPr>
              <a:t>except that two parameters are passed to the “command” var, which are “=”, argument 1 and “value”, argument 2.</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5" noProof="0" dirty="0">
                <a:latin typeface="+mn-lt"/>
                <a:cs typeface="Segoe UI"/>
              </a:rPr>
              <a:t>If required, more than one assignment may be done on one line by separating the assignments by whitespace:</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5" noProof="0" dirty="0">
                <a:latin typeface="+mn-lt"/>
                <a:cs typeface="Segoe UI"/>
              </a:rPr>
              <a:t>$ var1=value var2=value</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5" noProof="0" dirty="0">
                <a:latin typeface="+mn-lt"/>
                <a:cs typeface="Segoe UI"/>
              </a:rPr>
              <a:t>Of course we could also separate them using a semi-colon instead.</a:t>
            </a:r>
            <a:endParaRPr lang="en-GB" sz="1200" spc="-25" noProof="0" dirty="0">
              <a:latin typeface="+mn-lt"/>
              <a:cs typeface="Segoe UI"/>
            </a:endParaRPr>
          </a:p>
          <a:p>
            <a:pPr marL="12700" marR="59055" lvl="0" indent="0" algn="l" defTabSz="914377" rtl="0" eaLnBrk="1" fontAlgn="auto" latinLnBrk="0" hangingPunct="1">
              <a:lnSpc>
                <a:spcPct val="100000"/>
              </a:lnSpc>
              <a:spcBef>
                <a:spcPts val="105"/>
              </a:spcBef>
              <a:spcAft>
                <a:spcPts val="0"/>
              </a:spcAft>
              <a:buClrTx/>
              <a:buSzTx/>
              <a:buFontTx/>
              <a:buNone/>
              <a:tabLst/>
              <a:defRPr/>
            </a:pPr>
            <a:endParaRPr lang="en-GB" sz="1200" spc="-20" noProof="0" dirty="0">
              <a:latin typeface="+mn-lt"/>
              <a:cs typeface="Segoe UI"/>
            </a:endParaRPr>
          </a:p>
          <a:p>
            <a:pPr marL="12700" marR="59055" lvl="0" indent="0" algn="l" defTabSz="914377" rtl="0" eaLnBrk="1" fontAlgn="auto" latinLnBrk="0" hangingPunct="1">
              <a:lnSpc>
                <a:spcPct val="100000"/>
              </a:lnSpc>
              <a:spcBef>
                <a:spcPts val="105"/>
              </a:spcBef>
              <a:spcAft>
                <a:spcPts val="0"/>
              </a:spcAft>
              <a:buClrTx/>
              <a:buSzTx/>
              <a:buFontTx/>
              <a:buNone/>
              <a:tabLst/>
              <a:defRPr/>
            </a:pPr>
            <a:endParaRPr lang="en-GB" sz="1200" spc="-20" noProof="0" dirty="0">
              <a:latin typeface="Montserrat" panose="00000500000000000000" pitchFamily="2" charset="0"/>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615833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r>
              <a:rPr lang="en-GB" sz="1200" spc="-260" noProof="0" dirty="0">
                <a:latin typeface="+mn-lt"/>
                <a:cs typeface="Segoe UI"/>
              </a:rPr>
              <a:t> </a:t>
            </a:r>
            <a:r>
              <a:rPr lang="en-GB" sz="1200" spc="-20" noProof="0" dirty="0">
                <a:latin typeface="+mn-lt"/>
                <a:cs typeface="Segoe UI"/>
              </a:rPr>
              <a:t>Bash can </a:t>
            </a:r>
            <a:r>
              <a:rPr lang="en-GB" sz="1200" spc="-25" noProof="0" dirty="0">
                <a:latin typeface="+mn-lt"/>
                <a:cs typeface="Segoe UI"/>
              </a:rPr>
              <a:t>recall variable </a:t>
            </a:r>
            <a:r>
              <a:rPr lang="en-GB" sz="1200" spc="-20" noProof="0" dirty="0">
                <a:latin typeface="+mn-lt"/>
                <a:cs typeface="Segoe UI"/>
              </a:rPr>
              <a:t>value when </a:t>
            </a:r>
            <a:r>
              <a:rPr lang="en-GB" sz="1200" spc="-15" noProof="0" dirty="0">
                <a:latin typeface="+mn-lt"/>
                <a:cs typeface="Segoe UI"/>
              </a:rPr>
              <a:t>it </a:t>
            </a:r>
            <a:r>
              <a:rPr lang="en-GB" sz="1200" spc="-20" noProof="0" dirty="0">
                <a:latin typeface="+mn-lt"/>
                <a:cs typeface="Segoe UI"/>
              </a:rPr>
              <a:t>comes across </a:t>
            </a:r>
            <a:r>
              <a:rPr lang="en-GB" sz="1200" spc="-15" noProof="0" dirty="0">
                <a:latin typeface="+mn-lt"/>
                <a:cs typeface="Segoe UI"/>
              </a:rPr>
              <a:t>the </a:t>
            </a:r>
            <a:r>
              <a:rPr lang="en-GB" sz="1200" spc="-20" noProof="0" dirty="0">
                <a:latin typeface="+mn-lt"/>
                <a:cs typeface="Segoe UI"/>
              </a:rPr>
              <a:t>$var </a:t>
            </a:r>
            <a:r>
              <a:rPr lang="en-GB" sz="1200" spc="-10" noProof="0" dirty="0">
                <a:latin typeface="+mn-lt"/>
                <a:cs typeface="Segoe UI"/>
              </a:rPr>
              <a:t>or </a:t>
            </a:r>
            <a:r>
              <a:rPr lang="en-GB" sz="1200" spc="-20" noProof="0" dirty="0">
                <a:latin typeface="+mn-lt"/>
                <a:cs typeface="Segoe UI"/>
              </a:rPr>
              <a:t>${var} </a:t>
            </a:r>
            <a:r>
              <a:rPr lang="en-GB" sz="1200" spc="-25" noProof="0" dirty="0">
                <a:latin typeface="+mn-lt"/>
                <a:cs typeface="Segoe UI"/>
              </a:rPr>
              <a:t>metacharacters </a:t>
            </a:r>
            <a:r>
              <a:rPr lang="en-GB" sz="1200" spc="-15" noProof="0" dirty="0">
                <a:latin typeface="+mn-lt"/>
                <a:cs typeface="Segoe UI"/>
              </a:rPr>
              <a:t>during the </a:t>
            </a:r>
            <a:r>
              <a:rPr lang="en-GB" sz="1200" spc="-20" noProof="0" dirty="0">
                <a:latin typeface="+mn-lt"/>
                <a:cs typeface="Segoe UI"/>
              </a:rPr>
              <a:t>scan </a:t>
            </a:r>
            <a:r>
              <a:rPr lang="en-GB" sz="1200" spc="-15" noProof="0" dirty="0">
                <a:latin typeface="+mn-lt"/>
                <a:cs typeface="Segoe UI"/>
              </a:rPr>
              <a:t> (most</a:t>
            </a:r>
            <a:r>
              <a:rPr lang="en-GB" sz="1200" spc="-90" noProof="0" dirty="0">
                <a:latin typeface="+mn-lt"/>
                <a:cs typeface="Segoe UI"/>
              </a:rPr>
              <a:t> </a:t>
            </a:r>
            <a:r>
              <a:rPr lang="en-GB" sz="1200" spc="-20" noProof="0" dirty="0">
                <a:latin typeface="+mn-lt"/>
                <a:cs typeface="Segoe UI"/>
              </a:rPr>
              <a:t>shells</a:t>
            </a:r>
            <a:r>
              <a:rPr lang="en-GB" sz="1200" spc="-55" noProof="0" dirty="0">
                <a:latin typeface="+mn-lt"/>
                <a:cs typeface="Segoe UI"/>
              </a:rPr>
              <a:t> </a:t>
            </a:r>
            <a:r>
              <a:rPr lang="en-GB" sz="1200" spc="-20" noProof="0" dirty="0">
                <a:latin typeface="+mn-lt"/>
                <a:cs typeface="Segoe UI"/>
              </a:rPr>
              <a:t>recognise</a:t>
            </a:r>
            <a:r>
              <a:rPr lang="en-GB" sz="1200" spc="-6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${var}</a:t>
            </a:r>
            <a:r>
              <a:rPr lang="en-GB" sz="1200" spc="-75" noProof="0" dirty="0">
                <a:latin typeface="+mn-lt"/>
                <a:cs typeface="Segoe UI"/>
              </a:rPr>
              <a:t> </a:t>
            </a:r>
            <a:r>
              <a:rPr lang="en-GB" sz="1200" spc="-25" noProof="0" dirty="0">
                <a:latin typeface="+mn-lt"/>
                <a:cs typeface="Segoe UI"/>
              </a:rPr>
              <a:t>syntax).</a:t>
            </a:r>
            <a:r>
              <a:rPr lang="en-GB" sz="1200" spc="-20" noProof="0" dirty="0">
                <a:latin typeface="+mn-lt"/>
                <a:cs typeface="Segoe UI"/>
              </a:rPr>
              <a:t> </a:t>
            </a:r>
          </a:p>
          <a:p>
            <a:pPr marL="12700" marR="59055" lvl="0" indent="0" algn="l" defTabSz="914377" rtl="0" eaLnBrk="1" fontAlgn="auto" latinLnBrk="0" hangingPunct="1">
              <a:lnSpc>
                <a:spcPct val="100000"/>
              </a:lnSpc>
              <a:spcBef>
                <a:spcPts val="105"/>
              </a:spcBef>
              <a:spcAft>
                <a:spcPts val="0"/>
              </a:spcAft>
              <a:buClrTx/>
              <a:buSzTx/>
              <a:buFontTx/>
              <a:buNone/>
              <a:tabLst/>
              <a:defRPr/>
            </a:pPr>
            <a:endParaRPr lang="en-GB" sz="1200" spc="-20" noProof="0" dirty="0">
              <a:latin typeface="Montserrat" panose="00000500000000000000" pitchFamily="2" charset="0"/>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1982959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The eval built-in command causes the shell to “take a second look” at the line it is about to execute.</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In the above example the variable “</a:t>
            </a:r>
            <a:r>
              <a:rPr lang="en-US" sz="1200" spc="-20" noProof="0" dirty="0" err="1">
                <a:latin typeface="+mn-lt"/>
                <a:cs typeface="Segoe UI"/>
              </a:rPr>
              <a:t>var_one</a:t>
            </a:r>
            <a:r>
              <a:rPr lang="en-US" sz="1200" spc="-20" noProof="0" dirty="0">
                <a:latin typeface="+mn-lt"/>
                <a:cs typeface="Segoe UI"/>
              </a:rPr>
              <a:t>” has the name of a second variable “</a:t>
            </a:r>
            <a:r>
              <a:rPr lang="en-US" sz="1200" spc="-20" noProof="0" dirty="0" err="1">
                <a:latin typeface="+mn-lt"/>
                <a:cs typeface="Segoe UI"/>
              </a:rPr>
              <a:t>var_two</a:t>
            </a:r>
            <a:r>
              <a:rPr lang="en-US" sz="1200" spc="-20" noProof="0" dirty="0">
                <a:latin typeface="+mn-lt"/>
                <a:cs typeface="Segoe UI"/>
              </a:rPr>
              <a:t>” stored within it. The second variable has its own string value “Hello”.</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Our first attempt to access the value in </a:t>
            </a:r>
            <a:r>
              <a:rPr lang="en-US" sz="1200" spc="-20" noProof="0" dirty="0" err="1">
                <a:latin typeface="+mn-lt"/>
                <a:cs typeface="Segoe UI"/>
              </a:rPr>
              <a:t>var_two</a:t>
            </a:r>
            <a:r>
              <a:rPr lang="en-US" sz="1200" spc="-20" noProof="0" dirty="0">
                <a:latin typeface="+mn-lt"/>
                <a:cs typeface="Segoe UI"/>
              </a:rPr>
              <a:t> via </a:t>
            </a:r>
            <a:r>
              <a:rPr lang="en-US" sz="1200" spc="-20" noProof="0" dirty="0" err="1">
                <a:latin typeface="+mn-lt"/>
                <a:cs typeface="Segoe UI"/>
              </a:rPr>
              <a:t>var_one</a:t>
            </a:r>
            <a:r>
              <a:rPr lang="en-US" sz="1200" spc="-20" noProof="0" dirty="0">
                <a:latin typeface="+mn-lt"/>
                <a:cs typeface="Segoe UI"/>
              </a:rPr>
              <a:t> does not meet with much success.</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Although the use of two “$” signs looks reasonable the shell substitutes the value of a special variable “$$” which is the process id of the current (here the login) shell.</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Therefore, it would seem reasonable to place quotes around the first “$”, however this causes the shell to ignore it completely. $</a:t>
            </a:r>
            <a:r>
              <a:rPr lang="en-US" sz="1200" spc="-20" noProof="0" dirty="0" err="1">
                <a:latin typeface="+mn-lt"/>
                <a:cs typeface="Segoe UI"/>
              </a:rPr>
              <a:t>var_one</a:t>
            </a:r>
            <a:r>
              <a:rPr lang="en-US" sz="1200" spc="-20" noProof="0" dirty="0">
                <a:latin typeface="+mn-lt"/>
                <a:cs typeface="Segoe UI"/>
              </a:rPr>
              <a:t> causes the value of the variable </a:t>
            </a:r>
            <a:r>
              <a:rPr lang="en-US" sz="1200" spc="-20" noProof="0" dirty="0" err="1">
                <a:latin typeface="+mn-lt"/>
                <a:cs typeface="Segoe UI"/>
              </a:rPr>
              <a:t>var_one</a:t>
            </a:r>
            <a:r>
              <a:rPr lang="en-US" sz="1200" spc="-20" noProof="0" dirty="0">
                <a:latin typeface="+mn-lt"/>
                <a:cs typeface="Segoe UI"/>
              </a:rPr>
              <a:t> to be substituted and the output is “$</a:t>
            </a:r>
            <a:r>
              <a:rPr lang="en-US" sz="1200" spc="-20" noProof="0" dirty="0" err="1">
                <a:latin typeface="+mn-lt"/>
                <a:cs typeface="Segoe UI"/>
              </a:rPr>
              <a:t>var_two</a:t>
            </a:r>
            <a:r>
              <a:rPr lang="en-US" sz="1200" spc="-20" noProof="0" dirty="0">
                <a:latin typeface="+mn-lt"/>
                <a:cs typeface="Segoe UI"/>
              </a:rPr>
              <a:t>”.  The shell has ignored the first “$” just as we told it.</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If it were not for the eval command, we would be able to get no further than this.</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Using it instructs the shell to take a second look at what it is left with.</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It looks again at “$</a:t>
            </a:r>
            <a:r>
              <a:rPr lang="en-US" sz="1200" spc="-20" noProof="0" dirty="0" err="1">
                <a:latin typeface="+mn-lt"/>
                <a:cs typeface="Segoe UI"/>
              </a:rPr>
              <a:t>var_two</a:t>
            </a:r>
            <a:r>
              <a:rPr lang="en-US" sz="1200" spc="-20" noProof="0" dirty="0">
                <a:latin typeface="+mn-lt"/>
                <a:cs typeface="Segoe UI"/>
              </a:rPr>
              <a:t>”, </a:t>
            </a:r>
            <a:r>
              <a:rPr lang="en-US" sz="1200" spc="-20" noProof="0" dirty="0" err="1">
                <a:latin typeface="+mn-lt"/>
                <a:cs typeface="Segoe UI"/>
              </a:rPr>
              <a:t>realises</a:t>
            </a:r>
            <a:r>
              <a:rPr lang="en-US" sz="1200" spc="-20" noProof="0" dirty="0">
                <a:latin typeface="+mn-lt"/>
                <a:cs typeface="Segoe UI"/>
              </a:rPr>
              <a:t> we’re trying to access the value of the variable </a:t>
            </a:r>
            <a:r>
              <a:rPr lang="en-US" sz="1200" spc="-20" noProof="0" dirty="0" err="1">
                <a:latin typeface="+mn-lt"/>
                <a:cs typeface="Segoe UI"/>
              </a:rPr>
              <a:t>var_two</a:t>
            </a:r>
            <a:r>
              <a:rPr lang="en-US" sz="1200" spc="-20" noProof="0" dirty="0">
                <a:latin typeface="+mn-lt"/>
                <a:cs typeface="Segoe UI"/>
              </a:rPr>
              <a:t> and substitutes accordingly.  So, the value “Hello” is printed.</a:t>
            </a:r>
            <a:endParaRPr lang="en-GB" sz="1200" spc="-2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8148235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endParaRPr lang="en-GB" sz="1200" spc="-20" noProof="0" dirty="0">
              <a:solidFill>
                <a:srgbClr val="545353"/>
              </a:solidFill>
              <a:latin typeface="Montserrat" panose="00000500000000000000" pitchFamily="2" charset="0"/>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708541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noProof="0" dirty="0"/>
              <a:t>Bash (from version 2) allows a sub-string to be extracted by position – something which is surprisingly difficult in older shells.  Korn shell has had this feature since ksh93. </a:t>
            </a:r>
          </a:p>
          <a:p>
            <a:pPr lvl="0"/>
            <a:r>
              <a:rPr lang="en-US" noProof="0" dirty="0"/>
              <a:t>The format is fairly straightforward, the offset counts from the left starting from zero, and if the length is omitted then the sub-string carries on to the end of the string.  If an offset is positive and exceeds the length of the variable, then an empty string is returned. </a:t>
            </a:r>
          </a:p>
          <a:p>
            <a:pPr lvl="0"/>
            <a:r>
              <a:rPr lang="en-US" noProof="0" dirty="0"/>
              <a:t>Sub-strings can be obtained from the 'end' (right-hand side) of a string by specifying a negative offset, where the last (rightmost) character of the string is offset –1.  You must be careful with negative offsets, because the combination of ${var:-value} is used for returning a default value, as we shall see later.  It is therefore a good idea to always include a space after the first colon, particularly if the offset value comes from a variable.</a:t>
            </a: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a:p>
        </p:txBody>
      </p:sp>
      <p:sp>
        <p:nvSpPr>
          <p:cNvPr id="6" name="Slide Image Placeholder 5">
            <a:extLst>
              <a:ext uri="{FF2B5EF4-FFF2-40B4-BE49-F238E27FC236}">
                <a16:creationId xmlns:a16="http://schemas.microsoft.com/office/drawing/2014/main" id="{184D92AA-F4D0-4085-94BE-527C11ADD73E}"/>
              </a:ext>
            </a:extLst>
          </p:cNvPr>
          <p:cNvSpPr>
            <a:spLocks noGrp="1" noRot="1" noChangeAspect="1"/>
          </p:cNvSpPr>
          <p:nvPr>
            <p:ph type="sldImg"/>
          </p:nvPr>
        </p:nvSpPr>
        <p:spPr/>
      </p:sp>
    </p:spTree>
    <p:extLst>
      <p:ext uri="{BB962C8B-B14F-4D97-AF65-F5344CB8AC3E}">
        <p14:creationId xmlns:p14="http://schemas.microsoft.com/office/powerpoint/2010/main" val="14893116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The shell supports the deletion of substrings from variables.  Substrings may be deleted from the left or right. </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Doubling up the “#” and “%” looks for a longer match.  The longest and shortest matches can be the same.  Wildcards, “?” and “*”, which work in the same way for filenames, may be used in the matching.</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It is not an error for the substring not to be present in the variable.  If the shell doesn’t find a match the variable is left alone., as nothing is deleted from it</a:t>
            </a:r>
            <a:endParaRPr lang="en-GB" sz="1200" spc="-2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7</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319931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4203519"/>
          </a:xfrm>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Textual substitution is another Bash feature.</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It is (kind of) similar to the substitute command in sed or vi, except that here we use shell patterns, not regular expressions.  We shall see the full range of expressions available in the shell later.</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A single / will substitute the first occurrence of the pattern, and two will substitute all occurrences.  If the replacement string is omitted the trailing / is optional and the text matching the pattern is removed.</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The # and % meta-characters we saw earlier can also be used with substitutions, # means "starts-with", and % means "ends-with" (like ^ and $ in REs).  </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The ${…} syntax does not support special characters, but you can imbed variables.  For example, to convert a text file from Microsoft to UNIX format (remove the carriage-returns):</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ending=$'\r'</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while read -r</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do</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   echo "${REPLY/$ending}" &gt;&gt; </a:t>
            </a:r>
            <a:r>
              <a:rPr lang="en-US" sz="1200" spc="-20" noProof="0" dirty="0" err="1">
                <a:latin typeface="+mn-lt"/>
                <a:cs typeface="Segoe UI"/>
              </a:rPr>
              <a:t>outfile</a:t>
            </a:r>
            <a:endParaRPr lang="en-US" sz="1200" spc="-20" noProof="0" dirty="0">
              <a:latin typeface="+mn-lt"/>
              <a:cs typeface="Segoe UI"/>
            </a:endParaRP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done &lt; </a:t>
            </a:r>
            <a:r>
              <a:rPr lang="en-US" sz="1200" spc="-20" noProof="0" dirty="0" err="1">
                <a:latin typeface="+mn-lt"/>
                <a:cs typeface="Segoe UI"/>
              </a:rPr>
              <a:t>infile</a:t>
            </a:r>
            <a:endParaRPr lang="en-US" sz="1200" spc="-20" noProof="0" dirty="0">
              <a:latin typeface="+mn-lt"/>
              <a:cs typeface="Segoe UI"/>
            </a:endParaRP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The advantage of this feature is that it reduces the need to call sed as a child process, which is relatively expensive.  Overuse of external programs like grep and sed is the most common cause of poor performance in shell scripts.</a:t>
            </a:r>
            <a:endParaRPr lang="en-GB" sz="1200" spc="-2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7499080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In the previous slide, we decided to test required variables for a value. If the value was not available, we provided the default and continued processing.</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This may not be suitable in all cases.  It may be that assigning a default is not appropriate, but instead we want to abort the script altogether when this error condition is encountered.</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Both </a:t>
            </a:r>
            <a:r>
              <a:rPr lang="en-US" sz="1200" spc="-20" noProof="0" dirty="0" err="1">
                <a:latin typeface="+mn-lt"/>
                <a:cs typeface="Segoe UI"/>
              </a:rPr>
              <a:t>ksh</a:t>
            </a:r>
            <a:r>
              <a:rPr lang="en-US" sz="1200" spc="-20" noProof="0" dirty="0">
                <a:latin typeface="+mn-lt"/>
                <a:cs typeface="Segoe UI"/>
              </a:rPr>
              <a:t> and bash can handle this through the ${var:?} syntax.  If done early in the script, we can intercept the “variable not-set” error condition, but this time exit immediately, with an exit status of one.  Significantly, the command, which tried to use the variable will not be executed.  Remember that is it the shell that tested for the value (and issued the error message) during the command line scan, </a:t>
            </a:r>
            <a:r>
              <a:rPr lang="en-US" sz="1200" spc="-20" noProof="0" dirty="0" err="1">
                <a:latin typeface="+mn-lt"/>
                <a:cs typeface="Segoe UI"/>
              </a:rPr>
              <a:t>ie</a:t>
            </a:r>
            <a:r>
              <a:rPr lang="en-US" sz="1200" spc="-20" noProof="0" dirty="0">
                <a:latin typeface="+mn-lt"/>
                <a:cs typeface="Segoe UI"/>
              </a:rPr>
              <a:t> before it even checked if the command exists.</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Later in the chapter you will find a full table of all variable conditions that can be tested, together with the special characters used for the purpose.</a:t>
            </a:r>
            <a:endParaRPr lang="en-GB" sz="1200" spc="-2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7624123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Most scripts expect a set of variables (complete with values) being made available to them.  Imagine a shell script, which calls various SQL commands, for use with Ingres, Oracle or any other database.  Most of the time such a script would read and write already existing files.  Each required filename is assigned to a meaningful variable and from that point on you can refer to a file by using its variable.</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Occasionally you may to choose to define these variables at run time, but more likely you will be passing their definitions either from the command line or from an environment file (which you would submit to the script through the ‘dot’ command at the top of the script). If all goes well, you can then refer to needed filenames inside the script.  However, if for one reason or another, the value is not available, the script will be very unhappy ;-(</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It is therefore very useful to have an ability of testing for the value and if it doesn’t exist, assign a default to be used for a particular operation or permanently (for the life of the script). Notice that in this example:</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	 print -- "${</a:t>
            </a:r>
            <a:r>
              <a:rPr lang="en-US" sz="1200" spc="-20" noProof="0" dirty="0" err="1">
                <a:latin typeface="+mn-lt"/>
                <a:cs typeface="Segoe UI"/>
              </a:rPr>
              <a:t>INGtmp</a:t>
            </a:r>
            <a:r>
              <a:rPr lang="en-US" sz="1200" spc="-20" noProof="0" dirty="0">
                <a:latin typeface="+mn-lt"/>
                <a:cs typeface="Segoe UI"/>
              </a:rPr>
              <a:t>:-/</a:t>
            </a:r>
            <a:r>
              <a:rPr lang="en-US" sz="1200" spc="-20" noProof="0" dirty="0" err="1">
                <a:latin typeface="+mn-lt"/>
                <a:cs typeface="Segoe UI"/>
              </a:rPr>
              <a:t>tmp</a:t>
            </a:r>
            <a:r>
              <a:rPr lang="en-US" sz="1200" spc="-20" noProof="0" dirty="0">
                <a:latin typeface="+mn-lt"/>
                <a:cs typeface="Segoe UI"/>
              </a:rPr>
              <a:t>/</a:t>
            </a:r>
            <a:r>
              <a:rPr lang="en-US" sz="1200" spc="-20" noProof="0" dirty="0" err="1">
                <a:latin typeface="+mn-lt"/>
                <a:cs typeface="Segoe UI"/>
              </a:rPr>
              <a:t>INGtmp</a:t>
            </a:r>
            <a:r>
              <a:rPr lang="en-US" sz="1200" spc="-20" noProof="0" dirty="0">
                <a:latin typeface="+mn-lt"/>
                <a:cs typeface="Segoe UI"/>
              </a:rPr>
              <a:t>}"</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…assigns the default to the calling command only.</a:t>
            </a:r>
            <a:endParaRPr lang="en-GB" sz="1200" spc="-2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1937216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Most scripts expect a set of variables (complete with values) being made available to them.  Imagine a shell script, which calls various SQL commands, for use with Ingres, Oracle or any other database.  Most of the time such a script would read and write already existing files.  Each required filename is assigned to a meaningful variable and from that point on you can refer to a file by using its variable.</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Occasionally you may to choose to define these variables at run time, but more likely you will be passing their definitions either from the command line or from an environment file (which you would submit to the script through the ‘dot’ command at the top of the script). If all goes well, you can then refer to needed filenames inside the script.  However, if for one reason or another, the value is not available, the script will be very unhappy ;-(</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It is therefore very useful to have an ability of testing for the value and if it doesn’t exist, assign a default to be used for a particular operation or permanently (for the life of the script). Notice that in this example:</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	 print -- "${</a:t>
            </a:r>
            <a:r>
              <a:rPr lang="en-US" sz="1200" spc="-20" noProof="0" dirty="0" err="1">
                <a:latin typeface="+mn-lt"/>
                <a:cs typeface="Segoe UI"/>
              </a:rPr>
              <a:t>INGtmp</a:t>
            </a:r>
            <a:r>
              <a:rPr lang="en-US" sz="1200" spc="-20" noProof="0" dirty="0">
                <a:latin typeface="+mn-lt"/>
                <a:cs typeface="Segoe UI"/>
              </a:rPr>
              <a:t>:=/</a:t>
            </a:r>
            <a:r>
              <a:rPr lang="en-US" sz="1200" spc="-20" noProof="0" dirty="0" err="1">
                <a:latin typeface="+mn-lt"/>
                <a:cs typeface="Segoe UI"/>
              </a:rPr>
              <a:t>tmp</a:t>
            </a:r>
            <a:r>
              <a:rPr lang="en-US" sz="1200" spc="-20" noProof="0" dirty="0">
                <a:latin typeface="+mn-lt"/>
                <a:cs typeface="Segoe UI"/>
              </a:rPr>
              <a:t>/</a:t>
            </a:r>
            <a:r>
              <a:rPr lang="en-US" sz="1200" spc="-20" noProof="0" dirty="0" err="1">
                <a:latin typeface="+mn-lt"/>
                <a:cs typeface="Segoe UI"/>
              </a:rPr>
              <a:t>INGtmp</a:t>
            </a:r>
            <a:r>
              <a:rPr lang="en-US" sz="1200" spc="-20" noProof="0" dirty="0">
                <a:latin typeface="+mn-lt"/>
                <a:cs typeface="Segoe UI"/>
              </a:rPr>
              <a:t>}"</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…assigns the default to the calling command and sets the value of the </a:t>
            </a:r>
            <a:r>
              <a:rPr lang="en-US" sz="1200" spc="-20" noProof="0" dirty="0" err="1">
                <a:latin typeface="+mn-lt"/>
                <a:cs typeface="Segoe UI"/>
              </a:rPr>
              <a:t>INGtmp</a:t>
            </a:r>
            <a:r>
              <a:rPr lang="en-US" sz="1200" spc="-20" noProof="0" dirty="0">
                <a:latin typeface="+mn-lt"/>
                <a:cs typeface="Segoe UI"/>
              </a:rPr>
              <a:t> variable for the entire process (current shell in this example).</a:t>
            </a:r>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3705085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Variable attributes vary significantly between the various shells (and their generations).</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The slide shows a brief summary of attributes that can be applied to shell variables, together with the tools used for the purpose.</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Many popular attributes have their own ‘macro’, a command name that is easier to remember. For example, the export (</a:t>
            </a:r>
            <a:r>
              <a:rPr lang="en-US" sz="1200" spc="-20" noProof="0" dirty="0" err="1">
                <a:latin typeface="+mn-lt"/>
                <a:cs typeface="Segoe UI"/>
              </a:rPr>
              <a:t>builtin</a:t>
            </a:r>
            <a:r>
              <a:rPr lang="en-US" sz="1200" spc="-20" noProof="0" dirty="0">
                <a:latin typeface="+mn-lt"/>
                <a:cs typeface="Segoe UI"/>
              </a:rPr>
              <a:t>) command is used to apply the ‘export’ attribute. That means that every time we used the export command in the past, we were doing declare -x.</a:t>
            </a:r>
          </a:p>
          <a:p>
            <a:pPr marL="12700" marR="59055" lvl="0" indent="0" algn="l" defTabSz="914377" rtl="0" eaLnBrk="1" fontAlgn="auto" latinLnBrk="0" hangingPunct="1">
              <a:lnSpc>
                <a:spcPct val="100000"/>
              </a:lnSpc>
              <a:spcBef>
                <a:spcPts val="105"/>
              </a:spcBef>
              <a:spcAft>
                <a:spcPts val="0"/>
              </a:spcAft>
              <a:buClrTx/>
              <a:buSzTx/>
              <a:buFontTx/>
              <a:buNone/>
              <a:tabLst/>
              <a:defRPr/>
            </a:pPr>
            <a:endParaRPr lang="en-US" sz="1200" spc="-20" noProof="0" dirty="0">
              <a:latin typeface="Montserrat" panose="00000500000000000000" pitchFamily="2" charset="0"/>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12</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8475264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Variables can be marked with a </a:t>
            </a:r>
            <a:r>
              <a:rPr lang="en-US" sz="1200" spc="-20" noProof="0" dirty="0" err="1">
                <a:latin typeface="+mn-lt"/>
                <a:cs typeface="Segoe UI"/>
              </a:rPr>
              <a:t>readonly</a:t>
            </a:r>
            <a:r>
              <a:rPr lang="en-US" sz="1200" spc="-20" noProof="0" dirty="0">
                <a:latin typeface="+mn-lt"/>
                <a:cs typeface="Segoe UI"/>
              </a:rPr>
              <a:t> attribute, which effectively converts it into a constant.  It is used when a variable you have created is important and you do not want anybody (or any application) to modify its value.</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Beware, though, once a variable is set to </a:t>
            </a:r>
            <a:r>
              <a:rPr lang="en-US" sz="1200" spc="-20" noProof="0" dirty="0" err="1">
                <a:latin typeface="+mn-lt"/>
                <a:cs typeface="Segoe UI"/>
              </a:rPr>
              <a:t>readonly</a:t>
            </a:r>
            <a:r>
              <a:rPr lang="en-US" sz="1200" spc="-20" noProof="0" dirty="0">
                <a:latin typeface="+mn-lt"/>
                <a:cs typeface="Segoe UI"/>
              </a:rPr>
              <a:t>, that’s it.  The only way of getting rid of it is to log out (if it was set at the command line) or to remove the </a:t>
            </a:r>
            <a:r>
              <a:rPr lang="en-US" sz="1200" spc="-20" noProof="0" dirty="0" err="1">
                <a:latin typeface="+mn-lt"/>
                <a:cs typeface="Segoe UI"/>
              </a:rPr>
              <a:t>readonly</a:t>
            </a:r>
            <a:r>
              <a:rPr lang="en-US" sz="1200" spc="-20" noProof="0" dirty="0">
                <a:latin typeface="+mn-lt"/>
                <a:cs typeface="Segoe UI"/>
              </a:rPr>
              <a:t> instruction line from the script.</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In Bash, as you can see from the example output from the </a:t>
            </a:r>
            <a:r>
              <a:rPr lang="en-US" sz="1200" spc="-20" noProof="0" dirty="0" err="1">
                <a:latin typeface="+mn-lt"/>
                <a:cs typeface="Segoe UI"/>
              </a:rPr>
              <a:t>readonly</a:t>
            </a:r>
            <a:r>
              <a:rPr lang="en-US" sz="1200" spc="-20" noProof="0" dirty="0">
                <a:latin typeface="+mn-lt"/>
                <a:cs typeface="Segoe UI"/>
              </a:rPr>
              <a:t> command, you can also set the read only attribute declare –r. </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You cannot remove the </a:t>
            </a:r>
            <a:r>
              <a:rPr lang="en-US" sz="1200" spc="-20" noProof="0" dirty="0" err="1">
                <a:latin typeface="+mn-lt"/>
                <a:cs typeface="Segoe UI"/>
              </a:rPr>
              <a:t>readonly</a:t>
            </a:r>
            <a:r>
              <a:rPr lang="en-US" sz="1200" spc="-20" noProof="0" dirty="0">
                <a:latin typeface="+mn-lt"/>
                <a:cs typeface="Segoe UI"/>
              </a:rPr>
              <a:t> attribute with declare +r!</a:t>
            </a:r>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9564189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So far,  we and the shell have been treating variables as strings.</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In order to be able to handle numbers, we declare each numeric variable as integer, through the declare -</a:t>
            </a:r>
            <a:r>
              <a:rPr lang="en-US" sz="1200" spc="-20" noProof="0" dirty="0" err="1">
                <a:latin typeface="+mn-lt"/>
                <a:cs typeface="Segoe UI"/>
              </a:rPr>
              <a:t>i</a:t>
            </a:r>
            <a:r>
              <a:rPr lang="en-US" sz="1200" spc="-20" noProof="0" dirty="0">
                <a:latin typeface="+mn-lt"/>
                <a:cs typeface="Segoe UI"/>
              </a:rPr>
              <a:t> command.  </a:t>
            </a:r>
          </a:p>
        </p:txBody>
      </p:sp>
      <p:sp>
        <p:nvSpPr>
          <p:cNvPr id="4" name="Slide Number Placeholder 3"/>
          <p:cNvSpPr>
            <a:spLocks noGrp="1"/>
          </p:cNvSpPr>
          <p:nvPr>
            <p:ph type="sldNum" sz="quarter" idx="5"/>
          </p:nvPr>
        </p:nvSpPr>
        <p:spPr/>
        <p:txBody>
          <a:bodyPr/>
          <a:lstStyle/>
          <a:p>
            <a:fld id="{548901C6-1DA1-FB44-ABEE-06A0FEB7738E}" type="slidenum">
              <a:rPr lang="en-GB" smtClean="0"/>
              <a:pPr/>
              <a:t>14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2891868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799" y="4400549"/>
            <a:ext cx="5610497" cy="4116433"/>
          </a:xfrm>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The let command is the historical tool to manipulate integers.  It exists in all shells, and despite the threats that it may be abandoned in future releases, it will stay there for compatibility reasons, if anything else.  The main advantage of let is its ability to evaluate several expressions with the single instruction.  The major (overwhelming) disadvantage is the “openness” (exposure) to the shell scan.  Most of the operation characters are special to the shell, so quoting is the name of the game.</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For instance: several operators, like “&gt;&gt;”, “&lt;&lt;”, “*”, “&amp;” etc. have other meanings (append to file, here document, wildcard, background execution).  These must be quoted, even when spaces are not used. The command:	</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	let x=x&gt;&gt;2</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would assign x the value of x, take the output and append it to a file called “2” which would be created in the current directory.</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Note that the variable “z” is used above even though it is a string variable.</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The double parenthesis deal with it very well.  The wildcards, redirection, etc., symbols are automatically quoted, so no worry.  However, only one expression is allowed inside the (( )) set.  Notice there are two different ways of using these: ((expression)) and var=$((expression)).  They are not exactly the same - the $ prefix does the scan slightly differently. However you will not see any difference.</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The complete reference to what operations you can do with integers is included after the summary chapter, together with the explanation of some of the obscure ones.</a:t>
            </a:r>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4799800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4" name="Rectangle 4"/>
          <p:cNvSpPr>
            <a:spLocks noGrp="1" noChangeArrowheads="1"/>
          </p:cNvSpPr>
          <p:nvPr>
            <p:ph type="body" idx="1"/>
          </p:nvPr>
        </p:nvSpPr>
        <p:spPr/>
        <p:txBody>
          <a:bodyPr>
            <a:normAutofit lnSpcReduction="10000"/>
          </a:bodyPr>
          <a:lstStyle/>
          <a:p>
            <a:r>
              <a:rPr lang="en-GB" sz="1200" dirty="0"/>
              <a:t>The shell supports the operators listed above.  They are straight from C. You may be unfamiliar with is the “%” operator.  This gives the remainder after division.</a:t>
            </a:r>
          </a:p>
          <a:p>
            <a:r>
              <a:rPr lang="en-GB" sz="1200" dirty="0"/>
              <a:t>The next two operators, the left and right shift are rather strange.  To fully understand what these are doing, it is necessary to consider the bit representation of 52.</a:t>
            </a:r>
          </a:p>
          <a:p>
            <a:r>
              <a:rPr lang="en-GB" sz="1050" dirty="0">
                <a:latin typeface="Hack" panose="020B0609030202020204" pitchFamily="49" charset="0"/>
                <a:ea typeface="Hack" panose="020B0609030202020204" pitchFamily="49" charset="0"/>
                <a:cs typeface="Hack" panose="020B0609030202020204" pitchFamily="49" charset="0"/>
              </a:rPr>
              <a:t> 110100 52		        110100	52</a:t>
            </a:r>
          </a:p>
          <a:p>
            <a:r>
              <a:rPr lang="en-GB" sz="1050" dirty="0">
                <a:latin typeface="Hack" panose="020B0609030202020204" pitchFamily="49" charset="0"/>
                <a:ea typeface="Hack" panose="020B0609030202020204" pitchFamily="49" charset="0"/>
                <a:cs typeface="Hack" panose="020B0609030202020204" pitchFamily="49" charset="0"/>
              </a:rPr>
              <a:t> 11010000 left shift by 2 bits    1101	52 right shift by 2 bits</a:t>
            </a:r>
          </a:p>
          <a:p>
            <a:r>
              <a:rPr lang="en-GB" sz="1200" dirty="0"/>
              <a:t>The bitwise and, inclusive and exclusive or operators are explained by representing the bit patterns involved:</a:t>
            </a:r>
          </a:p>
          <a:p>
            <a:r>
              <a:rPr lang="en-GB" sz="1050" dirty="0">
                <a:latin typeface="Hack" panose="020B0609030202020204" pitchFamily="49" charset="0"/>
                <a:ea typeface="Hack" panose="020B0609030202020204" pitchFamily="49" charset="0"/>
                <a:cs typeface="Hack" panose="020B0609030202020204" pitchFamily="49" charset="0"/>
              </a:rPr>
              <a:t>	110100	52		110100	52		110100	52</a:t>
            </a:r>
          </a:p>
          <a:p>
            <a:r>
              <a:rPr lang="en-GB" sz="1050" dirty="0">
                <a:latin typeface="Hack" panose="020B0609030202020204" pitchFamily="49" charset="0"/>
                <a:ea typeface="Hack" panose="020B0609030202020204" pitchFamily="49" charset="0"/>
                <a:cs typeface="Hack" panose="020B0609030202020204" pitchFamily="49" charset="0"/>
              </a:rPr>
              <a:t>&amp;	010001 	17	|	010001 	17	 ^	010001 	17</a:t>
            </a:r>
          </a:p>
          <a:p>
            <a:r>
              <a:rPr lang="en-GB" sz="1050" dirty="0">
                <a:latin typeface="Hack" panose="020B0609030202020204" pitchFamily="49" charset="0"/>
                <a:ea typeface="Hack" panose="020B0609030202020204" pitchFamily="49" charset="0"/>
                <a:cs typeface="Hack" panose="020B0609030202020204" pitchFamily="49" charset="0"/>
              </a:rPr>
              <a:t>	––––––	––		––––––	––		––––––	––</a:t>
            </a:r>
          </a:p>
          <a:p>
            <a:r>
              <a:rPr lang="en-GB" sz="1050" dirty="0">
                <a:latin typeface="Hack" panose="020B0609030202020204" pitchFamily="49" charset="0"/>
                <a:ea typeface="Hack" panose="020B0609030202020204" pitchFamily="49" charset="0"/>
                <a:cs typeface="Hack" panose="020B0609030202020204" pitchFamily="49" charset="0"/>
              </a:rPr>
              <a:t>	010000	16		110101	53		100101	37</a:t>
            </a:r>
          </a:p>
          <a:p>
            <a:r>
              <a:rPr lang="en-GB" sz="1200" dirty="0"/>
              <a:t>The final operator listed is the bitwise one’s compliment which flips each 1 to 0, and each 0 to 1.  With this operator it is important to represent all the 32 bits:</a:t>
            </a:r>
          </a:p>
          <a:p>
            <a:r>
              <a:rPr lang="en-GB" sz="1050" dirty="0">
                <a:latin typeface="Hack" panose="020B0609030202020204" pitchFamily="49" charset="0"/>
                <a:ea typeface="Hack" panose="020B0609030202020204" pitchFamily="49" charset="0"/>
                <a:cs typeface="Hack" panose="020B0609030202020204" pitchFamily="49" charset="0"/>
              </a:rPr>
              <a:t>	00000000000000001101011011011000	 55000</a:t>
            </a:r>
          </a:p>
          <a:p>
            <a:r>
              <a:rPr lang="en-GB" sz="1050" dirty="0">
                <a:latin typeface="Hack" panose="020B0609030202020204" pitchFamily="49" charset="0"/>
                <a:ea typeface="Hack" panose="020B0609030202020204" pitchFamily="49" charset="0"/>
                <a:cs typeface="Hack" panose="020B0609030202020204" pitchFamily="49" charset="0"/>
              </a:rPr>
              <a:t>	11111111111111110010100100100111	-55001</a:t>
            </a:r>
            <a:endParaRPr lang="en-GB" sz="900" dirty="0">
              <a:latin typeface="Hack" panose="020B0609030202020204" pitchFamily="49" charset="0"/>
              <a:ea typeface="Hack" panose="020B0609030202020204" pitchFamily="49" charset="0"/>
              <a:cs typeface="Hack" panose="020B0609030202020204" pitchFamily="49" charset="0"/>
            </a:endParaRPr>
          </a:p>
        </p:txBody>
      </p:sp>
      <p:sp>
        <p:nvSpPr>
          <p:cNvPr id="5" name="Slide Image Placeholder 4"/>
          <p:cNvSpPr>
            <a:spLocks noGrp="1" noRot="1" noChangeAspect="1"/>
          </p:cNvSpPr>
          <p:nvPr>
            <p:ph type="sldImg"/>
          </p:nvPr>
        </p:nvSpPr>
        <p:spPr/>
      </p:sp>
    </p:spTree>
    <p:extLst>
      <p:ext uri="{BB962C8B-B14F-4D97-AF65-F5344CB8AC3E}">
        <p14:creationId xmlns:p14="http://schemas.microsoft.com/office/powerpoint/2010/main" val="21641460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Numeric bases other than 10 are supported, and the most common are shown.  Only the base of a literal can be set, not the base of a variable (unlike </a:t>
            </a:r>
            <a:r>
              <a:rPr lang="en-US" sz="1200" spc="-20" noProof="0" dirty="0" err="1">
                <a:latin typeface="+mn-lt"/>
                <a:cs typeface="Segoe UI"/>
              </a:rPr>
              <a:t>ksh</a:t>
            </a:r>
            <a:r>
              <a:rPr lang="en-US" sz="1200" spc="-20" noProof="0" dirty="0">
                <a:latin typeface="+mn-lt"/>
                <a:cs typeface="Segoe UI"/>
              </a:rPr>
              <a:t>).  </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Octal is indicated, as in many languages, by a leading zero.  Not unreasonably if you try x=08 you will get an error (value too great for base) !  Octal can also be indicated with the prefix 8#.</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Hexadecimal notation is also conventional, marked by leading 0x or alternatively 16#.</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Other bases can also be used but are rarely useful.</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Hexadecimal and octal numbers, when printed using echo, are displayed as their decimal values.  If you wish to preserve these bases then use the shell built-in </a:t>
            </a:r>
            <a:r>
              <a:rPr lang="en-US" sz="1200" spc="-20" noProof="0" dirty="0" err="1">
                <a:latin typeface="+mn-lt"/>
                <a:cs typeface="Segoe UI"/>
              </a:rPr>
              <a:t>printf</a:t>
            </a:r>
            <a:r>
              <a:rPr lang="en-US" sz="1200" spc="-20" noProof="0" dirty="0">
                <a:latin typeface="+mn-lt"/>
                <a:cs typeface="Segoe UI"/>
              </a:rPr>
              <a:t> (note that many systems also have a </a:t>
            </a:r>
            <a:r>
              <a:rPr lang="en-US" sz="1200" spc="-20" noProof="0" dirty="0" err="1">
                <a:latin typeface="+mn-lt"/>
                <a:cs typeface="Segoe UI"/>
              </a:rPr>
              <a:t>printf</a:t>
            </a:r>
            <a:r>
              <a:rPr lang="en-US" sz="1200" spc="-20" noProof="0" dirty="0">
                <a:latin typeface="+mn-lt"/>
                <a:cs typeface="Segoe UI"/>
              </a:rPr>
              <a:t> external command). </a:t>
            </a:r>
          </a:p>
        </p:txBody>
      </p:sp>
      <p:sp>
        <p:nvSpPr>
          <p:cNvPr id="4" name="Slide Number Placeholder 3"/>
          <p:cNvSpPr>
            <a:spLocks noGrp="1"/>
          </p:cNvSpPr>
          <p:nvPr>
            <p:ph type="sldNum" sz="quarter" idx="5"/>
          </p:nvPr>
        </p:nvSpPr>
        <p:spPr/>
        <p:txBody>
          <a:bodyPr/>
          <a:lstStyle/>
          <a:p>
            <a:fld id="{548901C6-1DA1-FB44-ABEE-06A0FEB7738E}" type="slidenum">
              <a:rPr lang="en-GB" smtClean="0"/>
              <a:pPr/>
              <a:t>17</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8949055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The compound operator += may be familiar from other languages and shells, including ksh93.   </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You may be used to using ((…)) for all calculations in bash, but this is one that does not require any special brackets.  The effect is to add to a numeric variable or append to a string.  By "numeric variable" we mean a variable that has been specifically declared as an integer (or typeset -</a:t>
            </a:r>
            <a:r>
              <a:rPr lang="en-US" sz="1200" spc="-20" noProof="0" dirty="0" err="1">
                <a:latin typeface="+mn-lt"/>
                <a:cs typeface="Segoe UI"/>
              </a:rPr>
              <a:t>i</a:t>
            </a:r>
            <a:r>
              <a:rPr lang="en-US" sz="1200" spc="-20" noProof="0" dirty="0">
                <a:latin typeface="+mn-lt"/>
                <a:cs typeface="Segoe UI"/>
              </a:rPr>
              <a:t>).  Any other variable type is considered to be a string - although extra magic occurs with an array, as we shall see later.</a:t>
            </a:r>
          </a:p>
        </p:txBody>
      </p:sp>
      <p:sp>
        <p:nvSpPr>
          <p:cNvPr id="4" name="Slide Number Placeholder 3"/>
          <p:cNvSpPr>
            <a:spLocks noGrp="1"/>
          </p:cNvSpPr>
          <p:nvPr>
            <p:ph type="sldNum" sz="quarter" idx="5"/>
          </p:nvPr>
        </p:nvSpPr>
        <p:spPr/>
        <p:txBody>
          <a:bodyPr/>
          <a:lstStyle/>
          <a:p>
            <a:fld id="{548901C6-1DA1-FB44-ABEE-06A0FEB7738E}" type="slidenum">
              <a:rPr lang="en-GB" smtClean="0"/>
              <a:pPr/>
              <a:t>18</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1771273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If you have never come across an array before the concept can appear strange at first.  An array is a container for “scalar values”, where the “scalar values” in question can be just about anything.  For instance, the names of a group of delegates on a particular course.  Each name is different, yet they are all related by the fact they represent people on the same course.  A list of dates of famous historical battles could also be stored in an array.  Again, each date is different, but all are related by the fact that famous deeds were done on those days.</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The “things” in an array are called “elements”.  So, the “elements” of an array would be the dates mentioned earlier.  Each element is accessed by a number.  This number is called the “index” of the element.  The index of the first element is number 0, like C, Java, and Perl.  Unlike the Korn shell, Bash has no practical limit to the number of elements - but of course memory is not infinite!</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In the current release of Bash (4.1) arrays cannot be exported.  If you try to export an array it appears to work, but it will not be visible in the child process (Korn shell can export just the first element of an array).</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Like Korn shell 93, Bash version 4 supports associative arrays, which we discuss at the end of this chapter.</a:t>
            </a:r>
          </a:p>
        </p:txBody>
      </p:sp>
      <p:sp>
        <p:nvSpPr>
          <p:cNvPr id="4" name="Slide Number Placeholder 3"/>
          <p:cNvSpPr>
            <a:spLocks noGrp="1"/>
          </p:cNvSpPr>
          <p:nvPr>
            <p:ph type="sldNum" sz="quarter" idx="5"/>
          </p:nvPr>
        </p:nvSpPr>
        <p:spPr/>
        <p:txBody>
          <a:bodyPr/>
          <a:lstStyle/>
          <a:p>
            <a:fld id="{548901C6-1DA1-FB44-ABEE-06A0FEB7738E}" type="slidenum">
              <a:rPr lang="en-GB" smtClean="0"/>
              <a:pPr/>
              <a:t>19</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577396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One of the most surprising things is that existing variables can be turned into arrays.  However as soon as an existing variable is treated as an array it can no longer be exported. </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Each element of an array may be set to a value or set to null.  An element, null or otherwise, can be unset.</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The example above shows 6 strings being placed in the variable “crew” in various ways. The last two are put into the array by using the integer variable </a:t>
            </a:r>
            <a:r>
              <a:rPr lang="en-US" sz="1200" spc="-20" noProof="0" dirty="0" err="1">
                <a:latin typeface="+mn-lt"/>
                <a:cs typeface="Segoe UI"/>
              </a:rPr>
              <a:t>i</a:t>
            </a:r>
            <a:r>
              <a:rPr lang="en-US" sz="1200" spc="-20" noProof="0" dirty="0">
                <a:latin typeface="+mn-lt"/>
                <a:cs typeface="Segoe UI"/>
              </a:rPr>
              <a:t>.  The array “crew” is an array of strings.  This is because the shell always defaults to string variables.  If an array of integers is needed:</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	declare -</a:t>
            </a:r>
            <a:r>
              <a:rPr lang="en-US" sz="1200" spc="-20" noProof="0" dirty="0" err="1">
                <a:latin typeface="+mn-lt"/>
                <a:cs typeface="Segoe UI"/>
              </a:rPr>
              <a:t>ia</a:t>
            </a:r>
            <a:r>
              <a:rPr lang="en-US" sz="1200" spc="-20" noProof="0" dirty="0">
                <a:latin typeface="+mn-lt"/>
                <a:cs typeface="Segoe UI"/>
              </a:rPr>
              <a:t> </a:t>
            </a:r>
            <a:r>
              <a:rPr lang="en-US" sz="1200" spc="-20" noProof="0" dirty="0" err="1">
                <a:latin typeface="+mn-lt"/>
                <a:cs typeface="Segoe UI"/>
              </a:rPr>
              <a:t>intArray</a:t>
            </a:r>
            <a:endParaRPr lang="en-US" sz="1200" spc="-20" noProof="0" dirty="0">
              <a:latin typeface="+mn-lt"/>
              <a:cs typeface="Segoe UI"/>
            </a:endParaRP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All elements of the array are now integers:</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	</a:t>
            </a:r>
            <a:r>
              <a:rPr lang="en-US" sz="1200" spc="-20" noProof="0" dirty="0" err="1">
                <a:latin typeface="+mn-lt"/>
                <a:cs typeface="Segoe UI"/>
              </a:rPr>
              <a:t>intArray</a:t>
            </a:r>
            <a:r>
              <a:rPr lang="en-US" sz="1200" spc="-20" noProof="0" dirty="0">
                <a:latin typeface="+mn-lt"/>
                <a:cs typeface="Segoe UI"/>
              </a:rPr>
              <a:t>[0]=12345</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	</a:t>
            </a:r>
            <a:r>
              <a:rPr lang="en-US" sz="1200" spc="-20" noProof="0" dirty="0" err="1">
                <a:latin typeface="+mn-lt"/>
                <a:cs typeface="Segoe UI"/>
              </a:rPr>
              <a:t>intArray</a:t>
            </a:r>
            <a:r>
              <a:rPr lang="en-US" sz="1200" spc="-20" noProof="0" dirty="0">
                <a:latin typeface="+mn-lt"/>
                <a:cs typeface="Segoe UI"/>
              </a:rPr>
              <a:t>[1]=23456</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	</a:t>
            </a:r>
            <a:r>
              <a:rPr lang="en-US" sz="1200" spc="-20" noProof="0" dirty="0" err="1">
                <a:latin typeface="+mn-lt"/>
                <a:cs typeface="Segoe UI"/>
              </a:rPr>
              <a:t>intArray</a:t>
            </a:r>
            <a:r>
              <a:rPr lang="en-US" sz="1200" spc="-20" noProof="0" dirty="0">
                <a:latin typeface="+mn-lt"/>
                <a:cs typeface="Segoe UI"/>
              </a:rPr>
              <a:t>[2]=34567</a:t>
            </a:r>
          </a:p>
        </p:txBody>
      </p:sp>
      <p:sp>
        <p:nvSpPr>
          <p:cNvPr id="4" name="Slide Number Placeholder 3"/>
          <p:cNvSpPr>
            <a:spLocks noGrp="1"/>
          </p:cNvSpPr>
          <p:nvPr>
            <p:ph type="sldNum" sz="quarter" idx="5"/>
          </p:nvPr>
        </p:nvSpPr>
        <p:spPr/>
        <p:txBody>
          <a:bodyPr/>
          <a:lstStyle/>
          <a:p>
            <a:fld id="{548901C6-1DA1-FB44-ABEE-06A0FEB7738E}" type="slidenum">
              <a:rPr lang="en-GB" smtClean="0"/>
              <a:pPr/>
              <a:t>20</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4809757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Although assigning values to the elements presents no great difficulty, accessing the values does.  Firstly, when the name of an array is used, the shell expands the value of the zeroth element.  If the element had no value, nothing would be expanded (the shell does not decide to go for the next element instead).</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Accessing an element other than zero presents its own problems.  When attempting to access the value stored in crew[1] the shell instead takes $crew and expands that (i.e.  the value of the zeroth element again), then puts [1] onto the end.  Only when the whole expression is surrounded by braces does the shell </a:t>
            </a:r>
            <a:r>
              <a:rPr lang="en-US" sz="1200" spc="-20" noProof="0" dirty="0" err="1">
                <a:latin typeface="+mn-lt"/>
                <a:cs typeface="Segoe UI"/>
              </a:rPr>
              <a:t>realise</a:t>
            </a:r>
            <a:r>
              <a:rPr lang="en-US" sz="1200" spc="-20" noProof="0" dirty="0">
                <a:latin typeface="+mn-lt"/>
                <a:cs typeface="Segoe UI"/>
              </a:rPr>
              <a:t> what is required.  This allows access to any element.</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Just as when assigning array elements as seen earlier, an integer expression may be used to access the value of an element.  If access is made to an element which is not set, there is no error message generated by the shell. When using </a:t>
            </a:r>
            <a:r>
              <a:rPr lang="en-US" sz="1200" spc="-20" noProof="0" dirty="0" err="1">
                <a:latin typeface="+mn-lt"/>
                <a:cs typeface="Segoe UI"/>
              </a:rPr>
              <a:t>i</a:t>
            </a:r>
            <a:r>
              <a:rPr lang="en-US" sz="1200" spc="-20" noProof="0" dirty="0">
                <a:latin typeface="+mn-lt"/>
                <a:cs typeface="Segoe UI"/>
              </a:rPr>
              <a:t> to access element 4 above the shell was happy with:</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	${crew[</a:t>
            </a:r>
            <a:r>
              <a:rPr lang="en-US" sz="1200" spc="-20" noProof="0" dirty="0" err="1">
                <a:latin typeface="+mn-lt"/>
                <a:cs typeface="Segoe UI"/>
              </a:rPr>
              <a:t>i</a:t>
            </a:r>
            <a:r>
              <a:rPr lang="en-US" sz="1200" spc="-20" noProof="0" dirty="0">
                <a:latin typeface="+mn-lt"/>
                <a:cs typeface="Segoe UI"/>
              </a:rPr>
              <a:t>]}</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but it would have been just as happy with:</a:t>
            </a:r>
          </a:p>
          <a:p>
            <a:pPr marL="12700" marR="59055" lvl="0" indent="0" algn="l" defTabSz="914377" rtl="0" eaLnBrk="1" fontAlgn="auto" latinLnBrk="0" hangingPunct="1">
              <a:lnSpc>
                <a:spcPct val="100000"/>
              </a:lnSpc>
              <a:spcBef>
                <a:spcPts val="105"/>
              </a:spcBef>
              <a:spcAft>
                <a:spcPts val="0"/>
              </a:spcAft>
              <a:buClrTx/>
              <a:buSzTx/>
              <a:buFontTx/>
              <a:buNone/>
              <a:tabLst/>
              <a:defRPr/>
            </a:pPr>
            <a:r>
              <a:rPr lang="en-US" sz="1200" spc="-20" noProof="0" dirty="0">
                <a:latin typeface="+mn-lt"/>
                <a:cs typeface="Segoe UI"/>
              </a:rPr>
              <a:t>	${crew[$</a:t>
            </a:r>
            <a:r>
              <a:rPr lang="en-US" sz="1200" spc="-20" noProof="0" dirty="0" err="1">
                <a:latin typeface="+mn-lt"/>
                <a:cs typeface="Segoe UI"/>
              </a:rPr>
              <a:t>i</a:t>
            </a:r>
            <a:r>
              <a:rPr lang="en-US" sz="1200" spc="-20" noProof="0" dirty="0">
                <a:latin typeface="+mn-lt"/>
                <a:cs typeface="Segoe UI"/>
              </a:rPr>
              <a:t>]}</a:t>
            </a:r>
          </a:p>
        </p:txBody>
      </p:sp>
      <p:sp>
        <p:nvSpPr>
          <p:cNvPr id="4" name="Slide Number Placeholder 3"/>
          <p:cNvSpPr>
            <a:spLocks noGrp="1"/>
          </p:cNvSpPr>
          <p:nvPr>
            <p:ph type="sldNum" sz="quarter" idx="5"/>
          </p:nvPr>
        </p:nvSpPr>
        <p:spPr/>
        <p:txBody>
          <a:bodyPr/>
          <a:lstStyle/>
          <a:p>
            <a:fld id="{548901C6-1DA1-FB44-ABEE-06A0FEB7738E}" type="slidenum">
              <a:rPr lang="en-GB" smtClean="0"/>
              <a:pPr/>
              <a:t>21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7382247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Notes Placeholder 7"/>
          <p:cNvSpPr>
            <a:spLocks noGrp="1"/>
          </p:cNvSpPr>
          <p:nvPr>
            <p:ph type="body" idx="1"/>
          </p:nvPr>
        </p:nvSpPr>
        <p:spPr/>
        <p:txBody>
          <a:bodyPr>
            <a:normAutofit/>
          </a:bodyPr>
          <a:lstStyle/>
          <a:p>
            <a:r>
              <a:rPr lang="en-GB" dirty="0"/>
              <a:t>All the elements of an array “</a:t>
            </a:r>
            <a:r>
              <a:rPr lang="en-GB" dirty="0" err="1"/>
              <a:t>arrayname</a:t>
            </a:r>
            <a:r>
              <a:rPr lang="en-GB" dirty="0"/>
              <a:t>” may be accessed collectively using</a:t>
            </a:r>
          </a:p>
          <a:p>
            <a:r>
              <a:rPr lang="en-GB" dirty="0"/>
              <a:t>	${</a:t>
            </a:r>
            <a:r>
              <a:rPr lang="en-GB" dirty="0" err="1"/>
              <a:t>arrayname</a:t>
            </a:r>
            <a:r>
              <a:rPr lang="en-GB" dirty="0"/>
              <a:t>[*]}</a:t>
            </a:r>
          </a:p>
          <a:p>
            <a:r>
              <a:rPr lang="en-GB" dirty="0"/>
              <a:t>or	${</a:t>
            </a:r>
            <a:r>
              <a:rPr lang="en-GB" dirty="0" err="1"/>
              <a:t>arrayname</a:t>
            </a:r>
            <a:r>
              <a:rPr lang="en-GB" dirty="0"/>
              <a:t>[@]}</a:t>
            </a:r>
          </a:p>
          <a:p>
            <a:r>
              <a:rPr lang="en-GB" dirty="0"/>
              <a:t>They behave in a similar way to $* and $@ which give access to the positional parameters from the command line of a shell script.  That is to say they are almost entirely interchangeable except when used within double quotes.  Then spaces within the elements become significant.</a:t>
            </a:r>
          </a:p>
          <a:p>
            <a:r>
              <a:rPr lang="en-GB" dirty="0"/>
              <a:t>As can be seen above, when [*] is used to access the elements of the array “strings”, all three values are expanded out to give four separate strings:</a:t>
            </a:r>
          </a:p>
          <a:p>
            <a:r>
              <a:rPr lang="en-GB" dirty="0"/>
              <a:t> 	one two three four</a:t>
            </a:r>
          </a:p>
          <a:p>
            <a:r>
              <a:rPr lang="en-GB" dirty="0"/>
              <a:t>when "[*]" is used, the expansion is a single string whose value is:</a:t>
            </a:r>
          </a:p>
          <a:p>
            <a:r>
              <a:rPr lang="en-GB" dirty="0"/>
              <a:t>	"one two three four"</a:t>
            </a:r>
          </a:p>
          <a:p>
            <a:r>
              <a:rPr lang="en-GB" dirty="0"/>
              <a:t>when "[@]" is used the expansion is three values:</a:t>
            </a:r>
          </a:p>
          <a:p>
            <a:r>
              <a:rPr lang="en-GB" dirty="0"/>
              <a:t>	one "two three" four</a:t>
            </a:r>
          </a:p>
          <a:p>
            <a:r>
              <a:rPr lang="en-GB" dirty="0"/>
              <a:t>as the original assignment intended.</a:t>
            </a:r>
          </a:p>
          <a:p>
            <a:endParaRPr lang="en-GB" dirty="0"/>
          </a:p>
        </p:txBody>
      </p:sp>
      <p:sp>
        <p:nvSpPr>
          <p:cNvPr id="6" name="Slide Image Placeholder 5"/>
          <p:cNvSpPr>
            <a:spLocks noGrp="1" noRot="1" noChangeAspect="1"/>
          </p:cNvSpPr>
          <p:nvPr>
            <p:ph type="sldImg"/>
          </p:nvPr>
        </p:nvSpPr>
        <p:spPr/>
      </p:sp>
    </p:spTree>
    <p:extLst>
      <p:ext uri="{BB962C8B-B14F-4D97-AF65-F5344CB8AC3E}">
        <p14:creationId xmlns:p14="http://schemas.microsoft.com/office/powerpoint/2010/main" val="27670527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Notes Placeholder 7"/>
          <p:cNvSpPr>
            <a:spLocks noGrp="1"/>
          </p:cNvSpPr>
          <p:nvPr>
            <p:ph type="body" idx="1"/>
          </p:nvPr>
        </p:nvSpPr>
        <p:spPr/>
        <p:txBody>
          <a:bodyPr>
            <a:normAutofit/>
          </a:bodyPr>
          <a:lstStyle/>
          <a:p>
            <a:r>
              <a:rPr lang="en-GB" dirty="0"/>
              <a:t>The notation we have seen thus far, i.e. “array[0]=value1; array[1]=value2; array[2]=value3” etc. etc. is really painful.  There is a shorthand which is to use a list.  The three assignments could then be done on a single line with:</a:t>
            </a:r>
          </a:p>
          <a:p>
            <a:r>
              <a:rPr lang="en-GB" dirty="0"/>
              <a:t>	array=(value1 value2 value3)</a:t>
            </a:r>
          </a:p>
          <a:p>
            <a:r>
              <a:rPr lang="en-GB" dirty="0"/>
              <a:t>This achieves exactly the same results as the three separate assignments above.</a:t>
            </a:r>
          </a:p>
          <a:p>
            <a:r>
              <a:rPr lang="en-GB" dirty="0"/>
              <a:t>We can have a "sparse" array by specifying which indexes each list member should have. But note that the list assignment completely removes all existing values in an array.</a:t>
            </a:r>
          </a:p>
          <a:p>
            <a:r>
              <a:rPr lang="en-GB" dirty="0"/>
              <a:t>An array may be pre-defined using declare –a, and attributes can be set at the same time:</a:t>
            </a:r>
          </a:p>
          <a:p>
            <a:r>
              <a:rPr lang="en-GB" dirty="0"/>
              <a:t>	declare -ai primes</a:t>
            </a:r>
          </a:p>
          <a:p>
            <a:r>
              <a:rPr lang="en-GB" dirty="0"/>
              <a:t>	primes=(1 2 3 5 7 11 13)</a:t>
            </a:r>
          </a:p>
          <a:p>
            <a:endParaRPr lang="en-GB" dirty="0"/>
          </a:p>
        </p:txBody>
      </p:sp>
      <p:sp>
        <p:nvSpPr>
          <p:cNvPr id="6" name="Slide Image Placeholder 5"/>
          <p:cNvSpPr>
            <a:spLocks noGrp="1" noRot="1" noChangeAspect="1"/>
          </p:cNvSpPr>
          <p:nvPr>
            <p:ph type="sldImg"/>
          </p:nvPr>
        </p:nvSpPr>
        <p:spPr/>
      </p:sp>
    </p:spTree>
    <p:extLst>
      <p:ext uri="{BB962C8B-B14F-4D97-AF65-F5344CB8AC3E}">
        <p14:creationId xmlns:p14="http://schemas.microsoft.com/office/powerpoint/2010/main" val="5805606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Notes Placeholder 7"/>
          <p:cNvSpPr>
            <a:spLocks noGrp="1"/>
          </p:cNvSpPr>
          <p:nvPr>
            <p:ph type="body" idx="1"/>
          </p:nvPr>
        </p:nvSpPr>
        <p:spPr/>
        <p:txBody>
          <a:bodyPr>
            <a:normAutofit/>
          </a:bodyPr>
          <a:lstStyle/>
          <a:p>
            <a:r>
              <a:rPr lang="en-GB" dirty="0"/>
              <a:t>The compound assignment += introduced in Bash 3.1 gives us an efficient method of appending to an array.  Beware!  If an index is specified in the </a:t>
            </a:r>
            <a:r>
              <a:rPr lang="en-GB" dirty="0" err="1"/>
              <a:t>lis,t</a:t>
            </a:r>
            <a:r>
              <a:rPr lang="en-GB" dirty="0"/>
              <a:t> then it is the elements of the array that are appended or added to, not the array.</a:t>
            </a:r>
          </a:p>
          <a:p>
            <a:r>
              <a:rPr lang="en-GB" dirty="0"/>
              <a:t>In the example the array is declared as an integer array, otherwise a textual append would have been done.  Element 1 (second element, 7878) has 1111 added (7878+1111=8989) and element 2 (third element, 1209) has 2222 added (1209+2222=3431).</a:t>
            </a:r>
          </a:p>
          <a:p>
            <a:r>
              <a:rPr lang="en-GB" dirty="0"/>
              <a:t>In older versions of bash, the normal way of appending to an array was to specify the whole array on the </a:t>
            </a:r>
            <a:r>
              <a:rPr lang="en-GB" dirty="0" err="1"/>
              <a:t>rhs</a:t>
            </a:r>
            <a:r>
              <a:rPr lang="en-GB" dirty="0"/>
              <a:t>:</a:t>
            </a:r>
          </a:p>
          <a:p>
            <a:r>
              <a:rPr lang="en-GB" dirty="0" err="1"/>
              <a:t>inodes</a:t>
            </a:r>
            <a:r>
              <a:rPr lang="en-GB" dirty="0"/>
              <a:t>=(${</a:t>
            </a:r>
            <a:r>
              <a:rPr lang="en-GB" dirty="0" err="1"/>
              <a:t>inodes</a:t>
            </a:r>
            <a:r>
              <a:rPr lang="en-GB" dirty="0"/>
              <a:t>[@]} 3963 5081)</a:t>
            </a:r>
          </a:p>
          <a:p>
            <a:r>
              <a:rPr lang="en-GB" dirty="0"/>
              <a:t>This was inefficient, since the array was expanded as a list on the right of the assignment, which might use up a lot of memory.</a:t>
            </a:r>
          </a:p>
          <a:p>
            <a:r>
              <a:rPr lang="en-GB" dirty="0"/>
              <a:t>Another, more efficient, solution is to get the length of the array (next slide), and use that as an index number (we count from zero, so the highest index is always one less than the length):</a:t>
            </a:r>
          </a:p>
          <a:p>
            <a:r>
              <a:rPr lang="en-GB" dirty="0"/>
              <a:t>array[${#array[@]}]=value</a:t>
            </a:r>
          </a:p>
          <a:p>
            <a:r>
              <a:rPr lang="en-GB" dirty="0"/>
              <a:t>Don't you think array+=(value) is simpler?</a:t>
            </a:r>
          </a:p>
          <a:p>
            <a:endParaRPr lang="en-GB" dirty="0"/>
          </a:p>
        </p:txBody>
      </p:sp>
      <p:sp>
        <p:nvSpPr>
          <p:cNvPr id="6" name="Slide Image Placeholder 5"/>
          <p:cNvSpPr>
            <a:spLocks noGrp="1" noRot="1" noChangeAspect="1"/>
          </p:cNvSpPr>
          <p:nvPr>
            <p:ph type="sldImg"/>
          </p:nvPr>
        </p:nvSpPr>
        <p:spPr/>
      </p:sp>
    </p:spTree>
    <p:extLst>
      <p:ext uri="{BB962C8B-B14F-4D97-AF65-F5344CB8AC3E}">
        <p14:creationId xmlns:p14="http://schemas.microsoft.com/office/powerpoint/2010/main" val="18825637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p:cNvSpPr>
            <a:spLocks noGrp="1" noChangeArrowheads="1"/>
          </p:cNvSpPr>
          <p:nvPr>
            <p:ph type="body" idx="1"/>
          </p:nvPr>
        </p:nvSpPr>
        <p:spPr>
          <a:xfrm>
            <a:off x="685800" y="4400549"/>
            <a:ext cx="5486400" cy="4203519"/>
          </a:xfrm>
        </p:spPr>
        <p:txBody>
          <a:bodyPr>
            <a:normAutofit/>
          </a:bodyPr>
          <a:lstStyle/>
          <a:p>
            <a:r>
              <a:rPr lang="en-GB" dirty="0"/>
              <a:t>To find the length of a single element us ${#array[index]}, which is consistent with the syntax we have seen previously. To find the number of set elements within an array, the notation</a:t>
            </a:r>
          </a:p>
          <a:p>
            <a:r>
              <a:rPr lang="en-GB" dirty="0"/>
              <a:t>	${#array[*]}</a:t>
            </a:r>
          </a:p>
          <a:p>
            <a:r>
              <a:rPr lang="en-GB" dirty="0"/>
              <a:t>or	${#array[@]}</a:t>
            </a:r>
          </a:p>
          <a:p>
            <a:r>
              <a:rPr lang="en-GB" dirty="0"/>
              <a:t>may be used.  The “#” is like $# which counts the number of parameters to a shell script, or like the ${#var} notation to count the number of characters in the variable “var”.  Both notations count all elements which are set, including those which are set to the null string.  There is no way to exclude these null elements from the count without trickery. </a:t>
            </a:r>
          </a:p>
          <a:p>
            <a:r>
              <a:rPr lang="en-GB" dirty="0"/>
              <a:t>The index of the largest value in the array cannot be found.  You might think while (( </a:t>
            </a:r>
            <a:r>
              <a:rPr lang="en-GB" dirty="0" err="1"/>
              <a:t>i</a:t>
            </a:r>
            <a:r>
              <a:rPr lang="en-GB" dirty="0"/>
              <a:t> &lt; ${#array[@]} )) would be a better condition, however this assumes all elements are contiguous.  To ensure that all elements are contiguous, set -A name "${array[@]}“ then the ${#name[*]} notation may be used.</a:t>
            </a:r>
          </a:p>
          <a:p>
            <a:r>
              <a:rPr lang="en-GB" dirty="0"/>
              <a:t>The ksh93 notation ${!array[@]} or ${!array[*]} can be used to return a list of the elements that have been set.  This can be used to set another array: var=(${!array[@]})</a:t>
            </a:r>
          </a:p>
          <a:p>
            <a:r>
              <a:rPr lang="en-GB" dirty="0"/>
              <a:t>Or try this to print the last element:</a:t>
            </a:r>
          </a:p>
          <a:p>
            <a:pPr lvl="1"/>
            <a:r>
              <a:rPr lang="en-GB" dirty="0"/>
              <a:t>	ix=${!names[@]}</a:t>
            </a:r>
          </a:p>
          <a:p>
            <a:pPr lvl="1"/>
            <a:r>
              <a:rPr lang="en-GB" dirty="0"/>
              <a:t>	echo ${names[${ix##* }]}</a:t>
            </a:r>
          </a:p>
        </p:txBody>
      </p:sp>
      <p:sp>
        <p:nvSpPr>
          <p:cNvPr id="5" name="Slide Image Placeholder 4"/>
          <p:cNvSpPr>
            <a:spLocks noGrp="1" noRot="1" noChangeAspect="1"/>
          </p:cNvSpPr>
          <p:nvPr>
            <p:ph type="sldImg"/>
          </p:nvPr>
        </p:nvSpPr>
        <p:spPr/>
      </p:sp>
    </p:spTree>
    <p:extLst>
      <p:ext uri="{BB962C8B-B14F-4D97-AF65-F5344CB8AC3E}">
        <p14:creationId xmlns:p14="http://schemas.microsoft.com/office/powerpoint/2010/main" val="16088527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Notes Placeholder 7"/>
          <p:cNvSpPr>
            <a:spLocks noGrp="1"/>
          </p:cNvSpPr>
          <p:nvPr>
            <p:ph type="body" idx="1"/>
          </p:nvPr>
        </p:nvSpPr>
        <p:spPr/>
        <p:txBody>
          <a:bodyPr>
            <a:normAutofit/>
          </a:bodyPr>
          <a:lstStyle/>
          <a:p>
            <a:r>
              <a:rPr lang="en-GB" dirty="0"/>
              <a:t>The read command can read into an array if the –a option is set.  It uses the IFS variable to determine the field separator and will read each field into a different element in the array.  We can then manipulate the fields individually without creating a child process by invoking cut or awk.</a:t>
            </a:r>
          </a:p>
          <a:p>
            <a:r>
              <a:rPr lang="en-GB" dirty="0"/>
              <a:t>In the example we take a file that uses a colon for a field separator (what would we do without /etc/passwd?) and output it with a different field delimiter, this time a comma.  Of course, that output could be redirected to another file.  We have added a test to omit records that end in /</a:t>
            </a:r>
            <a:r>
              <a:rPr lang="en-GB" dirty="0" err="1"/>
              <a:t>sbin</a:t>
            </a:r>
            <a:r>
              <a:rPr lang="en-GB" dirty="0"/>
              <a:t>/login, we could have hard-coded the index number for this particular file, but we added an example to show how we can get the last field.  We should really have tested that $end was not –1 before indexing the array.</a:t>
            </a:r>
          </a:p>
          <a:p>
            <a:r>
              <a:rPr lang="en-GB" dirty="0"/>
              <a:t>Note the way that IFS is set.  We set it to a comma before entry to the loop, and this is used by the echo statement.  Setting IFS to a colon just before the read is a temporary change for the read command only - it will not overwrite the comma.</a:t>
            </a:r>
          </a:p>
          <a:p>
            <a:r>
              <a:rPr lang="en-GB" dirty="0"/>
              <a:t>The example shows reading from a file, but of course we could instead have read from another program using process substitution &lt;(program-name).</a:t>
            </a:r>
          </a:p>
          <a:p>
            <a:endParaRPr lang="en-GB" dirty="0"/>
          </a:p>
        </p:txBody>
      </p:sp>
      <p:sp>
        <p:nvSpPr>
          <p:cNvPr id="5" name="Slide Image Placeholder 4"/>
          <p:cNvSpPr>
            <a:spLocks noGrp="1" noRot="1" noChangeAspect="1"/>
          </p:cNvSpPr>
          <p:nvPr>
            <p:ph type="sldImg"/>
          </p:nvPr>
        </p:nvSpPr>
        <p:spPr/>
      </p:sp>
    </p:spTree>
    <p:extLst>
      <p:ext uri="{BB962C8B-B14F-4D97-AF65-F5344CB8AC3E}">
        <p14:creationId xmlns:p14="http://schemas.microsoft.com/office/powerpoint/2010/main" val="2790636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Notes Placeholder 7"/>
          <p:cNvSpPr>
            <a:spLocks noGrp="1"/>
          </p:cNvSpPr>
          <p:nvPr>
            <p:ph type="body" idx="1"/>
          </p:nvPr>
        </p:nvSpPr>
        <p:spPr>
          <a:xfrm>
            <a:off x="571499" y="4087041"/>
            <a:ext cx="5714999" cy="4586695"/>
          </a:xfrm>
        </p:spPr>
        <p:txBody>
          <a:bodyPr>
            <a:normAutofit/>
          </a:bodyPr>
          <a:lstStyle/>
          <a:p>
            <a:r>
              <a:rPr lang="en-GB" dirty="0"/>
              <a:t>Associative arrays are supported by many languages.  Instead of accessing elements by their position, they are accessed by a text key.  The keys themselves are not searched sequentially, but by a hash algorithm (a calculation based on the key value), which is why they are called hashes in Perl and Ruby.</a:t>
            </a:r>
          </a:p>
          <a:p>
            <a:r>
              <a:rPr lang="en-GB" dirty="0"/>
              <a:t>Their use is not instantly obvious, but once you start using them you wonder how you did without them.  For example, if you wanted to store an item of data for a list of file names, or usernames, then an associated array is the answer.  If you need to keep a table of valid options, and check that a user's response in present in the table, then use an associative array rather than searching sequentially through an indexed array.</a:t>
            </a:r>
          </a:p>
          <a:p>
            <a:r>
              <a:rPr lang="en-GB" dirty="0"/>
              <a:t>Associative arrays can be populated by anything which could be used as a key, for example:</a:t>
            </a:r>
          </a:p>
          <a:p>
            <a:pPr lvl="1"/>
            <a:r>
              <a:rPr lang="en-GB" dirty="0"/>
              <a:t>declare -A users; IFS=':'</a:t>
            </a:r>
          </a:p>
          <a:p>
            <a:pPr lvl="1"/>
            <a:r>
              <a:rPr lang="en-GB" dirty="0"/>
              <a:t>while read </a:t>
            </a:r>
            <a:r>
              <a:rPr lang="en-GB" dirty="0" err="1"/>
              <a:t>uname</a:t>
            </a:r>
            <a:r>
              <a:rPr lang="en-GB" dirty="0"/>
              <a:t> others</a:t>
            </a:r>
          </a:p>
          <a:p>
            <a:pPr lvl="1"/>
            <a:r>
              <a:rPr lang="en-GB" dirty="0"/>
              <a:t>do   users[$</a:t>
            </a:r>
            <a:r>
              <a:rPr lang="en-GB" dirty="0" err="1"/>
              <a:t>uname</a:t>
            </a:r>
            <a:r>
              <a:rPr lang="en-GB" dirty="0"/>
              <a:t>]="$others"</a:t>
            </a:r>
          </a:p>
          <a:p>
            <a:pPr lvl="1"/>
            <a:r>
              <a:rPr lang="en-GB" dirty="0"/>
              <a:t>done &lt; /etc/passwd</a:t>
            </a:r>
          </a:p>
          <a:p>
            <a:pPr lvl="1"/>
            <a:r>
              <a:rPr lang="en-GB" dirty="0"/>
              <a:t>while :</a:t>
            </a:r>
          </a:p>
          <a:p>
            <a:pPr lvl="1"/>
            <a:r>
              <a:rPr lang="en-GB" dirty="0"/>
              <a:t>do</a:t>
            </a:r>
          </a:p>
          <a:p>
            <a:pPr lvl="1"/>
            <a:r>
              <a:rPr lang="en-GB" dirty="0"/>
              <a:t>    read -p 'Please enter a user name:' </a:t>
            </a:r>
            <a:r>
              <a:rPr lang="en-GB" dirty="0" err="1"/>
              <a:t>uname</a:t>
            </a:r>
            <a:endParaRPr lang="en-GB" dirty="0"/>
          </a:p>
          <a:p>
            <a:pPr lvl="1"/>
            <a:r>
              <a:rPr lang="en-GB" dirty="0"/>
              <a:t>    if [[ -n ${users[$</a:t>
            </a:r>
            <a:r>
              <a:rPr lang="en-GB" dirty="0" err="1"/>
              <a:t>uname</a:t>
            </a:r>
            <a:r>
              <a:rPr lang="en-GB" dirty="0"/>
              <a:t>]} ]]; then</a:t>
            </a:r>
          </a:p>
          <a:p>
            <a:pPr lvl="1"/>
            <a:r>
              <a:rPr lang="en-GB" dirty="0"/>
              <a:t>        echo "Details for $</a:t>
            </a:r>
            <a:r>
              <a:rPr lang="en-GB" dirty="0" err="1"/>
              <a:t>uname</a:t>
            </a:r>
            <a:r>
              <a:rPr lang="en-GB" dirty="0"/>
              <a:t>: ${users[$</a:t>
            </a:r>
            <a:r>
              <a:rPr lang="en-GB" dirty="0" err="1"/>
              <a:t>uname</a:t>
            </a:r>
            <a:r>
              <a:rPr lang="en-GB" dirty="0"/>
              <a:t>]}"</a:t>
            </a:r>
          </a:p>
          <a:p>
            <a:pPr lvl="1"/>
            <a:r>
              <a:rPr lang="en-GB" dirty="0"/>
              <a:t>     else   echo "$</a:t>
            </a:r>
            <a:r>
              <a:rPr lang="en-GB" dirty="0" err="1"/>
              <a:t>uname</a:t>
            </a:r>
            <a:r>
              <a:rPr lang="en-GB" dirty="0"/>
              <a:t> not found"</a:t>
            </a:r>
          </a:p>
          <a:p>
            <a:pPr lvl="1"/>
            <a:r>
              <a:rPr lang="en-GB" dirty="0"/>
              <a:t>    fi</a:t>
            </a:r>
          </a:p>
          <a:p>
            <a:pPr lvl="1"/>
            <a:r>
              <a:rPr lang="en-GB" dirty="0"/>
              <a:t>done</a:t>
            </a:r>
          </a:p>
          <a:p>
            <a:endParaRPr lang="en-GB" dirty="0"/>
          </a:p>
          <a:p>
            <a:endParaRPr lang="en-GB" dirty="0"/>
          </a:p>
        </p:txBody>
      </p:sp>
      <p:sp>
        <p:nvSpPr>
          <p:cNvPr id="5" name="Slide Image Placeholder 4"/>
          <p:cNvSpPr>
            <a:spLocks noGrp="1" noRot="1" noChangeAspect="1"/>
          </p:cNvSpPr>
          <p:nvPr>
            <p:ph type="sldImg"/>
          </p:nvPr>
        </p:nvSpPr>
        <p:spPr>
          <a:xfrm>
            <a:off x="571500" y="581025"/>
            <a:ext cx="5715000" cy="3216275"/>
          </a:xfrm>
        </p:spPr>
      </p:sp>
    </p:spTree>
    <p:extLst>
      <p:ext uri="{BB962C8B-B14F-4D97-AF65-F5344CB8AC3E}">
        <p14:creationId xmlns:p14="http://schemas.microsoft.com/office/powerpoint/2010/main" val="1269418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9A28EA-8AB7-4557-90FD-5DE8F6DD2292}"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09490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3.xml"/><Relationship Id="rId5" Type="http://schemas.openxmlformats.org/officeDocument/2006/relationships/image" Target="../media/image26.png"/><Relationship Id="rId4" Type="http://schemas.openxmlformats.org/officeDocument/2006/relationships/image" Target="../media/image30.em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2.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Green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3pPr>
              <a:defRPr/>
            </a:lvl3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374845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652975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10416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326374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114319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51552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629272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685570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10283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27512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570953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image" Target="../media/image25.png"/><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theme" Target="../theme/theme3.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956"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0075616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p:txBody>
          <a:bodyPr/>
          <a:lstStyle/>
          <a:p>
            <a:r>
              <a:rPr lang="en-GB" dirty="0"/>
              <a:t>Appendix A: Bash variables</a:t>
            </a:r>
            <a:endParaRPr lang="en-US" dirty="0"/>
          </a:p>
        </p:txBody>
      </p:sp>
      <p:sp>
        <p:nvSpPr>
          <p:cNvPr id="5" name="Subtitle 4">
            <a:extLst>
              <a:ext uri="{FF2B5EF4-FFF2-40B4-BE49-F238E27FC236}">
                <a16:creationId xmlns:a16="http://schemas.microsoft.com/office/drawing/2014/main" id="{0BD1E1B0-F60E-F8EE-78C0-8498C706017E}"/>
              </a:ext>
            </a:extLst>
          </p:cNvPr>
          <p:cNvSpPr>
            <a:spLocks noGrp="1"/>
          </p:cNvSpPr>
          <p:nvPr>
            <p:ph type="subTitle" idx="1"/>
          </p:nvPr>
        </p:nvSpPr>
        <p:spPr/>
        <p:txBody>
          <a:bodyPr/>
          <a:lstStyle/>
          <a:p>
            <a:endParaRPr lang="en-GB"/>
          </a:p>
        </p:txBody>
      </p:sp>
      <p:graphicFrame>
        <p:nvGraphicFramePr>
          <p:cNvPr id="2" name="Table 1">
            <a:extLst>
              <a:ext uri="{FF2B5EF4-FFF2-40B4-BE49-F238E27FC236}">
                <a16:creationId xmlns:a16="http://schemas.microsoft.com/office/drawing/2014/main" id="{83FB7A79-1EA3-0DEB-A704-928D1F26E6A6}"/>
              </a:ext>
            </a:extLst>
          </p:cNvPr>
          <p:cNvGraphicFramePr>
            <a:graphicFrameLocks noGrp="1"/>
          </p:cNvGraphicFramePr>
          <p:nvPr>
            <p:extLst>
              <p:ext uri="{D42A27DB-BD31-4B8C-83A1-F6EECF244321}">
                <p14:modId xmlns:p14="http://schemas.microsoft.com/office/powerpoint/2010/main" val="3769500377"/>
              </p:ext>
            </p:extLst>
          </p:nvPr>
        </p:nvGraphicFramePr>
        <p:xfrm>
          <a:off x="473406" y="3746650"/>
          <a:ext cx="5298744" cy="1320651"/>
        </p:xfrm>
        <a:graphic>
          <a:graphicData uri="http://schemas.openxmlformats.org/drawingml/2006/table">
            <a:tbl>
              <a:tblPr firstRow="1" bandRow="1">
                <a:tableStyleId>{F2DE63D5-997A-4646-A377-4702673A728D}</a:tableStyleId>
              </a:tblPr>
              <a:tblGrid>
                <a:gridCol w="5298744">
                  <a:extLst>
                    <a:ext uri="{9D8B030D-6E8A-4147-A177-3AD203B41FA5}">
                      <a16:colId xmlns:a16="http://schemas.microsoft.com/office/drawing/2014/main" val="2961166630"/>
                    </a:ext>
                  </a:extLst>
                </a:gridCol>
              </a:tblGrid>
              <a:tr h="440217">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dirty="0">
                          <a:solidFill>
                            <a:schemeClr val="tx1"/>
                          </a:solidFill>
                          <a:latin typeface="+mn-lt"/>
                        </a:rPr>
                        <a:t>A: Bash variables</a:t>
                      </a:r>
                    </a:p>
                  </a:txBody>
                  <a:tcPr/>
                </a:tc>
                <a:extLst>
                  <a:ext uri="{0D108BD9-81ED-4DB2-BD59-A6C34878D82A}">
                    <a16:rowId xmlns:a16="http://schemas.microsoft.com/office/drawing/2014/main" val="1661260948"/>
                  </a:ext>
                </a:extLst>
              </a:tr>
              <a:tr h="44021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dirty="0">
                          <a:solidFill>
                            <a:schemeClr val="tx1"/>
                          </a:solidFill>
                          <a:latin typeface="+mn-lt"/>
                        </a:rPr>
                        <a:t>B: awk</a:t>
                      </a:r>
                    </a:p>
                  </a:txBody>
                  <a:tcPr/>
                </a:tc>
                <a:extLst>
                  <a:ext uri="{0D108BD9-81ED-4DB2-BD59-A6C34878D82A}">
                    <a16:rowId xmlns:a16="http://schemas.microsoft.com/office/drawing/2014/main" val="4257274740"/>
                  </a:ext>
                </a:extLst>
              </a:tr>
              <a:tr h="44021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dirty="0">
                          <a:solidFill>
                            <a:schemeClr val="tx1"/>
                          </a:solidFill>
                          <a:latin typeface="+mn-lt"/>
                        </a:rPr>
                        <a:t>C: Tools by example</a:t>
                      </a:r>
                      <a:endParaRPr lang="en-GB" sz="1800" dirty="0">
                        <a:solidFill>
                          <a:schemeClr val="tx1"/>
                        </a:solidFill>
                        <a:latin typeface="+mn-lt"/>
                      </a:endParaRPr>
                    </a:p>
                  </a:txBody>
                  <a:tcPr/>
                </a:tc>
                <a:extLst>
                  <a:ext uri="{0D108BD9-81ED-4DB2-BD59-A6C34878D82A}">
                    <a16:rowId xmlns:a16="http://schemas.microsoft.com/office/drawing/2014/main" val="1554429816"/>
                  </a:ext>
                </a:extLst>
              </a:tr>
            </a:tbl>
          </a:graphicData>
        </a:graphic>
      </p:graphicFrame>
    </p:spTree>
    <p:extLst>
      <p:ext uri="{BB962C8B-B14F-4D97-AF65-F5344CB8AC3E}">
        <p14:creationId xmlns:p14="http://schemas.microsoft.com/office/powerpoint/2010/main" val="19696155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E7B0F52-CF27-C4BE-7354-D53272634C59}"/>
              </a:ext>
            </a:extLst>
          </p:cNvPr>
          <p:cNvSpPr>
            <a:spLocks noGrp="1"/>
          </p:cNvSpPr>
          <p:nvPr>
            <p:ph type="ctrTitle"/>
          </p:nvPr>
        </p:nvSpPr>
        <p:spPr/>
        <p:txBody>
          <a:bodyPr/>
          <a:lstStyle/>
          <a:p>
            <a:r>
              <a:rPr lang="en-GB" dirty="0"/>
              <a:t>Creating variables</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endParaRPr lang="en-US" sz="1800" spc="-20" dirty="0">
              <a:solidFill>
                <a:schemeClr val="tx1"/>
              </a:solidFill>
            </a:endParaRPr>
          </a:p>
          <a:p>
            <a:pPr marL="289957" indent="-280154">
              <a:spcBef>
                <a:spcPts val="569"/>
              </a:spcBef>
              <a:buClr>
                <a:srgbClr val="000000"/>
              </a:buClr>
              <a:buFont typeface="Arial"/>
              <a:buChar char="•"/>
              <a:tabLst>
                <a:tab pos="289957" algn="l"/>
                <a:tab pos="290473" algn="l"/>
              </a:tabLst>
            </a:pPr>
            <a:r>
              <a:rPr lang="en-US" sz="1800" spc="-20" dirty="0">
                <a:solidFill>
                  <a:schemeClr val="tx1"/>
                </a:solidFill>
              </a:rPr>
              <a:t>Assigning a variable:</a:t>
            </a:r>
          </a:p>
          <a:p>
            <a:pPr marL="289957" indent="-280154">
              <a:spcBef>
                <a:spcPts val="569"/>
              </a:spcBef>
              <a:buClr>
                <a:srgbClr val="000000"/>
              </a:buClr>
              <a:buFont typeface="Arial"/>
              <a:buChar char="•"/>
              <a:tabLst>
                <a:tab pos="289957" algn="l"/>
                <a:tab pos="290473" algn="l"/>
              </a:tabLst>
            </a:pPr>
            <a:endParaRPr lang="en-US" sz="1800" spc="-20" dirty="0">
              <a:solidFill>
                <a:schemeClr val="tx1"/>
              </a:solidFill>
            </a:endParaRPr>
          </a:p>
          <a:p>
            <a:pPr marL="469953" lvl="1" indent="-280154">
              <a:spcBef>
                <a:spcPts val="569"/>
              </a:spcBef>
              <a:buClr>
                <a:srgbClr val="000000"/>
              </a:buClr>
              <a:buFont typeface="Arial"/>
              <a:buChar char="•"/>
              <a:tabLst>
                <a:tab pos="289957" algn="l"/>
                <a:tab pos="290473" algn="l"/>
              </a:tabLst>
            </a:pPr>
            <a:r>
              <a:rPr lang="en-US" sz="1800" spc="-20" dirty="0"/>
              <a:t>No spaces are allowed around the equal sign.</a:t>
            </a:r>
          </a:p>
          <a:p>
            <a:pPr marL="469953" lvl="1" indent="-280154">
              <a:spcBef>
                <a:spcPts val="569"/>
              </a:spcBef>
              <a:buClr>
                <a:srgbClr val="000000"/>
              </a:buClr>
              <a:buFont typeface="Arial"/>
              <a:buChar char="•"/>
              <a:tabLst>
                <a:tab pos="289957" algn="l"/>
                <a:tab pos="290473" algn="l"/>
              </a:tabLst>
            </a:pPr>
            <a:r>
              <a:rPr lang="en-US" sz="1800" spc="-20" dirty="0"/>
              <a:t>If a value requires spaces, quotes must be used.</a:t>
            </a:r>
          </a:p>
          <a:p>
            <a:pPr marL="9803" indent="0">
              <a:spcBef>
                <a:spcPts val="569"/>
              </a:spcBef>
              <a:buClr>
                <a:srgbClr val="000000"/>
              </a:buClr>
              <a:buNone/>
              <a:tabLst>
                <a:tab pos="289957" algn="l"/>
                <a:tab pos="290473" algn="l"/>
              </a:tabLst>
            </a:pPr>
            <a:endParaRPr lang="en-US" sz="1800" spc="-2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2</a:t>
            </a:fld>
            <a:endParaRPr lang="en-GB"/>
          </a:p>
        </p:txBody>
      </p:sp>
      <p:sp>
        <p:nvSpPr>
          <p:cNvPr id="7" name="Rectangle 3">
            <a:extLst>
              <a:ext uri="{FF2B5EF4-FFF2-40B4-BE49-F238E27FC236}">
                <a16:creationId xmlns:a16="http://schemas.microsoft.com/office/drawing/2014/main" id="{CF4F9CDB-FBBB-8DED-4995-E86B75AA0290}"/>
              </a:ext>
            </a:extLst>
          </p:cNvPr>
          <p:cNvSpPr>
            <a:spLocks noChangeArrowheads="1"/>
          </p:cNvSpPr>
          <p:nvPr/>
        </p:nvSpPr>
        <p:spPr bwMode="auto">
          <a:xfrm>
            <a:off x="3398120" y="2072161"/>
            <a:ext cx="6770077" cy="420628"/>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36116">
              <a:spcBef>
                <a:spcPts val="211"/>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49"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Variable_Name</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avalue</a:t>
            </a:r>
            <a:endParaRPr lang="en-GB"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082827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70F1CAE-7D21-6D95-E053-34EE42FCEDD4}"/>
              </a:ext>
            </a:extLst>
          </p:cNvPr>
          <p:cNvSpPr>
            <a:spLocks noGrp="1"/>
          </p:cNvSpPr>
          <p:nvPr>
            <p:ph type="ctrTitle"/>
          </p:nvPr>
        </p:nvSpPr>
        <p:spPr/>
        <p:txBody>
          <a:bodyPr/>
          <a:lstStyle/>
          <a:p>
            <a:r>
              <a:rPr lang="en-GB" dirty="0"/>
              <a:t>Variable expansion</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20" dirty="0">
                <a:solidFill>
                  <a:schemeClr val="tx1"/>
                </a:solidFill>
                <a:cs typeface="Segoe UI"/>
              </a:rPr>
              <a:t>Reading a value in a variable (expansion):</a:t>
            </a:r>
          </a:p>
          <a:p>
            <a:pPr marL="289957" indent="-280154">
              <a:spcBef>
                <a:spcPts val="569"/>
              </a:spcBef>
              <a:buClr>
                <a:srgbClr val="000000"/>
              </a:buClr>
              <a:buFont typeface="Arial"/>
              <a:buChar char="•"/>
              <a:tabLst>
                <a:tab pos="289957" algn="l"/>
                <a:tab pos="290473" algn="l"/>
              </a:tabLst>
            </a:pPr>
            <a:endParaRPr lang="en-US" sz="1800" spc="-20" dirty="0">
              <a:solidFill>
                <a:schemeClr val="tx1"/>
              </a:solidFill>
              <a:cs typeface="Segoe UI"/>
            </a:endParaRPr>
          </a:p>
          <a:p>
            <a:pPr marL="289957" indent="-280154">
              <a:spcBef>
                <a:spcPts val="569"/>
              </a:spcBef>
              <a:buClr>
                <a:srgbClr val="000000"/>
              </a:buClr>
              <a:buFont typeface="Arial"/>
              <a:buChar char="•"/>
              <a:tabLst>
                <a:tab pos="289957" algn="l"/>
                <a:tab pos="290473" algn="l"/>
              </a:tabLst>
            </a:pPr>
            <a:endParaRPr lang="en-US" sz="1800" spc="-20" dirty="0">
              <a:solidFill>
                <a:schemeClr val="tx1"/>
              </a:solidFill>
              <a:cs typeface="Segoe UI"/>
            </a:endParaRPr>
          </a:p>
          <a:p>
            <a:pPr marL="289957" indent="-280154">
              <a:spcBef>
                <a:spcPts val="569"/>
              </a:spcBef>
              <a:buClr>
                <a:srgbClr val="000000"/>
              </a:buClr>
              <a:buFont typeface="Arial"/>
              <a:buChar char="•"/>
              <a:tabLst>
                <a:tab pos="289957" algn="l"/>
                <a:tab pos="290473" algn="l"/>
              </a:tabLst>
            </a:pPr>
            <a:endParaRPr lang="en-US" sz="1800" spc="-20" dirty="0">
              <a:solidFill>
                <a:schemeClr val="tx1"/>
              </a:solidFill>
              <a:cs typeface="Segoe UI"/>
            </a:endParaRPr>
          </a:p>
          <a:p>
            <a:pPr marL="289957" indent="-280154">
              <a:spcBef>
                <a:spcPts val="569"/>
              </a:spcBef>
              <a:buClr>
                <a:srgbClr val="000000"/>
              </a:buClr>
              <a:buFont typeface="Arial"/>
              <a:buChar char="•"/>
              <a:tabLst>
                <a:tab pos="289957" algn="l"/>
                <a:tab pos="290473" algn="l"/>
              </a:tabLst>
            </a:pPr>
            <a:endParaRPr lang="en-US" sz="1800" spc="-20" dirty="0">
              <a:solidFill>
                <a:schemeClr val="tx1"/>
              </a:solidFill>
              <a:cs typeface="Segoe UI"/>
            </a:endParaRPr>
          </a:p>
          <a:p>
            <a:pPr marL="289957" indent="-280154">
              <a:spcBef>
                <a:spcPts val="569"/>
              </a:spcBef>
              <a:buClr>
                <a:srgbClr val="000000"/>
              </a:buClr>
              <a:buFont typeface="Arial"/>
              <a:buChar char="•"/>
              <a:tabLst>
                <a:tab pos="289957" algn="l"/>
                <a:tab pos="290473" algn="l"/>
              </a:tabLst>
            </a:pPr>
            <a:endParaRPr lang="en-US" sz="1800" spc="-20" dirty="0">
              <a:solidFill>
                <a:schemeClr val="tx1"/>
              </a:solidFill>
              <a:cs typeface="Segoe UI"/>
            </a:endParaRPr>
          </a:p>
          <a:p>
            <a:pPr marL="469953" lvl="1" indent="-280154">
              <a:spcBef>
                <a:spcPts val="569"/>
              </a:spcBef>
              <a:buClr>
                <a:srgbClr val="000000"/>
              </a:buClr>
              <a:buFont typeface="Arial"/>
              <a:buChar char="•"/>
              <a:tabLst>
                <a:tab pos="289957" algn="l"/>
                <a:tab pos="290473" algn="l"/>
              </a:tabLst>
            </a:pPr>
            <a:r>
              <a:rPr lang="en-US" sz="1800" spc="-20" dirty="0">
                <a:cs typeface="Segoe UI"/>
              </a:rPr>
              <a:t>Or:</a:t>
            </a:r>
            <a:endParaRPr lang="en-US" sz="1800" dirty="0">
              <a:cs typeface="Segoe UI"/>
            </a:endParaRPr>
          </a:p>
          <a:p>
            <a:endParaRPr lang="en-GB" sz="1800" dirty="0">
              <a:solidFill>
                <a:schemeClr val="tx1"/>
              </a:solidFill>
            </a:endParaRPr>
          </a:p>
          <a:p>
            <a:endParaRPr lang="en-GB" sz="32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3</a:t>
            </a:fld>
            <a:endParaRPr lang="en-GB"/>
          </a:p>
        </p:txBody>
      </p:sp>
      <p:sp>
        <p:nvSpPr>
          <p:cNvPr id="10" name="Rectangle 3">
            <a:extLst>
              <a:ext uri="{FF2B5EF4-FFF2-40B4-BE49-F238E27FC236}">
                <a16:creationId xmlns:a16="http://schemas.microsoft.com/office/drawing/2014/main" id="{5A2EA8B5-7149-6F56-BFB4-9B1011741CCC}"/>
              </a:ext>
            </a:extLst>
          </p:cNvPr>
          <p:cNvSpPr>
            <a:spLocks noChangeArrowheads="1"/>
          </p:cNvSpPr>
          <p:nvPr/>
        </p:nvSpPr>
        <p:spPr bwMode="auto">
          <a:xfrm>
            <a:off x="2710167" y="2695087"/>
            <a:ext cx="6770077" cy="679673"/>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cs typeface="Hack" panose="020B0609030202020204" pitchFamily="49" charset="0"/>
              </a:rPr>
              <a:t>$</a:t>
            </a:r>
            <a:r>
              <a:rPr lang="en-GB" spc="-37" dirty="0">
                <a:solidFill>
                  <a:schemeClr val="bg1"/>
                </a:solidFill>
                <a:cs typeface="Hack" panose="020B0609030202020204" pitchFamily="49" charset="0"/>
              </a:rPr>
              <a:t> </a:t>
            </a:r>
            <a:r>
              <a:rPr lang="en-GB" b="1" spc="-4" dirty="0">
                <a:solidFill>
                  <a:schemeClr val="bg1"/>
                </a:solidFill>
                <a:cs typeface="Hack" panose="020B0609030202020204" pitchFamily="49" charset="0"/>
              </a:rPr>
              <a:t>echo</a:t>
            </a:r>
            <a:r>
              <a:rPr lang="en-GB" b="1" spc="-37" dirty="0">
                <a:solidFill>
                  <a:schemeClr val="bg1"/>
                </a:solidFill>
                <a:cs typeface="Hack" panose="020B0609030202020204" pitchFamily="49" charset="0"/>
              </a:rPr>
              <a:t> </a:t>
            </a:r>
            <a:r>
              <a:rPr lang="en-GB" b="1" spc="-4" dirty="0">
                <a:solidFill>
                  <a:schemeClr val="bg1"/>
                </a:solidFill>
                <a:cs typeface="Hack" panose="020B0609030202020204" pitchFamily="49" charset="0"/>
              </a:rPr>
              <a:t>${</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Variable_Name</a:t>
            </a:r>
            <a:r>
              <a:rPr lang="en-GB" b="1" spc="-4" dirty="0">
                <a:solidFill>
                  <a:schemeClr val="bg1"/>
                </a:solidFill>
                <a:cs typeface="Hack" panose="020B0609030202020204" pitchFamily="49" charset="0"/>
              </a:rPr>
              <a:t>}</a:t>
            </a:r>
            <a:endParaRPr lang="en-GB" dirty="0">
              <a:solidFill>
                <a:schemeClr val="bg1"/>
              </a:solidFill>
              <a:cs typeface="Hack" panose="020B0609030202020204" pitchFamily="49" charset="0"/>
            </a:endParaRPr>
          </a:p>
          <a:p>
            <a:pPr marL="10319">
              <a:spcBef>
                <a:spcPts val="61"/>
              </a:spcBef>
            </a:pPr>
            <a:r>
              <a:rPr lang="en-GB" sz="1600" spc="-4" dirty="0" err="1">
                <a:solidFill>
                  <a:schemeClr val="bg1"/>
                </a:solidFill>
                <a:cs typeface="Hack" panose="020B0609030202020204" pitchFamily="49" charset="0"/>
              </a:rPr>
              <a:t>avalue</a:t>
            </a:r>
            <a:endParaRPr lang="en-GB" sz="1600" dirty="0">
              <a:solidFill>
                <a:schemeClr val="bg1"/>
              </a:solidFill>
              <a:cs typeface="Hack" panose="020B0609030202020204" pitchFamily="49" charset="0"/>
            </a:endParaRPr>
          </a:p>
        </p:txBody>
      </p:sp>
      <p:sp>
        <p:nvSpPr>
          <p:cNvPr id="11" name="Rectangle 3">
            <a:extLst>
              <a:ext uri="{FF2B5EF4-FFF2-40B4-BE49-F238E27FC236}">
                <a16:creationId xmlns:a16="http://schemas.microsoft.com/office/drawing/2014/main" id="{1A024438-FC1B-F197-8C51-D8EE9E1DE430}"/>
              </a:ext>
            </a:extLst>
          </p:cNvPr>
          <p:cNvSpPr>
            <a:spLocks noChangeArrowheads="1"/>
          </p:cNvSpPr>
          <p:nvPr/>
        </p:nvSpPr>
        <p:spPr bwMode="auto">
          <a:xfrm>
            <a:off x="2710167" y="4694443"/>
            <a:ext cx="6770077" cy="679673"/>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cs typeface="Hack" panose="020B0609030202020204" pitchFamily="49" charset="0"/>
              </a:rPr>
              <a:t>$</a:t>
            </a:r>
            <a:r>
              <a:rPr lang="en-GB" spc="-37" dirty="0">
                <a:solidFill>
                  <a:schemeClr val="bg1"/>
                </a:solidFill>
                <a:cs typeface="Hack" panose="020B0609030202020204" pitchFamily="49" charset="0"/>
              </a:rPr>
              <a:t> </a:t>
            </a:r>
            <a:r>
              <a:rPr lang="en-GB" b="1" spc="-4" dirty="0">
                <a:solidFill>
                  <a:schemeClr val="bg1"/>
                </a:solidFill>
                <a:cs typeface="Hack" panose="020B0609030202020204" pitchFamily="49" charset="0"/>
              </a:rPr>
              <a:t>echo</a:t>
            </a:r>
            <a:r>
              <a:rPr lang="en-GB" b="1" spc="-37" dirty="0">
                <a:solidFill>
                  <a:schemeClr val="bg1"/>
                </a:solidFill>
                <a:cs typeface="Hack" panose="020B0609030202020204" pitchFamily="49" charset="0"/>
              </a:rPr>
              <a:t> </a:t>
            </a:r>
            <a:r>
              <a:rPr lang="en-GB" b="1" spc="-4" dirty="0">
                <a:solidFill>
                  <a:schemeClr val="bg1"/>
                </a:solidFill>
                <a:cs typeface="Hack" panose="020B0609030202020204" pitchFamily="49" charset="0"/>
              </a:rPr>
              <a:t>$</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Variable_Name</a:t>
            </a:r>
            <a:endParaRPr lang="en-GB" dirty="0">
              <a:solidFill>
                <a:schemeClr val="bg1"/>
              </a:solidFill>
              <a:cs typeface="Hack" panose="020B0609030202020204" pitchFamily="49" charset="0"/>
            </a:endParaRPr>
          </a:p>
          <a:p>
            <a:pPr marL="10319">
              <a:spcBef>
                <a:spcPts val="61"/>
              </a:spcBef>
            </a:pPr>
            <a:r>
              <a:rPr lang="en-GB" sz="1600" spc="-4" dirty="0" err="1">
                <a:solidFill>
                  <a:schemeClr val="bg1"/>
                </a:solidFill>
                <a:cs typeface="Hack" panose="020B0609030202020204" pitchFamily="49" charset="0"/>
              </a:rPr>
              <a:t>avalue</a:t>
            </a:r>
            <a:endParaRPr lang="en-GB" sz="1600" dirty="0">
              <a:solidFill>
                <a:schemeClr val="bg1"/>
              </a:solidFill>
              <a:cs typeface="Hack" panose="020B0609030202020204" pitchFamily="49" charset="0"/>
            </a:endParaRPr>
          </a:p>
        </p:txBody>
      </p:sp>
    </p:spTree>
    <p:extLst>
      <p:ext uri="{BB962C8B-B14F-4D97-AF65-F5344CB8AC3E}">
        <p14:creationId xmlns:p14="http://schemas.microsoft.com/office/powerpoint/2010/main" val="2586362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54A4A5-B0FF-6404-0AE9-F6C87863FE5F}"/>
              </a:ext>
            </a:extLst>
          </p:cNvPr>
          <p:cNvSpPr>
            <a:spLocks noGrp="1"/>
          </p:cNvSpPr>
          <p:nvPr>
            <p:ph type="ctrTitle"/>
          </p:nvPr>
        </p:nvSpPr>
        <p:spPr/>
        <p:txBody>
          <a:bodyPr/>
          <a:lstStyle/>
          <a:p>
            <a:r>
              <a:rPr lang="en-GB" dirty="0"/>
              <a:t>Re-parsing</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a:bodyPr>
          <a:lstStyle/>
          <a:p>
            <a:r>
              <a:rPr lang="en-GB" dirty="0">
                <a:solidFill>
                  <a:schemeClr val="tx1"/>
                </a:solidFill>
              </a:rPr>
              <a:t>Imagine when value of a variable is a name of another variable:</a:t>
            </a:r>
          </a:p>
          <a:p>
            <a:endParaRPr lang="en-GB" dirty="0">
              <a:solidFill>
                <a:schemeClr val="tx1"/>
              </a:solidFill>
            </a:endParaRPr>
          </a:p>
          <a:p>
            <a:endParaRPr lang="en-GB" dirty="0">
              <a:solidFill>
                <a:schemeClr val="tx1"/>
              </a:solidFill>
            </a:endParaRPr>
          </a:p>
          <a:p>
            <a:r>
              <a:rPr lang="en-GB" dirty="0">
                <a:solidFill>
                  <a:schemeClr val="tx1"/>
                </a:solidFill>
              </a:rPr>
              <a:t>Shell does one pass of the command line. It’s impossible to get a “value of a value” in one go.</a:t>
            </a:r>
          </a:p>
          <a:p>
            <a:pPr lvl="1"/>
            <a:endParaRPr lang="en-GB" dirty="0"/>
          </a:p>
          <a:p>
            <a:pPr lvl="1"/>
            <a:endParaRPr lang="en-GB" dirty="0"/>
          </a:p>
          <a:p>
            <a:pPr lvl="1"/>
            <a:endParaRPr lang="en-GB" dirty="0"/>
          </a:p>
          <a:p>
            <a:pPr lvl="1"/>
            <a:endParaRPr lang="en-GB" dirty="0"/>
          </a:p>
          <a:p>
            <a:pPr lvl="1"/>
            <a:endParaRPr lang="en-GB" dirty="0"/>
          </a:p>
          <a:p>
            <a:pPr lvl="1"/>
            <a:endParaRPr lang="en-GB" dirty="0"/>
          </a:p>
          <a:p>
            <a:r>
              <a:rPr lang="en-GB" dirty="0">
                <a:solidFill>
                  <a:schemeClr val="tx1"/>
                </a:solidFill>
              </a:rPr>
              <a:t>The </a:t>
            </a:r>
            <a:r>
              <a:rPr lang="en-GB" b="1" dirty="0">
                <a:solidFill>
                  <a:srgbClr val="0000C8"/>
                </a:solidFill>
                <a:latin typeface="Hack" panose="020B0609030202020204" pitchFamily="49" charset="0"/>
                <a:ea typeface="Hack" panose="020B0609030202020204" pitchFamily="49" charset="0"/>
                <a:cs typeface="Hack" panose="020B0609030202020204" pitchFamily="49" charset="0"/>
              </a:rPr>
              <a:t>eval</a:t>
            </a:r>
            <a:r>
              <a:rPr lang="en-GB" dirty="0"/>
              <a:t> </a:t>
            </a:r>
            <a:r>
              <a:rPr lang="en-GB" dirty="0">
                <a:solidFill>
                  <a:schemeClr val="tx1"/>
                </a:solidFill>
              </a:rPr>
              <a:t>built-in causes the shell to re-parse the current line (i.e., scan it twice).</a:t>
            </a:r>
          </a:p>
          <a:p>
            <a:endParaRPr lang="en-GB" dirty="0">
              <a:solidFill>
                <a:schemeClr val="tx1"/>
              </a:solidFill>
            </a:endParaRPr>
          </a:p>
          <a:p>
            <a:endParaRPr lang="en-GB"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4</a:t>
            </a:fld>
            <a:endParaRPr lang="en-GB"/>
          </a:p>
        </p:txBody>
      </p:sp>
      <p:sp>
        <p:nvSpPr>
          <p:cNvPr id="10" name="Rectangle 3">
            <a:extLst>
              <a:ext uri="{FF2B5EF4-FFF2-40B4-BE49-F238E27FC236}">
                <a16:creationId xmlns:a16="http://schemas.microsoft.com/office/drawing/2014/main" id="{5A2EA8B5-7149-6F56-BFB4-9B1011741CCC}"/>
              </a:ext>
            </a:extLst>
          </p:cNvPr>
          <p:cNvSpPr>
            <a:spLocks noChangeArrowheads="1"/>
          </p:cNvSpPr>
          <p:nvPr/>
        </p:nvSpPr>
        <p:spPr bwMode="auto">
          <a:xfrm>
            <a:off x="4163377" y="5455824"/>
            <a:ext cx="6770077" cy="679673"/>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z="1800" spc="-4" dirty="0">
                <a:solidFill>
                  <a:srgbClr val="FFFF00"/>
                </a:solidFill>
                <a:cs typeface="Hack" panose="020B0609030202020204" pitchFamily="49" charset="0"/>
              </a:rPr>
              <a:t>$</a:t>
            </a:r>
            <a:r>
              <a:rPr lang="en-GB" sz="1800" spc="-37" dirty="0">
                <a:solidFill>
                  <a:schemeClr val="bg1"/>
                </a:solidFill>
                <a:cs typeface="Hack" panose="020B0609030202020204" pitchFamily="49" charset="0"/>
              </a:rPr>
              <a:t> </a:t>
            </a:r>
            <a:r>
              <a:rPr lang="en-GB" sz="1800" b="1" spc="-4" dirty="0">
                <a:solidFill>
                  <a:schemeClr val="bg1"/>
                </a:solidFill>
                <a:latin typeface="Hack" panose="020B0609030202020204" pitchFamily="49" charset="0"/>
                <a:ea typeface="Hack" panose="020B0609030202020204" pitchFamily="49" charset="0"/>
                <a:cs typeface="Hack" panose="020B0609030202020204" pitchFamily="49" charset="0"/>
              </a:rPr>
              <a:t>eval "echo \$$</a:t>
            </a:r>
            <a:r>
              <a:rPr lang="en-GB" sz="1800" b="1" spc="-4" dirty="0" err="1">
                <a:solidFill>
                  <a:schemeClr val="bg1"/>
                </a:solidFill>
                <a:latin typeface="Hack" panose="020B0609030202020204" pitchFamily="49" charset="0"/>
                <a:ea typeface="Hack" panose="020B0609030202020204" pitchFamily="49" charset="0"/>
                <a:cs typeface="Hack" panose="020B0609030202020204" pitchFamily="49" charset="0"/>
              </a:rPr>
              <a:t>var_one</a:t>
            </a:r>
            <a:r>
              <a:rPr lang="en-GB" sz="1800" b="1" spc="-4"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10319">
              <a:spcBef>
                <a:spcPts val="73"/>
              </a:spcBef>
            </a:pPr>
            <a:r>
              <a:rPr lang="en-GB" sz="1600" spc="-4" dirty="0">
                <a:solidFill>
                  <a:schemeClr val="bg1"/>
                </a:solidFill>
                <a:latin typeface="Hack" panose="020B0609030202020204" pitchFamily="49" charset="0"/>
                <a:ea typeface="Hack" panose="020B0609030202020204" pitchFamily="49" charset="0"/>
                <a:cs typeface="Hack" panose="020B0609030202020204" pitchFamily="49" charset="0"/>
              </a:rPr>
              <a:t>Hello</a:t>
            </a:r>
            <a:endParaRPr lang="en-GB" sz="18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11" name="Rectangle 3">
            <a:extLst>
              <a:ext uri="{FF2B5EF4-FFF2-40B4-BE49-F238E27FC236}">
                <a16:creationId xmlns:a16="http://schemas.microsoft.com/office/drawing/2014/main" id="{1A024438-FC1B-F197-8C51-D8EE9E1DE430}"/>
              </a:ext>
            </a:extLst>
          </p:cNvPr>
          <p:cNvSpPr>
            <a:spLocks noChangeArrowheads="1"/>
          </p:cNvSpPr>
          <p:nvPr/>
        </p:nvSpPr>
        <p:spPr bwMode="auto">
          <a:xfrm>
            <a:off x="4163377" y="3269457"/>
            <a:ext cx="6770077" cy="1166986"/>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echo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var_one</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 </a:t>
            </a:r>
          </a:p>
          <a:p>
            <a:pPr marL="10319">
              <a:spcBef>
                <a:spcPts val="73"/>
              </a:spcBef>
            </a:pPr>
            <a:r>
              <a:rPr lang="en-GB" sz="1600" spc="-4" dirty="0" err="1">
                <a:solidFill>
                  <a:schemeClr val="bg1"/>
                </a:solidFill>
                <a:latin typeface="Hack" panose="020B0609030202020204" pitchFamily="49" charset="0"/>
                <a:ea typeface="Hack" panose="020B0609030202020204" pitchFamily="49" charset="0"/>
                <a:cs typeface="Hack" panose="020B0609030202020204" pitchFamily="49" charset="0"/>
              </a:rPr>
              <a:t>var_two</a:t>
            </a:r>
            <a:endParaRPr lang="en-GB" sz="1600"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73"/>
              </a:spcBef>
            </a:pPr>
            <a:r>
              <a:rPr lang="en-GB" sz="16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600"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echo</a:t>
            </a:r>
            <a:r>
              <a:rPr lang="en-GB" sz="1600" b="1"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sz="1600" b="1" spc="-4" dirty="0" err="1">
                <a:solidFill>
                  <a:schemeClr val="bg1"/>
                </a:solidFill>
                <a:latin typeface="Hack" panose="020B0609030202020204" pitchFamily="49" charset="0"/>
                <a:ea typeface="Hack" panose="020B0609030202020204" pitchFamily="49" charset="0"/>
                <a:cs typeface="Hack" panose="020B0609030202020204" pitchFamily="49" charset="0"/>
              </a:rPr>
              <a:t>var_one</a:t>
            </a:r>
            <a:endParaRPr lang="en-GB" sz="160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61"/>
              </a:spcBef>
            </a:pPr>
            <a:r>
              <a:rPr lang="en-GB" sz="1400" spc="-4" dirty="0">
                <a:solidFill>
                  <a:schemeClr val="bg1"/>
                </a:solidFill>
                <a:latin typeface="Hack" panose="020B0609030202020204" pitchFamily="49" charset="0"/>
                <a:ea typeface="Hack" panose="020B0609030202020204" pitchFamily="49" charset="0"/>
                <a:cs typeface="Hack" panose="020B0609030202020204" pitchFamily="49" charset="0"/>
              </a:rPr>
              <a:t>10037var_one</a:t>
            </a:r>
            <a:endParaRPr lang="en-GB" sz="16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3" name="Rectangle 3">
            <a:extLst>
              <a:ext uri="{FF2B5EF4-FFF2-40B4-BE49-F238E27FC236}">
                <a16:creationId xmlns:a16="http://schemas.microsoft.com/office/drawing/2014/main" id="{EADCB999-185B-E85F-590B-E0AE6D380A01}"/>
              </a:ext>
            </a:extLst>
          </p:cNvPr>
          <p:cNvSpPr>
            <a:spLocks noChangeArrowheads="1"/>
          </p:cNvSpPr>
          <p:nvPr/>
        </p:nvSpPr>
        <p:spPr bwMode="auto">
          <a:xfrm>
            <a:off x="4163377" y="2092585"/>
            <a:ext cx="6770077" cy="389850"/>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z="16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600"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err="1">
                <a:solidFill>
                  <a:schemeClr val="bg1"/>
                </a:solidFill>
                <a:latin typeface="Hack" panose="020B0609030202020204" pitchFamily="49" charset="0"/>
                <a:ea typeface="Hack" panose="020B0609030202020204" pitchFamily="49" charset="0"/>
                <a:cs typeface="Hack" panose="020B0609030202020204" pitchFamily="49" charset="0"/>
              </a:rPr>
              <a:t>var_one</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a:t>
            </a:r>
            <a:r>
              <a:rPr lang="en-GB" sz="1600" b="1" spc="-4" dirty="0" err="1">
                <a:solidFill>
                  <a:schemeClr val="bg1"/>
                </a:solidFill>
                <a:latin typeface="Hack" panose="020B0609030202020204" pitchFamily="49" charset="0"/>
                <a:ea typeface="Hack" panose="020B0609030202020204" pitchFamily="49" charset="0"/>
                <a:cs typeface="Hack" panose="020B0609030202020204" pitchFamily="49" charset="0"/>
              </a:rPr>
              <a:t>var_two</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600" b="1" spc="-4" dirty="0" err="1">
                <a:solidFill>
                  <a:schemeClr val="bg1"/>
                </a:solidFill>
                <a:latin typeface="Hack" panose="020B0609030202020204" pitchFamily="49" charset="0"/>
                <a:ea typeface="Hack" panose="020B0609030202020204" pitchFamily="49" charset="0"/>
                <a:cs typeface="Hack" panose="020B0609030202020204" pitchFamily="49" charset="0"/>
              </a:rPr>
              <a:t>var_two</a:t>
            </a:r>
            <a:r>
              <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rPr>
              <a:t>="Hello"</a:t>
            </a:r>
            <a:endParaRPr lang="en-GB" sz="14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4221727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F1542D-1B4E-3566-A6A6-B0862C424520}"/>
              </a:ext>
            </a:extLst>
          </p:cNvPr>
          <p:cNvSpPr>
            <a:spLocks noGrp="1"/>
          </p:cNvSpPr>
          <p:nvPr>
            <p:ph type="ctrTitle"/>
          </p:nvPr>
        </p:nvSpPr>
        <p:spPr/>
        <p:txBody>
          <a:bodyPr/>
          <a:lstStyle/>
          <a:p>
            <a:r>
              <a:rPr lang="en-GB" dirty="0"/>
              <a:t>Variable string length</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dirty="0">
                <a:solidFill>
                  <a:schemeClr val="tx1"/>
                </a:solidFill>
                <a:latin typeface="+mn-lt"/>
              </a:rPr>
              <a:t>The number of characters in a variable’s value may be found. </a:t>
            </a:r>
          </a:p>
          <a:p>
            <a:r>
              <a:rPr lang="en-US" sz="1800" dirty="0">
                <a:solidFill>
                  <a:schemeClr val="tx1"/>
                </a:solidFill>
                <a:latin typeface="+mn-lt"/>
              </a:rPr>
              <a:t>Using the notation: </a:t>
            </a:r>
            <a:r>
              <a:rPr lang="en-US" sz="1800" b="1"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sz="1800" b="1" i="1" dirty="0">
                <a:solidFill>
                  <a:srgbClr val="0000C8"/>
                </a:solidFill>
                <a:latin typeface="Hack" panose="020B0609030202020204" pitchFamily="49" charset="0"/>
                <a:ea typeface="Hack" panose="020B0609030202020204" pitchFamily="49" charset="0"/>
                <a:cs typeface="Hack" panose="020B0609030202020204" pitchFamily="49" charset="0"/>
              </a:rPr>
              <a:t>name</a:t>
            </a:r>
            <a:r>
              <a:rPr lang="en-US" sz="1800" b="1" dirty="0">
                <a:solidFill>
                  <a:srgbClr val="0000C8"/>
                </a:solidFill>
                <a:latin typeface="Hack" panose="020B0609030202020204" pitchFamily="49" charset="0"/>
                <a:ea typeface="Hack" panose="020B0609030202020204" pitchFamily="49" charset="0"/>
                <a:cs typeface="Hack" panose="020B0609030202020204" pitchFamily="49" charset="0"/>
              </a:rPr>
              <a:t>}</a:t>
            </a:r>
            <a:endParaRPr lang="en-US" sz="1800" b="1" dirty="0">
              <a:solidFill>
                <a:schemeClr val="tx1"/>
              </a:solidFill>
              <a:latin typeface="Hack" panose="020B0609030202020204" pitchFamily="49" charset="0"/>
              <a:ea typeface="Hack" panose="020B0609030202020204" pitchFamily="49" charset="0"/>
              <a:cs typeface="Hack" panose="020B0609030202020204" pitchFamily="49" charset="0"/>
            </a:endParaRPr>
          </a:p>
          <a:p>
            <a:endParaRPr lang="en-GB" sz="1800" dirty="0">
              <a:solidFill>
                <a:schemeClr val="tx1"/>
              </a:solidFill>
            </a:endParaRPr>
          </a:p>
          <a:p>
            <a:endParaRPr lang="en-GB" sz="32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5</a:t>
            </a:fld>
            <a:endParaRPr lang="en-GB"/>
          </a:p>
        </p:txBody>
      </p:sp>
      <p:sp>
        <p:nvSpPr>
          <p:cNvPr id="11" name="Rectangle 3">
            <a:extLst>
              <a:ext uri="{FF2B5EF4-FFF2-40B4-BE49-F238E27FC236}">
                <a16:creationId xmlns:a16="http://schemas.microsoft.com/office/drawing/2014/main" id="{1A024438-FC1B-F197-8C51-D8EE9E1DE430}"/>
              </a:ext>
            </a:extLst>
          </p:cNvPr>
          <p:cNvSpPr>
            <a:spLocks noChangeArrowheads="1"/>
          </p:cNvSpPr>
          <p:nvPr/>
        </p:nvSpPr>
        <p:spPr bwMode="auto">
          <a:xfrm>
            <a:off x="2448871" y="3013240"/>
            <a:ext cx="7292669" cy="2264723"/>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surname=</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Boggit</a:t>
            </a:r>
            <a:endParaRPr lang="en-GB"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fullname</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='Derek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Boggit</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echo "${#surname}: $surname"</a:t>
            </a:r>
          </a:p>
          <a:p>
            <a:pPr marL="10319">
              <a:spcBef>
                <a:spcPts val="73"/>
              </a:spcBef>
            </a:pPr>
            <a:r>
              <a:rPr lang="en-GB" sz="1400" b="1" spc="-4" dirty="0">
                <a:solidFill>
                  <a:schemeClr val="bg1"/>
                </a:solidFill>
                <a:latin typeface="Hack" panose="020B0609030202020204" pitchFamily="49" charset="0"/>
                <a:ea typeface="Hack" panose="020B0609030202020204" pitchFamily="49" charset="0"/>
                <a:cs typeface="Hack" panose="020B0609030202020204" pitchFamily="49" charset="0"/>
              </a:rPr>
              <a:t>6: </a:t>
            </a:r>
            <a:r>
              <a:rPr lang="en-GB" sz="1400" b="1" spc="-4" dirty="0" err="1">
                <a:solidFill>
                  <a:schemeClr val="bg1"/>
                </a:solidFill>
                <a:latin typeface="Hack" panose="020B0609030202020204" pitchFamily="49" charset="0"/>
                <a:ea typeface="Hack" panose="020B0609030202020204" pitchFamily="49" charset="0"/>
                <a:cs typeface="Hack" panose="020B0609030202020204" pitchFamily="49" charset="0"/>
              </a:rPr>
              <a:t>Boggit</a:t>
            </a:r>
            <a:endParaRPr lang="en-GB" sz="1400"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echo "${#fullname}: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fullname</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10319">
              <a:spcBef>
                <a:spcPts val="73"/>
              </a:spcBef>
            </a:pPr>
            <a:r>
              <a:rPr lang="en-GB" sz="1400" b="1" spc="-4" dirty="0">
                <a:solidFill>
                  <a:schemeClr val="bg1"/>
                </a:solidFill>
                <a:latin typeface="Hack" panose="020B0609030202020204" pitchFamily="49" charset="0"/>
                <a:ea typeface="Hack" panose="020B0609030202020204" pitchFamily="49" charset="0"/>
                <a:cs typeface="Hack" panose="020B0609030202020204" pitchFamily="49" charset="0"/>
              </a:rPr>
              <a:t>12: Derek </a:t>
            </a:r>
            <a:r>
              <a:rPr lang="en-GB" sz="1400" b="1" spc="-4" dirty="0" err="1">
                <a:solidFill>
                  <a:schemeClr val="bg1"/>
                </a:solidFill>
                <a:latin typeface="Hack" panose="020B0609030202020204" pitchFamily="49" charset="0"/>
                <a:ea typeface="Hack" panose="020B0609030202020204" pitchFamily="49" charset="0"/>
                <a:cs typeface="Hack" panose="020B0609030202020204" pitchFamily="49" charset="0"/>
              </a:rPr>
              <a:t>Boggit</a:t>
            </a:r>
            <a:endParaRPr lang="en-GB" sz="1400"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echo "${#lastname}“  # undefined/empty variable</a:t>
            </a:r>
          </a:p>
          <a:p>
            <a:pPr marL="10319">
              <a:spcBef>
                <a:spcPts val="73"/>
              </a:spcBef>
            </a:pPr>
            <a:r>
              <a:rPr lang="en-GB" sz="1400" b="1" spc="-4" dirty="0">
                <a:solidFill>
                  <a:schemeClr val="bg1"/>
                </a:solidFill>
                <a:latin typeface="Hack" panose="020B0609030202020204" pitchFamily="49" charset="0"/>
                <a:ea typeface="Hack" panose="020B0609030202020204" pitchFamily="49" charset="0"/>
                <a:cs typeface="Hack" panose="020B0609030202020204" pitchFamily="49" charset="0"/>
              </a:rPr>
              <a:t>0</a:t>
            </a:r>
            <a:endParaRPr lang="en-GB" sz="1100" b="1" spc="-4"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214472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CEC04EF-4926-F7C0-B4DF-2F068ED738DF}"/>
              </a:ext>
            </a:extLst>
          </p:cNvPr>
          <p:cNvSpPr>
            <a:spLocks noGrp="1"/>
          </p:cNvSpPr>
          <p:nvPr>
            <p:ph type="ctrTitle"/>
          </p:nvPr>
        </p:nvSpPr>
        <p:spPr/>
        <p:txBody>
          <a:bodyPr/>
          <a:lstStyle/>
          <a:p>
            <a:r>
              <a:rPr lang="en-GB" dirty="0"/>
              <a:t>Extracting substrings</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GB" sz="1800" b="1" dirty="0" err="1">
                <a:solidFill>
                  <a:srgbClr val="0000C8"/>
                </a:solidFill>
                <a:latin typeface="Hack" panose="020B0609030202020204" pitchFamily="49" charset="0"/>
                <a:ea typeface="Hack" panose="020B0609030202020204" pitchFamily="49" charset="0"/>
                <a:cs typeface="Hack" panose="020B0609030202020204" pitchFamily="49" charset="0"/>
              </a:rPr>
              <a:t>var:offset</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a:t>
            </a:r>
            <a:endParaRPr lang="en-GB" sz="1800" b="1" dirty="0">
              <a:solidFill>
                <a:schemeClr val="tx1"/>
              </a:solidFill>
              <a:latin typeface="Hack" panose="020B0609030202020204" pitchFamily="49" charset="0"/>
              <a:ea typeface="Hack" panose="020B0609030202020204" pitchFamily="49" charset="0"/>
              <a:cs typeface="Hack" panose="020B0609030202020204" pitchFamily="49" charset="0"/>
            </a:endParaRPr>
          </a:p>
          <a:p>
            <a:pPr marL="285750" indent="-285750">
              <a:buFont typeface="Arial" panose="020B0604020202020204" pitchFamily="34" charset="0"/>
              <a:buChar char="•"/>
            </a:pPr>
            <a:r>
              <a:rPr lang="en-US" sz="1800" dirty="0">
                <a:solidFill>
                  <a:schemeClr val="tx1"/>
                </a:solidFill>
              </a:rPr>
              <a:t>Characters from offset </a:t>
            </a:r>
            <a:r>
              <a:rPr lang="en-US" sz="1800" dirty="0"/>
              <a:t>to end of variable's contents</a:t>
            </a:r>
          </a:p>
          <a:p>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GB" sz="1800" b="1" dirty="0" err="1">
                <a:solidFill>
                  <a:srgbClr val="0000C8"/>
                </a:solidFill>
                <a:latin typeface="Hack" panose="020B0609030202020204" pitchFamily="49" charset="0"/>
                <a:ea typeface="Hack" panose="020B0609030202020204" pitchFamily="49" charset="0"/>
                <a:cs typeface="Hack" panose="020B0609030202020204" pitchFamily="49" charset="0"/>
              </a:rPr>
              <a:t>var:offset:length</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GB" sz="1800" b="1" dirty="0">
                <a:solidFill>
                  <a:schemeClr val="tx1"/>
                </a:solidFill>
                <a:latin typeface="Lucida Console" pitchFamily="49" charset="0"/>
              </a:rPr>
              <a:t>	</a:t>
            </a:r>
          </a:p>
          <a:p>
            <a:pPr marL="285750" indent="-285750">
              <a:buFont typeface="Arial" panose="020B0604020202020204" pitchFamily="34" charset="0"/>
              <a:buChar char="•"/>
            </a:pPr>
            <a:r>
              <a:rPr lang="en-US" sz="1800" dirty="0">
                <a:solidFill>
                  <a:schemeClr val="tx1"/>
                </a:solidFill>
              </a:rPr>
              <a:t>Length characters from offset in $var</a:t>
            </a:r>
          </a:p>
          <a:p>
            <a:endParaRPr lang="en-GB" sz="32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6</a:t>
            </a:fld>
            <a:endParaRPr lang="en-GB"/>
          </a:p>
        </p:txBody>
      </p:sp>
      <p:sp>
        <p:nvSpPr>
          <p:cNvPr id="11" name="Rectangle 3">
            <a:extLst>
              <a:ext uri="{FF2B5EF4-FFF2-40B4-BE49-F238E27FC236}">
                <a16:creationId xmlns:a16="http://schemas.microsoft.com/office/drawing/2014/main" id="{1A024438-FC1B-F197-8C51-D8EE9E1DE430}"/>
              </a:ext>
            </a:extLst>
          </p:cNvPr>
          <p:cNvSpPr>
            <a:spLocks noChangeArrowheads="1"/>
          </p:cNvSpPr>
          <p:nvPr/>
        </p:nvSpPr>
        <p:spPr bwMode="auto">
          <a:xfrm>
            <a:off x="4383393" y="3368077"/>
            <a:ext cx="7292669" cy="2905924"/>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     01234567890123456</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name='Nora Amelia Batty’</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echo "${name:4}"</a:t>
            </a:r>
          </a:p>
          <a:p>
            <a:pPr marL="10319">
              <a:spcBef>
                <a:spcPts val="73"/>
              </a:spcBef>
            </a:pPr>
            <a:r>
              <a:rPr lang="en-GB" sz="1400" b="1" spc="-4" dirty="0">
                <a:solidFill>
                  <a:schemeClr val="bg1"/>
                </a:solidFill>
                <a:latin typeface="Hack" panose="020B0609030202020204" pitchFamily="49" charset="0"/>
                <a:ea typeface="Hack" panose="020B0609030202020204" pitchFamily="49" charset="0"/>
                <a:cs typeface="Hack" panose="020B0609030202020204" pitchFamily="49" charset="0"/>
              </a:rPr>
              <a:t> Amelia Batty</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echo "${name:6:3}"</a:t>
            </a:r>
          </a:p>
          <a:p>
            <a:pPr marL="10319">
              <a:spcBef>
                <a:spcPts val="73"/>
              </a:spcBef>
            </a:pPr>
            <a:r>
              <a:rPr lang="en-GB" sz="1400" b="1" spc="-4" dirty="0" err="1">
                <a:solidFill>
                  <a:schemeClr val="bg1"/>
                </a:solidFill>
                <a:latin typeface="Hack" panose="020B0609030202020204" pitchFamily="49" charset="0"/>
                <a:ea typeface="Hack" panose="020B0609030202020204" pitchFamily="49" charset="0"/>
                <a:cs typeface="Hack" panose="020B0609030202020204" pitchFamily="49" charset="0"/>
              </a:rPr>
              <a:t>mel</a:t>
            </a:r>
            <a:endParaRPr lang="en-GB" sz="1400"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echo "${name:100}"</a:t>
            </a:r>
          </a:p>
          <a:p>
            <a:pPr marL="10319">
              <a:spcBef>
                <a:spcPts val="73"/>
              </a:spcBef>
            </a:pPr>
            <a:endParaRPr lang="en-GB" sz="1600"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echo "${name: -5:3}"</a:t>
            </a:r>
          </a:p>
          <a:p>
            <a:pPr marL="10319">
              <a:spcBef>
                <a:spcPts val="73"/>
              </a:spcBef>
            </a:pPr>
            <a:r>
              <a:rPr lang="en-GB" sz="1400" b="1" spc="-4" dirty="0">
                <a:solidFill>
                  <a:schemeClr val="bg1"/>
                </a:solidFill>
                <a:latin typeface="Hack" panose="020B0609030202020204" pitchFamily="49" charset="0"/>
                <a:ea typeface="Hack" panose="020B0609030202020204" pitchFamily="49" charset="0"/>
                <a:cs typeface="Hack" panose="020B0609030202020204" pitchFamily="49" charset="0"/>
              </a:rPr>
              <a:t>Bat</a:t>
            </a:r>
          </a:p>
        </p:txBody>
      </p:sp>
    </p:spTree>
    <p:extLst>
      <p:ext uri="{BB962C8B-B14F-4D97-AF65-F5344CB8AC3E}">
        <p14:creationId xmlns:p14="http://schemas.microsoft.com/office/powerpoint/2010/main" val="2062796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F19C2FC-08A7-9D99-D50A-A07FE73FB220}"/>
              </a:ext>
            </a:extLst>
          </p:cNvPr>
          <p:cNvSpPr>
            <a:spLocks noGrp="1"/>
          </p:cNvSpPr>
          <p:nvPr>
            <p:ph type="ctrTitle"/>
          </p:nvPr>
        </p:nvSpPr>
        <p:spPr/>
        <p:txBody>
          <a:bodyPr/>
          <a:lstStyle/>
          <a:p>
            <a:r>
              <a:rPr lang="en-GB" dirty="0"/>
              <a:t>Deleting substrings</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GB" sz="1200" b="1"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GB" sz="1200" b="1" dirty="0" err="1">
                <a:solidFill>
                  <a:srgbClr val="0000C8"/>
                </a:solidFill>
                <a:latin typeface="Hack" panose="020B0609030202020204" pitchFamily="49" charset="0"/>
                <a:ea typeface="Hack" panose="020B0609030202020204" pitchFamily="49" charset="0"/>
                <a:cs typeface="Hack" panose="020B0609030202020204" pitchFamily="49" charset="0"/>
              </a:rPr>
              <a:t>v#</a:t>
            </a:r>
            <a:r>
              <a:rPr lang="en-GB" sz="1200" i="1" dirty="0" err="1">
                <a:solidFill>
                  <a:srgbClr val="0000C8"/>
                </a:solidFill>
                <a:latin typeface="Hack" panose="020B0609030202020204" pitchFamily="49" charset="0"/>
                <a:ea typeface="Hack" panose="020B0609030202020204" pitchFamily="49" charset="0"/>
                <a:cs typeface="Hack" panose="020B0609030202020204" pitchFamily="49" charset="0"/>
              </a:rPr>
              <a:t>pattern</a:t>
            </a:r>
            <a:r>
              <a:rPr lang="en-GB" sz="1200" b="1"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GB" sz="1200" b="1" dirty="0">
                <a:solidFill>
                  <a:srgbClr val="000000"/>
                </a:solidFill>
              </a:rPr>
              <a:t> </a:t>
            </a:r>
            <a:endParaRPr lang="en-GB" sz="1200" b="1" dirty="0">
              <a:solidFill>
                <a:schemeClr val="tx1"/>
              </a:solidFill>
            </a:endParaRPr>
          </a:p>
          <a:p>
            <a:pPr marL="285750" indent="-285750">
              <a:buFont typeface="Arial" panose="020B0604020202020204" pitchFamily="34" charset="0"/>
              <a:buChar char="•"/>
            </a:pPr>
            <a:r>
              <a:rPr lang="en-GB" sz="1800" dirty="0">
                <a:solidFill>
                  <a:schemeClr val="tx1"/>
                </a:solidFill>
              </a:rPr>
              <a:t>Delete </a:t>
            </a:r>
            <a:r>
              <a:rPr lang="en-GB" sz="1800" b="1" dirty="0">
                <a:solidFill>
                  <a:schemeClr val="tx1"/>
                </a:solidFill>
              </a:rPr>
              <a:t>shortest</a:t>
            </a:r>
            <a:r>
              <a:rPr lang="en-GB" sz="1800" dirty="0">
                <a:solidFill>
                  <a:schemeClr val="tx1"/>
                </a:solidFill>
              </a:rPr>
              <a:t> match of pattern from </a:t>
            </a:r>
            <a:r>
              <a:rPr lang="en-GB" sz="1800" b="1" dirty="0">
                <a:solidFill>
                  <a:schemeClr val="tx1"/>
                </a:solidFill>
              </a:rPr>
              <a:t>left</a:t>
            </a:r>
          </a:p>
          <a:p>
            <a:r>
              <a:rPr lang="en-GB" sz="1200" b="1" dirty="0">
                <a:solidFill>
                  <a:srgbClr val="0000C8"/>
                </a:solidFill>
                <a:latin typeface="Hack" panose="020B0609030202020204" pitchFamily="49" charset="0"/>
                <a:ea typeface="Hack" panose="020B0609030202020204" pitchFamily="49" charset="0"/>
                <a:cs typeface="Hack" panose="020B0609030202020204" pitchFamily="49" charset="0"/>
              </a:rPr>
              <a:t>${v##</a:t>
            </a:r>
            <a:r>
              <a:rPr lang="en-GB" sz="1200" i="1" dirty="0">
                <a:solidFill>
                  <a:srgbClr val="0000C8"/>
                </a:solidFill>
                <a:latin typeface="Hack" panose="020B0609030202020204" pitchFamily="49" charset="0"/>
                <a:ea typeface="Hack" panose="020B0609030202020204" pitchFamily="49" charset="0"/>
                <a:cs typeface="Hack" panose="020B0609030202020204" pitchFamily="49" charset="0"/>
              </a:rPr>
              <a:t>pattern</a:t>
            </a:r>
            <a:r>
              <a:rPr lang="en-GB" sz="1200" b="1"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GB" sz="1200" b="1" dirty="0">
                <a:solidFill>
                  <a:schemeClr val="tx1"/>
                </a:solidFill>
                <a:latin typeface="Lucida Console" pitchFamily="49" charset="0"/>
              </a:rPr>
              <a:t>	</a:t>
            </a:r>
          </a:p>
          <a:p>
            <a:pPr marL="285750" indent="-285750">
              <a:buFont typeface="Arial" panose="020B0604020202020204" pitchFamily="34" charset="0"/>
              <a:buChar char="•"/>
            </a:pPr>
            <a:r>
              <a:rPr lang="en-GB" sz="1800" dirty="0">
                <a:solidFill>
                  <a:schemeClr val="tx1"/>
                </a:solidFill>
              </a:rPr>
              <a:t>Delete </a:t>
            </a:r>
            <a:r>
              <a:rPr lang="en-GB" sz="1800" b="1" dirty="0">
                <a:solidFill>
                  <a:schemeClr val="tx1"/>
                </a:solidFill>
              </a:rPr>
              <a:t>longest</a:t>
            </a:r>
            <a:r>
              <a:rPr lang="en-GB" sz="1800" dirty="0">
                <a:solidFill>
                  <a:schemeClr val="tx1"/>
                </a:solidFill>
              </a:rPr>
              <a:t> match of pattern from </a:t>
            </a:r>
            <a:r>
              <a:rPr lang="en-GB" sz="1800" b="1" dirty="0">
                <a:solidFill>
                  <a:schemeClr val="tx1"/>
                </a:solidFill>
              </a:rPr>
              <a:t>left</a:t>
            </a:r>
          </a:p>
          <a:p>
            <a:r>
              <a:rPr lang="en-GB" sz="1200" b="1"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GB" sz="1200" b="1" dirty="0" err="1">
                <a:solidFill>
                  <a:srgbClr val="0000C8"/>
                </a:solidFill>
                <a:latin typeface="Hack" panose="020B0609030202020204" pitchFamily="49" charset="0"/>
                <a:ea typeface="Hack" panose="020B0609030202020204" pitchFamily="49" charset="0"/>
                <a:cs typeface="Hack" panose="020B0609030202020204" pitchFamily="49" charset="0"/>
              </a:rPr>
              <a:t>v%</a:t>
            </a:r>
            <a:r>
              <a:rPr lang="en-GB" sz="1200" i="1" dirty="0" err="1">
                <a:solidFill>
                  <a:srgbClr val="0000C8"/>
                </a:solidFill>
                <a:latin typeface="Hack" panose="020B0609030202020204" pitchFamily="49" charset="0"/>
                <a:ea typeface="Hack" panose="020B0609030202020204" pitchFamily="49" charset="0"/>
                <a:cs typeface="Hack" panose="020B0609030202020204" pitchFamily="49" charset="0"/>
              </a:rPr>
              <a:t>pattern</a:t>
            </a:r>
            <a:r>
              <a:rPr lang="en-GB" sz="1200" b="1" dirty="0">
                <a:solidFill>
                  <a:srgbClr val="0000C8"/>
                </a:solidFill>
                <a:latin typeface="Hack" panose="020B0609030202020204" pitchFamily="49" charset="0"/>
                <a:ea typeface="Hack" panose="020B0609030202020204" pitchFamily="49" charset="0"/>
                <a:cs typeface="Hack" panose="020B0609030202020204" pitchFamily="49" charset="0"/>
              </a:rPr>
              <a:t>}</a:t>
            </a:r>
          </a:p>
          <a:p>
            <a:pPr marL="285750" indent="-285750">
              <a:buFont typeface="Arial" panose="020B0604020202020204" pitchFamily="34" charset="0"/>
              <a:buChar char="•"/>
            </a:pPr>
            <a:r>
              <a:rPr lang="en-GB" sz="1800" dirty="0">
                <a:solidFill>
                  <a:schemeClr val="tx1"/>
                </a:solidFill>
              </a:rPr>
              <a:t>Delete </a:t>
            </a:r>
            <a:r>
              <a:rPr lang="en-GB" sz="1800" b="1" dirty="0">
                <a:solidFill>
                  <a:schemeClr val="tx1"/>
                </a:solidFill>
              </a:rPr>
              <a:t>shortest</a:t>
            </a:r>
            <a:r>
              <a:rPr lang="en-GB" sz="1800" dirty="0">
                <a:solidFill>
                  <a:schemeClr val="tx1"/>
                </a:solidFill>
              </a:rPr>
              <a:t> match of pattern from </a:t>
            </a:r>
            <a:r>
              <a:rPr lang="en-GB" sz="1800" b="1" dirty="0">
                <a:solidFill>
                  <a:schemeClr val="tx1"/>
                </a:solidFill>
              </a:rPr>
              <a:t>right</a:t>
            </a:r>
          </a:p>
          <a:p>
            <a:r>
              <a:rPr lang="en-GB" sz="1200" b="1" dirty="0">
                <a:solidFill>
                  <a:srgbClr val="0000C8"/>
                </a:solidFill>
                <a:latin typeface="Hack" panose="020B0609030202020204" pitchFamily="49" charset="0"/>
                <a:ea typeface="Hack" panose="020B0609030202020204" pitchFamily="49" charset="0"/>
                <a:cs typeface="Hack" panose="020B0609030202020204" pitchFamily="49" charset="0"/>
              </a:rPr>
              <a:t>${v%%</a:t>
            </a:r>
            <a:r>
              <a:rPr lang="en-GB" sz="1200" i="1" dirty="0">
                <a:solidFill>
                  <a:srgbClr val="0000C8"/>
                </a:solidFill>
                <a:latin typeface="Hack" panose="020B0609030202020204" pitchFamily="49" charset="0"/>
                <a:ea typeface="Hack" panose="020B0609030202020204" pitchFamily="49" charset="0"/>
                <a:cs typeface="Hack" panose="020B0609030202020204" pitchFamily="49" charset="0"/>
              </a:rPr>
              <a:t>pattern</a:t>
            </a:r>
            <a:r>
              <a:rPr lang="en-GB" sz="1200" b="1" dirty="0">
                <a:solidFill>
                  <a:srgbClr val="0000C8"/>
                </a:solidFill>
                <a:latin typeface="Hack" panose="020B0609030202020204" pitchFamily="49" charset="0"/>
                <a:ea typeface="Hack" panose="020B0609030202020204" pitchFamily="49" charset="0"/>
                <a:cs typeface="Hack" panose="020B0609030202020204" pitchFamily="49" charset="0"/>
              </a:rPr>
              <a:t>}</a:t>
            </a:r>
            <a:endParaRPr lang="en-GB" sz="1200" b="1" dirty="0">
              <a:solidFill>
                <a:schemeClr val="tx1"/>
              </a:solidFill>
              <a:latin typeface="Hack" panose="020B0609030202020204" pitchFamily="49" charset="0"/>
              <a:ea typeface="Hack" panose="020B0609030202020204" pitchFamily="49" charset="0"/>
              <a:cs typeface="Hack" panose="020B0609030202020204" pitchFamily="49" charset="0"/>
            </a:endParaRPr>
          </a:p>
          <a:p>
            <a:pPr marL="285750" indent="-285750">
              <a:buFont typeface="Arial" panose="020B0604020202020204" pitchFamily="34" charset="0"/>
              <a:buChar char="•"/>
            </a:pPr>
            <a:r>
              <a:rPr lang="en-GB" sz="1800" dirty="0">
                <a:solidFill>
                  <a:schemeClr val="tx1"/>
                </a:solidFill>
              </a:rPr>
              <a:t>Delete </a:t>
            </a:r>
            <a:r>
              <a:rPr lang="en-GB" sz="1800" b="1" dirty="0">
                <a:solidFill>
                  <a:schemeClr val="tx1"/>
                </a:solidFill>
              </a:rPr>
              <a:t>longest</a:t>
            </a:r>
            <a:r>
              <a:rPr lang="en-GB" sz="1800" dirty="0">
                <a:solidFill>
                  <a:schemeClr val="tx1"/>
                </a:solidFill>
              </a:rPr>
              <a:t> match of pattern from </a:t>
            </a:r>
            <a:r>
              <a:rPr lang="en-GB" sz="1800" b="1" dirty="0">
                <a:solidFill>
                  <a:schemeClr val="tx1"/>
                </a:solidFill>
              </a:rPr>
              <a:t>right</a:t>
            </a:r>
          </a:p>
          <a:p>
            <a:endParaRPr lang="en-GB" sz="1800" dirty="0">
              <a:solidFill>
                <a:schemeClr val="tx1"/>
              </a:solidFill>
            </a:endParaRPr>
          </a:p>
          <a:p>
            <a:endParaRPr lang="en-GB" sz="32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7</a:t>
            </a:fld>
            <a:endParaRPr lang="en-GB"/>
          </a:p>
        </p:txBody>
      </p:sp>
      <p:sp>
        <p:nvSpPr>
          <p:cNvPr id="11" name="Rectangle 3">
            <a:extLst>
              <a:ext uri="{FF2B5EF4-FFF2-40B4-BE49-F238E27FC236}">
                <a16:creationId xmlns:a16="http://schemas.microsoft.com/office/drawing/2014/main" id="{1A024438-FC1B-F197-8C51-D8EE9E1DE430}"/>
              </a:ext>
            </a:extLst>
          </p:cNvPr>
          <p:cNvSpPr>
            <a:spLocks noChangeArrowheads="1"/>
          </p:cNvSpPr>
          <p:nvPr/>
        </p:nvSpPr>
        <p:spPr bwMode="auto">
          <a:xfrm>
            <a:off x="6555023" y="1979999"/>
            <a:ext cx="5244864" cy="2492990"/>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name='Nora Amelia Batty’</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echo "${name#*a}"</a:t>
            </a:r>
          </a:p>
          <a:p>
            <a:pPr marL="10319">
              <a:spcBef>
                <a:spcPts val="73"/>
              </a:spcBef>
            </a:pPr>
            <a:r>
              <a:rPr lang="en-GB" sz="1400" b="1" spc="-4" dirty="0">
                <a:solidFill>
                  <a:schemeClr val="bg1"/>
                </a:solidFill>
                <a:latin typeface="Hack" panose="020B0609030202020204" pitchFamily="49" charset="0"/>
                <a:ea typeface="Hack" panose="020B0609030202020204" pitchFamily="49" charset="0"/>
                <a:cs typeface="Hack" panose="020B0609030202020204" pitchFamily="49" charset="0"/>
              </a:rPr>
              <a:t> Amelia Batty</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echo "${name##*a}"</a:t>
            </a:r>
          </a:p>
          <a:p>
            <a:pPr marL="10319">
              <a:spcBef>
                <a:spcPts val="73"/>
              </a:spcBef>
            </a:pPr>
            <a:r>
              <a:rPr lang="en-GB" sz="1400" b="1" spc="-4" dirty="0" err="1">
                <a:solidFill>
                  <a:schemeClr val="bg1"/>
                </a:solidFill>
                <a:latin typeface="Hack" panose="020B0609030202020204" pitchFamily="49" charset="0"/>
                <a:ea typeface="Hack" panose="020B0609030202020204" pitchFamily="49" charset="0"/>
                <a:cs typeface="Hack" panose="020B0609030202020204" pitchFamily="49" charset="0"/>
              </a:rPr>
              <a:t>tty</a:t>
            </a:r>
            <a:endParaRPr lang="en-GB" sz="1400"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echo "${</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name%a</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10319">
              <a:spcBef>
                <a:spcPts val="73"/>
              </a:spcBef>
            </a:pPr>
            <a:r>
              <a:rPr lang="en-GB" sz="1400" b="1" spc="-4" dirty="0">
                <a:solidFill>
                  <a:schemeClr val="bg1"/>
                </a:solidFill>
                <a:latin typeface="Hack" panose="020B0609030202020204" pitchFamily="49" charset="0"/>
                <a:ea typeface="Hack" panose="020B0609030202020204" pitchFamily="49" charset="0"/>
                <a:cs typeface="Hack" panose="020B0609030202020204" pitchFamily="49" charset="0"/>
              </a:rPr>
              <a:t>Nora Amelia B</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echo "${name%%a*}"</a:t>
            </a:r>
          </a:p>
          <a:p>
            <a:pPr marL="10319">
              <a:spcBef>
                <a:spcPts val="73"/>
              </a:spcBef>
            </a:pPr>
            <a:r>
              <a:rPr lang="en-GB" sz="1400" b="1" spc="-4" dirty="0">
                <a:solidFill>
                  <a:schemeClr val="bg1"/>
                </a:solidFill>
                <a:latin typeface="Hack" panose="020B0609030202020204" pitchFamily="49" charset="0"/>
                <a:ea typeface="Hack" panose="020B0609030202020204" pitchFamily="49" charset="0"/>
                <a:cs typeface="Hack" panose="020B0609030202020204" pitchFamily="49" charset="0"/>
              </a:rPr>
              <a:t>Nor</a:t>
            </a:r>
          </a:p>
        </p:txBody>
      </p:sp>
    </p:spTree>
    <p:extLst>
      <p:ext uri="{BB962C8B-B14F-4D97-AF65-F5344CB8AC3E}">
        <p14:creationId xmlns:p14="http://schemas.microsoft.com/office/powerpoint/2010/main" val="1521424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3822DB9-8EEE-4B01-F522-7D16AC967620}"/>
              </a:ext>
            </a:extLst>
          </p:cNvPr>
          <p:cNvSpPr>
            <a:spLocks noGrp="1"/>
          </p:cNvSpPr>
          <p:nvPr>
            <p:ph type="ctrTitle"/>
          </p:nvPr>
        </p:nvSpPr>
        <p:spPr/>
        <p:txBody>
          <a:bodyPr/>
          <a:lstStyle/>
          <a:p>
            <a:r>
              <a:rPr lang="en-GB" dirty="0"/>
              <a:t>Editing substrings</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a:lnSpc>
                <a:spcPct val="90000"/>
              </a:lnSpc>
              <a:spcBef>
                <a:spcPct val="30000"/>
              </a:spcBef>
              <a:tabLst>
                <a:tab pos="895350" algn="l"/>
              </a:tabLst>
            </a:pP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${var/</a:t>
            </a:r>
            <a:r>
              <a:rPr lang="en-GB" sz="1800" i="1" dirty="0">
                <a:solidFill>
                  <a:srgbClr val="0000C8"/>
                </a:solidFill>
                <a:latin typeface="Hack" panose="020B0609030202020204" pitchFamily="49" charset="0"/>
                <a:ea typeface="Hack" panose="020B0609030202020204" pitchFamily="49" charset="0"/>
                <a:cs typeface="Hack" panose="020B0609030202020204" pitchFamily="49" charset="0"/>
              </a:rPr>
              <a:t>pattern</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GB" sz="1800" i="1" dirty="0">
                <a:solidFill>
                  <a:srgbClr val="0000C8"/>
                </a:solidFill>
                <a:latin typeface="Hack" panose="020B0609030202020204" pitchFamily="49" charset="0"/>
                <a:ea typeface="Hack" panose="020B0609030202020204" pitchFamily="49" charset="0"/>
                <a:cs typeface="Hack" panose="020B0609030202020204" pitchFamily="49" charset="0"/>
              </a:rPr>
              <a:t>new-string</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a:t>
            </a:r>
            <a:endParaRPr lang="en-GB" sz="1800" b="1" dirty="0">
              <a:solidFill>
                <a:schemeClr val="tx1"/>
              </a:solidFill>
              <a:latin typeface="Hack" panose="020B0609030202020204" pitchFamily="49" charset="0"/>
              <a:ea typeface="Hack" panose="020B0609030202020204" pitchFamily="49" charset="0"/>
              <a:cs typeface="Hack" panose="020B0609030202020204" pitchFamily="49" charset="0"/>
            </a:endParaRPr>
          </a:p>
          <a:p>
            <a:pPr marL="285750" indent="-285750">
              <a:lnSpc>
                <a:spcPct val="90000"/>
              </a:lnSpc>
              <a:spcBef>
                <a:spcPct val="30000"/>
              </a:spcBef>
              <a:buFont typeface="Arial" panose="020B0604020202020204" pitchFamily="34" charset="0"/>
              <a:buChar char="•"/>
              <a:tabLst>
                <a:tab pos="895350" algn="l"/>
              </a:tabLst>
            </a:pPr>
            <a:r>
              <a:rPr lang="en-GB" dirty="0">
                <a:solidFill>
                  <a:schemeClr val="tx1"/>
                </a:solidFill>
              </a:rPr>
              <a:t>R</a:t>
            </a:r>
            <a:r>
              <a:rPr lang="en-GB" sz="1800" dirty="0">
                <a:solidFill>
                  <a:schemeClr val="tx1"/>
                </a:solidFill>
                <a:latin typeface="+mn-lt"/>
              </a:rPr>
              <a:t>eplace </a:t>
            </a:r>
            <a:r>
              <a:rPr lang="en-GB" sz="1800" b="1" dirty="0">
                <a:solidFill>
                  <a:schemeClr val="tx1"/>
                </a:solidFill>
                <a:latin typeface="+mn-lt"/>
              </a:rPr>
              <a:t>first</a:t>
            </a:r>
            <a:r>
              <a:rPr lang="en-GB" sz="1800" dirty="0">
                <a:solidFill>
                  <a:schemeClr val="tx1"/>
                </a:solidFill>
                <a:latin typeface="+mn-lt"/>
              </a:rPr>
              <a:t> occurrence of </a:t>
            </a:r>
            <a:r>
              <a:rPr lang="en-GB" sz="1800" b="1" dirty="0">
                <a:solidFill>
                  <a:schemeClr val="tx1"/>
                </a:solidFill>
                <a:latin typeface="+mn-lt"/>
              </a:rPr>
              <a:t>pattern</a:t>
            </a:r>
          </a:p>
          <a:p>
            <a:pPr>
              <a:lnSpc>
                <a:spcPct val="90000"/>
              </a:lnSpc>
              <a:spcBef>
                <a:spcPct val="30000"/>
              </a:spcBef>
              <a:tabLst>
                <a:tab pos="895350" algn="l"/>
              </a:tabLst>
            </a:pP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${var//</a:t>
            </a:r>
            <a:r>
              <a:rPr lang="en-GB" sz="1800" i="1" dirty="0">
                <a:solidFill>
                  <a:srgbClr val="0000C8"/>
                </a:solidFill>
                <a:latin typeface="Hack" panose="020B0609030202020204" pitchFamily="49" charset="0"/>
                <a:ea typeface="Hack" panose="020B0609030202020204" pitchFamily="49" charset="0"/>
                <a:cs typeface="Hack" panose="020B0609030202020204" pitchFamily="49" charset="0"/>
              </a:rPr>
              <a:t>pattern</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GB" sz="1800" i="1" dirty="0">
                <a:solidFill>
                  <a:srgbClr val="0000C8"/>
                </a:solidFill>
                <a:latin typeface="Hack" panose="020B0609030202020204" pitchFamily="49" charset="0"/>
                <a:ea typeface="Hack" panose="020B0609030202020204" pitchFamily="49" charset="0"/>
                <a:cs typeface="Hack" panose="020B0609030202020204" pitchFamily="49" charset="0"/>
              </a:rPr>
              <a:t>new-string</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a:t>
            </a:r>
            <a:endParaRPr lang="en-GB" sz="1200" b="1" dirty="0">
              <a:solidFill>
                <a:schemeClr val="tx1"/>
              </a:solidFill>
              <a:latin typeface="Hack" panose="020B0609030202020204" pitchFamily="49" charset="0"/>
              <a:ea typeface="Hack" panose="020B0609030202020204" pitchFamily="49" charset="0"/>
              <a:cs typeface="Hack" panose="020B0609030202020204" pitchFamily="49" charset="0"/>
            </a:endParaRPr>
          </a:p>
          <a:p>
            <a:pPr marL="285750" indent="-285750">
              <a:lnSpc>
                <a:spcPct val="90000"/>
              </a:lnSpc>
              <a:spcBef>
                <a:spcPct val="30000"/>
              </a:spcBef>
              <a:buFont typeface="Arial" panose="020B0604020202020204" pitchFamily="34" charset="0"/>
              <a:buChar char="•"/>
              <a:tabLst>
                <a:tab pos="895350" algn="l"/>
              </a:tabLst>
            </a:pPr>
            <a:r>
              <a:rPr lang="en-GB" sz="1800" dirty="0">
                <a:solidFill>
                  <a:schemeClr val="tx1"/>
                </a:solidFill>
                <a:latin typeface="+mn-lt"/>
              </a:rPr>
              <a:t>Replace </a:t>
            </a:r>
            <a:r>
              <a:rPr lang="en-GB" sz="1800" b="1" dirty="0">
                <a:solidFill>
                  <a:schemeClr val="tx1"/>
                </a:solidFill>
                <a:latin typeface="+mn-lt"/>
              </a:rPr>
              <a:t>all</a:t>
            </a:r>
            <a:r>
              <a:rPr lang="en-GB" sz="1800" dirty="0">
                <a:solidFill>
                  <a:schemeClr val="tx1"/>
                </a:solidFill>
                <a:latin typeface="+mn-lt"/>
              </a:rPr>
              <a:t> occurrences of </a:t>
            </a:r>
            <a:r>
              <a:rPr lang="en-GB" sz="1800" b="1" dirty="0">
                <a:solidFill>
                  <a:schemeClr val="tx1"/>
                </a:solidFill>
                <a:latin typeface="+mn-lt"/>
              </a:rPr>
              <a:t>pattern</a:t>
            </a:r>
          </a:p>
          <a:p>
            <a:endParaRPr lang="en-GB" sz="1800" dirty="0">
              <a:solidFill>
                <a:schemeClr val="tx1"/>
              </a:solidFill>
            </a:endParaRPr>
          </a:p>
          <a:p>
            <a:endParaRPr lang="en-GB" sz="32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8</a:t>
            </a:fld>
            <a:endParaRPr lang="en-GB"/>
          </a:p>
        </p:txBody>
      </p:sp>
      <p:sp>
        <p:nvSpPr>
          <p:cNvPr id="11" name="Rectangle 3">
            <a:extLst>
              <a:ext uri="{FF2B5EF4-FFF2-40B4-BE49-F238E27FC236}">
                <a16:creationId xmlns:a16="http://schemas.microsoft.com/office/drawing/2014/main" id="{1A024438-FC1B-F197-8C51-D8EE9E1DE430}"/>
              </a:ext>
            </a:extLst>
          </p:cNvPr>
          <p:cNvSpPr>
            <a:spLocks noChangeArrowheads="1"/>
          </p:cNvSpPr>
          <p:nvPr/>
        </p:nvSpPr>
        <p:spPr bwMode="auto">
          <a:xfrm>
            <a:off x="2448871" y="3552710"/>
            <a:ext cx="7292669" cy="2492990"/>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title="Stranger in a strange land"</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echo "${title/range/</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rangle</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10319">
              <a:spcBef>
                <a:spcPts val="73"/>
              </a:spcBef>
            </a:pPr>
            <a:r>
              <a:rPr lang="en-GB" sz="1400" b="1" spc="-4" dirty="0">
                <a:solidFill>
                  <a:schemeClr val="bg1"/>
                </a:solidFill>
                <a:latin typeface="Hack" panose="020B0609030202020204" pitchFamily="49" charset="0"/>
                <a:ea typeface="Hack" panose="020B0609030202020204" pitchFamily="49" charset="0"/>
                <a:cs typeface="Hack" panose="020B0609030202020204" pitchFamily="49" charset="0"/>
              </a:rPr>
              <a:t>Strangler in a strange land</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echo "${title/*range/</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rangle</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10319">
              <a:spcBef>
                <a:spcPts val="73"/>
              </a:spcBef>
            </a:pPr>
            <a:r>
              <a:rPr lang="en-GB" sz="1400" b="1" spc="-4" dirty="0" err="1">
                <a:solidFill>
                  <a:schemeClr val="bg1"/>
                </a:solidFill>
                <a:latin typeface="Hack" panose="020B0609030202020204" pitchFamily="49" charset="0"/>
                <a:ea typeface="Hack" panose="020B0609030202020204" pitchFamily="49" charset="0"/>
                <a:cs typeface="Hack" panose="020B0609030202020204" pitchFamily="49" charset="0"/>
              </a:rPr>
              <a:t>rangle</a:t>
            </a:r>
            <a:r>
              <a:rPr lang="en-GB" sz="1400" b="1" spc="-4" dirty="0">
                <a:solidFill>
                  <a:schemeClr val="bg1"/>
                </a:solidFill>
                <a:latin typeface="Hack" panose="020B0609030202020204" pitchFamily="49" charset="0"/>
                <a:ea typeface="Hack" panose="020B0609030202020204" pitchFamily="49" charset="0"/>
                <a:cs typeface="Hack" panose="020B0609030202020204" pitchFamily="49" charset="0"/>
              </a:rPr>
              <a:t> land</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echo "${title//range/</a:t>
            </a:r>
            <a:r>
              <a:rPr lang="en-GB" b="1" spc="-4" dirty="0" err="1">
                <a:solidFill>
                  <a:schemeClr val="bg1"/>
                </a:solidFill>
                <a:latin typeface="Hack" panose="020B0609030202020204" pitchFamily="49" charset="0"/>
                <a:ea typeface="Hack" panose="020B0609030202020204" pitchFamily="49" charset="0"/>
                <a:cs typeface="Hack" panose="020B0609030202020204" pitchFamily="49" charset="0"/>
              </a:rPr>
              <a:t>rangle</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10319">
              <a:spcBef>
                <a:spcPts val="73"/>
              </a:spcBef>
            </a:pPr>
            <a:r>
              <a:rPr lang="en-GB" sz="1400" b="1" spc="-4" dirty="0">
                <a:solidFill>
                  <a:schemeClr val="bg1"/>
                </a:solidFill>
                <a:latin typeface="Hack" panose="020B0609030202020204" pitchFamily="49" charset="0"/>
                <a:ea typeface="Hack" panose="020B0609030202020204" pitchFamily="49" charset="0"/>
                <a:cs typeface="Hack" panose="020B0609030202020204" pitchFamily="49" charset="0"/>
              </a:rPr>
              <a:t>Strangler in a strangle land</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spc="-4" dirty="0">
                <a:solidFill>
                  <a:schemeClr val="bg1"/>
                </a:solidFill>
                <a:latin typeface="Hack" panose="020B0609030202020204" pitchFamily="49" charset="0"/>
                <a:ea typeface="Hack" panose="020B0609030202020204" pitchFamily="49" charset="0"/>
                <a:cs typeface="Hack" panose="020B0609030202020204" pitchFamily="49" charset="0"/>
              </a:rPr>
              <a:t>echo "${title//range}"</a:t>
            </a:r>
          </a:p>
          <a:p>
            <a:pPr marL="10319">
              <a:spcBef>
                <a:spcPts val="73"/>
              </a:spcBef>
            </a:pPr>
            <a:r>
              <a:rPr lang="en-GB" sz="1400" b="1" spc="-4" dirty="0">
                <a:solidFill>
                  <a:schemeClr val="bg1"/>
                </a:solidFill>
                <a:latin typeface="Hack" panose="020B0609030202020204" pitchFamily="49" charset="0"/>
                <a:ea typeface="Hack" panose="020B0609030202020204" pitchFamily="49" charset="0"/>
                <a:cs typeface="Hack" panose="020B0609030202020204" pitchFamily="49" charset="0"/>
              </a:rPr>
              <a:t>Str in a </a:t>
            </a:r>
            <a:r>
              <a:rPr lang="en-GB" sz="1400" b="1" spc="-4" dirty="0" err="1">
                <a:solidFill>
                  <a:schemeClr val="bg1"/>
                </a:solidFill>
                <a:latin typeface="Hack" panose="020B0609030202020204" pitchFamily="49" charset="0"/>
                <a:ea typeface="Hack" panose="020B0609030202020204" pitchFamily="49" charset="0"/>
                <a:cs typeface="Hack" panose="020B0609030202020204" pitchFamily="49" charset="0"/>
              </a:rPr>
              <a:t>st</a:t>
            </a:r>
            <a:r>
              <a:rPr lang="en-GB" sz="1400" b="1" spc="-4" dirty="0">
                <a:solidFill>
                  <a:schemeClr val="bg1"/>
                </a:solidFill>
                <a:latin typeface="Hack" panose="020B0609030202020204" pitchFamily="49" charset="0"/>
                <a:ea typeface="Hack" panose="020B0609030202020204" pitchFamily="49" charset="0"/>
                <a:cs typeface="Hack" panose="020B0609030202020204" pitchFamily="49" charset="0"/>
              </a:rPr>
              <a:t> land</a:t>
            </a:r>
          </a:p>
        </p:txBody>
      </p:sp>
    </p:spTree>
    <p:extLst>
      <p:ext uri="{BB962C8B-B14F-4D97-AF65-F5344CB8AC3E}">
        <p14:creationId xmlns:p14="http://schemas.microsoft.com/office/powerpoint/2010/main" val="3203524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BBCEB7A-B3D4-FC8E-D5BE-740F711BF21A}"/>
              </a:ext>
            </a:extLst>
          </p:cNvPr>
          <p:cNvSpPr>
            <a:spLocks noGrp="1"/>
          </p:cNvSpPr>
          <p:nvPr>
            <p:ph type="ctrTitle"/>
          </p:nvPr>
        </p:nvSpPr>
        <p:spPr/>
        <p:txBody>
          <a:bodyPr/>
          <a:lstStyle/>
          <a:p>
            <a:r>
              <a:rPr lang="en-GB" dirty="0"/>
              <a:t>Variable test with exit</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dirty="0">
                <a:solidFill>
                  <a:schemeClr val="tx1"/>
                </a:solidFill>
                <a:latin typeface="+mn-lt"/>
              </a:rPr>
              <a:t>The</a:t>
            </a:r>
            <a:r>
              <a:rPr lang="en-US" sz="1800" dirty="0">
                <a:latin typeface="+mn-lt"/>
              </a:rPr>
              <a:t> </a:t>
            </a:r>
            <a:r>
              <a:rPr lang="en-US" sz="1800" b="1" dirty="0">
                <a:solidFill>
                  <a:srgbClr val="0000C8"/>
                </a:solidFill>
                <a:latin typeface="Hack" panose="020B0609030202020204" pitchFamily="49" charset="0"/>
                <a:ea typeface="Hack" panose="020B0609030202020204" pitchFamily="49" charset="0"/>
                <a:cs typeface="Hack" panose="020B0609030202020204" pitchFamily="49" charset="0"/>
              </a:rPr>
              <a:t>${ }</a:t>
            </a:r>
            <a:r>
              <a:rPr lang="en-US" sz="1800" b="1" dirty="0">
                <a:solidFill>
                  <a:schemeClr val="tx1"/>
                </a:solidFill>
                <a:latin typeface="Hack" panose="020B0609030202020204" pitchFamily="49" charset="0"/>
                <a:ea typeface="Hack" panose="020B0609030202020204" pitchFamily="49" charset="0"/>
                <a:cs typeface="Hack" panose="020B0609030202020204" pitchFamily="49" charset="0"/>
              </a:rPr>
              <a:t> </a:t>
            </a:r>
            <a:r>
              <a:rPr lang="en-US" sz="1800" dirty="0">
                <a:solidFill>
                  <a:schemeClr val="tx1"/>
                </a:solidFill>
                <a:latin typeface="+mn-lt"/>
              </a:rPr>
              <a:t>syntax allows interception of error conditions.</a:t>
            </a:r>
          </a:p>
          <a:p>
            <a:pPr lvl="1"/>
            <a:r>
              <a:rPr lang="en-US" sz="1800" dirty="0">
                <a:latin typeface="+mn-lt"/>
              </a:rPr>
              <a:t>Force program to </a:t>
            </a:r>
            <a:r>
              <a:rPr lang="en-US" sz="1800" b="1" dirty="0">
                <a:solidFill>
                  <a:srgbClr val="0000C8"/>
                </a:solidFill>
                <a:latin typeface="+mn-lt"/>
              </a:rPr>
              <a:t>exit</a:t>
            </a:r>
            <a:r>
              <a:rPr lang="en-US" sz="1800" dirty="0">
                <a:latin typeface="+mn-lt"/>
              </a:rPr>
              <a:t> if variable value does not exist</a:t>
            </a:r>
          </a:p>
          <a:p>
            <a:pPr lvl="1"/>
            <a:r>
              <a:rPr lang="en-US" sz="1800" dirty="0">
                <a:latin typeface="+mn-lt"/>
              </a:rPr>
              <a:t>Default error message generated by the shell</a:t>
            </a:r>
          </a:p>
          <a:p>
            <a:pPr lvl="1"/>
            <a:endParaRPr lang="en-US" sz="1800" dirty="0">
              <a:latin typeface="+mn-lt"/>
            </a:endParaRPr>
          </a:p>
          <a:p>
            <a:pPr lvl="1"/>
            <a:endParaRPr lang="en-US" sz="1800" dirty="0">
              <a:latin typeface="+mn-lt"/>
            </a:endParaRPr>
          </a:p>
          <a:p>
            <a:pPr lvl="1">
              <a:buNone/>
            </a:pPr>
            <a:endParaRPr lang="en-US" sz="1800" dirty="0">
              <a:latin typeface="+mn-lt"/>
            </a:endParaRPr>
          </a:p>
          <a:p>
            <a:pPr lvl="1"/>
            <a:endParaRPr lang="en-US" sz="1800" dirty="0">
              <a:latin typeface="+mn-lt"/>
            </a:endParaRPr>
          </a:p>
          <a:p>
            <a:pPr lvl="1"/>
            <a:r>
              <a:rPr lang="en-US" sz="1800" dirty="0">
                <a:latin typeface="+mn-lt"/>
              </a:rPr>
              <a:t>Same, but with the error message provided by the user</a:t>
            </a:r>
          </a:p>
          <a:p>
            <a:endParaRPr lang="en-GB" sz="1800" dirty="0">
              <a:solidFill>
                <a:schemeClr val="tx1"/>
              </a:solidFill>
            </a:endParaRP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9</a:t>
            </a:fld>
            <a:endParaRPr lang="en-GB"/>
          </a:p>
        </p:txBody>
      </p:sp>
      <p:sp>
        <p:nvSpPr>
          <p:cNvPr id="3" name="Rectangle 3">
            <a:extLst>
              <a:ext uri="{FF2B5EF4-FFF2-40B4-BE49-F238E27FC236}">
                <a16:creationId xmlns:a16="http://schemas.microsoft.com/office/drawing/2014/main" id="{E067716C-5DC6-8836-5C3E-A0059DCBBA51}"/>
              </a:ext>
            </a:extLst>
          </p:cNvPr>
          <p:cNvSpPr>
            <a:spLocks noChangeArrowheads="1"/>
          </p:cNvSpPr>
          <p:nvPr/>
        </p:nvSpPr>
        <p:spPr bwMode="auto">
          <a:xfrm>
            <a:off x="3398688" y="2777336"/>
            <a:ext cx="7292669" cy="938719"/>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TERM=</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echo "${TERM:?}"</a:t>
            </a:r>
          </a:p>
          <a:p>
            <a:pPr marL="10319">
              <a:spcBef>
                <a:spcPts val="73"/>
              </a:spcBef>
            </a:pP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bash: TERM: parameter null or not set</a:t>
            </a:r>
            <a:endParaRPr lang="en-GB" sz="1100" b="1" spc="-4"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8116B8CF-FED9-2B60-60C9-0AFC304336B9}"/>
              </a:ext>
            </a:extLst>
          </p:cNvPr>
          <p:cNvSpPr>
            <a:spLocks noChangeArrowheads="1"/>
          </p:cNvSpPr>
          <p:nvPr/>
        </p:nvSpPr>
        <p:spPr bwMode="auto">
          <a:xfrm>
            <a:off x="3398688" y="4256062"/>
            <a:ext cx="7292669" cy="938719"/>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TERM=</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echo "${TERM:?Set TERM, I need it!}"</a:t>
            </a:r>
          </a:p>
          <a:p>
            <a:pPr marL="10319">
              <a:spcBef>
                <a:spcPts val="73"/>
              </a:spcBef>
            </a:pP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bash: TERM: Set TERM, I need it!</a:t>
            </a:r>
            <a:endParaRPr lang="en-GB" sz="1000" b="1" spc="-4"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06844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916B487-3953-CFCD-4373-44E44F225D10}"/>
              </a:ext>
            </a:extLst>
          </p:cNvPr>
          <p:cNvSpPr>
            <a:spLocks noGrp="1"/>
          </p:cNvSpPr>
          <p:nvPr>
            <p:ph type="ctrTitle"/>
          </p:nvPr>
        </p:nvSpPr>
        <p:spPr/>
        <p:txBody>
          <a:bodyPr/>
          <a:lstStyle/>
          <a:p>
            <a:r>
              <a:rPr lang="en-GB" dirty="0"/>
              <a:t>Variable test continues original value</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a:lnSpc>
                <a:spcPct val="110000"/>
              </a:lnSpc>
            </a:pPr>
            <a:r>
              <a:rPr lang="en-US" sz="1800" dirty="0">
                <a:solidFill>
                  <a:schemeClr val="tx1"/>
                </a:solidFill>
                <a:latin typeface="+mn-lt"/>
              </a:rPr>
              <a:t>The</a:t>
            </a:r>
            <a:r>
              <a:rPr lang="en-US" sz="1800" dirty="0">
                <a:latin typeface="+mn-lt"/>
              </a:rPr>
              <a:t> </a:t>
            </a:r>
            <a:r>
              <a:rPr lang="en-US" sz="1800" b="1" dirty="0">
                <a:solidFill>
                  <a:srgbClr val="0000C8"/>
                </a:solidFill>
                <a:latin typeface="+mn-lt"/>
              </a:rPr>
              <a:t>${ }</a:t>
            </a:r>
            <a:r>
              <a:rPr lang="en-US" sz="1800" b="1" dirty="0">
                <a:latin typeface="+mn-lt"/>
              </a:rPr>
              <a:t> </a:t>
            </a:r>
            <a:r>
              <a:rPr lang="en-US" sz="1800" dirty="0">
                <a:solidFill>
                  <a:schemeClr val="tx1"/>
                </a:solidFill>
                <a:latin typeface="+mn-lt"/>
              </a:rPr>
              <a:t>syntax allows handling of empty variables.</a:t>
            </a:r>
          </a:p>
          <a:p>
            <a:pPr lvl="1"/>
            <a:r>
              <a:rPr lang="en-US" sz="1800" dirty="0">
                <a:latin typeface="+mn-lt"/>
              </a:rPr>
              <a:t>Use a default value for a variable that has not been set</a:t>
            </a:r>
          </a:p>
          <a:p>
            <a:pPr lvl="1"/>
            <a:r>
              <a:rPr lang="en-US" sz="1800" dirty="0">
                <a:latin typeface="+mn-lt"/>
              </a:rPr>
              <a:t>Given value is used, but variable stays empty</a:t>
            </a: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10</a:t>
            </a:fld>
            <a:endParaRPr lang="en-GB"/>
          </a:p>
        </p:txBody>
      </p:sp>
      <p:sp>
        <p:nvSpPr>
          <p:cNvPr id="7" name="Rectangle 3">
            <a:extLst>
              <a:ext uri="{FF2B5EF4-FFF2-40B4-BE49-F238E27FC236}">
                <a16:creationId xmlns:a16="http://schemas.microsoft.com/office/drawing/2014/main" id="{CD3E8709-0D8C-6BF0-DE3F-7D4C66D01FB3}"/>
              </a:ext>
            </a:extLst>
          </p:cNvPr>
          <p:cNvSpPr>
            <a:spLocks noChangeArrowheads="1"/>
          </p:cNvSpPr>
          <p:nvPr/>
        </p:nvSpPr>
        <p:spPr bwMode="auto">
          <a:xfrm>
            <a:off x="2448871" y="3309475"/>
            <a:ext cx="7292669" cy="2067233"/>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err="1">
                <a:solidFill>
                  <a:schemeClr val="bg1"/>
                </a:solidFill>
                <a:latin typeface="Hack" panose="020B0609030202020204" pitchFamily="49" charset="0"/>
                <a:ea typeface="Hack" panose="020B0609030202020204" pitchFamily="49" charset="0"/>
                <a:cs typeface="Hack" panose="020B0609030202020204" pitchFamily="49" charset="0"/>
              </a:rPr>
              <a:t>INGtmp</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echo "&lt;${</a:t>
            </a:r>
            <a:r>
              <a:rPr lang="en-US" b="1" spc="-4" dirty="0" err="1">
                <a:solidFill>
                  <a:schemeClr val="bg1"/>
                </a:solidFill>
                <a:latin typeface="Hack" panose="020B0609030202020204" pitchFamily="49" charset="0"/>
                <a:ea typeface="Hack" panose="020B0609030202020204" pitchFamily="49" charset="0"/>
                <a:cs typeface="Hack" panose="020B0609030202020204" pitchFamily="49" charset="0"/>
              </a:rPr>
              <a:t>INGtmp</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}&gt;"</a:t>
            </a:r>
          </a:p>
          <a:p>
            <a:pPr marL="10319">
              <a:spcBef>
                <a:spcPts val="73"/>
              </a:spcBef>
            </a:pP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&lt;&gt;</a:t>
            </a:r>
            <a:endParaRPr lang="en-GB" sz="1400"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echo "${</a:t>
            </a:r>
            <a:r>
              <a:rPr lang="en-US" b="1" spc="-4" dirty="0" err="1">
                <a:solidFill>
                  <a:schemeClr val="bg1"/>
                </a:solidFill>
                <a:latin typeface="Hack" panose="020B0609030202020204" pitchFamily="49" charset="0"/>
                <a:ea typeface="Hack" panose="020B0609030202020204" pitchFamily="49" charset="0"/>
                <a:cs typeface="Hack" panose="020B0609030202020204" pitchFamily="49" charset="0"/>
              </a:rPr>
              <a:t>INGtmp</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dirty="0" err="1">
                <a:solidFill>
                  <a:schemeClr val="bg1"/>
                </a:solidFill>
                <a:latin typeface="Hack" panose="020B0609030202020204" pitchFamily="49" charset="0"/>
                <a:ea typeface="Hack" panose="020B0609030202020204" pitchFamily="49" charset="0"/>
                <a:cs typeface="Hack" panose="020B0609030202020204" pitchFamily="49" charset="0"/>
              </a:rPr>
              <a:t>tmp</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dirty="0" err="1">
                <a:solidFill>
                  <a:schemeClr val="bg1"/>
                </a:solidFill>
                <a:latin typeface="Hack" panose="020B0609030202020204" pitchFamily="49" charset="0"/>
                <a:ea typeface="Hack" panose="020B0609030202020204" pitchFamily="49" charset="0"/>
                <a:cs typeface="Hack" panose="020B0609030202020204" pitchFamily="49" charset="0"/>
              </a:rPr>
              <a:t>INGtmp</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10319">
              <a:spcBef>
                <a:spcPts val="73"/>
              </a:spcBef>
            </a:pP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dirty="0" err="1">
                <a:solidFill>
                  <a:schemeClr val="bg1"/>
                </a:solidFill>
                <a:latin typeface="Hack" panose="020B0609030202020204" pitchFamily="49" charset="0"/>
                <a:ea typeface="Hack" panose="020B0609030202020204" pitchFamily="49" charset="0"/>
                <a:cs typeface="Hack" panose="020B0609030202020204" pitchFamily="49" charset="0"/>
              </a:rPr>
              <a:t>tmp</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dirty="0" err="1">
                <a:solidFill>
                  <a:schemeClr val="bg1"/>
                </a:solidFill>
                <a:latin typeface="Hack" panose="020B0609030202020204" pitchFamily="49" charset="0"/>
                <a:ea typeface="Hack" panose="020B0609030202020204" pitchFamily="49" charset="0"/>
                <a:cs typeface="Hack" panose="020B0609030202020204" pitchFamily="49" charset="0"/>
              </a:rPr>
              <a:t>INGtmp</a:t>
            </a:r>
            <a:endParaRPr lang="en-US"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echo "&lt;${</a:t>
            </a:r>
            <a:r>
              <a:rPr lang="en-US" b="1" spc="-4" dirty="0" err="1">
                <a:solidFill>
                  <a:schemeClr val="bg1"/>
                </a:solidFill>
                <a:latin typeface="Hack" panose="020B0609030202020204" pitchFamily="49" charset="0"/>
                <a:ea typeface="Hack" panose="020B0609030202020204" pitchFamily="49" charset="0"/>
                <a:cs typeface="Hack" panose="020B0609030202020204" pitchFamily="49" charset="0"/>
              </a:rPr>
              <a:t>INGtmp</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}&gt;"</a:t>
            </a:r>
          </a:p>
          <a:p>
            <a:pPr marL="10319">
              <a:spcBef>
                <a:spcPts val="73"/>
              </a:spcBef>
            </a:pP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&lt;&gt;</a:t>
            </a:r>
            <a:endParaRPr lang="en-GB" sz="1000" b="1" spc="-4"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76751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587B039-F211-ED47-D8FB-E13220AB5BDC}"/>
              </a:ext>
            </a:extLst>
          </p:cNvPr>
          <p:cNvSpPr>
            <a:spLocks noGrp="1"/>
          </p:cNvSpPr>
          <p:nvPr>
            <p:ph type="ctrTitle"/>
          </p:nvPr>
        </p:nvSpPr>
        <p:spPr/>
        <p:txBody>
          <a:bodyPr/>
          <a:lstStyle/>
          <a:p>
            <a:r>
              <a:rPr lang="en-GB" dirty="0"/>
              <a:t>Variable test continues change value</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a:lnSpc>
                <a:spcPct val="110000"/>
              </a:lnSpc>
            </a:pPr>
            <a:r>
              <a:rPr lang="en-US" sz="1800" dirty="0">
                <a:solidFill>
                  <a:schemeClr val="tx1"/>
                </a:solidFill>
                <a:latin typeface="+mn-lt"/>
              </a:rPr>
              <a:t>The</a:t>
            </a:r>
            <a:r>
              <a:rPr lang="en-US" sz="1800" dirty="0">
                <a:latin typeface="+mn-lt"/>
              </a:rPr>
              <a:t> </a:t>
            </a:r>
            <a:r>
              <a:rPr lang="en-US" sz="1800" b="1" dirty="0">
                <a:solidFill>
                  <a:srgbClr val="0000C8"/>
                </a:solidFill>
                <a:latin typeface="+mn-lt"/>
              </a:rPr>
              <a:t>${ }</a:t>
            </a:r>
            <a:r>
              <a:rPr lang="en-US" sz="1800" b="1" dirty="0">
                <a:latin typeface="+mn-lt"/>
              </a:rPr>
              <a:t> </a:t>
            </a:r>
            <a:r>
              <a:rPr lang="en-US" sz="1800" dirty="0">
                <a:solidFill>
                  <a:schemeClr val="tx1"/>
                </a:solidFill>
                <a:latin typeface="+mn-lt"/>
              </a:rPr>
              <a:t>syntax allows handling of empty variables.</a:t>
            </a:r>
          </a:p>
          <a:p>
            <a:pPr lvl="1"/>
            <a:r>
              <a:rPr lang="en-US" sz="1800" dirty="0">
                <a:latin typeface="+mn-lt"/>
              </a:rPr>
              <a:t>Use and assign value to a variable</a:t>
            </a:r>
          </a:p>
          <a:p>
            <a:pPr lvl="1"/>
            <a:r>
              <a:rPr lang="en-US" sz="1800" dirty="0">
                <a:latin typeface="+mn-lt"/>
              </a:rPr>
              <a:t>Given value is used and assigned to the variable</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11</a:t>
            </a:fld>
            <a:endParaRPr lang="en-GB"/>
          </a:p>
        </p:txBody>
      </p:sp>
      <p:sp>
        <p:nvSpPr>
          <p:cNvPr id="8" name="Rectangle 3">
            <a:extLst>
              <a:ext uri="{FF2B5EF4-FFF2-40B4-BE49-F238E27FC236}">
                <a16:creationId xmlns:a16="http://schemas.microsoft.com/office/drawing/2014/main" id="{715078B8-A5ED-9AE1-5C19-9A757FA28C74}"/>
              </a:ext>
            </a:extLst>
          </p:cNvPr>
          <p:cNvSpPr>
            <a:spLocks noChangeArrowheads="1"/>
          </p:cNvSpPr>
          <p:nvPr/>
        </p:nvSpPr>
        <p:spPr bwMode="auto">
          <a:xfrm>
            <a:off x="2448871" y="3429000"/>
            <a:ext cx="7292669" cy="2067233"/>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err="1">
                <a:solidFill>
                  <a:schemeClr val="bg1"/>
                </a:solidFill>
                <a:latin typeface="Hack" panose="020B0609030202020204" pitchFamily="49" charset="0"/>
                <a:ea typeface="Hack" panose="020B0609030202020204" pitchFamily="49" charset="0"/>
                <a:cs typeface="Hack" panose="020B0609030202020204" pitchFamily="49" charset="0"/>
              </a:rPr>
              <a:t>INGtmp</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echo "&lt;${</a:t>
            </a:r>
            <a:r>
              <a:rPr lang="en-US" b="1" spc="-4" dirty="0" err="1">
                <a:solidFill>
                  <a:schemeClr val="bg1"/>
                </a:solidFill>
                <a:latin typeface="Hack" panose="020B0609030202020204" pitchFamily="49" charset="0"/>
                <a:ea typeface="Hack" panose="020B0609030202020204" pitchFamily="49" charset="0"/>
                <a:cs typeface="Hack" panose="020B0609030202020204" pitchFamily="49" charset="0"/>
              </a:rPr>
              <a:t>INGtmp</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}&gt;"</a:t>
            </a:r>
          </a:p>
          <a:p>
            <a:pPr marL="10319">
              <a:spcBef>
                <a:spcPts val="73"/>
              </a:spcBef>
            </a:pP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&lt;&gt;</a:t>
            </a:r>
            <a:endParaRPr lang="en-GB" sz="1400"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echo "${</a:t>
            </a:r>
            <a:r>
              <a:rPr lang="en-US" b="1" spc="-4" dirty="0" err="1">
                <a:solidFill>
                  <a:schemeClr val="bg1"/>
                </a:solidFill>
                <a:latin typeface="Hack" panose="020B0609030202020204" pitchFamily="49" charset="0"/>
                <a:ea typeface="Hack" panose="020B0609030202020204" pitchFamily="49" charset="0"/>
                <a:cs typeface="Hack" panose="020B0609030202020204" pitchFamily="49" charset="0"/>
              </a:rPr>
              <a:t>INGtmp</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dirty="0" err="1">
                <a:solidFill>
                  <a:schemeClr val="bg1"/>
                </a:solidFill>
                <a:latin typeface="Hack" panose="020B0609030202020204" pitchFamily="49" charset="0"/>
                <a:ea typeface="Hack" panose="020B0609030202020204" pitchFamily="49" charset="0"/>
                <a:cs typeface="Hack" panose="020B0609030202020204" pitchFamily="49" charset="0"/>
              </a:rPr>
              <a:t>tmp</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dirty="0" err="1">
                <a:solidFill>
                  <a:schemeClr val="bg1"/>
                </a:solidFill>
                <a:latin typeface="Hack" panose="020B0609030202020204" pitchFamily="49" charset="0"/>
                <a:ea typeface="Hack" panose="020B0609030202020204" pitchFamily="49" charset="0"/>
                <a:cs typeface="Hack" panose="020B0609030202020204" pitchFamily="49" charset="0"/>
              </a:rPr>
              <a:t>INGtmp</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10319">
              <a:spcBef>
                <a:spcPts val="73"/>
              </a:spcBef>
            </a:pP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dirty="0" err="1">
                <a:solidFill>
                  <a:schemeClr val="bg1"/>
                </a:solidFill>
                <a:latin typeface="Hack" panose="020B0609030202020204" pitchFamily="49" charset="0"/>
                <a:ea typeface="Hack" panose="020B0609030202020204" pitchFamily="49" charset="0"/>
                <a:cs typeface="Hack" panose="020B0609030202020204" pitchFamily="49" charset="0"/>
              </a:rPr>
              <a:t>tmp</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4" dirty="0" err="1">
                <a:solidFill>
                  <a:schemeClr val="bg1"/>
                </a:solidFill>
                <a:latin typeface="Hack" panose="020B0609030202020204" pitchFamily="49" charset="0"/>
                <a:ea typeface="Hack" panose="020B0609030202020204" pitchFamily="49" charset="0"/>
                <a:cs typeface="Hack" panose="020B0609030202020204" pitchFamily="49" charset="0"/>
              </a:rPr>
              <a:t>INGtmp</a:t>
            </a:r>
            <a:endParaRPr lang="en-US"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echo "&lt;${</a:t>
            </a:r>
            <a:r>
              <a:rPr lang="en-US" b="1" spc="-4" dirty="0" err="1">
                <a:solidFill>
                  <a:schemeClr val="bg1"/>
                </a:solidFill>
                <a:latin typeface="Hack" panose="020B0609030202020204" pitchFamily="49" charset="0"/>
                <a:ea typeface="Hack" panose="020B0609030202020204" pitchFamily="49" charset="0"/>
                <a:cs typeface="Hack" panose="020B0609030202020204" pitchFamily="49" charset="0"/>
              </a:rPr>
              <a:t>INGtmp</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}&gt;"</a:t>
            </a:r>
          </a:p>
          <a:p>
            <a:pPr marL="10319">
              <a:spcBef>
                <a:spcPts val="73"/>
              </a:spcBef>
            </a:pP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&lt;/</a:t>
            </a:r>
            <a:r>
              <a:rPr lang="en-US" sz="1400" b="1" spc="-4" dirty="0" err="1">
                <a:solidFill>
                  <a:schemeClr val="bg1"/>
                </a:solidFill>
                <a:latin typeface="Hack" panose="020B0609030202020204" pitchFamily="49" charset="0"/>
                <a:ea typeface="Hack" panose="020B0609030202020204" pitchFamily="49" charset="0"/>
                <a:cs typeface="Hack" panose="020B0609030202020204" pitchFamily="49" charset="0"/>
              </a:rPr>
              <a:t>tmp</a:t>
            </a: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b="1" spc="-4" dirty="0" err="1">
                <a:solidFill>
                  <a:schemeClr val="bg1"/>
                </a:solidFill>
                <a:latin typeface="Hack" panose="020B0609030202020204" pitchFamily="49" charset="0"/>
                <a:ea typeface="Hack" panose="020B0609030202020204" pitchFamily="49" charset="0"/>
                <a:cs typeface="Hack" panose="020B0609030202020204" pitchFamily="49" charset="0"/>
              </a:rPr>
              <a:t>INGtmp</a:t>
            </a: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&gt;</a:t>
            </a:r>
            <a:endParaRPr lang="en-GB" sz="1000" b="1" spc="-4"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031821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A580D8D-0A37-6D91-0889-4CBB77AA806D}"/>
              </a:ext>
            </a:extLst>
          </p:cNvPr>
          <p:cNvSpPr>
            <a:spLocks noGrp="1"/>
          </p:cNvSpPr>
          <p:nvPr>
            <p:ph type="ctrTitle"/>
          </p:nvPr>
        </p:nvSpPr>
        <p:spPr/>
        <p:txBody>
          <a:bodyPr/>
          <a:lstStyle/>
          <a:p>
            <a:r>
              <a:rPr lang="en-GB" dirty="0"/>
              <a:t>Variable attributes</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GB" sz="1800" b="0" dirty="0">
                <a:solidFill>
                  <a:schemeClr val="tx1"/>
                </a:solidFill>
              </a:rPr>
              <a:t>Variables can be controlled through the available set of attributes.</a:t>
            </a:r>
          </a:p>
          <a:p>
            <a:pPr lvl="1"/>
            <a:r>
              <a:rPr lang="en-GB" sz="1800" b="0" dirty="0"/>
              <a:t>Each shell has its own assortment of variable attributes.</a:t>
            </a:r>
          </a:p>
          <a:p>
            <a:pPr lvl="1"/>
            <a:r>
              <a:rPr lang="en-GB" sz="1800" dirty="0"/>
              <a:t>Each shell has a specific command used to apply attributes.</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12</a:t>
            </a:fld>
            <a:endParaRPr lang="en-GB"/>
          </a:p>
        </p:txBody>
      </p:sp>
      <p:sp>
        <p:nvSpPr>
          <p:cNvPr id="3" name="Rounded Rectangle 7">
            <a:extLst>
              <a:ext uri="{FF2B5EF4-FFF2-40B4-BE49-F238E27FC236}">
                <a16:creationId xmlns:a16="http://schemas.microsoft.com/office/drawing/2014/main" id="{A5BF2238-88A4-F445-A6D1-A757E7651B3C}"/>
              </a:ext>
            </a:extLst>
          </p:cNvPr>
          <p:cNvSpPr/>
          <p:nvPr/>
        </p:nvSpPr>
        <p:spPr>
          <a:xfrm>
            <a:off x="2746929" y="3282749"/>
            <a:ext cx="6847576" cy="2949019"/>
          </a:xfrm>
          <a:prstGeom prst="roundRect">
            <a:avLst>
              <a:gd name="adj" fmla="val 8615"/>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marL="0" lvl="1">
              <a:spcBef>
                <a:spcPts val="0"/>
              </a:spcBef>
              <a:tabLst>
                <a:tab pos="528638" algn="l"/>
              </a:tabLst>
            </a:pPr>
            <a:r>
              <a:rPr lang="en-GB" sz="2000" b="1" dirty="0">
                <a:solidFill>
                  <a:srgbClr val="0000C8"/>
                </a:solidFill>
                <a:latin typeface="Hack" panose="020B0609030202020204" pitchFamily="49" charset="0"/>
                <a:ea typeface="Hack" panose="020B0609030202020204" pitchFamily="49" charset="0"/>
                <a:cs typeface="Hack" panose="020B0609030202020204" pitchFamily="49" charset="0"/>
              </a:rPr>
              <a:t>	-a</a:t>
            </a:r>
            <a:r>
              <a:rPr lang="en-GB" sz="2000" b="1" dirty="0">
                <a:solidFill>
                  <a:srgbClr val="0000C8"/>
                </a:solidFill>
              </a:rPr>
              <a:t>			</a:t>
            </a:r>
            <a:r>
              <a:rPr lang="en-GB" sz="2000" dirty="0"/>
              <a:t>array</a:t>
            </a:r>
          </a:p>
          <a:p>
            <a:pPr marL="0" lvl="1">
              <a:spcBef>
                <a:spcPts val="0"/>
              </a:spcBef>
              <a:tabLst>
                <a:tab pos="528638" algn="l"/>
              </a:tabLst>
            </a:pPr>
            <a:r>
              <a:rPr lang="en-GB" sz="2000" b="1" dirty="0">
                <a:solidFill>
                  <a:srgbClr val="0000C8"/>
                </a:solidFill>
                <a:latin typeface="Hack" panose="020B0609030202020204" pitchFamily="49" charset="0"/>
                <a:ea typeface="Hack" panose="020B0609030202020204" pitchFamily="49" charset="0"/>
                <a:cs typeface="Hack" panose="020B0609030202020204" pitchFamily="49" charset="0"/>
              </a:rPr>
              <a:t>	-A</a:t>
            </a:r>
            <a:r>
              <a:rPr lang="en-GB" sz="2000" b="1" dirty="0">
                <a:solidFill>
                  <a:srgbClr val="0000C8"/>
                </a:solidFill>
              </a:rPr>
              <a:t>			</a:t>
            </a:r>
            <a:r>
              <a:rPr lang="en-GB" sz="2000" dirty="0"/>
              <a:t>associative array</a:t>
            </a:r>
          </a:p>
          <a:p>
            <a:pPr marL="0" lvl="1">
              <a:spcBef>
                <a:spcPts val="0"/>
              </a:spcBef>
              <a:tabLst>
                <a:tab pos="528638" algn="l"/>
              </a:tabLst>
            </a:pPr>
            <a:r>
              <a:rPr lang="en-GB" sz="2000" b="1" dirty="0">
                <a:solidFill>
                  <a:srgbClr val="0000C8"/>
                </a:solidFill>
                <a:latin typeface="Hack" panose="020B0609030202020204" pitchFamily="49" charset="0"/>
                <a:ea typeface="Hack" panose="020B0609030202020204" pitchFamily="49" charset="0"/>
                <a:cs typeface="Hack" panose="020B0609030202020204" pitchFamily="49" charset="0"/>
              </a:rPr>
              <a:t>	-f</a:t>
            </a:r>
            <a:r>
              <a:rPr lang="en-GB" sz="2000" b="1" dirty="0">
                <a:solidFill>
                  <a:srgbClr val="0000C8"/>
                </a:solidFill>
              </a:rPr>
              <a:t>			</a:t>
            </a:r>
            <a:r>
              <a:rPr lang="en-GB" sz="2000" dirty="0"/>
              <a:t>function</a:t>
            </a:r>
          </a:p>
          <a:p>
            <a:pPr marL="0" lvl="1">
              <a:spcBef>
                <a:spcPts val="0"/>
              </a:spcBef>
              <a:tabLst>
                <a:tab pos="528638" algn="l"/>
              </a:tabLst>
            </a:pPr>
            <a:r>
              <a:rPr lang="en-GB" sz="2000" b="1" dirty="0">
                <a:solidFill>
                  <a:srgbClr val="0000C8"/>
                </a:solidFill>
                <a:latin typeface="Hack" panose="020B0609030202020204" pitchFamily="49" charset="0"/>
                <a:ea typeface="Hack" panose="020B0609030202020204" pitchFamily="49" charset="0"/>
                <a:cs typeface="Hack" panose="020B0609030202020204" pitchFamily="49" charset="0"/>
              </a:rPr>
              <a:t>	-</a:t>
            </a:r>
            <a:r>
              <a:rPr lang="en-GB" sz="2000" b="1" dirty="0" err="1">
                <a:solidFill>
                  <a:srgbClr val="0000C8"/>
                </a:solidFill>
                <a:latin typeface="Hack" panose="020B0609030202020204" pitchFamily="49" charset="0"/>
                <a:ea typeface="Hack" panose="020B0609030202020204" pitchFamily="49" charset="0"/>
                <a:cs typeface="Hack" panose="020B0609030202020204" pitchFamily="49" charset="0"/>
              </a:rPr>
              <a:t>i</a:t>
            </a:r>
            <a:r>
              <a:rPr lang="en-GB" sz="2000" b="1" dirty="0">
                <a:solidFill>
                  <a:srgbClr val="0000C8"/>
                </a:solidFill>
              </a:rPr>
              <a:t>			</a:t>
            </a:r>
            <a:r>
              <a:rPr lang="en-GB" sz="2000" b="1" dirty="0">
                <a:solidFill>
                  <a:schemeClr val="accent6">
                    <a:lumMod val="50000"/>
                  </a:schemeClr>
                </a:solidFill>
              </a:rPr>
              <a:t>integer</a:t>
            </a:r>
          </a:p>
          <a:p>
            <a:pPr marL="0" lvl="1">
              <a:spcBef>
                <a:spcPts val="0"/>
              </a:spcBef>
              <a:tabLst>
                <a:tab pos="528638" algn="l"/>
              </a:tabLst>
            </a:pPr>
            <a:r>
              <a:rPr lang="en-GB" sz="2000" b="1" dirty="0">
                <a:solidFill>
                  <a:srgbClr val="0000C8"/>
                </a:solidFill>
                <a:latin typeface="Hack" panose="020B0609030202020204" pitchFamily="49" charset="0"/>
                <a:ea typeface="Hack" panose="020B0609030202020204" pitchFamily="49" charset="0"/>
                <a:cs typeface="Hack" panose="020B0609030202020204" pitchFamily="49" charset="0"/>
              </a:rPr>
              <a:t>	-l</a:t>
            </a:r>
            <a:r>
              <a:rPr lang="en-GB" sz="2000" b="1" dirty="0">
                <a:solidFill>
                  <a:srgbClr val="0000C8"/>
                </a:solidFill>
              </a:rPr>
              <a:t>			</a:t>
            </a:r>
            <a:r>
              <a:rPr lang="en-GB" sz="2000" dirty="0"/>
              <a:t>convert to lower case</a:t>
            </a:r>
          </a:p>
          <a:p>
            <a:pPr marL="0" lvl="1">
              <a:spcBef>
                <a:spcPts val="0"/>
              </a:spcBef>
              <a:tabLst>
                <a:tab pos="528638" algn="l"/>
              </a:tabLst>
            </a:pPr>
            <a:r>
              <a:rPr lang="en-GB" sz="2000" b="1" dirty="0">
                <a:solidFill>
                  <a:srgbClr val="0000C8"/>
                </a:solidFill>
                <a:latin typeface="Hack" panose="020B0609030202020204" pitchFamily="49" charset="0"/>
                <a:ea typeface="Hack" panose="020B0609030202020204" pitchFamily="49" charset="0"/>
                <a:cs typeface="Hack" panose="020B0609030202020204" pitchFamily="49" charset="0"/>
              </a:rPr>
              <a:t>	-r</a:t>
            </a:r>
            <a:r>
              <a:rPr lang="en-GB" sz="2000" b="1" dirty="0">
                <a:solidFill>
                  <a:srgbClr val="0000C8"/>
                </a:solidFill>
              </a:rPr>
              <a:t>			</a:t>
            </a:r>
            <a:r>
              <a:rPr lang="en-GB" sz="2000" b="1" dirty="0" err="1">
                <a:solidFill>
                  <a:schemeClr val="accent6">
                    <a:lumMod val="50000"/>
                  </a:schemeClr>
                </a:solidFill>
              </a:rPr>
              <a:t>readonly</a:t>
            </a:r>
            <a:endParaRPr lang="en-GB" sz="2000" b="1" dirty="0">
              <a:solidFill>
                <a:schemeClr val="accent6">
                  <a:lumMod val="50000"/>
                </a:schemeClr>
              </a:solidFill>
            </a:endParaRPr>
          </a:p>
          <a:p>
            <a:pPr marL="0" lvl="1">
              <a:spcBef>
                <a:spcPts val="0"/>
              </a:spcBef>
              <a:tabLst>
                <a:tab pos="528638" algn="l"/>
              </a:tabLst>
            </a:pPr>
            <a:r>
              <a:rPr lang="en-GB" sz="2000" b="1" dirty="0">
                <a:solidFill>
                  <a:srgbClr val="0000C8"/>
                </a:solidFill>
                <a:latin typeface="Hack" panose="020B0609030202020204" pitchFamily="49" charset="0"/>
                <a:ea typeface="Hack" panose="020B0609030202020204" pitchFamily="49" charset="0"/>
                <a:cs typeface="Hack" panose="020B0609030202020204" pitchFamily="49" charset="0"/>
              </a:rPr>
              <a:t>	-t</a:t>
            </a:r>
            <a:r>
              <a:rPr lang="en-GB" sz="2000" b="1" dirty="0">
                <a:solidFill>
                  <a:srgbClr val="0000C8"/>
                </a:solidFill>
              </a:rPr>
              <a:t>			</a:t>
            </a:r>
            <a:r>
              <a:rPr lang="en-GB" sz="2000" dirty="0"/>
              <a:t>trace into function</a:t>
            </a:r>
          </a:p>
          <a:p>
            <a:pPr marL="0" lvl="1">
              <a:spcBef>
                <a:spcPts val="0"/>
              </a:spcBef>
              <a:tabLst>
                <a:tab pos="528638" algn="l"/>
              </a:tabLst>
            </a:pPr>
            <a:r>
              <a:rPr lang="en-GB" sz="2000" b="1" dirty="0">
                <a:solidFill>
                  <a:srgbClr val="0000C8"/>
                </a:solidFill>
                <a:latin typeface="Hack" panose="020B0609030202020204" pitchFamily="49" charset="0"/>
                <a:ea typeface="Hack" panose="020B0609030202020204" pitchFamily="49" charset="0"/>
                <a:cs typeface="Hack" panose="020B0609030202020204" pitchFamily="49" charset="0"/>
              </a:rPr>
              <a:t>	-u</a:t>
            </a:r>
            <a:r>
              <a:rPr lang="en-GB" sz="2000" b="1" dirty="0">
                <a:solidFill>
                  <a:srgbClr val="0000C8"/>
                </a:solidFill>
              </a:rPr>
              <a:t>			</a:t>
            </a:r>
            <a:r>
              <a:rPr lang="en-GB" sz="2000" dirty="0"/>
              <a:t>convert</a:t>
            </a:r>
            <a:r>
              <a:rPr lang="en-GB" sz="2000" b="1" dirty="0">
                <a:solidFill>
                  <a:srgbClr val="0000C8"/>
                </a:solidFill>
              </a:rPr>
              <a:t> </a:t>
            </a:r>
            <a:r>
              <a:rPr lang="en-GB" sz="2000" dirty="0"/>
              <a:t>to upper case</a:t>
            </a:r>
          </a:p>
          <a:p>
            <a:pPr marL="0" lvl="1">
              <a:spcBef>
                <a:spcPts val="0"/>
              </a:spcBef>
              <a:tabLst>
                <a:tab pos="528638" algn="l"/>
              </a:tabLst>
            </a:pPr>
            <a:r>
              <a:rPr lang="en-GB" sz="2000" b="1" dirty="0">
                <a:solidFill>
                  <a:srgbClr val="0000C8"/>
                </a:solidFill>
                <a:latin typeface="Hack" panose="020B0609030202020204" pitchFamily="49" charset="0"/>
                <a:ea typeface="Hack" panose="020B0609030202020204" pitchFamily="49" charset="0"/>
                <a:cs typeface="Hack" panose="020B0609030202020204" pitchFamily="49" charset="0"/>
              </a:rPr>
              <a:t>	-x</a:t>
            </a:r>
            <a:r>
              <a:rPr lang="en-GB" sz="2000" b="1" dirty="0">
                <a:solidFill>
                  <a:srgbClr val="0000C8"/>
                </a:solidFill>
              </a:rPr>
              <a:t>			</a:t>
            </a:r>
            <a:r>
              <a:rPr lang="en-GB" sz="2000" dirty="0"/>
              <a:t>exported</a:t>
            </a:r>
          </a:p>
        </p:txBody>
      </p:sp>
      <p:grpSp>
        <p:nvGrpSpPr>
          <p:cNvPr id="4" name="Group 3">
            <a:extLst>
              <a:ext uri="{FF2B5EF4-FFF2-40B4-BE49-F238E27FC236}">
                <a16:creationId xmlns:a16="http://schemas.microsoft.com/office/drawing/2014/main" id="{AB0B1585-C1EF-9FC0-6018-853ADA089004}"/>
              </a:ext>
            </a:extLst>
          </p:cNvPr>
          <p:cNvGrpSpPr/>
          <p:nvPr/>
        </p:nvGrpSpPr>
        <p:grpSpPr>
          <a:xfrm>
            <a:off x="7512948" y="2169709"/>
            <a:ext cx="4163114" cy="461665"/>
            <a:chOff x="755877" y="2725217"/>
            <a:chExt cx="4921591" cy="461665"/>
          </a:xfrm>
        </p:grpSpPr>
        <p:sp>
          <p:nvSpPr>
            <p:cNvPr id="7" name="Text Box 10">
              <a:extLst>
                <a:ext uri="{FF2B5EF4-FFF2-40B4-BE49-F238E27FC236}">
                  <a16:creationId xmlns:a16="http://schemas.microsoft.com/office/drawing/2014/main" id="{96758B6F-C3BA-D265-B710-0940546D2AA2}"/>
                </a:ext>
              </a:extLst>
            </p:cNvPr>
            <p:cNvSpPr txBox="1">
              <a:spLocks noChangeArrowheads="1"/>
            </p:cNvSpPr>
            <p:nvPr/>
          </p:nvSpPr>
          <p:spPr bwMode="auto">
            <a:xfrm>
              <a:off x="755877" y="2768976"/>
              <a:ext cx="4921591" cy="414363"/>
            </a:xfrm>
            <a:prstGeom prst="rect">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2400" dirty="0">
                  <a:solidFill>
                    <a:srgbClr val="0000C8"/>
                  </a:solidFill>
                  <a:latin typeface="Hack" panose="020B0609030202020204" pitchFamily="49" charset="0"/>
                  <a:ea typeface="Hack" panose="020B0609030202020204" pitchFamily="49" charset="0"/>
                  <a:cs typeface="Hack" panose="020B0609030202020204" pitchFamily="49" charset="0"/>
                </a:rPr>
                <a:t>declare</a:t>
              </a:r>
              <a:endParaRPr lang="en-GB" sz="1800" dirty="0">
                <a:solidFill>
                  <a:srgbClr val="0000C8"/>
                </a:solidFill>
                <a:latin typeface="Hack" panose="020B0609030202020204" pitchFamily="49" charset="0"/>
                <a:ea typeface="Hack" panose="020B0609030202020204" pitchFamily="49" charset="0"/>
                <a:cs typeface="Hack" panose="020B0609030202020204" pitchFamily="49" charset="0"/>
              </a:endParaRPr>
            </a:p>
          </p:txBody>
        </p:sp>
        <p:sp>
          <p:nvSpPr>
            <p:cNvPr id="9" name="Rectangle 8">
              <a:extLst>
                <a:ext uri="{FF2B5EF4-FFF2-40B4-BE49-F238E27FC236}">
                  <a16:creationId xmlns:a16="http://schemas.microsoft.com/office/drawing/2014/main" id="{CB18529F-C3E0-BEE0-458E-6E0E45987908}"/>
                </a:ext>
              </a:extLst>
            </p:cNvPr>
            <p:cNvSpPr/>
            <p:nvPr/>
          </p:nvSpPr>
          <p:spPr>
            <a:xfrm>
              <a:off x="4321565" y="2725217"/>
              <a:ext cx="1290074" cy="461665"/>
            </a:xfrm>
            <a:prstGeom prst="rect">
              <a:avLst/>
            </a:prstGeom>
            <a:noFill/>
          </p:spPr>
          <p:txBody>
            <a:bodyPr wrap="squar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2400" b="1" cap="all" dirty="0">
                  <a:ln w="0"/>
                  <a:solidFill>
                    <a:schemeClr val="accent6">
                      <a:lumMod val="50000"/>
                    </a:schemeClr>
                  </a:solidFill>
                  <a:effectLst>
                    <a:reflection blurRad="12700" stA="50000" endPos="50000" dist="5000" dir="5400000" sy="-100000" rotWithShape="0"/>
                  </a:effectLst>
                </a:rPr>
                <a:t>bash</a:t>
              </a:r>
            </a:p>
          </p:txBody>
        </p:sp>
      </p:grpSp>
    </p:spTree>
    <p:extLst>
      <p:ext uri="{BB962C8B-B14F-4D97-AF65-F5344CB8AC3E}">
        <p14:creationId xmlns:p14="http://schemas.microsoft.com/office/powerpoint/2010/main" val="2435455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075EED4-A6DB-3FD0-C0DD-B6871DBE6B72}"/>
              </a:ext>
            </a:extLst>
          </p:cNvPr>
          <p:cNvSpPr>
            <a:spLocks noGrp="1"/>
          </p:cNvSpPr>
          <p:nvPr>
            <p:ph type="ctrTitle"/>
          </p:nvPr>
        </p:nvSpPr>
        <p:spPr/>
        <p:txBody>
          <a:bodyPr/>
          <a:lstStyle/>
          <a:p>
            <a:r>
              <a:rPr lang="en-GB" dirty="0"/>
              <a:t>Variable attribute – </a:t>
            </a:r>
            <a:r>
              <a:rPr lang="en-GB" dirty="0" err="1"/>
              <a:t>readonly</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GB" sz="1800" b="1" dirty="0">
                <a:solidFill>
                  <a:schemeClr val="tx1"/>
                </a:solidFill>
              </a:rPr>
              <a:t>Read only </a:t>
            </a:r>
            <a:r>
              <a:rPr lang="en-GB" sz="1800" dirty="0">
                <a:solidFill>
                  <a:schemeClr val="tx1"/>
                </a:solidFill>
              </a:rPr>
              <a:t>cannot</a:t>
            </a:r>
            <a:r>
              <a:rPr lang="en-GB" sz="1800" b="1" dirty="0">
                <a:solidFill>
                  <a:schemeClr val="tx1"/>
                </a:solidFill>
              </a:rPr>
              <a:t> </a:t>
            </a:r>
            <a:r>
              <a:rPr lang="en-GB" sz="1800" dirty="0">
                <a:solidFill>
                  <a:schemeClr val="tx1"/>
                </a:solidFill>
              </a:rPr>
              <a:t>be re-assigned nor </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unset.</a:t>
            </a:r>
            <a:endParaRPr lang="en-GB" sz="1800" b="1" dirty="0">
              <a:solidFill>
                <a:schemeClr val="tx1"/>
              </a:solidFill>
              <a:latin typeface="Hack" panose="020B0609030202020204" pitchFamily="49" charset="0"/>
              <a:ea typeface="Hack" panose="020B0609030202020204" pitchFamily="49" charset="0"/>
              <a:cs typeface="Hack" panose="020B0609030202020204" pitchFamily="49" charset="0"/>
            </a:endParaRPr>
          </a:p>
          <a:p>
            <a:pPr lvl="1"/>
            <a:r>
              <a:rPr lang="en-GB" sz="1800" dirty="0"/>
              <a:t>Use </a:t>
            </a:r>
            <a:r>
              <a:rPr lang="en-GB" sz="1800" b="1" dirty="0" err="1">
                <a:latin typeface="Hack" panose="020B0609030202020204" pitchFamily="49" charset="0"/>
                <a:ea typeface="Hack" panose="020B0609030202020204" pitchFamily="49" charset="0"/>
                <a:cs typeface="Hack" panose="020B0609030202020204" pitchFamily="49" charset="0"/>
              </a:rPr>
              <a:t>readonly</a:t>
            </a:r>
            <a:r>
              <a:rPr lang="en-GB" sz="1800" dirty="0"/>
              <a:t> built-in to create or list variables with this attribute.</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13</a:t>
            </a:fld>
            <a:endParaRPr lang="en-GB"/>
          </a:p>
        </p:txBody>
      </p:sp>
      <p:sp>
        <p:nvSpPr>
          <p:cNvPr id="8" name="Rectangle 3">
            <a:extLst>
              <a:ext uri="{FF2B5EF4-FFF2-40B4-BE49-F238E27FC236}">
                <a16:creationId xmlns:a16="http://schemas.microsoft.com/office/drawing/2014/main" id="{715078B8-A5ED-9AE1-5C19-9A757FA28C74}"/>
              </a:ext>
            </a:extLst>
          </p:cNvPr>
          <p:cNvSpPr>
            <a:spLocks noChangeArrowheads="1"/>
          </p:cNvSpPr>
          <p:nvPr/>
        </p:nvSpPr>
        <p:spPr bwMode="auto">
          <a:xfrm>
            <a:off x="2448871" y="2769762"/>
            <a:ext cx="7292669" cy="3116238"/>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err="1">
                <a:solidFill>
                  <a:schemeClr val="bg1"/>
                </a:solidFill>
                <a:latin typeface="Hack" panose="020B0609030202020204" pitchFamily="49" charset="0"/>
                <a:ea typeface="Hack" panose="020B0609030202020204" pitchFamily="49" charset="0"/>
                <a:cs typeface="Hack" panose="020B0609030202020204" pitchFamily="49" charset="0"/>
              </a:rPr>
              <a:t>readonly</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 surname=Bloggs</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surname=</a:t>
            </a:r>
            <a:r>
              <a:rPr lang="en-US" b="1" spc="-4" dirty="0" err="1">
                <a:solidFill>
                  <a:schemeClr val="bg1"/>
                </a:solidFill>
                <a:latin typeface="Hack" panose="020B0609030202020204" pitchFamily="49" charset="0"/>
                <a:ea typeface="Hack" panose="020B0609030202020204" pitchFamily="49" charset="0"/>
                <a:cs typeface="Hack" panose="020B0609030202020204" pitchFamily="49" charset="0"/>
              </a:rPr>
              <a:t>Boggit</a:t>
            </a:r>
            <a:endParaRPr lang="en-US"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73"/>
              </a:spcBef>
            </a:pP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-bash: surname: </a:t>
            </a:r>
            <a:r>
              <a:rPr lang="en-US" sz="1400" b="1" spc="-4" dirty="0" err="1">
                <a:solidFill>
                  <a:schemeClr val="bg1"/>
                </a:solidFill>
                <a:latin typeface="Hack" panose="020B0609030202020204" pitchFamily="49" charset="0"/>
                <a:ea typeface="Hack" panose="020B0609030202020204" pitchFamily="49" charset="0"/>
                <a:cs typeface="Hack" panose="020B0609030202020204" pitchFamily="49" charset="0"/>
              </a:rPr>
              <a:t>readonly</a:t>
            </a: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 variable</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unset surname</a:t>
            </a:r>
          </a:p>
          <a:p>
            <a:pPr marL="10319">
              <a:spcBef>
                <a:spcPts val="73"/>
              </a:spcBef>
            </a:pP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-bash: unset: surname: cannot unset: </a:t>
            </a:r>
            <a:r>
              <a:rPr lang="en-US" sz="1400" b="1" spc="-4" dirty="0" err="1">
                <a:solidFill>
                  <a:schemeClr val="bg1"/>
                </a:solidFill>
                <a:latin typeface="Hack" panose="020B0609030202020204" pitchFamily="49" charset="0"/>
                <a:ea typeface="Hack" panose="020B0609030202020204" pitchFamily="49" charset="0"/>
                <a:cs typeface="Hack" panose="020B0609030202020204" pitchFamily="49" charset="0"/>
              </a:rPr>
              <a:t>readonly</a:t>
            </a: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 variable</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err="1">
                <a:solidFill>
                  <a:schemeClr val="bg1"/>
                </a:solidFill>
                <a:latin typeface="Hack" panose="020B0609030202020204" pitchFamily="49" charset="0"/>
                <a:ea typeface="Hack" panose="020B0609030202020204" pitchFamily="49" charset="0"/>
                <a:cs typeface="Hack" panose="020B0609030202020204" pitchFamily="49" charset="0"/>
              </a:rPr>
              <a:t>readonly</a:t>
            </a:r>
            <a:endParaRPr lang="en-US" b="1" spc="-4"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73"/>
              </a:spcBef>
            </a:pP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declare -</a:t>
            </a:r>
            <a:r>
              <a:rPr lang="en-US" sz="1400" b="1" spc="-4" dirty="0" err="1">
                <a:solidFill>
                  <a:schemeClr val="bg1"/>
                </a:solidFill>
                <a:latin typeface="Hack" panose="020B0609030202020204" pitchFamily="49" charset="0"/>
                <a:ea typeface="Hack" panose="020B0609030202020204" pitchFamily="49" charset="0"/>
                <a:cs typeface="Hack" panose="020B0609030202020204" pitchFamily="49" charset="0"/>
              </a:rPr>
              <a:t>ar</a:t>
            </a: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 BASH_VERSINFO='([0]="2" [1]="05b" ...</a:t>
            </a:r>
          </a:p>
          <a:p>
            <a:pPr marL="10319">
              <a:spcBef>
                <a:spcPts val="73"/>
              </a:spcBef>
            </a:pP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declare -</a:t>
            </a:r>
            <a:r>
              <a:rPr lang="en-US" sz="1400" b="1" spc="-4" dirty="0" err="1">
                <a:solidFill>
                  <a:schemeClr val="bg1"/>
                </a:solidFill>
                <a:latin typeface="Hack" panose="020B0609030202020204" pitchFamily="49" charset="0"/>
                <a:ea typeface="Hack" panose="020B0609030202020204" pitchFamily="49" charset="0"/>
                <a:cs typeface="Hack" panose="020B0609030202020204" pitchFamily="49" charset="0"/>
              </a:rPr>
              <a:t>ir</a:t>
            </a: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 EUID="501"</a:t>
            </a:r>
          </a:p>
          <a:p>
            <a:pPr marL="10319">
              <a:spcBef>
                <a:spcPts val="73"/>
              </a:spcBef>
            </a:pP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declare -</a:t>
            </a:r>
            <a:r>
              <a:rPr lang="en-US" sz="1400" b="1" spc="-4" dirty="0" err="1">
                <a:solidFill>
                  <a:schemeClr val="bg1"/>
                </a:solidFill>
                <a:latin typeface="Hack" panose="020B0609030202020204" pitchFamily="49" charset="0"/>
                <a:ea typeface="Hack" panose="020B0609030202020204" pitchFamily="49" charset="0"/>
                <a:cs typeface="Hack" panose="020B0609030202020204" pitchFamily="49" charset="0"/>
              </a:rPr>
              <a:t>ir</a:t>
            </a: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 PPID="2121"</a:t>
            </a:r>
          </a:p>
          <a:p>
            <a:pPr marL="10319">
              <a:spcBef>
                <a:spcPts val="73"/>
              </a:spcBef>
            </a:pP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declare -r SHELLOPTS="</a:t>
            </a:r>
            <a:r>
              <a:rPr lang="en-US" sz="1400" b="1" spc="-4" dirty="0" err="1">
                <a:solidFill>
                  <a:schemeClr val="bg1"/>
                </a:solidFill>
                <a:latin typeface="Hack" panose="020B0609030202020204" pitchFamily="49" charset="0"/>
                <a:ea typeface="Hack" panose="020B0609030202020204" pitchFamily="49" charset="0"/>
                <a:cs typeface="Hack" panose="020B0609030202020204" pitchFamily="49" charset="0"/>
              </a:rPr>
              <a:t>braceexpand:emacs:hashall</a:t>
            </a: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a:t>
            </a:r>
          </a:p>
          <a:p>
            <a:pPr marL="10319">
              <a:spcBef>
                <a:spcPts val="73"/>
              </a:spcBef>
            </a:pP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declare -</a:t>
            </a:r>
            <a:r>
              <a:rPr lang="en-US" sz="1400" b="1" spc="-4" dirty="0" err="1">
                <a:solidFill>
                  <a:schemeClr val="bg1"/>
                </a:solidFill>
                <a:latin typeface="Hack" panose="020B0609030202020204" pitchFamily="49" charset="0"/>
                <a:ea typeface="Hack" panose="020B0609030202020204" pitchFamily="49" charset="0"/>
                <a:cs typeface="Hack" panose="020B0609030202020204" pitchFamily="49" charset="0"/>
              </a:rPr>
              <a:t>ir</a:t>
            </a: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 UID="501"</a:t>
            </a:r>
          </a:p>
          <a:p>
            <a:pPr marL="10319">
              <a:spcBef>
                <a:spcPts val="73"/>
              </a:spcBef>
            </a:pP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declare -r surname="Bloggs"</a:t>
            </a:r>
          </a:p>
        </p:txBody>
      </p:sp>
    </p:spTree>
    <p:extLst>
      <p:ext uri="{BB962C8B-B14F-4D97-AF65-F5344CB8AC3E}">
        <p14:creationId xmlns:p14="http://schemas.microsoft.com/office/powerpoint/2010/main" val="197619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7D70171-5433-5592-A2F4-060D6D0F50D4}"/>
              </a:ext>
            </a:extLst>
          </p:cNvPr>
          <p:cNvSpPr>
            <a:spLocks noGrp="1"/>
          </p:cNvSpPr>
          <p:nvPr>
            <p:ph type="ctrTitle"/>
          </p:nvPr>
        </p:nvSpPr>
        <p:spPr/>
        <p:txBody>
          <a:bodyPr/>
          <a:lstStyle/>
          <a:p>
            <a:r>
              <a:rPr lang="en-GB" dirty="0"/>
              <a:t>Variable attribute – integer</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GB" sz="1800" dirty="0">
                <a:solidFill>
                  <a:schemeClr val="tx1"/>
                </a:solidFill>
              </a:rPr>
              <a:t>Use</a:t>
            </a:r>
            <a:r>
              <a:rPr lang="en-GB" sz="1800" dirty="0"/>
              <a:t> </a:t>
            </a:r>
            <a:r>
              <a:rPr lang="en-GB" sz="1800" b="1" dirty="0">
                <a:solidFill>
                  <a:srgbClr val="0000C8"/>
                </a:solidFill>
              </a:rPr>
              <a:t>declare –</a:t>
            </a:r>
            <a:r>
              <a:rPr lang="en-GB" sz="1800" b="1" dirty="0" err="1">
                <a:solidFill>
                  <a:srgbClr val="0000C8"/>
                </a:solidFill>
              </a:rPr>
              <a:t>i</a:t>
            </a:r>
            <a:r>
              <a:rPr lang="en-GB" sz="1800" b="1" dirty="0"/>
              <a:t> </a:t>
            </a:r>
            <a:r>
              <a:rPr lang="en-GB" sz="1800" dirty="0">
                <a:solidFill>
                  <a:schemeClr val="tx1"/>
                </a:solidFill>
              </a:rPr>
              <a:t>bash) to declare an integer variable.</a:t>
            </a:r>
          </a:p>
          <a:p>
            <a:endParaRPr lang="en-GB" sz="1800" dirty="0">
              <a:solidFill>
                <a:schemeClr val="tx1"/>
              </a:solidFill>
            </a:endParaRPr>
          </a:p>
          <a:p>
            <a:endParaRPr lang="en-GB" sz="1800" dirty="0">
              <a:solidFill>
                <a:schemeClr val="tx1"/>
              </a:solidFill>
            </a:endParaRPr>
          </a:p>
          <a:p>
            <a:pPr lvl="1"/>
            <a:endParaRPr lang="en-GB" sz="1800" dirty="0"/>
          </a:p>
          <a:p>
            <a:pPr lvl="1"/>
            <a:endParaRPr lang="en-GB" sz="1800" dirty="0"/>
          </a:p>
          <a:p>
            <a:pPr lvl="1"/>
            <a:endParaRPr lang="en-GB" sz="1800" dirty="0"/>
          </a:p>
          <a:p>
            <a:r>
              <a:rPr lang="en-GB" sz="1800" dirty="0">
                <a:solidFill>
                  <a:schemeClr val="tx1"/>
                </a:solidFill>
              </a:rPr>
              <a:t>Assigning non-numeric text to an integer is allowed.</a:t>
            </a:r>
          </a:p>
          <a:p>
            <a:pPr lvl="1"/>
            <a:r>
              <a:rPr lang="en-GB" sz="1800" dirty="0"/>
              <a:t>The integer value of non-numeric text is zero.</a:t>
            </a:r>
          </a:p>
          <a:p>
            <a:pPr lvl="1"/>
            <a:endParaRPr lang="en-GB" sz="1800" i="1" dirty="0"/>
          </a:p>
          <a:p>
            <a:r>
              <a:rPr lang="en-GB" sz="1800" dirty="0">
                <a:solidFill>
                  <a:schemeClr val="tx1"/>
                </a:solidFill>
              </a:rPr>
              <a:t>An error message is given only with an embedded delimiter.</a:t>
            </a:r>
          </a:p>
          <a:p>
            <a:endParaRPr lang="en-GB" sz="32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14</a:t>
            </a:fld>
            <a:endParaRPr lang="en-GB"/>
          </a:p>
        </p:txBody>
      </p:sp>
      <p:sp>
        <p:nvSpPr>
          <p:cNvPr id="8" name="Rectangle 3">
            <a:extLst>
              <a:ext uri="{FF2B5EF4-FFF2-40B4-BE49-F238E27FC236}">
                <a16:creationId xmlns:a16="http://schemas.microsoft.com/office/drawing/2014/main" id="{715078B8-A5ED-9AE1-5C19-9A757FA28C74}"/>
              </a:ext>
            </a:extLst>
          </p:cNvPr>
          <p:cNvSpPr>
            <a:spLocks noChangeArrowheads="1"/>
          </p:cNvSpPr>
          <p:nvPr/>
        </p:nvSpPr>
        <p:spPr bwMode="auto">
          <a:xfrm>
            <a:off x="514350" y="2452706"/>
            <a:ext cx="7292669" cy="938719"/>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declare –</a:t>
            </a:r>
            <a:r>
              <a:rPr lang="en-US" b="1" spc="-4" dirty="0" err="1">
                <a:solidFill>
                  <a:schemeClr val="bg1"/>
                </a:solidFill>
                <a:latin typeface="Hack" panose="020B0609030202020204" pitchFamily="49" charset="0"/>
                <a:ea typeface="Hack" panose="020B0609030202020204" pitchFamily="49" charset="0"/>
                <a:cs typeface="Hack" panose="020B0609030202020204" pitchFamily="49" charset="0"/>
              </a:rPr>
              <a:t>i</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 num=32</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echo ${num}</a:t>
            </a:r>
          </a:p>
          <a:p>
            <a:pPr marL="10319">
              <a:spcBef>
                <a:spcPts val="73"/>
              </a:spcBef>
            </a:pP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32</a:t>
            </a:r>
          </a:p>
        </p:txBody>
      </p:sp>
      <p:sp>
        <p:nvSpPr>
          <p:cNvPr id="4" name="Rectangle 3">
            <a:extLst>
              <a:ext uri="{FF2B5EF4-FFF2-40B4-BE49-F238E27FC236}">
                <a16:creationId xmlns:a16="http://schemas.microsoft.com/office/drawing/2014/main" id="{3844A321-EF18-A719-29A7-C6DEF18ACF61}"/>
              </a:ext>
            </a:extLst>
          </p:cNvPr>
          <p:cNvSpPr>
            <a:spLocks noChangeArrowheads="1"/>
          </p:cNvSpPr>
          <p:nvPr/>
        </p:nvSpPr>
        <p:spPr bwMode="auto">
          <a:xfrm>
            <a:off x="2177838" y="5436981"/>
            <a:ext cx="7834735" cy="648896"/>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num="Hello World"</a:t>
            </a:r>
          </a:p>
          <a:p>
            <a:pPr marL="10319">
              <a:spcBef>
                <a:spcPts val="73"/>
              </a:spcBef>
            </a:pP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-bash: Hello World: syntax error in expression (error token is “World")</a:t>
            </a:r>
          </a:p>
        </p:txBody>
      </p:sp>
      <p:sp>
        <p:nvSpPr>
          <p:cNvPr id="9" name="Rectangle 8">
            <a:extLst>
              <a:ext uri="{FF2B5EF4-FFF2-40B4-BE49-F238E27FC236}">
                <a16:creationId xmlns:a16="http://schemas.microsoft.com/office/drawing/2014/main" id="{50B76D21-66F7-1D45-E36D-2BD134EC7A32}"/>
              </a:ext>
            </a:extLst>
          </p:cNvPr>
          <p:cNvSpPr>
            <a:spLocks noChangeArrowheads="1"/>
          </p:cNvSpPr>
          <p:nvPr/>
        </p:nvSpPr>
        <p:spPr bwMode="auto">
          <a:xfrm>
            <a:off x="6791095" y="3915777"/>
            <a:ext cx="4884967" cy="938719"/>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num="Hello"</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echo ${num}</a:t>
            </a:r>
          </a:p>
          <a:p>
            <a:pPr marL="10319">
              <a:spcBef>
                <a:spcPts val="73"/>
              </a:spcBef>
            </a:pP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0</a:t>
            </a:r>
          </a:p>
        </p:txBody>
      </p:sp>
    </p:spTree>
    <p:extLst>
      <p:ext uri="{BB962C8B-B14F-4D97-AF65-F5344CB8AC3E}">
        <p14:creationId xmlns:p14="http://schemas.microsoft.com/office/powerpoint/2010/main" val="2192825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50C698-783F-ADA6-309D-3C581DF1977B}"/>
              </a:ext>
            </a:extLst>
          </p:cNvPr>
          <p:cNvSpPr>
            <a:spLocks noGrp="1"/>
          </p:cNvSpPr>
          <p:nvPr>
            <p:ph type="ctrTitle"/>
          </p:nvPr>
        </p:nvSpPr>
        <p:spPr/>
        <p:txBody>
          <a:bodyPr/>
          <a:lstStyle/>
          <a:p>
            <a:r>
              <a:rPr lang="en-GB" dirty="0"/>
              <a:t>Working with integers</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GB" sz="1800" dirty="0">
                <a:solidFill>
                  <a:schemeClr val="tx1"/>
                </a:solidFill>
              </a:rPr>
              <a:t>Many shells use the </a:t>
            </a:r>
            <a:r>
              <a:rPr lang="en-GB" sz="1800" b="1" dirty="0">
                <a:solidFill>
                  <a:srgbClr val="0070C0"/>
                </a:solidFill>
                <a:latin typeface="Hack" panose="020B0609030202020204" pitchFamily="49" charset="0"/>
                <a:ea typeface="Hack" panose="020B0609030202020204" pitchFamily="49" charset="0"/>
                <a:cs typeface="Hack" panose="020B0609030202020204" pitchFamily="49" charset="0"/>
              </a:rPr>
              <a:t>let</a:t>
            </a:r>
            <a:r>
              <a:rPr lang="en-GB" sz="1800" dirty="0"/>
              <a:t> </a:t>
            </a:r>
            <a:r>
              <a:rPr lang="en-GB" sz="1800" dirty="0">
                <a:solidFill>
                  <a:schemeClr val="tx1"/>
                </a:solidFill>
              </a:rPr>
              <a:t>built-in for arithmetic.</a:t>
            </a:r>
          </a:p>
          <a:p>
            <a:pPr lvl="1"/>
            <a:r>
              <a:rPr lang="en-GB" sz="1800" dirty="0"/>
              <a:t>Arithmetic operations can use shell characters, so quote them.</a:t>
            </a:r>
          </a:p>
          <a:p>
            <a:pPr lvl="1"/>
            <a:endParaRPr lang="en-GB" sz="1800" dirty="0"/>
          </a:p>
          <a:p>
            <a:endParaRPr lang="en-GB" sz="1800" dirty="0">
              <a:solidFill>
                <a:schemeClr val="tx1"/>
              </a:solidFill>
            </a:endParaRPr>
          </a:p>
          <a:p>
            <a:r>
              <a:rPr lang="en-GB" sz="1800" dirty="0">
                <a:solidFill>
                  <a:schemeClr val="tx1"/>
                </a:solidFill>
              </a:rPr>
              <a:t>In both KSH and Bash, use </a:t>
            </a:r>
            <a:r>
              <a:rPr lang="en-GB" sz="1800" dirty="0">
                <a:solidFill>
                  <a:srgbClr val="0000C8"/>
                </a:solidFill>
              </a:rPr>
              <a:t>((  </a:t>
            </a:r>
            <a:r>
              <a:rPr lang="en-GB" sz="1800" dirty="0">
                <a:solidFill>
                  <a:schemeClr val="tx1"/>
                </a:solidFill>
              </a:rPr>
              <a:t>)) for evaluating arithmetic expressions.</a:t>
            </a:r>
          </a:p>
          <a:p>
            <a:pPr lvl="1"/>
            <a:r>
              <a:rPr lang="en-GB" sz="1800" dirty="0"/>
              <a:t>Less strict about spaces</a:t>
            </a:r>
          </a:p>
          <a:p>
            <a:pPr lvl="1"/>
            <a:r>
              <a:rPr lang="en-GB" sz="1800" dirty="0"/>
              <a:t>Two different syntax styles</a:t>
            </a:r>
          </a:p>
          <a:p>
            <a:pPr lvl="1"/>
            <a:endParaRPr lang="en-GB" sz="1800" dirty="0"/>
          </a:p>
          <a:p>
            <a:pPr lvl="1"/>
            <a:endParaRPr lang="en-GB" sz="1800" dirty="0"/>
          </a:p>
          <a:p>
            <a:pPr lvl="2"/>
            <a:endParaRPr lang="en-GB" sz="1800" dirty="0"/>
          </a:p>
          <a:p>
            <a:pPr lvl="2"/>
            <a:endParaRPr lang="en-GB" sz="1800" dirty="0"/>
          </a:p>
          <a:p>
            <a:pPr lvl="1"/>
            <a:endParaRPr lang="en-GB" sz="1800" dirty="0"/>
          </a:p>
          <a:p>
            <a:pPr lvl="1"/>
            <a:r>
              <a:rPr lang="en-GB" sz="1800" b="1" dirty="0"/>
              <a:t>Notice: </a:t>
            </a:r>
            <a:r>
              <a:rPr lang="en-GB" sz="1800" dirty="0"/>
              <a:t>no </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GB" sz="1800" dirty="0"/>
              <a:t> prefix to variable names, adding a  </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GB" sz="1800" dirty="0"/>
              <a:t> changes the scan order, and can affect the result.</a:t>
            </a:r>
          </a:p>
          <a:p>
            <a:pPr marL="0" indent="0">
              <a:buNone/>
            </a:pPr>
            <a:endParaRPr lang="en-GB" sz="1800" dirty="0"/>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15</a:t>
            </a:fld>
            <a:endParaRPr lang="en-GB"/>
          </a:p>
        </p:txBody>
      </p:sp>
      <p:sp>
        <p:nvSpPr>
          <p:cNvPr id="8" name="Rectangle 3">
            <a:extLst>
              <a:ext uri="{FF2B5EF4-FFF2-40B4-BE49-F238E27FC236}">
                <a16:creationId xmlns:a16="http://schemas.microsoft.com/office/drawing/2014/main" id="{715078B8-A5ED-9AE1-5C19-9A757FA28C74}"/>
              </a:ext>
            </a:extLst>
          </p:cNvPr>
          <p:cNvSpPr>
            <a:spLocks noChangeArrowheads="1"/>
          </p:cNvSpPr>
          <p:nvPr/>
        </p:nvSpPr>
        <p:spPr bwMode="auto">
          <a:xfrm>
            <a:off x="985340" y="2437233"/>
            <a:ext cx="7292669" cy="420628"/>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let x=x+1 y="y%2+3" z='z*4' x=x'&lt;&lt;'4</a:t>
            </a:r>
            <a:endPar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3844A321-EF18-A719-29A7-C6DEF18ACF61}"/>
              </a:ext>
            </a:extLst>
          </p:cNvPr>
          <p:cNvSpPr>
            <a:spLocks noChangeArrowheads="1"/>
          </p:cNvSpPr>
          <p:nvPr/>
        </p:nvSpPr>
        <p:spPr bwMode="auto">
          <a:xfrm>
            <a:off x="6564806" y="4144361"/>
            <a:ext cx="3792848" cy="1290097"/>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x=$(( x+1 ))</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y=$(( y %2+ 3))</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z=$((z * 4))</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x=$((x&lt;&lt;4))</a:t>
            </a:r>
            <a:endPar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9" name="Rectangle 8">
            <a:extLst>
              <a:ext uri="{FF2B5EF4-FFF2-40B4-BE49-F238E27FC236}">
                <a16:creationId xmlns:a16="http://schemas.microsoft.com/office/drawing/2014/main" id="{50B76D21-66F7-1D45-E36D-2BD134EC7A32}"/>
              </a:ext>
            </a:extLst>
          </p:cNvPr>
          <p:cNvSpPr>
            <a:spLocks noChangeArrowheads="1"/>
          </p:cNvSpPr>
          <p:nvPr/>
        </p:nvSpPr>
        <p:spPr bwMode="auto">
          <a:xfrm>
            <a:off x="1089035" y="4403242"/>
            <a:ext cx="3443732" cy="1000274"/>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 x = x+1 ))</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 y = y %2+ 3))</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 ((z =z * 4, x=x&lt;&lt;4))</a:t>
            </a:r>
            <a:endPar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126546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E32BE6-0508-2B0C-65BA-7D77289738D3}"/>
              </a:ext>
            </a:extLst>
          </p:cNvPr>
          <p:cNvSpPr>
            <a:spLocks noGrp="1"/>
          </p:cNvSpPr>
          <p:nvPr>
            <p:ph type="ctrTitle"/>
          </p:nvPr>
        </p:nvSpPr>
        <p:spPr/>
        <p:txBody>
          <a:bodyPr/>
          <a:lstStyle/>
          <a:p>
            <a:r>
              <a:rPr lang="en-GB" dirty="0"/>
              <a:t>Arithmetic operators</a:t>
            </a:r>
          </a:p>
        </p:txBody>
      </p:sp>
      <p:sp>
        <p:nvSpPr>
          <p:cNvPr id="429061" name="Rectangle 5"/>
          <p:cNvSpPr>
            <a:spLocks noGrp="1" noChangeArrowheads="1"/>
          </p:cNvSpPr>
          <p:nvPr>
            <p:ph sz="quarter" idx="4"/>
          </p:nvPr>
        </p:nvSpPr>
        <p:spPr/>
        <p:txBody>
          <a:bodyPr/>
          <a:lstStyle/>
          <a:p>
            <a:r>
              <a:rPr lang="en-GB" sz="1800" dirty="0">
                <a:solidFill>
                  <a:schemeClr val="tx1"/>
                </a:solidFill>
              </a:rPr>
              <a:t>The shell supports the expected fundamental mathematical operations.</a:t>
            </a:r>
          </a:p>
        </p:txBody>
      </p:sp>
      <p:graphicFrame>
        <p:nvGraphicFramePr>
          <p:cNvPr id="4" name="Table 3">
            <a:extLst>
              <a:ext uri="{FF2B5EF4-FFF2-40B4-BE49-F238E27FC236}">
                <a16:creationId xmlns:a16="http://schemas.microsoft.com/office/drawing/2014/main" id="{AF370896-4615-D580-A90B-6016164B14DE}"/>
              </a:ext>
            </a:extLst>
          </p:cNvPr>
          <p:cNvGraphicFramePr>
            <a:graphicFrameLocks noGrp="1"/>
          </p:cNvGraphicFramePr>
          <p:nvPr>
            <p:extLst>
              <p:ext uri="{D42A27DB-BD31-4B8C-83A1-F6EECF244321}">
                <p14:modId xmlns:p14="http://schemas.microsoft.com/office/powerpoint/2010/main" val="1315272359"/>
              </p:ext>
            </p:extLst>
          </p:nvPr>
        </p:nvGraphicFramePr>
        <p:xfrm>
          <a:off x="2153811" y="2201639"/>
          <a:ext cx="7750447" cy="4456414"/>
        </p:xfrm>
        <a:graphic>
          <a:graphicData uri="http://schemas.openxmlformats.org/drawingml/2006/table">
            <a:tbl>
              <a:tblPr firstRow="1" bandRow="1">
                <a:tableStyleId>{F5AB1C69-6EDB-4FF4-983F-18BD219EF322}</a:tableStyleId>
              </a:tblPr>
              <a:tblGrid>
                <a:gridCol w="1507250">
                  <a:extLst>
                    <a:ext uri="{9D8B030D-6E8A-4147-A177-3AD203B41FA5}">
                      <a16:colId xmlns:a16="http://schemas.microsoft.com/office/drawing/2014/main" val="2276136104"/>
                    </a:ext>
                  </a:extLst>
                </a:gridCol>
                <a:gridCol w="3647105">
                  <a:extLst>
                    <a:ext uri="{9D8B030D-6E8A-4147-A177-3AD203B41FA5}">
                      <a16:colId xmlns:a16="http://schemas.microsoft.com/office/drawing/2014/main" val="2859388718"/>
                    </a:ext>
                  </a:extLst>
                </a:gridCol>
                <a:gridCol w="1460497">
                  <a:extLst>
                    <a:ext uri="{9D8B030D-6E8A-4147-A177-3AD203B41FA5}">
                      <a16:colId xmlns:a16="http://schemas.microsoft.com/office/drawing/2014/main" val="3392091295"/>
                    </a:ext>
                  </a:extLst>
                </a:gridCol>
                <a:gridCol w="1135595">
                  <a:extLst>
                    <a:ext uri="{9D8B030D-6E8A-4147-A177-3AD203B41FA5}">
                      <a16:colId xmlns:a16="http://schemas.microsoft.com/office/drawing/2014/main" val="411566180"/>
                    </a:ext>
                  </a:extLst>
                </a:gridCol>
              </a:tblGrid>
              <a:tr h="351531">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GB" sz="1800" dirty="0">
                          <a:solidFill>
                            <a:schemeClr val="tx1"/>
                          </a:solidFill>
                          <a:latin typeface="+mn-lt"/>
                        </a:rPr>
                        <a:t>Operator</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GB" sz="1800" dirty="0">
                          <a:solidFill>
                            <a:schemeClr val="tx1"/>
                          </a:solidFill>
                          <a:latin typeface="+mn-lt"/>
                        </a:rPr>
                        <a:t>Operation</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GB" sz="1800" dirty="0">
                          <a:solidFill>
                            <a:schemeClr val="tx1"/>
                          </a:solidFill>
                          <a:latin typeface="+mn-lt"/>
                        </a:rPr>
                        <a:t>Example</a:t>
                      </a:r>
                    </a:p>
                  </a:txBody>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GB" sz="1800" dirty="0">
                          <a:solidFill>
                            <a:schemeClr val="tx1"/>
                          </a:solidFill>
                          <a:latin typeface="+mn-lt"/>
                        </a:rPr>
                        <a:t>Result</a:t>
                      </a:r>
                    </a:p>
                  </a:txBody>
                  <a:tcPr/>
                </a:tc>
                <a:extLst>
                  <a:ext uri="{0D108BD9-81ED-4DB2-BD59-A6C34878D82A}">
                    <a16:rowId xmlns:a16="http://schemas.microsoft.com/office/drawing/2014/main" val="2532684854"/>
                  </a:ext>
                </a:extLst>
              </a:tr>
              <a:tr h="433054">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a:solidFill>
                            <a:srgbClr val="7030A0"/>
                          </a:solidFill>
                          <a:latin typeface="Hack" panose="020B0609030202020204"/>
                        </a:rPr>
                        <a:t>+</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dirty="0">
                          <a:latin typeface="+mn-lt"/>
                        </a:rPr>
                        <a:t>Addition</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err="1">
                          <a:solidFill>
                            <a:srgbClr val="7030A0"/>
                          </a:solidFill>
                          <a:latin typeface="Hack" panose="020B0609030202020204"/>
                        </a:rPr>
                        <a:t>i</a:t>
                      </a:r>
                      <a:r>
                        <a:rPr lang="en-GB" sz="1800" b="1" dirty="0">
                          <a:solidFill>
                            <a:srgbClr val="7030A0"/>
                          </a:solidFill>
                          <a:latin typeface="Hack" panose="020B0609030202020204"/>
                        </a:rPr>
                        <a:t>=7+10</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a:solidFill>
                            <a:srgbClr val="7030A0"/>
                          </a:solidFill>
                          <a:latin typeface="Hack" panose="020B0609030202020204"/>
                        </a:rPr>
                        <a:t>17</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2312735538"/>
                  </a:ext>
                </a:extLst>
              </a:tr>
              <a:tr h="356413">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a:solidFill>
                            <a:srgbClr val="7030A0"/>
                          </a:solidFill>
                          <a:latin typeface="Hack" panose="020B0609030202020204"/>
                        </a:rPr>
                        <a:t>-</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dirty="0">
                          <a:latin typeface="+mn-lt"/>
                        </a:rPr>
                        <a:t>Subtraction</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err="1">
                          <a:solidFill>
                            <a:srgbClr val="7030A0"/>
                          </a:solidFill>
                          <a:latin typeface="Hack" panose="020B0609030202020204"/>
                        </a:rPr>
                        <a:t>i</a:t>
                      </a:r>
                      <a:r>
                        <a:rPr lang="en-GB" sz="1800" b="1" dirty="0">
                          <a:solidFill>
                            <a:srgbClr val="7030A0"/>
                          </a:solidFill>
                          <a:latin typeface="Hack" panose="020B0609030202020204"/>
                        </a:rPr>
                        <a:t>=17-3</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a:solidFill>
                            <a:srgbClr val="7030A0"/>
                          </a:solidFill>
                          <a:latin typeface="Hack" panose="020B0609030202020204"/>
                        </a:rPr>
                        <a:t>14</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2911614078"/>
                  </a:ext>
                </a:extLst>
              </a:tr>
              <a:tr h="356413">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a:solidFill>
                            <a:srgbClr val="7030A0"/>
                          </a:solidFill>
                          <a:latin typeface="Hack" panose="020B0609030202020204"/>
                        </a:rPr>
                        <a:t>*</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dirty="0">
                          <a:latin typeface="+mn-lt"/>
                        </a:rPr>
                        <a:t>Multiplication</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err="1">
                          <a:solidFill>
                            <a:srgbClr val="7030A0"/>
                          </a:solidFill>
                          <a:latin typeface="Hack" panose="020B0609030202020204"/>
                        </a:rPr>
                        <a:t>i</a:t>
                      </a:r>
                      <a:r>
                        <a:rPr lang="en-GB" sz="1800" b="1" dirty="0">
                          <a:solidFill>
                            <a:srgbClr val="7030A0"/>
                          </a:solidFill>
                          <a:latin typeface="Hack" panose="020B0609030202020204"/>
                        </a:rPr>
                        <a:t>=5*3</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a:solidFill>
                            <a:srgbClr val="7030A0"/>
                          </a:solidFill>
                          <a:latin typeface="Hack" panose="020B0609030202020204"/>
                        </a:rPr>
                        <a:t>15</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336655518"/>
                  </a:ext>
                </a:extLst>
              </a:tr>
              <a:tr h="356413">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a:solidFill>
                            <a:srgbClr val="7030A0"/>
                          </a:solidFill>
                          <a:latin typeface="Hack" panose="020B0609030202020204"/>
                        </a:rPr>
                        <a:t>/</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dirty="0">
                          <a:latin typeface="+mn-lt"/>
                        </a:rPr>
                        <a:t>Division</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err="1">
                          <a:solidFill>
                            <a:srgbClr val="7030A0"/>
                          </a:solidFill>
                          <a:latin typeface="Hack" panose="020B0609030202020204"/>
                        </a:rPr>
                        <a:t>i</a:t>
                      </a:r>
                      <a:r>
                        <a:rPr lang="en-GB" sz="1800" b="1" dirty="0">
                          <a:solidFill>
                            <a:srgbClr val="7030A0"/>
                          </a:solidFill>
                          <a:latin typeface="Hack" panose="020B0609030202020204"/>
                        </a:rPr>
                        <a:t>=208/10</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a:solidFill>
                            <a:srgbClr val="7030A0"/>
                          </a:solidFill>
                          <a:latin typeface="Hack" panose="020B0609030202020204"/>
                        </a:rPr>
                        <a:t>20</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145370653"/>
                  </a:ext>
                </a:extLst>
              </a:tr>
              <a:tr h="356413">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a:solidFill>
                            <a:srgbClr val="7030A0"/>
                          </a:solidFill>
                          <a:latin typeface="Hack" panose="020B0609030202020204"/>
                        </a:rPr>
                        <a:t>%</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dirty="0">
                          <a:latin typeface="+mn-lt"/>
                        </a:rPr>
                        <a:t>Modulo division</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err="1">
                          <a:solidFill>
                            <a:srgbClr val="7030A0"/>
                          </a:solidFill>
                          <a:latin typeface="Hack" panose="020B0609030202020204"/>
                        </a:rPr>
                        <a:t>i</a:t>
                      </a:r>
                      <a:r>
                        <a:rPr lang="en-GB" sz="1800" b="1" dirty="0">
                          <a:solidFill>
                            <a:srgbClr val="7030A0"/>
                          </a:solidFill>
                          <a:latin typeface="Hack" panose="020B0609030202020204"/>
                        </a:rPr>
                        <a:t>=208%10</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a:solidFill>
                            <a:srgbClr val="7030A0"/>
                          </a:solidFill>
                          <a:latin typeface="Hack" panose="020B0609030202020204"/>
                        </a:rPr>
                        <a:t>8</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539164764"/>
                  </a:ext>
                </a:extLst>
              </a:tr>
              <a:tr h="356413">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a:solidFill>
                            <a:srgbClr val="7030A0"/>
                          </a:solidFill>
                          <a:latin typeface="Hack" panose="020B0609030202020204"/>
                        </a:rPr>
                        <a:t>&lt;&lt;</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dirty="0">
                          <a:latin typeface="+mn-lt"/>
                        </a:rPr>
                        <a:t>Left shift</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err="1">
                          <a:solidFill>
                            <a:srgbClr val="7030A0"/>
                          </a:solidFill>
                          <a:latin typeface="Hack" panose="020B0609030202020204"/>
                        </a:rPr>
                        <a:t>i</a:t>
                      </a:r>
                      <a:r>
                        <a:rPr lang="en-GB" sz="1800" b="1" dirty="0">
                          <a:solidFill>
                            <a:srgbClr val="7030A0"/>
                          </a:solidFill>
                          <a:latin typeface="Hack" panose="020B0609030202020204"/>
                        </a:rPr>
                        <a:t>=52&lt;&lt;2</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a:solidFill>
                            <a:srgbClr val="7030A0"/>
                          </a:solidFill>
                          <a:latin typeface="Hack" panose="020B0609030202020204"/>
                        </a:rPr>
                        <a:t>208</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689369025"/>
                  </a:ext>
                </a:extLst>
              </a:tr>
              <a:tr h="356413">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a:solidFill>
                            <a:srgbClr val="7030A0"/>
                          </a:solidFill>
                          <a:latin typeface="Hack" panose="020B0609030202020204"/>
                        </a:rPr>
                        <a:t>&gt;&gt;</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dirty="0">
                          <a:latin typeface="+mn-lt"/>
                        </a:rPr>
                        <a:t>Right shift</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err="1">
                          <a:solidFill>
                            <a:srgbClr val="7030A0"/>
                          </a:solidFill>
                          <a:latin typeface="Hack" panose="020B0609030202020204"/>
                        </a:rPr>
                        <a:t>i</a:t>
                      </a:r>
                      <a:r>
                        <a:rPr lang="en-GB" sz="1800" b="1" dirty="0">
                          <a:solidFill>
                            <a:srgbClr val="7030A0"/>
                          </a:solidFill>
                          <a:latin typeface="Hack" panose="020B0609030202020204"/>
                        </a:rPr>
                        <a:t>=52&gt;&gt;2</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a:solidFill>
                            <a:srgbClr val="7030A0"/>
                          </a:solidFill>
                          <a:latin typeface="Hack" panose="020B0609030202020204"/>
                        </a:rPr>
                        <a:t>13</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632893226"/>
                  </a:ext>
                </a:extLst>
              </a:tr>
              <a:tr h="356413">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a:solidFill>
                            <a:srgbClr val="7030A0"/>
                          </a:solidFill>
                          <a:latin typeface="Hack" panose="020B0609030202020204"/>
                        </a:rPr>
                        <a:t>^</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dirty="0">
                          <a:latin typeface="+mn-lt"/>
                        </a:rPr>
                        <a:t>Bitwise AND</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err="1">
                          <a:solidFill>
                            <a:srgbClr val="7030A0"/>
                          </a:solidFill>
                          <a:latin typeface="Hack" panose="020B0609030202020204"/>
                        </a:rPr>
                        <a:t>i</a:t>
                      </a:r>
                      <a:r>
                        <a:rPr lang="en-GB" sz="1800" b="1" dirty="0">
                          <a:solidFill>
                            <a:srgbClr val="7030A0"/>
                          </a:solidFill>
                          <a:latin typeface="Hack" panose="020B0609030202020204"/>
                        </a:rPr>
                        <a:t>=52&amp;17</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a:solidFill>
                            <a:srgbClr val="7030A0"/>
                          </a:solidFill>
                          <a:latin typeface="Hack" panose="020B0609030202020204"/>
                        </a:rPr>
                        <a:t>16</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1854177128"/>
                  </a:ext>
                </a:extLst>
              </a:tr>
              <a:tr h="356413">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a:solidFill>
                            <a:srgbClr val="7030A0"/>
                          </a:solidFill>
                          <a:latin typeface="Hack" panose="020B0609030202020204"/>
                        </a:rPr>
                        <a:t>|</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dirty="0">
                          <a:latin typeface="+mn-lt"/>
                        </a:rPr>
                        <a:t>Bitwise OR</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err="1">
                          <a:solidFill>
                            <a:srgbClr val="7030A0"/>
                          </a:solidFill>
                          <a:latin typeface="Hack" panose="020B0609030202020204"/>
                        </a:rPr>
                        <a:t>i</a:t>
                      </a:r>
                      <a:r>
                        <a:rPr lang="en-GB" sz="1800" b="1" dirty="0">
                          <a:solidFill>
                            <a:srgbClr val="7030A0"/>
                          </a:solidFill>
                          <a:latin typeface="Hack" panose="020B0609030202020204"/>
                        </a:rPr>
                        <a:t>=52|17</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a:solidFill>
                            <a:srgbClr val="7030A0"/>
                          </a:solidFill>
                          <a:latin typeface="Hack" panose="020B0609030202020204"/>
                        </a:rPr>
                        <a:t>53</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455899975"/>
                  </a:ext>
                </a:extLst>
              </a:tr>
              <a:tr h="356413">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a:solidFill>
                            <a:srgbClr val="7030A0"/>
                          </a:solidFill>
                          <a:latin typeface="Hack" panose="020B0609030202020204"/>
                        </a:rPr>
                        <a:t>^</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dirty="0">
                          <a:latin typeface="+mn-lt"/>
                        </a:rPr>
                        <a:t>Bitwise exclusive OR</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err="1">
                          <a:solidFill>
                            <a:srgbClr val="7030A0"/>
                          </a:solidFill>
                          <a:latin typeface="Hack" panose="020B0609030202020204"/>
                        </a:rPr>
                        <a:t>i</a:t>
                      </a:r>
                      <a:r>
                        <a:rPr lang="en-GB" sz="1800" b="1" dirty="0">
                          <a:solidFill>
                            <a:srgbClr val="7030A0"/>
                          </a:solidFill>
                          <a:latin typeface="Hack" panose="020B0609030202020204"/>
                        </a:rPr>
                        <a:t>=52^17</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a:solidFill>
                            <a:srgbClr val="7030A0"/>
                          </a:solidFill>
                          <a:latin typeface="Hack" panose="020B0609030202020204"/>
                        </a:rPr>
                        <a:t>37</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58778622"/>
                  </a:ext>
                </a:extLst>
              </a:tr>
              <a:tr h="356413">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a:solidFill>
                            <a:srgbClr val="7030A0"/>
                          </a:solidFill>
                          <a:latin typeface="Hack" panose="020B0609030202020204"/>
                        </a:rPr>
                        <a:t>~</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dirty="0">
                          <a:latin typeface="+mn-lt"/>
                        </a:rPr>
                        <a:t>Bitwise one’s compliment</a:t>
                      </a: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err="1">
                          <a:solidFill>
                            <a:srgbClr val="7030A0"/>
                          </a:solidFill>
                          <a:latin typeface="Hack" panose="020B0609030202020204"/>
                        </a:rPr>
                        <a:t>i</a:t>
                      </a:r>
                      <a:r>
                        <a:rPr lang="en-GB" sz="1800" b="1" dirty="0">
                          <a:solidFill>
                            <a:srgbClr val="7030A0"/>
                          </a:solidFill>
                          <a:latin typeface="Hack" panose="020B0609030202020204"/>
                        </a:rPr>
                        <a:t>=~5500</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b="1" dirty="0">
                          <a:solidFill>
                            <a:srgbClr val="7030A0"/>
                          </a:solidFill>
                          <a:latin typeface="Hack" panose="020B0609030202020204"/>
                        </a:rPr>
                        <a:t>-55001</a:t>
                      </a:r>
                      <a:endParaRPr lang="en-GB" sz="1800" b="1" dirty="0">
                        <a:solidFill>
                          <a:srgbClr val="7030A0"/>
                        </a:solidFill>
                        <a:latin typeface="Hack" panose="020B0609030202020204"/>
                        <a:ea typeface="Hack" panose="020B0609030202020204" pitchFamily="49" charset="0"/>
                        <a:cs typeface="Hack" panose="020B0609030202020204" pitchFamily="49" charset="0"/>
                      </a:endParaRPr>
                    </a:p>
                  </a:txBody>
                  <a:tcPr/>
                </a:tc>
                <a:extLst>
                  <a:ext uri="{0D108BD9-81ED-4DB2-BD59-A6C34878D82A}">
                    <a16:rowId xmlns:a16="http://schemas.microsoft.com/office/drawing/2014/main" val="3594090380"/>
                  </a:ext>
                </a:extLst>
              </a:tr>
            </a:tbl>
          </a:graphicData>
        </a:graphic>
      </p:graphicFrame>
    </p:spTree>
    <p:extLst>
      <p:ext uri="{BB962C8B-B14F-4D97-AF65-F5344CB8AC3E}">
        <p14:creationId xmlns:p14="http://schemas.microsoft.com/office/powerpoint/2010/main" val="23112286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AC9138-D819-B658-BB4E-0D46E4606529}"/>
              </a:ext>
            </a:extLst>
          </p:cNvPr>
          <p:cNvSpPr>
            <a:spLocks noGrp="1"/>
          </p:cNvSpPr>
          <p:nvPr>
            <p:ph type="ctrTitle"/>
          </p:nvPr>
        </p:nvSpPr>
        <p:spPr/>
        <p:txBody>
          <a:bodyPr/>
          <a:lstStyle/>
          <a:p>
            <a:r>
              <a:rPr lang="en-GB" dirty="0"/>
              <a:t>Working with non-decimal bases</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GB" sz="1800" dirty="0">
                <a:solidFill>
                  <a:schemeClr val="tx1"/>
                </a:solidFill>
              </a:rPr>
              <a:t>Numeric literals can have a base other than 10.</a:t>
            </a:r>
          </a:p>
          <a:p>
            <a:pPr lvl="1"/>
            <a:r>
              <a:rPr lang="en-GB" sz="1800" dirty="0"/>
              <a:t>Octal - prefix with 0 (zero); hexadecimal - prefix with 0x (zero-ex)</a:t>
            </a:r>
          </a:p>
          <a:p>
            <a:pPr lvl="1"/>
            <a:r>
              <a:rPr lang="en-GB" sz="1800" dirty="0"/>
              <a:t>Bases up to 64 - prefix with base#</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17</a:t>
            </a:fld>
            <a:endParaRPr lang="en-GB"/>
          </a:p>
        </p:txBody>
      </p:sp>
      <p:sp>
        <p:nvSpPr>
          <p:cNvPr id="8" name="Rectangle 3">
            <a:extLst>
              <a:ext uri="{FF2B5EF4-FFF2-40B4-BE49-F238E27FC236}">
                <a16:creationId xmlns:a16="http://schemas.microsoft.com/office/drawing/2014/main" id="{715078B8-A5ED-9AE1-5C19-9A757FA28C74}"/>
              </a:ext>
            </a:extLst>
          </p:cNvPr>
          <p:cNvSpPr>
            <a:spLocks noChangeArrowheads="1"/>
          </p:cNvSpPr>
          <p:nvPr/>
        </p:nvSpPr>
        <p:spPr bwMode="auto">
          <a:xfrm>
            <a:off x="2448871" y="3162532"/>
            <a:ext cx="7292669" cy="2905924"/>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pt-BR" b="1" spc="-4" dirty="0">
                <a:solidFill>
                  <a:schemeClr val="bg1"/>
                </a:solidFill>
                <a:latin typeface="Hack" panose="020B0609030202020204" pitchFamily="49" charset="0"/>
                <a:ea typeface="Hack" panose="020B0609030202020204" pitchFamily="49" charset="0"/>
                <a:cs typeface="Hack" panose="020B0609030202020204" pitchFamily="49" charset="0"/>
              </a:rPr>
              <a:t>declare -i x=0666</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pt-BR" b="1" spc="-4" dirty="0">
                <a:solidFill>
                  <a:schemeClr val="bg1"/>
                </a:solidFill>
                <a:latin typeface="Hack" panose="020B0609030202020204" pitchFamily="49" charset="0"/>
                <a:ea typeface="Hack" panose="020B0609030202020204" pitchFamily="49" charset="0"/>
                <a:cs typeface="Hack" panose="020B0609030202020204" pitchFamily="49" charset="0"/>
              </a:rPr>
              <a:t>x=$((x &amp; ~022))</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pt-BR" b="1" spc="-4" dirty="0">
                <a:solidFill>
                  <a:schemeClr val="bg1"/>
                </a:solidFill>
                <a:latin typeface="Hack" panose="020B0609030202020204" pitchFamily="49" charset="0"/>
                <a:ea typeface="Hack" panose="020B0609030202020204" pitchFamily="49" charset="0"/>
                <a:cs typeface="Hack" panose="020B0609030202020204" pitchFamily="49" charset="0"/>
              </a:rPr>
              <a:t>printf "octal: %o (%d)\n" $x $x</a:t>
            </a:r>
          </a:p>
          <a:p>
            <a:pPr marL="10319">
              <a:spcBef>
                <a:spcPts val="73"/>
              </a:spcBef>
            </a:pPr>
            <a:r>
              <a:rPr lang="pt-BR" sz="1400" b="1" spc="-4" dirty="0">
                <a:solidFill>
                  <a:schemeClr val="bg1"/>
                </a:solidFill>
                <a:latin typeface="Hack" panose="020B0609030202020204" pitchFamily="49" charset="0"/>
                <a:ea typeface="Hack" panose="020B0609030202020204" pitchFamily="49" charset="0"/>
                <a:cs typeface="Hack" panose="020B0609030202020204" pitchFamily="49" charset="0"/>
              </a:rPr>
              <a:t>octal: 644 (420)</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pt-BR" b="1" spc="-4" dirty="0">
                <a:solidFill>
                  <a:schemeClr val="bg1"/>
                </a:solidFill>
                <a:latin typeface="Hack" panose="020B0609030202020204" pitchFamily="49" charset="0"/>
                <a:ea typeface="Hack" panose="020B0609030202020204" pitchFamily="49" charset="0"/>
                <a:cs typeface="Hack" panose="020B0609030202020204" pitchFamily="49" charset="0"/>
              </a:rPr>
              <a:t>x=$((0xff * 2))</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pt-BR" b="1" spc="-4" dirty="0">
                <a:solidFill>
                  <a:schemeClr val="bg1"/>
                </a:solidFill>
                <a:latin typeface="Hack" panose="020B0609030202020204" pitchFamily="49" charset="0"/>
                <a:ea typeface="Hack" panose="020B0609030202020204" pitchFamily="49" charset="0"/>
                <a:cs typeface="Hack" panose="020B0609030202020204" pitchFamily="49" charset="0"/>
              </a:rPr>
              <a:t>printf "hex: 0x%04x (%d)\n" $x $x</a:t>
            </a:r>
          </a:p>
          <a:p>
            <a:pPr marL="10319">
              <a:spcBef>
                <a:spcPts val="73"/>
              </a:spcBef>
            </a:pPr>
            <a:r>
              <a:rPr lang="pt-BR" sz="1400" b="1" spc="-4" dirty="0">
                <a:solidFill>
                  <a:schemeClr val="bg1"/>
                </a:solidFill>
                <a:latin typeface="Hack" panose="020B0609030202020204" pitchFamily="49" charset="0"/>
                <a:ea typeface="Hack" panose="020B0609030202020204" pitchFamily="49" charset="0"/>
                <a:cs typeface="Hack" panose="020B0609030202020204" pitchFamily="49" charset="0"/>
              </a:rPr>
              <a:t>hex: 0x01fe (510)</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pt-BR" b="1" spc="-4" dirty="0">
                <a:solidFill>
                  <a:schemeClr val="bg1"/>
                </a:solidFill>
                <a:latin typeface="Hack" panose="020B0609030202020204" pitchFamily="49" charset="0"/>
                <a:ea typeface="Hack" panose="020B0609030202020204" pitchFamily="49" charset="0"/>
                <a:cs typeface="Hack" panose="020B0609030202020204" pitchFamily="49" charset="0"/>
              </a:rPr>
              <a:t>x=2#000110100100</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pt-BR" b="1" spc="-4" dirty="0">
                <a:solidFill>
                  <a:schemeClr val="bg1"/>
                </a:solidFill>
                <a:latin typeface="Hack" panose="020B0609030202020204" pitchFamily="49" charset="0"/>
                <a:ea typeface="Hack" panose="020B0609030202020204" pitchFamily="49" charset="0"/>
                <a:cs typeface="Hack" panose="020B0609030202020204" pitchFamily="49" charset="0"/>
              </a:rPr>
              <a:t>printf "octal: %o (%d)\n" $x $x</a:t>
            </a:r>
          </a:p>
          <a:p>
            <a:pPr marL="10319">
              <a:spcBef>
                <a:spcPts val="73"/>
              </a:spcBef>
            </a:pPr>
            <a:r>
              <a:rPr lang="pt-BR" sz="1400" b="1" spc="-4" dirty="0">
                <a:solidFill>
                  <a:schemeClr val="bg1"/>
                </a:solidFill>
                <a:latin typeface="Hack" panose="020B0609030202020204" pitchFamily="49" charset="0"/>
                <a:ea typeface="Hack" panose="020B0609030202020204" pitchFamily="49" charset="0"/>
                <a:cs typeface="Hack" panose="020B0609030202020204" pitchFamily="49" charset="0"/>
              </a:rPr>
              <a:t>octal: 644 (420)</a:t>
            </a:r>
            <a:endParaRPr lang="en-US" sz="1100" b="1" spc="-4"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8621805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25F3E27-CE19-2C03-C555-799C62B692D6}"/>
              </a:ext>
            </a:extLst>
          </p:cNvPr>
          <p:cNvSpPr>
            <a:spLocks noGrp="1"/>
          </p:cNvSpPr>
          <p:nvPr>
            <p:ph type="ctrTitle"/>
          </p:nvPr>
        </p:nvSpPr>
        <p:spPr/>
        <p:txBody>
          <a:bodyPr/>
          <a:lstStyle/>
          <a:p>
            <a:r>
              <a:rPr lang="en-GB" dirty="0"/>
              <a:t>Arithmetic add string append</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GB" sz="1800" dirty="0">
                <a:solidFill>
                  <a:schemeClr val="tx1"/>
                </a:solidFill>
              </a:rPr>
              <a:t>New assignment introduced in Bash version 3.1</a:t>
            </a:r>
          </a:p>
          <a:p>
            <a:pPr lvl="1"/>
            <a:r>
              <a:rPr lang="en-GB" sz="1800" dirty="0"/>
              <a:t>Adds a value to a number</a:t>
            </a:r>
          </a:p>
          <a:p>
            <a:pPr lvl="1"/>
            <a:endParaRPr lang="en-GB" sz="1800" dirty="0"/>
          </a:p>
          <a:p>
            <a:pPr lvl="1"/>
            <a:endParaRPr lang="en-GB" sz="1800" dirty="0"/>
          </a:p>
          <a:p>
            <a:pPr lvl="1"/>
            <a:endParaRPr lang="en-GB" sz="1800" dirty="0"/>
          </a:p>
          <a:p>
            <a:pPr lvl="1"/>
            <a:endParaRPr lang="en-GB" sz="1800" dirty="0"/>
          </a:p>
          <a:p>
            <a:r>
              <a:rPr lang="en-GB" sz="1800" dirty="0">
                <a:solidFill>
                  <a:schemeClr val="tx1"/>
                </a:solidFill>
              </a:rPr>
              <a:t>If not declared as an integer</a:t>
            </a:r>
          </a:p>
          <a:p>
            <a:pPr lvl="1"/>
            <a:r>
              <a:rPr lang="en-GB" sz="1800" dirty="0"/>
              <a:t>Appends a value to the string</a:t>
            </a:r>
          </a:p>
          <a:p>
            <a:endParaRPr lang="en-GB" sz="180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18</a:t>
            </a:fld>
            <a:endParaRPr lang="en-GB"/>
          </a:p>
        </p:txBody>
      </p:sp>
      <p:sp>
        <p:nvSpPr>
          <p:cNvPr id="3" name="Rectangle 3">
            <a:extLst>
              <a:ext uri="{FF2B5EF4-FFF2-40B4-BE49-F238E27FC236}">
                <a16:creationId xmlns:a16="http://schemas.microsoft.com/office/drawing/2014/main" id="{058B0799-2ACE-2282-3B12-A2C9334FC5E2}"/>
              </a:ext>
            </a:extLst>
          </p:cNvPr>
          <p:cNvSpPr>
            <a:spLocks noChangeArrowheads="1"/>
          </p:cNvSpPr>
          <p:nvPr/>
        </p:nvSpPr>
        <p:spPr bwMode="auto">
          <a:xfrm>
            <a:off x="4448970" y="2555031"/>
            <a:ext cx="7292669" cy="1228541"/>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pt-BR" b="1" spc="-4" dirty="0">
                <a:solidFill>
                  <a:schemeClr val="bg1"/>
                </a:solidFill>
                <a:latin typeface="Hack" panose="020B0609030202020204" pitchFamily="49" charset="0"/>
                <a:ea typeface="Hack" panose="020B0609030202020204" pitchFamily="49" charset="0"/>
                <a:cs typeface="Hack" panose="020B0609030202020204" pitchFamily="49" charset="0"/>
              </a:rPr>
              <a:t>declare -i x=42</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pt-BR" b="1" spc="-4" dirty="0">
                <a:solidFill>
                  <a:schemeClr val="bg1"/>
                </a:solidFill>
                <a:latin typeface="Hack" panose="020B0609030202020204" pitchFamily="49" charset="0"/>
                <a:ea typeface="Hack" panose="020B0609030202020204" pitchFamily="49" charset="0"/>
                <a:cs typeface="Hack" panose="020B0609030202020204" pitchFamily="49" charset="0"/>
              </a:rPr>
              <a:t>x+=42</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pt-BR" b="1" spc="-4" dirty="0">
                <a:solidFill>
                  <a:schemeClr val="bg1"/>
                </a:solidFill>
                <a:latin typeface="Hack" panose="020B0609030202020204" pitchFamily="49" charset="0"/>
                <a:ea typeface="Hack" panose="020B0609030202020204" pitchFamily="49" charset="0"/>
                <a:cs typeface="Hack" panose="020B0609030202020204" pitchFamily="49" charset="0"/>
              </a:rPr>
              <a:t>echo ${x}</a:t>
            </a:r>
          </a:p>
          <a:p>
            <a:pPr marL="10319">
              <a:spcBef>
                <a:spcPts val="73"/>
              </a:spcBef>
            </a:pPr>
            <a:r>
              <a:rPr lang="pt-BR" sz="1400" b="1" spc="-4" dirty="0">
                <a:solidFill>
                  <a:schemeClr val="bg1"/>
                </a:solidFill>
                <a:latin typeface="Hack" panose="020B0609030202020204" pitchFamily="49" charset="0"/>
                <a:ea typeface="Hack" panose="020B0609030202020204" pitchFamily="49" charset="0"/>
                <a:cs typeface="Hack" panose="020B0609030202020204" pitchFamily="49" charset="0"/>
              </a:rPr>
              <a:t>84</a:t>
            </a:r>
            <a:endParaRPr lang="en-US" sz="1000" b="1" spc="-4"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2437E286-399D-CE83-C3F3-15CEFF5AB50B}"/>
              </a:ext>
            </a:extLst>
          </p:cNvPr>
          <p:cNvSpPr>
            <a:spLocks noChangeArrowheads="1"/>
          </p:cNvSpPr>
          <p:nvPr/>
        </p:nvSpPr>
        <p:spPr bwMode="auto">
          <a:xfrm>
            <a:off x="4383393" y="4739859"/>
            <a:ext cx="7292669" cy="1228541"/>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s-ES" b="1" spc="-4" dirty="0">
                <a:solidFill>
                  <a:schemeClr val="bg1"/>
                </a:solidFill>
                <a:latin typeface="Hack" panose="020B0609030202020204" pitchFamily="49" charset="0"/>
                <a:ea typeface="Hack" panose="020B0609030202020204" pitchFamily="49" charset="0"/>
                <a:cs typeface="Hack" panose="020B0609030202020204" pitchFamily="49" charset="0"/>
              </a:rPr>
              <a:t>y=42</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s-ES" b="1" spc="-4" dirty="0">
                <a:solidFill>
                  <a:schemeClr val="bg1"/>
                </a:solidFill>
                <a:latin typeface="Hack" panose="020B0609030202020204" pitchFamily="49" charset="0"/>
                <a:ea typeface="Hack" panose="020B0609030202020204" pitchFamily="49" charset="0"/>
                <a:cs typeface="Hack" panose="020B0609030202020204" pitchFamily="49" charset="0"/>
              </a:rPr>
              <a:t>y+=42</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s-ES" b="1" spc="-4" dirty="0">
                <a:solidFill>
                  <a:schemeClr val="bg1"/>
                </a:solidFill>
                <a:latin typeface="Hack" panose="020B0609030202020204" pitchFamily="49" charset="0"/>
                <a:ea typeface="Hack" panose="020B0609030202020204" pitchFamily="49" charset="0"/>
                <a:cs typeface="Hack" panose="020B0609030202020204" pitchFamily="49" charset="0"/>
              </a:rPr>
              <a:t>echo ${y}</a:t>
            </a:r>
          </a:p>
          <a:p>
            <a:pPr marL="10319">
              <a:spcBef>
                <a:spcPts val="73"/>
              </a:spcBef>
            </a:pPr>
            <a:r>
              <a:rPr lang="es-ES" sz="1400" b="1" spc="-4" dirty="0">
                <a:solidFill>
                  <a:schemeClr val="bg1"/>
                </a:solidFill>
                <a:latin typeface="Hack" panose="020B0609030202020204" pitchFamily="49" charset="0"/>
                <a:ea typeface="Hack" panose="020B0609030202020204" pitchFamily="49" charset="0"/>
                <a:cs typeface="Hack" panose="020B0609030202020204" pitchFamily="49" charset="0"/>
              </a:rPr>
              <a:t>4242</a:t>
            </a:r>
            <a:endParaRPr lang="en-US" sz="1000" b="1" spc="-4"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7" name="Rounded Rectangle 6">
            <a:extLst>
              <a:ext uri="{FF2B5EF4-FFF2-40B4-BE49-F238E27FC236}">
                <a16:creationId xmlns:a16="http://schemas.microsoft.com/office/drawing/2014/main" id="{9E5D0D33-F20E-5724-F470-610B1A5EB496}"/>
              </a:ext>
            </a:extLst>
          </p:cNvPr>
          <p:cNvSpPr/>
          <p:nvPr/>
        </p:nvSpPr>
        <p:spPr>
          <a:xfrm>
            <a:off x="7301213" y="2858235"/>
            <a:ext cx="4237822" cy="633339"/>
          </a:xfrm>
          <a:prstGeom prst="round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algn="ctr"/>
            <a:r>
              <a:rPr lang="en-GB" sz="1600" i="1" dirty="0"/>
              <a:t>no white-space around the +=</a:t>
            </a:r>
          </a:p>
        </p:txBody>
      </p:sp>
      <p:sp>
        <p:nvSpPr>
          <p:cNvPr id="9" name="Rounded Rectangle 7">
            <a:extLst>
              <a:ext uri="{FF2B5EF4-FFF2-40B4-BE49-F238E27FC236}">
                <a16:creationId xmlns:a16="http://schemas.microsoft.com/office/drawing/2014/main" id="{34A976D6-E79B-9258-07D8-B9F5BD641A9A}"/>
              </a:ext>
            </a:extLst>
          </p:cNvPr>
          <p:cNvSpPr/>
          <p:nvPr/>
        </p:nvSpPr>
        <p:spPr>
          <a:xfrm>
            <a:off x="6341772" y="4949906"/>
            <a:ext cx="5131686" cy="650338"/>
          </a:xfrm>
          <a:prstGeom prst="round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algn="ctr"/>
            <a:r>
              <a:rPr lang="en-GB" sz="1600" i="1" dirty="0"/>
              <a:t>variables are strings, unless defined otherwise</a:t>
            </a:r>
          </a:p>
        </p:txBody>
      </p:sp>
    </p:spTree>
    <p:extLst>
      <p:ext uri="{BB962C8B-B14F-4D97-AF65-F5344CB8AC3E}">
        <p14:creationId xmlns:p14="http://schemas.microsoft.com/office/powerpoint/2010/main" val="1312269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D004D3-BA26-03CF-CD63-42BC041C7F33}"/>
              </a:ext>
            </a:extLst>
          </p:cNvPr>
          <p:cNvSpPr>
            <a:spLocks noGrp="1"/>
          </p:cNvSpPr>
          <p:nvPr>
            <p:ph type="ctrTitle"/>
          </p:nvPr>
        </p:nvSpPr>
        <p:spPr/>
        <p:txBody>
          <a:bodyPr/>
          <a:lstStyle/>
          <a:p>
            <a:r>
              <a:rPr lang="en-GB" dirty="0"/>
              <a:t>Arrays</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a:lnSpc>
                <a:spcPct val="110000"/>
              </a:lnSpc>
            </a:pPr>
            <a:r>
              <a:rPr lang="en-GB" sz="1800" dirty="0">
                <a:solidFill>
                  <a:schemeClr val="tx1"/>
                </a:solidFill>
                <a:latin typeface="+mn-lt"/>
              </a:rPr>
              <a:t>An array is a collection of similar items:</a:t>
            </a:r>
          </a:p>
          <a:p>
            <a:pPr lvl="1">
              <a:lnSpc>
                <a:spcPct val="100000"/>
              </a:lnSpc>
            </a:pPr>
            <a:r>
              <a:rPr lang="en-GB" sz="1800" dirty="0">
                <a:latin typeface="+mn-lt"/>
              </a:rPr>
              <a:t>The names of the delegates on a particular course</a:t>
            </a:r>
          </a:p>
          <a:p>
            <a:pPr lvl="1">
              <a:lnSpc>
                <a:spcPct val="100000"/>
              </a:lnSpc>
            </a:pPr>
            <a:r>
              <a:rPr lang="en-GB" sz="1800" dirty="0">
                <a:latin typeface="+mn-lt"/>
              </a:rPr>
              <a:t>The name, address, town, and postcode of an individual</a:t>
            </a:r>
          </a:p>
          <a:p>
            <a:pPr lvl="1">
              <a:lnSpc>
                <a:spcPct val="100000"/>
              </a:lnSpc>
            </a:pPr>
            <a:r>
              <a:rPr lang="en-GB" sz="1800" dirty="0">
                <a:latin typeface="+mn-lt"/>
              </a:rPr>
              <a:t>The day, month, and year of a particular date</a:t>
            </a:r>
          </a:p>
          <a:p>
            <a:pPr>
              <a:lnSpc>
                <a:spcPct val="110000"/>
              </a:lnSpc>
            </a:pPr>
            <a:r>
              <a:rPr lang="en-GB" sz="1800" dirty="0">
                <a:solidFill>
                  <a:schemeClr val="tx1"/>
                </a:solidFill>
                <a:latin typeface="+mn-lt"/>
              </a:rPr>
              <a:t>The components of an array are called </a:t>
            </a:r>
            <a:r>
              <a:rPr lang="en-GB" sz="1800" b="1" dirty="0">
                <a:solidFill>
                  <a:schemeClr val="tx1"/>
                </a:solidFill>
                <a:latin typeface="+mn-lt"/>
              </a:rPr>
              <a:t>elements</a:t>
            </a:r>
            <a:r>
              <a:rPr lang="en-GB" sz="1800" dirty="0">
                <a:solidFill>
                  <a:schemeClr val="tx1"/>
                </a:solidFill>
                <a:latin typeface="+mn-lt"/>
              </a:rPr>
              <a:t>.</a:t>
            </a:r>
          </a:p>
          <a:p>
            <a:pPr lvl="1">
              <a:lnSpc>
                <a:spcPct val="100000"/>
              </a:lnSpc>
            </a:pPr>
            <a:r>
              <a:rPr lang="en-GB" sz="1800" dirty="0">
                <a:latin typeface="+mn-lt"/>
              </a:rPr>
              <a:t>Elements are referred to by number called an </a:t>
            </a:r>
            <a:r>
              <a:rPr lang="en-GB" sz="1800" b="1" dirty="0">
                <a:latin typeface="+mn-lt"/>
              </a:rPr>
              <a:t>index</a:t>
            </a:r>
            <a:endParaRPr lang="en-GB" sz="1800" dirty="0">
              <a:latin typeface="+mn-lt"/>
            </a:endParaRPr>
          </a:p>
          <a:p>
            <a:pPr lvl="1">
              <a:lnSpc>
                <a:spcPct val="100000"/>
              </a:lnSpc>
            </a:pPr>
            <a:r>
              <a:rPr lang="en-GB" sz="1800" dirty="0">
                <a:latin typeface="+mn-lt"/>
              </a:rPr>
              <a:t>Associative arrays are accessed by a text </a:t>
            </a:r>
            <a:r>
              <a:rPr lang="en-GB" sz="1800" b="1" dirty="0">
                <a:latin typeface="+mn-lt"/>
              </a:rPr>
              <a:t>key</a:t>
            </a:r>
            <a:r>
              <a:rPr lang="en-GB" sz="1800" dirty="0">
                <a:latin typeface="+mn-lt"/>
              </a:rPr>
              <a:t> - see later</a:t>
            </a:r>
          </a:p>
          <a:p>
            <a:pPr>
              <a:lnSpc>
                <a:spcPct val="110000"/>
              </a:lnSpc>
            </a:pPr>
            <a:r>
              <a:rPr lang="en-GB" sz="1800" dirty="0">
                <a:solidFill>
                  <a:schemeClr val="tx1"/>
                </a:solidFill>
                <a:latin typeface="+mn-lt"/>
              </a:rPr>
              <a:t>There’s no limit to the size of the array.</a:t>
            </a:r>
          </a:p>
          <a:p>
            <a:pPr>
              <a:lnSpc>
                <a:spcPct val="110000"/>
              </a:lnSpc>
            </a:pPr>
            <a:r>
              <a:rPr lang="en-GB" sz="1800" dirty="0">
                <a:solidFill>
                  <a:schemeClr val="tx1"/>
                </a:solidFill>
                <a:latin typeface="+mn-lt"/>
              </a:rPr>
              <a:t>Arrays have attributes like any other variable.</a:t>
            </a:r>
          </a:p>
          <a:p>
            <a:pPr lvl="1">
              <a:lnSpc>
                <a:spcPct val="100000"/>
              </a:lnSpc>
            </a:pPr>
            <a:r>
              <a:rPr lang="en-GB" sz="1800" dirty="0">
                <a:latin typeface="+mn-lt"/>
              </a:rPr>
              <a:t>Can apply </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declare</a:t>
            </a:r>
            <a:r>
              <a:rPr lang="en-GB" sz="1800" dirty="0">
                <a:latin typeface="+mn-lt"/>
              </a:rPr>
              <a:t>, </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local</a:t>
            </a:r>
            <a:r>
              <a:rPr lang="en-GB" sz="1800" dirty="0">
                <a:latin typeface="+mn-lt"/>
              </a:rPr>
              <a:t>, </a:t>
            </a:r>
            <a:r>
              <a:rPr lang="en-GB" sz="1800" b="1" dirty="0" err="1">
                <a:solidFill>
                  <a:srgbClr val="0000C8"/>
                </a:solidFill>
                <a:latin typeface="Hack" panose="020B0609030202020204" pitchFamily="49" charset="0"/>
                <a:ea typeface="Hack" panose="020B0609030202020204" pitchFamily="49" charset="0"/>
                <a:cs typeface="Hack" panose="020B0609030202020204" pitchFamily="49" charset="0"/>
              </a:rPr>
              <a:t>readonly</a:t>
            </a:r>
            <a:r>
              <a:rPr lang="en-GB" sz="1800" dirty="0">
                <a:latin typeface="+mn-lt"/>
              </a:rPr>
              <a:t> and </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export</a:t>
            </a:r>
            <a:r>
              <a:rPr lang="en-GB" sz="1800" dirty="0">
                <a:latin typeface="+mn-lt"/>
              </a:rPr>
              <a:t> attributes</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19</a:t>
            </a:fld>
            <a:endParaRPr lang="en-GB"/>
          </a:p>
        </p:txBody>
      </p:sp>
    </p:spTree>
    <p:extLst>
      <p:ext uri="{BB962C8B-B14F-4D97-AF65-F5344CB8AC3E}">
        <p14:creationId xmlns:p14="http://schemas.microsoft.com/office/powerpoint/2010/main" val="36882348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FD9AD2-F730-2D2F-E357-7B023966F318}"/>
              </a:ext>
            </a:extLst>
          </p:cNvPr>
          <p:cNvSpPr>
            <a:spLocks noGrp="1"/>
          </p:cNvSpPr>
          <p:nvPr>
            <p:ph type="ctrTitle"/>
          </p:nvPr>
        </p:nvSpPr>
        <p:spPr/>
        <p:txBody>
          <a:bodyPr/>
          <a:lstStyle/>
          <a:p>
            <a:r>
              <a:rPr lang="en-GB" dirty="0"/>
              <a:t>Array syntax</a:t>
            </a:r>
            <a:endParaRPr lang="en-GB" sz="280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GB" sz="1800" dirty="0">
                <a:solidFill>
                  <a:schemeClr val="tx1"/>
                </a:solidFill>
              </a:rPr>
              <a:t>Indexed arrays do not have to be declared.</a:t>
            </a:r>
          </a:p>
          <a:p>
            <a:r>
              <a:rPr lang="en-GB" sz="1800" dirty="0">
                <a:solidFill>
                  <a:schemeClr val="tx1"/>
                </a:solidFill>
              </a:rPr>
              <a:t>Each element may be handled individually.</a:t>
            </a:r>
          </a:p>
          <a:p>
            <a:r>
              <a:rPr lang="en-GB" sz="1800" dirty="0">
                <a:solidFill>
                  <a:schemeClr val="tx1"/>
                </a:solidFill>
              </a:rPr>
              <a:t>Elements do not have to be assigned in any particular order.</a:t>
            </a:r>
          </a:p>
          <a:p>
            <a:r>
              <a:rPr lang="en-GB" sz="1800" dirty="0">
                <a:solidFill>
                  <a:schemeClr val="tx1"/>
                </a:solidFill>
              </a:rPr>
              <a:t>Elements are accessed using </a:t>
            </a:r>
            <a:r>
              <a:rPr lang="en-GB" sz="1800" i="1" dirty="0">
                <a:solidFill>
                  <a:srgbClr val="0000C8"/>
                </a:solidFill>
              </a:rPr>
              <a:t>[</a:t>
            </a:r>
            <a:r>
              <a:rPr lang="en-GB" sz="1800" b="1" i="1" dirty="0" err="1">
                <a:solidFill>
                  <a:srgbClr val="0000C8"/>
                </a:solidFill>
              </a:rPr>
              <a:t>iexpr</a:t>
            </a:r>
            <a:r>
              <a:rPr lang="en-GB" sz="1800" i="1" dirty="0">
                <a:solidFill>
                  <a:srgbClr val="0000C8"/>
                </a:solidFill>
              </a:rPr>
              <a:t>]. </a:t>
            </a:r>
            <a:endParaRPr lang="en-GB" sz="1800" i="1" dirty="0">
              <a:solidFill>
                <a:schemeClr val="tx1"/>
              </a:solidFill>
            </a:endParaRPr>
          </a:p>
          <a:p>
            <a:pPr lvl="1"/>
            <a:r>
              <a:rPr lang="en-GB" sz="1800" dirty="0"/>
              <a:t>Where </a:t>
            </a:r>
            <a:r>
              <a:rPr lang="en-GB" sz="1800" b="1" dirty="0" err="1"/>
              <a:t>iexpr</a:t>
            </a:r>
            <a:r>
              <a:rPr lang="en-GB" sz="1800" dirty="0"/>
              <a:t> is an expression yielding an integer</a:t>
            </a:r>
          </a:p>
          <a:p>
            <a:endParaRPr lang="en-GB" sz="1800" dirty="0">
              <a:solidFill>
                <a:schemeClr val="tx1"/>
              </a:solidFill>
            </a:endParaRP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20</a:t>
            </a:fld>
            <a:endParaRPr lang="en-GB"/>
          </a:p>
        </p:txBody>
      </p:sp>
      <p:sp>
        <p:nvSpPr>
          <p:cNvPr id="8" name="Rectangle 3">
            <a:extLst>
              <a:ext uri="{FF2B5EF4-FFF2-40B4-BE49-F238E27FC236}">
                <a16:creationId xmlns:a16="http://schemas.microsoft.com/office/drawing/2014/main" id="{715078B8-A5ED-9AE1-5C19-9A757FA28C74}"/>
              </a:ext>
            </a:extLst>
          </p:cNvPr>
          <p:cNvSpPr>
            <a:spLocks noChangeArrowheads="1"/>
          </p:cNvSpPr>
          <p:nvPr/>
        </p:nvSpPr>
        <p:spPr bwMode="auto">
          <a:xfrm>
            <a:off x="2449375" y="3864861"/>
            <a:ext cx="7292669" cy="2159566"/>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pt-BR" b="1" spc="-4" dirty="0">
                <a:solidFill>
                  <a:schemeClr val="bg1"/>
                </a:solidFill>
                <a:latin typeface="Hack" panose="020B0609030202020204" pitchFamily="49" charset="0"/>
                <a:ea typeface="Hack" panose="020B0609030202020204" pitchFamily="49" charset="0"/>
                <a:cs typeface="Hack" panose="020B0609030202020204" pitchFamily="49" charset="0"/>
              </a:rPr>
              <a:t>crew[0]="Captain Smirk"</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pt-BR" b="1" spc="-4" dirty="0">
                <a:solidFill>
                  <a:schemeClr val="bg1"/>
                </a:solidFill>
                <a:latin typeface="Hack" panose="020B0609030202020204" pitchFamily="49" charset="0"/>
                <a:ea typeface="Hack" panose="020B0609030202020204" pitchFamily="49" charset="0"/>
                <a:cs typeface="Hack" panose="020B0609030202020204" pitchFamily="49" charset="0"/>
              </a:rPr>
              <a:t>crew[1]="Commander Smock"</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pt-BR" b="1" spc="-4" dirty="0">
                <a:solidFill>
                  <a:schemeClr val="bg1"/>
                </a:solidFill>
                <a:latin typeface="Hack" panose="020B0609030202020204" pitchFamily="49" charset="0"/>
                <a:ea typeface="Hack" panose="020B0609030202020204" pitchFamily="49" charset="0"/>
                <a:cs typeface="Hack" panose="020B0609030202020204" pitchFamily="49" charset="0"/>
              </a:rPr>
              <a:t>crew[3]="Assistant Navigator Mr Checkout"</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pt-BR" b="1" spc="-4" dirty="0">
                <a:solidFill>
                  <a:schemeClr val="bg1"/>
                </a:solidFill>
                <a:latin typeface="Hack" panose="020B0609030202020204" pitchFamily="49" charset="0"/>
                <a:ea typeface="Hack" panose="020B0609030202020204" pitchFamily="49" charset="0"/>
                <a:cs typeface="Hack" panose="020B0609030202020204" pitchFamily="49" charset="0"/>
              </a:rPr>
              <a:t>crew[2]="Chief Navigator Mr Zulu"</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pt-BR" b="1" spc="-4" dirty="0">
                <a:solidFill>
                  <a:schemeClr val="bg1"/>
                </a:solidFill>
                <a:latin typeface="Hack" panose="020B0609030202020204" pitchFamily="49" charset="0"/>
                <a:ea typeface="Hack" panose="020B0609030202020204" pitchFamily="49" charset="0"/>
                <a:cs typeface="Hack" panose="020B0609030202020204" pitchFamily="49" charset="0"/>
              </a:rPr>
              <a:t>declare -i i=4</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pt-BR" b="1" spc="-4" dirty="0">
                <a:solidFill>
                  <a:schemeClr val="bg1"/>
                </a:solidFill>
                <a:latin typeface="Hack" panose="020B0609030202020204" pitchFamily="49" charset="0"/>
                <a:ea typeface="Hack" panose="020B0609030202020204" pitchFamily="49" charset="0"/>
                <a:cs typeface="Hack" panose="020B0609030202020204" pitchFamily="49" charset="0"/>
              </a:rPr>
              <a:t>crew[i]="Chief Engineer Mr Snot"</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pt-BR" b="1" spc="-4" dirty="0">
                <a:solidFill>
                  <a:schemeClr val="bg1"/>
                </a:solidFill>
                <a:latin typeface="Hack" panose="020B0609030202020204" pitchFamily="49" charset="0"/>
                <a:ea typeface="Hack" panose="020B0609030202020204" pitchFamily="49" charset="0"/>
                <a:cs typeface="Hack" panose="020B0609030202020204" pitchFamily="49" charset="0"/>
              </a:rPr>
              <a:t>crew[i+1]="Chief Medical Officer Dr. McCaw"</a:t>
            </a:r>
            <a:endParaRPr lang="en-US" sz="1100" b="1" spc="-4"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3" name="Rounded Rectangle 4">
            <a:extLst>
              <a:ext uri="{FF2B5EF4-FFF2-40B4-BE49-F238E27FC236}">
                <a16:creationId xmlns:a16="http://schemas.microsoft.com/office/drawing/2014/main" id="{4C6EC4CD-760D-5222-6205-524658D99DF2}"/>
              </a:ext>
            </a:extLst>
          </p:cNvPr>
          <p:cNvSpPr/>
          <p:nvPr/>
        </p:nvSpPr>
        <p:spPr>
          <a:xfrm>
            <a:off x="7305654" y="2295186"/>
            <a:ext cx="3243609" cy="683467"/>
          </a:xfrm>
          <a:prstGeom prst="round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lvl="1" indent="-457200" algn="ctr"/>
            <a:r>
              <a:rPr lang="en-GB" sz="1800" i="1" dirty="0"/>
              <a:t>Existing variables can be</a:t>
            </a:r>
          </a:p>
          <a:p>
            <a:pPr lvl="1" indent="-457200" algn="ctr"/>
            <a:r>
              <a:rPr lang="en-GB" sz="1800" i="1" dirty="0"/>
              <a:t>turned into arrays</a:t>
            </a:r>
          </a:p>
        </p:txBody>
      </p:sp>
    </p:spTree>
    <p:extLst>
      <p:ext uri="{BB962C8B-B14F-4D97-AF65-F5344CB8AC3E}">
        <p14:creationId xmlns:p14="http://schemas.microsoft.com/office/powerpoint/2010/main" val="3033478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5B8390-031B-BB85-7E63-37B3E1E6E396}"/>
              </a:ext>
            </a:extLst>
          </p:cNvPr>
          <p:cNvSpPr>
            <a:spLocks noGrp="1"/>
          </p:cNvSpPr>
          <p:nvPr>
            <p:ph type="ctrTitle"/>
          </p:nvPr>
        </p:nvSpPr>
        <p:spPr/>
        <p:txBody>
          <a:bodyPr/>
          <a:lstStyle/>
          <a:p>
            <a:r>
              <a:rPr lang="en-GB" dirty="0"/>
              <a:t>Accessing elements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GB" sz="1800" dirty="0">
                <a:solidFill>
                  <a:schemeClr val="tx1"/>
                </a:solidFill>
              </a:rPr>
              <a:t>Syntax for accessing the elements requires attention.</a:t>
            </a:r>
          </a:p>
          <a:p>
            <a:pPr lvl="1"/>
            <a:endParaRPr lang="en-GB" sz="1800" dirty="0"/>
          </a:p>
          <a:p>
            <a:pPr lvl="1"/>
            <a:endParaRPr lang="en-GB" sz="1800" dirty="0"/>
          </a:p>
          <a:p>
            <a:pPr lvl="1"/>
            <a:endParaRPr lang="en-GB" sz="1800" dirty="0"/>
          </a:p>
          <a:p>
            <a:pPr lvl="1"/>
            <a:endParaRPr lang="en-GB" sz="1800" dirty="0"/>
          </a:p>
          <a:p>
            <a:pPr lvl="1"/>
            <a:endParaRPr lang="en-GB" sz="1800" dirty="0"/>
          </a:p>
          <a:p>
            <a:r>
              <a:rPr lang="en-GB" sz="1800" dirty="0">
                <a:solidFill>
                  <a:schemeClr val="tx1"/>
                </a:solidFill>
              </a:rPr>
              <a:t>Without braces, and no </a:t>
            </a:r>
            <a:r>
              <a:rPr lang="en-GB" sz="1800" b="1" i="1" dirty="0">
                <a:solidFill>
                  <a:srgbClr val="0000C8"/>
                </a:solidFill>
              </a:rPr>
              <a:t>[</a:t>
            </a:r>
            <a:r>
              <a:rPr lang="en-GB" sz="1800" b="1" i="1" dirty="0" err="1">
                <a:solidFill>
                  <a:srgbClr val="0000C8"/>
                </a:solidFill>
              </a:rPr>
              <a:t>iexpr</a:t>
            </a:r>
            <a:r>
              <a:rPr lang="en-GB" sz="1800" b="1" i="1" dirty="0">
                <a:solidFill>
                  <a:srgbClr val="0000C8"/>
                </a:solidFill>
              </a:rPr>
              <a:t>] </a:t>
            </a:r>
            <a:r>
              <a:rPr lang="en-GB" sz="1800" dirty="0"/>
              <a:t> the shell just expands the first element</a:t>
            </a:r>
          </a:p>
          <a:p>
            <a:endParaRPr lang="en-GB" sz="1800" b="1" i="1" dirty="0">
              <a:solidFill>
                <a:schemeClr val="tx1"/>
              </a:solidFill>
            </a:endParaRPr>
          </a:p>
          <a:p>
            <a:pPr lvl="1">
              <a:buFontTx/>
              <a:buNone/>
            </a:pPr>
            <a:r>
              <a:rPr lang="en-GB" sz="1800" b="1" i="1" dirty="0"/>
              <a:t>	</a:t>
            </a:r>
          </a:p>
          <a:p>
            <a:pPr>
              <a:buFontTx/>
              <a:buNone/>
            </a:pPr>
            <a:endParaRPr lang="en-GB" sz="1800" dirty="0">
              <a:solidFill>
                <a:schemeClr val="tx1"/>
              </a:solidFill>
            </a:endParaRPr>
          </a:p>
          <a:p>
            <a:pPr lvl="1">
              <a:buFontTx/>
              <a:buNone/>
            </a:pPr>
            <a:r>
              <a:rPr lang="en-GB" sz="1800" dirty="0"/>
              <a:t>… but with </a:t>
            </a:r>
            <a:r>
              <a:rPr lang="en-GB" sz="1800" b="1" i="1" dirty="0">
                <a:solidFill>
                  <a:srgbClr val="0000C8"/>
                </a:solidFill>
              </a:rPr>
              <a:t>[</a:t>
            </a:r>
            <a:r>
              <a:rPr lang="en-GB" sz="1800" b="1" i="1" dirty="0" err="1">
                <a:solidFill>
                  <a:srgbClr val="0000C8"/>
                </a:solidFill>
              </a:rPr>
              <a:t>iexpr</a:t>
            </a:r>
            <a:r>
              <a:rPr lang="en-GB" sz="1800" b="1" i="1" dirty="0">
                <a:solidFill>
                  <a:srgbClr val="0000C8"/>
                </a:solidFill>
              </a:rPr>
              <a:t>] </a:t>
            </a:r>
            <a:r>
              <a:rPr lang="en-GB" sz="1800" dirty="0"/>
              <a:t>: the shell expands element </a:t>
            </a:r>
            <a:r>
              <a:rPr lang="en-GB" sz="1800" b="1" i="1" dirty="0">
                <a:solidFill>
                  <a:srgbClr val="0000C8"/>
                </a:solidFill>
              </a:rPr>
              <a:t>0</a:t>
            </a:r>
            <a:r>
              <a:rPr lang="en-GB" sz="1800" dirty="0"/>
              <a:t>, followed by </a:t>
            </a:r>
            <a:r>
              <a:rPr lang="en-GB" sz="1800" b="1" i="1" dirty="0">
                <a:solidFill>
                  <a:srgbClr val="0000C8"/>
                </a:solidFill>
              </a:rPr>
              <a:t>[</a:t>
            </a:r>
            <a:r>
              <a:rPr lang="en-GB" sz="1800" b="1" i="1" dirty="0" err="1">
                <a:solidFill>
                  <a:srgbClr val="0000C8"/>
                </a:solidFill>
              </a:rPr>
              <a:t>iexpr</a:t>
            </a:r>
            <a:r>
              <a:rPr lang="en-GB" sz="1800" b="1" i="1" dirty="0">
                <a:solidFill>
                  <a:srgbClr val="0000C8"/>
                </a:solidFill>
              </a:rPr>
              <a:t>] </a:t>
            </a:r>
          </a:p>
          <a:p>
            <a:endParaRPr lang="en-GB" sz="180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21</a:t>
            </a:fld>
            <a:endParaRPr lang="en-GB" dirty="0"/>
          </a:p>
        </p:txBody>
      </p:sp>
      <p:sp>
        <p:nvSpPr>
          <p:cNvPr id="8" name="Rectangle 3">
            <a:extLst>
              <a:ext uri="{FF2B5EF4-FFF2-40B4-BE49-F238E27FC236}">
                <a16:creationId xmlns:a16="http://schemas.microsoft.com/office/drawing/2014/main" id="{715078B8-A5ED-9AE1-5C19-9A757FA28C74}"/>
              </a:ext>
            </a:extLst>
          </p:cNvPr>
          <p:cNvSpPr>
            <a:spLocks noChangeArrowheads="1"/>
          </p:cNvSpPr>
          <p:nvPr/>
        </p:nvSpPr>
        <p:spPr bwMode="auto">
          <a:xfrm>
            <a:off x="443922" y="2095087"/>
            <a:ext cx="7292669" cy="1456809"/>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echo ${crew[1]}</a:t>
            </a:r>
          </a:p>
          <a:p>
            <a:pPr marL="10319">
              <a:spcBef>
                <a:spcPts val="73"/>
              </a:spcBef>
            </a:pP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Commander Smock</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err="1">
                <a:solidFill>
                  <a:schemeClr val="bg1"/>
                </a:solidFill>
                <a:latin typeface="Hack" panose="020B0609030202020204" pitchFamily="49" charset="0"/>
                <a:ea typeface="Hack" panose="020B0609030202020204" pitchFamily="49" charset="0"/>
                <a:cs typeface="Hack" panose="020B0609030202020204" pitchFamily="49" charset="0"/>
              </a:rPr>
              <a:t>i</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=2</a:t>
            </a:r>
          </a:p>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echo "&lt;${crew[</a:t>
            </a:r>
            <a:r>
              <a:rPr lang="en-US" b="1" spc="-4" dirty="0" err="1">
                <a:solidFill>
                  <a:schemeClr val="bg1"/>
                </a:solidFill>
                <a:latin typeface="Hack" panose="020B0609030202020204" pitchFamily="49" charset="0"/>
                <a:ea typeface="Hack" panose="020B0609030202020204" pitchFamily="49" charset="0"/>
                <a:cs typeface="Hack" panose="020B0609030202020204" pitchFamily="49" charset="0"/>
              </a:rPr>
              <a:t>i</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]}&gt; &lt;${crew[6]}&gt;"</a:t>
            </a:r>
          </a:p>
          <a:p>
            <a:pPr marL="10319">
              <a:spcBef>
                <a:spcPts val="73"/>
              </a:spcBef>
            </a:pP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&lt;Chief Navigator </a:t>
            </a:r>
            <a:r>
              <a:rPr lang="en-US" sz="1400" b="1" spc="-4" dirty="0" err="1">
                <a:solidFill>
                  <a:schemeClr val="bg1"/>
                </a:solidFill>
                <a:latin typeface="Hack" panose="020B0609030202020204" pitchFamily="49" charset="0"/>
                <a:ea typeface="Hack" panose="020B0609030202020204" pitchFamily="49" charset="0"/>
                <a:cs typeface="Hack" panose="020B0609030202020204" pitchFamily="49" charset="0"/>
              </a:rPr>
              <a:t>Mr</a:t>
            </a: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 Zulu&gt; &lt;&gt;</a:t>
            </a:r>
            <a:endParaRPr lang="en-US" sz="1100" b="1" spc="-4"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3844A321-EF18-A719-29A7-C6DEF18ACF61}"/>
              </a:ext>
            </a:extLst>
          </p:cNvPr>
          <p:cNvSpPr>
            <a:spLocks noChangeArrowheads="1"/>
          </p:cNvSpPr>
          <p:nvPr/>
        </p:nvSpPr>
        <p:spPr bwMode="auto">
          <a:xfrm>
            <a:off x="2450086" y="5432927"/>
            <a:ext cx="7290240" cy="648896"/>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echo $crew[1]</a:t>
            </a:r>
          </a:p>
          <a:p>
            <a:pPr marL="10319">
              <a:spcBef>
                <a:spcPts val="73"/>
              </a:spcBef>
            </a:pP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Captain Smirk[1]</a:t>
            </a:r>
            <a:endParaRPr lang="en-US" sz="1100" b="1" spc="-4"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9" name="Rectangle 8">
            <a:extLst>
              <a:ext uri="{FF2B5EF4-FFF2-40B4-BE49-F238E27FC236}">
                <a16:creationId xmlns:a16="http://schemas.microsoft.com/office/drawing/2014/main" id="{50B76D21-66F7-1D45-E36D-2BD134EC7A32}"/>
              </a:ext>
            </a:extLst>
          </p:cNvPr>
          <p:cNvSpPr>
            <a:spLocks noChangeArrowheads="1"/>
          </p:cNvSpPr>
          <p:nvPr/>
        </p:nvSpPr>
        <p:spPr bwMode="auto">
          <a:xfrm>
            <a:off x="2450086" y="4281414"/>
            <a:ext cx="7290239" cy="648896"/>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10319">
              <a:spcBef>
                <a:spcPts val="73"/>
              </a:spcBef>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dirty="0">
                <a:solidFill>
                  <a:schemeClr val="bg1"/>
                </a:solidFill>
                <a:latin typeface="Hack" panose="020B0609030202020204" pitchFamily="49" charset="0"/>
                <a:ea typeface="Hack" panose="020B0609030202020204" pitchFamily="49" charset="0"/>
                <a:cs typeface="Hack" panose="020B0609030202020204" pitchFamily="49" charset="0"/>
              </a:rPr>
              <a:t>echo $crew</a:t>
            </a:r>
          </a:p>
          <a:p>
            <a:pPr marL="10319">
              <a:spcBef>
                <a:spcPts val="73"/>
              </a:spcBef>
            </a:pPr>
            <a:r>
              <a:rPr lang="en-US" sz="1400" b="1" spc="-4" dirty="0">
                <a:solidFill>
                  <a:schemeClr val="bg1"/>
                </a:solidFill>
                <a:latin typeface="Hack" panose="020B0609030202020204" pitchFamily="49" charset="0"/>
                <a:ea typeface="Hack" panose="020B0609030202020204" pitchFamily="49" charset="0"/>
                <a:cs typeface="Hack" panose="020B0609030202020204" pitchFamily="49" charset="0"/>
              </a:rPr>
              <a:t>Captain Smirk</a:t>
            </a:r>
            <a:endParaRPr lang="en-US" sz="1100" b="1" spc="-4"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1090528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4E617D-9B9B-55BA-4F59-3151BFA9B394}"/>
              </a:ext>
            </a:extLst>
          </p:cNvPr>
          <p:cNvSpPr>
            <a:spLocks noGrp="1"/>
          </p:cNvSpPr>
          <p:nvPr>
            <p:ph type="ctrTitle"/>
          </p:nvPr>
        </p:nvSpPr>
        <p:spPr/>
        <p:txBody>
          <a:bodyPr/>
          <a:lstStyle/>
          <a:p>
            <a:r>
              <a:rPr lang="en-GB" dirty="0"/>
              <a:t>Accessing all elements</a:t>
            </a:r>
          </a:p>
        </p:txBody>
      </p:sp>
      <p:sp>
        <p:nvSpPr>
          <p:cNvPr id="9219" name="Rectangle 3"/>
          <p:cNvSpPr>
            <a:spLocks noGrp="1" noChangeArrowheads="1"/>
          </p:cNvSpPr>
          <p:nvPr>
            <p:ph sz="quarter" idx="4"/>
          </p:nvPr>
        </p:nvSpPr>
        <p:spPr/>
        <p:txBody>
          <a:bodyPr/>
          <a:lstStyle/>
          <a:p>
            <a:r>
              <a:rPr lang="en-GB" sz="1800" dirty="0">
                <a:solidFill>
                  <a:schemeClr val="tx1"/>
                </a:solidFill>
              </a:rPr>
              <a:t>Use the subscripts </a:t>
            </a:r>
            <a:r>
              <a:rPr lang="en-GB" sz="180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sym typeface="Monotype Sorts" pitchFamily="2" charset="2"/>
              </a:rPr>
              <a:t>*</a:t>
            </a:r>
            <a:r>
              <a:rPr lang="en-GB" sz="180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GB" sz="1800" b="0" dirty="0">
                <a:solidFill>
                  <a:schemeClr val="tx1"/>
                </a:solidFill>
                <a:latin typeface="Hack" panose="020B0609030202020204" pitchFamily="49" charset="0"/>
                <a:ea typeface="Hack" panose="020B0609030202020204" pitchFamily="49" charset="0"/>
                <a:cs typeface="Hack" panose="020B0609030202020204" pitchFamily="49" charset="0"/>
              </a:rPr>
              <a:t> </a:t>
            </a:r>
            <a:r>
              <a:rPr lang="en-GB" sz="1800" dirty="0">
                <a:solidFill>
                  <a:schemeClr val="tx1"/>
                </a:solidFill>
              </a:rPr>
              <a:t>and </a:t>
            </a:r>
            <a:r>
              <a:rPr lang="en-GB" sz="180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GB" sz="180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GB" sz="1800" dirty="0"/>
              <a:t> </a:t>
            </a:r>
            <a:r>
              <a:rPr lang="en-GB" sz="1800" dirty="0">
                <a:solidFill>
                  <a:schemeClr val="tx1"/>
                </a:solidFill>
              </a:rPr>
              <a:t>to access all elements.</a:t>
            </a:r>
          </a:p>
          <a:p>
            <a:pPr lvl="1"/>
            <a:r>
              <a:rPr lang="en-GB" sz="1800" dirty="0"/>
              <a:t>Notice the difference between </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sym typeface="Monotype Sorts" pitchFamily="2" charset="2"/>
              </a:rPr>
              <a:t>*</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GB" sz="1800" b="0" dirty="0"/>
              <a:t> </a:t>
            </a:r>
            <a:r>
              <a:rPr lang="en-GB" sz="1800" dirty="0"/>
              <a:t>and</a:t>
            </a:r>
            <a:r>
              <a:rPr lang="en-GB" sz="1800" dirty="0">
                <a:latin typeface="Hack" panose="020B0609030202020204" pitchFamily="49" charset="0"/>
                <a:ea typeface="Hack" panose="020B0609030202020204" pitchFamily="49" charset="0"/>
                <a:cs typeface="Hack" panose="020B0609030202020204" pitchFamily="49" charset="0"/>
              </a:rPr>
              <a:t> </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GB" sz="1800" b="0" dirty="0">
                <a:latin typeface="Hack" panose="020B0609030202020204" pitchFamily="49" charset="0"/>
                <a:ea typeface="Hack" panose="020B0609030202020204" pitchFamily="49" charset="0"/>
                <a:cs typeface="Hack" panose="020B0609030202020204" pitchFamily="49" charset="0"/>
              </a:rPr>
              <a:t> </a:t>
            </a:r>
            <a:r>
              <a:rPr lang="en-GB" sz="1800" dirty="0"/>
              <a:t>(when quoted).</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GB" smtClean="0"/>
              <a:pPr/>
              <a:t>22</a:t>
            </a:fld>
            <a:endParaRPr lang="en-GB" dirty="0"/>
          </a:p>
        </p:txBody>
      </p:sp>
      <p:sp>
        <p:nvSpPr>
          <p:cNvPr id="9220" name="Rectangle 4"/>
          <p:cNvSpPr>
            <a:spLocks noChangeArrowheads="1"/>
          </p:cNvSpPr>
          <p:nvPr/>
        </p:nvSpPr>
        <p:spPr bwMode="auto">
          <a:xfrm>
            <a:off x="616861" y="2477457"/>
            <a:ext cx="10215553" cy="1903085"/>
          </a:xfrm>
          <a:prstGeom prst="rect">
            <a:avLst/>
          </a:prstGeom>
          <a:solidFill>
            <a:schemeClr val="tx1"/>
          </a:solidFill>
          <a:ln w="12700">
            <a:solidFill>
              <a:srgbClr val="000000"/>
            </a:solidFill>
            <a:miter lim="800000"/>
            <a:headEnd/>
            <a:tailEnd/>
          </a:ln>
          <a:effectLst>
            <a:outerShdw dist="107763" dir="2700000" algn="ctr" rotWithShape="0">
              <a:schemeClr val="bg2"/>
            </a:outerShdw>
          </a:effectLst>
        </p:spPr>
        <p:txBody>
          <a:bodyPr wrap="square" lIns="95250" tIns="50800" rIns="95250" bIns="50800">
            <a:spAutoFit/>
          </a:bodyPr>
          <a:lstStyle/>
          <a:p>
            <a:pPr defTabSz="687388" eaLnBrk="0" hangingPunct="0">
              <a:buClr>
                <a:srgbClr val="000066"/>
              </a:buClr>
              <a:buSzPct val="100000"/>
              <a:tabLst>
                <a:tab pos="531813" algn="l"/>
                <a:tab pos="6022975" algn="r"/>
              </a:tabLst>
              <a:defRPr/>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dirty="0">
                <a:solidFill>
                  <a:schemeClr val="bg1"/>
                </a:solidFill>
                <a:latin typeface="Hack" panose="020B0609030202020204" pitchFamily="49" charset="0"/>
                <a:ea typeface="Hack" panose="020B0609030202020204" pitchFamily="49" charset="0"/>
                <a:cs typeface="Hack" panose="020B0609030202020204" pitchFamily="49" charset="0"/>
              </a:rPr>
              <a:t>strings[0]=one</a:t>
            </a:r>
          </a:p>
          <a:p>
            <a:pPr defTabSz="687388" eaLnBrk="0" hangingPunct="0">
              <a:lnSpc>
                <a:spcPct val="90000"/>
              </a:lnSpc>
              <a:buClr>
                <a:srgbClr val="000066"/>
              </a:buClr>
              <a:buSzPct val="100000"/>
              <a:tabLst>
                <a:tab pos="531813" algn="l"/>
                <a:tab pos="6022975" algn="r"/>
              </a:tabLst>
              <a:defRPr/>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dirty="0">
                <a:solidFill>
                  <a:schemeClr val="bg1"/>
                </a:solidFill>
                <a:latin typeface="Hack" panose="020B0609030202020204" pitchFamily="49" charset="0"/>
                <a:ea typeface="Hack" panose="020B0609030202020204" pitchFamily="49" charset="0"/>
                <a:cs typeface="Hack" panose="020B0609030202020204" pitchFamily="49" charset="0"/>
              </a:rPr>
              <a:t>strings[1]="two</a:t>
            </a:r>
            <a:r>
              <a:rPr lang="en-GB"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dirty="0">
                <a:solidFill>
                  <a:schemeClr val="bg1"/>
                </a:solidFill>
                <a:latin typeface="Hack" panose="020B0609030202020204" pitchFamily="49" charset="0"/>
                <a:ea typeface="Hack" panose="020B0609030202020204" pitchFamily="49" charset="0"/>
                <a:cs typeface="Hack" panose="020B0609030202020204" pitchFamily="49" charset="0"/>
              </a:rPr>
              <a:t>three</a:t>
            </a:r>
            <a:r>
              <a:rPr lang="en-GB" dirty="0">
                <a:solidFill>
                  <a:schemeClr val="bg1"/>
                </a:solidFill>
                <a:latin typeface="Hack" panose="020B0609030202020204" pitchFamily="49" charset="0"/>
                <a:ea typeface="Hack" panose="020B0609030202020204" pitchFamily="49" charset="0"/>
                <a:cs typeface="Hack" panose="020B0609030202020204" pitchFamily="49" charset="0"/>
              </a:rPr>
              <a:t>"</a:t>
            </a:r>
          </a:p>
          <a:p>
            <a:pPr defTabSz="687388" eaLnBrk="0" hangingPunct="0">
              <a:lnSpc>
                <a:spcPct val="90000"/>
              </a:lnSpc>
              <a:buClr>
                <a:srgbClr val="000066"/>
              </a:buClr>
              <a:buSzPct val="100000"/>
              <a:tabLst>
                <a:tab pos="531813" algn="l"/>
                <a:tab pos="6022975" algn="r"/>
              </a:tabLst>
              <a:defRPr/>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dirty="0">
                <a:solidFill>
                  <a:schemeClr val="bg1"/>
                </a:solidFill>
                <a:latin typeface="Hack" panose="020B0609030202020204" pitchFamily="49" charset="0"/>
                <a:ea typeface="Hack" panose="020B0609030202020204" pitchFamily="49" charset="0"/>
                <a:cs typeface="Hack" panose="020B0609030202020204" pitchFamily="49" charset="0"/>
              </a:rPr>
              <a:t>strings[2]=four</a:t>
            </a:r>
          </a:p>
          <a:p>
            <a:pPr defTabSz="687388" eaLnBrk="0" hangingPunct="0">
              <a:lnSpc>
                <a:spcPct val="90000"/>
              </a:lnSpc>
              <a:buClr>
                <a:srgbClr val="000066"/>
              </a:buClr>
              <a:buSzPct val="100000"/>
              <a:tabLst>
                <a:tab pos="531813" algn="l"/>
                <a:tab pos="6022975" algn="r"/>
              </a:tabLst>
              <a:defRPr/>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dirty="0">
                <a:solidFill>
                  <a:schemeClr val="bg1"/>
                </a:solidFill>
                <a:latin typeface="Hack" panose="020B0609030202020204" pitchFamily="49" charset="0"/>
                <a:ea typeface="Hack" panose="020B0609030202020204" pitchFamily="49" charset="0"/>
                <a:cs typeface="Hack" panose="020B0609030202020204" pitchFamily="49" charset="0"/>
              </a:rPr>
              <a:t>cat ${strings[*]}</a:t>
            </a:r>
          </a:p>
          <a:p>
            <a:pPr defTabSz="687388" eaLnBrk="0" hangingPunct="0">
              <a:lnSpc>
                <a:spcPct val="90000"/>
              </a:lnSpc>
              <a:buClr>
                <a:srgbClr val="000066"/>
              </a:buClr>
              <a:buSzPct val="100000"/>
              <a:tabLst>
                <a:tab pos="531813" algn="l"/>
                <a:tab pos="6022975" algn="r"/>
              </a:tabLst>
              <a:defRPr/>
            </a:pPr>
            <a:r>
              <a:rPr lang="en-GB" sz="1400" dirty="0">
                <a:solidFill>
                  <a:schemeClr val="bg1"/>
                </a:solidFill>
                <a:latin typeface="Hack" panose="020B0609030202020204" pitchFamily="49" charset="0"/>
                <a:ea typeface="Hack" panose="020B0609030202020204" pitchFamily="49" charset="0"/>
                <a:cs typeface="Hack" panose="020B0609030202020204" pitchFamily="49" charset="0"/>
              </a:rPr>
              <a:t>cat: one: No such file or directory</a:t>
            </a:r>
          </a:p>
          <a:p>
            <a:pPr defTabSz="687388" eaLnBrk="0" hangingPunct="0">
              <a:lnSpc>
                <a:spcPct val="90000"/>
              </a:lnSpc>
              <a:buClr>
                <a:srgbClr val="000066"/>
              </a:buClr>
              <a:buSzPct val="100000"/>
              <a:tabLst>
                <a:tab pos="531813" algn="l"/>
                <a:tab pos="6022975" algn="r"/>
              </a:tabLst>
              <a:defRPr/>
            </a:pPr>
            <a:r>
              <a:rPr lang="en-GB" sz="1400" dirty="0">
                <a:solidFill>
                  <a:schemeClr val="bg1"/>
                </a:solidFill>
                <a:latin typeface="Hack" panose="020B0609030202020204" pitchFamily="49" charset="0"/>
                <a:ea typeface="Hack" panose="020B0609030202020204" pitchFamily="49" charset="0"/>
                <a:cs typeface="Hack" panose="020B0609030202020204" pitchFamily="49" charset="0"/>
              </a:rPr>
              <a:t>cat: two: No such file or directory</a:t>
            </a:r>
          </a:p>
          <a:p>
            <a:pPr defTabSz="687388" eaLnBrk="0" hangingPunct="0">
              <a:lnSpc>
                <a:spcPct val="90000"/>
              </a:lnSpc>
              <a:buClr>
                <a:srgbClr val="000066"/>
              </a:buClr>
              <a:buSzPct val="100000"/>
              <a:tabLst>
                <a:tab pos="531813" algn="l"/>
                <a:tab pos="6022975" algn="r"/>
              </a:tabLst>
              <a:defRPr/>
            </a:pPr>
            <a:r>
              <a:rPr lang="en-GB" sz="1400" dirty="0">
                <a:solidFill>
                  <a:schemeClr val="bg1"/>
                </a:solidFill>
                <a:latin typeface="Hack" panose="020B0609030202020204" pitchFamily="49" charset="0"/>
                <a:ea typeface="Hack" panose="020B0609030202020204" pitchFamily="49" charset="0"/>
                <a:cs typeface="Hack" panose="020B0609030202020204" pitchFamily="49" charset="0"/>
              </a:rPr>
              <a:t>cat: three: No such file or directory</a:t>
            </a:r>
          </a:p>
          <a:p>
            <a:pPr defTabSz="687388" eaLnBrk="0" hangingPunct="0">
              <a:lnSpc>
                <a:spcPct val="90000"/>
              </a:lnSpc>
              <a:buClr>
                <a:srgbClr val="000066"/>
              </a:buClr>
              <a:buSzPct val="100000"/>
              <a:tabLst>
                <a:tab pos="531813" algn="l"/>
                <a:tab pos="6022975" algn="r"/>
              </a:tabLst>
              <a:defRPr/>
            </a:pPr>
            <a:r>
              <a:rPr lang="en-GB" sz="1400" dirty="0">
                <a:solidFill>
                  <a:schemeClr val="bg1"/>
                </a:solidFill>
                <a:latin typeface="Hack" panose="020B0609030202020204" pitchFamily="49" charset="0"/>
                <a:ea typeface="Hack" panose="020B0609030202020204" pitchFamily="49" charset="0"/>
                <a:cs typeface="Hack" panose="020B0609030202020204" pitchFamily="49" charset="0"/>
              </a:rPr>
              <a:t>cat: four: No such file or directory</a:t>
            </a:r>
          </a:p>
        </p:txBody>
      </p:sp>
      <p:sp>
        <p:nvSpPr>
          <p:cNvPr id="9221" name="Rectangle 5"/>
          <p:cNvSpPr>
            <a:spLocks noChangeArrowheads="1"/>
          </p:cNvSpPr>
          <p:nvPr/>
        </p:nvSpPr>
        <p:spPr bwMode="auto">
          <a:xfrm>
            <a:off x="616861" y="4646114"/>
            <a:ext cx="10244290" cy="1404487"/>
          </a:xfrm>
          <a:prstGeom prst="rect">
            <a:avLst/>
          </a:prstGeom>
          <a:solidFill>
            <a:schemeClr val="tx1"/>
          </a:solidFill>
          <a:ln w="12700">
            <a:solidFill>
              <a:srgbClr val="000000"/>
            </a:solidFill>
            <a:miter lim="800000"/>
            <a:headEnd/>
            <a:tailEnd/>
          </a:ln>
          <a:effectLst>
            <a:outerShdw dist="107763" dir="2700000" algn="ctr" rotWithShape="0">
              <a:schemeClr val="bg2"/>
            </a:outerShdw>
          </a:effectLst>
        </p:spPr>
        <p:txBody>
          <a:bodyPr wrap="square" lIns="95250" tIns="50800" rIns="95250" bIns="50800">
            <a:spAutoFit/>
          </a:bodyPr>
          <a:lstStyle/>
          <a:p>
            <a:pPr defTabSz="687388" eaLnBrk="0" hangingPunct="0">
              <a:buClr>
                <a:srgbClr val="000066"/>
              </a:buClr>
              <a:buSzPct val="100000"/>
              <a:tabLst>
                <a:tab pos="531813" algn="l"/>
                <a:tab pos="6022975" algn="r"/>
              </a:tabLst>
              <a:defRPr/>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dirty="0">
                <a:solidFill>
                  <a:schemeClr val="bg1"/>
                </a:solidFill>
                <a:latin typeface="Hack" panose="020B0609030202020204" pitchFamily="49" charset="0"/>
                <a:ea typeface="Hack" panose="020B0609030202020204" pitchFamily="49" charset="0"/>
                <a:cs typeface="Hack" panose="020B0609030202020204" pitchFamily="49" charset="0"/>
              </a:rPr>
              <a:t>cat "${strings[*]}"</a:t>
            </a:r>
          </a:p>
          <a:p>
            <a:pPr defTabSz="687388" eaLnBrk="0" hangingPunct="0">
              <a:lnSpc>
                <a:spcPct val="90000"/>
              </a:lnSpc>
              <a:buClr>
                <a:srgbClr val="000066"/>
              </a:buClr>
              <a:buSzPct val="100000"/>
              <a:tabLst>
                <a:tab pos="531813" algn="l"/>
                <a:tab pos="6022975" algn="r"/>
              </a:tabLst>
              <a:defRPr/>
            </a:pPr>
            <a:r>
              <a:rPr lang="en-GB" sz="1400" dirty="0">
                <a:solidFill>
                  <a:schemeClr val="bg1"/>
                </a:solidFill>
                <a:latin typeface="Hack" panose="020B0609030202020204" pitchFamily="49" charset="0"/>
                <a:ea typeface="Hack" panose="020B0609030202020204" pitchFamily="49" charset="0"/>
                <a:cs typeface="Hack" panose="020B0609030202020204" pitchFamily="49" charset="0"/>
              </a:rPr>
              <a:t>cat: one two three four: No such...</a:t>
            </a:r>
          </a:p>
          <a:p>
            <a:pPr defTabSz="687388" eaLnBrk="0" hangingPunct="0">
              <a:lnSpc>
                <a:spcPct val="90000"/>
              </a:lnSpc>
              <a:buClr>
                <a:srgbClr val="000066"/>
              </a:buClr>
              <a:buSzPct val="100000"/>
              <a:tabLst>
                <a:tab pos="531813" algn="l"/>
                <a:tab pos="6022975" algn="r"/>
              </a:tabLst>
              <a:defRPr/>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dirty="0">
                <a:solidFill>
                  <a:schemeClr val="bg1"/>
                </a:solidFill>
                <a:latin typeface="Hack" panose="020B0609030202020204" pitchFamily="49" charset="0"/>
                <a:ea typeface="Hack" panose="020B0609030202020204" pitchFamily="49" charset="0"/>
                <a:cs typeface="Hack" panose="020B0609030202020204" pitchFamily="49" charset="0"/>
              </a:rPr>
              <a:t>cat "${strings[@]}"</a:t>
            </a:r>
          </a:p>
          <a:p>
            <a:pPr defTabSz="687388" eaLnBrk="0" hangingPunct="0">
              <a:lnSpc>
                <a:spcPct val="90000"/>
              </a:lnSpc>
              <a:buClr>
                <a:srgbClr val="000066"/>
              </a:buClr>
              <a:buSzPct val="100000"/>
              <a:tabLst>
                <a:tab pos="531813" algn="l"/>
                <a:tab pos="6022975" algn="r"/>
              </a:tabLst>
              <a:defRPr/>
            </a:pPr>
            <a:r>
              <a:rPr lang="en-GB" sz="1400" dirty="0">
                <a:solidFill>
                  <a:schemeClr val="bg1"/>
                </a:solidFill>
                <a:latin typeface="Hack" panose="020B0609030202020204" pitchFamily="49" charset="0"/>
                <a:ea typeface="Hack" panose="020B0609030202020204" pitchFamily="49" charset="0"/>
                <a:cs typeface="Hack" panose="020B0609030202020204" pitchFamily="49" charset="0"/>
              </a:rPr>
              <a:t>cat: one: No such... </a:t>
            </a:r>
          </a:p>
          <a:p>
            <a:pPr defTabSz="687388" eaLnBrk="0" hangingPunct="0">
              <a:lnSpc>
                <a:spcPct val="90000"/>
              </a:lnSpc>
              <a:buClr>
                <a:srgbClr val="000066"/>
              </a:buClr>
              <a:buSzPct val="100000"/>
              <a:tabLst>
                <a:tab pos="531813" algn="l"/>
                <a:tab pos="6022975" algn="r"/>
              </a:tabLst>
              <a:defRPr/>
            </a:pPr>
            <a:r>
              <a:rPr lang="en-GB" sz="1400" dirty="0">
                <a:solidFill>
                  <a:schemeClr val="bg1"/>
                </a:solidFill>
                <a:latin typeface="Hack" panose="020B0609030202020204" pitchFamily="49" charset="0"/>
                <a:ea typeface="Hack" panose="020B0609030202020204" pitchFamily="49" charset="0"/>
                <a:cs typeface="Hack" panose="020B0609030202020204" pitchFamily="49" charset="0"/>
              </a:rPr>
              <a:t>cat: two three: No such... </a:t>
            </a:r>
          </a:p>
          <a:p>
            <a:pPr defTabSz="687388" eaLnBrk="0" hangingPunct="0">
              <a:lnSpc>
                <a:spcPct val="90000"/>
              </a:lnSpc>
              <a:buClr>
                <a:srgbClr val="000066"/>
              </a:buClr>
              <a:buSzPct val="100000"/>
              <a:tabLst>
                <a:tab pos="531813" algn="l"/>
                <a:tab pos="6022975" algn="r"/>
              </a:tabLst>
              <a:defRPr/>
            </a:pPr>
            <a:r>
              <a:rPr lang="en-GB" sz="1400" dirty="0">
                <a:solidFill>
                  <a:schemeClr val="bg1"/>
                </a:solidFill>
                <a:latin typeface="Hack" panose="020B0609030202020204" pitchFamily="49" charset="0"/>
                <a:ea typeface="Hack" panose="020B0609030202020204" pitchFamily="49" charset="0"/>
                <a:cs typeface="Hack" panose="020B0609030202020204" pitchFamily="49" charset="0"/>
              </a:rPr>
              <a:t>cat: four: No such... </a:t>
            </a:r>
          </a:p>
        </p:txBody>
      </p:sp>
      <p:sp>
        <p:nvSpPr>
          <p:cNvPr id="6" name="Rounded Rectangle 5"/>
          <p:cNvSpPr/>
          <p:nvPr/>
        </p:nvSpPr>
        <p:spPr>
          <a:xfrm>
            <a:off x="6346301" y="5158628"/>
            <a:ext cx="4057650" cy="774728"/>
          </a:xfrm>
          <a:prstGeom prst="roundRect">
            <a:avLst>
              <a:gd name="adj" fmla="val 19650"/>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algn="ctr">
              <a:spcBef>
                <a:spcPct val="75000"/>
              </a:spcBef>
              <a:spcAft>
                <a:spcPct val="10000"/>
              </a:spcAft>
              <a:buClr>
                <a:srgbClr val="FF0000"/>
              </a:buClr>
              <a:buFont typeface="Wingdings" pitchFamily="2" charset="2"/>
              <a:buNone/>
            </a:pPr>
            <a:r>
              <a:rPr lang="en-GB" sz="1800" i="1" dirty="0"/>
              <a:t>Similar behaviour to shell </a:t>
            </a:r>
            <a:br>
              <a:rPr lang="en-GB" sz="1800" i="1" dirty="0"/>
            </a:br>
            <a:r>
              <a:rPr lang="en-GB" sz="1800" i="1" dirty="0"/>
              <a:t>special variables </a:t>
            </a:r>
            <a:r>
              <a:rPr lang="en-GB" sz="1800" b="1" i="1"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GB" sz="1800" b="1" i="1" dirty="0">
                <a:solidFill>
                  <a:srgbClr val="0000C8"/>
                </a:solidFill>
                <a:latin typeface="Verdana" pitchFamily="34" charset="0"/>
                <a:ea typeface="Verdana" pitchFamily="34" charset="0"/>
                <a:cs typeface="Verdana" pitchFamily="34" charset="0"/>
              </a:rPr>
              <a:t> </a:t>
            </a:r>
            <a:r>
              <a:rPr lang="en-GB" sz="1800" i="1" dirty="0"/>
              <a:t>and</a:t>
            </a:r>
            <a:r>
              <a:rPr lang="en-GB" sz="1800" b="1" i="1" dirty="0">
                <a:solidFill>
                  <a:srgbClr val="0000C8"/>
                </a:solidFill>
                <a:latin typeface="Verdana" pitchFamily="34" charset="0"/>
                <a:ea typeface="Verdana" pitchFamily="34" charset="0"/>
                <a:cs typeface="Verdana" pitchFamily="34" charset="0"/>
              </a:rPr>
              <a:t> </a:t>
            </a:r>
            <a:r>
              <a:rPr lang="en-GB" sz="1800" b="1" i="1" dirty="0">
                <a:solidFill>
                  <a:srgbClr val="0000C8"/>
                </a:solidFill>
                <a:latin typeface="Hack" panose="020B0609030202020204" pitchFamily="49" charset="0"/>
                <a:ea typeface="Hack" panose="020B0609030202020204" pitchFamily="49" charset="0"/>
                <a:cs typeface="Hack" panose="020B0609030202020204" pitchFamily="49" charset="0"/>
              </a:rPr>
              <a:t>$@</a:t>
            </a:r>
          </a:p>
        </p:txBody>
      </p:sp>
    </p:spTree>
    <p:extLst>
      <p:ext uri="{BB962C8B-B14F-4D97-AF65-F5344CB8AC3E}">
        <p14:creationId xmlns:p14="http://schemas.microsoft.com/office/powerpoint/2010/main" val="199637809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2B8EB27-C815-A9F2-1BEA-F3B854B5D893}"/>
              </a:ext>
            </a:extLst>
          </p:cNvPr>
          <p:cNvSpPr>
            <a:spLocks noGrp="1"/>
          </p:cNvSpPr>
          <p:nvPr>
            <p:ph type="ctrTitle"/>
          </p:nvPr>
        </p:nvSpPr>
        <p:spPr/>
        <p:txBody>
          <a:bodyPr/>
          <a:lstStyle/>
          <a:p>
            <a:r>
              <a:rPr lang="en-GB" dirty="0"/>
              <a:t>Setting a block of array elements</a:t>
            </a:r>
          </a:p>
        </p:txBody>
      </p:sp>
      <p:sp>
        <p:nvSpPr>
          <p:cNvPr id="10243" name="Rectangle 3"/>
          <p:cNvSpPr>
            <a:spLocks noGrp="1" noChangeArrowheads="1"/>
          </p:cNvSpPr>
          <p:nvPr>
            <p:ph sz="quarter" idx="4"/>
          </p:nvPr>
        </p:nvSpPr>
        <p:spPr/>
        <p:txBody>
          <a:bodyPr/>
          <a:lstStyle/>
          <a:p>
            <a:r>
              <a:rPr lang="en-GB" sz="1800" dirty="0">
                <a:solidFill>
                  <a:schemeClr val="tx1"/>
                </a:solidFill>
              </a:rPr>
              <a:t>Assign from a list to assign a block </a:t>
            </a:r>
            <a:r>
              <a:rPr lang="en-GB" sz="1800" dirty="0"/>
              <a:t>of elements</a:t>
            </a:r>
          </a:p>
          <a:p>
            <a:pPr lvl="1"/>
            <a:r>
              <a:rPr lang="en-GB" sz="1800" dirty="0"/>
              <a:t>Elements are assigned starting at zero</a:t>
            </a:r>
          </a:p>
          <a:p>
            <a:pPr lvl="1"/>
            <a:r>
              <a:rPr lang="en-GB" sz="1800" dirty="0"/>
              <a:t>Index may be specified, otherwise elements are sequential</a:t>
            </a:r>
          </a:p>
        </p:txBody>
      </p:sp>
      <p:sp>
        <p:nvSpPr>
          <p:cNvPr id="2" name="Slide Number Placeholder 1">
            <a:extLst>
              <a:ext uri="{FF2B5EF4-FFF2-40B4-BE49-F238E27FC236}">
                <a16:creationId xmlns:a16="http://schemas.microsoft.com/office/drawing/2014/main" id="{4BDF9F66-994C-D373-C15C-289BB6D6B7D9}"/>
              </a:ext>
            </a:extLst>
          </p:cNvPr>
          <p:cNvSpPr>
            <a:spLocks noGrp="1"/>
          </p:cNvSpPr>
          <p:nvPr>
            <p:ph type="sldNum" sz="quarter" idx="12"/>
          </p:nvPr>
        </p:nvSpPr>
        <p:spPr>
          <a:prstGeom prst="rect">
            <a:avLst/>
          </a:prstGeom>
        </p:spPr>
        <p:txBody>
          <a:bodyPr/>
          <a:lstStyle/>
          <a:p>
            <a:fld id="{EF892D59-8F09-EF4B-AD6D-DA609442F868}" type="slidenum">
              <a:rPr lang="en-GB" smtClean="0"/>
              <a:pPr/>
              <a:t>23</a:t>
            </a:fld>
            <a:endParaRPr lang="en-GB" dirty="0"/>
          </a:p>
        </p:txBody>
      </p:sp>
      <p:sp>
        <p:nvSpPr>
          <p:cNvPr id="10244" name="Rectangle 4"/>
          <p:cNvSpPr>
            <a:spLocks noChangeArrowheads="1"/>
          </p:cNvSpPr>
          <p:nvPr/>
        </p:nvSpPr>
        <p:spPr bwMode="auto">
          <a:xfrm>
            <a:off x="726998" y="3678892"/>
            <a:ext cx="10122486" cy="902811"/>
          </a:xfrm>
          <a:prstGeom prst="rect">
            <a:avLst/>
          </a:prstGeom>
          <a:solidFill>
            <a:schemeClr val="tx1"/>
          </a:solidFill>
          <a:ln w="12700">
            <a:solidFill>
              <a:srgbClr val="000000"/>
            </a:solidFill>
            <a:miter lim="800000"/>
            <a:headEnd/>
            <a:tailEnd/>
          </a:ln>
          <a:effectLst>
            <a:outerShdw dist="107763" dir="2700000" algn="ctr" rotWithShape="0">
              <a:schemeClr val="bg2"/>
            </a:outerShdw>
          </a:effectLst>
        </p:spPr>
        <p:txBody>
          <a:bodyPr wrap="square" lIns="95250" tIns="50800" rIns="95250" bIns="50800">
            <a:spAutoFit/>
          </a:bodyPr>
          <a:lstStyle/>
          <a:p>
            <a:pPr defTabSz="687388" eaLnBrk="0" hangingPunct="0">
              <a:buClr>
                <a:srgbClr val="000066"/>
              </a:buClr>
              <a:buSzPct val="100000"/>
              <a:tabLst>
                <a:tab pos="531813" algn="l"/>
                <a:tab pos="6022975" algn="r"/>
              </a:tabLst>
              <a:defRPr/>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dirty="0">
                <a:solidFill>
                  <a:schemeClr val="bg1"/>
                </a:solidFill>
                <a:latin typeface="Hack" panose="020B0609030202020204" pitchFamily="49" charset="0"/>
                <a:ea typeface="Hack" panose="020B0609030202020204" pitchFamily="49" charset="0"/>
                <a:cs typeface="Hack" panose="020B0609030202020204" pitchFamily="49" charset="0"/>
              </a:rPr>
              <a:t>names=(Smirk Smock Zulu "Dr McCaw" Checkout)</a:t>
            </a:r>
          </a:p>
          <a:p>
            <a:pPr defTabSz="687388" eaLnBrk="0" hangingPunct="0">
              <a:buClr>
                <a:srgbClr val="000066"/>
              </a:buClr>
              <a:buSzPct val="100000"/>
              <a:tabLst>
                <a:tab pos="531813" algn="l"/>
                <a:tab pos="6022975" algn="r"/>
              </a:tabLst>
              <a:defRPr/>
            </a:pPr>
            <a:r>
              <a:rPr lang="en-GB"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b="1" dirty="0">
                <a:solidFill>
                  <a:schemeClr val="bg1"/>
                </a:solidFill>
                <a:latin typeface="Hack" panose="020B0609030202020204" pitchFamily="49" charset="0"/>
                <a:ea typeface="Hack" panose="020B0609030202020204" pitchFamily="49" charset="0"/>
                <a:cs typeface="Hack" panose="020B0609030202020204" pitchFamily="49" charset="0"/>
              </a:rPr>
              <a:t>echo ${names[3]}</a:t>
            </a:r>
          </a:p>
          <a:p>
            <a:pPr defTabSz="687388" eaLnBrk="0" hangingPunct="0">
              <a:buClr>
                <a:srgbClr val="000066"/>
              </a:buClr>
              <a:buSzPct val="100000"/>
              <a:tabLst>
                <a:tab pos="531813" algn="l"/>
                <a:tab pos="6022975" algn="r"/>
              </a:tabLst>
              <a:defRPr/>
            </a:pPr>
            <a:r>
              <a:rPr lang="en-GB" sz="1400" dirty="0">
                <a:solidFill>
                  <a:schemeClr val="bg1"/>
                </a:solidFill>
                <a:latin typeface="Hack" panose="020B0609030202020204" pitchFamily="49" charset="0"/>
                <a:ea typeface="Hack" panose="020B0609030202020204" pitchFamily="49" charset="0"/>
                <a:cs typeface="Hack" panose="020B0609030202020204" pitchFamily="49" charset="0"/>
              </a:rPr>
              <a:t>Dr McCaw</a:t>
            </a:r>
          </a:p>
        </p:txBody>
      </p:sp>
      <p:sp>
        <p:nvSpPr>
          <p:cNvPr id="10246" name="Text Box 6"/>
          <p:cNvSpPr txBox="1">
            <a:spLocks noChangeArrowheads="1"/>
          </p:cNvSpPr>
          <p:nvPr/>
        </p:nvSpPr>
        <p:spPr bwMode="auto">
          <a:xfrm>
            <a:off x="726998" y="4686569"/>
            <a:ext cx="10141243" cy="1395254"/>
          </a:xfrm>
          <a:prstGeom prst="rect">
            <a:avLst/>
          </a:prstGeom>
          <a:solidFill>
            <a:schemeClr val="tx1"/>
          </a:solidFill>
          <a:ln w="12700">
            <a:solidFill>
              <a:srgbClr val="000000"/>
            </a:solidFill>
            <a:miter lim="800000"/>
            <a:headEnd/>
            <a:tailEnd/>
          </a:ln>
          <a:effectLst>
            <a:outerShdw dist="107763" dir="2700000" algn="ctr" rotWithShape="0">
              <a:schemeClr val="bg2"/>
            </a:outerShdw>
          </a:effectLst>
        </p:spPr>
        <p:txBody>
          <a:bodyPr wrap="square" lIns="95250" tIns="50800" rIns="95250" bIns="50800">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defTabSz="687388" eaLnBrk="0" hangingPunct="0">
              <a:buClr>
                <a:srgbClr val="000066"/>
              </a:buClr>
              <a:buSzPct val="100000"/>
              <a:tabLst>
                <a:tab pos="531813" algn="l"/>
                <a:tab pos="6022975" algn="r"/>
              </a:tabLst>
              <a:defRPr/>
            </a:pPr>
            <a:r>
              <a:rPr lang="en-GB" sz="18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800" b="1" dirty="0">
                <a:solidFill>
                  <a:schemeClr val="bg1"/>
                </a:solidFill>
                <a:latin typeface="Hack" panose="020B0609030202020204" pitchFamily="49" charset="0"/>
                <a:ea typeface="Hack" panose="020B0609030202020204" pitchFamily="49" charset="0"/>
                <a:cs typeface="Hack" panose="020B0609030202020204" pitchFamily="49" charset="0"/>
              </a:rPr>
              <a:t>names=(Smirk Smock [3]=Scotch [5]=</a:t>
            </a:r>
            <a:r>
              <a:rPr lang="en-GB" sz="1800" b="1" dirty="0" err="1">
                <a:solidFill>
                  <a:schemeClr val="bg1"/>
                </a:solidFill>
                <a:latin typeface="Hack" panose="020B0609030202020204" pitchFamily="49" charset="0"/>
                <a:ea typeface="Hack" panose="020B0609030202020204" pitchFamily="49" charset="0"/>
                <a:cs typeface="Hack" panose="020B0609030202020204" pitchFamily="49" charset="0"/>
              </a:rPr>
              <a:t>Uhurta</a:t>
            </a:r>
            <a:r>
              <a:rPr lang="en-GB" sz="1800" b="1" dirty="0">
                <a:solidFill>
                  <a:schemeClr val="bg1"/>
                </a:solidFill>
                <a:latin typeface="Hack" panose="020B0609030202020204" pitchFamily="49" charset="0"/>
                <a:ea typeface="Hack" panose="020B0609030202020204" pitchFamily="49" charset="0"/>
                <a:cs typeface="Hack" panose="020B0609030202020204" pitchFamily="49" charset="0"/>
              </a:rPr>
              <a:t> Pikelet)</a:t>
            </a:r>
          </a:p>
          <a:p>
            <a:pPr defTabSz="687388" eaLnBrk="0" hangingPunct="0">
              <a:buClr>
                <a:srgbClr val="000066"/>
              </a:buClr>
              <a:buSzPct val="100000"/>
              <a:tabLst>
                <a:tab pos="531813" algn="l"/>
                <a:tab pos="6022975" algn="r"/>
              </a:tabLst>
              <a:defRPr/>
            </a:pPr>
            <a:r>
              <a:rPr lang="en-GB" sz="18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800" b="1" dirty="0">
                <a:solidFill>
                  <a:schemeClr val="bg1"/>
                </a:solidFill>
                <a:latin typeface="Hack" panose="020B0609030202020204" pitchFamily="49" charset="0"/>
                <a:ea typeface="Hack" panose="020B0609030202020204" pitchFamily="49" charset="0"/>
                <a:cs typeface="Hack" panose="020B0609030202020204" pitchFamily="49" charset="0"/>
              </a:rPr>
              <a:t>echo ${names[*]}</a:t>
            </a:r>
          </a:p>
          <a:p>
            <a:pPr defTabSz="687388" eaLnBrk="0" hangingPunct="0">
              <a:buClr>
                <a:srgbClr val="000066"/>
              </a:buClr>
              <a:buSzPct val="100000"/>
              <a:tabLst>
                <a:tab pos="531813" algn="l"/>
                <a:tab pos="6022975" algn="r"/>
              </a:tabLst>
              <a:defRPr/>
            </a:pPr>
            <a:r>
              <a:rPr lang="en-GB" sz="1400" dirty="0">
                <a:solidFill>
                  <a:schemeClr val="bg1"/>
                </a:solidFill>
                <a:latin typeface="Hack" panose="020B0609030202020204" pitchFamily="49" charset="0"/>
                <a:ea typeface="Hack" panose="020B0609030202020204" pitchFamily="49" charset="0"/>
                <a:cs typeface="Hack" panose="020B0609030202020204" pitchFamily="49" charset="0"/>
              </a:rPr>
              <a:t>Smirk Smock Scotch </a:t>
            </a:r>
            <a:r>
              <a:rPr lang="en-GB" sz="1400" dirty="0" err="1">
                <a:solidFill>
                  <a:schemeClr val="bg1"/>
                </a:solidFill>
                <a:latin typeface="Hack" panose="020B0609030202020204" pitchFamily="49" charset="0"/>
                <a:ea typeface="Hack" panose="020B0609030202020204" pitchFamily="49" charset="0"/>
                <a:cs typeface="Hack" panose="020B0609030202020204" pitchFamily="49" charset="0"/>
              </a:rPr>
              <a:t>Uhurta</a:t>
            </a:r>
            <a:r>
              <a:rPr lang="en-GB" sz="140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400" dirty="0" err="1">
                <a:solidFill>
                  <a:schemeClr val="bg1"/>
                </a:solidFill>
                <a:latin typeface="Hack" panose="020B0609030202020204" pitchFamily="49" charset="0"/>
                <a:ea typeface="Hack" panose="020B0609030202020204" pitchFamily="49" charset="0"/>
                <a:cs typeface="Hack" panose="020B0609030202020204" pitchFamily="49" charset="0"/>
              </a:rPr>
              <a:t>Pikelet</a:t>
            </a:r>
            <a:endParaRPr lang="en-GB" sz="1400" dirty="0">
              <a:solidFill>
                <a:schemeClr val="bg1"/>
              </a:solidFill>
              <a:latin typeface="Hack" panose="020B0609030202020204" pitchFamily="49" charset="0"/>
              <a:ea typeface="Hack" panose="020B0609030202020204" pitchFamily="49" charset="0"/>
              <a:cs typeface="Hack" panose="020B0609030202020204" pitchFamily="49" charset="0"/>
            </a:endParaRPr>
          </a:p>
          <a:p>
            <a:pPr defTabSz="687388" eaLnBrk="0" hangingPunct="0">
              <a:buClr>
                <a:srgbClr val="000066"/>
              </a:buClr>
              <a:buSzPct val="100000"/>
              <a:tabLst>
                <a:tab pos="531813" algn="l"/>
                <a:tab pos="6022975" algn="r"/>
              </a:tabLst>
              <a:defRPr/>
            </a:pPr>
            <a:r>
              <a:rPr lang="en-GB" sz="18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1800"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1800" b="1" dirty="0">
                <a:solidFill>
                  <a:schemeClr val="bg1"/>
                </a:solidFill>
                <a:latin typeface="Hack" panose="020B0609030202020204" pitchFamily="49" charset="0"/>
                <a:ea typeface="Hack" panose="020B0609030202020204" pitchFamily="49" charset="0"/>
                <a:cs typeface="Hack" panose="020B0609030202020204" pitchFamily="49" charset="0"/>
              </a:rPr>
              <a:t>echo ${names[6]}</a:t>
            </a:r>
          </a:p>
          <a:p>
            <a:pPr defTabSz="687388" eaLnBrk="0" hangingPunct="0">
              <a:buClr>
                <a:srgbClr val="000066"/>
              </a:buClr>
              <a:buSzPct val="100000"/>
              <a:tabLst>
                <a:tab pos="531813" algn="l"/>
                <a:tab pos="6022975" algn="r"/>
              </a:tabLst>
              <a:defRPr/>
            </a:pPr>
            <a:r>
              <a:rPr lang="en-GB" sz="1400" dirty="0" err="1">
                <a:solidFill>
                  <a:schemeClr val="bg1"/>
                </a:solidFill>
                <a:latin typeface="Hack" panose="020B0609030202020204" pitchFamily="49" charset="0"/>
                <a:ea typeface="Hack" panose="020B0609030202020204" pitchFamily="49" charset="0"/>
                <a:cs typeface="Hack" panose="020B0609030202020204" pitchFamily="49" charset="0"/>
              </a:rPr>
              <a:t>Pikelet</a:t>
            </a:r>
            <a:endParaRPr lang="en-GB" sz="14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7" name="Rounded Rectangle 6"/>
          <p:cNvSpPr/>
          <p:nvPr/>
        </p:nvSpPr>
        <p:spPr>
          <a:xfrm>
            <a:off x="726998" y="2807356"/>
            <a:ext cx="10109982" cy="670560"/>
          </a:xfrm>
          <a:prstGeom prst="round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algn="ctr">
              <a:lnSpc>
                <a:spcPct val="70000"/>
              </a:lnSpc>
              <a:spcBef>
                <a:spcPct val="75000"/>
              </a:spcBef>
              <a:spcAft>
                <a:spcPct val="10000"/>
              </a:spcAft>
              <a:buClr>
                <a:srgbClr val="FF0000"/>
              </a:buClr>
              <a:buFont typeface="Wingdings" pitchFamily="2" charset="2"/>
              <a:buNone/>
            </a:pPr>
            <a:r>
              <a:rPr lang="en-US" sz="2400" b="1" dirty="0">
                <a:solidFill>
                  <a:srgbClr val="0000C8"/>
                </a:solidFill>
              </a:rPr>
              <a:t>array=([[index1]=]value1 [[index2]=]value2 …)</a:t>
            </a:r>
          </a:p>
        </p:txBody>
      </p:sp>
    </p:spTree>
    <p:extLst>
      <p:ext uri="{BB962C8B-B14F-4D97-AF65-F5344CB8AC3E}">
        <p14:creationId xmlns:p14="http://schemas.microsoft.com/office/powerpoint/2010/main" val="129301151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5BE23D5-51AF-0C2C-B87D-8D152591A4DB}"/>
              </a:ext>
            </a:extLst>
          </p:cNvPr>
          <p:cNvSpPr>
            <a:spLocks noGrp="1"/>
          </p:cNvSpPr>
          <p:nvPr>
            <p:ph type="ctrTitle"/>
          </p:nvPr>
        </p:nvSpPr>
        <p:spPr/>
        <p:txBody>
          <a:bodyPr/>
          <a:lstStyle/>
          <a:p>
            <a:r>
              <a:rPr lang="en-GB" dirty="0"/>
              <a:t>Appending to an array</a:t>
            </a:r>
          </a:p>
        </p:txBody>
      </p:sp>
      <p:sp>
        <p:nvSpPr>
          <p:cNvPr id="11267" name="Rectangle 3"/>
          <p:cNvSpPr>
            <a:spLocks noGrp="1" noChangeArrowheads="1"/>
          </p:cNvSpPr>
          <p:nvPr>
            <p:ph sz="quarter" idx="4"/>
          </p:nvPr>
        </p:nvSpPr>
        <p:spPr/>
        <p:txBody>
          <a:bodyPr/>
          <a:lstStyle/>
          <a:p>
            <a:r>
              <a:rPr lang="en-GB" sz="1800" dirty="0">
                <a:solidFill>
                  <a:schemeClr val="tx1"/>
                </a:solidFill>
              </a:rPr>
              <a:t>Use the</a:t>
            </a:r>
            <a:r>
              <a:rPr lang="en-GB" sz="1800" b="1" dirty="0">
                <a:solidFill>
                  <a:schemeClr val="tx1"/>
                </a:solidFill>
              </a:rPr>
              <a:t> </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GB" sz="1800" b="1" dirty="0">
                <a:solidFill>
                  <a:srgbClr val="0000C8"/>
                </a:solidFill>
              </a:rPr>
              <a:t> </a:t>
            </a:r>
            <a:r>
              <a:rPr lang="en-GB" sz="1800" dirty="0">
                <a:solidFill>
                  <a:schemeClr val="tx1"/>
                </a:solidFill>
              </a:rPr>
              <a:t>compound assignment, to append a list to an array.</a:t>
            </a:r>
          </a:p>
          <a:p>
            <a:r>
              <a:rPr lang="en-GB" sz="1800" dirty="0">
                <a:solidFill>
                  <a:schemeClr val="tx1"/>
                </a:solidFill>
              </a:rPr>
              <a:t>Use the </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GB" sz="1800" dirty="0"/>
              <a:t> </a:t>
            </a:r>
            <a:r>
              <a:rPr lang="en-GB" sz="1800" dirty="0">
                <a:solidFill>
                  <a:schemeClr val="tx1"/>
                </a:solidFill>
              </a:rPr>
              <a:t>and specify an </a:t>
            </a:r>
            <a:r>
              <a:rPr lang="en-GB" sz="1800" b="1" dirty="0">
                <a:solidFill>
                  <a:schemeClr val="tx1"/>
                </a:solidFill>
              </a:rPr>
              <a:t>index</a:t>
            </a:r>
            <a:r>
              <a:rPr lang="en-GB" sz="1800" dirty="0">
                <a:solidFill>
                  <a:schemeClr val="tx1"/>
                </a:solidFill>
              </a:rPr>
              <a:t> to add to the </a:t>
            </a:r>
            <a:r>
              <a:rPr lang="en-GB" sz="1800" b="1" dirty="0">
                <a:solidFill>
                  <a:schemeClr val="tx1"/>
                </a:solidFill>
              </a:rPr>
              <a:t>element</a:t>
            </a:r>
            <a:r>
              <a:rPr lang="en-GB" sz="1800" dirty="0">
                <a:solidFill>
                  <a:schemeClr val="tx1"/>
                </a:solidFill>
              </a:rPr>
              <a:t>.</a:t>
            </a:r>
          </a:p>
          <a:p>
            <a:pPr lvl="1"/>
            <a:endParaRPr lang="en-GB" i="1" dirty="0"/>
          </a:p>
        </p:txBody>
      </p:sp>
      <p:sp>
        <p:nvSpPr>
          <p:cNvPr id="2" name="Slide Number Placeholder 1">
            <a:extLst>
              <a:ext uri="{FF2B5EF4-FFF2-40B4-BE49-F238E27FC236}">
                <a16:creationId xmlns:a16="http://schemas.microsoft.com/office/drawing/2014/main" id="{48B30E55-4BAF-69C1-33AB-F62973DB985F}"/>
              </a:ext>
            </a:extLst>
          </p:cNvPr>
          <p:cNvSpPr>
            <a:spLocks noGrp="1"/>
          </p:cNvSpPr>
          <p:nvPr>
            <p:ph type="sldNum" sz="quarter" idx="12"/>
          </p:nvPr>
        </p:nvSpPr>
        <p:spPr>
          <a:prstGeom prst="rect">
            <a:avLst/>
          </a:prstGeom>
        </p:spPr>
        <p:txBody>
          <a:bodyPr/>
          <a:lstStyle/>
          <a:p>
            <a:fld id="{EF892D59-8F09-EF4B-AD6D-DA609442F868}" type="slidenum">
              <a:rPr lang="en-GB" smtClean="0"/>
              <a:pPr/>
              <a:t>24</a:t>
            </a:fld>
            <a:endParaRPr lang="en-GB" dirty="0"/>
          </a:p>
        </p:txBody>
      </p:sp>
      <p:sp>
        <p:nvSpPr>
          <p:cNvPr id="11268" name="Text Box 4"/>
          <p:cNvSpPr txBox="1">
            <a:spLocks noChangeArrowheads="1"/>
          </p:cNvSpPr>
          <p:nvPr/>
        </p:nvSpPr>
        <p:spPr bwMode="auto">
          <a:xfrm>
            <a:off x="872017" y="5158806"/>
            <a:ext cx="10373732" cy="1149033"/>
          </a:xfrm>
          <a:prstGeom prst="rect">
            <a:avLst/>
          </a:prstGeom>
          <a:solidFill>
            <a:schemeClr val="tx1"/>
          </a:solidFill>
          <a:ln w="12700">
            <a:solidFill>
              <a:srgbClr val="000000"/>
            </a:solidFill>
            <a:miter lim="800000"/>
            <a:headEnd/>
            <a:tailEnd/>
          </a:ln>
          <a:effectLst>
            <a:outerShdw dist="107763" dir="2700000" algn="ctr" rotWithShape="0">
              <a:schemeClr val="bg2"/>
            </a:outerShdw>
          </a:effectLst>
        </p:spPr>
        <p:txBody>
          <a:bodyPr wrap="square" lIns="95250" tIns="50800" rIns="95250" bIns="50800">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defTabSz="687388" eaLnBrk="0" hangingPunct="0">
              <a:buClr>
                <a:srgbClr val="000066"/>
              </a:buClr>
              <a:buSzPct val="100000"/>
              <a:tabLst>
                <a:tab pos="531813" algn="l"/>
                <a:tab pos="6022975" algn="r"/>
              </a:tabLst>
              <a:defRPr/>
            </a:pPr>
            <a:r>
              <a:rPr lang="en-GB" sz="20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2000"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2000" b="1" dirty="0" err="1">
                <a:solidFill>
                  <a:schemeClr val="bg1"/>
                </a:solidFill>
                <a:latin typeface="Hack" panose="020B0609030202020204" pitchFamily="49" charset="0"/>
                <a:ea typeface="Hack" panose="020B0609030202020204" pitchFamily="49" charset="0"/>
                <a:cs typeface="Hack" panose="020B0609030202020204" pitchFamily="49" charset="0"/>
              </a:rPr>
              <a:t>append.bash</a:t>
            </a:r>
            <a:endParaRPr lang="en-GB" sz="2000" b="1" dirty="0">
              <a:solidFill>
                <a:schemeClr val="bg1"/>
              </a:solidFill>
              <a:latin typeface="Hack" panose="020B0609030202020204" pitchFamily="49" charset="0"/>
              <a:ea typeface="Hack" panose="020B0609030202020204" pitchFamily="49" charset="0"/>
              <a:cs typeface="Hack" panose="020B0609030202020204" pitchFamily="49" charset="0"/>
            </a:endParaRPr>
          </a:p>
          <a:p>
            <a:pPr defTabSz="687388" eaLnBrk="0" hangingPunct="0">
              <a:buClr>
                <a:srgbClr val="000066"/>
              </a:buClr>
              <a:buSzPct val="100000"/>
              <a:tabLst>
                <a:tab pos="531813" algn="l"/>
                <a:tab pos="6022975" algn="r"/>
              </a:tabLst>
              <a:defRPr/>
            </a:pPr>
            <a:r>
              <a:rPr lang="en-GB" sz="1600" dirty="0">
                <a:solidFill>
                  <a:schemeClr val="bg1"/>
                </a:solidFill>
                <a:latin typeface="Hack" panose="020B0609030202020204" pitchFamily="49" charset="0"/>
                <a:ea typeface="Hack" panose="020B0609030202020204" pitchFamily="49" charset="0"/>
                <a:cs typeface="Hack" panose="020B0609030202020204" pitchFamily="49" charset="0"/>
              </a:rPr>
              <a:t>1234 7878 1209 3342 6734 3963 5081</a:t>
            </a:r>
          </a:p>
          <a:p>
            <a:pPr defTabSz="687388" eaLnBrk="0" hangingPunct="0">
              <a:buClr>
                <a:srgbClr val="000066"/>
              </a:buClr>
              <a:buSzPct val="100000"/>
              <a:tabLst>
                <a:tab pos="531813" algn="l"/>
                <a:tab pos="6022975" algn="r"/>
              </a:tabLst>
              <a:defRPr/>
            </a:pPr>
            <a:r>
              <a:rPr lang="en-GB" sz="1600" dirty="0">
                <a:solidFill>
                  <a:schemeClr val="bg1"/>
                </a:solidFill>
                <a:latin typeface="Hack" panose="020B0609030202020204" pitchFamily="49" charset="0"/>
                <a:ea typeface="Hack" panose="020B0609030202020204" pitchFamily="49" charset="0"/>
                <a:cs typeface="Hack" panose="020B0609030202020204" pitchFamily="49" charset="0"/>
              </a:rPr>
              <a:t>8989</a:t>
            </a:r>
          </a:p>
          <a:p>
            <a:pPr defTabSz="687388" eaLnBrk="0" hangingPunct="0">
              <a:buClr>
                <a:srgbClr val="000066"/>
              </a:buClr>
              <a:buSzPct val="100000"/>
              <a:tabLst>
                <a:tab pos="531813" algn="l"/>
                <a:tab pos="6022975" algn="r"/>
              </a:tabLst>
              <a:defRPr/>
            </a:pPr>
            <a:r>
              <a:rPr lang="en-GB" sz="1600" dirty="0">
                <a:solidFill>
                  <a:schemeClr val="bg1"/>
                </a:solidFill>
                <a:latin typeface="Hack" panose="020B0609030202020204" pitchFamily="49" charset="0"/>
                <a:ea typeface="Hack" panose="020B0609030202020204" pitchFamily="49" charset="0"/>
                <a:cs typeface="Hack" panose="020B0609030202020204" pitchFamily="49" charset="0"/>
              </a:rPr>
              <a:t>3431</a:t>
            </a:r>
          </a:p>
        </p:txBody>
      </p:sp>
      <p:sp>
        <p:nvSpPr>
          <p:cNvPr id="11271" name="Text Box 5"/>
          <p:cNvSpPr txBox="1">
            <a:spLocks noChangeArrowheads="1"/>
          </p:cNvSpPr>
          <p:nvPr/>
        </p:nvSpPr>
        <p:spPr bwMode="auto">
          <a:xfrm>
            <a:off x="872017" y="2770066"/>
            <a:ext cx="10358032" cy="2257976"/>
          </a:xfrm>
          <a:prstGeom prst="rect">
            <a:avLst/>
          </a:prstGeom>
          <a:solidFill>
            <a:schemeClr val="accent5">
              <a:lumMod val="75000"/>
            </a:schemeClr>
          </a:solidFill>
          <a:ln w="12700">
            <a:solidFill>
              <a:srgbClr val="000000"/>
            </a:solidFill>
            <a:miter lim="800000"/>
            <a:headEnd/>
            <a:tailEnd/>
          </a:ln>
          <a:effectLst>
            <a:outerShdw blurRad="127000" dir="3660000" sx="101000" sy="101000" algn="tl" rotWithShape="0">
              <a:schemeClr val="bg2">
                <a:lumMod val="50000"/>
                <a:alpha val="65000"/>
              </a:schemeClr>
            </a:outerShdw>
          </a:effectLst>
        </p:spPr>
        <p:txBody>
          <a:bodyPr wrap="square" lIns="95250" tIns="72000" rIns="95250" bIns="36000">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defTabSz="720725" eaLnBrk="0" hangingPunct="0">
              <a:lnSpc>
                <a:spcPct val="110000"/>
              </a:lnSpc>
              <a:buClr>
                <a:srgbClr val="000066"/>
              </a:buClr>
              <a:buSzPct val="100000"/>
              <a:tabLst>
                <a:tab pos="571500" algn="l"/>
                <a:tab pos="1855788" algn="l"/>
              </a:tabLst>
              <a:defRPr/>
            </a:pPr>
            <a:r>
              <a:rPr lang="en-GB" sz="1600" dirty="0">
                <a:latin typeface="Hack" panose="020B0609030202020204" pitchFamily="49" charset="0"/>
                <a:ea typeface="Hack" panose="020B0609030202020204" pitchFamily="49" charset="0"/>
                <a:cs typeface="Hack" panose="020B0609030202020204" pitchFamily="49" charset="0"/>
              </a:rPr>
              <a:t>#!/bin/bash</a:t>
            </a:r>
          </a:p>
          <a:p>
            <a:pPr defTabSz="720725" eaLnBrk="0" hangingPunct="0">
              <a:lnSpc>
                <a:spcPct val="110000"/>
              </a:lnSpc>
              <a:buClr>
                <a:srgbClr val="000066"/>
              </a:buClr>
              <a:buSzPct val="100000"/>
              <a:tabLst>
                <a:tab pos="571500" algn="l"/>
                <a:tab pos="1855788" algn="l"/>
              </a:tabLst>
              <a:defRPr/>
            </a:pPr>
            <a:r>
              <a:rPr lang="es-ES" sz="1600" dirty="0">
                <a:latin typeface="Hack" panose="020B0609030202020204" pitchFamily="49" charset="0"/>
                <a:ea typeface="Hack" panose="020B0609030202020204" pitchFamily="49" charset="0"/>
                <a:cs typeface="Hack" panose="020B0609030202020204" pitchFamily="49" charset="0"/>
              </a:rPr>
              <a:t>declare -</a:t>
            </a:r>
            <a:r>
              <a:rPr lang="es-ES" sz="1600" dirty="0" err="1">
                <a:latin typeface="Hack" panose="020B0609030202020204" pitchFamily="49" charset="0"/>
                <a:ea typeface="Hack" panose="020B0609030202020204" pitchFamily="49" charset="0"/>
                <a:cs typeface="Hack" panose="020B0609030202020204" pitchFamily="49" charset="0"/>
              </a:rPr>
              <a:t>ai</a:t>
            </a:r>
            <a:r>
              <a:rPr lang="es-ES" sz="1600" dirty="0">
                <a:latin typeface="Hack" panose="020B0609030202020204" pitchFamily="49" charset="0"/>
                <a:ea typeface="Hack" panose="020B0609030202020204" pitchFamily="49" charset="0"/>
                <a:cs typeface="Hack" panose="020B0609030202020204" pitchFamily="49" charset="0"/>
              </a:rPr>
              <a:t> </a:t>
            </a:r>
            <a:r>
              <a:rPr lang="es-ES" sz="1600" dirty="0" err="1">
                <a:latin typeface="Hack" panose="020B0609030202020204" pitchFamily="49" charset="0"/>
                <a:ea typeface="Hack" panose="020B0609030202020204" pitchFamily="49" charset="0"/>
                <a:cs typeface="Hack" panose="020B0609030202020204" pitchFamily="49" charset="0"/>
              </a:rPr>
              <a:t>inodes</a:t>
            </a:r>
            <a:endParaRPr lang="es-ES" sz="1600" dirty="0">
              <a:latin typeface="Hack" panose="020B0609030202020204" pitchFamily="49" charset="0"/>
              <a:ea typeface="Hack" panose="020B0609030202020204" pitchFamily="49" charset="0"/>
              <a:cs typeface="Hack" panose="020B0609030202020204" pitchFamily="49" charset="0"/>
            </a:endParaRPr>
          </a:p>
          <a:p>
            <a:pPr defTabSz="720725" eaLnBrk="0" hangingPunct="0">
              <a:lnSpc>
                <a:spcPct val="110000"/>
              </a:lnSpc>
              <a:buClr>
                <a:srgbClr val="000066"/>
              </a:buClr>
              <a:buSzPct val="100000"/>
              <a:tabLst>
                <a:tab pos="571500" algn="l"/>
                <a:tab pos="1855788" algn="l"/>
              </a:tabLst>
              <a:defRPr/>
            </a:pPr>
            <a:r>
              <a:rPr lang="es-ES" sz="1600" dirty="0" err="1">
                <a:latin typeface="Hack" panose="020B0609030202020204" pitchFamily="49" charset="0"/>
                <a:ea typeface="Hack" panose="020B0609030202020204" pitchFamily="49" charset="0"/>
                <a:cs typeface="Hack" panose="020B0609030202020204" pitchFamily="49" charset="0"/>
              </a:rPr>
              <a:t>inodes</a:t>
            </a:r>
            <a:r>
              <a:rPr lang="es-ES" sz="1600" dirty="0">
                <a:latin typeface="Hack" panose="020B0609030202020204" pitchFamily="49" charset="0"/>
                <a:ea typeface="Hack" panose="020B0609030202020204" pitchFamily="49" charset="0"/>
                <a:cs typeface="Hack" panose="020B0609030202020204" pitchFamily="49" charset="0"/>
              </a:rPr>
              <a:t>=(1234 7878 1209 3342 6734)</a:t>
            </a:r>
          </a:p>
          <a:p>
            <a:pPr defTabSz="720725" eaLnBrk="0" hangingPunct="0">
              <a:lnSpc>
                <a:spcPct val="110000"/>
              </a:lnSpc>
              <a:buClr>
                <a:srgbClr val="000066"/>
              </a:buClr>
              <a:buSzPct val="100000"/>
              <a:tabLst>
                <a:tab pos="571500" algn="l"/>
                <a:tab pos="1855788" algn="l"/>
              </a:tabLst>
              <a:defRPr/>
            </a:pPr>
            <a:r>
              <a:rPr lang="es-ES" sz="1600" dirty="0" err="1">
                <a:latin typeface="Hack" panose="020B0609030202020204" pitchFamily="49" charset="0"/>
                <a:ea typeface="Hack" panose="020B0609030202020204" pitchFamily="49" charset="0"/>
                <a:cs typeface="Hack" panose="020B0609030202020204" pitchFamily="49" charset="0"/>
              </a:rPr>
              <a:t>inodes</a:t>
            </a:r>
            <a:r>
              <a:rPr lang="es-ES" sz="1600" dirty="0">
                <a:latin typeface="Hack" panose="020B0609030202020204" pitchFamily="49" charset="0"/>
                <a:ea typeface="Hack" panose="020B0609030202020204" pitchFamily="49" charset="0"/>
                <a:cs typeface="Hack" panose="020B0609030202020204" pitchFamily="49" charset="0"/>
              </a:rPr>
              <a:t>+=(3963 5081)</a:t>
            </a:r>
          </a:p>
          <a:p>
            <a:pPr defTabSz="720725" eaLnBrk="0" hangingPunct="0">
              <a:lnSpc>
                <a:spcPct val="110000"/>
              </a:lnSpc>
              <a:buClr>
                <a:srgbClr val="000066"/>
              </a:buClr>
              <a:buSzPct val="100000"/>
              <a:tabLst>
                <a:tab pos="571500" algn="l"/>
                <a:tab pos="1855788" algn="l"/>
              </a:tabLst>
              <a:defRPr/>
            </a:pPr>
            <a:r>
              <a:rPr lang="es-ES" sz="1600" dirty="0">
                <a:latin typeface="Hack" panose="020B0609030202020204" pitchFamily="49" charset="0"/>
                <a:ea typeface="Hack" panose="020B0609030202020204" pitchFamily="49" charset="0"/>
                <a:cs typeface="Hack" panose="020B0609030202020204" pitchFamily="49" charset="0"/>
              </a:rPr>
              <a:t>echo "${</a:t>
            </a:r>
            <a:r>
              <a:rPr lang="es-ES" sz="1600" dirty="0" err="1">
                <a:latin typeface="Hack" panose="020B0609030202020204" pitchFamily="49" charset="0"/>
                <a:ea typeface="Hack" panose="020B0609030202020204" pitchFamily="49" charset="0"/>
                <a:cs typeface="Hack" panose="020B0609030202020204" pitchFamily="49" charset="0"/>
              </a:rPr>
              <a:t>inodes</a:t>
            </a:r>
            <a:r>
              <a:rPr lang="es-ES" sz="1600" dirty="0">
                <a:latin typeface="Hack" panose="020B0609030202020204" pitchFamily="49" charset="0"/>
                <a:ea typeface="Hack" panose="020B0609030202020204" pitchFamily="49" charset="0"/>
                <a:cs typeface="Hack" panose="020B0609030202020204" pitchFamily="49" charset="0"/>
              </a:rPr>
              <a:t>[@]}"</a:t>
            </a:r>
          </a:p>
          <a:p>
            <a:pPr defTabSz="720725" eaLnBrk="0" hangingPunct="0">
              <a:lnSpc>
                <a:spcPct val="110000"/>
              </a:lnSpc>
              <a:buClr>
                <a:srgbClr val="000066"/>
              </a:buClr>
              <a:buSzPct val="100000"/>
              <a:tabLst>
                <a:tab pos="571500" algn="l"/>
                <a:tab pos="1855788" algn="l"/>
              </a:tabLst>
              <a:defRPr/>
            </a:pPr>
            <a:r>
              <a:rPr lang="es-ES" sz="1600" dirty="0" err="1">
                <a:latin typeface="Hack" panose="020B0609030202020204" pitchFamily="49" charset="0"/>
                <a:ea typeface="Hack" panose="020B0609030202020204" pitchFamily="49" charset="0"/>
                <a:cs typeface="Hack" panose="020B0609030202020204" pitchFamily="49" charset="0"/>
              </a:rPr>
              <a:t>inodes</a:t>
            </a:r>
            <a:r>
              <a:rPr lang="es-ES" sz="1600" dirty="0">
                <a:latin typeface="Hack" panose="020B0609030202020204" pitchFamily="49" charset="0"/>
                <a:ea typeface="Hack" panose="020B0609030202020204" pitchFamily="49" charset="0"/>
                <a:cs typeface="Hack" panose="020B0609030202020204" pitchFamily="49" charset="0"/>
              </a:rPr>
              <a:t>+=([1]=1111 2222)</a:t>
            </a:r>
          </a:p>
          <a:p>
            <a:pPr defTabSz="720725" eaLnBrk="0" hangingPunct="0">
              <a:lnSpc>
                <a:spcPct val="110000"/>
              </a:lnSpc>
              <a:buClr>
                <a:srgbClr val="000066"/>
              </a:buClr>
              <a:buSzPct val="100000"/>
              <a:tabLst>
                <a:tab pos="571500" algn="l"/>
                <a:tab pos="1855788" algn="l"/>
              </a:tabLst>
              <a:defRPr/>
            </a:pPr>
            <a:r>
              <a:rPr lang="es-ES" sz="1600" dirty="0">
                <a:latin typeface="Hack" panose="020B0609030202020204" pitchFamily="49" charset="0"/>
                <a:ea typeface="Hack" panose="020B0609030202020204" pitchFamily="49" charset="0"/>
                <a:cs typeface="Hack" panose="020B0609030202020204" pitchFamily="49" charset="0"/>
              </a:rPr>
              <a:t>echo ${</a:t>
            </a:r>
            <a:r>
              <a:rPr lang="es-ES" sz="1600" dirty="0" err="1">
                <a:latin typeface="Hack" panose="020B0609030202020204" pitchFamily="49" charset="0"/>
                <a:ea typeface="Hack" panose="020B0609030202020204" pitchFamily="49" charset="0"/>
                <a:cs typeface="Hack" panose="020B0609030202020204" pitchFamily="49" charset="0"/>
              </a:rPr>
              <a:t>inodes</a:t>
            </a:r>
            <a:r>
              <a:rPr lang="es-ES" sz="1600" dirty="0">
                <a:latin typeface="Hack" panose="020B0609030202020204" pitchFamily="49" charset="0"/>
                <a:ea typeface="Hack" panose="020B0609030202020204" pitchFamily="49" charset="0"/>
                <a:cs typeface="Hack" panose="020B0609030202020204" pitchFamily="49" charset="0"/>
              </a:rPr>
              <a:t>[1]}</a:t>
            </a:r>
          </a:p>
          <a:p>
            <a:pPr defTabSz="720725" eaLnBrk="0" hangingPunct="0">
              <a:lnSpc>
                <a:spcPct val="110000"/>
              </a:lnSpc>
              <a:buClr>
                <a:srgbClr val="000066"/>
              </a:buClr>
              <a:buSzPct val="100000"/>
              <a:tabLst>
                <a:tab pos="571500" algn="l"/>
                <a:tab pos="1855788" algn="l"/>
              </a:tabLst>
              <a:defRPr/>
            </a:pPr>
            <a:r>
              <a:rPr lang="es-ES" sz="1600" dirty="0">
                <a:latin typeface="Hack" panose="020B0609030202020204" pitchFamily="49" charset="0"/>
                <a:ea typeface="Hack" panose="020B0609030202020204" pitchFamily="49" charset="0"/>
                <a:cs typeface="Hack" panose="020B0609030202020204" pitchFamily="49" charset="0"/>
              </a:rPr>
              <a:t>echo ${</a:t>
            </a:r>
            <a:r>
              <a:rPr lang="es-ES" sz="1600" dirty="0" err="1">
                <a:latin typeface="Hack" panose="020B0609030202020204" pitchFamily="49" charset="0"/>
                <a:ea typeface="Hack" panose="020B0609030202020204" pitchFamily="49" charset="0"/>
                <a:cs typeface="Hack" panose="020B0609030202020204" pitchFamily="49" charset="0"/>
              </a:rPr>
              <a:t>inodes</a:t>
            </a:r>
            <a:r>
              <a:rPr lang="es-ES" sz="1600" dirty="0">
                <a:latin typeface="Hack" panose="020B0609030202020204" pitchFamily="49" charset="0"/>
                <a:ea typeface="Hack" panose="020B0609030202020204" pitchFamily="49" charset="0"/>
                <a:cs typeface="Hack" panose="020B0609030202020204" pitchFamily="49" charset="0"/>
              </a:rPr>
              <a:t>[2]}</a:t>
            </a:r>
          </a:p>
        </p:txBody>
      </p:sp>
      <p:sp>
        <p:nvSpPr>
          <p:cNvPr id="11274" name="Line 9"/>
          <p:cNvSpPr>
            <a:spLocks noChangeShapeType="1"/>
          </p:cNvSpPr>
          <p:nvPr/>
        </p:nvSpPr>
        <p:spPr bwMode="auto">
          <a:xfrm flipH="1" flipV="1">
            <a:off x="3741824" y="3531735"/>
            <a:ext cx="1982700" cy="2039"/>
          </a:xfrm>
          <a:prstGeom prst="line">
            <a:avLst/>
          </a:prstGeom>
          <a:gradFill rotWithShape="1">
            <a:gsLst>
              <a:gs pos="0">
                <a:srgbClr val="FFFFFF"/>
              </a:gs>
              <a:gs pos="100000">
                <a:srgbClr val="EEEFD7"/>
              </a:gs>
            </a:gsLst>
            <a:path path="shape">
              <a:fillToRect l="50000" t="50000" r="50000" b="50000"/>
            </a:path>
          </a:gradFill>
          <a:ln w="19050" algn="ctr">
            <a:solidFill>
              <a:schemeClr val="accent3">
                <a:lumMod val="75000"/>
              </a:schemeClr>
            </a:solidFill>
            <a:miter lim="800000"/>
            <a:headEn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ctr" defTabSz="687388" eaLnBrk="0" hangingPunct="0">
              <a:lnSpc>
                <a:spcPct val="70000"/>
              </a:lnSpc>
              <a:spcBef>
                <a:spcPct val="75000"/>
              </a:spcBef>
              <a:spcAft>
                <a:spcPct val="10000"/>
              </a:spcAft>
              <a:buClr>
                <a:srgbClr val="FF0000"/>
              </a:buClr>
              <a:buSzPct val="100000"/>
              <a:tabLst>
                <a:tab pos="531813" algn="l"/>
                <a:tab pos="6022975" algn="r"/>
              </a:tabLst>
              <a:defRPr/>
            </a:pPr>
            <a:endParaRPr lang="en-GB" sz="1800" b="1">
              <a:solidFill>
                <a:srgbClr val="0000C8"/>
              </a:solidFill>
              <a:latin typeface="Verdana" pitchFamily="34" charset="0"/>
              <a:ea typeface="Verdana" pitchFamily="34" charset="0"/>
              <a:cs typeface="Verdana" pitchFamily="34" charset="0"/>
            </a:endParaRPr>
          </a:p>
        </p:txBody>
      </p:sp>
      <p:sp>
        <p:nvSpPr>
          <p:cNvPr id="11270" name="Text Box 6"/>
          <p:cNvSpPr txBox="1">
            <a:spLocks noChangeArrowheads="1"/>
          </p:cNvSpPr>
          <p:nvPr/>
        </p:nvSpPr>
        <p:spPr bwMode="auto">
          <a:xfrm>
            <a:off x="9031291" y="2519728"/>
            <a:ext cx="2214458" cy="498905"/>
          </a:xfrm>
          <a:prstGeom prst="rect">
            <a:avLst/>
          </a:prstGeom>
          <a:gradFill>
            <a:gsLst>
              <a:gs pos="0">
                <a:srgbClr val="FFEFD1"/>
              </a:gs>
              <a:gs pos="64999">
                <a:srgbClr val="F0EBD5"/>
              </a:gs>
              <a:gs pos="100000">
                <a:srgbClr val="D1C39F"/>
              </a:gs>
            </a:gsLst>
            <a:lin ang="4200000" scaled="0"/>
          </a:gradFill>
          <a:ln w="12700">
            <a:solidFill>
              <a:srgbClr val="000000"/>
            </a:solidFill>
            <a:miter lim="800000"/>
            <a:headEnd/>
            <a:tailEnd/>
          </a:ln>
          <a:effectLst>
            <a:outerShdw blurRad="127000" dir="3660000" sx="101000" sy="101000" algn="tl" rotWithShape="0">
              <a:schemeClr val="bg2">
                <a:lumMod val="50000"/>
                <a:alpha val="65000"/>
              </a:schemeClr>
            </a:outerShdw>
          </a:effectLst>
        </p:spPr>
        <p:txBody>
          <a:bodyPr wrap="square" lIns="95250" tIns="108000" rIns="95250" bIns="50800">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indent="168275" defTabSz="720725" eaLnBrk="0" hangingPunct="0">
              <a:lnSpc>
                <a:spcPct val="110000"/>
              </a:lnSpc>
              <a:buClr>
                <a:srgbClr val="FF0000"/>
              </a:buClr>
              <a:buSzPct val="100000"/>
              <a:tabLst>
                <a:tab pos="571500" algn="l"/>
                <a:tab pos="1855788" algn="l"/>
              </a:tabLst>
              <a:defRPr/>
            </a:pPr>
            <a:r>
              <a:rPr lang="en-GB" sz="2000" i="1" dirty="0" err="1">
                <a:latin typeface="Segoe UI" charset="0"/>
              </a:rPr>
              <a:t>append.bash</a:t>
            </a:r>
            <a:endParaRPr lang="en-GB" sz="2000" i="1" dirty="0">
              <a:latin typeface="Segoe UI" charset="0"/>
            </a:endParaRPr>
          </a:p>
        </p:txBody>
      </p:sp>
      <p:sp>
        <p:nvSpPr>
          <p:cNvPr id="15" name="Rounded Rectangle 14"/>
          <p:cNvSpPr/>
          <p:nvPr/>
        </p:nvSpPr>
        <p:spPr>
          <a:xfrm>
            <a:off x="5743575" y="3308504"/>
            <a:ext cx="3448050" cy="396721"/>
          </a:xfrm>
          <a:prstGeom prst="roundRect">
            <a:avLst>
              <a:gd name="adj" fmla="val 19650"/>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algn="ctr">
              <a:spcBef>
                <a:spcPct val="75000"/>
              </a:spcBef>
              <a:spcAft>
                <a:spcPct val="10000"/>
              </a:spcAft>
              <a:buClr>
                <a:srgbClr val="FF0000"/>
              </a:buClr>
              <a:buFont typeface="Wingdings" pitchFamily="2" charset="2"/>
              <a:buNone/>
            </a:pPr>
            <a:r>
              <a:rPr lang="en-GB" sz="1800" i="1" dirty="0"/>
              <a:t>append to array</a:t>
            </a:r>
            <a:endParaRPr lang="en-GB" sz="1800" b="1" i="1" dirty="0">
              <a:solidFill>
                <a:srgbClr val="0000C8"/>
              </a:solidFill>
              <a:latin typeface="Verdana" pitchFamily="34" charset="0"/>
              <a:ea typeface="Verdana" pitchFamily="34" charset="0"/>
              <a:cs typeface="Verdana" pitchFamily="34" charset="0"/>
            </a:endParaRPr>
          </a:p>
        </p:txBody>
      </p:sp>
      <p:sp>
        <p:nvSpPr>
          <p:cNvPr id="17" name="Line 9"/>
          <p:cNvSpPr>
            <a:spLocks noChangeShapeType="1"/>
          </p:cNvSpPr>
          <p:nvPr/>
        </p:nvSpPr>
        <p:spPr bwMode="auto">
          <a:xfrm flipH="1" flipV="1">
            <a:off x="4218074" y="4103235"/>
            <a:ext cx="1982700" cy="2039"/>
          </a:xfrm>
          <a:prstGeom prst="line">
            <a:avLst/>
          </a:prstGeom>
          <a:gradFill rotWithShape="1">
            <a:gsLst>
              <a:gs pos="0">
                <a:srgbClr val="FFFFFF"/>
              </a:gs>
              <a:gs pos="100000">
                <a:srgbClr val="EEEFD7"/>
              </a:gs>
            </a:gsLst>
            <a:path path="shape">
              <a:fillToRect l="50000" t="50000" r="50000" b="50000"/>
            </a:path>
          </a:gradFill>
          <a:ln w="19050" algn="ctr">
            <a:solidFill>
              <a:schemeClr val="accent3">
                <a:lumMod val="75000"/>
              </a:schemeClr>
            </a:solidFill>
            <a:miter lim="800000"/>
            <a:headEn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tlCol="0" anchor="ctr"/>
          <a:lstStyle/>
          <a:p>
            <a:pPr algn="ctr" defTabSz="687388" eaLnBrk="0" hangingPunct="0">
              <a:lnSpc>
                <a:spcPct val="70000"/>
              </a:lnSpc>
              <a:spcBef>
                <a:spcPct val="75000"/>
              </a:spcBef>
              <a:spcAft>
                <a:spcPct val="10000"/>
              </a:spcAft>
              <a:buClr>
                <a:srgbClr val="FF0000"/>
              </a:buClr>
              <a:buSzPct val="100000"/>
              <a:tabLst>
                <a:tab pos="531813" algn="l"/>
                <a:tab pos="6022975" algn="r"/>
              </a:tabLst>
              <a:defRPr/>
            </a:pPr>
            <a:endParaRPr lang="en-GB" sz="1800" b="1">
              <a:solidFill>
                <a:srgbClr val="0000C8"/>
              </a:solidFill>
              <a:latin typeface="Verdana" pitchFamily="34" charset="0"/>
              <a:ea typeface="Verdana" pitchFamily="34" charset="0"/>
              <a:cs typeface="Verdana" pitchFamily="34" charset="0"/>
            </a:endParaRPr>
          </a:p>
        </p:txBody>
      </p:sp>
      <p:sp>
        <p:nvSpPr>
          <p:cNvPr id="16" name="Rounded Rectangle 15"/>
          <p:cNvSpPr/>
          <p:nvPr/>
        </p:nvSpPr>
        <p:spPr>
          <a:xfrm>
            <a:off x="5743575" y="3899054"/>
            <a:ext cx="3448050" cy="396721"/>
          </a:xfrm>
          <a:prstGeom prst="roundRect">
            <a:avLst>
              <a:gd name="adj" fmla="val 19650"/>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algn="ctr">
              <a:spcBef>
                <a:spcPct val="75000"/>
              </a:spcBef>
              <a:spcAft>
                <a:spcPct val="10000"/>
              </a:spcAft>
              <a:buClr>
                <a:srgbClr val="FF0000"/>
              </a:buClr>
              <a:buFont typeface="Wingdings" pitchFamily="2" charset="2"/>
              <a:buNone/>
            </a:pPr>
            <a:r>
              <a:rPr lang="en-GB" sz="1800" i="1" dirty="0"/>
              <a:t>add to array elements</a:t>
            </a:r>
            <a:endParaRPr lang="en-GB" sz="1800" b="1" i="1" dirty="0">
              <a:solidFill>
                <a:srgbClr val="0000C8"/>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8511130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E743ECC-C6A4-D357-99B6-07916900C32E}"/>
              </a:ext>
            </a:extLst>
          </p:cNvPr>
          <p:cNvSpPr>
            <a:spLocks noGrp="1"/>
          </p:cNvSpPr>
          <p:nvPr>
            <p:ph type="ctrTitle"/>
          </p:nvPr>
        </p:nvSpPr>
        <p:spPr/>
        <p:txBody>
          <a:bodyPr/>
          <a:lstStyle/>
          <a:p>
            <a:r>
              <a:rPr lang="en-GB" dirty="0"/>
              <a:t>Counting the elements of an array</a:t>
            </a:r>
          </a:p>
        </p:txBody>
      </p:sp>
      <p:sp>
        <p:nvSpPr>
          <p:cNvPr id="416773" name="Rectangle 5"/>
          <p:cNvSpPr>
            <a:spLocks noGrp="1" noChangeArrowheads="1"/>
          </p:cNvSpPr>
          <p:nvPr>
            <p:ph sz="quarter" idx="4"/>
          </p:nvPr>
        </p:nvSpPr>
        <p:spPr/>
        <p:txBody>
          <a:bodyPr/>
          <a:lstStyle/>
          <a:p>
            <a:r>
              <a:rPr lang="en-GB" sz="1800" dirty="0">
                <a:solidFill>
                  <a:schemeClr val="tx1"/>
                </a:solidFill>
              </a:rPr>
              <a:t>The number of set elements in an array is given by:</a:t>
            </a:r>
          </a:p>
          <a:p>
            <a:pPr lvl="1"/>
            <a:endParaRPr lang="en-GB" sz="1800" dirty="0"/>
          </a:p>
          <a:p>
            <a:pPr lvl="1"/>
            <a:endParaRPr lang="en-GB" sz="1800" dirty="0"/>
          </a:p>
          <a:p>
            <a:r>
              <a:rPr lang="en-GB" sz="1800" dirty="0">
                <a:solidFill>
                  <a:schemeClr val="tx1"/>
                </a:solidFill>
              </a:rPr>
              <a:t>In </a:t>
            </a:r>
            <a:r>
              <a:rPr lang="en-GB" sz="1800" b="1" dirty="0">
                <a:solidFill>
                  <a:srgbClr val="0000C8"/>
                </a:solidFill>
              </a:rPr>
              <a:t>BASH 3.0</a:t>
            </a:r>
            <a:r>
              <a:rPr lang="en-GB" sz="1800" dirty="0"/>
              <a:t>, </a:t>
            </a:r>
            <a:r>
              <a:rPr lang="en-GB" sz="1800" dirty="0">
                <a:solidFill>
                  <a:schemeClr val="tx1"/>
                </a:solidFill>
              </a:rPr>
              <a:t>a list of indices with values is given by:</a:t>
            </a:r>
          </a:p>
          <a:p>
            <a:pPr lvl="1">
              <a:lnSpc>
                <a:spcPct val="130000"/>
              </a:lnSpc>
              <a:buFontTx/>
              <a:buNone/>
            </a:pPr>
            <a:r>
              <a:rPr lang="en-GB" sz="1800" dirty="0"/>
              <a:t>	</a:t>
            </a:r>
            <a:endParaRPr lang="en-GB" sz="1800" b="0" dirty="0"/>
          </a:p>
          <a:p>
            <a:pPr>
              <a:lnSpc>
                <a:spcPct val="90000"/>
              </a:lnSpc>
            </a:pPr>
            <a:endParaRPr lang="en-GB" sz="1800" dirty="0"/>
          </a:p>
          <a:p>
            <a:pPr>
              <a:lnSpc>
                <a:spcPct val="90000"/>
              </a:lnSpc>
            </a:pPr>
            <a:endParaRPr lang="en-GB" sz="1800" dirty="0"/>
          </a:p>
          <a:p>
            <a:pPr lvl="1">
              <a:lnSpc>
                <a:spcPct val="90000"/>
              </a:lnSpc>
            </a:pPr>
            <a:endParaRPr lang="en-GB" sz="1800" dirty="0"/>
          </a:p>
          <a:p>
            <a:pPr>
              <a:lnSpc>
                <a:spcPct val="90000"/>
              </a:lnSpc>
            </a:pPr>
            <a:endParaRPr lang="en-GB" sz="1800" dirty="0"/>
          </a:p>
          <a:p>
            <a:pPr>
              <a:lnSpc>
                <a:spcPct val="90000"/>
              </a:lnSpc>
            </a:pPr>
            <a:endParaRPr lang="en-GB" sz="1800" dirty="0"/>
          </a:p>
          <a:p>
            <a:pPr>
              <a:lnSpc>
                <a:spcPct val="90000"/>
              </a:lnSpc>
              <a:buFont typeface="Wingdings" pitchFamily="2" charset="2"/>
              <a:buNone/>
            </a:pPr>
            <a:r>
              <a:rPr lang="en-GB" sz="1800" dirty="0"/>
              <a:t>	</a:t>
            </a:r>
          </a:p>
        </p:txBody>
      </p:sp>
      <p:sp>
        <p:nvSpPr>
          <p:cNvPr id="2" name="Slide Number Placeholder 1">
            <a:extLst>
              <a:ext uri="{FF2B5EF4-FFF2-40B4-BE49-F238E27FC236}">
                <a16:creationId xmlns:a16="http://schemas.microsoft.com/office/drawing/2014/main" id="{DF9FAC44-5A31-86AC-0F02-0C4783745117}"/>
              </a:ext>
            </a:extLst>
          </p:cNvPr>
          <p:cNvSpPr>
            <a:spLocks noGrp="1"/>
          </p:cNvSpPr>
          <p:nvPr>
            <p:ph type="sldNum" sz="quarter" idx="12"/>
          </p:nvPr>
        </p:nvSpPr>
        <p:spPr>
          <a:prstGeom prst="rect">
            <a:avLst/>
          </a:prstGeom>
        </p:spPr>
        <p:txBody>
          <a:bodyPr/>
          <a:lstStyle/>
          <a:p>
            <a:fld id="{EF892D59-8F09-EF4B-AD6D-DA609442F868}" type="slidenum">
              <a:rPr lang="en-GB" smtClean="0"/>
              <a:pPr/>
              <a:t>25</a:t>
            </a:fld>
            <a:endParaRPr lang="en-GB" dirty="0"/>
          </a:p>
        </p:txBody>
      </p:sp>
      <p:sp>
        <p:nvSpPr>
          <p:cNvPr id="416774" name="Rectangle 6"/>
          <p:cNvSpPr>
            <a:spLocks noChangeArrowheads="1"/>
          </p:cNvSpPr>
          <p:nvPr/>
        </p:nvSpPr>
        <p:spPr bwMode="auto">
          <a:xfrm>
            <a:off x="835725" y="3843339"/>
            <a:ext cx="10261600" cy="2441694"/>
          </a:xfrm>
          <a:prstGeom prst="rect">
            <a:avLst/>
          </a:prstGeom>
          <a:solidFill>
            <a:schemeClr val="tx1"/>
          </a:solidFill>
          <a:ln w="12700">
            <a:solidFill>
              <a:srgbClr val="000000"/>
            </a:solidFill>
            <a:miter lim="800000"/>
            <a:headEnd/>
            <a:tailEnd/>
          </a:ln>
          <a:effectLst>
            <a:outerShdw dist="107763" dir="2700000" algn="ctr" rotWithShape="0">
              <a:schemeClr val="bg2"/>
            </a:outerShdw>
          </a:effectLst>
        </p:spPr>
        <p:txBody>
          <a:bodyPr lIns="95250" tIns="50800" rIns="95250" bIns="50800">
            <a:spAutoFit/>
          </a:bodyPr>
          <a:lstStyle/>
          <a:p>
            <a:pPr defTabSz="687388" eaLnBrk="0" hangingPunct="0">
              <a:buClr>
                <a:srgbClr val="000066"/>
              </a:buClr>
              <a:buSzPct val="100000"/>
              <a:tabLst>
                <a:tab pos="3951288" algn="l"/>
                <a:tab pos="6022975" algn="r"/>
              </a:tabLst>
              <a:defRPr/>
            </a:pPr>
            <a:r>
              <a:rPr lang="en-GB" sz="20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2000"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2000" b="1" dirty="0">
                <a:solidFill>
                  <a:schemeClr val="bg1"/>
                </a:solidFill>
                <a:latin typeface="Hack" panose="020B0609030202020204" pitchFamily="49" charset="0"/>
              </a:rPr>
              <a:t>set -A names Smirk "Dr McCaw" Zulu</a:t>
            </a:r>
          </a:p>
          <a:p>
            <a:pPr defTabSz="687388" eaLnBrk="0" hangingPunct="0">
              <a:buClr>
                <a:srgbClr val="000066"/>
              </a:buClr>
              <a:buSzPct val="100000"/>
              <a:tabLst>
                <a:tab pos="3951288" algn="l"/>
                <a:tab pos="6022975" algn="r"/>
              </a:tabLst>
              <a:defRPr/>
            </a:pPr>
            <a:r>
              <a:rPr lang="en-GB" sz="20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2000"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2000" b="1" dirty="0">
                <a:solidFill>
                  <a:schemeClr val="bg1"/>
                </a:solidFill>
                <a:latin typeface="Hack" panose="020B0609030202020204" pitchFamily="49" charset="0"/>
              </a:rPr>
              <a:t>echo ${#names[*]}</a:t>
            </a:r>
            <a:r>
              <a:rPr lang="en-GB" sz="2000" dirty="0">
                <a:solidFill>
                  <a:schemeClr val="bg1"/>
                </a:solidFill>
                <a:latin typeface="Hack" panose="020B0609030202020204" pitchFamily="49" charset="0"/>
              </a:rPr>
              <a:t>	</a:t>
            </a:r>
            <a:r>
              <a:rPr lang="en-GB" sz="2000" i="1" dirty="0">
                <a:solidFill>
                  <a:schemeClr val="bg1"/>
                </a:solidFill>
                <a:latin typeface="Hack" panose="020B0609030202020204" pitchFamily="49" charset="0"/>
              </a:rPr>
              <a:t># number of set elements</a:t>
            </a:r>
          </a:p>
          <a:p>
            <a:pPr defTabSz="687388" eaLnBrk="0" hangingPunct="0">
              <a:buClr>
                <a:srgbClr val="000066"/>
              </a:buClr>
              <a:buSzPct val="100000"/>
              <a:tabLst>
                <a:tab pos="3951288" algn="l"/>
                <a:tab pos="6022975" algn="r"/>
              </a:tabLst>
              <a:defRPr/>
            </a:pPr>
            <a:r>
              <a:rPr lang="en-GB" sz="1600" dirty="0">
                <a:solidFill>
                  <a:schemeClr val="bg1"/>
                </a:solidFill>
                <a:latin typeface="Hack" panose="020B0609030202020204" pitchFamily="49" charset="0"/>
              </a:rPr>
              <a:t>3</a:t>
            </a:r>
          </a:p>
          <a:p>
            <a:pPr defTabSz="687388" eaLnBrk="0" hangingPunct="0">
              <a:buClr>
                <a:srgbClr val="000066"/>
              </a:buClr>
              <a:buSzPct val="100000"/>
              <a:tabLst>
                <a:tab pos="3951288" algn="l"/>
                <a:tab pos="6022975" algn="r"/>
              </a:tabLst>
              <a:defRPr/>
            </a:pPr>
            <a:r>
              <a:rPr lang="en-GB" sz="20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2000"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2000" b="1" dirty="0">
                <a:solidFill>
                  <a:schemeClr val="bg1"/>
                </a:solidFill>
                <a:latin typeface="Hack" panose="020B0609030202020204" pitchFamily="49" charset="0"/>
              </a:rPr>
              <a:t>echo ${#names[1]}</a:t>
            </a:r>
            <a:r>
              <a:rPr lang="en-GB" sz="2000" dirty="0">
                <a:solidFill>
                  <a:schemeClr val="bg1"/>
                </a:solidFill>
                <a:latin typeface="Hack" panose="020B0609030202020204" pitchFamily="49" charset="0"/>
              </a:rPr>
              <a:t>	</a:t>
            </a:r>
            <a:r>
              <a:rPr lang="en-GB" sz="2000" i="1" dirty="0">
                <a:solidFill>
                  <a:schemeClr val="bg1"/>
                </a:solidFill>
                <a:latin typeface="Hack" panose="020B0609030202020204" pitchFamily="49" charset="0"/>
              </a:rPr>
              <a:t># length of "Dr McCaw"</a:t>
            </a:r>
          </a:p>
          <a:p>
            <a:pPr defTabSz="687388" eaLnBrk="0" hangingPunct="0">
              <a:buClr>
                <a:srgbClr val="000066"/>
              </a:buClr>
              <a:buSzPct val="100000"/>
              <a:tabLst>
                <a:tab pos="3951288" algn="l"/>
                <a:tab pos="6022975" algn="r"/>
              </a:tabLst>
              <a:defRPr/>
            </a:pPr>
            <a:r>
              <a:rPr lang="en-GB" sz="1600" dirty="0">
                <a:solidFill>
                  <a:schemeClr val="bg1"/>
                </a:solidFill>
                <a:latin typeface="Hack" panose="020B0609030202020204" pitchFamily="49" charset="0"/>
              </a:rPr>
              <a:t>8</a:t>
            </a:r>
          </a:p>
          <a:p>
            <a:pPr defTabSz="687388" eaLnBrk="0" hangingPunct="0">
              <a:buClr>
                <a:srgbClr val="000066"/>
              </a:buClr>
              <a:buSzPct val="100000"/>
              <a:tabLst>
                <a:tab pos="3951288" algn="l"/>
                <a:tab pos="6022975" algn="r"/>
              </a:tabLst>
              <a:defRPr/>
            </a:pPr>
            <a:r>
              <a:rPr lang="en-GB" sz="20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2000"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2000" b="1" dirty="0">
                <a:solidFill>
                  <a:schemeClr val="bg1"/>
                </a:solidFill>
                <a:latin typeface="Hack" panose="020B0609030202020204" pitchFamily="49" charset="0"/>
              </a:rPr>
              <a:t>names[10]=</a:t>
            </a:r>
            <a:r>
              <a:rPr lang="en-GB" sz="2000" dirty="0">
                <a:solidFill>
                  <a:schemeClr val="bg1"/>
                </a:solidFill>
                <a:latin typeface="Hack" panose="020B0609030202020204" pitchFamily="49" charset="0"/>
              </a:rPr>
              <a:t>	</a:t>
            </a:r>
            <a:r>
              <a:rPr lang="en-GB" sz="2000" i="1" dirty="0">
                <a:solidFill>
                  <a:schemeClr val="bg1"/>
                </a:solidFill>
                <a:latin typeface="Hack" panose="020B0609030202020204" pitchFamily="49" charset="0"/>
              </a:rPr>
              <a:t># set to empty string</a:t>
            </a:r>
          </a:p>
          <a:p>
            <a:pPr defTabSz="687388" eaLnBrk="0" hangingPunct="0">
              <a:buClr>
                <a:srgbClr val="000066"/>
              </a:buClr>
              <a:buSzPct val="100000"/>
              <a:tabLst>
                <a:tab pos="3951288" algn="l"/>
                <a:tab pos="6022975" algn="r"/>
              </a:tabLst>
              <a:defRPr/>
            </a:pPr>
            <a:r>
              <a:rPr lang="en-GB" sz="20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2000"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2000" b="1" dirty="0">
                <a:solidFill>
                  <a:schemeClr val="bg1"/>
                </a:solidFill>
                <a:latin typeface="Hack" panose="020B0609030202020204" pitchFamily="49" charset="0"/>
              </a:rPr>
              <a:t>echo ${!names[*]}</a:t>
            </a:r>
            <a:r>
              <a:rPr lang="en-GB" sz="2000" dirty="0">
                <a:solidFill>
                  <a:schemeClr val="bg1"/>
                </a:solidFill>
                <a:latin typeface="Hack" panose="020B0609030202020204" pitchFamily="49" charset="0"/>
              </a:rPr>
              <a:t>	</a:t>
            </a:r>
            <a:r>
              <a:rPr lang="en-GB" sz="2000" i="1" dirty="0">
                <a:solidFill>
                  <a:schemeClr val="bg1"/>
                </a:solidFill>
                <a:latin typeface="Hack" panose="020B0609030202020204" pitchFamily="49" charset="0"/>
              </a:rPr>
              <a:t># list elements set</a:t>
            </a:r>
          </a:p>
          <a:p>
            <a:pPr defTabSz="687388" eaLnBrk="0" hangingPunct="0">
              <a:buClr>
                <a:srgbClr val="000066"/>
              </a:buClr>
              <a:buSzPct val="100000"/>
              <a:tabLst>
                <a:tab pos="3951288" algn="l"/>
                <a:tab pos="6022975" algn="r"/>
              </a:tabLst>
              <a:defRPr/>
            </a:pPr>
            <a:r>
              <a:rPr lang="en-GB" sz="1600" dirty="0">
                <a:solidFill>
                  <a:schemeClr val="bg1"/>
                </a:solidFill>
                <a:latin typeface="Hack" panose="020B0609030202020204" pitchFamily="49" charset="0"/>
              </a:rPr>
              <a:t>1 2 3 10</a:t>
            </a:r>
          </a:p>
        </p:txBody>
      </p:sp>
      <p:sp>
        <p:nvSpPr>
          <p:cNvPr id="7" name="Rounded Rectangle 6"/>
          <p:cNvSpPr/>
          <p:nvPr/>
        </p:nvSpPr>
        <p:spPr>
          <a:xfrm>
            <a:off x="5966525" y="1923561"/>
            <a:ext cx="5082604" cy="371669"/>
          </a:xfrm>
          <a:prstGeom prst="roundRect">
            <a:avLst>
              <a:gd name="adj" fmla="val 50000"/>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algn="ctr">
              <a:lnSpc>
                <a:spcPct val="70000"/>
              </a:lnSpc>
              <a:spcBef>
                <a:spcPct val="75000"/>
              </a:spcBef>
              <a:spcAft>
                <a:spcPct val="10000"/>
              </a:spcAft>
              <a:buClr>
                <a:srgbClr val="FF0000"/>
              </a:buClr>
              <a:buFont typeface="Wingdings" pitchFamily="2" charset="2"/>
              <a:buNone/>
            </a:pPr>
            <a:r>
              <a:rPr lang="en-GB" sz="1600" b="1" dirty="0">
                <a:solidFill>
                  <a:srgbClr val="0000C8"/>
                </a:solidFill>
                <a:latin typeface="Verdana" pitchFamily="34" charset="0"/>
                <a:ea typeface="Verdana" pitchFamily="34" charset="0"/>
                <a:cs typeface="Verdana" pitchFamily="34" charset="0"/>
              </a:rPr>
              <a:t>${#array[@]}   or   ${#array[*]}</a:t>
            </a:r>
          </a:p>
        </p:txBody>
      </p:sp>
      <p:sp>
        <p:nvSpPr>
          <p:cNvPr id="4" name="Rounded Rectangle 6">
            <a:extLst>
              <a:ext uri="{FF2B5EF4-FFF2-40B4-BE49-F238E27FC236}">
                <a16:creationId xmlns:a16="http://schemas.microsoft.com/office/drawing/2014/main" id="{36D44313-89A7-8202-357D-CA52034D7DD5}"/>
              </a:ext>
            </a:extLst>
          </p:cNvPr>
          <p:cNvSpPr/>
          <p:nvPr/>
        </p:nvSpPr>
        <p:spPr>
          <a:xfrm>
            <a:off x="6014721" y="2886405"/>
            <a:ext cx="5082604" cy="371669"/>
          </a:xfrm>
          <a:prstGeom prst="roundRect">
            <a:avLst>
              <a:gd name="adj" fmla="val 50000"/>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pPr algn="ctr">
              <a:lnSpc>
                <a:spcPct val="70000"/>
              </a:lnSpc>
              <a:spcBef>
                <a:spcPct val="75000"/>
              </a:spcBef>
              <a:spcAft>
                <a:spcPct val="10000"/>
              </a:spcAft>
              <a:buClr>
                <a:srgbClr val="FF0000"/>
              </a:buClr>
              <a:buFont typeface="Wingdings" pitchFamily="2" charset="2"/>
              <a:buNone/>
            </a:pPr>
            <a:r>
              <a:rPr lang="en-GB" sz="1600" b="1" dirty="0">
                <a:solidFill>
                  <a:srgbClr val="0000C8"/>
                </a:solidFill>
                <a:latin typeface="Verdana" pitchFamily="34" charset="0"/>
                <a:ea typeface="Verdana" pitchFamily="34" charset="0"/>
                <a:cs typeface="Verdana" pitchFamily="34" charset="0"/>
              </a:rPr>
              <a:t>${!array[@]}   or   ${!array[*]}</a:t>
            </a:r>
          </a:p>
        </p:txBody>
      </p:sp>
    </p:spTree>
    <p:extLst>
      <p:ext uri="{BB962C8B-B14F-4D97-AF65-F5344CB8AC3E}">
        <p14:creationId xmlns:p14="http://schemas.microsoft.com/office/powerpoint/2010/main" val="121760342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B97E48-A65D-9056-B51F-9326EBA02AED}"/>
              </a:ext>
            </a:extLst>
          </p:cNvPr>
          <p:cNvSpPr>
            <a:spLocks noGrp="1"/>
          </p:cNvSpPr>
          <p:nvPr>
            <p:ph type="ctrTitle"/>
          </p:nvPr>
        </p:nvSpPr>
        <p:spPr/>
        <p:txBody>
          <a:bodyPr/>
          <a:lstStyle/>
          <a:p>
            <a:r>
              <a:rPr lang="en-GB" dirty="0"/>
              <a:t>Using read with an array</a:t>
            </a:r>
          </a:p>
        </p:txBody>
      </p:sp>
      <p:sp>
        <p:nvSpPr>
          <p:cNvPr id="13315" name="Rectangle 3"/>
          <p:cNvSpPr>
            <a:spLocks noGrp="1" noChangeArrowheads="1"/>
          </p:cNvSpPr>
          <p:nvPr>
            <p:ph sz="quarter" idx="4"/>
          </p:nvPr>
        </p:nvSpPr>
        <p:spPr/>
        <p:txBody>
          <a:bodyPr/>
          <a:lstStyle/>
          <a:p>
            <a:r>
              <a:rPr lang="en-GB" sz="1800" dirty="0">
                <a:solidFill>
                  <a:schemeClr val="tx1"/>
                </a:solidFill>
              </a:rPr>
              <a:t>Elements can be read into an array.</a:t>
            </a:r>
          </a:p>
          <a:p>
            <a:pPr lvl="1"/>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read -a </a:t>
            </a:r>
            <a:r>
              <a:rPr lang="en-GB" sz="1800" dirty="0"/>
              <a:t>uses </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IFS</a:t>
            </a:r>
            <a:r>
              <a:rPr lang="en-GB" sz="1800" dirty="0"/>
              <a:t> for the field separator.</a:t>
            </a:r>
          </a:p>
          <a:p>
            <a:pPr lvl="1"/>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${array[*]} </a:t>
            </a:r>
            <a:r>
              <a:rPr lang="en-GB" sz="1800" dirty="0"/>
              <a:t>also uses </a:t>
            </a:r>
            <a:r>
              <a:rPr lang="en-GB" sz="1800" b="1" dirty="0">
                <a:solidFill>
                  <a:srgbClr val="0000C8"/>
                </a:solidFill>
                <a:latin typeface="Hack" panose="020B0609030202020204" pitchFamily="49" charset="0"/>
                <a:ea typeface="Hack" panose="020B0609030202020204" pitchFamily="49" charset="0"/>
                <a:cs typeface="Hack" panose="020B0609030202020204" pitchFamily="49" charset="0"/>
              </a:rPr>
              <a:t>IFS</a:t>
            </a:r>
            <a:r>
              <a:rPr lang="en-GB" sz="1800" dirty="0"/>
              <a:t> as a field separator.</a:t>
            </a:r>
          </a:p>
        </p:txBody>
      </p:sp>
      <p:sp>
        <p:nvSpPr>
          <p:cNvPr id="2" name="Slide Number Placeholder 1">
            <a:extLst>
              <a:ext uri="{FF2B5EF4-FFF2-40B4-BE49-F238E27FC236}">
                <a16:creationId xmlns:a16="http://schemas.microsoft.com/office/drawing/2014/main" id="{AFAD4FF7-72DC-A09D-9490-5C834940EB0F}"/>
              </a:ext>
            </a:extLst>
          </p:cNvPr>
          <p:cNvSpPr>
            <a:spLocks noGrp="1"/>
          </p:cNvSpPr>
          <p:nvPr>
            <p:ph type="sldNum" sz="quarter" idx="12"/>
          </p:nvPr>
        </p:nvSpPr>
        <p:spPr>
          <a:prstGeom prst="rect">
            <a:avLst/>
          </a:prstGeom>
        </p:spPr>
        <p:txBody>
          <a:bodyPr/>
          <a:lstStyle/>
          <a:p>
            <a:fld id="{EF892D59-8F09-EF4B-AD6D-DA609442F868}" type="slidenum">
              <a:rPr lang="en-GB" smtClean="0"/>
              <a:pPr/>
              <a:t>26</a:t>
            </a:fld>
            <a:endParaRPr lang="en-GB" dirty="0"/>
          </a:p>
        </p:txBody>
      </p:sp>
      <p:sp>
        <p:nvSpPr>
          <p:cNvPr id="13316" name="Text Box 4"/>
          <p:cNvSpPr txBox="1">
            <a:spLocks noChangeArrowheads="1"/>
          </p:cNvSpPr>
          <p:nvPr/>
        </p:nvSpPr>
        <p:spPr bwMode="auto">
          <a:xfrm>
            <a:off x="948808" y="2973631"/>
            <a:ext cx="10580887" cy="2799663"/>
          </a:xfrm>
          <a:prstGeom prst="rect">
            <a:avLst/>
          </a:prstGeom>
          <a:solidFill>
            <a:schemeClr val="accent5">
              <a:lumMod val="75000"/>
            </a:schemeClr>
          </a:solidFill>
          <a:ln w="12700">
            <a:solidFill>
              <a:srgbClr val="000000"/>
            </a:solidFill>
            <a:miter lim="800000"/>
            <a:headEnd/>
            <a:tailEnd/>
          </a:ln>
          <a:effectLst>
            <a:outerShdw blurRad="127000" dir="3660000" sx="101000" sy="101000" algn="tl" rotWithShape="0">
              <a:schemeClr val="bg2">
                <a:lumMod val="50000"/>
                <a:alpha val="65000"/>
              </a:schemeClr>
            </a:outerShdw>
          </a:effectLst>
        </p:spPr>
        <p:txBody>
          <a:bodyPr wrap="square" lIns="95250" tIns="72000" rIns="95250" bIns="36000">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defTabSz="720725" eaLnBrk="0" hangingPunct="0">
              <a:lnSpc>
                <a:spcPct val="110000"/>
              </a:lnSpc>
              <a:buClr>
                <a:srgbClr val="000066"/>
              </a:buClr>
              <a:buSzPct val="100000"/>
              <a:tabLst>
                <a:tab pos="571500" algn="l"/>
                <a:tab pos="1855788" algn="l"/>
              </a:tabLst>
              <a:defRPr/>
            </a:pPr>
            <a:r>
              <a:rPr lang="en-GB" sz="1600" dirty="0">
                <a:latin typeface="Hack" panose="020B0609030202020204" pitchFamily="49" charset="0"/>
                <a:ea typeface="Hack" panose="020B0609030202020204" pitchFamily="49" charset="0"/>
                <a:cs typeface="Hack" panose="020B0609030202020204" pitchFamily="49" charset="0"/>
              </a:rPr>
              <a:t>#!/usr/bin/bash</a:t>
            </a:r>
          </a:p>
          <a:p>
            <a:pPr defTabSz="720725" eaLnBrk="0" hangingPunct="0">
              <a:lnSpc>
                <a:spcPct val="110000"/>
              </a:lnSpc>
              <a:buClr>
                <a:srgbClr val="000066"/>
              </a:buClr>
              <a:buSzPct val="100000"/>
              <a:tabLst>
                <a:tab pos="571500" algn="l"/>
                <a:tab pos="1855788" algn="l"/>
              </a:tabLst>
              <a:defRPr/>
            </a:pPr>
            <a:r>
              <a:rPr lang="en-GB" sz="1600" dirty="0">
                <a:latin typeface="Hack" panose="020B0609030202020204" pitchFamily="49" charset="0"/>
                <a:ea typeface="Hack" panose="020B0609030202020204" pitchFamily="49" charset="0"/>
                <a:cs typeface="Hack" panose="020B0609030202020204" pitchFamily="49" charset="0"/>
              </a:rPr>
              <a:t>IFS=','</a:t>
            </a:r>
          </a:p>
          <a:p>
            <a:pPr defTabSz="720725" eaLnBrk="0" hangingPunct="0">
              <a:lnSpc>
                <a:spcPct val="110000"/>
              </a:lnSpc>
              <a:buClr>
                <a:srgbClr val="000066"/>
              </a:buClr>
              <a:buSzPct val="100000"/>
              <a:tabLst>
                <a:tab pos="571500" algn="l"/>
                <a:tab pos="1855788" algn="l"/>
              </a:tabLst>
              <a:defRPr/>
            </a:pPr>
            <a:r>
              <a:rPr lang="en-GB" sz="1600" dirty="0">
                <a:latin typeface="Hack" panose="020B0609030202020204" pitchFamily="49" charset="0"/>
                <a:ea typeface="Hack" panose="020B0609030202020204" pitchFamily="49" charset="0"/>
                <a:cs typeface="Hack" panose="020B0609030202020204" pitchFamily="49" charset="0"/>
              </a:rPr>
              <a:t>while IFS=':' read -a line      # Set IFS for the read</a:t>
            </a:r>
          </a:p>
          <a:p>
            <a:pPr defTabSz="720725" eaLnBrk="0" hangingPunct="0">
              <a:lnSpc>
                <a:spcPct val="110000"/>
              </a:lnSpc>
              <a:buClr>
                <a:srgbClr val="000066"/>
              </a:buClr>
              <a:buSzPct val="100000"/>
              <a:tabLst>
                <a:tab pos="571500" algn="l"/>
                <a:tab pos="1855788" algn="l"/>
              </a:tabLst>
              <a:defRPr/>
            </a:pPr>
            <a:r>
              <a:rPr lang="en-GB" sz="1600" dirty="0">
                <a:latin typeface="Hack" panose="020B0609030202020204" pitchFamily="49" charset="0"/>
                <a:ea typeface="Hack" panose="020B0609030202020204" pitchFamily="49" charset="0"/>
                <a:cs typeface="Hack" panose="020B0609030202020204" pitchFamily="49" charset="0"/>
              </a:rPr>
              <a:t>do</a:t>
            </a:r>
          </a:p>
          <a:p>
            <a:pPr defTabSz="720725" eaLnBrk="0" hangingPunct="0">
              <a:lnSpc>
                <a:spcPct val="110000"/>
              </a:lnSpc>
              <a:buClr>
                <a:srgbClr val="000066"/>
              </a:buClr>
              <a:buSzPct val="100000"/>
              <a:tabLst>
                <a:tab pos="571500" algn="l"/>
                <a:tab pos="1855788" algn="l"/>
              </a:tabLst>
              <a:defRPr/>
            </a:pPr>
            <a:r>
              <a:rPr lang="en-GB" sz="1600" dirty="0">
                <a:latin typeface="Hack" panose="020B0609030202020204" pitchFamily="49" charset="0"/>
                <a:ea typeface="Hack" panose="020B0609030202020204" pitchFamily="49" charset="0"/>
                <a:cs typeface="Hack" panose="020B0609030202020204" pitchFamily="49" charset="0"/>
              </a:rPr>
              <a:t>   end=$(( ${#line[*]} - 1 ))   # get index of the last element</a:t>
            </a:r>
          </a:p>
          <a:p>
            <a:pPr defTabSz="720725" eaLnBrk="0" hangingPunct="0">
              <a:lnSpc>
                <a:spcPct val="110000"/>
              </a:lnSpc>
              <a:buClr>
                <a:srgbClr val="000066"/>
              </a:buClr>
              <a:buSzPct val="100000"/>
              <a:tabLst>
                <a:tab pos="571500" algn="l"/>
                <a:tab pos="1855788" algn="l"/>
              </a:tabLst>
              <a:defRPr/>
            </a:pPr>
            <a:r>
              <a:rPr lang="en-GB" sz="1600" dirty="0">
                <a:latin typeface="Hack" panose="020B0609030202020204" pitchFamily="49" charset="0"/>
                <a:ea typeface="Hack" panose="020B0609030202020204" pitchFamily="49" charset="0"/>
                <a:cs typeface="Hack" panose="020B0609030202020204" pitchFamily="49" charset="0"/>
              </a:rPr>
              <a:t>   if (( $end &gt;= 0 )) &amp;&amp; [[ ${line[$end]} != /sbin/</a:t>
            </a:r>
            <a:r>
              <a:rPr lang="en-GB" sz="1600" dirty="0" err="1">
                <a:latin typeface="Hack" panose="020B0609030202020204" pitchFamily="49" charset="0"/>
                <a:ea typeface="Hack" panose="020B0609030202020204" pitchFamily="49" charset="0"/>
                <a:cs typeface="Hack" panose="020B0609030202020204" pitchFamily="49" charset="0"/>
              </a:rPr>
              <a:t>nologin</a:t>
            </a:r>
            <a:r>
              <a:rPr lang="en-GB" sz="1600" dirty="0">
                <a:latin typeface="Hack" panose="020B0609030202020204" pitchFamily="49" charset="0"/>
                <a:ea typeface="Hack" panose="020B0609030202020204" pitchFamily="49" charset="0"/>
                <a:cs typeface="Hack" panose="020B0609030202020204" pitchFamily="49" charset="0"/>
              </a:rPr>
              <a:t> ]]</a:t>
            </a:r>
          </a:p>
          <a:p>
            <a:pPr defTabSz="720725" eaLnBrk="0" hangingPunct="0">
              <a:lnSpc>
                <a:spcPct val="110000"/>
              </a:lnSpc>
              <a:buClr>
                <a:srgbClr val="000066"/>
              </a:buClr>
              <a:buSzPct val="100000"/>
              <a:tabLst>
                <a:tab pos="571500" algn="l"/>
                <a:tab pos="1855788" algn="l"/>
              </a:tabLst>
              <a:defRPr/>
            </a:pPr>
            <a:r>
              <a:rPr lang="en-GB" sz="1600" dirty="0">
                <a:latin typeface="Hack" panose="020B0609030202020204" pitchFamily="49" charset="0"/>
                <a:ea typeface="Hack" panose="020B0609030202020204" pitchFamily="49" charset="0"/>
                <a:cs typeface="Hack" panose="020B0609030202020204" pitchFamily="49" charset="0"/>
              </a:rPr>
              <a:t>   then</a:t>
            </a:r>
          </a:p>
          <a:p>
            <a:pPr defTabSz="720725" eaLnBrk="0" hangingPunct="0">
              <a:lnSpc>
                <a:spcPct val="110000"/>
              </a:lnSpc>
              <a:buClr>
                <a:srgbClr val="000066"/>
              </a:buClr>
              <a:buSzPct val="100000"/>
              <a:tabLst>
                <a:tab pos="571500" algn="l"/>
                <a:tab pos="1855788" algn="l"/>
              </a:tabLst>
              <a:defRPr/>
            </a:pPr>
            <a:r>
              <a:rPr lang="en-GB" sz="1600" dirty="0">
                <a:latin typeface="Hack" panose="020B0609030202020204" pitchFamily="49" charset="0"/>
                <a:ea typeface="Hack" panose="020B0609030202020204" pitchFamily="49" charset="0"/>
                <a:cs typeface="Hack" panose="020B0609030202020204" pitchFamily="49" charset="0"/>
              </a:rPr>
              <a:t>      echo "${line[*]}"</a:t>
            </a:r>
          </a:p>
          <a:p>
            <a:pPr defTabSz="720725" eaLnBrk="0" hangingPunct="0">
              <a:lnSpc>
                <a:spcPct val="110000"/>
              </a:lnSpc>
              <a:buClr>
                <a:srgbClr val="000066"/>
              </a:buClr>
              <a:buSzPct val="100000"/>
              <a:tabLst>
                <a:tab pos="571500" algn="l"/>
                <a:tab pos="1855788" algn="l"/>
              </a:tabLst>
              <a:defRPr/>
            </a:pPr>
            <a:r>
              <a:rPr lang="en-GB" sz="1600" dirty="0">
                <a:latin typeface="Hack" panose="020B0609030202020204" pitchFamily="49" charset="0"/>
                <a:ea typeface="Hack" panose="020B0609030202020204" pitchFamily="49" charset="0"/>
                <a:cs typeface="Hack" panose="020B0609030202020204" pitchFamily="49" charset="0"/>
              </a:rPr>
              <a:t>   fi</a:t>
            </a:r>
          </a:p>
          <a:p>
            <a:pPr defTabSz="720725" eaLnBrk="0" hangingPunct="0">
              <a:lnSpc>
                <a:spcPct val="110000"/>
              </a:lnSpc>
              <a:buClr>
                <a:srgbClr val="000066"/>
              </a:buClr>
              <a:buSzPct val="100000"/>
              <a:tabLst>
                <a:tab pos="571500" algn="l"/>
                <a:tab pos="1855788" algn="l"/>
              </a:tabLst>
              <a:defRPr/>
            </a:pPr>
            <a:r>
              <a:rPr lang="en-GB" sz="1600" dirty="0">
                <a:latin typeface="Hack" panose="020B0609030202020204" pitchFamily="49" charset="0"/>
                <a:ea typeface="Hack" panose="020B0609030202020204" pitchFamily="49" charset="0"/>
                <a:cs typeface="Hack" panose="020B0609030202020204" pitchFamily="49" charset="0"/>
              </a:rPr>
              <a:t>done &lt; /</a:t>
            </a:r>
            <a:r>
              <a:rPr lang="en-GB" sz="1600" dirty="0" err="1">
                <a:latin typeface="Hack" panose="020B0609030202020204" pitchFamily="49" charset="0"/>
                <a:ea typeface="Hack" panose="020B0609030202020204" pitchFamily="49" charset="0"/>
                <a:cs typeface="Hack" panose="020B0609030202020204" pitchFamily="49" charset="0"/>
              </a:rPr>
              <a:t>etc</a:t>
            </a:r>
            <a:r>
              <a:rPr lang="en-GB" sz="1600" dirty="0">
                <a:latin typeface="Hack" panose="020B0609030202020204" pitchFamily="49" charset="0"/>
                <a:ea typeface="Hack" panose="020B0609030202020204" pitchFamily="49" charset="0"/>
                <a:cs typeface="Hack" panose="020B0609030202020204" pitchFamily="49" charset="0"/>
              </a:rPr>
              <a:t>/</a:t>
            </a:r>
            <a:r>
              <a:rPr lang="en-GB" sz="1600" dirty="0" err="1">
                <a:latin typeface="Hack" panose="020B0609030202020204" pitchFamily="49" charset="0"/>
                <a:ea typeface="Hack" panose="020B0609030202020204" pitchFamily="49" charset="0"/>
                <a:cs typeface="Hack" panose="020B0609030202020204" pitchFamily="49" charset="0"/>
              </a:rPr>
              <a:t>passwd</a:t>
            </a:r>
            <a:endParaRPr lang="en-GB" sz="1600" dirty="0">
              <a:latin typeface="Hack" panose="020B0609030202020204" pitchFamily="49" charset="0"/>
              <a:ea typeface="Hack" panose="020B0609030202020204" pitchFamily="49" charset="0"/>
              <a:cs typeface="Hack" panose="020B0609030202020204" pitchFamily="49" charset="0"/>
            </a:endParaRPr>
          </a:p>
        </p:txBody>
      </p:sp>
      <p:sp>
        <p:nvSpPr>
          <p:cNvPr id="13317" name="Text Box 5"/>
          <p:cNvSpPr txBox="1">
            <a:spLocks noChangeArrowheads="1"/>
          </p:cNvSpPr>
          <p:nvPr/>
        </p:nvSpPr>
        <p:spPr bwMode="auto">
          <a:xfrm>
            <a:off x="5019676" y="4751347"/>
            <a:ext cx="6591300" cy="1333698"/>
          </a:xfrm>
          <a:prstGeom prst="rect">
            <a:avLst/>
          </a:prstGeom>
          <a:solidFill>
            <a:schemeClr val="tx1"/>
          </a:solidFill>
          <a:ln w="12700">
            <a:solidFill>
              <a:srgbClr val="000000"/>
            </a:solidFill>
            <a:miter lim="800000"/>
            <a:headEnd/>
            <a:tailEnd/>
          </a:ln>
          <a:effectLst>
            <a:outerShdw dist="107763" dir="2700000" algn="ctr" rotWithShape="0">
              <a:schemeClr val="bg1">
                <a:lumMod val="85000"/>
              </a:schemeClr>
            </a:outerShdw>
          </a:effectLst>
        </p:spPr>
        <p:txBody>
          <a:bodyPr wrap="square" lIns="95250" tIns="50800" rIns="95250" bIns="50800">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indent="168275" defTabSz="687388" eaLnBrk="0" hangingPunct="0">
              <a:buClr>
                <a:srgbClr val="000066"/>
              </a:buClr>
              <a:buSzPct val="100000"/>
              <a:tabLst>
                <a:tab pos="3951288" algn="l"/>
                <a:tab pos="6022975" algn="r"/>
              </a:tabLst>
              <a:defRPr/>
            </a:pPr>
            <a:r>
              <a:rPr lang="en-GB" sz="20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2000"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2000" b="1" dirty="0" err="1">
                <a:solidFill>
                  <a:schemeClr val="bg1"/>
                </a:solidFill>
                <a:latin typeface="Hack" panose="020B0609030202020204" pitchFamily="49" charset="0"/>
                <a:ea typeface="Hack" panose="020B0609030202020204" pitchFamily="49" charset="0"/>
                <a:cs typeface="Hack" panose="020B0609030202020204" pitchFamily="49" charset="0"/>
              </a:rPr>
              <a:t>chdelim.bash</a:t>
            </a:r>
            <a:endParaRPr lang="en-GB" sz="2000" b="1" dirty="0">
              <a:solidFill>
                <a:schemeClr val="bg1"/>
              </a:solidFill>
              <a:latin typeface="Hack" panose="020B0609030202020204" pitchFamily="49" charset="0"/>
              <a:ea typeface="Hack" panose="020B0609030202020204" pitchFamily="49" charset="0"/>
              <a:cs typeface="Hack" panose="020B0609030202020204" pitchFamily="49" charset="0"/>
            </a:endParaRPr>
          </a:p>
          <a:p>
            <a:pPr indent="168275" defTabSz="687388" eaLnBrk="0" hangingPunct="0">
              <a:buClr>
                <a:srgbClr val="000066"/>
              </a:buClr>
              <a:buSzPct val="100000"/>
              <a:tabLst>
                <a:tab pos="3951288" algn="l"/>
                <a:tab pos="6022975" algn="r"/>
              </a:tabLst>
              <a:defRPr/>
            </a:pPr>
            <a:r>
              <a:rPr lang="en-GB" sz="1600" dirty="0">
                <a:solidFill>
                  <a:schemeClr val="bg1"/>
                </a:solidFill>
                <a:latin typeface="Hack" panose="020B0609030202020204" pitchFamily="49" charset="0"/>
                <a:ea typeface="Hack" panose="020B0609030202020204" pitchFamily="49" charset="0"/>
                <a:cs typeface="Hack" panose="020B0609030202020204" pitchFamily="49" charset="0"/>
              </a:rPr>
              <a:t>root,x,0,0,root,/root,/bin/bash</a:t>
            </a:r>
          </a:p>
          <a:p>
            <a:pPr indent="168275" defTabSz="687388" eaLnBrk="0" hangingPunct="0">
              <a:buClr>
                <a:srgbClr val="000066"/>
              </a:buClr>
              <a:buSzPct val="100000"/>
              <a:tabLst>
                <a:tab pos="3951288" algn="l"/>
                <a:tab pos="6022975" algn="r"/>
              </a:tabLst>
              <a:defRPr/>
            </a:pPr>
            <a:r>
              <a:rPr lang="en-GB" sz="1600" dirty="0">
                <a:solidFill>
                  <a:schemeClr val="bg1"/>
                </a:solidFill>
                <a:latin typeface="Hack" panose="020B0609030202020204" pitchFamily="49" charset="0"/>
                <a:ea typeface="Hack" panose="020B0609030202020204" pitchFamily="49" charset="0"/>
                <a:cs typeface="Hack" panose="020B0609030202020204" pitchFamily="49" charset="0"/>
              </a:rPr>
              <a:t>sync,x,5,0,sync,/sbin,/bin/sync</a:t>
            </a:r>
          </a:p>
          <a:p>
            <a:pPr indent="168275" defTabSz="687388" eaLnBrk="0" hangingPunct="0">
              <a:buClr>
                <a:srgbClr val="000066"/>
              </a:buClr>
              <a:buSzPct val="100000"/>
              <a:tabLst>
                <a:tab pos="3951288" algn="l"/>
                <a:tab pos="6022975" algn="r"/>
              </a:tabLst>
              <a:defRPr/>
            </a:pPr>
            <a:r>
              <a:rPr lang="en-GB" sz="1600" dirty="0">
                <a:solidFill>
                  <a:schemeClr val="bg1"/>
                </a:solidFill>
                <a:latin typeface="Hack" panose="020B0609030202020204" pitchFamily="49" charset="0"/>
                <a:ea typeface="Hack" panose="020B0609030202020204" pitchFamily="49" charset="0"/>
                <a:cs typeface="Hack" panose="020B0609030202020204" pitchFamily="49" charset="0"/>
              </a:rPr>
              <a:t>halt,x,7,0,halt,/sbin,/sbin/halt    </a:t>
            </a:r>
          </a:p>
          <a:p>
            <a:pPr indent="168275" defTabSz="687388" eaLnBrk="0" hangingPunct="0">
              <a:buClr>
                <a:srgbClr val="000066"/>
              </a:buClr>
              <a:buSzPct val="100000"/>
              <a:tabLst>
                <a:tab pos="3951288" algn="l"/>
                <a:tab pos="6022975" algn="r"/>
              </a:tabLst>
              <a:defRPr/>
            </a:pPr>
            <a:r>
              <a:rPr lang="en-GB" sz="110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GB" sz="160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8" name="Text Box 6"/>
          <p:cNvSpPr txBox="1">
            <a:spLocks noChangeArrowheads="1"/>
          </p:cNvSpPr>
          <p:nvPr/>
        </p:nvSpPr>
        <p:spPr bwMode="auto">
          <a:xfrm>
            <a:off x="9302436" y="2685956"/>
            <a:ext cx="2214458" cy="472359"/>
          </a:xfrm>
          <a:prstGeom prst="rect">
            <a:avLst/>
          </a:prstGeom>
          <a:gradFill>
            <a:gsLst>
              <a:gs pos="0">
                <a:srgbClr val="FFEFD1"/>
              </a:gs>
              <a:gs pos="64999">
                <a:srgbClr val="F0EBD5"/>
              </a:gs>
              <a:gs pos="100000">
                <a:srgbClr val="D1C39F"/>
              </a:gs>
            </a:gsLst>
            <a:lin ang="4200000" scaled="0"/>
          </a:gradFill>
          <a:ln w="12700">
            <a:solidFill>
              <a:srgbClr val="000000"/>
            </a:solidFill>
            <a:miter lim="800000"/>
            <a:headEnd/>
            <a:tailEnd/>
          </a:ln>
          <a:effectLst>
            <a:outerShdw blurRad="127000" dir="3660000" sx="101000" sy="101000" algn="tl" rotWithShape="0">
              <a:schemeClr val="bg2">
                <a:lumMod val="50000"/>
                <a:alpha val="65000"/>
              </a:schemeClr>
            </a:outerShdw>
          </a:effectLst>
        </p:spPr>
        <p:txBody>
          <a:bodyPr wrap="square" lIns="95250" tIns="108000" rIns="95250" bIns="50800">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indent="168275" defTabSz="720725" eaLnBrk="0" hangingPunct="0">
              <a:lnSpc>
                <a:spcPct val="110000"/>
              </a:lnSpc>
              <a:buClr>
                <a:srgbClr val="FF0000"/>
              </a:buClr>
              <a:buSzPct val="100000"/>
              <a:tabLst>
                <a:tab pos="571500" algn="l"/>
                <a:tab pos="1855788" algn="l"/>
              </a:tabLst>
              <a:defRPr/>
            </a:pPr>
            <a:r>
              <a:rPr lang="en-GB" sz="2000" i="1" dirty="0" err="1">
                <a:latin typeface="Segoe UI" charset="0"/>
              </a:rPr>
              <a:t>chdelim.bash</a:t>
            </a:r>
            <a:endParaRPr lang="en-GB" sz="2000" i="1" dirty="0">
              <a:latin typeface="Segoe UI" charset="0"/>
            </a:endParaRPr>
          </a:p>
        </p:txBody>
      </p:sp>
      <p:sp>
        <p:nvSpPr>
          <p:cNvPr id="10" name="Rounded Rectangle 9"/>
          <p:cNvSpPr/>
          <p:nvPr/>
        </p:nvSpPr>
        <p:spPr>
          <a:xfrm>
            <a:off x="3173671" y="2983941"/>
            <a:ext cx="5843070" cy="485775"/>
          </a:xfrm>
          <a:prstGeom prst="roundRect">
            <a:avLst>
              <a:gd name="adj" fmla="val 50000"/>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rtlCol="0" anchor="ctr"/>
          <a:lstStyle/>
          <a:p>
            <a:r>
              <a:rPr lang="en-GB" sz="1800" i="1" dirty="0"/>
              <a:t>Example changing the field delimiter from </a:t>
            </a:r>
            <a:r>
              <a:rPr lang="en-GB" sz="1800" b="1" i="1" dirty="0">
                <a:solidFill>
                  <a:schemeClr val="accent1">
                    <a:lumMod val="75000"/>
                  </a:schemeClr>
                </a:solidFill>
              </a:rPr>
              <a:t>:</a:t>
            </a:r>
            <a:r>
              <a:rPr lang="en-GB" sz="1800" i="1" dirty="0"/>
              <a:t> to </a:t>
            </a:r>
            <a:r>
              <a:rPr lang="en-GB" sz="1800" b="1" i="1" dirty="0">
                <a:solidFill>
                  <a:schemeClr val="accent1">
                    <a:lumMod val="75000"/>
                  </a:schemeClr>
                </a:solidFill>
              </a:rPr>
              <a:t>,</a:t>
            </a:r>
          </a:p>
        </p:txBody>
      </p:sp>
    </p:spTree>
    <p:extLst>
      <p:ext uri="{BB962C8B-B14F-4D97-AF65-F5344CB8AC3E}">
        <p14:creationId xmlns:p14="http://schemas.microsoft.com/office/powerpoint/2010/main" val="33229976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86D1A3-C420-44ED-A3D7-601F94950A3A}"/>
              </a:ext>
            </a:extLst>
          </p:cNvPr>
          <p:cNvSpPr>
            <a:spLocks noGrp="1"/>
          </p:cNvSpPr>
          <p:nvPr>
            <p:ph type="ctrTitle"/>
          </p:nvPr>
        </p:nvSpPr>
        <p:spPr/>
        <p:txBody>
          <a:bodyPr/>
          <a:lstStyle/>
          <a:p>
            <a:r>
              <a:rPr lang="en-GB" dirty="0"/>
              <a:t>Associative array</a:t>
            </a:r>
          </a:p>
        </p:txBody>
      </p:sp>
      <p:sp>
        <p:nvSpPr>
          <p:cNvPr id="15363" name="Rectangle 3"/>
          <p:cNvSpPr>
            <a:spLocks noGrp="1" noChangeArrowheads="1"/>
          </p:cNvSpPr>
          <p:nvPr>
            <p:ph sz="quarter" idx="4"/>
          </p:nvPr>
        </p:nvSpPr>
        <p:spPr>
          <a:xfrm>
            <a:off x="443922" y="1781175"/>
            <a:ext cx="11303578" cy="4300648"/>
          </a:xfrm>
        </p:spPr>
        <p:txBody>
          <a:bodyPr/>
          <a:lstStyle/>
          <a:p>
            <a:r>
              <a:rPr lang="en-GB" sz="1800" dirty="0">
                <a:solidFill>
                  <a:schemeClr val="tx1"/>
                </a:solidFill>
              </a:rPr>
              <a:t>Access array elements by a text </a:t>
            </a:r>
            <a:r>
              <a:rPr lang="en-GB" sz="1800" b="1" dirty="0">
                <a:solidFill>
                  <a:schemeClr val="tx1"/>
                </a:solidFill>
              </a:rPr>
              <a:t>key</a:t>
            </a:r>
            <a:r>
              <a:rPr lang="en-GB" sz="1800" dirty="0">
                <a:solidFill>
                  <a:schemeClr val="tx1"/>
                </a:solidFill>
              </a:rPr>
              <a:t>, not an </a:t>
            </a:r>
            <a:r>
              <a:rPr lang="en-GB" sz="1800" b="1" dirty="0">
                <a:solidFill>
                  <a:schemeClr val="tx1"/>
                </a:solidFill>
              </a:rPr>
              <a:t>index</a:t>
            </a:r>
            <a:r>
              <a:rPr lang="en-GB" sz="1800" dirty="0">
                <a:solidFill>
                  <a:schemeClr val="tx1"/>
                </a:solidFill>
              </a:rPr>
              <a:t>.</a:t>
            </a:r>
          </a:p>
          <a:p>
            <a:pPr lvl="1"/>
            <a:r>
              <a:rPr lang="en-GB" sz="1800" dirty="0"/>
              <a:t>Similar to associative arrays in </a:t>
            </a:r>
            <a:r>
              <a:rPr lang="en-GB" sz="1800" b="1" dirty="0">
                <a:solidFill>
                  <a:srgbClr val="0000C8"/>
                </a:solidFill>
              </a:rPr>
              <a:t>AWK</a:t>
            </a:r>
            <a:r>
              <a:rPr lang="en-GB" sz="1800" dirty="0"/>
              <a:t> and </a:t>
            </a:r>
            <a:r>
              <a:rPr lang="en-GB" sz="1800" b="1" dirty="0">
                <a:solidFill>
                  <a:srgbClr val="0000C8"/>
                </a:solidFill>
              </a:rPr>
              <a:t>PHP</a:t>
            </a:r>
            <a:r>
              <a:rPr lang="en-GB" sz="1800" dirty="0"/>
              <a:t>, hashes in </a:t>
            </a:r>
            <a:r>
              <a:rPr lang="en-GB" sz="1800" b="1" dirty="0">
                <a:solidFill>
                  <a:srgbClr val="0000C8"/>
                </a:solidFill>
              </a:rPr>
              <a:t>Perl</a:t>
            </a:r>
            <a:r>
              <a:rPr lang="en-GB" sz="1800" dirty="0"/>
              <a:t> and </a:t>
            </a:r>
            <a:r>
              <a:rPr lang="en-GB" sz="1800" b="1" dirty="0">
                <a:solidFill>
                  <a:srgbClr val="0000C8"/>
                </a:solidFill>
              </a:rPr>
              <a:t>Ruby</a:t>
            </a:r>
            <a:r>
              <a:rPr lang="en-GB" sz="1800" dirty="0"/>
              <a:t>, dictionaries in </a:t>
            </a:r>
            <a:r>
              <a:rPr lang="en-GB" sz="1800" b="1" dirty="0">
                <a:solidFill>
                  <a:srgbClr val="0000C8"/>
                </a:solidFill>
              </a:rPr>
              <a:t>Python</a:t>
            </a:r>
            <a:r>
              <a:rPr lang="en-GB" sz="1800" dirty="0"/>
              <a:t>, maps and hash tables in </a:t>
            </a:r>
            <a:r>
              <a:rPr lang="en-GB" sz="1800" b="1" dirty="0">
                <a:solidFill>
                  <a:srgbClr val="0000C8"/>
                </a:solidFill>
              </a:rPr>
              <a:t>Java</a:t>
            </a:r>
            <a:r>
              <a:rPr lang="en-GB" sz="1800" dirty="0"/>
              <a:t>, </a:t>
            </a:r>
            <a:r>
              <a:rPr lang="en-GB" sz="1800" b="1" dirty="0">
                <a:solidFill>
                  <a:srgbClr val="0000C8"/>
                </a:solidFill>
                <a:ea typeface="Verdana" pitchFamily="34" charset="0"/>
              </a:rPr>
              <a:t>C# </a:t>
            </a:r>
            <a:r>
              <a:rPr lang="en-GB" sz="1800" dirty="0"/>
              <a:t>and </a:t>
            </a:r>
            <a:r>
              <a:rPr lang="en-GB" sz="1800" b="1" dirty="0">
                <a:solidFill>
                  <a:srgbClr val="0000C8"/>
                </a:solidFill>
                <a:ea typeface="Verdana" pitchFamily="34" charset="0"/>
              </a:rPr>
              <a:t>C++</a:t>
            </a:r>
          </a:p>
          <a:p>
            <a:r>
              <a:rPr lang="en-GB" sz="1800" dirty="0">
                <a:solidFill>
                  <a:schemeClr val="tx1"/>
                </a:solidFill>
              </a:rPr>
              <a:t>Syntax is similar to index arrays.</a:t>
            </a:r>
          </a:p>
          <a:p>
            <a:pPr lvl="1"/>
            <a:r>
              <a:rPr lang="en-GB" sz="1800" dirty="0"/>
              <a:t>But must declare using</a:t>
            </a:r>
            <a:r>
              <a:rPr lang="en-GB" sz="1800" b="1" dirty="0">
                <a:solidFill>
                  <a:srgbClr val="0000C8"/>
                </a:solidFill>
              </a:rPr>
              <a:t> -A </a:t>
            </a:r>
            <a:r>
              <a:rPr lang="en-GB" sz="1800" dirty="0"/>
              <a:t>first</a:t>
            </a:r>
          </a:p>
        </p:txBody>
      </p:sp>
      <p:sp>
        <p:nvSpPr>
          <p:cNvPr id="2" name="Slide Number Placeholder 1">
            <a:extLst>
              <a:ext uri="{FF2B5EF4-FFF2-40B4-BE49-F238E27FC236}">
                <a16:creationId xmlns:a16="http://schemas.microsoft.com/office/drawing/2014/main" id="{1511851B-DCBA-E6CF-CA8D-C11D692CF1EF}"/>
              </a:ext>
            </a:extLst>
          </p:cNvPr>
          <p:cNvSpPr>
            <a:spLocks noGrp="1"/>
          </p:cNvSpPr>
          <p:nvPr>
            <p:ph type="sldNum" sz="quarter" idx="12"/>
          </p:nvPr>
        </p:nvSpPr>
        <p:spPr>
          <a:prstGeom prst="rect">
            <a:avLst/>
          </a:prstGeom>
        </p:spPr>
        <p:txBody>
          <a:bodyPr/>
          <a:lstStyle/>
          <a:p>
            <a:fld id="{EF892D59-8F09-EF4B-AD6D-DA609442F868}" type="slidenum">
              <a:rPr lang="en-GB" smtClean="0"/>
              <a:pPr/>
              <a:t>27</a:t>
            </a:fld>
            <a:endParaRPr lang="en-GB" dirty="0"/>
          </a:p>
        </p:txBody>
      </p:sp>
      <p:sp>
        <p:nvSpPr>
          <p:cNvPr id="15364" name="Text Box 4"/>
          <p:cNvSpPr txBox="1">
            <a:spLocks noChangeArrowheads="1"/>
          </p:cNvSpPr>
          <p:nvPr/>
        </p:nvSpPr>
        <p:spPr bwMode="auto">
          <a:xfrm>
            <a:off x="414000" y="4196959"/>
            <a:ext cx="11404800" cy="1579920"/>
          </a:xfrm>
          <a:prstGeom prst="rect">
            <a:avLst/>
          </a:prstGeom>
          <a:solidFill>
            <a:schemeClr val="tx1"/>
          </a:solidFill>
          <a:ln w="12700">
            <a:solidFill>
              <a:srgbClr val="000000"/>
            </a:solidFill>
            <a:miter lim="800000"/>
            <a:headEnd/>
            <a:tailEnd/>
          </a:ln>
          <a:effectLst>
            <a:outerShdw dist="107763" dir="2700000" algn="ctr" rotWithShape="0">
              <a:schemeClr val="bg2"/>
            </a:outerShdw>
          </a:effectLst>
        </p:spPr>
        <p:txBody>
          <a:bodyPr wrap="square" lIns="95250" tIns="50800" rIns="95250" bIns="50800">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defTabSz="687388" eaLnBrk="0" hangingPunct="0">
              <a:buClr>
                <a:srgbClr val="000066"/>
              </a:buClr>
              <a:buSzPct val="100000"/>
              <a:tabLst>
                <a:tab pos="531813" algn="l"/>
                <a:tab pos="6022975" algn="r"/>
              </a:tabLst>
              <a:defRPr/>
            </a:pPr>
            <a:r>
              <a:rPr lang="en-GB" sz="20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2000"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2000" b="1" dirty="0">
                <a:solidFill>
                  <a:schemeClr val="bg1"/>
                </a:solidFill>
                <a:latin typeface="Hack" panose="020B0609030202020204" pitchFamily="49" charset="0"/>
                <a:ea typeface="Hack" panose="020B0609030202020204" pitchFamily="49" charset="0"/>
                <a:cs typeface="Hack" panose="020B0609030202020204" pitchFamily="49" charset="0"/>
              </a:rPr>
              <a:t>cities</a:t>
            </a:r>
            <a:r>
              <a:rPr lang="en-GB" sz="1800" b="1" dirty="0">
                <a:solidFill>
                  <a:schemeClr val="bg1"/>
                </a:solidFill>
                <a:latin typeface="Hack" panose="020B0609030202020204" pitchFamily="49" charset="0"/>
                <a:ea typeface="Hack" panose="020B0609030202020204" pitchFamily="49" charset="0"/>
                <a:cs typeface="Hack" panose="020B0609030202020204" pitchFamily="49" charset="0"/>
              </a:rPr>
              <a:t>=([Eire]=Dublin [France]=Paris [Finland]=Helsinki [UK]=London)</a:t>
            </a:r>
          </a:p>
          <a:p>
            <a:pPr defTabSz="687388" eaLnBrk="0" hangingPunct="0">
              <a:buClr>
                <a:srgbClr val="000066"/>
              </a:buClr>
              <a:buSzPct val="100000"/>
              <a:tabLst>
                <a:tab pos="531813" algn="l"/>
                <a:tab pos="6022975" algn="r"/>
              </a:tabLst>
              <a:defRPr/>
            </a:pPr>
            <a:r>
              <a:rPr lang="en-GB" sz="20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2000"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2000" b="1" dirty="0">
                <a:solidFill>
                  <a:schemeClr val="bg1"/>
                </a:solidFill>
                <a:latin typeface="Hack" panose="020B0609030202020204" pitchFamily="49" charset="0"/>
                <a:ea typeface="Hack" panose="020B0609030202020204" pitchFamily="49" charset="0"/>
                <a:cs typeface="Hack" panose="020B0609030202020204" pitchFamily="49" charset="0"/>
              </a:rPr>
              <a:t>echo ${cities[UK]}</a:t>
            </a:r>
          </a:p>
          <a:p>
            <a:pPr defTabSz="687388" eaLnBrk="0" hangingPunct="0">
              <a:buClr>
                <a:srgbClr val="000066"/>
              </a:buClr>
              <a:buSzPct val="100000"/>
              <a:tabLst>
                <a:tab pos="531813" algn="l"/>
                <a:tab pos="6022975" algn="r"/>
              </a:tabLst>
              <a:defRPr/>
            </a:pPr>
            <a:r>
              <a:rPr lang="en-GB" sz="1600" dirty="0">
                <a:solidFill>
                  <a:schemeClr val="bg1"/>
                </a:solidFill>
                <a:latin typeface="Hack" panose="020B0609030202020204" pitchFamily="49" charset="0"/>
                <a:ea typeface="Hack" panose="020B0609030202020204" pitchFamily="49" charset="0"/>
                <a:cs typeface="Hack" panose="020B0609030202020204" pitchFamily="49" charset="0"/>
              </a:rPr>
              <a:t>London</a:t>
            </a:r>
          </a:p>
          <a:p>
            <a:pPr defTabSz="687388" eaLnBrk="0" hangingPunct="0">
              <a:buClr>
                <a:srgbClr val="000066"/>
              </a:buClr>
              <a:buSzPct val="100000"/>
              <a:tabLst>
                <a:tab pos="531813" algn="l"/>
                <a:tab pos="6022975" algn="r"/>
              </a:tabLst>
              <a:defRPr/>
            </a:pPr>
            <a:r>
              <a:rPr lang="en-GB" sz="20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2000"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2000" b="1" dirty="0">
                <a:solidFill>
                  <a:schemeClr val="bg1"/>
                </a:solidFill>
                <a:latin typeface="Hack" panose="020B0609030202020204" pitchFamily="49" charset="0"/>
                <a:ea typeface="Hack" panose="020B0609030202020204" pitchFamily="49" charset="0"/>
                <a:cs typeface="Hack" panose="020B0609030202020204" pitchFamily="49" charset="0"/>
              </a:rPr>
              <a:t>country=Iceland</a:t>
            </a:r>
          </a:p>
          <a:p>
            <a:pPr defTabSz="687388" eaLnBrk="0" hangingPunct="0">
              <a:buClr>
                <a:srgbClr val="000066"/>
              </a:buClr>
              <a:buSzPct val="100000"/>
              <a:tabLst>
                <a:tab pos="531813" algn="l"/>
                <a:tab pos="6022975" algn="r"/>
              </a:tabLst>
              <a:defRPr/>
            </a:pPr>
            <a:r>
              <a:rPr lang="en-GB" sz="2000" spc="-4"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GB" sz="2000" spc="-37"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GB" sz="2000" b="1" dirty="0">
                <a:solidFill>
                  <a:schemeClr val="bg1"/>
                </a:solidFill>
                <a:latin typeface="Hack" panose="020B0609030202020204" pitchFamily="49" charset="0"/>
                <a:ea typeface="Hack" panose="020B0609030202020204" pitchFamily="49" charset="0"/>
                <a:cs typeface="Hack" panose="020B0609030202020204" pitchFamily="49" charset="0"/>
              </a:rPr>
              <a:t>cities[$country]=Reykjavik</a:t>
            </a:r>
          </a:p>
        </p:txBody>
      </p:sp>
      <p:sp>
        <p:nvSpPr>
          <p:cNvPr id="10" name="Rounded Rectangle 9"/>
          <p:cNvSpPr/>
          <p:nvPr/>
        </p:nvSpPr>
        <p:spPr>
          <a:xfrm>
            <a:off x="4827594" y="3014945"/>
            <a:ext cx="3614315" cy="487680"/>
          </a:xfrm>
          <a:prstGeom prst="roundRect">
            <a:avLst/>
          </a:prstGeom>
          <a:gradFill rotWithShape="1">
            <a:gsLst>
              <a:gs pos="0">
                <a:srgbClr val="FFFFFF"/>
              </a:gs>
              <a:gs pos="100000">
                <a:srgbClr val="EEEFD7"/>
              </a:gs>
            </a:gsLst>
            <a:path path="shape">
              <a:fillToRect l="50000" t="50000" r="50000" b="50000"/>
            </a:path>
          </a:gradFill>
          <a:ln w="9525" algn="ctr">
            <a:solidFill>
              <a:srgbClr val="808080"/>
            </a:solidFill>
            <a:miter lim="800000"/>
            <a:headEnd/>
            <a:tailEnd type="triangle"/>
          </a:ln>
          <a:effectLst/>
        </p:spPr>
        <p:txBody>
          <a:bodyPr wrap="none" tIns="108000" rtlCol="0" anchor="ctr"/>
          <a:lstStyle/>
          <a:p>
            <a:pPr algn="ctr">
              <a:lnSpc>
                <a:spcPct val="70000"/>
              </a:lnSpc>
              <a:spcBef>
                <a:spcPct val="75000"/>
              </a:spcBef>
              <a:spcAft>
                <a:spcPct val="10000"/>
              </a:spcAft>
              <a:buClr>
                <a:srgbClr val="FF0000"/>
              </a:buClr>
              <a:buFont typeface="Wingdings" pitchFamily="2" charset="2"/>
              <a:buNone/>
            </a:pPr>
            <a:r>
              <a:rPr lang="en-US" sz="2000" b="1" dirty="0">
                <a:solidFill>
                  <a:srgbClr val="0000C8"/>
                </a:solidFill>
              </a:rPr>
              <a:t>declare -A cities</a:t>
            </a:r>
          </a:p>
        </p:txBody>
      </p:sp>
      <p:sp>
        <p:nvSpPr>
          <p:cNvPr id="11" name="Rectangle 10"/>
          <p:cNvSpPr/>
          <p:nvPr/>
        </p:nvSpPr>
        <p:spPr>
          <a:xfrm>
            <a:off x="8356432" y="3012370"/>
            <a:ext cx="1702553" cy="461665"/>
          </a:xfrm>
          <a:prstGeom prst="rect">
            <a:avLst/>
          </a:prstGeom>
          <a:noFill/>
        </p:spPr>
        <p:txBody>
          <a:bodyPr wrap="squar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2400" b="1" cap="all" dirty="0">
                <a:ln w="0"/>
                <a:solidFill>
                  <a:srgbClr val="00B050"/>
                </a:solidFill>
                <a:effectLst>
                  <a:reflection blurRad="12700" stA="50000" endPos="50000" dist="5000" dir="5400000" sy="-100000" rotWithShape="0"/>
                </a:effectLst>
              </a:rPr>
              <a:t>ba</a:t>
            </a:r>
            <a:r>
              <a:rPr lang="en-US" sz="2400" b="1" cap="all" spc="0" dirty="0">
                <a:ln w="0"/>
                <a:solidFill>
                  <a:srgbClr val="00B050"/>
                </a:solidFill>
                <a:effectLst>
                  <a:reflection blurRad="12700" stA="50000" endPos="50000" dist="5000" dir="5400000" sy="-100000" rotWithShape="0"/>
                </a:effectLst>
              </a:rPr>
              <a:t>sh</a:t>
            </a:r>
            <a:r>
              <a:rPr lang="en-US" sz="2400" b="1" cap="all" spc="0" dirty="0">
                <a:ln w="0"/>
                <a:solidFill>
                  <a:srgbClr val="134183"/>
                </a:solidFill>
                <a:effectLst>
                  <a:reflection blurRad="12700" stA="50000" endPos="50000" dist="5000" dir="5400000" sy="-100000" rotWithShape="0"/>
                </a:effectLst>
              </a:rPr>
              <a:t> </a:t>
            </a:r>
            <a:r>
              <a:rPr lang="en-US" sz="2400" b="1" cap="all" dirty="0">
                <a:ln w="0"/>
                <a:solidFill>
                  <a:srgbClr val="00B050"/>
                </a:solidFill>
                <a:effectLst>
                  <a:reflection blurRad="12700" stA="50000" endPos="50000" dist="5000" dir="5400000" sy="-100000" rotWithShape="0"/>
                </a:effectLst>
              </a:rPr>
              <a:t>4</a:t>
            </a:r>
          </a:p>
        </p:txBody>
      </p:sp>
    </p:spTree>
    <p:extLst>
      <p:ext uri="{BB962C8B-B14F-4D97-AF65-F5344CB8AC3E}">
        <p14:creationId xmlns:p14="http://schemas.microsoft.com/office/powerpoint/2010/main" val="2072416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7B9CB-2AB2-E928-E8F3-EBB6454D64D5}"/>
              </a:ext>
            </a:extLst>
          </p:cNvPr>
          <p:cNvSpPr>
            <a:spLocks noGrp="1"/>
          </p:cNvSpPr>
          <p:nvPr>
            <p:ph type="ctrTitle"/>
          </p:nvPr>
        </p:nvSpPr>
        <p:spPr/>
        <p:txBody>
          <a:bodyPr/>
          <a:lstStyle/>
          <a:p>
            <a:endParaRPr lang="en-GB"/>
          </a:p>
        </p:txBody>
      </p:sp>
      <p:sp>
        <p:nvSpPr>
          <p:cNvPr id="3" name="Content Placeholder 2">
            <a:extLst>
              <a:ext uri="{FF2B5EF4-FFF2-40B4-BE49-F238E27FC236}">
                <a16:creationId xmlns:a16="http://schemas.microsoft.com/office/drawing/2014/main" id="{375CF0F0-3278-5E16-FCEC-3D7864F05808}"/>
              </a:ext>
            </a:extLst>
          </p:cNvPr>
          <p:cNvSpPr>
            <a:spLocks noGrp="1"/>
          </p:cNvSpPr>
          <p:nvPr>
            <p:ph sz="quarter" idx="4"/>
          </p:nvPr>
        </p:nvSpPr>
        <p:spPr/>
        <p:txBody>
          <a:bodyPr/>
          <a:lstStyle/>
          <a:p>
            <a:endParaRPr lang="en-GB"/>
          </a:p>
        </p:txBody>
      </p:sp>
      <p:sp>
        <p:nvSpPr>
          <p:cNvPr id="4" name="Slide Number Placeholder 1">
            <a:extLst>
              <a:ext uri="{FF2B5EF4-FFF2-40B4-BE49-F238E27FC236}">
                <a16:creationId xmlns:a16="http://schemas.microsoft.com/office/drawing/2014/main" id="{5B8DFF5B-8880-ACE1-89F8-639A794FDA15}"/>
              </a:ext>
            </a:extLst>
          </p:cNvPr>
          <p:cNvSpPr>
            <a:spLocks noGrp="1"/>
          </p:cNvSpPr>
          <p:nvPr>
            <p:ph type="sldNum" sz="quarter" idx="12"/>
          </p:nvPr>
        </p:nvSpPr>
        <p:spPr>
          <a:prstGeom prst="rect">
            <a:avLst/>
          </a:prstGeom>
        </p:spPr>
        <p:txBody>
          <a:bodyPr/>
          <a:lstStyle/>
          <a:p>
            <a:fld id="{EF892D59-8F09-EF4B-AD6D-DA609442F868}" type="slidenum">
              <a:rPr lang="en-GB" smtClean="0"/>
              <a:pPr/>
              <a:t>28</a:t>
            </a:fld>
            <a:endParaRPr lang="en-GB" dirty="0"/>
          </a:p>
        </p:txBody>
      </p:sp>
    </p:spTree>
    <p:extLst>
      <p:ext uri="{BB962C8B-B14F-4D97-AF65-F5344CB8AC3E}">
        <p14:creationId xmlns:p14="http://schemas.microsoft.com/office/powerpoint/2010/main" val="3438434882"/>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C71F1D-A98C-43DF-A986-061295C23702}">
  <ds:schemaRefs>
    <ds:schemaRef ds:uri="52e7f57a-cc1d-4bce-9b60-d9dd785361c7"/>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4851bab5-d36a-4f24-a761-998180967d12"/>
    <ds:schemaRef ds:uri="http://www.w3.org/XML/1998/namespace"/>
    <ds:schemaRef ds:uri="http://purl.org/dc/dcmitype/"/>
  </ds:schemaRefs>
</ds:datastoreItem>
</file>

<file path=customXml/itemProps3.xml><?xml version="1.0" encoding="utf-8"?>
<ds:datastoreItem xmlns:ds="http://schemas.openxmlformats.org/officeDocument/2006/customXml" ds:itemID="{E0CF5967-01BD-40C1-B1E3-8E6CDE2BF89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19299</TotalTime>
  <Words>7156</Words>
  <Application>Microsoft Office PowerPoint</Application>
  <PresentationFormat>Widescreen</PresentationFormat>
  <Paragraphs>647</Paragraphs>
  <Slides>28</Slides>
  <Notes>28</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28</vt:i4>
      </vt:variant>
    </vt:vector>
  </HeadingPairs>
  <TitlesOfParts>
    <vt:vector size="41" baseType="lpstr">
      <vt:lpstr>Aptos</vt:lpstr>
      <vt:lpstr>Arial</vt:lpstr>
      <vt:lpstr>Calibri</vt:lpstr>
      <vt:lpstr>Figtree</vt:lpstr>
      <vt:lpstr>Hack</vt:lpstr>
      <vt:lpstr>Lucida Console</vt:lpstr>
      <vt:lpstr>Montserrat</vt:lpstr>
      <vt:lpstr>Segoe UI</vt:lpstr>
      <vt:lpstr>Verdana</vt:lpstr>
      <vt:lpstr>Wingdings</vt:lpstr>
      <vt:lpstr>Cover Slides - Business/Marketing</vt:lpstr>
      <vt:lpstr>Divider Slides</vt:lpstr>
      <vt:lpstr>Purple Module</vt:lpstr>
      <vt:lpstr>Appendix A: Bash variables</vt:lpstr>
      <vt:lpstr>Creating variables</vt:lpstr>
      <vt:lpstr>Variable expansion</vt:lpstr>
      <vt:lpstr>Re-parsing</vt:lpstr>
      <vt:lpstr>Variable string length</vt:lpstr>
      <vt:lpstr>Extracting substrings</vt:lpstr>
      <vt:lpstr>Deleting substrings</vt:lpstr>
      <vt:lpstr>Editing substrings</vt:lpstr>
      <vt:lpstr>Variable test with exit</vt:lpstr>
      <vt:lpstr>Variable test continues original value</vt:lpstr>
      <vt:lpstr>Variable test continues change value</vt:lpstr>
      <vt:lpstr>Variable attributes</vt:lpstr>
      <vt:lpstr>Variable attribute – readonly</vt:lpstr>
      <vt:lpstr>Variable attribute – integer</vt:lpstr>
      <vt:lpstr>Working with integers</vt:lpstr>
      <vt:lpstr>Arithmetic operators</vt:lpstr>
      <vt:lpstr>Working with non-decimal bases</vt:lpstr>
      <vt:lpstr>Arithmetic add string append</vt:lpstr>
      <vt:lpstr>Arrays</vt:lpstr>
      <vt:lpstr>Array syntax</vt:lpstr>
      <vt:lpstr>Accessing elements</vt:lpstr>
      <vt:lpstr>Accessing all elements</vt:lpstr>
      <vt:lpstr>Setting a block of array elements</vt:lpstr>
      <vt:lpstr>Appending to an array</vt:lpstr>
      <vt:lpstr>Counting the elements of an array</vt:lpstr>
      <vt:lpstr>Using read with an array</vt:lpstr>
      <vt:lpstr>Associative array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Feist, Ella</cp:lastModifiedBy>
  <cp:revision>46</cp:revision>
  <dcterms:created xsi:type="dcterms:W3CDTF">2024-06-24T11:44:08Z</dcterms:created>
  <dcterms:modified xsi:type="dcterms:W3CDTF">2025-05-30T13:47:00Z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