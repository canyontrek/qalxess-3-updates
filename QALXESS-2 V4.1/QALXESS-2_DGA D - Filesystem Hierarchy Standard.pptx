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897" r:id="rId6"/>
  </p:sldMasterIdLst>
  <p:notesMasterIdLst>
    <p:notesMasterId r:id="rId29"/>
  </p:notesMasterIdLst>
  <p:sldIdLst>
    <p:sldId id="256" r:id="rId7"/>
    <p:sldId id="1181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65" r:id="rId17"/>
    <p:sldId id="766" r:id="rId18"/>
    <p:sldId id="767" r:id="rId19"/>
    <p:sldId id="768" r:id="rId20"/>
    <p:sldId id="769" r:id="rId21"/>
    <p:sldId id="770" r:id="rId22"/>
    <p:sldId id="771" r:id="rId23"/>
    <p:sldId id="772" r:id="rId24"/>
    <p:sldId id="773" r:id="rId25"/>
    <p:sldId id="774" r:id="rId26"/>
    <p:sldId id="775" r:id="rId27"/>
    <p:sldId id="11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256"/>
            <p14:sldId id="1181"/>
            <p14:sldId id="757"/>
            <p14:sldId id="758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3"/>
            <p14:sldId id="774"/>
            <p14:sldId id="775"/>
            <p14:sldId id="11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5"/>
    <p:restoredTop sz="94491" autoAdjust="0"/>
  </p:normalViewPr>
  <p:slideViewPr>
    <p:cSldViewPr snapToGrid="0">
      <p:cViewPr varScale="1">
        <p:scale>
          <a:sx n="66" d="100"/>
          <a:sy n="66" d="100"/>
        </p:scale>
        <p:origin x="53" y="43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758" y="-87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46B72450-0FCA-45E7-A9D8-08FD70E089AA}"/>
    <pc:docChg chg="undo custSel modSld delMainMaster">
      <pc:chgData name="Feist, Ella" userId="992bbaf2-811d-42cb-a4d6-e7fc45e325e8" providerId="ADAL" clId="{46B72450-0FCA-45E7-A9D8-08FD70E089AA}" dt="2025-05-29T12:31:46.710" v="130" actId="14100"/>
      <pc:docMkLst>
        <pc:docMk/>
      </pc:docMkLst>
      <pc:sldChg chg="addSp delSp modSp mod">
        <pc:chgData name="Feist, Ella" userId="992bbaf2-811d-42cb-a4d6-e7fc45e325e8" providerId="ADAL" clId="{46B72450-0FCA-45E7-A9D8-08FD70E089AA}" dt="2025-05-29T12:31:46.710" v="130" actId="14100"/>
        <pc:sldMkLst>
          <pc:docMk/>
          <pc:sldMk cId="3128033414" sldId="256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128033414" sldId="256"/>
            <ac:spMk id="3" creationId="{F947E35B-F1AB-7074-56BF-728BD39AD062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128033414" sldId="256"/>
            <ac:spMk id="4" creationId="{441B5810-8C67-B742-B639-848419728702}"/>
          </ac:spMkLst>
        </pc:spChg>
        <pc:graphicFrameChg chg="add mod modGraphic">
          <ac:chgData name="Feist, Ella" userId="992bbaf2-811d-42cb-a4d6-e7fc45e325e8" providerId="ADAL" clId="{46B72450-0FCA-45E7-A9D8-08FD70E089AA}" dt="2025-05-29T12:31:46.710" v="130" actId="14100"/>
          <ac:graphicFrameMkLst>
            <pc:docMk/>
            <pc:sldMk cId="3128033414" sldId="256"/>
            <ac:graphicFrameMk id="2" creationId="{36C9DA1C-7E69-E2A4-E275-5C2173BE4D85}"/>
          </ac:graphicFrameMkLst>
        </pc:graphicFrameChg>
        <pc:graphicFrameChg chg="del">
          <ac:chgData name="Feist, Ella" userId="992bbaf2-811d-42cb-a4d6-e7fc45e325e8" providerId="ADAL" clId="{46B72450-0FCA-45E7-A9D8-08FD70E089AA}" dt="2025-05-29T12:25:17.448" v="3" actId="478"/>
          <ac:graphicFrameMkLst>
            <pc:docMk/>
            <pc:sldMk cId="3128033414" sldId="256"/>
            <ac:graphicFrameMk id="5" creationId="{B0C5DB58-380A-FCE4-412F-659794DB4A55}"/>
          </ac:graphicFrameMkLst>
        </pc:graphicFrame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990610829" sldId="757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990610829" sldId="757"/>
            <ac:spMk id="2" creationId="{9A495923-579B-8F47-840B-3F6C4A56DE2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990610829" sldId="757"/>
            <ac:spMk id="4" creationId="{05E19106-8406-9F46-AB90-E1E869CEB430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990610829" sldId="757"/>
            <ac:spMk id="5" creationId="{6AA26E67-A9FF-679F-1721-3C1412140FD2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2055891026" sldId="758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055891026" sldId="758"/>
            <ac:spMk id="2" creationId="{7B000B52-3776-DC79-9575-1CC9357CF72F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055891026" sldId="758"/>
            <ac:spMk id="4" creationId="{1B7007CB-1742-0F01-8D8A-FF4B74BD1D8D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055891026" sldId="758"/>
            <ac:spMk id="5" creationId="{E73BD67C-6D1E-F78D-DA4B-8698C96A1875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649558691" sldId="759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649558691" sldId="759"/>
            <ac:spMk id="2" creationId="{F5F466FA-6F84-9F61-754D-64DD7EBBEB40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649558691" sldId="759"/>
            <ac:spMk id="4" creationId="{BF96693B-7736-F7EA-0D9F-49EDD31F201F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649558691" sldId="759"/>
            <ac:spMk id="5" creationId="{86975E44-E305-84D9-36D2-43E8A1ED8E1C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420040914" sldId="760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20040914" sldId="760"/>
            <ac:spMk id="2" creationId="{35E8DBE1-E2D4-4FC0-97E9-71C71B63845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20040914" sldId="760"/>
            <ac:spMk id="4" creationId="{FA0D7287-B33D-F619-F489-385D711A0B4E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20040914" sldId="760"/>
            <ac:spMk id="5" creationId="{8BCBCAAF-F8A6-CA11-9B19-96046E8A5336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975096343" sldId="761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975096343" sldId="761"/>
            <ac:spMk id="2" creationId="{322669E1-E949-DB8E-7905-A357ADDB8F59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975096343" sldId="761"/>
            <ac:spMk id="4" creationId="{16C3116F-CF90-0B35-0CEF-82C8E1D054D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975096343" sldId="761"/>
            <ac:spMk id="5" creationId="{77C20BE7-9B47-8B0D-11E0-954088C80556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853179575" sldId="762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853179575" sldId="762"/>
            <ac:spMk id="2" creationId="{A2BA8001-7678-05F4-997B-710FF9C0E996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853179575" sldId="762"/>
            <ac:spMk id="4" creationId="{18B4037E-7B9B-E3A4-B271-88A6A07C0779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853179575" sldId="762"/>
            <ac:spMk id="5" creationId="{F84ACCE6-BF29-DD2A-F50F-5113CBBD5895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3332053691" sldId="763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32053691" sldId="763"/>
            <ac:spMk id="2" creationId="{0580BA41-3542-85A3-9226-A61116CFD04B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32053691" sldId="763"/>
            <ac:spMk id="4" creationId="{359FE7B0-0909-B0DC-4A1F-10CE1BA3EA41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32053691" sldId="763"/>
            <ac:spMk id="5" creationId="{92D1AE6D-F36E-64E4-E94D-05B1194B013B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2869891751" sldId="764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869891751" sldId="764"/>
            <ac:spMk id="2" creationId="{9CCFBF24-A96F-C326-BAF2-5FD6471079AB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869891751" sldId="764"/>
            <ac:spMk id="4" creationId="{0F960EE2-8D5A-B16F-8A58-A339D6933AD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869891751" sldId="764"/>
            <ac:spMk id="6" creationId="{25E35B51-92EB-0C70-1F2F-4ED89E5E2D59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3248317295" sldId="765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248317295" sldId="765"/>
            <ac:spMk id="2" creationId="{D320A937-0067-7735-DDAB-C5BA6E008A87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248317295" sldId="765"/>
            <ac:spMk id="4" creationId="{828D3717-2AEF-D568-5905-25403201C937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248317295" sldId="765"/>
            <ac:spMk id="5" creationId="{D01BF16D-6049-7332-649D-8843AC5ECE28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38932795" sldId="766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8932795" sldId="766"/>
            <ac:spMk id="2" creationId="{C9C4E3BC-1445-0B2B-6F39-0B6C62824F25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8932795" sldId="766"/>
            <ac:spMk id="4" creationId="{AD2A3156-D0A7-2713-D59D-C173E6AFE198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8932795" sldId="766"/>
            <ac:spMk id="5" creationId="{E7A68F3E-0329-76F1-088C-29923103DDEC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2919288586" sldId="767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919288586" sldId="767"/>
            <ac:spMk id="2" creationId="{616D178B-9126-7A7F-1C4D-94B331055C7A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919288586" sldId="767"/>
            <ac:spMk id="4" creationId="{B58733FF-6531-746B-223B-9DA23CE8B3DC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919288586" sldId="767"/>
            <ac:spMk id="5" creationId="{8C9DD01C-3789-8E50-186C-5EA77B36D51D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3100157953" sldId="768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100157953" sldId="768"/>
            <ac:spMk id="2" creationId="{D5692A7E-3305-CF4C-504B-DD1BFBEE30AF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100157953" sldId="768"/>
            <ac:spMk id="4" creationId="{B01C120E-E3ED-E7DB-AE20-D4712D014A11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100157953" sldId="768"/>
            <ac:spMk id="5" creationId="{1E88EE08-9651-2B49-94CF-E5BC77D1172B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2444636468" sldId="769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444636468" sldId="769"/>
            <ac:spMk id="2" creationId="{A4CB3EFA-9C7F-4CA7-FA3C-FF568DE5F13D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444636468" sldId="769"/>
            <ac:spMk id="4" creationId="{CDD57922-2E1F-A34B-3FF2-2B9B535B88D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2444636468" sldId="769"/>
            <ac:spMk id="5" creationId="{75EDEA7F-6746-F28E-90BA-BD334F1A0DF6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3914729720" sldId="770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914729720" sldId="770"/>
            <ac:spMk id="2" creationId="{8BEF28B2-A71F-5EF7-462B-D44982BCAA83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914729720" sldId="770"/>
            <ac:spMk id="4" creationId="{65C35002-A325-C927-9B7D-15A1EDCED65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914729720" sldId="770"/>
            <ac:spMk id="5" creationId="{851480CD-8808-6585-945B-68FBB5C8A0A9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65641040" sldId="771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65641040" sldId="771"/>
            <ac:spMk id="2" creationId="{59312A62-F746-6E48-CA46-F30ADD0E45B7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65641040" sldId="771"/>
            <ac:spMk id="4" creationId="{A8644471-2D48-4234-6D25-ADF45C8D7BC9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65641040" sldId="771"/>
            <ac:spMk id="5" creationId="{906A5BD2-C87A-10FE-5C88-F6BC1DD2E416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330875808" sldId="772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0875808" sldId="772"/>
            <ac:spMk id="2" creationId="{F7F66949-CE35-2130-0B47-D5EB5D9A7691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0875808" sldId="772"/>
            <ac:spMk id="4" creationId="{CE7EB52D-59E6-C1F9-2302-A398F85C19B3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330875808" sldId="772"/>
            <ac:spMk id="5" creationId="{9CB3CED3-A29B-EF74-BE16-AE2E3FB58E72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777069730" sldId="773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777069730" sldId="773"/>
            <ac:spMk id="2" creationId="{AC22D7A6-5314-4227-73C5-2B7537CE5AFD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777069730" sldId="773"/>
            <ac:spMk id="4" creationId="{209A2202-1C92-AE06-DE46-BB1B8A1EE2F6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777069730" sldId="773"/>
            <ac:spMk id="6" creationId="{A52FE9FD-C486-548A-123D-C5106CB6D7D6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837656311" sldId="774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837656311" sldId="774"/>
            <ac:spMk id="2" creationId="{E9821184-0648-2E08-897E-9E546BA71837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837656311" sldId="774"/>
            <ac:spMk id="4" creationId="{DC17F9E7-BB1B-278A-F86B-1AD9B6B9841E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837656311" sldId="774"/>
            <ac:spMk id="5" creationId="{EC6018DD-E083-36DF-4B5A-4FE0AC836A39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331897708" sldId="775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31897708" sldId="775"/>
            <ac:spMk id="2" creationId="{56E072DE-EFA6-09AE-60A2-24F4AF05A62A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31897708" sldId="775"/>
            <ac:spMk id="4" creationId="{C4FE7A00-26CF-2A76-6930-FA1D21AE87FA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331897708" sldId="775"/>
            <ac:spMk id="5" creationId="{2667A446-CF24-44CB-DD79-8B58F637274B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407921491" sldId="1181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07921491" sldId="1181"/>
            <ac:spMk id="4" creationId="{16751AAF-A365-64C0-3A0F-32D2720BC70A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07921491" sldId="1181"/>
            <ac:spMk id="7" creationId="{D035C319-DFB4-5442-C005-8226900127D4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407921491" sldId="1181"/>
            <ac:spMk id="9" creationId="{E3383438-6767-259D-E887-B461A080EA30}"/>
          </ac:spMkLst>
        </pc:spChg>
      </pc:sldChg>
      <pc:sldChg chg="modSp mod">
        <pc:chgData name="Feist, Ella" userId="992bbaf2-811d-42cb-a4d6-e7fc45e325e8" providerId="ADAL" clId="{46B72450-0FCA-45E7-A9D8-08FD70E089AA}" dt="2025-05-29T12:30:18.453" v="114" actId="790"/>
        <pc:sldMkLst>
          <pc:docMk/>
          <pc:sldMk cId="1248977292" sldId="1182"/>
        </pc:sldMkLst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248977292" sldId="1182"/>
            <ac:spMk id="4" creationId="{CBD7EBE3-7DDE-9147-E1B6-2E810891CE2C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248977292" sldId="1182"/>
            <ac:spMk id="5" creationId="{E1607D29-3823-A6FE-D713-EBEE6AEE0FAA}"/>
          </ac:spMkLst>
        </pc:spChg>
        <pc:spChg chg="mod">
          <ac:chgData name="Feist, Ella" userId="992bbaf2-811d-42cb-a4d6-e7fc45e325e8" providerId="ADAL" clId="{46B72450-0FCA-45E7-A9D8-08FD70E089AA}" dt="2025-05-29T12:30:18.453" v="114" actId="790"/>
          <ac:spMkLst>
            <pc:docMk/>
            <pc:sldMk cId="1248977292" sldId="1182"/>
            <ac:spMk id="6" creationId="{4D2B7624-4E15-0D2A-9395-0983FAD25B7F}"/>
          </ac:spMkLst>
        </pc:spChg>
      </pc:sld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2217866481" sldId="2147483660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1785230785" sldId="214748377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3151091117" sldId="2147483780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2670422055" sldId="214748378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3910812132" sldId="214748378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3389854272" sldId="214748378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844404885" sldId="214748379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2238072026" sldId="214748379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2785161596" sldId="214748379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1958520897" sldId="214748387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217866481" sldId="2147483660"/>
            <pc:sldLayoutMk cId="472251335" sldId="2147483873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684537100" sldId="2147483874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4096566144" sldId="214748385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3235119156" sldId="2147483875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802947842" sldId="214748387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2274568752" sldId="214748387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3994819066" sldId="214748387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2948798389" sldId="2147483880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321250633" sldId="214748388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2227355211" sldId="214748388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3084302693" sldId="214748388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684537100" sldId="2147483874"/>
            <pc:sldLayoutMk cId="4231280216" sldId="2147483884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175251079" sldId="2147483885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2517542076" sldId="214748388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3294508917" sldId="214748388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1801908114" sldId="214748388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24548405" sldId="214748388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659826178" sldId="214748389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1898485824" sldId="214748389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1227198908" sldId="214748389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333728339" sldId="214748389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328199189" sldId="2147483895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175251079" sldId="2147483885"/>
            <pc:sldLayoutMk cId="2974244346" sldId="2147483896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2711428093" sldId="2147483908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3375000662" sldId="214748390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3170572682" sldId="2147483910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4075806154" sldId="214748391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572188986" sldId="214748391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3207332113" sldId="214748391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1460219817" sldId="214748391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994855307" sldId="2147483915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1060909352" sldId="214748391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2650676527" sldId="214748391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11428093" sldId="2147483908"/>
            <pc:sldLayoutMk cId="787982011" sldId="2147483918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3031503955" sldId="2147483919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2893047665" sldId="2147483920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2311018602" sldId="214748392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409655489" sldId="214748392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1924027665" sldId="214748392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1365561193" sldId="214748392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2092895715" sldId="2147483925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3044172282" sldId="214748392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3760372723" sldId="214748392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62625303" sldId="214748392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3031503955" sldId="2147483919"/>
            <pc:sldLayoutMk cId="641472249" sldId="2147483929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276447705" sldId="2147483930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694752249" sldId="2147483931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515327403" sldId="214748393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2281279855" sldId="214748393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3206381469" sldId="214748393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858242704" sldId="2147483935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566990121" sldId="2147483936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1521418134" sldId="2147483937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3554539864" sldId="214748393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1535250739" sldId="214748393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276447705" sldId="2147483930"/>
            <pc:sldLayoutMk cId="2421692947" sldId="2147483940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46B72450-0FCA-45E7-A9D8-08FD70E089AA}" dt="2025-05-29T12:25:21.539" v="4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46B72450-0FCA-45E7-A9D8-08FD70E089AA}" dt="2025-05-29T12:25:21.539" v="4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  <pc:docChgLst>
    <pc:chgData name="Feist, Ella" userId="992bbaf2-811d-42cb-a4d6-e7fc45e325e8" providerId="ADAL" clId="{E465CB96-CAA9-4939-ACBB-AD6E7EC2EFB8}"/>
    <pc:docChg chg="modSld">
      <pc:chgData name="Feist, Ella" userId="992bbaf2-811d-42cb-a4d6-e7fc45e325e8" providerId="ADAL" clId="{E465CB96-CAA9-4939-ACBB-AD6E7EC2EFB8}" dt="2025-05-30T13:55:37.850" v="38" actId="14100"/>
      <pc:docMkLst>
        <pc:docMk/>
      </pc:docMkLst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128033414" sldId="256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128033414" sldId="256"/>
            <ac:spMk id="3" creationId="{F947E35B-F1AB-7074-56BF-728BD39AD062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128033414" sldId="256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E465CB96-CAA9-4939-ACBB-AD6E7EC2EFB8}" dt="2025-05-30T12:58:24.406" v="0" actId="790"/>
          <ac:graphicFrameMkLst>
            <pc:docMk/>
            <pc:sldMk cId="3128033414" sldId="256"/>
            <ac:graphicFrameMk id="2" creationId="{36C9DA1C-7E69-E2A4-E275-5C2173BE4D85}"/>
          </ac:graphicFrameMkLst>
        </pc:graphicFrame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1990610829" sldId="757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990610829" sldId="757"/>
            <ac:spMk id="2" creationId="{9A495923-579B-8F47-840B-3F6C4A56DE2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990610829" sldId="757"/>
            <ac:spMk id="4" creationId="{05E19106-8406-9F46-AB90-E1E869CEB430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990610829" sldId="757"/>
            <ac:spMk id="5" creationId="{6AA26E67-A9FF-679F-1721-3C1412140FD2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2055891026" sldId="758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055891026" sldId="758"/>
            <ac:spMk id="2" creationId="{7B000B52-3776-DC79-9575-1CC9357CF72F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055891026" sldId="758"/>
            <ac:spMk id="4" creationId="{1B7007CB-1742-0F01-8D8A-FF4B74BD1D8D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055891026" sldId="758"/>
            <ac:spMk id="5" creationId="{E73BD67C-6D1E-F78D-DA4B-8698C96A1875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1649558691" sldId="759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649558691" sldId="759"/>
            <ac:spMk id="2" creationId="{F5F466FA-6F84-9F61-754D-64DD7EBBEB40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649558691" sldId="759"/>
            <ac:spMk id="4" creationId="{BF96693B-7736-F7EA-0D9F-49EDD31F201F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649558691" sldId="759"/>
            <ac:spMk id="5" creationId="{86975E44-E305-84D9-36D2-43E8A1ED8E1C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420040914" sldId="760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20040914" sldId="760"/>
            <ac:spMk id="2" creationId="{35E8DBE1-E2D4-4FC0-97E9-71C71B63845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20040914" sldId="760"/>
            <ac:spMk id="4" creationId="{FA0D7287-B33D-F619-F489-385D711A0B4E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20040914" sldId="760"/>
            <ac:spMk id="5" creationId="{8BCBCAAF-F8A6-CA11-9B19-96046E8A5336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975096343" sldId="761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975096343" sldId="761"/>
            <ac:spMk id="2" creationId="{322669E1-E949-DB8E-7905-A357ADDB8F59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975096343" sldId="761"/>
            <ac:spMk id="4" creationId="{16C3116F-CF90-0B35-0CEF-82C8E1D054D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975096343" sldId="761"/>
            <ac:spMk id="5" creationId="{77C20BE7-9B47-8B0D-11E0-954088C80556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1853179575" sldId="762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853179575" sldId="762"/>
            <ac:spMk id="2" creationId="{A2BA8001-7678-05F4-997B-710FF9C0E996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853179575" sldId="762"/>
            <ac:spMk id="4" creationId="{18B4037E-7B9B-E3A4-B271-88A6A07C0779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853179575" sldId="762"/>
            <ac:spMk id="5" creationId="{F84ACCE6-BF29-DD2A-F50F-5113CBBD5895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332053691" sldId="763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32053691" sldId="763"/>
            <ac:spMk id="2" creationId="{0580BA41-3542-85A3-9226-A61116CFD04B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32053691" sldId="763"/>
            <ac:spMk id="4" creationId="{359FE7B0-0909-B0DC-4A1F-10CE1BA3EA41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32053691" sldId="763"/>
            <ac:spMk id="5" creationId="{92D1AE6D-F36E-64E4-E94D-05B1194B013B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2869891751" sldId="764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869891751" sldId="764"/>
            <ac:spMk id="2" creationId="{9CCFBF24-A96F-C326-BAF2-5FD6471079AB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869891751" sldId="764"/>
            <ac:spMk id="4" creationId="{0F960EE2-8D5A-B16F-8A58-A339D6933AD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869891751" sldId="764"/>
            <ac:spMk id="6" creationId="{25E35B51-92EB-0C70-1F2F-4ED89E5E2D59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248317295" sldId="765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248317295" sldId="765"/>
            <ac:spMk id="2" creationId="{D320A937-0067-7735-DDAB-C5BA6E008A87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248317295" sldId="765"/>
            <ac:spMk id="4" creationId="{828D3717-2AEF-D568-5905-25403201C937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248317295" sldId="765"/>
            <ac:spMk id="5" creationId="{D01BF16D-6049-7332-649D-8843AC5ECE28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138932795" sldId="766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8932795" sldId="766"/>
            <ac:spMk id="2" creationId="{C9C4E3BC-1445-0B2B-6F39-0B6C62824F25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8932795" sldId="766"/>
            <ac:spMk id="4" creationId="{AD2A3156-D0A7-2713-D59D-C173E6AFE198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8932795" sldId="766"/>
            <ac:spMk id="5" creationId="{E7A68F3E-0329-76F1-088C-29923103DDEC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2919288586" sldId="767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919288586" sldId="767"/>
            <ac:spMk id="2" creationId="{616D178B-9126-7A7F-1C4D-94B331055C7A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919288586" sldId="767"/>
            <ac:spMk id="4" creationId="{B58733FF-6531-746B-223B-9DA23CE8B3DC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919288586" sldId="767"/>
            <ac:spMk id="5" creationId="{8C9DD01C-3789-8E50-186C-5EA77B36D51D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100157953" sldId="768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100157953" sldId="768"/>
            <ac:spMk id="2" creationId="{D5692A7E-3305-CF4C-504B-DD1BFBEE30AF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100157953" sldId="768"/>
            <ac:spMk id="4" creationId="{B01C120E-E3ED-E7DB-AE20-D4712D014A11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100157953" sldId="768"/>
            <ac:spMk id="5" creationId="{1E88EE08-9651-2B49-94CF-E5BC77D1172B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2444636468" sldId="769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444636468" sldId="769"/>
            <ac:spMk id="2" creationId="{A4CB3EFA-9C7F-4CA7-FA3C-FF568DE5F13D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444636468" sldId="769"/>
            <ac:spMk id="4" creationId="{CDD57922-2E1F-A34B-3FF2-2B9B535B88D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2444636468" sldId="769"/>
            <ac:spMk id="5" creationId="{75EDEA7F-6746-F28E-90BA-BD334F1A0DF6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914729720" sldId="770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914729720" sldId="770"/>
            <ac:spMk id="2" creationId="{8BEF28B2-A71F-5EF7-462B-D44982BCAA83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914729720" sldId="770"/>
            <ac:spMk id="4" creationId="{65C35002-A325-C927-9B7D-15A1EDCED65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914729720" sldId="770"/>
            <ac:spMk id="5" creationId="{851480CD-8808-6585-945B-68FBB5C8A0A9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65641040" sldId="771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65641040" sldId="771"/>
            <ac:spMk id="2" creationId="{59312A62-F746-6E48-CA46-F30ADD0E45B7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65641040" sldId="771"/>
            <ac:spMk id="4" creationId="{A8644471-2D48-4234-6D25-ADF45C8D7BC9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65641040" sldId="771"/>
            <ac:spMk id="5" creationId="{906A5BD2-C87A-10FE-5C88-F6BC1DD2E416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330875808" sldId="772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0875808" sldId="772"/>
            <ac:spMk id="2" creationId="{F7F66949-CE35-2130-0B47-D5EB5D9A7691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0875808" sldId="772"/>
            <ac:spMk id="4" creationId="{CE7EB52D-59E6-C1F9-2302-A398F85C19B3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330875808" sldId="772"/>
            <ac:spMk id="5" creationId="{9CB3CED3-A29B-EF74-BE16-AE2E3FB58E72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777069730" sldId="773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777069730" sldId="773"/>
            <ac:spMk id="2" creationId="{AC22D7A6-5314-4227-73C5-2B7537CE5AFD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777069730" sldId="773"/>
            <ac:spMk id="4" creationId="{209A2202-1C92-AE06-DE46-BB1B8A1EE2F6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777069730" sldId="773"/>
            <ac:spMk id="6" creationId="{A52FE9FD-C486-548A-123D-C5106CB6D7D6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837656311" sldId="774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837656311" sldId="774"/>
            <ac:spMk id="2" creationId="{E9821184-0648-2E08-897E-9E546BA71837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837656311" sldId="774"/>
            <ac:spMk id="4" creationId="{DC17F9E7-BB1B-278A-F86B-1AD9B6B9841E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837656311" sldId="774"/>
            <ac:spMk id="5" creationId="{EC6018DD-E083-36DF-4B5A-4FE0AC836A39}"/>
          </ac:spMkLst>
        </pc:spChg>
      </pc:sldChg>
      <pc:sldChg chg="modSp mod modNotes">
        <pc:chgData name="Feist, Ella" userId="992bbaf2-811d-42cb-a4d6-e7fc45e325e8" providerId="ADAL" clId="{E465CB96-CAA9-4939-ACBB-AD6E7EC2EFB8}" dt="2025-05-30T13:55:37.850" v="38" actId="14100"/>
        <pc:sldMkLst>
          <pc:docMk/>
          <pc:sldMk cId="1331897708" sldId="775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31897708" sldId="775"/>
            <ac:spMk id="2" creationId="{56E072DE-EFA6-09AE-60A2-24F4AF05A62A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31897708" sldId="775"/>
            <ac:spMk id="4" creationId="{C4FE7A00-26CF-2A76-6930-FA1D21AE87FA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331897708" sldId="775"/>
            <ac:spMk id="5" creationId="{2667A446-CF24-44CB-DD79-8B58F637274B}"/>
          </ac:spMkLst>
        </pc:spChg>
      </pc:sldChg>
      <pc:sldChg chg="modSp mod modNotes">
        <pc:chgData name="Feist, Ella" userId="992bbaf2-811d-42cb-a4d6-e7fc45e325e8" providerId="ADAL" clId="{E465CB96-CAA9-4939-ACBB-AD6E7EC2EFB8}" dt="2025-05-30T13:55:14.232" v="35" actId="20577"/>
        <pc:sldMkLst>
          <pc:docMk/>
          <pc:sldMk cId="407921491" sldId="1181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07921491" sldId="1181"/>
            <ac:spMk id="4" creationId="{16751AAF-A365-64C0-3A0F-32D2720BC70A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07921491" sldId="1181"/>
            <ac:spMk id="7" creationId="{D035C319-DFB4-5442-C005-8226900127D4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407921491" sldId="1181"/>
            <ac:spMk id="9" creationId="{E3383438-6767-259D-E887-B461A080EA30}"/>
          </ac:spMkLst>
        </pc:spChg>
      </pc:sldChg>
      <pc:sldChg chg="modSp mod">
        <pc:chgData name="Feist, Ella" userId="992bbaf2-811d-42cb-a4d6-e7fc45e325e8" providerId="ADAL" clId="{E465CB96-CAA9-4939-ACBB-AD6E7EC2EFB8}" dt="2025-05-30T12:58:24.406" v="0" actId="790"/>
        <pc:sldMkLst>
          <pc:docMk/>
          <pc:sldMk cId="1248977292" sldId="1182"/>
        </pc:sldMkLst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248977292" sldId="1182"/>
            <ac:spMk id="4" creationId="{CBD7EBE3-7DDE-9147-E1B6-2E810891CE2C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248977292" sldId="1182"/>
            <ac:spMk id="5" creationId="{E1607D29-3823-A6FE-D713-EBEE6AEE0FAA}"/>
          </ac:spMkLst>
        </pc:spChg>
        <pc:spChg chg="mod">
          <ac:chgData name="Feist, Ella" userId="992bbaf2-811d-42cb-a4d6-e7fc45e325e8" providerId="ADAL" clId="{E465CB96-CAA9-4939-ACBB-AD6E7EC2EFB8}" dt="2025-05-30T12:58:24.406" v="0" actId="790"/>
          <ac:spMkLst>
            <pc:docMk/>
            <pc:sldMk cId="1248977292" sldId="1182"/>
            <ac:spMk id="6" creationId="{4D2B7624-4E15-0D2A-9395-0983FAD25B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3896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This</a:t>
            </a:r>
            <a:r>
              <a:rPr lang="en-GB" sz="1200" spc="-7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slide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shows</a:t>
            </a:r>
            <a:r>
              <a:rPr lang="en-GB" sz="1200" spc="-5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a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typical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Linux</a:t>
            </a:r>
            <a:r>
              <a:rPr lang="en-GB" sz="1200" spc="-5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system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directory</a:t>
            </a:r>
            <a:r>
              <a:rPr lang="en-GB" sz="1200" spc="-4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tree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concentrating</a:t>
            </a:r>
            <a:r>
              <a:rPr lang="en-GB" sz="1200" spc="-5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on</a:t>
            </a:r>
            <a:r>
              <a:rPr lang="en-GB" sz="1200" spc="-5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the</a:t>
            </a:r>
            <a:r>
              <a:rPr lang="en-GB" sz="1200" spc="-5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directories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which</a:t>
            </a:r>
            <a:r>
              <a:rPr lang="en-GB" sz="1200" spc="-5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will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be 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d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i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c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usse</a:t>
            </a:r>
            <a:r>
              <a:rPr lang="en-GB" sz="1200" spc="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d</a:t>
            </a:r>
            <a:r>
              <a:rPr lang="en-GB" sz="1200" spc="-8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i</a:t>
            </a:r>
            <a:r>
              <a:rPr lang="en-GB" sz="1200" spc="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n</a:t>
            </a:r>
            <a:r>
              <a:rPr lang="en-GB" sz="1200" spc="-5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h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i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</a:t>
            </a:r>
            <a:r>
              <a:rPr lang="en-GB" sz="1200" spc="-5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c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o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u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r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se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.</a:t>
            </a:r>
            <a:endParaRPr lang="en-GB" noProof="0" dirty="0">
              <a:solidFill>
                <a:srgbClr val="545353"/>
              </a:solidFill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/bin	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essential</a:t>
            </a:r>
            <a:r>
              <a:rPr lang="en-GB" sz="1200" spc="-6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binary</a:t>
            </a:r>
            <a:r>
              <a:rPr lang="en-GB" sz="1200" spc="-4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programs</a:t>
            </a:r>
            <a:r>
              <a:rPr lang="en-GB" sz="1200" spc="-8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1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to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system</a:t>
            </a:r>
            <a:r>
              <a:rPr lang="en-GB" sz="1200" spc="-4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operation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/sbin	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y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e</a:t>
            </a:r>
            <a:r>
              <a:rPr lang="en-GB" sz="1200" spc="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m</a:t>
            </a:r>
            <a:r>
              <a:rPr lang="en-GB" sz="1200" spc="-6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b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i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n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,</a:t>
            </a:r>
            <a:r>
              <a:rPr lang="en-GB" sz="1200" spc="-6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m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os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tl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y</a:t>
            </a:r>
            <a:r>
              <a:rPr lang="en-GB" sz="1200" spc="-4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a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d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mi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n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e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x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e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c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u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t</a:t>
            </a:r>
            <a:r>
              <a:rPr lang="en-GB" sz="1200" spc="-3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a</a:t>
            </a:r>
            <a:r>
              <a:rPr lang="en-GB" sz="1200" spc="-2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b</a:t>
            </a:r>
            <a:r>
              <a:rPr lang="en-GB" sz="1200" spc="-3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l</a:t>
            </a:r>
            <a:r>
              <a:rPr lang="en-GB" sz="1200" spc="-25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e</a:t>
            </a:r>
            <a:r>
              <a:rPr lang="en-GB" sz="1200" noProof="0" dirty="0">
                <a:solidFill>
                  <a:srgbClr val="545353"/>
                </a:solidFill>
                <a:latin typeface="+mn-lt"/>
                <a:cs typeface="Segoe UI" panose="020B0502040204020203" pitchFamily="34" charset="0"/>
              </a:rPr>
              <a:t>s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/etc	system configuration files and some system executables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/home	user accounts (home directories)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/tmp	temporary directory; used by host of utilities, such as pg, vi, etc.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/var	volatile information used for spool files, logs, requests, mail, etc. 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/proc	virtual filesystem in memory, with the kernel, processes, etc state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/dev	the devices directory containing 'special' files, referring to all 	devices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/boot	a directory with Linux kernel(s) and boot configuration files</a:t>
            </a: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+mn-lt"/>
                <a:cs typeface="Segoe UI" panose="020B0502040204020203" pitchFamily="34" charset="0"/>
              </a:rPr>
              <a:t>/usr	user related programs and libraries</a:t>
            </a:r>
          </a:p>
          <a:p>
            <a:endParaRPr lang="en-GB" sz="1200" noProof="0" dirty="0">
              <a:latin typeface="+mn-lt"/>
              <a:cs typeface="Segoe UI" panose="020B0502040204020203" pitchFamily="34" charset="0"/>
            </a:endParaRPr>
          </a:p>
          <a:p>
            <a:r>
              <a:rPr lang="en-GB" sz="1200" noProof="0" dirty="0">
                <a:latin typeface="+mn-lt"/>
                <a:cs typeface="Segoe UI" panose="020B0502040204020203" pitchFamily="34" charset="0"/>
              </a:rPr>
              <a:t>The file system is described in more detail at the File System Hierarchy Standard (</a:t>
            </a:r>
            <a:r>
              <a:rPr lang="en-GB" dirty="0">
                <a:cs typeface="Segoe UI" panose="020B0502040204020203" pitchFamily="34" charset="0"/>
              </a:rPr>
              <a:t>FHS): </a:t>
            </a:r>
            <a:r>
              <a:rPr lang="en-US" dirty="0">
                <a:cs typeface="Segoe UI" panose="020B0502040204020203" pitchFamily="34" charset="0"/>
              </a:rPr>
              <a:t>https://www.pathname.com/fhs/</a:t>
            </a:r>
            <a:endParaRPr lang="en-GB" dirty="0"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9688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DEA753F8-C22F-426B-A4FB-B60EF8437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19992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DAD8F-A142-EF65-440E-DA5D05353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CDE37-C321-E1CD-2C85-1A2B52BE5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C335C-9884-063F-65E6-11803A4C2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42790DA-031C-F9A4-0D74-4CBFD4084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662232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3672-E584-AF28-2B6B-46A71F0D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8DBAA-727D-51CD-F57B-2EF96DE8B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B7E32-41C1-D15B-95FD-A6E9D8BB1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F31044F8-187F-0A39-E887-6EE50AF34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156434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7BBCE-9CB8-E316-F4E6-EF075548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E8518-5F2B-78F3-8CF6-B6B8ED437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E6852-57B7-1C6E-E197-F57D41F2E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0233C544-02D5-8DE5-26BA-4D1D452C7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06213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DEEED-9FE5-8BAE-40D8-4F2DC78D7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EB0BE-01C9-B543-72C2-F89C0EAF2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15346-66E4-4F08-BC50-D3D6919AB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EFC3BE6-5305-9337-842D-E381E9B78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0758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0308-3E30-7CBA-DBC5-3F83FA095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0AF75-20B1-1125-F3C7-52C98EF24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B5AB2-695E-1E96-0E97-F11A9BDA3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0C65F4E-00CE-54F5-2F4C-0C48ABC9F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15228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3E3E-C9D4-F4B4-2D73-96AB8C5C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75C66-7082-FA2E-C274-0DFBBF8BA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8586C-076A-33AE-D5A7-2F8A3208A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BD47B707-1EC1-38F7-D274-28BBEF119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54511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B75BB-EEAD-DB02-133C-6AD378E9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33DD3-AA94-8FDE-5ED7-33B03399C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4ACB0-1188-254A-E077-0D0871806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084D2BA-4AE3-DE9A-1D5C-26723940B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180765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BF4F8-AF50-AC46-5AF9-2DDB9E329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0F6FC-CACE-DA79-A430-F16417168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05E61-F421-DCC8-287F-1EEB00042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2B88E286-1AFB-5248-2CFC-068C1BE78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821224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F6C5-119E-16F3-8A11-5396F3B4E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8D4D1-451D-B3D8-D1D8-8D24B1801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FF7E2-9FDE-FC25-EE87-A27815831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A2F2A7DA-B2BF-3943-F373-B92E4D40E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657571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6A5D6-407E-1DFD-5385-71001F8C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95BE0-EAD1-82A1-D958-ED84E5C69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B4C11-9D91-550B-699B-0DBA27657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0A51731E-F519-9314-697D-22557DF7B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342812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4B2B5-FC55-2BE0-492E-2864A326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76210-8C1F-CE73-D0CF-866A7C4FA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9CBBF-8D8B-8A7C-76D7-D0BD4ECEA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B1F09379-BF05-6E4B-08D8-4359B91BA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460052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C26CD-0A16-65DB-BAF6-FF65C0C1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22CF9-51DC-DDB7-F303-2BD889840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02345-B756-8025-4912-58C9B537D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BF67F9C-E1CB-C0E3-418B-1721CE942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689803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6012-85E3-DF4E-A128-D04C2D12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6DF83-E178-83A2-5EC5-E5D5D5718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02F9F-2021-D21C-199C-CF402F8A7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BDB260A-F431-01F2-4474-793C17402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449738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017C1-DDF2-5168-A42F-74CD1126E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A9B30-6CFC-89B4-D4E4-7808F7C1C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3DF5C-9AA1-D8DC-A3B7-02C33A606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E1E94A4B-3B96-3243-3166-B9CF174B2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6820270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39B7B-A1FF-6667-E62D-74C610AE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03066-50E5-CCFB-45A9-F8007D2A3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EFC38-3D45-8BE3-6F6F-D21D8054D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A620F6C8-CBC2-AB9C-B8C2-31F0A5562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223019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D3570-D123-A45A-D56A-568D4498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A6974-AF27-03D6-07BA-9AFA9F95A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099A1-3E05-913D-ADB8-34DECCC77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D86A080B-B434-F70F-C879-49731A7A0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4077272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1C7E1-184B-9516-475F-500AF981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CBB6C-F07D-D205-CFA8-BDED23619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2003A-2B6E-04BF-F239-D0EBDF7DB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B8B18F3-BB01-7F21-96F1-FFE2387F7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413550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6B81-6647-2A20-FEA8-FA2AFC99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A485C-5CC3-DCC0-39A5-1C604A59A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420276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/var/cache - Application cache data. Such data are locally generated as a result of time-consuming I/O or calculation. 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The application must be able to regenerate or restore the data. The cached files can be deleted without loss of data.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/var/lib - State information. Persistent data modified by programs as they run, e.g., databases, packaging system metadata, etc.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/var/lock - Lock files. Files keeping track of resources currently in use.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/var/log - Log files. Various logs.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/var/mail - Mailbox files. In some distributions, these files may be located in the deprecated /var/spool/mail.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/var/opt - Variable data from add-on packages that are stored in /opt.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/var/run - Run-time variable data. This directory contains system information data describing the system since it was booted.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In FHS 3.0, /var/run is replaced by /run; a system should either continue to provide a /var/run directory or provide a symbolic link from /var/run to /run, for backwards compatibility.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/var/spool - Spool for tasks waiting to be processed, e.g., cron, at, batch jobs, print queues and outgoing mail queue.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/var/spool/mail - Deprecated location for users' mailboxes.</a:t>
            </a:r>
          </a:p>
          <a:p>
            <a:pPr marL="0" indent="0">
              <a:buFontTx/>
              <a:buNone/>
            </a:pPr>
            <a:r>
              <a:rPr lang="en-US" sz="1200" dirty="0">
                <a:latin typeface="+mn-lt"/>
              </a:rPr>
              <a:t>/var/tmp - Temporary files to be preserved between reboots.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89BD2-4EAF-404B-980F-DF7C6A2CA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2C0ABC53-FD01-F338-9081-17A60A4C5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4355350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104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openxmlformats.org/officeDocument/2006/relationships/image" Target="../media/image3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1364273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9676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6B467-B6E6-07FD-82C2-C8A720A2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05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8" r:id="rId9"/>
    <p:sldLayoutId id="214748396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Appendix D:</a:t>
            </a:r>
            <a:br>
              <a:rPr lang="en-US" noProof="0" dirty="0"/>
            </a:br>
            <a:r>
              <a:rPr lang="en-US" noProof="0" dirty="0"/>
              <a:t>Filesystem </a:t>
            </a:r>
            <a:r>
              <a:rPr lang="en-US" dirty="0"/>
              <a:t>H</a:t>
            </a:r>
            <a:r>
              <a:rPr lang="en-US" noProof="0" dirty="0" err="1"/>
              <a:t>ierarchy</a:t>
            </a:r>
            <a:r>
              <a:rPr lang="en-US" noProof="0" dirty="0"/>
              <a:t> Standard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7E35B-F1AB-7074-56BF-728BD39AD0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C9DA1C-7E69-E2A4-E275-5C2173BE4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220597"/>
              </p:ext>
            </p:extLst>
          </p:nvPr>
        </p:nvGraphicFramePr>
        <p:xfrm>
          <a:off x="473406" y="3850640"/>
          <a:ext cx="5378754" cy="11074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378754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2864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D: Filesystem Hierarchy Standard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03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35C319-DFB4-5442-C005-8226900127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The Linux / Unix filesystem hierarchy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383438-6767-259D-E887-B461A080EA3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noProof="0" dirty="0"/>
              <a:t>Linux and UNIX have a standard set of directories at the top level of the filesystem.</a:t>
            </a:r>
          </a:p>
          <a:p>
            <a:pPr marL="465746" lvl="1" indent="-285750">
              <a:buFont typeface="Arial" panose="020B0604020202020204" pitchFamily="34" charset="0"/>
              <a:buChar char="•"/>
            </a:pPr>
            <a:r>
              <a:rPr lang="en-US" sz="1800" noProof="0" dirty="0"/>
              <a:t>See file system hierarchy standard - </a:t>
            </a:r>
            <a:r>
              <a:rPr lang="en-US" sz="1800" noProof="0" dirty="0">
                <a:ea typeface="Hack" panose="020B0609030202020204" pitchFamily="49" charset="0"/>
                <a:cs typeface="Hack" panose="020B0609030202020204" pitchFamily="49" charset="0"/>
              </a:rPr>
              <a:t>https://www.pathname.com/fhs/</a:t>
            </a:r>
          </a:p>
          <a:p>
            <a:endParaRPr lang="en-US" sz="18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51AAF-A365-64C0-3A0F-32D2720B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noProof="0" smtClean="0"/>
              <a:t>2</a:t>
            </a:fld>
            <a:endParaRPr lang="en-US" noProof="0" dirty="0"/>
          </a:p>
        </p:txBody>
      </p:sp>
      <p:pic>
        <p:nvPicPr>
          <p:cNvPr id="2" name="Picture 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7241378-F134-8A3F-F5C2-F00D961F5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36" y="2602043"/>
            <a:ext cx="11763948" cy="347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A26E67-A9FF-679F-1721-3C1412140F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19106-8406-9F46-AB90-E1E869CEB43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Primary hierarchy root and root directory of the entire file system hierarchy.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The contents of the root filesystem must be adequate to boot, restore, recover, and/or repair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FHS </a:t>
            </a:r>
            <a:r>
              <a:rPr lang="en-US" sz="1800" noProof="0" dirty="0" err="1">
                <a:solidFill>
                  <a:schemeClr val="tx1"/>
                </a:solidFill>
              </a:rPr>
              <a:t>stypulates</a:t>
            </a:r>
            <a:r>
              <a:rPr lang="en-US" sz="1800" noProof="0" dirty="0">
                <a:solidFill>
                  <a:schemeClr val="tx1"/>
                </a:solidFill>
              </a:rPr>
              <a:t> the following root directory content: bin, boot , dev, </a:t>
            </a:r>
            <a:r>
              <a:rPr lang="en-US" sz="1800" noProof="0" dirty="0" err="1">
                <a:solidFill>
                  <a:schemeClr val="tx1"/>
                </a:solidFill>
              </a:rPr>
              <a:t>etc</a:t>
            </a:r>
            <a:r>
              <a:rPr lang="en-US" sz="1800" noProof="0" dirty="0">
                <a:solidFill>
                  <a:schemeClr val="tx1"/>
                </a:solidFill>
              </a:rPr>
              <a:t>, lib, media, </a:t>
            </a:r>
            <a:r>
              <a:rPr lang="en-US" sz="1800" noProof="0" dirty="0" err="1">
                <a:solidFill>
                  <a:schemeClr val="tx1"/>
                </a:solidFill>
              </a:rPr>
              <a:t>mnt</a:t>
            </a:r>
            <a:r>
              <a:rPr lang="en-US" sz="1800" noProof="0" dirty="0">
                <a:solidFill>
                  <a:schemeClr val="tx1"/>
                </a:solidFill>
              </a:rPr>
              <a:t>, opt, run, </a:t>
            </a:r>
            <a:r>
              <a:rPr lang="en-US" sz="1800" noProof="0" dirty="0" err="1">
                <a:solidFill>
                  <a:schemeClr val="tx1"/>
                </a:solidFill>
              </a:rPr>
              <a:t>sbin</a:t>
            </a:r>
            <a:r>
              <a:rPr lang="en-US" sz="1800" noProof="0" dirty="0">
                <a:solidFill>
                  <a:schemeClr val="tx1"/>
                </a:solidFill>
              </a:rPr>
              <a:t>, </a:t>
            </a:r>
            <a:r>
              <a:rPr lang="en-US" sz="1800" noProof="0" dirty="0" err="1">
                <a:solidFill>
                  <a:schemeClr val="tx1"/>
                </a:solidFill>
              </a:rPr>
              <a:t>srv</a:t>
            </a:r>
            <a:r>
              <a:rPr lang="en-US" sz="1800" noProof="0" dirty="0">
                <a:solidFill>
                  <a:schemeClr val="tx1"/>
                </a:solidFill>
              </a:rPr>
              <a:t>, </a:t>
            </a:r>
            <a:r>
              <a:rPr lang="en-US" sz="1800" noProof="0" dirty="0" err="1">
                <a:solidFill>
                  <a:schemeClr val="tx1"/>
                </a:solidFill>
              </a:rPr>
              <a:t>tmp</a:t>
            </a:r>
            <a:r>
              <a:rPr lang="en-US" sz="1800" noProof="0" dirty="0">
                <a:solidFill>
                  <a:schemeClr val="tx1"/>
                </a:solidFill>
              </a:rPr>
              <a:t>, </a:t>
            </a:r>
            <a:r>
              <a:rPr lang="en-US" sz="1800" noProof="0" dirty="0" err="1">
                <a:solidFill>
                  <a:schemeClr val="tx1"/>
                </a:solidFill>
              </a:rPr>
              <a:t>usr</a:t>
            </a:r>
            <a:r>
              <a:rPr lang="en-US" sz="1800" noProof="0" dirty="0">
                <a:solidFill>
                  <a:schemeClr val="tx1"/>
                </a:solidFill>
              </a:rPr>
              <a:t>, var.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495923-579B-8F47-840B-3F6C4A56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0610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41AF3-A714-6341-61AF-B388AB15E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3BD67C-6D1E-F78D-DA4B-8698C96A1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/boot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007CB-1742-0F01-8D8A-FF4B74BD1D8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sz="1800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Essential command binaries that need to be available in single user mode; for all users, e.g., cat, ls, cp.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Probably a symbolic link to /</a:t>
            </a:r>
            <a:r>
              <a:rPr lang="en-US" sz="1800" noProof="0" dirty="0" err="1">
                <a:solidFill>
                  <a:schemeClr val="tx1"/>
                </a:solidFill>
              </a:rPr>
              <a:t>usr</a:t>
            </a:r>
            <a:r>
              <a:rPr lang="en-US" sz="1800" noProof="0" dirty="0">
                <a:solidFill>
                  <a:schemeClr val="tx1"/>
                </a:solidFill>
              </a:rPr>
              <a:t>/bin.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000B52-3776-DC79-9575-1CC9357CF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589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96923-30EB-3AFD-92CF-B85C98AE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975E44-E305-84D9-36D2-43E8A1ED8E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/bin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6693B-7736-F7EA-0D9F-49EDD31F201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Boot loader files, e.g., kernels, </a:t>
            </a:r>
            <a:r>
              <a:rPr lang="en-US" noProof="0" dirty="0" err="1">
                <a:solidFill>
                  <a:schemeClr val="tx1"/>
                </a:solidFill>
              </a:rPr>
              <a:t>initrd</a:t>
            </a:r>
            <a:r>
              <a:rPr lang="en-US" noProof="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chemeClr val="tx1"/>
                </a:solidFill>
              </a:rPr>
              <a:t>Quoting from Linux </a:t>
            </a:r>
            <a:r>
              <a:rPr lang="en-US" b="1" noProof="0" dirty="0" err="1">
                <a:solidFill>
                  <a:schemeClr val="tx1"/>
                </a:solidFill>
              </a:rPr>
              <a:t>Fundation</a:t>
            </a:r>
            <a:r>
              <a:rPr lang="en-US" noProof="0" dirty="0">
                <a:solidFill>
                  <a:schemeClr val="tx1"/>
                </a:solidFill>
              </a:rPr>
              <a:t>: </a:t>
            </a:r>
          </a:p>
          <a:p>
            <a:pPr marL="465746" lvl="1" indent="-285750"/>
            <a:r>
              <a:rPr lang="en-US" noProof="0" dirty="0"/>
              <a:t>This directory contains everything required for the boot process except configuration files not needed at boot time and the map installer. </a:t>
            </a:r>
          </a:p>
          <a:p>
            <a:pPr marL="465746" lvl="1" indent="-285750"/>
            <a:r>
              <a:rPr lang="en-US" noProof="0" dirty="0"/>
              <a:t>Thus /boot stores data that is used before the kernel begins executing user-mode programs. </a:t>
            </a:r>
          </a:p>
          <a:p>
            <a:pPr marL="465746" lvl="1" indent="-285750"/>
            <a:r>
              <a:rPr lang="en-US" noProof="0" dirty="0"/>
              <a:t>This may include saved master boot sectors and sector map files. Programs necessary to arrange for the boot loader to be able to boot a file must be placed in /</a:t>
            </a:r>
            <a:r>
              <a:rPr lang="en-US" noProof="0" dirty="0" err="1"/>
              <a:t>sbin</a:t>
            </a:r>
            <a:r>
              <a:rPr lang="en-US" noProof="0" dirty="0"/>
              <a:t>. </a:t>
            </a:r>
          </a:p>
          <a:p>
            <a:pPr marL="465746" lvl="1" indent="-285750"/>
            <a:r>
              <a:rPr lang="en-US" noProof="0" dirty="0"/>
              <a:t>Configuration files for boot loaders that are not required at boot time must be placed in /etc.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466FA-6F84-9F61-754D-64DD7EBB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955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C88EB-41B8-6E2E-ACDE-C0D5DD91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CBCAAF-F8A6-CA11-9B19-96046E8A53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/dev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D7287-B33D-F619-F489-385D711A0B4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Essential device files, e.g., /dev/null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E8DBE1-E2D4-4FC0-97E9-71C71B63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040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8A079-2B6C-2ABA-6297-73ED2EAD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C20BE7-9B47-8B0D-11E0-954088C805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etc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3116F-CF90-0B35-0CEF-82C8E1D054D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Host-specific system-wide configuration files:</a:t>
            </a:r>
          </a:p>
          <a:p>
            <a:pPr marL="465746" lvl="1" indent="-285750"/>
            <a:r>
              <a:rPr lang="en-US" noProof="0" dirty="0"/>
              <a:t>The /</a:t>
            </a:r>
            <a:r>
              <a:rPr lang="en-US" noProof="0" dirty="0" err="1"/>
              <a:t>etc</a:t>
            </a:r>
            <a:r>
              <a:rPr lang="en-US" noProof="0" dirty="0"/>
              <a:t> hierarchy contains configuration files.</a:t>
            </a:r>
          </a:p>
          <a:p>
            <a:pPr marL="465746" lvl="1" indent="-285750"/>
            <a:r>
              <a:rPr lang="en-US" noProof="0" dirty="0"/>
              <a:t>A "configuration file" is a local file used to control the operation of a program; it must be static and cannot be an executable binary.</a:t>
            </a:r>
          </a:p>
          <a:p>
            <a:pPr marL="465746" lvl="1" indent="-285750"/>
            <a:r>
              <a:rPr lang="en-US" noProof="0" dirty="0"/>
              <a:t>It is recommended that files be stored in subdirectories of /</a:t>
            </a:r>
            <a:r>
              <a:rPr lang="en-US" noProof="0" dirty="0" err="1"/>
              <a:t>etc</a:t>
            </a:r>
            <a:r>
              <a:rPr lang="en-US" noProof="0" dirty="0"/>
              <a:t> rather than directly in /etc.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2669E1-E949-DB8E-7905-A357ADDB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509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B6222-400C-BAEC-3F79-EF7D427B8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4ACCE6-BF29-DD2A-F50F-5113CBBD58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/home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4037E-7B9B-E3A4-B271-88A6A07C077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Users' home directories, containing saved files, personal settings, etc.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BA8001-7678-05F4-997B-710FF9C0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3179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22843-AE05-C37B-0C0A-C1D01191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D1AE6D-F36E-64E4-E94D-05B1194B0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/lib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FE7B0-0909-B0DC-4A1F-10CE1BA3EA4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Libraries essential for the binaries in /bin and /</a:t>
            </a:r>
            <a:r>
              <a:rPr lang="en-US" noProof="0" dirty="0" err="1">
                <a:solidFill>
                  <a:schemeClr val="tx1"/>
                </a:solidFill>
              </a:rPr>
              <a:t>sbin</a:t>
            </a:r>
            <a:endParaRPr lang="en-US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Probably a symbolic link to /</a:t>
            </a:r>
            <a:r>
              <a:rPr lang="en-US" noProof="0" dirty="0" err="1">
                <a:solidFill>
                  <a:schemeClr val="tx1"/>
                </a:solidFill>
              </a:rPr>
              <a:t>usr</a:t>
            </a:r>
            <a:r>
              <a:rPr lang="en-US" noProof="0" dirty="0">
                <a:solidFill>
                  <a:schemeClr val="tx1"/>
                </a:solidFill>
              </a:rPr>
              <a:t>/lib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80BA41-3542-85A3-9226-A61116CF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2053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F68F6-B950-9A99-DE3B-E9FC1144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E35B51-92EB-0C70-1F2F-4ED89E5E2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/Media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60EE2-8D5A-B16F-8A58-A339D6933AD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Mount points for removable media such as CD-ROMs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Appeared in FHS-2.3 in 2004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CFBF24-A96F-C326-BAF2-5FD64710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69891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4D38D-0850-901B-77B3-5C1BBB30C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1BF16D-6049-7332-649D-8843AC5EC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mnt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D3717-2AEF-D568-5905-25403201C9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Temporarily mounted filesystems:</a:t>
            </a:r>
          </a:p>
          <a:p>
            <a:pPr marL="465746" lvl="1" indent="-285750"/>
            <a:r>
              <a:rPr lang="en-US" noProof="0" dirty="0"/>
              <a:t>The content of this directory is a local issue and should not affect the way any program is run.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20A937-0067-7735-DDAB-C5BA6E00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8317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9DBEA-6712-6977-874D-215055560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A68F3E-0329-76F1-088C-29923103DD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/opt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A3156-D0A7-2713-D59D-C173E6AFE19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b="1" noProof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Optional application software packages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C4E3BC-1445-0B2B-6F39-0B6C6282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932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B3A31-4738-88FC-E69E-D10E7BB3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9DD01C-3789-8E50-186C-5EA77B36D5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/proc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733FF-6531-746B-223B-9DA23CE8B3D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Virtual filesystem providing process and kernel information as files</a:t>
            </a:r>
            <a:r>
              <a:rPr lang="en-US" noProof="0" dirty="0">
                <a:solidFill>
                  <a:schemeClr val="tx1"/>
                </a:solidFill>
              </a:rPr>
              <a:t> – i</a:t>
            </a:r>
            <a:r>
              <a:rPr lang="en-US" sz="1800" noProof="0" dirty="0">
                <a:solidFill>
                  <a:schemeClr val="tx1"/>
                </a:solidFill>
              </a:rPr>
              <a:t>n Linux, corresponds to a </a:t>
            </a:r>
            <a:r>
              <a:rPr lang="en-US" sz="1800" noProof="0" dirty="0" err="1">
                <a:solidFill>
                  <a:schemeClr val="tx1"/>
                </a:solidFill>
              </a:rPr>
              <a:t>procfs</a:t>
            </a:r>
            <a:r>
              <a:rPr lang="en-US" sz="1800" noProof="0" dirty="0">
                <a:solidFill>
                  <a:schemeClr val="tx1"/>
                </a:solidFill>
              </a:rPr>
              <a:t> mount.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Generally, the contents are automatically generated and populated by the system, on the fly.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D178B-9126-7A7F-1C4D-94B33105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9288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1B1E4-B460-3360-84FD-6FD71723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88EE08-9651-2B49-94CF-E5BC77D117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/root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C120E-E3ED-E7DB-AE20-D4712D014A1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Home directory of user root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692A7E-3305-CF4C-504B-DD1BFBEE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0157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9D7A-0D1A-A087-80CC-DCB5344CE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EDEA7F-6746-F28E-90BA-BD334F1A0D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/run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57922-2E1F-A34B-3FF2-2B9B535B88D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Run-time variable data: Information about the running system since last boot, e.g., currently logged-in users and running daemons.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Files under this directory must be either removed or truncated at the beginning of the boot process; but this is not necessary on systems that provide this directory as a temporary filesystem (</a:t>
            </a:r>
            <a:r>
              <a:rPr lang="en-US" sz="1800" noProof="0" dirty="0" err="1">
                <a:solidFill>
                  <a:schemeClr val="tx1"/>
                </a:solidFill>
              </a:rPr>
              <a:t>tmpfs</a:t>
            </a:r>
            <a:r>
              <a:rPr lang="en-US" sz="1800" noProof="0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CB3EFA-9C7F-4CA7-FA3C-FF568DE5F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4636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0173C-36A0-B1FF-3BFC-A74109438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1480CD-8808-6585-945B-68FBB5C8A0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sbin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35002-A325-C927-9B7D-15A1EDCED65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Essential system binaries, e.g., </a:t>
            </a:r>
            <a:r>
              <a:rPr lang="en-US" sz="1800" noProof="0" dirty="0" err="1">
                <a:solidFill>
                  <a:schemeClr val="tx1"/>
                </a:solidFill>
              </a:rPr>
              <a:t>fsck</a:t>
            </a:r>
            <a:r>
              <a:rPr lang="en-US" sz="1800" noProof="0" dirty="0">
                <a:solidFill>
                  <a:schemeClr val="tx1"/>
                </a:solidFill>
              </a:rPr>
              <a:t>, </a:t>
            </a:r>
            <a:r>
              <a:rPr lang="en-US" sz="1800" noProof="0" dirty="0" err="1">
                <a:solidFill>
                  <a:schemeClr val="tx1"/>
                </a:solidFill>
              </a:rPr>
              <a:t>init</a:t>
            </a:r>
            <a:r>
              <a:rPr lang="en-US" sz="1800" noProof="0" dirty="0">
                <a:solidFill>
                  <a:schemeClr val="tx1"/>
                </a:solidFill>
              </a:rPr>
              <a:t>,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Probably a symbolic link to /</a:t>
            </a:r>
            <a:r>
              <a:rPr lang="en-US" sz="1800" noProof="0" dirty="0" err="1">
                <a:solidFill>
                  <a:schemeClr val="tx1"/>
                </a:solidFill>
              </a:rPr>
              <a:t>usr</a:t>
            </a:r>
            <a:r>
              <a:rPr lang="en-US" sz="1800" noProof="0" dirty="0">
                <a:solidFill>
                  <a:schemeClr val="tx1"/>
                </a:solidFill>
              </a:rPr>
              <a:t>/</a:t>
            </a:r>
            <a:r>
              <a:rPr lang="en-US" sz="1800" noProof="0" dirty="0" err="1">
                <a:solidFill>
                  <a:schemeClr val="tx1"/>
                </a:solidFill>
              </a:rPr>
              <a:t>sbin</a:t>
            </a:r>
            <a:endParaRPr lang="en-US" sz="1800" noProof="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EF28B2-A71F-5EF7-462B-D44982BC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14729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FFCA3-609D-99FF-18A6-6727F0EC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6A5BD2-C87A-10FE-5C88-F6BC1DD2E4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srv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44471-2D48-4234-6D25-ADF45C8D7BC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Site-specific data served by this system, such as data and scripts for web servers, data offered by FTP servers, and repositories for version control systems</a:t>
            </a:r>
          </a:p>
          <a:p>
            <a:pPr marL="465746" lvl="1" indent="-285750"/>
            <a:r>
              <a:rPr lang="en-US" noProof="0" dirty="0"/>
              <a:t>(Appeared in FHS-2.3 in 2004).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This main purpose of specifying this is so that users may find the location of the data files for a particular service, and so that services which require a single tree for </a:t>
            </a:r>
            <a:r>
              <a:rPr lang="en-US" noProof="0" dirty="0" err="1">
                <a:solidFill>
                  <a:schemeClr val="tx1"/>
                </a:solidFill>
              </a:rPr>
              <a:t>readonly</a:t>
            </a:r>
            <a:r>
              <a:rPr lang="en-US" noProof="0" dirty="0">
                <a:solidFill>
                  <a:schemeClr val="tx1"/>
                </a:solidFill>
              </a:rPr>
              <a:t> data, writable data, and scripts (such as </a:t>
            </a:r>
            <a:r>
              <a:rPr lang="en-US" noProof="0" dirty="0" err="1">
                <a:solidFill>
                  <a:schemeClr val="tx1"/>
                </a:solidFill>
              </a:rPr>
              <a:t>cgi</a:t>
            </a:r>
            <a:r>
              <a:rPr lang="en-US" noProof="0" dirty="0">
                <a:solidFill>
                  <a:schemeClr val="tx1"/>
                </a:solidFill>
              </a:rPr>
              <a:t> scripts) can be reasonably placed.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On large systems it can be useful to structure /</a:t>
            </a:r>
            <a:r>
              <a:rPr lang="en-US" noProof="0" dirty="0" err="1">
                <a:solidFill>
                  <a:schemeClr val="tx1"/>
                </a:solidFill>
              </a:rPr>
              <a:t>srv</a:t>
            </a:r>
            <a:r>
              <a:rPr lang="en-US" noProof="0" dirty="0">
                <a:solidFill>
                  <a:schemeClr val="tx1"/>
                </a:solidFill>
              </a:rPr>
              <a:t> by administrative context, such as /</a:t>
            </a:r>
            <a:r>
              <a:rPr lang="en-US" noProof="0" dirty="0" err="1">
                <a:solidFill>
                  <a:schemeClr val="tx1"/>
                </a:solidFill>
              </a:rPr>
              <a:t>srv</a:t>
            </a:r>
            <a:r>
              <a:rPr lang="en-US" noProof="0" dirty="0">
                <a:solidFill>
                  <a:schemeClr val="tx1"/>
                </a:solidFill>
              </a:rPr>
              <a:t>/physics/www, /</a:t>
            </a:r>
            <a:r>
              <a:rPr lang="en-US" noProof="0" dirty="0" err="1">
                <a:solidFill>
                  <a:schemeClr val="tx1"/>
                </a:solidFill>
              </a:rPr>
              <a:t>srv</a:t>
            </a:r>
            <a:r>
              <a:rPr lang="en-US" noProof="0" dirty="0">
                <a:solidFill>
                  <a:schemeClr val="tx1"/>
                </a:solidFill>
              </a:rPr>
              <a:t>/</a:t>
            </a:r>
            <a:r>
              <a:rPr lang="en-US" noProof="0" dirty="0" err="1">
                <a:solidFill>
                  <a:schemeClr val="tx1"/>
                </a:solidFill>
              </a:rPr>
              <a:t>compsci</a:t>
            </a:r>
            <a:r>
              <a:rPr lang="en-US" noProof="0" dirty="0">
                <a:solidFill>
                  <a:schemeClr val="tx1"/>
                </a:solidFill>
              </a:rPr>
              <a:t>/</a:t>
            </a:r>
            <a:r>
              <a:rPr lang="en-US" noProof="0" dirty="0" err="1">
                <a:solidFill>
                  <a:schemeClr val="tx1"/>
                </a:solidFill>
              </a:rPr>
              <a:t>cvs</a:t>
            </a:r>
            <a:r>
              <a:rPr lang="en-US" noProof="0" dirty="0">
                <a:solidFill>
                  <a:schemeClr val="tx1"/>
                </a:solidFill>
              </a:rPr>
              <a:t>, etc. This setup will differ from host to host.</a:t>
            </a:r>
          </a:p>
          <a:p>
            <a:pPr marL="465746" lvl="1" indent="-285750"/>
            <a:r>
              <a:rPr lang="en-US" noProof="0" dirty="0"/>
              <a:t>Therefore, no program should rely on a specific subdirectory structure of /</a:t>
            </a:r>
            <a:r>
              <a:rPr lang="en-US" noProof="0" dirty="0" err="1"/>
              <a:t>srv</a:t>
            </a:r>
            <a:r>
              <a:rPr lang="en-US" noProof="0" dirty="0"/>
              <a:t> existing or data necessarily being stored in /</a:t>
            </a:r>
            <a:r>
              <a:rPr lang="en-US" noProof="0" dirty="0" err="1"/>
              <a:t>srv</a:t>
            </a:r>
            <a:r>
              <a:rPr lang="en-US" noProof="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/>
                </a:solidFill>
              </a:rPr>
              <a:t>However, /</a:t>
            </a:r>
            <a:r>
              <a:rPr lang="en-US" noProof="0" dirty="0" err="1">
                <a:solidFill>
                  <a:schemeClr val="tx1"/>
                </a:solidFill>
              </a:rPr>
              <a:t>srv</a:t>
            </a:r>
            <a:r>
              <a:rPr lang="en-US" noProof="0" dirty="0">
                <a:solidFill>
                  <a:schemeClr val="tx1"/>
                </a:solidFill>
              </a:rPr>
              <a:t> should always exist on FHS compliant systems and should be used as the default location for such data.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312A62-F746-6E48-CA46-F30ADD0E4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641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FE981-D4E4-6163-99A0-CF4132829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B3CED3-A29B-EF74-BE16-AE2E3FB58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/sys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EB52D-59E6-C1F9-2302-A398F85C19B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Contains information about devices, drivers, and some kernel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F66949-CE35-2130-0B47-D5EB5D9A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875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DFE6D-2E4F-BC99-A6BE-2A47A6DC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2FE9FD-C486-548A-123D-C5106CB6D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tmp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A2202-1C92-AE06-DE46-BB1B8A1EE2F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Temporary files (see also /var/</a:t>
            </a:r>
            <a:r>
              <a:rPr lang="en-US" sz="1800" noProof="0" dirty="0" err="1">
                <a:solidFill>
                  <a:schemeClr val="tx1"/>
                </a:solidFill>
              </a:rPr>
              <a:t>tmp</a:t>
            </a:r>
            <a:r>
              <a:rPr lang="en-US" sz="1800" noProof="0" dirty="0">
                <a:solidFill>
                  <a:schemeClr val="tx1"/>
                </a:solidFill>
              </a:rPr>
              <a:t>). Often not preserved between system reboots, and may be severely size restricted</a:t>
            </a:r>
            <a:r>
              <a:rPr lang="en-US" noProof="0" dirty="0">
                <a:solidFill>
                  <a:schemeClr val="tx1"/>
                </a:solidFill>
              </a:rPr>
              <a:t>. So, </a:t>
            </a:r>
            <a:r>
              <a:rPr lang="en-US" sz="1800" noProof="0" dirty="0">
                <a:solidFill>
                  <a:schemeClr val="tx1"/>
                </a:solidFill>
              </a:rPr>
              <a:t>programs must not assume that any files or directories in /</a:t>
            </a:r>
            <a:r>
              <a:rPr lang="en-US" sz="1800" noProof="0" dirty="0" err="1">
                <a:solidFill>
                  <a:schemeClr val="tx1"/>
                </a:solidFill>
              </a:rPr>
              <a:t>tmp</a:t>
            </a:r>
            <a:r>
              <a:rPr lang="en-US" sz="1800" noProof="0" dirty="0">
                <a:solidFill>
                  <a:schemeClr val="tx1"/>
                </a:solidFill>
              </a:rPr>
              <a:t> are preserved between invocations of the program.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2D7A6-5314-4227-73C5-2B7537CE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77069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3108-64BB-F17A-B940-5CAADCC0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6018DD-E083-36DF-4B5A-4FE0AC836A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</a:t>
            </a:r>
            <a:r>
              <a:rPr lang="en-US" noProof="0" dirty="0" err="1"/>
              <a:t>usr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7F9E7-BB1B-278A-F86B-1AD9B6B984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Historically</a:t>
            </a:r>
            <a:r>
              <a:rPr lang="en-US" noProof="0" dirty="0">
                <a:solidFill>
                  <a:schemeClr val="tx1"/>
                </a:solidFill>
              </a:rPr>
              <a:t>:</a:t>
            </a:r>
            <a:r>
              <a:rPr lang="en-US" sz="1800" noProof="0" dirty="0">
                <a:solidFill>
                  <a:schemeClr val="tx1"/>
                </a:solidFill>
              </a:rPr>
              <a:t> Secondary hierarchy for read-only user data; contains the majority of (multi-)user utilities and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Now: Often used as consolidated location for all system binaries (whereby /bin, /</a:t>
            </a:r>
            <a:r>
              <a:rPr lang="en-US" sz="1800" noProof="0" dirty="0" err="1">
                <a:solidFill>
                  <a:schemeClr val="tx1"/>
                </a:solidFill>
              </a:rPr>
              <a:t>sbin</a:t>
            </a:r>
            <a:r>
              <a:rPr lang="en-US" sz="1800" noProof="0" dirty="0">
                <a:solidFill>
                  <a:schemeClr val="tx1"/>
                </a:solidFill>
              </a:rPr>
              <a:t>, /lib and /lib&lt;qual&gt; are symbolic links to directories of the same name here).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821184-0648-2E08-897E-9E546BA7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7656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E5262-FB6E-FA9E-BFF8-051BA187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67A446-CF24-44CB-DD79-8B58F6372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/var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E7A00-26CF-2A76-6930-FA1D21AE87F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</a:rPr>
              <a:t>Variable files: files whose content is expected to continually change during normal operation of the system such as logs, spool files, and temporary e-mail files.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E072DE-EFA6-09AE-60A2-24F4AF05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1897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607D29-3823-A6FE-D713-EBEE6AEE0F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2B7624-4E15-0D2A-9395-0983FAD25B7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7EBE3-7DDE-9147-E1B6-2E810891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44-D02B-D446-9CF8-19DEDDE073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4897729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C71F1D-A98C-43DF-A986-061295C23702}">
  <ds:schemaRefs>
    <ds:schemaRef ds:uri="http://purl.org/dc/elements/1.1/"/>
    <ds:schemaRef ds:uri="52e7f57a-cc1d-4bce-9b60-d9dd785361c7"/>
    <ds:schemaRef ds:uri="http://purl.org/dc/terms/"/>
    <ds:schemaRef ds:uri="4851bab5-d36a-4f24-a761-998180967d12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19283</TotalTime>
  <Words>1394</Words>
  <Application>Microsoft Office PowerPoint</Application>
  <PresentationFormat>Widescreen</PresentationFormat>
  <Paragraphs>142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Arial</vt:lpstr>
      <vt:lpstr>Figtree</vt:lpstr>
      <vt:lpstr>Hack</vt:lpstr>
      <vt:lpstr>Montserrat</vt:lpstr>
      <vt:lpstr>Montserrat Black</vt:lpstr>
      <vt:lpstr>Segoe UI</vt:lpstr>
      <vt:lpstr>Cover Slides - Business/Marketing</vt:lpstr>
      <vt:lpstr>Divider Slides</vt:lpstr>
      <vt:lpstr>Purple Module</vt:lpstr>
      <vt:lpstr>Appendix D: Filesystem Hierarchy Standard</vt:lpstr>
      <vt:lpstr>The Linux / Unix filesystem hierarchy</vt:lpstr>
      <vt:lpstr>/</vt:lpstr>
      <vt:lpstr>/boot</vt:lpstr>
      <vt:lpstr>/bin</vt:lpstr>
      <vt:lpstr>/dev</vt:lpstr>
      <vt:lpstr>/etc</vt:lpstr>
      <vt:lpstr>/home</vt:lpstr>
      <vt:lpstr>/lib</vt:lpstr>
      <vt:lpstr>/Media</vt:lpstr>
      <vt:lpstr>/mnt</vt:lpstr>
      <vt:lpstr>/opt</vt:lpstr>
      <vt:lpstr>/proc</vt:lpstr>
      <vt:lpstr>/root</vt:lpstr>
      <vt:lpstr>/run </vt:lpstr>
      <vt:lpstr>/sbin</vt:lpstr>
      <vt:lpstr>/srv</vt:lpstr>
      <vt:lpstr>/sys</vt:lpstr>
      <vt:lpstr>/tmp</vt:lpstr>
      <vt:lpstr>/usr</vt:lpstr>
      <vt:lpstr>/var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Cameron, Donald</cp:lastModifiedBy>
  <cp:revision>43</cp:revision>
  <dcterms:created xsi:type="dcterms:W3CDTF">2024-06-24T11:44:08Z</dcterms:created>
  <dcterms:modified xsi:type="dcterms:W3CDTF">2026-04-20T11:26:52Z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