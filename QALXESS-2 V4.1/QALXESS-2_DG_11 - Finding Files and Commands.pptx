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660" r:id="rId6"/>
    <p:sldMasterId id="2147483885" r:id="rId7"/>
    <p:sldMasterId id="2147483897" r:id="rId8"/>
    <p:sldMasterId id="2147483908" r:id="rId9"/>
    <p:sldMasterId id="2147483930" r:id="rId10"/>
  </p:sldMasterIdLst>
  <p:notesMasterIdLst>
    <p:notesMasterId r:id="rId33"/>
  </p:notesMasterIdLst>
  <p:sldIdLst>
    <p:sldId id="1348" r:id="rId11"/>
    <p:sldId id="1349" r:id="rId12"/>
    <p:sldId id="1350" r:id="rId13"/>
    <p:sldId id="1351" r:id="rId14"/>
    <p:sldId id="1352" r:id="rId15"/>
    <p:sldId id="1353" r:id="rId16"/>
    <p:sldId id="1354" r:id="rId17"/>
    <p:sldId id="1355" r:id="rId18"/>
    <p:sldId id="1357" r:id="rId19"/>
    <p:sldId id="1356" r:id="rId20"/>
    <p:sldId id="1358" r:id="rId21"/>
    <p:sldId id="1368" r:id="rId22"/>
    <p:sldId id="1359" r:id="rId23"/>
    <p:sldId id="1360" r:id="rId24"/>
    <p:sldId id="1361" r:id="rId25"/>
    <p:sldId id="1362" r:id="rId26"/>
    <p:sldId id="1363" r:id="rId27"/>
    <p:sldId id="1369" r:id="rId28"/>
    <p:sldId id="1364" r:id="rId29"/>
    <p:sldId id="1365" r:id="rId30"/>
    <p:sldId id="1366" r:id="rId31"/>
    <p:sldId id="136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1348"/>
            <p14:sldId id="1349"/>
            <p14:sldId id="1350"/>
            <p14:sldId id="1351"/>
            <p14:sldId id="1352"/>
            <p14:sldId id="1353"/>
            <p14:sldId id="1354"/>
            <p14:sldId id="1355"/>
            <p14:sldId id="1357"/>
            <p14:sldId id="1356"/>
            <p14:sldId id="1358"/>
            <p14:sldId id="1368"/>
            <p14:sldId id="1359"/>
            <p14:sldId id="1360"/>
            <p14:sldId id="1361"/>
            <p14:sldId id="1362"/>
            <p14:sldId id="1363"/>
            <p14:sldId id="1369"/>
            <p14:sldId id="1364"/>
            <p14:sldId id="1365"/>
            <p14:sldId id="1366"/>
            <p14:sldId id="136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5540A3-C4D2-4260-B34D-C94A839A9FC3}" v="1" dt="2025-05-30T13:21:34.074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65"/>
    <p:restoredTop sz="96283" autoAdjust="0"/>
  </p:normalViewPr>
  <p:slideViewPr>
    <p:cSldViewPr snapToGrid="0">
      <p:cViewPr>
        <p:scale>
          <a:sx n="100" d="100"/>
          <a:sy n="100" d="100"/>
        </p:scale>
        <p:origin x="-394" y="-806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68"/>
    </p:cViewPr>
  </p:sorterViewPr>
  <p:notesViewPr>
    <p:cSldViewPr snapToGrid="0">
      <p:cViewPr varScale="1">
        <p:scale>
          <a:sx n="38" d="100"/>
          <a:sy n="38" d="100"/>
        </p:scale>
        <p:origin x="2335" y="4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microsoft.com/office/2015/10/relationships/revisionInfo" Target="revisionInfo.xml"/><Relationship Id="rId21" Type="http://schemas.openxmlformats.org/officeDocument/2006/relationships/slide" Target="slides/slide11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985540A3-C4D2-4260-B34D-C94A839A9FC3}"/>
    <pc:docChg chg="modSld">
      <pc:chgData name="Feist, Ella" userId="992bbaf2-811d-42cb-a4d6-e7fc45e325e8" providerId="ADAL" clId="{985540A3-C4D2-4260-B34D-C94A839A9FC3}" dt="2025-05-30T13:21:47.173" v="31" actId="207"/>
      <pc:docMkLst>
        <pc:docMk/>
      </pc:docMkLst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2874807017" sldId="1348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874807017" sldId="1348"/>
            <ac:spMk id="2" creationId="{532264FE-6672-2687-981C-32F2BB9E07A0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874807017" sldId="1348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985540A3-C4D2-4260-B34D-C94A839A9FC3}" dt="2025-05-30T13:20:20.340" v="0" actId="790"/>
          <ac:graphicFrameMkLst>
            <pc:docMk/>
            <pc:sldMk cId="2874807017" sldId="1348"/>
            <ac:graphicFrameMk id="3" creationId="{00D4D7A8-CBA5-5C0D-C1F9-A1D43D15BF58}"/>
          </ac:graphicFrameMkLst>
        </pc:graphicFrame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746956625" sldId="1349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46956625" sldId="1349"/>
            <ac:spMk id="4" creationId="{00000000-0000-0000-0000-000000000000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46956625" sldId="1349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3585684940" sldId="1350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585684940" sldId="1350"/>
            <ac:spMk id="2" creationId="{1FA88374-C864-0D75-3E49-309396D6D1B2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585684940" sldId="1350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985540A3-C4D2-4260-B34D-C94A839A9FC3}" dt="2025-05-30T13:20:38.844" v="6" actId="20577"/>
        <pc:sldMkLst>
          <pc:docMk/>
          <pc:sldMk cId="1150994584" sldId="1351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150994584" sldId="1351"/>
            <ac:spMk id="2" creationId="{A9A6FF77-D641-4417-92E7-11CC6238BF20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150994584" sldId="1351"/>
            <ac:spMk id="3" creationId="{94403518-D536-9920-C84C-2AAC81259B1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150994584" sldId="1351"/>
            <ac:spMk id="5" creationId="{91A8ED3D-B755-43C9-BCB1-DCF495C0C9D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150994584" sldId="1351"/>
            <ac:spMk id="7" creationId="{631D0C9F-975A-9AD3-2CB5-43207A0FD663}"/>
          </ac:spMkLst>
        </pc:spChg>
      </pc:sldChg>
      <pc:sldChg chg="modSp mod modNotes">
        <pc:chgData name="Feist, Ella" userId="992bbaf2-811d-42cb-a4d6-e7fc45e325e8" providerId="ADAL" clId="{985540A3-C4D2-4260-B34D-C94A839A9FC3}" dt="2025-05-30T13:20:49.508" v="8" actId="20577"/>
        <pc:sldMkLst>
          <pc:docMk/>
          <pc:sldMk cId="2233155761" sldId="1352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233155761" sldId="1352"/>
            <ac:spMk id="2" creationId="{A9A6FF77-D641-4417-92E7-11CC6238BF20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233155761" sldId="1352"/>
            <ac:spMk id="3" creationId="{0B462B0B-9CB4-B479-4D63-80ED49E8C6E7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233155761" sldId="1352"/>
            <ac:spMk id="4" creationId="{09684DF6-A797-2D94-3540-71DE07DBBE0D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233155761" sldId="1352"/>
            <ac:spMk id="5" creationId="{91A8ED3D-B755-43C9-BCB1-DCF495C0C9D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233155761" sldId="1352"/>
            <ac:spMk id="9" creationId="{C254ABDF-F115-A7CC-E5EF-32DAB4D21538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233155761" sldId="1352"/>
            <ac:spMk id="10" creationId="{D2A9B2A9-A4C3-C411-4881-92DD8A68F426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1244583006" sldId="1353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244583006" sldId="1353"/>
            <ac:spMk id="2" creationId="{74C949AA-0D8B-4BE5-FD7C-21D73C04CC11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244583006" sldId="1353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985540A3-C4D2-4260-B34D-C94A839A9FC3}" dt="2025-05-30T13:20:57.097" v="11" actId="20577"/>
        <pc:sldMkLst>
          <pc:docMk/>
          <pc:sldMk cId="266840811" sldId="1354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6840811" sldId="1354"/>
            <ac:spMk id="3" creationId="{4BF43FF9-6FE6-746A-A814-43EE03E3D1DD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6840811" sldId="1354"/>
            <ac:spMk id="4" creationId="{503D0682-B34D-93E6-3EFD-BAD9FA1EF4B2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6840811" sldId="1354"/>
            <ac:spMk id="5" creationId="{91A8ED3D-B755-43C9-BCB1-DCF495C0C9DB}"/>
          </ac:spMkLst>
        </pc:spChg>
        <pc:graphicFrameChg chg="modGraphic">
          <ac:chgData name="Feist, Ella" userId="992bbaf2-811d-42cb-a4d6-e7fc45e325e8" providerId="ADAL" clId="{985540A3-C4D2-4260-B34D-C94A839A9FC3}" dt="2025-05-30T13:20:20.340" v="0" actId="790"/>
          <ac:graphicFrameMkLst>
            <pc:docMk/>
            <pc:sldMk cId="266840811" sldId="1354"/>
            <ac:graphicFrameMk id="8" creationId="{8C69168D-A855-A383-5B5C-4816F5069352}"/>
          </ac:graphicFrameMkLst>
        </pc:graphicFrameChg>
      </pc:sldChg>
      <pc:sldChg chg="modSp mod modNotes">
        <pc:chgData name="Feist, Ella" userId="992bbaf2-811d-42cb-a4d6-e7fc45e325e8" providerId="ADAL" clId="{985540A3-C4D2-4260-B34D-C94A839A9FC3}" dt="2025-05-30T13:21:05.446" v="15" actId="20577"/>
        <pc:sldMkLst>
          <pc:docMk/>
          <pc:sldMk cId="3792086289" sldId="1355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792086289" sldId="1355"/>
            <ac:spMk id="2" creationId="{503D0682-B34D-93E6-3EFD-BAD9FA1EF4B2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792086289" sldId="1355"/>
            <ac:spMk id="5" creationId="{4D8BBB89-021F-E901-E8F8-0245C687FB14}"/>
          </ac:spMkLst>
        </pc:spChg>
        <pc:graphicFrameChg chg="modGraphic">
          <ac:chgData name="Feist, Ella" userId="992bbaf2-811d-42cb-a4d6-e7fc45e325e8" providerId="ADAL" clId="{985540A3-C4D2-4260-B34D-C94A839A9FC3}" dt="2025-05-30T13:20:20.340" v="0" actId="790"/>
          <ac:graphicFrameMkLst>
            <pc:docMk/>
            <pc:sldMk cId="3792086289" sldId="1355"/>
            <ac:graphicFrameMk id="7" creationId="{B49E8BD5-36E1-CAC0-31C5-396C0F2D7EAE}"/>
          </ac:graphicFrameMkLst>
        </pc:graphicFrameChg>
      </pc:sldChg>
      <pc:sldChg chg="modSp mod modNotes">
        <pc:chgData name="Feist, Ella" userId="992bbaf2-811d-42cb-a4d6-e7fc45e325e8" providerId="ADAL" clId="{985540A3-C4D2-4260-B34D-C94A839A9FC3}" dt="2025-05-30T13:21:18.375" v="22" actId="20577"/>
        <pc:sldMkLst>
          <pc:docMk/>
          <pc:sldMk cId="4103979315" sldId="1356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4103979315" sldId="1356"/>
            <ac:spMk id="3" creationId="{1CB06704-51BB-4AEC-FE08-722708891C36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4103979315" sldId="1356"/>
            <ac:spMk id="5" creationId="{91A8ED3D-B755-43C9-BCB1-DCF495C0C9D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4103979315" sldId="1356"/>
            <ac:spMk id="7" creationId="{F5572073-17B8-92C4-124F-89D46CFA599B}"/>
          </ac:spMkLst>
        </pc:spChg>
        <pc:graphicFrameChg chg="modGraphic">
          <ac:chgData name="Feist, Ella" userId="992bbaf2-811d-42cb-a4d6-e7fc45e325e8" providerId="ADAL" clId="{985540A3-C4D2-4260-B34D-C94A839A9FC3}" dt="2025-05-30T13:20:20.340" v="0" actId="790"/>
          <ac:graphicFrameMkLst>
            <pc:docMk/>
            <pc:sldMk cId="4103979315" sldId="1356"/>
            <ac:graphicFrameMk id="4" creationId="{9BA6938C-1FD4-7A3F-B446-CF13ABF798EE}"/>
          </ac:graphicFrameMkLst>
        </pc:graphicFrameChg>
        <pc:graphicFrameChg chg="modGraphic">
          <ac:chgData name="Feist, Ella" userId="992bbaf2-811d-42cb-a4d6-e7fc45e325e8" providerId="ADAL" clId="{985540A3-C4D2-4260-B34D-C94A839A9FC3}" dt="2025-05-30T13:20:20.340" v="0" actId="790"/>
          <ac:graphicFrameMkLst>
            <pc:docMk/>
            <pc:sldMk cId="4103979315" sldId="1356"/>
            <ac:graphicFrameMk id="6" creationId="{58198A10-DFD5-B655-59E6-0341661822A2}"/>
          </ac:graphicFrameMkLst>
        </pc:graphicFrameChg>
      </pc:sldChg>
      <pc:sldChg chg="modSp mod modNotes">
        <pc:chgData name="Feist, Ella" userId="992bbaf2-811d-42cb-a4d6-e7fc45e325e8" providerId="ADAL" clId="{985540A3-C4D2-4260-B34D-C94A839A9FC3}" dt="2025-05-30T13:21:12.447" v="18" actId="20577"/>
        <pc:sldMkLst>
          <pc:docMk/>
          <pc:sldMk cId="3451709732" sldId="1357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451709732" sldId="1357"/>
            <ac:spMk id="3" creationId="{2F8C6E7F-B15B-A003-02A5-B5E6609C3EBD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451709732" sldId="1357"/>
            <ac:spMk id="4" creationId="{CD095681-DDEA-8AA4-C73E-539C9591271D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451709732" sldId="1357"/>
            <ac:spMk id="5" creationId="{91A8ED3D-B755-43C9-BCB1-DCF495C0C9D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451709732" sldId="1357"/>
            <ac:spMk id="7" creationId="{F5C6EAA0-96DD-BA6D-4674-BDA019E1BCB1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451709732" sldId="1357"/>
            <ac:spMk id="9" creationId="{E1F2A9FB-7575-4187-F76F-DCC57C517C5C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451709732" sldId="1357"/>
            <ac:spMk id="10" creationId="{236E8674-D5A9-A6C1-95DD-2DBA9B64B790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451709732" sldId="1357"/>
            <ac:spMk id="11" creationId="{F7A4C6AF-CE62-9645-0A9A-E174D956E2D0}"/>
          </ac:spMkLst>
        </pc:spChg>
      </pc:sldChg>
      <pc:sldChg chg="modSp mod modNotes">
        <pc:chgData name="Feist, Ella" userId="992bbaf2-811d-42cb-a4d6-e7fc45e325e8" providerId="ADAL" clId="{985540A3-C4D2-4260-B34D-C94A839A9FC3}" dt="2025-05-30T13:21:34.073" v="28"/>
        <pc:sldMkLst>
          <pc:docMk/>
          <pc:sldMk cId="1747896560" sldId="1358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4" creationId="{A20FFC4B-3FEA-3C42-77D3-1CA1D5C88B7A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5" creationId="{91A8ED3D-B755-43C9-BCB1-DCF495C0C9D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6" creationId="{FBAF2F29-D93F-9F55-B8C2-61C9804BB1E2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7" creationId="{6C1B2A99-4F7C-8FF4-66B2-C11F828CFE81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8" creationId="{E1A84B08-D46E-7316-8728-DA1D67C11D6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10" creationId="{DE8BBA5B-DED5-E888-6C43-5E6455F42F87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11" creationId="{CB3DCCC8-11DF-4E58-0191-02EEB4F5F3D2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12" creationId="{50118EB7-BDF1-41E6-8B26-5DB85A2ECB11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13" creationId="{A8FB7C20-2B13-7594-CB47-885388464383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747896560" sldId="1358"/>
            <ac:spMk id="14" creationId="{8D3177EA-B07B-4E9E-9F6B-A421E248EE9B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2656606700" sldId="1359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56606700" sldId="1359"/>
            <ac:spMk id="2" creationId="{D7EC235F-614F-714E-A97F-4FF50EFF14FD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56606700" sldId="1359"/>
            <ac:spMk id="4" creationId="{E9C5A723-C0B1-124B-8CB6-AA3105C9A4E6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56606700" sldId="1359"/>
            <ac:spMk id="5" creationId="{C5713EBC-794F-D13B-2571-57F7B4E7C224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1413290539" sldId="1360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413290539" sldId="1360"/>
            <ac:spMk id="2" creationId="{421A2C58-0860-BAEF-4561-17E6E2C54C17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1413290539" sldId="1360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985540A3-C4D2-4260-B34D-C94A839A9FC3}" dt="2025-05-30T13:21:41.574" v="29" actId="207"/>
        <pc:sldMkLst>
          <pc:docMk/>
          <pc:sldMk cId="718006022" sldId="1361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18006022" sldId="1361"/>
            <ac:spMk id="3" creationId="{F871EE56-DAE1-578E-0155-1387F2112AE5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18006022" sldId="1361"/>
            <ac:spMk id="4" creationId="{A6A80F4B-FF0C-66F5-54D5-B06D0735549C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18006022" sldId="1361"/>
            <ac:spMk id="5" creationId="{91A8ED3D-B755-43C9-BCB1-DCF495C0C9D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18006022" sldId="1361"/>
            <ac:spMk id="12" creationId="{B98789E9-6821-A381-C07A-9327C35A0B86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18006022" sldId="1361"/>
            <ac:spMk id="13" creationId="{7A535746-C6B2-1F69-0E20-580F85290140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4243840425" sldId="1362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4243840425" sldId="1362"/>
            <ac:spMk id="3" creationId="{89FF1104-E35C-23DC-0149-0919F1BBF891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4243840425" sldId="1362"/>
            <ac:spMk id="4" creationId="{BEB50B82-1507-CBB0-C88D-C53C2A8BDAF9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4243840425" sldId="1362"/>
            <ac:spMk id="5" creationId="{91A8ED3D-B755-43C9-BCB1-DCF495C0C9DB}"/>
          </ac:spMkLst>
        </pc:spChg>
        <pc:graphicFrameChg chg="modGraphic">
          <ac:chgData name="Feist, Ella" userId="992bbaf2-811d-42cb-a4d6-e7fc45e325e8" providerId="ADAL" clId="{985540A3-C4D2-4260-B34D-C94A839A9FC3}" dt="2025-05-30T13:20:20.340" v="0" actId="790"/>
          <ac:graphicFrameMkLst>
            <pc:docMk/>
            <pc:sldMk cId="4243840425" sldId="1362"/>
            <ac:graphicFrameMk id="6" creationId="{FF312757-6D09-A86C-231A-27AA90A26303}"/>
          </ac:graphicFrameMkLst>
        </pc:graphicFrameChg>
      </pc:sldChg>
      <pc:sldChg chg="modSp mod modNotes">
        <pc:chgData name="Feist, Ella" userId="992bbaf2-811d-42cb-a4d6-e7fc45e325e8" providerId="ADAL" clId="{985540A3-C4D2-4260-B34D-C94A839A9FC3}" dt="2025-05-30T13:21:47.173" v="31" actId="207"/>
        <pc:sldMkLst>
          <pc:docMk/>
          <pc:sldMk cId="2629841134" sldId="1363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29841134" sldId="1363"/>
            <ac:spMk id="3" creationId="{B0068DE4-798B-3530-FCC2-DC405E5A8EE8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29841134" sldId="1363"/>
            <ac:spMk id="4" creationId="{A9A6FF77-D641-4417-92E7-11CC6238BF20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29841134" sldId="1363"/>
            <ac:spMk id="5" creationId="{91A8ED3D-B755-43C9-BCB1-DCF495C0C9DB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29841134" sldId="1363"/>
            <ac:spMk id="7" creationId="{1B785F68-BBA5-3290-EFC7-C802246A8944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629841134" sldId="1363"/>
            <ac:spMk id="10" creationId="{797BC860-4017-7EF3-39D2-44459E0D08B3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2090829791" sldId="1364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090829791" sldId="1364"/>
            <ac:spMk id="2" creationId="{D7EC235F-614F-714E-A97F-4FF50EFF14FD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090829791" sldId="1364"/>
            <ac:spMk id="4" creationId="{E9C5A723-C0B1-124B-8CB6-AA3105C9A4E6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090829791" sldId="1364"/>
            <ac:spMk id="7" creationId="{0D805FE6-F763-6DAD-13B8-6EA96FDBD97F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3920355103" sldId="1365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920355103" sldId="1365"/>
            <ac:spMk id="2" creationId="{D7EC235F-614F-714E-A97F-4FF50EFF14FD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920355103" sldId="1365"/>
            <ac:spMk id="4" creationId="{E9C5A723-C0B1-124B-8CB6-AA3105C9A4E6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3920355103" sldId="1365"/>
            <ac:spMk id="5" creationId="{EE9950E1-6EEB-FA59-EB9E-8001CE9E80A1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733323062" sldId="1366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33323062" sldId="1366"/>
            <ac:spMk id="2" creationId="{F111C5DB-635E-4576-A4C3-837B7E452E1E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33323062" sldId="1366"/>
            <ac:spMk id="3" creationId="{C37D9901-C939-FC85-F8FD-317465ED4140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733323062" sldId="1366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592079054" sldId="1367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592079054" sldId="1367"/>
            <ac:spMk id="2" creationId="{DDD5B18A-7297-7837-AAB6-355D294D0FE8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592079054" sldId="1367"/>
            <ac:spMk id="3" creationId="{0DEE24C4-B73B-1E95-51E6-6BF907C88D4F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592079054" sldId="1367"/>
            <ac:spMk id="4" creationId="{408D6FFB-916D-A923-425A-3365445748E9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2522938963" sldId="1368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522938963" sldId="1368"/>
            <ac:spMk id="4" creationId="{25DDC0CF-BF6C-6ACE-AA92-8D2B0D31101C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522938963" sldId="1368"/>
            <ac:spMk id="5" creationId="{B99A8263-FDB2-FC97-C4B9-88D515D30869}"/>
          </ac:spMkLst>
        </pc:spChg>
      </pc:sldChg>
      <pc:sldChg chg="modSp mod">
        <pc:chgData name="Feist, Ella" userId="992bbaf2-811d-42cb-a4d6-e7fc45e325e8" providerId="ADAL" clId="{985540A3-C4D2-4260-B34D-C94A839A9FC3}" dt="2025-05-30T13:20:20.340" v="0" actId="790"/>
        <pc:sldMkLst>
          <pc:docMk/>
          <pc:sldMk cId="2948544820" sldId="1369"/>
        </pc:sldMkLst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948544820" sldId="1369"/>
            <ac:spMk id="4" creationId="{50D81BBA-A830-1198-33B2-CC9F5FE879A0}"/>
          </ac:spMkLst>
        </pc:spChg>
        <pc:spChg chg="mod">
          <ac:chgData name="Feist, Ella" userId="992bbaf2-811d-42cb-a4d6-e7fc45e325e8" providerId="ADAL" clId="{985540A3-C4D2-4260-B34D-C94A839A9FC3}" dt="2025-05-30T13:20:20.340" v="0" actId="790"/>
          <ac:spMkLst>
            <pc:docMk/>
            <pc:sldMk cId="2948544820" sldId="1369"/>
            <ac:spMk id="5" creationId="{20893D6B-4943-2ED8-C2E5-5FEB2DA46926}"/>
          </ac:spMkLst>
        </pc:spChg>
      </pc:sldChg>
    </pc:docChg>
  </pc:docChgLst>
  <pc:docChgLst>
    <pc:chgData name="Feist, Ella" userId="992bbaf2-811d-42cb-a4d6-e7fc45e325e8" providerId="ADAL" clId="{B9C8ADA8-C28D-4FF6-9828-B934D68AABA9}"/>
    <pc:docChg chg="custSel modSld delMainMaster">
      <pc:chgData name="Feist, Ella" userId="992bbaf2-811d-42cb-a4d6-e7fc45e325e8" providerId="ADAL" clId="{B9C8ADA8-C28D-4FF6-9828-B934D68AABA9}" dt="2025-05-28T10:35:33.074" v="148" actId="20577"/>
      <pc:docMkLst>
        <pc:docMk/>
      </pc:docMkLst>
      <pc:sldChg chg="modSp mod">
        <pc:chgData name="Feist, Ella" userId="992bbaf2-811d-42cb-a4d6-e7fc45e325e8" providerId="ADAL" clId="{B9C8ADA8-C28D-4FF6-9828-B934D68AABA9}" dt="2025-05-28T10:26:33.813" v="12" actId="20577"/>
        <pc:sldMkLst>
          <pc:docMk/>
          <pc:sldMk cId="2874807017" sldId="1348"/>
        </pc:sldMkLst>
        <pc:spChg chg="mod">
          <ac:chgData name="Feist, Ella" userId="992bbaf2-811d-42cb-a4d6-e7fc45e325e8" providerId="ADAL" clId="{B9C8ADA8-C28D-4FF6-9828-B934D68AABA9}" dt="2025-05-28T10:26:03.694" v="0" actId="20577"/>
          <ac:spMkLst>
            <pc:docMk/>
            <pc:sldMk cId="2874807017" sldId="1348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B9C8ADA8-C28D-4FF6-9828-B934D68AABA9}" dt="2025-05-28T10:26:33.813" v="12" actId="20577"/>
          <ac:graphicFrameMkLst>
            <pc:docMk/>
            <pc:sldMk cId="2874807017" sldId="1348"/>
            <ac:graphicFrameMk id="3" creationId="{00D4D7A8-CBA5-5C0D-C1F9-A1D43D15BF58}"/>
          </ac:graphicFrameMkLst>
        </pc:graphicFrameChg>
      </pc:sldChg>
      <pc:sldChg chg="modSp mod">
        <pc:chgData name="Feist, Ella" userId="992bbaf2-811d-42cb-a4d6-e7fc45e325e8" providerId="ADAL" clId="{B9C8ADA8-C28D-4FF6-9828-B934D68AABA9}" dt="2025-05-28T10:26:37.520" v="13" actId="12"/>
        <pc:sldMkLst>
          <pc:docMk/>
          <pc:sldMk cId="746956625" sldId="1349"/>
        </pc:sldMkLst>
        <pc:spChg chg="mod">
          <ac:chgData name="Feist, Ella" userId="992bbaf2-811d-42cb-a4d6-e7fc45e325e8" providerId="ADAL" clId="{B9C8ADA8-C28D-4FF6-9828-B934D68AABA9}" dt="2025-05-28T10:26:37.520" v="13" actId="12"/>
          <ac:spMkLst>
            <pc:docMk/>
            <pc:sldMk cId="746956625" sldId="1349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B9C8ADA8-C28D-4FF6-9828-B934D68AABA9}" dt="2025-05-28T10:27:25.293" v="23" actId="20577"/>
        <pc:sldMkLst>
          <pc:docMk/>
          <pc:sldMk cId="1150994584" sldId="1351"/>
        </pc:sldMkLst>
        <pc:spChg chg="mod">
          <ac:chgData name="Feist, Ella" userId="992bbaf2-811d-42cb-a4d6-e7fc45e325e8" providerId="ADAL" clId="{B9C8ADA8-C28D-4FF6-9828-B934D68AABA9}" dt="2025-05-28T10:27:25.293" v="23" actId="20577"/>
          <ac:spMkLst>
            <pc:docMk/>
            <pc:sldMk cId="1150994584" sldId="1351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B9C8ADA8-C28D-4FF6-9828-B934D68AABA9}" dt="2025-05-28T10:27:58.783" v="36" actId="20577"/>
        <pc:sldMkLst>
          <pc:docMk/>
          <pc:sldMk cId="2233155761" sldId="1352"/>
        </pc:sldMkLst>
        <pc:spChg chg="mod">
          <ac:chgData name="Feist, Ella" userId="992bbaf2-811d-42cb-a4d6-e7fc45e325e8" providerId="ADAL" clId="{B9C8ADA8-C28D-4FF6-9828-B934D68AABA9}" dt="2025-05-28T10:27:58.783" v="36" actId="20577"/>
          <ac:spMkLst>
            <pc:docMk/>
            <pc:sldMk cId="2233155761" sldId="1352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B9C8ADA8-C28D-4FF6-9828-B934D68AABA9}" dt="2025-05-28T10:30:06.711" v="41" actId="20577"/>
        <pc:sldMkLst>
          <pc:docMk/>
          <pc:sldMk cId="266840811" sldId="1354"/>
        </pc:sldMkLst>
        <pc:spChg chg="mod">
          <ac:chgData name="Feist, Ella" userId="992bbaf2-811d-42cb-a4d6-e7fc45e325e8" providerId="ADAL" clId="{B9C8ADA8-C28D-4FF6-9828-B934D68AABA9}" dt="2025-05-28T10:30:06.711" v="41" actId="20577"/>
          <ac:spMkLst>
            <pc:docMk/>
            <pc:sldMk cId="266840811" sldId="1354"/>
            <ac:spMk id="5" creationId="{91A8ED3D-B755-43C9-BCB1-DCF495C0C9DB}"/>
          </ac:spMkLst>
        </pc:spChg>
      </pc:sldChg>
      <pc:sldChg chg="delSp modSp mod">
        <pc:chgData name="Feist, Ella" userId="992bbaf2-811d-42cb-a4d6-e7fc45e325e8" providerId="ADAL" clId="{B9C8ADA8-C28D-4FF6-9828-B934D68AABA9}" dt="2025-05-28T10:31:06.774" v="58" actId="20577"/>
        <pc:sldMkLst>
          <pc:docMk/>
          <pc:sldMk cId="3792086289" sldId="1355"/>
        </pc:sldMkLst>
        <pc:graphicFrameChg chg="mod modGraphic">
          <ac:chgData name="Feist, Ella" userId="992bbaf2-811d-42cb-a4d6-e7fc45e325e8" providerId="ADAL" clId="{B9C8ADA8-C28D-4FF6-9828-B934D68AABA9}" dt="2025-05-28T10:31:06.774" v="58" actId="20577"/>
          <ac:graphicFrameMkLst>
            <pc:docMk/>
            <pc:sldMk cId="3792086289" sldId="1355"/>
            <ac:graphicFrameMk id="7" creationId="{B49E8BD5-36E1-CAC0-31C5-396C0F2D7EAE}"/>
          </ac:graphicFrameMkLst>
        </pc:graphicFrameChg>
      </pc:sldChg>
      <pc:sldChg chg="modSp mod">
        <pc:chgData name="Feist, Ella" userId="992bbaf2-811d-42cb-a4d6-e7fc45e325e8" providerId="ADAL" clId="{B9C8ADA8-C28D-4FF6-9828-B934D68AABA9}" dt="2025-05-28T10:32:59.469" v="90" actId="207"/>
        <pc:sldMkLst>
          <pc:docMk/>
          <pc:sldMk cId="4103979315" sldId="1356"/>
        </pc:sldMkLst>
        <pc:spChg chg="mod">
          <ac:chgData name="Feist, Ella" userId="992bbaf2-811d-42cb-a4d6-e7fc45e325e8" providerId="ADAL" clId="{B9C8ADA8-C28D-4FF6-9828-B934D68AABA9}" dt="2025-05-28T10:31:38.071" v="69" actId="20577"/>
          <ac:spMkLst>
            <pc:docMk/>
            <pc:sldMk cId="4103979315" sldId="1356"/>
            <ac:spMk id="3" creationId="{1CB06704-51BB-4AEC-FE08-722708891C36}"/>
          </ac:spMkLst>
        </pc:spChg>
        <pc:spChg chg="mod">
          <ac:chgData name="Feist, Ella" userId="992bbaf2-811d-42cb-a4d6-e7fc45e325e8" providerId="ADAL" clId="{B9C8ADA8-C28D-4FF6-9828-B934D68AABA9}" dt="2025-05-28T10:31:52.948" v="73" actId="20577"/>
          <ac:spMkLst>
            <pc:docMk/>
            <pc:sldMk cId="4103979315" sldId="1356"/>
            <ac:spMk id="5" creationId="{91A8ED3D-B755-43C9-BCB1-DCF495C0C9DB}"/>
          </ac:spMkLst>
        </pc:spChg>
        <pc:graphicFrameChg chg="mod modGraphic">
          <ac:chgData name="Feist, Ella" userId="992bbaf2-811d-42cb-a4d6-e7fc45e325e8" providerId="ADAL" clId="{B9C8ADA8-C28D-4FF6-9828-B934D68AABA9}" dt="2025-05-28T10:32:51.928" v="88" actId="14100"/>
          <ac:graphicFrameMkLst>
            <pc:docMk/>
            <pc:sldMk cId="4103979315" sldId="1356"/>
            <ac:graphicFrameMk id="4" creationId="{9BA6938C-1FD4-7A3F-B446-CF13ABF798EE}"/>
          </ac:graphicFrameMkLst>
        </pc:graphicFrameChg>
        <pc:graphicFrameChg chg="mod modGraphic">
          <ac:chgData name="Feist, Ella" userId="992bbaf2-811d-42cb-a4d6-e7fc45e325e8" providerId="ADAL" clId="{B9C8ADA8-C28D-4FF6-9828-B934D68AABA9}" dt="2025-05-28T10:32:59.469" v="90" actId="207"/>
          <ac:graphicFrameMkLst>
            <pc:docMk/>
            <pc:sldMk cId="4103979315" sldId="1356"/>
            <ac:graphicFrameMk id="6" creationId="{58198A10-DFD5-B655-59E6-0341661822A2}"/>
          </ac:graphicFrameMkLst>
        </pc:graphicFrameChg>
      </pc:sldChg>
      <pc:sldChg chg="modSp mod">
        <pc:chgData name="Feist, Ella" userId="992bbaf2-811d-42cb-a4d6-e7fc45e325e8" providerId="ADAL" clId="{B9C8ADA8-C28D-4FF6-9828-B934D68AABA9}" dt="2025-05-28T10:31:34.910" v="68" actId="20577"/>
        <pc:sldMkLst>
          <pc:docMk/>
          <pc:sldMk cId="3451709732" sldId="1357"/>
        </pc:sldMkLst>
        <pc:spChg chg="mod">
          <ac:chgData name="Feist, Ella" userId="992bbaf2-811d-42cb-a4d6-e7fc45e325e8" providerId="ADAL" clId="{B9C8ADA8-C28D-4FF6-9828-B934D68AABA9}" dt="2025-05-28T10:31:34.910" v="68" actId="20577"/>
          <ac:spMkLst>
            <pc:docMk/>
            <pc:sldMk cId="3451709732" sldId="1357"/>
            <ac:spMk id="5" creationId="{91A8ED3D-B755-43C9-BCB1-DCF495C0C9DB}"/>
          </ac:spMkLst>
        </pc:spChg>
      </pc:sldChg>
      <pc:sldChg chg="addSp delSp modSp mod chgLayout">
        <pc:chgData name="Feist, Ella" userId="992bbaf2-811d-42cb-a4d6-e7fc45e325e8" providerId="ADAL" clId="{B9C8ADA8-C28D-4FF6-9828-B934D68AABA9}" dt="2025-05-28T10:33:21.118" v="101" actId="20577"/>
        <pc:sldMkLst>
          <pc:docMk/>
          <pc:sldMk cId="2656606700" sldId="1359"/>
        </pc:sldMkLst>
        <pc:spChg chg="mod ord">
          <ac:chgData name="Feist, Ella" userId="992bbaf2-811d-42cb-a4d6-e7fc45e325e8" providerId="ADAL" clId="{B9C8ADA8-C28D-4FF6-9828-B934D68AABA9}" dt="2025-05-28T10:33:10.411" v="93" actId="6264"/>
          <ac:spMkLst>
            <pc:docMk/>
            <pc:sldMk cId="2656606700" sldId="1359"/>
            <ac:spMk id="2" creationId="{D7EC235F-614F-714E-A97F-4FF50EFF14FD}"/>
          </ac:spMkLst>
        </pc:spChg>
        <pc:spChg chg="mod ord">
          <ac:chgData name="Feist, Ella" userId="992bbaf2-811d-42cb-a4d6-e7fc45e325e8" providerId="ADAL" clId="{B9C8ADA8-C28D-4FF6-9828-B934D68AABA9}" dt="2025-05-28T10:33:21.118" v="101" actId="20577"/>
          <ac:spMkLst>
            <pc:docMk/>
            <pc:sldMk cId="2656606700" sldId="1359"/>
            <ac:spMk id="4" creationId="{E9C5A723-C0B1-124B-8CB6-AA3105C9A4E6}"/>
          </ac:spMkLst>
        </pc:spChg>
        <pc:spChg chg="mod ord">
          <ac:chgData name="Feist, Ella" userId="992bbaf2-811d-42cb-a4d6-e7fc45e325e8" providerId="ADAL" clId="{B9C8ADA8-C28D-4FF6-9828-B934D68AABA9}" dt="2025-05-28T10:33:15.024" v="98" actId="20577"/>
          <ac:spMkLst>
            <pc:docMk/>
            <pc:sldMk cId="2656606700" sldId="1359"/>
            <ac:spMk id="5" creationId="{C5713EBC-794F-D13B-2571-57F7B4E7C224}"/>
          </ac:spMkLst>
        </pc:spChg>
      </pc:sldChg>
      <pc:sldChg chg="modSp mod">
        <pc:chgData name="Feist, Ella" userId="992bbaf2-811d-42cb-a4d6-e7fc45e325e8" providerId="ADAL" clId="{B9C8ADA8-C28D-4FF6-9828-B934D68AABA9}" dt="2025-05-28T10:33:47.743" v="105" actId="20577"/>
        <pc:sldMkLst>
          <pc:docMk/>
          <pc:sldMk cId="718006022" sldId="1361"/>
        </pc:sldMkLst>
        <pc:spChg chg="mod">
          <ac:chgData name="Feist, Ella" userId="992bbaf2-811d-42cb-a4d6-e7fc45e325e8" providerId="ADAL" clId="{B9C8ADA8-C28D-4FF6-9828-B934D68AABA9}" dt="2025-05-28T10:33:47.743" v="105" actId="20577"/>
          <ac:spMkLst>
            <pc:docMk/>
            <pc:sldMk cId="718006022" sldId="1361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B9C8ADA8-C28D-4FF6-9828-B934D68AABA9}" dt="2025-05-28T10:34:15.120" v="113"/>
        <pc:sldMkLst>
          <pc:docMk/>
          <pc:sldMk cId="4243840425" sldId="1362"/>
        </pc:sldMkLst>
        <pc:spChg chg="mod">
          <ac:chgData name="Feist, Ella" userId="992bbaf2-811d-42cb-a4d6-e7fc45e325e8" providerId="ADAL" clId="{B9C8ADA8-C28D-4FF6-9828-B934D68AABA9}" dt="2025-05-28T10:33:54.978" v="108" actId="20577"/>
          <ac:spMkLst>
            <pc:docMk/>
            <pc:sldMk cId="4243840425" sldId="1362"/>
            <ac:spMk id="5" creationId="{91A8ED3D-B755-43C9-BCB1-DCF495C0C9DB}"/>
          </ac:spMkLst>
        </pc:spChg>
        <pc:graphicFrameChg chg="mod modGraphic">
          <ac:chgData name="Feist, Ella" userId="992bbaf2-811d-42cb-a4d6-e7fc45e325e8" providerId="ADAL" clId="{B9C8ADA8-C28D-4FF6-9828-B934D68AABA9}" dt="2025-05-28T10:34:15.120" v="113"/>
          <ac:graphicFrameMkLst>
            <pc:docMk/>
            <pc:sldMk cId="4243840425" sldId="1362"/>
            <ac:graphicFrameMk id="6" creationId="{FF312757-6D09-A86C-231A-27AA90A26303}"/>
          </ac:graphicFrameMkLst>
        </pc:graphicFrameChg>
      </pc:sldChg>
      <pc:sldChg chg="modSp mod">
        <pc:chgData name="Feist, Ella" userId="992bbaf2-811d-42cb-a4d6-e7fc45e325e8" providerId="ADAL" clId="{B9C8ADA8-C28D-4FF6-9828-B934D68AABA9}" dt="2025-05-28T10:34:49.307" v="125" actId="20577"/>
        <pc:sldMkLst>
          <pc:docMk/>
          <pc:sldMk cId="2629841134" sldId="1363"/>
        </pc:sldMkLst>
        <pc:spChg chg="mod">
          <ac:chgData name="Feist, Ella" userId="992bbaf2-811d-42cb-a4d6-e7fc45e325e8" providerId="ADAL" clId="{B9C8ADA8-C28D-4FF6-9828-B934D68AABA9}" dt="2025-05-28T10:34:49.307" v="125" actId="20577"/>
          <ac:spMkLst>
            <pc:docMk/>
            <pc:sldMk cId="2629841134" sldId="1363"/>
            <ac:spMk id="5" creationId="{91A8ED3D-B755-43C9-BCB1-DCF495C0C9DB}"/>
          </ac:spMkLst>
        </pc:spChg>
      </pc:sldChg>
      <pc:sldChg chg="delSp modSp mod modClrScheme chgLayout">
        <pc:chgData name="Feist, Ella" userId="992bbaf2-811d-42cb-a4d6-e7fc45e325e8" providerId="ADAL" clId="{B9C8ADA8-C28D-4FF6-9828-B934D68AABA9}" dt="2025-05-28T10:35:02.914" v="136" actId="20577"/>
        <pc:sldMkLst>
          <pc:docMk/>
          <pc:sldMk cId="2090829791" sldId="1364"/>
        </pc:sldMkLst>
        <pc:spChg chg="mod ord">
          <ac:chgData name="Feist, Ella" userId="992bbaf2-811d-42cb-a4d6-e7fc45e325e8" providerId="ADAL" clId="{B9C8ADA8-C28D-4FF6-9828-B934D68AABA9}" dt="2025-05-28T10:35:01.182" v="135" actId="700"/>
          <ac:spMkLst>
            <pc:docMk/>
            <pc:sldMk cId="2090829791" sldId="1364"/>
            <ac:spMk id="2" creationId="{D7EC235F-614F-714E-A97F-4FF50EFF14FD}"/>
          </ac:spMkLst>
        </pc:spChg>
        <pc:spChg chg="mod ord">
          <ac:chgData name="Feist, Ella" userId="992bbaf2-811d-42cb-a4d6-e7fc45e325e8" providerId="ADAL" clId="{B9C8ADA8-C28D-4FF6-9828-B934D68AABA9}" dt="2025-05-28T10:35:01.182" v="135" actId="700"/>
          <ac:spMkLst>
            <pc:docMk/>
            <pc:sldMk cId="2090829791" sldId="1364"/>
            <ac:spMk id="4" creationId="{E9C5A723-C0B1-124B-8CB6-AA3105C9A4E6}"/>
          </ac:spMkLst>
        </pc:spChg>
        <pc:spChg chg="mod ord">
          <ac:chgData name="Feist, Ella" userId="992bbaf2-811d-42cb-a4d6-e7fc45e325e8" providerId="ADAL" clId="{B9C8ADA8-C28D-4FF6-9828-B934D68AABA9}" dt="2025-05-28T10:35:02.914" v="136" actId="20577"/>
          <ac:spMkLst>
            <pc:docMk/>
            <pc:sldMk cId="2090829791" sldId="1364"/>
            <ac:spMk id="7" creationId="{0D805FE6-F763-6DAD-13B8-6EA96FDBD97F}"/>
          </ac:spMkLst>
        </pc:spChg>
      </pc:sldChg>
      <pc:sldChg chg="addSp delSp modSp mod chgLayout">
        <pc:chgData name="Feist, Ella" userId="992bbaf2-811d-42cb-a4d6-e7fc45e325e8" providerId="ADAL" clId="{B9C8ADA8-C28D-4FF6-9828-B934D68AABA9}" dt="2025-05-28T10:35:21.183" v="144" actId="20577"/>
        <pc:sldMkLst>
          <pc:docMk/>
          <pc:sldMk cId="3920355103" sldId="1365"/>
        </pc:sldMkLst>
        <pc:spChg chg="mod ord">
          <ac:chgData name="Feist, Ella" userId="992bbaf2-811d-42cb-a4d6-e7fc45e325e8" providerId="ADAL" clId="{B9C8ADA8-C28D-4FF6-9828-B934D68AABA9}" dt="2025-05-28T10:35:15.802" v="141" actId="6264"/>
          <ac:spMkLst>
            <pc:docMk/>
            <pc:sldMk cId="3920355103" sldId="1365"/>
            <ac:spMk id="2" creationId="{D7EC235F-614F-714E-A97F-4FF50EFF14FD}"/>
          </ac:spMkLst>
        </pc:spChg>
        <pc:spChg chg="mod ord">
          <ac:chgData name="Feist, Ella" userId="992bbaf2-811d-42cb-a4d6-e7fc45e325e8" providerId="ADAL" clId="{B9C8ADA8-C28D-4FF6-9828-B934D68AABA9}" dt="2025-05-28T10:35:21.183" v="144" actId="20577"/>
          <ac:spMkLst>
            <pc:docMk/>
            <pc:sldMk cId="3920355103" sldId="1365"/>
            <ac:spMk id="4" creationId="{E9C5A723-C0B1-124B-8CB6-AA3105C9A4E6}"/>
          </ac:spMkLst>
        </pc:spChg>
        <pc:spChg chg="mod ord">
          <ac:chgData name="Feist, Ella" userId="992bbaf2-811d-42cb-a4d6-e7fc45e325e8" providerId="ADAL" clId="{B9C8ADA8-C28D-4FF6-9828-B934D68AABA9}" dt="2025-05-28T10:35:15.802" v="141" actId="6264"/>
          <ac:spMkLst>
            <pc:docMk/>
            <pc:sldMk cId="3920355103" sldId="1365"/>
            <ac:spMk id="5" creationId="{EE9950E1-6EEB-FA59-EB9E-8001CE9E80A1}"/>
          </ac:spMkLst>
        </pc:spChg>
      </pc:sldChg>
      <pc:sldChg chg="modSp mod modClrScheme chgLayout">
        <pc:chgData name="Feist, Ella" userId="992bbaf2-811d-42cb-a4d6-e7fc45e325e8" providerId="ADAL" clId="{B9C8ADA8-C28D-4FF6-9828-B934D68AABA9}" dt="2025-05-28T10:35:33.074" v="148" actId="20577"/>
        <pc:sldMkLst>
          <pc:docMk/>
          <pc:sldMk cId="733323062" sldId="1366"/>
        </pc:sldMkLst>
        <pc:spChg chg="mod ord">
          <ac:chgData name="Feist, Ella" userId="992bbaf2-811d-42cb-a4d6-e7fc45e325e8" providerId="ADAL" clId="{B9C8ADA8-C28D-4FF6-9828-B934D68AABA9}" dt="2025-05-28T10:35:25.232" v="145" actId="700"/>
          <ac:spMkLst>
            <pc:docMk/>
            <pc:sldMk cId="733323062" sldId="1366"/>
            <ac:spMk id="2" creationId="{F111C5DB-635E-4576-A4C3-837B7E452E1E}"/>
          </ac:spMkLst>
        </pc:spChg>
        <pc:spChg chg="mod ord">
          <ac:chgData name="Feist, Ella" userId="992bbaf2-811d-42cb-a4d6-e7fc45e325e8" providerId="ADAL" clId="{B9C8ADA8-C28D-4FF6-9828-B934D68AABA9}" dt="2025-05-28T10:35:25.232" v="145" actId="700"/>
          <ac:spMkLst>
            <pc:docMk/>
            <pc:sldMk cId="733323062" sldId="1366"/>
            <ac:spMk id="3" creationId="{C37D9901-C939-FC85-F8FD-317465ED4140}"/>
          </ac:spMkLst>
        </pc:spChg>
        <pc:spChg chg="mod ord">
          <ac:chgData name="Feist, Ella" userId="992bbaf2-811d-42cb-a4d6-e7fc45e325e8" providerId="ADAL" clId="{B9C8ADA8-C28D-4FF6-9828-B934D68AABA9}" dt="2025-05-28T10:35:33.074" v="148" actId="20577"/>
          <ac:spMkLst>
            <pc:docMk/>
            <pc:sldMk cId="733323062" sldId="1366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B9C8ADA8-C28D-4FF6-9828-B934D68AABA9}" dt="2025-05-28T10:34:53.769" v="132" actId="6549"/>
        <pc:sldMkLst>
          <pc:docMk/>
          <pc:sldMk cId="2948544820" sldId="1369"/>
        </pc:sldMkLst>
        <pc:spChg chg="mod">
          <ac:chgData name="Feist, Ella" userId="992bbaf2-811d-42cb-a4d6-e7fc45e325e8" providerId="ADAL" clId="{B9C8ADA8-C28D-4FF6-9828-B934D68AABA9}" dt="2025-05-28T10:34:53.769" v="132" actId="6549"/>
          <ac:spMkLst>
            <pc:docMk/>
            <pc:sldMk cId="2948544820" sldId="1369"/>
            <ac:spMk id="4" creationId="{50D81BBA-A830-1198-33B2-CC9F5FE879A0}"/>
          </ac:spMkLst>
        </pc:spChg>
      </pc:sld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1684537100" sldId="2147483874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4096566144" sldId="2147483859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3235119156" sldId="2147483875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802947842" sldId="2147483876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2274568752" sldId="2147483877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3994819066" sldId="2147483879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2948798389" sldId="2147483880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321250633" sldId="2147483881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2227355211" sldId="2147483882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3084302693" sldId="2147483883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684537100" sldId="2147483874"/>
            <pc:sldLayoutMk cId="4231280216" sldId="2147483884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3031503955" sldId="2147483919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2893047665" sldId="2147483920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2311018602" sldId="2147483921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409655489" sldId="2147483922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1924027665" sldId="2147483923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1365561193" sldId="2147483924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2092895715" sldId="2147483925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3044172282" sldId="2147483926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3760372723" sldId="2147483927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62625303" sldId="2147483928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3031503955" sldId="2147483919"/>
            <pc:sldLayoutMk cId="641472249" sldId="2147483929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B9C8ADA8-C28D-4FF6-9828-B934D68AABA9}" dt="2025-05-28T10:26:13.638" v="1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B9C8ADA8-C28D-4FF6-9828-B934D68AABA9}" dt="2025-05-28T10:26:13.638" v="1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9027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E9E46E42-99A9-42F8-996F-71F172C4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C7ABEA7-3AE7-4A57-B02A-AA99E2A56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08866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37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cs typeface="Segoe UI"/>
              </a:rPr>
              <a:t>The</a:t>
            </a:r>
            <a:r>
              <a:rPr lang="en-GB" sz="1200" spc="-85" noProof="0" dirty="0">
                <a:cs typeface="Segoe UI"/>
              </a:rPr>
              <a:t> </a:t>
            </a:r>
            <a:r>
              <a:rPr lang="en-GB" sz="1200" b="1" spc="-20" noProof="0" dirty="0">
                <a:cs typeface="Segoe UI"/>
              </a:rPr>
              <a:t>type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tool,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itself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noProof="0" dirty="0">
                <a:cs typeface="Segoe UI"/>
              </a:rPr>
              <a:t>a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built-in,</a:t>
            </a:r>
            <a:r>
              <a:rPr lang="en-GB" sz="1200" spc="-6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is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used</a:t>
            </a:r>
            <a:r>
              <a:rPr lang="en-GB" sz="1200" spc="-5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to</a:t>
            </a:r>
            <a:r>
              <a:rPr lang="en-GB" sz="1200" spc="-20" noProof="0" dirty="0">
                <a:cs typeface="Segoe UI"/>
              </a:rPr>
              <a:t> identify</a:t>
            </a:r>
            <a:r>
              <a:rPr lang="en-GB" sz="1200" spc="-4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the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origin</a:t>
            </a:r>
            <a:r>
              <a:rPr lang="en-GB" sz="1200" spc="-80" noProof="0" dirty="0">
                <a:cs typeface="Segoe UI"/>
              </a:rPr>
              <a:t> </a:t>
            </a:r>
            <a:r>
              <a:rPr lang="en-GB" sz="1200" spc="-10" noProof="0" dirty="0">
                <a:cs typeface="Segoe UI"/>
              </a:rPr>
              <a:t>of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noProof="0" dirty="0">
                <a:cs typeface="Segoe UI"/>
              </a:rPr>
              <a:t>a</a:t>
            </a:r>
            <a:r>
              <a:rPr lang="en-GB" sz="1200" spc="-4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command</a:t>
            </a:r>
            <a:r>
              <a:rPr lang="en-GB" spc="-20" dirty="0">
                <a:cs typeface="Segoe UI"/>
              </a:rPr>
              <a:t>, i.e. which of the five types (listed above) the command is.</a:t>
            </a:r>
            <a:endParaRPr lang="en-GB" sz="1200" spc="-20" noProof="0" dirty="0"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spc="-15" noProof="0" dirty="0"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cs typeface="Segoe UI"/>
              </a:rPr>
              <a:t>It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follows</a:t>
            </a:r>
            <a:r>
              <a:rPr lang="en-GB" sz="1200" spc="-5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the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same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sequence</a:t>
            </a:r>
            <a:r>
              <a:rPr lang="en-GB" sz="1200" spc="-60" noProof="0" dirty="0">
                <a:cs typeface="Segoe UI"/>
              </a:rPr>
              <a:t> </a:t>
            </a:r>
            <a:r>
              <a:rPr lang="en-GB" sz="1200" spc="-10" noProof="0" dirty="0">
                <a:cs typeface="Segoe UI"/>
              </a:rPr>
              <a:t>of </a:t>
            </a:r>
            <a:r>
              <a:rPr lang="en-GB" sz="1200" spc="-20" noProof="0" dirty="0">
                <a:cs typeface="Segoe UI"/>
              </a:rPr>
              <a:t>checks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that</a:t>
            </a:r>
            <a:r>
              <a:rPr lang="en-GB" sz="1200" spc="-4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the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shell</a:t>
            </a:r>
            <a:r>
              <a:rPr lang="en-GB" sz="1200" spc="-65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does</a:t>
            </a:r>
            <a:r>
              <a:rPr lang="en-GB" sz="1200" spc="-65" noProof="0" dirty="0">
                <a:cs typeface="Segoe UI"/>
              </a:rPr>
              <a:t> </a:t>
            </a:r>
            <a:r>
              <a:rPr lang="en-GB" sz="1200" spc="-25" noProof="0" dirty="0">
                <a:cs typeface="Segoe UI"/>
              </a:rPr>
              <a:t>after </a:t>
            </a:r>
            <a:r>
              <a:rPr lang="en-GB" sz="1200" spc="-20" noProof="0" dirty="0">
                <a:cs typeface="Segoe UI"/>
              </a:rPr>
              <a:t>the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command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line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scan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has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been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completed.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cs typeface="Segoe UI"/>
            </a:endParaRPr>
          </a:p>
          <a:p>
            <a:pPr marL="12700" marR="14160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cs typeface="Segoe UI"/>
              </a:rPr>
              <a:t>Most</a:t>
            </a:r>
            <a:r>
              <a:rPr lang="en-GB" sz="1200" spc="-90" noProof="0" dirty="0">
                <a:cs typeface="Segoe UI"/>
              </a:rPr>
              <a:t> </a:t>
            </a:r>
            <a:r>
              <a:rPr lang="en-GB" sz="1200" spc="-10" noProof="0" dirty="0">
                <a:cs typeface="Segoe UI"/>
              </a:rPr>
              <a:t>of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the</a:t>
            </a:r>
            <a:r>
              <a:rPr lang="en-GB" sz="1200" spc="-5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time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we</a:t>
            </a:r>
            <a:r>
              <a:rPr lang="en-GB" sz="1200" spc="-30" noProof="0" dirty="0">
                <a:cs typeface="Segoe UI"/>
              </a:rPr>
              <a:t> </a:t>
            </a:r>
            <a:r>
              <a:rPr lang="en-GB" sz="1200" spc="-10" noProof="0" dirty="0">
                <a:cs typeface="Segoe UI"/>
              </a:rPr>
              <a:t>run</a:t>
            </a:r>
            <a:r>
              <a:rPr lang="en-GB" sz="1200" spc="-45" noProof="0" dirty="0">
                <a:cs typeface="Segoe UI"/>
              </a:rPr>
              <a:t> </a:t>
            </a:r>
            <a:r>
              <a:rPr lang="en-GB" sz="1200" b="1" spc="-45" noProof="0" dirty="0">
                <a:cs typeface="Segoe UI"/>
              </a:rPr>
              <a:t>type</a:t>
            </a:r>
            <a:r>
              <a:rPr lang="en-GB" sz="1200" spc="-35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without</a:t>
            </a:r>
            <a:r>
              <a:rPr lang="en-GB" sz="1200" spc="-6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any</a:t>
            </a:r>
            <a:r>
              <a:rPr lang="en-GB" sz="1200" spc="-40" noProof="0" dirty="0">
                <a:cs typeface="Segoe UI"/>
              </a:rPr>
              <a:t> </a:t>
            </a:r>
            <a:r>
              <a:rPr lang="en-GB" sz="1200" spc="-20" noProof="0" dirty="0">
                <a:cs typeface="Segoe UI"/>
              </a:rPr>
              <a:t>options,</a:t>
            </a:r>
            <a:r>
              <a:rPr lang="en-GB" sz="1200" spc="-60" noProof="0" dirty="0">
                <a:cs typeface="Segoe UI"/>
              </a:rPr>
              <a:t> </a:t>
            </a:r>
            <a:r>
              <a:rPr lang="en-GB" sz="1200" spc="-15" noProof="0" dirty="0">
                <a:cs typeface="Segoe UI"/>
              </a:rPr>
              <a:t>and</a:t>
            </a:r>
            <a:r>
              <a:rPr lang="en-GB" sz="1200" spc="-45" noProof="0" dirty="0">
                <a:cs typeface="Segoe UI"/>
              </a:rPr>
              <a:t> it lists only the first of the five types that  it finds. For example,  </a:t>
            </a:r>
            <a:r>
              <a:rPr lang="en-GB" sz="1200" b="1" spc="-45" noProof="0" dirty="0">
                <a:cs typeface="Segoe UI"/>
              </a:rPr>
              <a:t>type ls </a:t>
            </a:r>
            <a:r>
              <a:rPr lang="en-GB" sz="1200" spc="-45" noProof="0" dirty="0">
                <a:cs typeface="Segoe UI"/>
              </a:rPr>
              <a:t>in the example above.  </a:t>
            </a:r>
            <a:r>
              <a:rPr lang="en-GB" sz="1200" spc="-15" noProof="0" dirty="0">
                <a:cs typeface="Segoe UI"/>
              </a:rPr>
              <a:t>There </a:t>
            </a:r>
            <a:r>
              <a:rPr lang="en-GB" sz="1200" spc="-20" noProof="0" dirty="0">
                <a:cs typeface="Segoe UI"/>
              </a:rPr>
              <a:t>are, however, </a:t>
            </a:r>
            <a:r>
              <a:rPr lang="en-GB" sz="1200" spc="-15" noProof="0" dirty="0">
                <a:cs typeface="Segoe UI"/>
              </a:rPr>
              <a:t>some </a:t>
            </a:r>
            <a:r>
              <a:rPr lang="en-GB" sz="1200" spc="-20" noProof="0" dirty="0">
                <a:cs typeface="Segoe UI"/>
              </a:rPr>
              <a:t>useful options that can be used:</a:t>
            </a:r>
          </a:p>
          <a:p>
            <a:pPr marL="12700" marR="141605">
              <a:lnSpc>
                <a:spcPct val="100000"/>
              </a:lnSpc>
              <a:spcBef>
                <a:spcPts val="600"/>
              </a:spcBef>
            </a:pPr>
            <a:endParaRPr lang="en-GB" sz="1200" spc="-20" noProof="0" dirty="0">
              <a:cs typeface="Segoe UI"/>
            </a:endParaRPr>
          </a:p>
          <a:p>
            <a:pPr marL="12700" marR="5715">
              <a:spcBef>
                <a:spcPts val="600"/>
              </a:spcBef>
            </a:pPr>
            <a:r>
              <a:rPr lang="en-GB" sz="1200" b="1" spc="-10" noProof="0" dirty="0">
                <a:cs typeface="Segoe UI"/>
              </a:rPr>
              <a:t>-a   </a:t>
            </a:r>
            <a:r>
              <a:rPr lang="en-GB" sz="1200" spc="-10" noProof="0" dirty="0">
                <a:cs typeface="Segoe UI"/>
              </a:rPr>
              <a:t>Shows all locations of the command, for example </a:t>
            </a:r>
            <a:r>
              <a:rPr lang="en-GB" sz="1200" b="1" spc="-10" noProof="0" dirty="0">
                <a:cs typeface="Segoe UI"/>
              </a:rPr>
              <a:t> type -a ls </a:t>
            </a:r>
            <a:r>
              <a:rPr lang="en-GB" sz="1200" spc="-10" noProof="0" dirty="0">
                <a:cs typeface="Segoe UI"/>
              </a:rPr>
              <a:t>in the example above, which shows that</a:t>
            </a:r>
            <a:r>
              <a:rPr lang="en-GB" sz="1200" b="1" spc="-10" noProof="0" dirty="0">
                <a:cs typeface="Segoe UI"/>
              </a:rPr>
              <a:t> ls </a:t>
            </a:r>
            <a:r>
              <a:rPr lang="en-GB" sz="1200" spc="-10" noProof="0" dirty="0">
                <a:cs typeface="Segoe UI"/>
              </a:rPr>
              <a:t>is an alias, and </a:t>
            </a:r>
            <a:r>
              <a:rPr lang="en-GB" spc="-10" dirty="0">
                <a:cs typeface="Segoe UI"/>
              </a:rPr>
              <a:t>is also an external command, held in two locations on disk.</a:t>
            </a:r>
            <a:endParaRPr lang="en-GB" sz="1200" spc="-10" noProof="0" dirty="0">
              <a:cs typeface="Segoe UI"/>
            </a:endParaRPr>
          </a:p>
          <a:p>
            <a:pPr marL="12700" marR="5715">
              <a:spcBef>
                <a:spcPts val="600"/>
              </a:spcBef>
            </a:pPr>
            <a:r>
              <a:rPr lang="en-GB" sz="1200" b="1" spc="-15" noProof="0" dirty="0">
                <a:cs typeface="Segoe UI"/>
              </a:rPr>
              <a:t>–p</a:t>
            </a:r>
            <a:r>
              <a:rPr lang="en-GB" b="1" spc="-15" dirty="0">
                <a:cs typeface="Segoe UI"/>
              </a:rPr>
              <a:t>  </a:t>
            </a:r>
            <a:r>
              <a:rPr lang="en-GB" spc="-15" dirty="0">
                <a:cs typeface="Segoe UI"/>
              </a:rPr>
              <a:t>Shows the path of the file if the command is external.  It returns nothing if the command is not an external.</a:t>
            </a:r>
          </a:p>
          <a:p>
            <a:pPr marL="12700" marR="5715">
              <a:spcBef>
                <a:spcPts val="600"/>
              </a:spcBef>
            </a:pPr>
            <a:r>
              <a:rPr lang="en-GB" sz="1200" b="1" spc="-15" noProof="0" dirty="0">
                <a:cs typeface="Segoe UI"/>
              </a:rPr>
              <a:t>-t</a:t>
            </a:r>
            <a:r>
              <a:rPr lang="en-GB" sz="1200" spc="-15" noProof="0" dirty="0">
                <a:cs typeface="Segoe UI"/>
              </a:rPr>
              <a:t>  </a:t>
            </a:r>
            <a:r>
              <a:rPr lang="en-GB" sz="1200" spc="-50" noProof="0" dirty="0">
                <a:cs typeface="Segoe UI"/>
              </a:rPr>
              <a:t> Shows the command type as a single word,  i.e. alias, keyword, function, </a:t>
            </a:r>
            <a:r>
              <a:rPr lang="en-GB" sz="1200" spc="-50" noProof="0" dirty="0" err="1">
                <a:cs typeface="Segoe UI"/>
              </a:rPr>
              <a:t>builtin</a:t>
            </a:r>
            <a:r>
              <a:rPr lang="en-GB" sz="1200" spc="-50" noProof="0" dirty="0">
                <a:cs typeface="Segoe UI"/>
              </a:rPr>
              <a:t> or file.</a:t>
            </a:r>
            <a:endParaRPr lang="en-GB" sz="1200" noProof="0" dirty="0">
              <a:cs typeface="Segoe UI"/>
            </a:endParaRPr>
          </a:p>
          <a:p>
            <a:endParaRPr lang="en-GB" sz="12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21595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GB" sz="1200" spc="-25" noProof="0" dirty="0">
                <a:latin typeface="+mn-lt"/>
                <a:cs typeface="Segoe UI"/>
              </a:rPr>
              <a:t>The </a:t>
            </a:r>
            <a:r>
              <a:rPr lang="en-GB" sz="1200" b="1" spc="-25" noProof="0" dirty="0">
                <a:latin typeface="+mn-lt"/>
                <a:cs typeface="Segoe UI"/>
              </a:rPr>
              <a:t>PATH </a:t>
            </a:r>
            <a:r>
              <a:rPr lang="en-GB" sz="1200" spc="-25" noProof="0" dirty="0">
                <a:latin typeface="+mn-lt"/>
                <a:cs typeface="Segoe UI"/>
              </a:rPr>
              <a:t>variable contains a list of the directories that will be searched if an external command is typed and no path to the file is given.</a:t>
            </a: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endParaRPr lang="en-GB" spc="-25" dirty="0"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GB" sz="1200" spc="-25" noProof="0" dirty="0">
                <a:latin typeface="+mn-lt"/>
                <a:cs typeface="Segoe UI"/>
              </a:rPr>
              <a:t>The initial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PATH</a:t>
            </a:r>
            <a:r>
              <a:rPr lang="en-GB" sz="1200" spc="-30" noProof="0" dirty="0">
                <a:latin typeface="+mn-lt"/>
                <a:cs typeface="Segoe UI"/>
              </a:rPr>
              <a:t> is </a:t>
            </a:r>
            <a:r>
              <a:rPr lang="en-GB" sz="1200" spc="-20" noProof="0" dirty="0">
                <a:latin typeface="+mn-lt"/>
                <a:cs typeface="Segoe UI"/>
              </a:rPr>
              <a:t>often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defined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shell’s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code.</a:t>
            </a: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36195">
              <a:lnSpc>
                <a:spcPct val="100000"/>
              </a:lnSpc>
              <a:spcBef>
                <a:spcPts val="605"/>
              </a:spcBef>
            </a:pPr>
            <a:r>
              <a:rPr lang="en-GB" sz="1200" b="1" spc="-15" noProof="0" dirty="0">
                <a:latin typeface="+mn-lt"/>
                <a:cs typeface="Segoe UI"/>
              </a:rPr>
              <a:t>PATH</a:t>
            </a:r>
            <a:r>
              <a:rPr lang="en-GB" sz="1200" spc="-15" noProof="0" dirty="0">
                <a:latin typeface="+mn-lt"/>
                <a:cs typeface="Segoe UI"/>
              </a:rPr>
              <a:t> is used to </a:t>
            </a:r>
            <a:r>
              <a:rPr lang="en-GB" sz="1200" spc="-20" noProof="0" dirty="0">
                <a:latin typeface="+mn-lt"/>
                <a:cs typeface="Segoe UI"/>
              </a:rPr>
              <a:t>help,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restrict. Indeed, </a:t>
            </a:r>
            <a:r>
              <a:rPr lang="en-GB" sz="1200" b="1" spc="-15" noProof="0" dirty="0">
                <a:latin typeface="+mn-lt"/>
                <a:cs typeface="Segoe UI"/>
              </a:rPr>
              <a:t>PATH</a:t>
            </a:r>
            <a:r>
              <a:rPr lang="en-GB" sz="1200" spc="-15" noProof="0" dirty="0">
                <a:latin typeface="+mn-lt"/>
                <a:cs typeface="Segoe UI"/>
              </a:rPr>
              <a:t> doesn’t </a:t>
            </a:r>
            <a:r>
              <a:rPr lang="en-GB" sz="1200" spc="-20" noProof="0" dirty="0">
                <a:latin typeface="+mn-lt"/>
                <a:cs typeface="Segoe UI"/>
              </a:rPr>
              <a:t>have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exist </a:t>
            </a:r>
            <a:r>
              <a:rPr lang="en-GB" sz="1200" noProof="0" dirty="0">
                <a:latin typeface="+mn-lt"/>
                <a:cs typeface="Segoe UI"/>
              </a:rPr>
              <a:t>– </a:t>
            </a:r>
            <a:r>
              <a:rPr lang="en-GB" sz="1200" spc="-15" noProof="0" dirty="0">
                <a:latin typeface="+mn-lt"/>
                <a:cs typeface="Segoe UI"/>
              </a:rPr>
              <a:t>the only problem users and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applications </a:t>
            </a:r>
            <a:r>
              <a:rPr lang="en-GB" sz="1200" spc="-20" noProof="0" dirty="0">
                <a:latin typeface="+mn-lt"/>
                <a:cs typeface="Segoe UI"/>
              </a:rPr>
              <a:t>would </a:t>
            </a:r>
            <a:r>
              <a:rPr lang="en-GB" sz="1200" spc="-25" noProof="0" dirty="0">
                <a:latin typeface="+mn-lt"/>
                <a:cs typeface="Segoe UI"/>
              </a:rPr>
              <a:t>face </a:t>
            </a:r>
            <a:r>
              <a:rPr lang="en-GB" sz="1200" spc="-20" noProof="0" dirty="0">
                <a:latin typeface="+mn-lt"/>
                <a:cs typeface="Segoe UI"/>
              </a:rPr>
              <a:t>without </a:t>
            </a:r>
            <a:r>
              <a:rPr lang="en-GB" sz="1200" spc="-15" noProof="0" dirty="0">
                <a:latin typeface="+mn-lt"/>
                <a:cs typeface="Segoe UI"/>
              </a:rPr>
              <a:t>it is </a:t>
            </a:r>
            <a:r>
              <a:rPr lang="en-GB" sz="1200" spc="-20" noProof="0" dirty="0">
                <a:latin typeface="+mn-lt"/>
                <a:cs typeface="Segoe UI"/>
              </a:rPr>
              <a:t>that </a:t>
            </a:r>
            <a:r>
              <a:rPr lang="en-GB" sz="1200" spc="-15" noProof="0" dirty="0">
                <a:latin typeface="+mn-lt"/>
                <a:cs typeface="Segoe UI"/>
              </a:rPr>
              <a:t>they </a:t>
            </a:r>
            <a:r>
              <a:rPr lang="en-GB" sz="1200" spc="-20" noProof="0" dirty="0">
                <a:latin typeface="+mn-lt"/>
                <a:cs typeface="Segoe UI"/>
              </a:rPr>
              <a:t>would have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specify </a:t>
            </a:r>
            <a:r>
              <a:rPr lang="en-GB" sz="1200" spc="-15" noProof="0" dirty="0">
                <a:latin typeface="+mn-lt"/>
                <a:cs typeface="Segoe UI"/>
              </a:rPr>
              <a:t>the full </a:t>
            </a:r>
            <a:r>
              <a:rPr lang="en-GB" sz="1200" spc="-20" noProof="0" dirty="0">
                <a:latin typeface="+mn-lt"/>
                <a:cs typeface="Segoe UI"/>
              </a:rPr>
              <a:t>path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every external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command.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Some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might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argue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method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would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fact</a:t>
            </a:r>
            <a:r>
              <a:rPr lang="en-GB" sz="1200" spc="-15" noProof="0" dirty="0">
                <a:latin typeface="+mn-lt"/>
                <a:cs typeface="Segoe UI"/>
              </a:rPr>
              <a:t> speed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up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operations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safer.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149996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220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hierarchical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structure,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quite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easy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forget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where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particular</a:t>
            </a:r>
            <a:r>
              <a:rPr lang="en-GB" sz="1200" spc="-20" noProof="0" dirty="0">
                <a:latin typeface="+mn-lt"/>
                <a:cs typeface="Segoe UI"/>
              </a:rPr>
              <a:t> file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located.  </a:t>
            </a:r>
            <a:r>
              <a:rPr lang="en-GB" sz="1200" spc="-20" noProof="0" dirty="0">
                <a:latin typeface="+mn-lt"/>
                <a:cs typeface="Segoe UI"/>
              </a:rPr>
              <a:t>Even </a:t>
            </a:r>
            <a:r>
              <a:rPr lang="en-GB" sz="1200" spc="-15" noProof="0" dirty="0">
                <a:latin typeface="+mn-lt"/>
                <a:cs typeface="Segoe UI"/>
              </a:rPr>
              <a:t>more </a:t>
            </a:r>
            <a:r>
              <a:rPr lang="en-GB" sz="1200" spc="-25" noProof="0" dirty="0">
                <a:latin typeface="+mn-lt"/>
                <a:cs typeface="Segoe UI"/>
              </a:rPr>
              <a:t>importantly, </a:t>
            </a:r>
            <a:r>
              <a:rPr lang="en-GB" sz="1200" spc="-20" noProof="0" dirty="0">
                <a:latin typeface="+mn-lt"/>
                <a:cs typeface="Segoe UI"/>
              </a:rPr>
              <a:t>sometimes </a:t>
            </a:r>
            <a:r>
              <a:rPr lang="en-GB" sz="1200" spc="-15" noProof="0" dirty="0">
                <a:latin typeface="+mn-lt"/>
                <a:cs typeface="Segoe UI"/>
              </a:rPr>
              <a:t>we need to </a:t>
            </a:r>
            <a:r>
              <a:rPr lang="en-GB" sz="1200" spc="-20" noProof="0" dirty="0">
                <a:latin typeface="+mn-lt"/>
                <a:cs typeface="Segoe UI"/>
              </a:rPr>
              <a:t>generate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very </a:t>
            </a:r>
            <a:r>
              <a:rPr lang="en-GB" sz="1200" spc="-25" noProof="0" dirty="0">
                <a:latin typeface="+mn-lt"/>
                <a:cs typeface="Segoe UI"/>
              </a:rPr>
              <a:t>specific </a:t>
            </a:r>
            <a:r>
              <a:rPr lang="en-GB" sz="1200" spc="-20" noProof="0" dirty="0">
                <a:latin typeface="+mn-lt"/>
                <a:cs typeface="Segoe UI"/>
              </a:rPr>
              <a:t>list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files, according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their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attributes.</a:t>
            </a: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0" noProof="0" dirty="0">
                <a:latin typeface="+mn-lt"/>
                <a:cs typeface="Segoe UI"/>
              </a:rPr>
              <a:t>For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example,</a:t>
            </a:r>
            <a:r>
              <a:rPr lang="en-GB" sz="1200" spc="-15" noProof="0" dirty="0">
                <a:latin typeface="+mn-lt"/>
                <a:cs typeface="Segoe UI"/>
              </a:rPr>
              <a:t> 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print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reports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modified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today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fred</a:t>
            </a:r>
            <a:r>
              <a:rPr lang="en-GB" sz="1200" spc="-15" noProof="0" dirty="0">
                <a:latin typeface="+mn-lt"/>
                <a:cs typeface="Segoe UI"/>
              </a:rPr>
              <a:t>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 need to </a:t>
            </a:r>
            <a:r>
              <a:rPr lang="en-GB" sz="1200" spc="-20" noProof="0" dirty="0">
                <a:latin typeface="+mn-lt"/>
                <a:cs typeface="Segoe UI"/>
              </a:rPr>
              <a:t>identify </a:t>
            </a:r>
            <a:r>
              <a:rPr lang="en-GB" sz="1200" spc="-15" noProof="0" dirty="0">
                <a:latin typeface="+mn-lt"/>
                <a:cs typeface="Segoe UI"/>
              </a:rPr>
              <a:t>those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20" noProof="0" dirty="0">
                <a:latin typeface="+mn-lt"/>
                <a:cs typeface="Segoe UI"/>
              </a:rPr>
              <a:t>that have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15" noProof="0" dirty="0">
                <a:latin typeface="+mn-lt"/>
                <a:cs typeface="Segoe UI"/>
              </a:rPr>
              <a:t>been </a:t>
            </a:r>
            <a:r>
              <a:rPr lang="en-GB" sz="1200" spc="-25" noProof="0" dirty="0">
                <a:latin typeface="+mn-lt"/>
                <a:cs typeface="Segoe UI"/>
              </a:rPr>
              <a:t>accessed </a:t>
            </a: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0" noProof="0" dirty="0">
                <a:latin typeface="+mn-lt"/>
                <a:cs typeface="Segoe UI"/>
              </a:rPr>
              <a:t>last </a:t>
            </a:r>
            <a:r>
              <a:rPr lang="en-GB" sz="1200" spc="-15" noProof="0" dirty="0">
                <a:latin typeface="+mn-lt"/>
                <a:cs typeface="Segoe UI"/>
              </a:rPr>
              <a:t>three </a:t>
            </a:r>
            <a:r>
              <a:rPr lang="en-GB" sz="1200" spc="-20" noProof="0" dirty="0">
                <a:latin typeface="+mn-lt"/>
                <a:cs typeface="Segoe UI"/>
              </a:rPr>
              <a:t>months, </a:t>
            </a:r>
            <a:r>
              <a:rPr lang="en-GB" sz="1200" spc="-15" noProof="0" dirty="0">
                <a:latin typeface="+mn-lt"/>
                <a:cs typeface="Segoe UI"/>
              </a:rPr>
              <a:t>in order to </a:t>
            </a:r>
            <a:r>
              <a:rPr lang="en-GB" sz="1200" spc="-20" noProof="0" dirty="0">
                <a:latin typeface="+mn-lt"/>
                <a:cs typeface="Segoe UI"/>
              </a:rPr>
              <a:t>archive </a:t>
            </a:r>
            <a:r>
              <a:rPr lang="en-GB" sz="1200" spc="-2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perhaps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remove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230504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find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old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basic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sets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UNIX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tools,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answer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here.  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search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40" noProof="0" dirty="0">
                <a:latin typeface="+mn-lt"/>
                <a:cs typeface="Segoe UI"/>
              </a:rPr>
              <a:t> its </a:t>
            </a:r>
            <a:r>
              <a:rPr lang="en-GB" sz="1200" spc="-20" noProof="0" dirty="0">
                <a:latin typeface="+mn-lt"/>
                <a:cs typeface="Segoe UI"/>
              </a:rPr>
              <a:t>sub-directories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files.</a:t>
            </a:r>
          </a:p>
          <a:p>
            <a:pPr marL="12700" marR="230504">
              <a:lnSpc>
                <a:spcPct val="100000"/>
              </a:lnSpc>
              <a:spcBef>
                <a:spcPts val="60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find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indeed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very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powerful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tool,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allowing</a:t>
            </a:r>
            <a:r>
              <a:rPr lang="en-GB" sz="1200" spc="-50" noProof="0" dirty="0">
                <a:latin typeface="+mn-lt"/>
                <a:cs typeface="Segoe UI"/>
              </a:rPr>
              <a:t> you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search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branches,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attributes,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non-interactively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actions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20" noProof="0" dirty="0">
                <a:latin typeface="+mn-lt"/>
                <a:cs typeface="Segoe UI"/>
              </a:rPr>
              <a:t>find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locates.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31526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Options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find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 </a:t>
            </a:r>
            <a:r>
              <a:rPr lang="en-GB" sz="1200" spc="-30" noProof="0" dirty="0">
                <a:latin typeface="+mn-lt"/>
                <a:cs typeface="Segoe UI"/>
              </a:rPr>
              <a:t>facilitate</a:t>
            </a:r>
            <a:r>
              <a:rPr lang="en-GB" sz="1200" spc="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search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</a:t>
            </a:r>
            <a:r>
              <a:rPr lang="en-GB" sz="1200" spc="-20" noProof="0" dirty="0">
                <a:latin typeface="+mn-lt"/>
                <a:cs typeface="Segoe UI"/>
              </a:rPr>
              <a:t> according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just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about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known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attribute.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GB" sz="1200" spc="-15" noProof="0" dirty="0">
                <a:latin typeface="+mn-lt"/>
                <a:cs typeface="Segoe UI"/>
              </a:rPr>
              <a:t>Once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located,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5" noProof="0" dirty="0">
                <a:latin typeface="+mn-lt"/>
                <a:cs typeface="Segoe UI"/>
              </a:rPr>
              <a:t> 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submitted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 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argument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available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0223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-name</a:t>
            </a:r>
            <a:r>
              <a:rPr lang="en-GB" sz="1200" b="1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supports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same</a:t>
            </a:r>
            <a:r>
              <a:rPr lang="en-GB" sz="1200" spc="-25" noProof="0" dirty="0">
                <a:latin typeface="+mn-lt"/>
                <a:cs typeface="Segoe UI"/>
              </a:rPr>
              <a:t> wildcard characters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t</a:t>
            </a:r>
            <a:r>
              <a:rPr lang="en-GB" sz="1200" spc="-15" noProof="0" dirty="0">
                <a:latin typeface="+mn-lt"/>
                <a:cs typeface="Segoe UI"/>
              </a:rPr>
              <a:t>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(</a:t>
            </a:r>
            <a:r>
              <a:rPr lang="en-GB" sz="1200" b="1" spc="-10" noProof="0" dirty="0">
                <a:latin typeface="+mn-lt"/>
                <a:cs typeface="Segoe UI"/>
              </a:rPr>
              <a:t>*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b="1" noProof="0" dirty="0">
                <a:latin typeface="+mn-lt"/>
                <a:cs typeface="Segoe UI"/>
              </a:rPr>
              <a:t>?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[ ]</a:t>
            </a:r>
            <a:r>
              <a:rPr lang="en-GB" sz="1200" spc="-15" noProof="0" dirty="0">
                <a:latin typeface="+mn-lt"/>
                <a:cs typeface="Segoe UI"/>
              </a:rPr>
              <a:t>). </a:t>
            </a:r>
            <a:r>
              <a:rPr lang="en-GB" sz="1200" spc="-20" noProof="0" dirty="0">
                <a:latin typeface="+mn-lt"/>
                <a:cs typeface="Segoe UI"/>
              </a:rPr>
              <a:t>Remember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put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name </a:t>
            </a:r>
            <a:r>
              <a:rPr lang="en-GB" sz="1200" spc="-25" noProof="0" dirty="0">
                <a:latin typeface="+mn-lt"/>
                <a:cs typeface="Segoe UI"/>
              </a:rPr>
              <a:t>containing any of </a:t>
            </a:r>
            <a:r>
              <a:rPr lang="en-GB" sz="1200" spc="-20" noProof="0" dirty="0">
                <a:latin typeface="+mn-lt"/>
                <a:cs typeface="Segoe UI"/>
              </a:rPr>
              <a:t>these </a:t>
            </a:r>
            <a:r>
              <a:rPr lang="en-GB" sz="1200" spc="-25" noProof="0" dirty="0">
                <a:latin typeface="+mn-lt"/>
                <a:cs typeface="Segoe UI"/>
              </a:rPr>
              <a:t>characters </a:t>
            </a:r>
            <a:r>
              <a:rPr lang="en-GB" sz="1200" spc="-15" noProof="0" dirty="0">
                <a:latin typeface="+mn-lt"/>
                <a:cs typeface="Segoe UI"/>
              </a:rPr>
              <a:t>in single quotes, to otherwise they will be interpreted, rather than taken literally</a:t>
            </a:r>
            <a:r>
              <a:rPr lang="en-GB" sz="1200" spc="-20" noProof="0" dirty="0">
                <a:latin typeface="+mn-lt"/>
                <a:cs typeface="Segoe UI"/>
              </a:rPr>
              <a:t>. </a:t>
            </a:r>
          </a:p>
          <a:p>
            <a:pPr marL="12700" marR="14351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wish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calendar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days,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touch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create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at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specific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midnight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b="1" spc="-6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-newer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find</a:t>
            </a:r>
            <a:r>
              <a:rPr lang="en-GB" sz="1200" b="1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locate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15" noProof="0" dirty="0">
                <a:latin typeface="+mn-lt"/>
                <a:cs typeface="Segoe UI"/>
              </a:rPr>
              <a:t> 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newer than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touched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969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Later versions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b="1" spc="-20" noProof="0" dirty="0">
                <a:latin typeface="+mn-lt"/>
                <a:cs typeface="Segoe UI"/>
              </a:rPr>
              <a:t>find </a:t>
            </a:r>
            <a:r>
              <a:rPr lang="en-GB" sz="1200" spc="-20" noProof="0" dirty="0">
                <a:latin typeface="+mn-lt"/>
                <a:cs typeface="Segoe UI"/>
              </a:rPr>
              <a:t>provide enhanced time </a:t>
            </a:r>
            <a:r>
              <a:rPr lang="en-GB" sz="1200" spc="-25" noProof="0" dirty="0">
                <a:latin typeface="+mn-lt"/>
                <a:cs typeface="Segoe UI"/>
              </a:rPr>
              <a:t>specification,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spc="-25" noProof="0" dirty="0">
                <a:latin typeface="+mn-lt"/>
                <a:cs typeface="Segoe UI"/>
              </a:rPr>
              <a:t>example </a:t>
            </a:r>
            <a:r>
              <a:rPr lang="en-GB" sz="1200" spc="-15" noProof="0" dirty="0">
                <a:latin typeface="+mn-lt"/>
                <a:cs typeface="Segoe UI"/>
              </a:rPr>
              <a:t>they </a:t>
            </a:r>
            <a:r>
              <a:rPr lang="en-GB" sz="1200" spc="-20" noProof="0" dirty="0">
                <a:latin typeface="+mn-lt"/>
                <a:cs typeface="Segoe UI"/>
              </a:rPr>
              <a:t>allow you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specify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time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options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(last access,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modification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change times)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minutes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0" noProof="0" dirty="0">
                <a:latin typeface="+mn-lt"/>
                <a:cs typeface="Segoe UI"/>
              </a:rPr>
              <a:t> well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multiples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 24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hours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</a:t>
            </a:r>
            <a:r>
              <a:rPr lang="en-GB" sz="1200" b="1" spc="-20" noProof="0" dirty="0">
                <a:latin typeface="+mn-lt"/>
                <a:cs typeface="Segoe UI"/>
              </a:rPr>
              <a:t>-amin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-</a:t>
            </a:r>
            <a:r>
              <a:rPr lang="en-GB" sz="1200" b="1" spc="-20" noProof="0" dirty="0" err="1">
                <a:latin typeface="+mn-lt"/>
                <a:cs typeface="Segoe UI"/>
              </a:rPr>
              <a:t>mmin</a:t>
            </a:r>
            <a:r>
              <a:rPr lang="en-GB" sz="1200" b="1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b="1" noProof="0" dirty="0">
                <a:latin typeface="+mn-lt"/>
                <a:cs typeface="Segoe UI"/>
              </a:rPr>
              <a:t>-</a:t>
            </a:r>
            <a:r>
              <a:rPr lang="en-GB" sz="1200" b="1" spc="-260" noProof="0" dirty="0">
                <a:latin typeface="+mn-lt"/>
                <a:cs typeface="Segoe UI"/>
              </a:rPr>
              <a:t> </a:t>
            </a:r>
            <a:r>
              <a:rPr lang="en-GB" sz="1200" b="1" spc="-260" noProof="0" dirty="0" err="1">
                <a:latin typeface="+mn-lt"/>
                <a:cs typeface="Segoe UI"/>
              </a:rPr>
              <a:t>c</a:t>
            </a:r>
            <a:r>
              <a:rPr lang="en-GB" sz="1200" b="1" spc="-20" noProof="0" dirty="0" err="1">
                <a:latin typeface="+mn-lt"/>
                <a:cs typeface="Segoe UI"/>
              </a:rPr>
              <a:t>min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respectively).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7051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addition,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b="1" spc="-25" noProof="0" dirty="0">
                <a:latin typeface="+mn-lt"/>
                <a:cs typeface="Segoe UI"/>
              </a:rPr>
              <a:t>–</a:t>
            </a:r>
            <a:r>
              <a:rPr lang="en-GB" sz="1200" b="1" spc="-25" noProof="0" dirty="0" err="1">
                <a:latin typeface="+mn-lt"/>
                <a:cs typeface="Segoe UI"/>
              </a:rPr>
              <a:t>daystart</a:t>
            </a:r>
            <a:r>
              <a:rPr lang="en-GB" sz="1200" b="1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allows</a:t>
            </a:r>
            <a:r>
              <a:rPr lang="en-GB" sz="1200" spc="-20" noProof="0" dirty="0">
                <a:latin typeface="+mn-lt"/>
                <a:cs typeface="Segoe UI"/>
              </a:rPr>
              <a:t> you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change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time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measure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start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beginning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today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(instead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24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hours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ago).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595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Search</a:t>
            </a:r>
            <a:r>
              <a:rPr lang="en-GB" sz="1200" spc="-20" noProof="0" dirty="0">
                <a:latin typeface="+mn-lt"/>
                <a:cs typeface="Segoe UI"/>
              </a:rPr>
              <a:t> criteria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combined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into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sophisticated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searches,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'standard'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operators.</a:t>
            </a:r>
          </a:p>
          <a:p>
            <a:pPr marL="12700" marR="85725">
              <a:lnSpc>
                <a:spcPct val="100000"/>
              </a:lnSpc>
              <a:spcBef>
                <a:spcPts val="600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8572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0" noProof="0" dirty="0">
                <a:latin typeface="+mn-lt"/>
                <a:cs typeface="Segoe UI"/>
              </a:rPr>
              <a:t>slide above, </a:t>
            </a:r>
            <a:r>
              <a:rPr lang="en-GB" sz="1200" spc="-15" noProof="0" dirty="0">
                <a:latin typeface="+mn-lt"/>
                <a:cs typeface="Segoe UI"/>
              </a:rPr>
              <a:t>we show some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more </a:t>
            </a:r>
            <a:r>
              <a:rPr lang="en-GB" sz="1200" spc="-20" noProof="0" dirty="0">
                <a:latin typeface="+mn-lt"/>
                <a:cs typeface="Segoe UI"/>
              </a:rPr>
              <a:t>popular operators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5" noProof="0" dirty="0">
                <a:latin typeface="+mn-lt"/>
                <a:cs typeface="Segoe UI"/>
              </a:rPr>
              <a:t>action.</a:t>
            </a:r>
          </a:p>
          <a:p>
            <a:pPr marL="12700" marR="85725">
              <a:lnSpc>
                <a:spcPct val="100000"/>
              </a:lnSpc>
              <a:spcBef>
                <a:spcPts val="600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8572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First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5" noProof="0" dirty="0">
                <a:latin typeface="+mn-lt"/>
                <a:cs typeface="Segoe UI"/>
              </a:rPr>
              <a:t>all,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listing two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15" noProof="0" dirty="0">
                <a:latin typeface="+mn-lt"/>
                <a:cs typeface="Segoe UI"/>
              </a:rPr>
              <a:t>more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search</a:t>
            </a:r>
            <a:r>
              <a:rPr lang="en-GB" sz="1200" spc="-25" noProof="0" dirty="0">
                <a:latin typeface="+mn-lt"/>
                <a:cs typeface="Segoe UI"/>
              </a:rPr>
              <a:t> criteria,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imply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logical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AND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(although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0" noProof="0" dirty="0">
                <a:latin typeface="+mn-lt"/>
                <a:cs typeface="Segoe UI"/>
              </a:rPr>
              <a:t> 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40" noProof="0" dirty="0">
                <a:latin typeface="+mn-lt"/>
                <a:cs typeface="Segoe UI"/>
              </a:rPr>
              <a:t> explicitly give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b="1" spc="-10" noProof="0" dirty="0">
                <a:latin typeface="+mn-lt"/>
                <a:cs typeface="Segoe UI"/>
              </a:rPr>
              <a:t>-a</a:t>
            </a:r>
            <a:r>
              <a:rPr lang="en-GB" sz="1200" b="1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operator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between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them).  Log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35" noProof="0" dirty="0">
                <a:latin typeface="+mn-lt"/>
                <a:cs typeface="Segoe UI"/>
              </a:rPr>
              <a:t>ca</a:t>
            </a:r>
            <a:r>
              <a:rPr lang="en-GB" sz="1200" noProof="0" dirty="0">
                <a:latin typeface="+mn-lt"/>
                <a:cs typeface="Segoe UI"/>
              </a:rPr>
              <a:t>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</a:t>
            </a:r>
            <a:r>
              <a:rPr lang="en-GB" sz="1200" noProof="0" dirty="0">
                <a:latin typeface="+mn-lt"/>
                <a:cs typeface="Segoe UI"/>
              </a:rPr>
              <a:t>R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noProof="0" dirty="0">
                <a:latin typeface="+mn-lt"/>
                <a:cs typeface="Segoe UI"/>
              </a:rPr>
              <a:t>s</a:t>
            </a:r>
            <a:r>
              <a:rPr lang="en-GB" sz="1200" spc="-30" noProof="0" dirty="0">
                <a:latin typeface="+mn-lt"/>
                <a:cs typeface="Segoe UI"/>
              </a:rPr>
              <a:t> im</a:t>
            </a:r>
            <a:r>
              <a:rPr lang="en-GB" sz="1200" spc="-20" noProof="0" dirty="0">
                <a:latin typeface="+mn-lt"/>
                <a:cs typeface="Segoe UI"/>
              </a:rPr>
              <a:t>p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25" noProof="0" dirty="0">
                <a:latin typeface="+mn-lt"/>
                <a:cs typeface="Segoe UI"/>
              </a:rPr>
              <a:t>eme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noProof="0" dirty="0">
                <a:latin typeface="+mn-lt"/>
                <a:cs typeface="Segoe UI"/>
              </a:rPr>
              <a:t>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wit</a:t>
            </a:r>
            <a:r>
              <a:rPr lang="en-GB" sz="1200" noProof="0" dirty="0">
                <a:latin typeface="+mn-lt"/>
                <a:cs typeface="Segoe UI"/>
              </a:rPr>
              <a:t>h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-</a:t>
            </a:r>
            <a:r>
              <a:rPr lang="en-GB" sz="1200" b="1" noProof="0" dirty="0">
                <a:latin typeface="+mn-lt"/>
                <a:cs typeface="Segoe UI"/>
              </a:rPr>
              <a:t>o</a:t>
            </a:r>
            <a:r>
              <a:rPr lang="en-GB" sz="1200" b="1" spc="-5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noProof="0" dirty="0">
                <a:latin typeface="+mn-lt"/>
                <a:cs typeface="Segoe UI"/>
              </a:rPr>
              <a:t>d</a:t>
            </a:r>
            <a:r>
              <a:rPr lang="en-GB" sz="1200" spc="-55" noProof="0" dirty="0">
                <a:latin typeface="+mn-lt"/>
                <a:cs typeface="Segoe UI"/>
              </a:rPr>
              <a:t> NOT </a:t>
            </a:r>
            <a:r>
              <a:rPr lang="en-GB" sz="1200" spc="-30" noProof="0" dirty="0">
                <a:latin typeface="+mn-lt"/>
                <a:cs typeface="Segoe UI"/>
              </a:rPr>
              <a:t>wit</a:t>
            </a:r>
            <a:r>
              <a:rPr lang="en-GB" sz="1200" noProof="0" dirty="0">
                <a:latin typeface="+mn-lt"/>
                <a:cs typeface="Segoe UI"/>
              </a:rPr>
              <a:t>h</a:t>
            </a:r>
            <a:r>
              <a:rPr lang="en-GB" sz="1200" spc="-30" noProof="0" dirty="0">
                <a:latin typeface="+mn-lt"/>
                <a:cs typeface="Segoe UI"/>
              </a:rPr>
              <a:t> 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b="1" noProof="0" dirty="0">
                <a:latin typeface="+mn-lt"/>
                <a:cs typeface="Segoe UI"/>
              </a:rPr>
              <a:t>!</a:t>
            </a:r>
            <a:r>
              <a:rPr lang="en-GB" sz="1200" b="1" spc="-35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c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35" noProof="0" dirty="0">
                <a:latin typeface="+mn-lt"/>
                <a:cs typeface="Segoe UI"/>
              </a:rPr>
              <a:t>ac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 you group </a:t>
            </a:r>
            <a:r>
              <a:rPr lang="en-GB" sz="1200" spc="-20" noProof="0" dirty="0">
                <a:latin typeface="+mn-lt"/>
                <a:cs typeface="Segoe UI"/>
              </a:rPr>
              <a:t>conditions with brackets, remember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protect </a:t>
            </a:r>
            <a:r>
              <a:rPr lang="en-GB" sz="1200" spc="-15" noProof="0" dirty="0">
                <a:latin typeface="+mn-lt"/>
                <a:cs typeface="Segoe UI"/>
              </a:rPr>
              <a:t>them from the </a:t>
            </a:r>
            <a:r>
              <a:rPr lang="en-GB" sz="1200" spc="-20" noProof="0" dirty="0">
                <a:latin typeface="+mn-lt"/>
                <a:cs typeface="Segoe UI"/>
              </a:rPr>
              <a:t>shell.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3098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final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example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says: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under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/var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modified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last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10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days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do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belong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ian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bob.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sz="12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6592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default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action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performed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10" noProof="0" dirty="0">
                <a:latin typeface="+mn-lt"/>
                <a:cs typeface="Segoe UI"/>
              </a:rPr>
              <a:t> files found by </a:t>
            </a:r>
            <a:r>
              <a:rPr lang="en-GB" sz="1200" b="1" spc="-10" noProof="0" dirty="0">
                <a:latin typeface="+mn-lt"/>
                <a:cs typeface="Segoe UI"/>
              </a:rPr>
              <a:t>find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display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their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full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pathnames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stdout</a:t>
            </a:r>
            <a:r>
              <a:rPr lang="en-GB" sz="1200" spc="-20" noProof="0" dirty="0">
                <a:latin typeface="+mn-lt"/>
                <a:cs typeface="Segoe UI"/>
              </a:rPr>
              <a:t>.  This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5" noProof="0" dirty="0">
                <a:latin typeface="+mn-lt"/>
                <a:cs typeface="Segoe UI"/>
              </a:rPr>
              <a:t> the same as explicitly specifying </a:t>
            </a:r>
            <a:r>
              <a:rPr lang="en-GB" sz="1200" b="1" spc="-4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–print</a:t>
            </a:r>
            <a:r>
              <a:rPr lang="en-GB" sz="1200" spc="-20" noProof="0" dirty="0">
                <a:latin typeface="+mn-lt"/>
                <a:cs typeface="Segoe UI"/>
              </a:rPr>
              <a:t>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144395">
              <a:lnSpc>
                <a:spcPct val="150000"/>
              </a:lnSpc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2144395">
              <a:lnSpc>
                <a:spcPct val="150000"/>
              </a:lnSpc>
            </a:pPr>
            <a:r>
              <a:rPr lang="en-GB" sz="1200" spc="-20" noProof="0" dirty="0">
                <a:latin typeface="+mn-lt"/>
                <a:cs typeface="Segoe UI"/>
              </a:rPr>
              <a:t>Two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actions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inherited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UNIX:</a:t>
            </a:r>
            <a:r>
              <a:rPr lang="en-GB" sz="1200" spc="23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-exec</a:t>
            </a:r>
            <a:r>
              <a:rPr lang="en-GB" sz="1200" b="1" spc="-4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command</a:t>
            </a:r>
            <a:r>
              <a:rPr lang="en-GB" sz="1200" b="1" spc="-25" noProof="0" dirty="0">
                <a:latin typeface="+mn-lt"/>
                <a:cs typeface="Segoe UI"/>
              </a:rPr>
              <a:t> </a:t>
            </a:r>
            <a:r>
              <a:rPr lang="en-GB" sz="1200" b="1" spc="-10" noProof="0" dirty="0">
                <a:latin typeface="+mn-lt"/>
                <a:cs typeface="Segoe UI"/>
              </a:rPr>
              <a:t>{}</a:t>
            </a:r>
            <a:r>
              <a:rPr lang="en-GB" sz="1200" b="1" spc="-50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\;  </a:t>
            </a:r>
            <a:r>
              <a:rPr lang="en-GB" sz="1200" b="1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175" noProof="0" dirty="0">
                <a:latin typeface="+mn-lt"/>
                <a:cs typeface="Segoe UI"/>
              </a:rPr>
              <a:t> </a:t>
            </a:r>
            <a:r>
              <a:rPr lang="en-GB" sz="1200" b="1" spc="-10" noProof="0" dirty="0">
                <a:latin typeface="+mn-lt"/>
                <a:cs typeface="Segoe UI"/>
              </a:rPr>
              <a:t>-ok</a:t>
            </a:r>
            <a:r>
              <a:rPr lang="en-GB" sz="1200" b="1" spc="-6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command</a:t>
            </a:r>
            <a:r>
              <a:rPr lang="en-GB" sz="1200" b="1" spc="-30" noProof="0" dirty="0">
                <a:latin typeface="+mn-lt"/>
                <a:cs typeface="Segoe UI"/>
              </a:rPr>
              <a:t> </a:t>
            </a:r>
            <a:r>
              <a:rPr lang="en-GB" sz="1200" b="1" spc="-10" noProof="0" dirty="0">
                <a:latin typeface="+mn-lt"/>
                <a:cs typeface="Segoe UI"/>
              </a:rPr>
              <a:t>{}</a:t>
            </a:r>
            <a:r>
              <a:rPr lang="en-GB" sz="1200" b="1" spc="-55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\;</a:t>
            </a:r>
          </a:p>
          <a:p>
            <a:pPr marL="12700" marR="2144395">
              <a:lnSpc>
                <a:spcPct val="150000"/>
              </a:lnSpc>
            </a:pPr>
            <a:endParaRPr lang="en-GB" sz="1200" b="1" spc="-20" noProof="0" dirty="0">
              <a:latin typeface="+mn-lt"/>
              <a:cs typeface="Segoe UI"/>
            </a:endParaRPr>
          </a:p>
          <a:p>
            <a:pPr marL="12700" marR="5651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braces</a:t>
            </a:r>
            <a:r>
              <a:rPr lang="en-GB" sz="1200" spc="-25" noProof="0" dirty="0">
                <a:latin typeface="+mn-lt"/>
                <a:cs typeface="Segoe UI"/>
              </a:rPr>
              <a:t> acts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a </a:t>
            </a:r>
            <a:r>
              <a:rPr lang="en-GB" sz="1200" spc="-20" noProof="0" dirty="0">
                <a:latin typeface="+mn-lt"/>
                <a:cs typeface="Segoe UI"/>
              </a:rPr>
              <a:t>placeholder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files found by </a:t>
            </a:r>
            <a:r>
              <a:rPr lang="en-GB" sz="1200" b="1" spc="-20" noProof="0" dirty="0">
                <a:latin typeface="+mn-lt"/>
                <a:cs typeface="Segoe UI"/>
              </a:rPr>
              <a:t>find. 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b="1" spc="-2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specified </a:t>
            </a:r>
            <a:r>
              <a:rPr lang="en-GB" sz="1200" b="1" spc="-20" noProof="0" dirty="0">
                <a:latin typeface="+mn-lt"/>
                <a:cs typeface="Segoe UI"/>
              </a:rPr>
              <a:t>command</a:t>
            </a:r>
            <a:r>
              <a:rPr lang="en-GB" sz="1200" spc="-20" noProof="0" dirty="0">
                <a:latin typeface="+mn-lt"/>
                <a:cs typeface="Segoe UI"/>
              </a:rPr>
              <a:t> will be executed on these files.</a:t>
            </a:r>
            <a:r>
              <a:rPr lang="en-GB" sz="1200" spc="-10" noProof="0" dirty="0">
                <a:latin typeface="+mn-lt"/>
                <a:cs typeface="Segoe UI"/>
              </a:rPr>
              <a:t>  </a:t>
            </a:r>
            <a:r>
              <a:rPr lang="en-GB" sz="1200" spc="-25" noProof="0" dirty="0">
                <a:latin typeface="+mn-lt"/>
                <a:cs typeface="Segoe UI"/>
              </a:rPr>
              <a:t>The </a:t>
            </a:r>
            <a:r>
              <a:rPr lang="en-GB" sz="1200" b="1" spc="-25" noProof="0" dirty="0">
                <a:latin typeface="+mn-lt"/>
                <a:cs typeface="Segoe UI"/>
              </a:rPr>
              <a:t>-exec</a:t>
            </a:r>
            <a:r>
              <a:rPr lang="en-GB" sz="1200" spc="-25" noProof="0" dirty="0">
                <a:latin typeface="+mn-lt"/>
                <a:cs typeface="Segoe UI"/>
              </a:rPr>
              <a:t> action will simply execute the</a:t>
            </a:r>
            <a:r>
              <a:rPr lang="en-GB" sz="1200" b="1" spc="-25" noProof="0" dirty="0">
                <a:latin typeface="+mn-lt"/>
                <a:cs typeface="Segoe UI"/>
              </a:rPr>
              <a:t> command</a:t>
            </a:r>
            <a:r>
              <a:rPr lang="en-GB" sz="1200" spc="-25" noProof="0" dirty="0">
                <a:latin typeface="+mn-lt"/>
                <a:cs typeface="Segoe UI"/>
              </a:rPr>
              <a:t>, whereas </a:t>
            </a:r>
            <a:r>
              <a:rPr lang="en-GB" sz="1200" b="1" spc="-25" noProof="0" dirty="0">
                <a:latin typeface="+mn-lt"/>
                <a:cs typeface="Segoe UI"/>
              </a:rPr>
              <a:t>–ok</a:t>
            </a:r>
            <a:r>
              <a:rPr lang="en-GB" sz="1200" spc="-25" noProof="0" dirty="0">
                <a:latin typeface="+mn-lt"/>
                <a:cs typeface="Segoe UI"/>
              </a:rPr>
              <a:t> asks for confirmation for each file it executes on.  </a:t>
            </a:r>
            <a:r>
              <a:rPr lang="en-GB" spc="-15" dirty="0">
                <a:cs typeface="Segoe UI"/>
              </a:rPr>
              <a:t>The quoted </a:t>
            </a:r>
            <a:r>
              <a:rPr lang="en-GB" spc="-20" dirty="0">
                <a:cs typeface="Segoe UI"/>
              </a:rPr>
              <a:t>semicolon </a:t>
            </a:r>
            <a:r>
              <a:rPr lang="en-GB" spc="-25" dirty="0">
                <a:cs typeface="Segoe UI"/>
              </a:rPr>
              <a:t>terminates </a:t>
            </a:r>
            <a:r>
              <a:rPr lang="en-GB" spc="-15" dirty="0">
                <a:cs typeface="Segoe UI"/>
              </a:rPr>
              <a:t>the </a:t>
            </a:r>
            <a:r>
              <a:rPr lang="en-GB" spc="-25" dirty="0">
                <a:cs typeface="Segoe UI"/>
              </a:rPr>
              <a:t>action, allowing you to specify several commands to be executed on the files that are found.</a:t>
            </a:r>
          </a:p>
          <a:p>
            <a:pPr marL="12700" marR="56515">
              <a:lnSpc>
                <a:spcPct val="100000"/>
              </a:lnSpc>
              <a:spcBef>
                <a:spcPts val="60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454659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introduced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additional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actions</a:t>
            </a:r>
            <a:r>
              <a:rPr lang="en-GB" sz="1200" spc="-20" noProof="0" dirty="0">
                <a:latin typeface="+mn-lt"/>
                <a:cs typeface="Segoe UI"/>
              </a:rPr>
              <a:t>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68201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GB" sz="1200" spc="-20" noProof="0" dirty="0">
                <a:latin typeface="+mn-lt"/>
                <a:cs typeface="Segoe UI"/>
              </a:rPr>
              <a:t>Answers:</a:t>
            </a:r>
            <a:endParaRPr lang="en-GB" sz="1200" noProof="0" dirty="0">
              <a:latin typeface="+mn-lt"/>
              <a:cs typeface="Segoe UI"/>
            </a:endParaRPr>
          </a:p>
          <a:p>
            <a:pPr marL="240665" indent="-228600">
              <a:lnSpc>
                <a:spcPct val="100000"/>
              </a:lnSpc>
              <a:spcBef>
                <a:spcPts val="605"/>
              </a:spcBef>
              <a:buFont typeface="+mj-lt"/>
              <a:buAutoNum type="arabicPeriod"/>
              <a:tabLst>
                <a:tab pos="180975" algn="l"/>
              </a:tabLst>
            </a:pPr>
            <a:r>
              <a:rPr lang="en-GB" sz="1200" spc="-20" noProof="0" dirty="0">
                <a:latin typeface="+mn-lt"/>
                <a:cs typeface="Segoe UI"/>
              </a:rPr>
              <a:t>List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filenames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under</a:t>
            </a:r>
            <a:r>
              <a:rPr lang="en-GB" sz="1200" b="1" spc="-7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/etc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hosts</a:t>
            </a:r>
            <a:r>
              <a:rPr lang="en-GB" sz="1200" spc="-15" noProof="0" dirty="0">
                <a:latin typeface="+mn-lt"/>
                <a:cs typeface="Segoe UI"/>
              </a:rPr>
              <a:t>;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dispose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error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messages</a:t>
            </a:r>
            <a:endParaRPr lang="en-GB" sz="1200" noProof="0" dirty="0">
              <a:latin typeface="+mn-lt"/>
              <a:cs typeface="Segoe UI"/>
            </a:endParaRPr>
          </a:p>
          <a:p>
            <a:pPr marL="241300" marR="45085" indent="-2286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>
                <a:tab pos="180975" algn="l"/>
              </a:tabLst>
            </a:pPr>
            <a:r>
              <a:rPr lang="en-GB" sz="1200" spc="-20" noProof="0" dirty="0">
                <a:latin typeface="+mn-lt"/>
                <a:cs typeface="Segoe UI"/>
              </a:rPr>
              <a:t> List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filenames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current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type;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since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search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recursive,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get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tree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structure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below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current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stored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given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noProof="0" dirty="0">
                <a:latin typeface="+mn-lt"/>
                <a:cs typeface="Segoe UI"/>
              </a:rPr>
              <a:t>;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dispose</a:t>
            </a:r>
            <a:r>
              <a:rPr lang="en-GB" sz="1200" spc="-80" noProof="0" dirty="0">
                <a:latin typeface="+mn-lt"/>
                <a:cs typeface="Segoe UI"/>
              </a:rPr>
              <a:t> of </a:t>
            </a:r>
            <a:r>
              <a:rPr lang="en-GB" sz="1200" spc="-15" noProof="0" dirty="0">
                <a:latin typeface="+mn-lt"/>
                <a:cs typeface="Segoe UI"/>
              </a:rPr>
              <a:t>error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messages</a:t>
            </a:r>
            <a:endParaRPr lang="en-GB" sz="1200" noProof="0" dirty="0">
              <a:latin typeface="+mn-lt"/>
              <a:cs typeface="Segoe UI"/>
            </a:endParaRPr>
          </a:p>
          <a:p>
            <a:pPr marL="240665" indent="-2286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>
                <a:tab pos="180975" algn="l"/>
              </a:tabLst>
            </a:pPr>
            <a:r>
              <a:rPr lang="en-GB" sz="1200" spc="-25" noProof="0" dirty="0">
                <a:latin typeface="+mn-lt"/>
                <a:cs typeface="Segoe UI"/>
              </a:rPr>
              <a:t>Locate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under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/</a:t>
            </a:r>
            <a:r>
              <a:rPr lang="en-GB" sz="1200" b="1" spc="-15" noProof="0" dirty="0" err="1">
                <a:latin typeface="+mn-lt"/>
                <a:cs typeface="Segoe UI"/>
              </a:rPr>
              <a:t>usr</a:t>
            </a:r>
            <a:r>
              <a:rPr lang="en-GB" sz="1200" b="1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b="1" spc="-10" noProof="0" dirty="0">
                <a:latin typeface="+mn-lt"/>
                <a:cs typeface="Segoe UI"/>
              </a:rPr>
              <a:t>X11</a:t>
            </a:r>
            <a:endParaRPr lang="en-GB" sz="1200" b="1" noProof="0" dirty="0">
              <a:latin typeface="+mn-lt"/>
              <a:cs typeface="Segoe UI"/>
            </a:endParaRPr>
          </a:p>
          <a:p>
            <a:pPr marL="241300" marR="107950" indent="-2286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>
                <a:tab pos="180975" algn="l"/>
              </a:tabLst>
            </a:pPr>
            <a:r>
              <a:rPr lang="en-GB" sz="1200" spc="-20" noProof="0" dirty="0">
                <a:latin typeface="+mn-lt"/>
                <a:cs typeface="Segoe UI"/>
              </a:rPr>
              <a:t> Search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/</a:t>
            </a:r>
            <a:r>
              <a:rPr lang="en-GB" sz="1200" b="1" spc="-20" noProof="0" dirty="0" err="1">
                <a:latin typeface="+mn-lt"/>
                <a:cs typeface="Segoe UI"/>
              </a:rPr>
              <a:t>tmp</a:t>
            </a:r>
            <a:r>
              <a:rPr lang="en-GB" spc="-25" dirty="0">
                <a:cs typeface="Segoe UI"/>
              </a:rPr>
              <a:t>,</a:t>
            </a:r>
            <a:r>
              <a:rPr lang="en-GB" b="1" spc="-25" dirty="0"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/</a:t>
            </a:r>
            <a:r>
              <a:rPr lang="en-GB" sz="1200" b="1" spc="-15" noProof="0" dirty="0" err="1">
                <a:latin typeface="+mn-lt"/>
                <a:cs typeface="Segoe UI"/>
              </a:rPr>
              <a:t>usr</a:t>
            </a:r>
            <a:r>
              <a:rPr lang="en-GB" sz="1200" spc="-25" noProof="0" dirty="0">
                <a:latin typeface="+mn-lt"/>
                <a:cs typeface="Segoe UI"/>
              </a:rPr>
              <a:t> and the current </a:t>
            </a:r>
            <a:r>
              <a:rPr lang="en-GB" sz="1200" spc="-20" noProof="0" dirty="0">
                <a:latin typeface="+mn-lt"/>
                <a:cs typeface="Segoe UI"/>
              </a:rPr>
              <a:t>directories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20" noProof="0" dirty="0">
                <a:latin typeface="+mn-lt"/>
                <a:cs typeface="Segoe UI"/>
              </a:rPr>
              <a:t>named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core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when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locate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them,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submit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ac</a:t>
            </a:r>
            <a:r>
              <a:rPr lang="en-GB" sz="1200" noProof="0" dirty="0">
                <a:latin typeface="+mn-lt"/>
                <a:cs typeface="Segoe UI"/>
              </a:rPr>
              <a:t>h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on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noProof="0" dirty="0">
                <a:latin typeface="+mn-lt"/>
                <a:cs typeface="Segoe UI"/>
              </a:rPr>
              <a:t>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noProof="0" dirty="0">
                <a:latin typeface="+mn-lt"/>
                <a:cs typeface="Segoe UI"/>
              </a:rPr>
              <a:t>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noProof="0" dirty="0">
                <a:latin typeface="+mn-lt"/>
                <a:cs typeface="Segoe UI"/>
              </a:rPr>
              <a:t>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b="1" spc="-30" noProof="0" dirty="0">
                <a:latin typeface="+mn-lt"/>
                <a:cs typeface="Segoe UI"/>
              </a:rPr>
              <a:t>fil</a:t>
            </a:r>
            <a:r>
              <a:rPr lang="en-GB" sz="1200" b="1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 c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spc="-25" noProof="0" dirty="0">
                <a:latin typeface="+mn-lt"/>
                <a:cs typeface="Segoe UI"/>
              </a:rPr>
              <a:t>mm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noProof="0" dirty="0">
                <a:latin typeface="+mn-lt"/>
                <a:cs typeface="Segoe UI"/>
              </a:rPr>
              <a:t>d</a:t>
            </a:r>
            <a:r>
              <a:rPr lang="en-GB" sz="1200" spc="-30" noProof="0" dirty="0">
                <a:latin typeface="+mn-lt"/>
                <a:cs typeface="Segoe UI"/>
              </a:rPr>
              <a:t> f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noProof="0" dirty="0">
                <a:latin typeface="+mn-lt"/>
                <a:cs typeface="Segoe UI"/>
              </a:rPr>
              <a:t>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</a:t>
            </a:r>
            <a:r>
              <a:rPr lang="en-GB" sz="1200" spc="-35" noProof="0" dirty="0">
                <a:latin typeface="+mn-lt"/>
                <a:cs typeface="Segoe UI"/>
              </a:rPr>
              <a:t>c</a:t>
            </a:r>
            <a:r>
              <a:rPr lang="en-GB" sz="1200" spc="-20" noProof="0" dirty="0">
                <a:latin typeface="+mn-lt"/>
                <a:cs typeface="Segoe UI"/>
              </a:rPr>
              <a:t>ond</a:t>
            </a:r>
            <a:r>
              <a:rPr lang="en-GB" sz="1200" spc="-30" noProof="0" dirty="0">
                <a:latin typeface="+mn-lt"/>
                <a:cs typeface="Segoe UI"/>
              </a:rPr>
              <a:t>iti</a:t>
            </a:r>
            <a:r>
              <a:rPr lang="en-GB" sz="1200" spc="-20" noProof="0" dirty="0">
                <a:latin typeface="+mn-lt"/>
                <a:cs typeface="Segoe UI"/>
              </a:rPr>
              <a:t>on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noProof="0" dirty="0">
                <a:latin typeface="+mn-lt"/>
                <a:cs typeface="Segoe UI"/>
              </a:rPr>
              <a:t>l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x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5" noProof="0" dirty="0">
                <a:latin typeface="+mn-lt"/>
                <a:cs typeface="Segoe UI"/>
              </a:rPr>
              <a:t>c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spc="-30" noProof="0" dirty="0">
                <a:latin typeface="+mn-lt"/>
                <a:cs typeface="Segoe UI"/>
              </a:rPr>
              <a:t>ti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noProof="0" dirty="0">
                <a:latin typeface="+mn-lt"/>
                <a:cs typeface="Segoe UI"/>
              </a:rPr>
              <a:t>n</a:t>
            </a:r>
          </a:p>
          <a:p>
            <a:pPr marL="241300" marR="409575" indent="-2286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>
                <a:tab pos="180975" algn="l"/>
              </a:tabLst>
            </a:pPr>
            <a:r>
              <a:rPr lang="en-GB" sz="1200" spc="-20" noProof="0" dirty="0">
                <a:latin typeface="+mn-lt"/>
                <a:cs typeface="Segoe UI"/>
              </a:rPr>
              <a:t> Search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/home</a:t>
            </a:r>
            <a:r>
              <a:rPr lang="en-GB" sz="1200" b="1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20" noProof="0" dirty="0">
                <a:latin typeface="+mn-lt"/>
                <a:cs typeface="Segoe UI"/>
              </a:rPr>
              <a:t> all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 </a:t>
            </a:r>
            <a:r>
              <a:rPr lang="en-GB" sz="1200" spc="-15" noProof="0" dirty="0" err="1">
                <a:latin typeface="+mn-lt"/>
                <a:cs typeface="Segoe UI"/>
              </a:rPr>
              <a:t>inode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200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submit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rm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time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ask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permission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execute;</a:t>
            </a:r>
            <a:endParaRPr lang="en-GB" sz="1200" noProof="0" dirty="0">
              <a:latin typeface="+mn-lt"/>
              <a:cs typeface="Segoe UI"/>
            </a:endParaRPr>
          </a:p>
          <a:p>
            <a:pPr marL="240665" indent="-2286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>
                <a:tab pos="180975" algn="l"/>
              </a:tabLst>
            </a:pPr>
            <a:r>
              <a:rPr lang="en-GB" sz="1200" spc="-20" noProof="0" dirty="0">
                <a:latin typeface="+mn-lt"/>
                <a:cs typeface="Segoe UI"/>
              </a:rPr>
              <a:t>Search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b="1" spc="-25" noProof="0" dirty="0">
                <a:latin typeface="+mn-lt"/>
                <a:cs typeface="Segoe UI"/>
              </a:rPr>
              <a:t>/var</a:t>
            </a:r>
            <a:r>
              <a:rPr lang="en-GB" sz="1200" b="1" spc="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ordinary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20" noProof="0" dirty="0">
                <a:latin typeface="+mn-lt"/>
                <a:cs typeface="Segoe UI"/>
              </a:rPr>
              <a:t>larger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1mbyte.</a:t>
            </a:r>
            <a:endParaRPr lang="en-GB" sz="1200" noProof="0" dirty="0">
              <a:latin typeface="+mn-lt"/>
              <a:cs typeface="Segoe UI"/>
            </a:endParaRPr>
          </a:p>
          <a:p>
            <a:pPr marL="240665" indent="-2286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>
                <a:tab pos="180975" algn="l"/>
              </a:tabLst>
            </a:pPr>
            <a:r>
              <a:rPr lang="en-GB" sz="1200" spc="-20" noProof="0" dirty="0">
                <a:latin typeface="+mn-lt"/>
                <a:cs typeface="Segoe UI"/>
              </a:rPr>
              <a:t>Search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current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ordinary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modified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last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two days,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display</a:t>
            </a:r>
            <a:r>
              <a:rPr lang="en-GB" dirty="0"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j</a:t>
            </a:r>
            <a:r>
              <a:rPr lang="en-GB" sz="1200" spc="-20" noProof="0" dirty="0">
                <a:latin typeface="+mn-lt"/>
                <a:cs typeface="Segoe UI"/>
              </a:rPr>
              <a:t>us</a:t>
            </a:r>
            <a:r>
              <a:rPr lang="en-GB" sz="1200" noProof="0" dirty="0">
                <a:latin typeface="+mn-lt"/>
                <a:cs typeface="Segoe UI"/>
              </a:rPr>
              <a:t>t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he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noProof="0" dirty="0">
                <a:latin typeface="+mn-lt"/>
                <a:cs typeface="Segoe UI"/>
              </a:rPr>
              <a:t>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30" noProof="0" dirty="0" err="1">
                <a:latin typeface="+mn-lt"/>
                <a:cs typeface="Segoe UI"/>
              </a:rPr>
              <a:t>i</a:t>
            </a:r>
            <a:r>
              <a:rPr lang="en-GB" sz="1200" spc="-20" noProof="0" dirty="0" err="1">
                <a:latin typeface="+mn-lt"/>
                <a:cs typeface="Segoe UI"/>
              </a:rPr>
              <a:t>n</a:t>
            </a:r>
            <a:r>
              <a:rPr lang="en-GB" sz="1200" spc="-15" noProof="0" dirty="0" err="1">
                <a:latin typeface="+mn-lt"/>
                <a:cs typeface="Segoe UI"/>
              </a:rPr>
              <a:t>od</a:t>
            </a:r>
            <a:r>
              <a:rPr lang="en-GB" sz="1200" spc="5" noProof="0" dirty="0" err="1">
                <a:latin typeface="+mn-lt"/>
                <a:cs typeface="Segoe UI"/>
              </a:rPr>
              <a:t>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nu</a:t>
            </a:r>
            <a:r>
              <a:rPr lang="en-GB" sz="1200" spc="-30" noProof="0" dirty="0">
                <a:latin typeface="+mn-lt"/>
                <a:cs typeface="Segoe UI"/>
              </a:rPr>
              <a:t>m</a:t>
            </a:r>
            <a:r>
              <a:rPr lang="en-GB" sz="1200" spc="-15" noProof="0" dirty="0">
                <a:latin typeface="+mn-lt"/>
                <a:cs typeface="Segoe UI"/>
              </a:rPr>
              <a:t>b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5" noProof="0" dirty="0">
                <a:latin typeface="+mn-lt"/>
                <a:cs typeface="Segoe UI"/>
              </a:rPr>
              <a:t>s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endParaRPr lang="en-GB" sz="12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855033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333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41630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2169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mlocate.db</a:t>
            </a:r>
            <a:r>
              <a:rPr lang="en-GB" sz="1200" spc="-25" noProof="0" dirty="0">
                <a:latin typeface="+mn-lt"/>
                <a:cs typeface="Segoe UI"/>
              </a:rPr>
              <a:t>(5)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database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updated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daemon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called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updatedb</a:t>
            </a:r>
            <a:r>
              <a:rPr lang="en-GB" sz="1200" spc="-20" noProof="0" dirty="0">
                <a:latin typeface="+mn-lt"/>
                <a:cs typeface="Segoe UI"/>
              </a:rPr>
              <a:t>(8),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whose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configuration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b="1" spc="-25" noProof="0" dirty="0">
                <a:latin typeface="+mn-lt"/>
                <a:cs typeface="Segoe UI"/>
              </a:rPr>
              <a:t>/etc/</a:t>
            </a:r>
            <a:r>
              <a:rPr lang="en-GB" sz="1200" b="1" spc="-25" noProof="0" dirty="0" err="1">
                <a:latin typeface="+mn-lt"/>
                <a:cs typeface="Segoe UI"/>
              </a:rPr>
              <a:t>update.conf</a:t>
            </a:r>
            <a:r>
              <a:rPr lang="en-GB" sz="1200" spc="-25" noProof="0" dirty="0">
                <a:latin typeface="+mn-lt"/>
                <a:cs typeface="Segoe UI"/>
              </a:rPr>
              <a:t>.</a:t>
            </a:r>
            <a:endParaRPr lang="en-GB" sz="1200" spc="-3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spc="-3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25" noProof="0" dirty="0">
                <a:latin typeface="+mn-lt"/>
                <a:cs typeface="Segoe UI"/>
              </a:rPr>
              <a:t> allows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administrator</a:t>
            </a:r>
            <a:r>
              <a:rPr lang="en-GB" sz="1200" spc="-15" noProof="0" dirty="0">
                <a:latin typeface="+mn-lt"/>
                <a:cs typeface="Segoe UI"/>
              </a:rPr>
              <a:t> to </a:t>
            </a:r>
            <a:r>
              <a:rPr lang="en-GB" sz="1200" spc="-20" noProof="0" dirty="0">
                <a:latin typeface="+mn-lt"/>
                <a:cs typeface="Segoe UI"/>
              </a:rPr>
              <a:t>configure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directories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should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indexed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15" noProof="0" dirty="0">
                <a:latin typeface="+mn-lt"/>
                <a:cs typeface="Segoe UI"/>
              </a:rPr>
              <a:t>purpose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locate(1)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skip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(or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“prune”).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locate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tool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only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reports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directory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entries.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  <a:p>
            <a:endParaRPr lang="en-GB" sz="12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8685584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  <a:p>
            <a:endParaRPr lang="en-GB" sz="12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812037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Keeping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 err="1">
                <a:latin typeface="+mn-lt"/>
                <a:cs typeface="Segoe UI"/>
              </a:rPr>
              <a:t>mlocate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database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fully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up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challenge. 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continuous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update process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would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impose </a:t>
            </a:r>
            <a:r>
              <a:rPr lang="en-GB" sz="1200" spc="-15" noProof="0" dirty="0">
                <a:latin typeface="+mn-lt"/>
                <a:cs typeface="Segoe UI"/>
              </a:rPr>
              <a:t>too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much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overhead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(point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comparison: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Windows'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index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service).  </a:t>
            </a:r>
            <a:r>
              <a:rPr lang="en-GB" sz="1200" spc="-10" noProof="0" dirty="0">
                <a:latin typeface="+mn-lt"/>
                <a:cs typeface="Segoe UI"/>
              </a:rPr>
              <a:t>For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reason,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database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normally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submitted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daily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update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only.  </a:t>
            </a:r>
            <a:r>
              <a:rPr lang="en-GB" sz="1200" spc="-25" noProof="0" dirty="0">
                <a:latin typeface="+mn-lt"/>
                <a:cs typeface="Segoe UI"/>
              </a:rPr>
              <a:t>Normally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it's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rebuilt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overnight,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via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daily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cron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spc="-6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This,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course,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means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most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time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content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database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date,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pc="-15" dirty="0">
                <a:cs typeface="Segoe UI"/>
              </a:rPr>
              <a:t>so it </a:t>
            </a:r>
            <a:r>
              <a:rPr lang="en-GB" sz="1200" spc="-15" noProof="0" dirty="0">
                <a:latin typeface="+mn-lt"/>
                <a:cs typeface="Segoe UI"/>
              </a:rPr>
              <a:t>should </a:t>
            </a:r>
            <a:r>
              <a:rPr lang="en-GB" sz="1200" spc="-10" noProof="0" dirty="0">
                <a:latin typeface="+mn-lt"/>
                <a:cs typeface="Segoe UI"/>
              </a:rPr>
              <a:t>not be </a:t>
            </a:r>
            <a:r>
              <a:rPr lang="en-GB" sz="1200" spc="-20" noProof="0" dirty="0">
                <a:latin typeface="+mn-lt"/>
                <a:cs typeface="Segoe UI"/>
              </a:rPr>
              <a:t>relied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15" noProof="0" dirty="0">
                <a:latin typeface="+mn-lt"/>
                <a:cs typeface="Segoe UI"/>
              </a:rPr>
              <a:t>too </a:t>
            </a:r>
            <a:r>
              <a:rPr lang="en-GB" sz="1200" spc="-25" noProof="0" dirty="0">
                <a:latin typeface="+mn-lt"/>
                <a:cs typeface="Segoe UI"/>
              </a:rPr>
              <a:t>decisively.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endParaRPr lang="en-GB" sz="1200" spc="-25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b="1" spc="-20" noProof="0" dirty="0" err="1">
                <a:latin typeface="+mn-lt"/>
                <a:cs typeface="Segoe UI"/>
              </a:rPr>
              <a:t>updatedb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command </a:t>
            </a:r>
            <a:r>
              <a:rPr lang="en-GB" sz="1200" spc="-20" noProof="0" dirty="0">
                <a:latin typeface="+mn-lt"/>
                <a:cs typeface="Segoe UI"/>
              </a:rPr>
              <a:t>can be used to refresh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state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database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20" noProof="0" dirty="0">
                <a:latin typeface="+mn-lt"/>
                <a:cs typeface="Segoe UI"/>
              </a:rPr>
              <a:t>demand,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required.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46990">
              <a:lnSpc>
                <a:spcPct val="100000"/>
              </a:lnSpc>
              <a:spcBef>
                <a:spcPts val="600"/>
              </a:spcBef>
            </a:pPr>
            <a:endParaRPr lang="en-GB" sz="1200" spc="-25" noProof="0" dirty="0">
              <a:latin typeface="+mn-lt"/>
              <a:cs typeface="Segoe UI"/>
            </a:endParaRPr>
          </a:p>
          <a:p>
            <a:pPr marL="12700" marR="46990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cs typeface="Segoe UI"/>
              </a:rPr>
              <a:t>PRUNENAMES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PRUNEPATHS definitions </a:t>
            </a: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b="1" spc="-25" noProof="0" dirty="0">
                <a:latin typeface="+mn-lt"/>
                <a:cs typeface="Segoe UI"/>
              </a:rPr>
              <a:t>/etc/</a:t>
            </a:r>
            <a:r>
              <a:rPr lang="en-GB" sz="1200" b="1" spc="-25" noProof="0" dirty="0" err="1">
                <a:latin typeface="+mn-lt"/>
                <a:cs typeface="Segoe UI"/>
              </a:rPr>
              <a:t>updatedb.conf</a:t>
            </a:r>
            <a:r>
              <a:rPr lang="en-GB" sz="1200" b="1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 allow you </a:t>
            </a:r>
            <a:r>
              <a:rPr lang="en-GB" sz="1200" spc="-15" noProof="0" dirty="0">
                <a:latin typeface="+mn-lt"/>
                <a:cs typeface="Segoe UI"/>
              </a:rPr>
              <a:t>to exclude </a:t>
            </a:r>
            <a:r>
              <a:rPr lang="en-GB" sz="1200" spc="-20" noProof="0" dirty="0">
                <a:latin typeface="+mn-lt"/>
                <a:cs typeface="Segoe UI"/>
              </a:rPr>
              <a:t>directories from being indexed.</a:t>
            </a:r>
          </a:p>
          <a:p>
            <a:pPr marL="12700" marR="46990">
              <a:lnSpc>
                <a:spcPct val="100000"/>
              </a:lnSpc>
              <a:spcBef>
                <a:spcPts val="600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4699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wish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exclude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various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locations </a:t>
            </a:r>
            <a:r>
              <a:rPr lang="en-GB" sz="1200" spc="-20" noProof="0" dirty="0">
                <a:latin typeface="+mn-lt"/>
                <a:cs typeface="Segoe UI"/>
              </a:rPr>
              <a:t>because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temporary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nature,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just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plainly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interest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(like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browser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caches,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device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special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files).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sz="12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3011509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3780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The command is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updatedb</a:t>
            </a:r>
            <a:endParaRPr lang="en-US" b="1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It isn’t. Normally, there is a daily </a:t>
            </a:r>
            <a:r>
              <a:rPr lang="en-US" b="1" noProof="0" dirty="0" err="1">
                <a:latin typeface="+mn-lt"/>
              </a:rPr>
              <a:t>cron</a:t>
            </a:r>
            <a:r>
              <a:rPr lang="en-US" noProof="0" dirty="0">
                <a:latin typeface="+mn-lt"/>
              </a:rPr>
              <a:t> job recreating the file index. It is advisable to run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updatedb</a:t>
            </a:r>
            <a:r>
              <a:rPr lang="en-US" noProof="0" dirty="0">
                <a:latin typeface="+mn-lt"/>
              </a:rPr>
              <a:t> before using the </a:t>
            </a:r>
            <a:r>
              <a:rPr lang="en-US" b="1" noProof="0" dirty="0">
                <a:latin typeface="+mn-lt"/>
              </a:rPr>
              <a:t>locate</a:t>
            </a:r>
            <a:r>
              <a:rPr lang="en-US" noProof="0" dirty="0">
                <a:latin typeface="+mn-lt"/>
              </a:rPr>
              <a:t> command.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The actions are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-print  -exec command {} \;  -ok command {} \;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They use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noProof="0" dirty="0">
                <a:latin typeface="+mn-lt"/>
              </a:rPr>
              <a:t> variable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By listing the search criteria on the command line, separated by whitespace (although you could use </a:t>
            </a:r>
            <a:r>
              <a:rPr lang="en-US" b="1" noProof="0" dirty="0">
                <a:latin typeface="+mn-lt"/>
              </a:rPr>
              <a:t>-a</a:t>
            </a:r>
            <a:r>
              <a:rPr lang="en-US" noProof="0" dirty="0">
                <a:latin typeface="+mn-lt"/>
              </a:rPr>
              <a:t> (the </a:t>
            </a:r>
            <a:r>
              <a:rPr lang="en-US" b="1" noProof="0" dirty="0">
                <a:latin typeface="+mn-lt"/>
              </a:rPr>
              <a:t>AND </a:t>
            </a:r>
            <a:r>
              <a:rPr lang="en-US" noProof="0" dirty="0">
                <a:latin typeface="+mn-lt"/>
              </a:rPr>
              <a:t>operator) between the search criteria).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By listing the search criteria on the command line, separated by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-o </a:t>
            </a:r>
            <a:r>
              <a:rPr lang="en-US" noProof="0" dirty="0">
                <a:latin typeface="+mn-lt"/>
              </a:rPr>
              <a:t>(the </a:t>
            </a:r>
            <a:r>
              <a:rPr lang="en-US" b="1" noProof="0" dirty="0">
                <a:latin typeface="+mn-lt"/>
              </a:rPr>
              <a:t>OR</a:t>
            </a:r>
            <a:r>
              <a:rPr lang="en-US" noProof="0" dirty="0">
                <a:latin typeface="+mn-lt"/>
              </a:rPr>
              <a:t> operator).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5615003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6601007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7E3CDF4-8151-4C72-9D24-AEAE185B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4312077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9A28EA-8AB7-4557-90FD-5DE8F6DD229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692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6.png"/><Relationship Id="rId4" Type="http://schemas.openxmlformats.org/officeDocument/2006/relationships/image" Target="../media/image30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6.png"/><Relationship Id="rId4" Type="http://schemas.openxmlformats.org/officeDocument/2006/relationships/image" Target="../media/image36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6.png"/><Relationship Id="rId4" Type="http://schemas.openxmlformats.org/officeDocument/2006/relationships/image" Target="../media/image42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6.png"/><Relationship Id="rId4" Type="http://schemas.openxmlformats.org/officeDocument/2006/relationships/image" Target="../media/image48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6.png"/><Relationship Id="rId4" Type="http://schemas.openxmlformats.org/officeDocument/2006/relationships/image" Target="../media/image54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23268F-18BB-EA9A-A601-DD97D746AC7D}"/>
              </a:ext>
            </a:extLst>
          </p:cNvPr>
          <p:cNvSpPr/>
          <p:nvPr userDrawn="1"/>
        </p:nvSpPr>
        <p:spPr>
          <a:xfrm flipH="1">
            <a:off x="0" y="512763"/>
            <a:ext cx="3863975" cy="6153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B24FD-F975-8AFC-9607-A7F61051F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1094400"/>
            <a:ext cx="2914134" cy="1166400"/>
          </a:xfrm>
          <a:ln>
            <a:noFill/>
          </a:ln>
        </p:spPr>
        <p:txBody>
          <a:bodyPr tIns="126000" bIns="46800"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Agenda/ TOC title style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7018EA-03DA-0C52-42A5-298818F40F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3725" y="1093788"/>
            <a:ext cx="7272338" cy="52149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tabLst>
                <a:tab pos="5740400" algn="l"/>
              </a:tabLst>
              <a:defRPr/>
            </a:lvl1pPr>
            <a:lvl2pPr marL="457200" indent="0">
              <a:buNone/>
              <a:tabLst/>
              <a:defRPr/>
            </a:lvl2pPr>
            <a:lvl3pPr marL="914400" indent="0">
              <a:buNone/>
              <a:tabLst/>
              <a:defRPr/>
            </a:lvl3pPr>
            <a:lvl4pPr marL="1371600" indent="0">
              <a:buNone/>
              <a:tabLst/>
              <a:defRPr/>
            </a:lvl4pPr>
          </a:lstStyle>
          <a:p>
            <a:pPr lvl="0"/>
            <a:r>
              <a:rPr lang="en-US" dirty="0"/>
              <a:t>Click to edit Agenda/TOC styles</a:t>
            </a:r>
          </a:p>
        </p:txBody>
      </p:sp>
    </p:spTree>
    <p:extLst>
      <p:ext uri="{BB962C8B-B14F-4D97-AF65-F5344CB8AC3E}">
        <p14:creationId xmlns:p14="http://schemas.microsoft.com/office/powerpoint/2010/main" val="3630055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d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4740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8978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952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- Plus Symbol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750EB8-8B5E-27BB-F5B5-15E38895D8B5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3003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F0620-6E87-D078-F005-280481B46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3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8961C-132F-4F5B-9513-3BEEB7EC7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72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C30AB-4BD7-1BEE-D547-04278C77F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0911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A4A0AF7-E60F-D26C-223A-64972B703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84AA55-C870-2115-4570-2D8A771D8E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E9731A-D775-7881-2ADE-9A501C246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220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10433-18F2-F019-2A4C-866AA14A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615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022282-7C40-5A57-692E-44D409C5B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0" cy="8818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CAA29C-63B0-9448-5C14-96920038F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2344C5-2C6A-6968-FC4F-D7A4F001B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208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B0FA7-2EA8-46CD-3DD8-9A8AB864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121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6AA4DE-F380-3C2D-4A19-3FFC6A6A4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542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9219E7-A5DF-DCFC-ECD4-D3B7C5883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513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707AA-EFC2-FC0D-980D-5A04483F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048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74DD2-79E4-DA24-0FFC-AA922A467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420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A14C3-7ED5-46A2-17DF-41AE41BFC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089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A2384-AB6C-1FB5-35F0-9F0E3D0A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081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E7C4392-7068-04E6-20E1-4BBCA1386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F91432-260F-83D5-486C-E3B551E2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EABEF-5D6F-38BC-0E0A-DA96D971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4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63FAD-08EF-BC2C-950C-16B3F0DE1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261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6FEF6-B591-9B6F-F783-763A926B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DEBD8F-B578-3E5F-0F06-19261497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EE01A-23C2-F8D5-2384-023AC8FA9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858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6DBB-84CC-C614-857B-C35C00C4A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989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CAE40-06A7-714E-722E-1EB095B8F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83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6BAC1-D792-8826-2337-B6A97D9A6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91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F8BED-FE48-CDF0-DEFB-8F7954964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443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AF83E-84C1-EB63-2AE6-A697F4B2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975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F038F-3F25-E2F9-C87A-21E6BA034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416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058DBC-ECFC-992C-B787-CF026CF7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374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3EADF05-6147-C359-65E0-0B6C167D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3EF1E2-21DA-1F1B-ED20-1E0CA14008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1A10E-9321-C019-89DF-4455D5219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319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3F0D2-F250-3107-1483-DBDD26CD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552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10531E-8BB5-02D6-AFEC-E5A33795F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A6B95-D3C8-78E5-07B4-FD97F67B4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27BC2-2F18-5323-A182-B58E5988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272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599EA-33A9-714A-71F9-C9917BED5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70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66C63-7725-D0B5-A2BA-B83166EDE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3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5625-45A1-4974-9E2F-ACF14579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5123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74466-2D86-293F-6B05-5E0EFB38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953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780B5-8449-24E7-03B6-02AD7F4C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0066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24F45-9A75-4C9D-D15D-D057CCC9F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7268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87028-CAF7-F5B7-4CB1-0D4C0319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0615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55AB4C9-59BC-E224-FFFD-9DB88A07D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352A76-8A6F-211C-DD74-EAF5EB388B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54DA5-0BF1-D01C-3093-2696272D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889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01192-B93C-B441-2C51-0090D4461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3211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F417E-049D-9F48-46F8-DD8F31C8E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2826E8-5ACA-BF47-3E86-1B0C693CA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9F0EF-0BC7-6322-F985-33B730695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198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A2FB5-0ABC-A1F1-BCBB-0E5B880F3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5530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1A4E5-3F16-939E-5F18-58B9992D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093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30F107-C548-1F71-0328-0C05847A3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765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BC58F-7098-6ED6-8197-0183DE87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8201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DA6DA-A09B-E661-C701-83631A442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24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6E4D2-0D65-2FC1-182E-9DA3C208A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2740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08DA0-5295-D75C-0FE0-632E0C11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98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6AB3388-802E-7B9B-7386-5AF80CDF1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73B3AC-AF7F-86D1-5DB4-7B53B835C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9F0CE-684B-DB8B-145F-C329BD62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146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39C6B-D41F-5AD8-64AA-312B1C2E4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427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CA076-EDFD-D91F-15A9-688C5B091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43ED6A-BB5E-C793-4091-0F75D5BF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8542B-692B-0B4A-EA75-7BC9459A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012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6843B-CBB4-1F01-0AEC-1BDA76C0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1813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84BB7-FD33-E999-BB00-95C0B46F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3986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CA38A-68D0-CAE1-B333-86E612110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07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B1F4-036A-EB96-EB90-23B4F2887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7" r:id="rId9"/>
    <p:sldLayoutId id="2147483958" r:id="rId10"/>
    <p:sldLayoutId id="2147483959" r:id="rId11"/>
    <p:sldLayoutId id="21474839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334A430-5193-9483-EEDE-569F4A32A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97" r:id="rId2"/>
    <p:sldLayoutId id="2147483780" r:id="rId3"/>
    <p:sldLayoutId id="2147483781" r:id="rId4"/>
    <p:sldLayoutId id="2147483798" r:id="rId5"/>
    <p:sldLayoutId id="2147483872" r:id="rId6"/>
    <p:sldLayoutId id="2147483786" r:id="rId7"/>
    <p:sldLayoutId id="2147483788" r:id="rId8"/>
    <p:sldLayoutId id="2147483873" r:id="rId9"/>
    <p:sldLayoutId id="21474837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683F0D5-4147-71E2-B2A7-09736BD6E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5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A4E335-689A-BB63-649D-BD74FAB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B5B76A2-CDFA-15D4-392F-10D970EB1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2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3B8D01-33E2-B6D7-43AD-647436D9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Module 11: </a:t>
            </a:r>
            <a:r>
              <a:rPr lang="en-US" dirty="0"/>
              <a:t>Finding Files and Commands</a:t>
            </a:r>
            <a:endParaRPr lang="en-US" noProof="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5D1FEA1-AAB4-86A6-55F6-72030DFDA1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Searching the file system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D4D7A8-CBA5-5C0D-C1F9-A1D43D15B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27038"/>
              </p:ext>
            </p:extLst>
          </p:nvPr>
        </p:nvGraphicFramePr>
        <p:xfrm>
          <a:off x="473406" y="3766289"/>
          <a:ext cx="5373212" cy="1396839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373212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465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11: Finding Files and Commands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465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12: Archive </a:t>
                      </a:r>
                      <a:r>
                        <a:rPr lang="en-US" sz="1800" noProof="0">
                          <a:solidFill>
                            <a:schemeClr val="tx1"/>
                          </a:solidFill>
                          <a:latin typeface="+mn-lt"/>
                        </a:rPr>
                        <a:t>and Compression Tools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  <a:tr h="465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13: Pipes and filters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42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807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Find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Locate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6956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Path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9D177-443A-5083-407C-F4A01A3E96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68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03518-D536-9920-C84C-2AAC81259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type (recap)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51207"/>
            <a:ext cx="11303578" cy="4348715"/>
          </a:xfrm>
        </p:spPr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4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b="1" spc="-8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type</a:t>
            </a:r>
            <a:r>
              <a:rPr lang="en-US" b="1" spc="24" noProof="0" dirty="0">
                <a:solidFill>
                  <a:srgbClr val="3333CC"/>
                </a:solidFill>
                <a:cs typeface="Segoe UI"/>
              </a:rPr>
              <a:t> 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command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used</a:t>
            </a:r>
            <a:r>
              <a:rPr lang="en-US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identify</a:t>
            </a:r>
            <a:r>
              <a:rPr lang="en-US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where</a:t>
            </a:r>
            <a:r>
              <a:rPr lang="en-US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a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command</a:t>
            </a:r>
            <a:r>
              <a:rPr lang="en-US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comes</a:t>
            </a:r>
            <a:r>
              <a:rPr lang="en-US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from.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12" noProof="0" dirty="0">
                <a:solidFill>
                  <a:srgbClr val="2D2C2C"/>
                </a:solidFill>
                <a:cs typeface="Segoe UI"/>
              </a:rPr>
              <a:t>It does a similar</a:t>
            </a:r>
            <a:r>
              <a:rPr lang="en-US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sequence</a:t>
            </a:r>
            <a:r>
              <a:rPr lang="en-US" spc="7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checks</a:t>
            </a:r>
            <a:r>
              <a:rPr lang="en-US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as performed</a:t>
            </a:r>
            <a:r>
              <a:rPr lang="en-US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by</a:t>
            </a:r>
            <a:r>
              <a:rPr lang="en-US" spc="4" noProof="0" dirty="0">
                <a:solidFill>
                  <a:srgbClr val="2D2C2C"/>
                </a:solidFill>
                <a:cs typeface="Segoe UI"/>
              </a:rPr>
              <a:t> the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when</a:t>
            </a:r>
            <a:r>
              <a:rPr lang="en-US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searching</a:t>
            </a:r>
            <a:r>
              <a:rPr lang="en-US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pc="12" noProof="0" dirty="0">
                <a:solidFill>
                  <a:srgbClr val="2D2C2C"/>
                </a:solidFill>
                <a:cs typeface="Segoe UI"/>
              </a:rPr>
              <a:t> a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command.</a:t>
            </a:r>
          </a:p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noProof="0" dirty="0">
                <a:solidFill>
                  <a:schemeClr val="tx1"/>
                </a:solidFill>
                <a:cs typeface="Segoe UI"/>
              </a:rPr>
              <a:t>Bash checks what type a command is, in this order:</a:t>
            </a:r>
          </a:p>
          <a:p>
            <a:pPr marL="627697" lvl="1" indent="-342900">
              <a:spcBef>
                <a:spcPts val="488"/>
              </a:spcBef>
              <a:buClr>
                <a:srgbClr val="000000"/>
              </a:buClr>
              <a:buFont typeface="+mj-lt"/>
              <a:buAutoNum type="arabicPeriod"/>
              <a:tabLst>
                <a:tab pos="517485" algn="l"/>
                <a:tab pos="518001" algn="l"/>
              </a:tabLst>
            </a:pPr>
            <a:r>
              <a:rPr lang="en-US" noProof="0" dirty="0">
                <a:cs typeface="Segoe UI"/>
              </a:rPr>
              <a:t>An alias</a:t>
            </a:r>
          </a:p>
          <a:p>
            <a:pPr marL="627697" lvl="1" indent="-342900">
              <a:spcBef>
                <a:spcPts val="488"/>
              </a:spcBef>
              <a:buClr>
                <a:srgbClr val="000000"/>
              </a:buClr>
              <a:buFont typeface="+mj-lt"/>
              <a:buAutoNum type="arabicPeriod"/>
              <a:tabLst>
                <a:tab pos="517485" algn="l"/>
                <a:tab pos="518001" algn="l"/>
              </a:tabLst>
            </a:pPr>
            <a:r>
              <a:rPr lang="en-US" noProof="0" dirty="0">
                <a:cs typeface="Segoe UI"/>
              </a:rPr>
              <a:t>A keyword</a:t>
            </a:r>
          </a:p>
          <a:p>
            <a:pPr marL="627697" lvl="1" indent="-342900">
              <a:spcBef>
                <a:spcPts val="488"/>
              </a:spcBef>
              <a:buClr>
                <a:srgbClr val="000000"/>
              </a:buClr>
              <a:buFont typeface="+mj-lt"/>
              <a:buAutoNum type="arabicPeriod"/>
              <a:tabLst>
                <a:tab pos="517485" algn="l"/>
                <a:tab pos="518001" algn="l"/>
              </a:tabLst>
            </a:pPr>
            <a:r>
              <a:rPr lang="en-US" noProof="0" dirty="0">
                <a:cs typeface="Segoe UI"/>
              </a:rPr>
              <a:t>A function</a:t>
            </a:r>
          </a:p>
          <a:p>
            <a:pPr marL="627697" lvl="1" indent="-342900">
              <a:spcBef>
                <a:spcPts val="488"/>
              </a:spcBef>
              <a:buClr>
                <a:srgbClr val="000000"/>
              </a:buClr>
              <a:buFont typeface="+mj-lt"/>
              <a:buAutoNum type="arabicPeriod"/>
              <a:tabLst>
                <a:tab pos="517485" algn="l"/>
                <a:tab pos="518001" algn="l"/>
              </a:tabLst>
            </a:pPr>
            <a:r>
              <a:rPr lang="en-US" noProof="0" dirty="0">
                <a:cs typeface="Segoe UI"/>
              </a:rPr>
              <a:t>A built-in</a:t>
            </a:r>
          </a:p>
          <a:p>
            <a:pPr marL="627697" lvl="1" indent="-342900">
              <a:spcBef>
                <a:spcPts val="488"/>
              </a:spcBef>
              <a:buClr>
                <a:srgbClr val="000000"/>
              </a:buClr>
              <a:buFont typeface="+mj-lt"/>
              <a:buAutoNum type="arabicPeriod"/>
              <a:tabLst>
                <a:tab pos="517485" algn="l"/>
                <a:tab pos="518001" algn="l"/>
              </a:tabLst>
            </a:pPr>
            <a:r>
              <a:rPr lang="en-US" noProof="0" dirty="0">
                <a:cs typeface="Segoe UI"/>
              </a:rPr>
              <a:t>An external command</a:t>
            </a:r>
            <a:endParaRPr lang="en-US" dirty="0">
              <a:cs typeface="Segoe UI"/>
            </a:endParaRPr>
          </a:p>
          <a:p>
            <a:pPr marL="113347" indent="-285750">
              <a:spcBef>
                <a:spcPts val="488"/>
              </a:spcBef>
              <a:buClr>
                <a:srgbClr val="000000"/>
              </a:buClr>
              <a:tabLst>
                <a:tab pos="517485" algn="l"/>
                <a:tab pos="518001" algn="l"/>
              </a:tabLst>
            </a:pPr>
            <a:r>
              <a:rPr lang="en-US" spc="-8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 useful</a:t>
            </a:r>
            <a:r>
              <a:rPr lang="en-US" spc="8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8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type</a:t>
            </a:r>
            <a:r>
              <a:rPr lang="en-US" b="1" spc="12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pc="-8" dirty="0">
                <a:solidFill>
                  <a:srgbClr val="2D2C2C"/>
                </a:solidFill>
              </a:rPr>
              <a:t>option is </a:t>
            </a:r>
            <a:r>
              <a:rPr lang="en-US" b="1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-a</a:t>
            </a:r>
            <a:r>
              <a:rPr lang="en-US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which</a:t>
            </a:r>
            <a:r>
              <a:rPr lang="en-US" spc="-8" dirty="0">
                <a:solidFill>
                  <a:srgbClr val="2D2C2C"/>
                </a:solidFill>
              </a:rPr>
              <a:t> shows all types that it could find, not just the first one.</a:t>
            </a:r>
          </a:p>
          <a:p>
            <a:pPr marL="284797" lvl="1" indent="0">
              <a:spcBef>
                <a:spcPts val="488"/>
              </a:spcBef>
              <a:buClr>
                <a:srgbClr val="000000"/>
              </a:buClr>
              <a:buNone/>
              <a:tabLst>
                <a:tab pos="517485" algn="l"/>
                <a:tab pos="518001" algn="l"/>
              </a:tabLst>
            </a:pPr>
            <a:endParaRPr lang="en-US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31D0C9F-975A-9AD3-2CB5-43207A0FD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9239" y="2863155"/>
            <a:ext cx="4797874" cy="67967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type</a:t>
            </a:r>
            <a:r>
              <a:rPr lang="en-US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81"/>
              </a:spcBef>
            </a:pPr>
            <a:r>
              <a: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is 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aliased </a:t>
            </a:r>
            <a:r>
              <a: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US" sz="16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`ls</a:t>
            </a:r>
            <a:r>
              <a:rPr lang="en-US" sz="16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--color=auto‘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96E9AB-61F5-7F03-1AC8-8F4BD3D63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9239" y="4709743"/>
            <a:ext cx="4797874" cy="118494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type </a:t>
            </a:r>
            <a:r>
              <a:rPr lang="en-US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–a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r>
              <a:rPr lang="en-US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81"/>
              </a:spcBef>
            </a:pPr>
            <a:r>
              <a: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is 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aliased </a:t>
            </a:r>
            <a:r>
              <a: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US" sz="16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`ls</a:t>
            </a:r>
            <a:r>
              <a:rPr lang="en-US" sz="16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--color=auto‘</a:t>
            </a:r>
          </a:p>
          <a:p>
            <a:pPr marL="10319">
              <a:spcBef>
                <a:spcPts val="81"/>
              </a:spcBef>
            </a:pPr>
            <a:r>
              <a: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sz="1600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is</a:t>
            </a:r>
            <a:r>
              <a:rPr lang="en-US" sz="16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600" spc="-12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6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/bin/ls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sz="1600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is</a:t>
            </a:r>
            <a:r>
              <a:rPr lang="en-US" sz="16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/bin/ls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994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684DF6-A797-2D94-3540-71DE07DBBE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PATH variable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61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sz="1800" b="1" spc="8" noProof="0" dirty="0">
                <a:solidFill>
                  <a:srgbClr val="3333C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a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variable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often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referred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as the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20" noProof="0" dirty="0">
                <a:solidFill>
                  <a:srgbClr val="2D2C2C"/>
                </a:solidFill>
                <a:cs typeface="Segoe UI"/>
              </a:rPr>
              <a:t>search</a:t>
            </a:r>
            <a:r>
              <a:rPr lang="en-US" sz="1800" b="1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path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Shells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it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locate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external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programs, if the full path of the program is not given.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searches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each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directory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in </a:t>
            </a:r>
            <a:r>
              <a:rPr lang="en-US" b="1" spc="-61" dirty="0">
                <a:solidFill>
                  <a:srgbClr val="3333CC"/>
                </a:solidFill>
                <a:latin typeface="Hack" panose="020B0609030202020204" pitchFamily="49" charset="0"/>
              </a:rPr>
              <a:t>PATH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until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the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is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found. </a:t>
            </a:r>
            <a:endParaRPr lang="en-US" sz="1800" noProof="0" dirty="0">
              <a:cs typeface="Segoe UI"/>
            </a:endParaRPr>
          </a:p>
          <a:p>
            <a:pPr marL="518001" indent="-23320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current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directory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is not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normally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searched, unless it’s in</a:t>
            </a:r>
            <a:r>
              <a:rPr lang="en-US" sz="1800" spc="-12" noProof="0" dirty="0">
                <a:solidFill>
                  <a:srgbClr val="2D2C2C"/>
                </a:solidFill>
                <a:latin typeface="Montserrat" panose="00000500000000000000" pitchFamily="2" charset="0"/>
                <a:cs typeface="Segoe UI"/>
              </a:rPr>
              <a:t> </a:t>
            </a:r>
            <a:r>
              <a:rPr lang="en-US" sz="1800" b="1" spc="-61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b="1" spc="-61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b="1" spc="8" dirty="0">
                <a:solidFill>
                  <a:srgbClr val="3333CC"/>
                </a:solidFill>
                <a:cs typeface="Segoe UI"/>
              </a:rPr>
              <a:t> 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pc="12" dirty="0">
                <a:solidFill>
                  <a:srgbClr val="2D2C2C"/>
                </a:solidFill>
                <a:cs typeface="Segoe UI"/>
              </a:rPr>
              <a:t> s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et and changed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noProof="0" dirty="0" err="1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spc="-8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/profile</a:t>
            </a:r>
            <a:r>
              <a:rPr lang="en-US" sz="1800" b="1" spc="-12" noProof="0" dirty="0">
                <a:solidFill>
                  <a:srgbClr val="3333C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and/or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in the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user’s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local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start-up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Interactively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session,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at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command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line: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Bypassing</a:t>
            </a:r>
            <a:r>
              <a:rPr lang="en-US" sz="1800" noProof="0" dirty="0">
                <a:solidFill>
                  <a:srgbClr val="2D2C2C"/>
                </a:solidFill>
                <a:latin typeface="Montserrat" panose="00000500000000000000" pitchFamily="2" charset="0"/>
                <a:cs typeface="Segoe UI"/>
              </a:rPr>
              <a:t> </a:t>
            </a:r>
            <a:r>
              <a:rPr lang="en-US" sz="1800" b="1" spc="-6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sz="1800" b="1" spc="28" noProof="0" dirty="0">
                <a:solidFill>
                  <a:srgbClr val="0000C7"/>
                </a:solidFill>
                <a:latin typeface="Montserrat" panose="00000500000000000000" pitchFamily="2" charset="0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by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telling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your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program’s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location: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254ABDF-F115-A7CC-E5EF-32DAB4D21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7072" y="3703730"/>
            <a:ext cx="7400041" cy="35907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z="14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400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US" sz="1400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–c</a:t>
            </a:r>
            <a:r>
              <a:rPr lang="en-US" sz="1400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'echo PATH=${PATH}:/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/local/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sbin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’ &gt;&gt; 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/profile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2A9B2A9-A4C3-C411-4881-92DD8A68F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7071" y="4200298"/>
            <a:ext cx="7400041" cy="35907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4"/>
              </a:spcBef>
            </a:pPr>
            <a:r>
              <a:rPr lang="en-US" sz="14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400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export 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PATH=${PATH}:${HOME}/bin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B462B0B-9CB4-B479-4D63-80ED49E8C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7070" y="5028971"/>
            <a:ext cx="7400041" cy="105285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2231">
              <a:lnSpc>
                <a:spcPts val="1804"/>
              </a:lnSpc>
            </a:pPr>
            <a:r>
              <a:rPr lang="en-US" sz="14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400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/home/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/bin/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# running 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specifying the full path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2231">
              <a:lnSpc>
                <a:spcPts val="1804"/>
              </a:lnSpc>
            </a:pPr>
            <a:r>
              <a:rPr lang="en-US" sz="14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400" spc="-5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~/bin/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     # running 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specifying the full path</a:t>
            </a:r>
          </a:p>
          <a:p>
            <a:pPr marL="72231">
              <a:lnSpc>
                <a:spcPts val="1804"/>
              </a:lnSpc>
            </a:pPr>
            <a:r>
              <a:rPr lang="en-US" sz="14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400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cd</a:t>
            </a:r>
            <a:r>
              <a:rPr lang="en-US" sz="1400" b="1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~/bin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2231">
              <a:lnSpc>
                <a:spcPts val="1804"/>
              </a:lnSpc>
            </a:pPr>
            <a:r>
              <a:rPr lang="en-US" sz="14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400" spc="-8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./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         # running </a:t>
            </a:r>
            <a:r>
              <a:rPr lang="en-US" sz="14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myprog</a:t>
            </a:r>
            <a:r>
              <a:rPr lang="en-US" sz="14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specifying a relative path</a:t>
            </a:r>
          </a:p>
        </p:txBody>
      </p:sp>
    </p:spTree>
    <p:extLst>
      <p:ext uri="{BB962C8B-B14F-4D97-AF65-F5344CB8AC3E}">
        <p14:creationId xmlns:p14="http://schemas.microsoft.com/office/powerpoint/2010/main" val="2233155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Find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4C949AA-0D8B-4BE5-FD7C-21D73C04CC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44583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F43FF9-6FE6-746A-A814-43EE03E3D1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rgbClr val="7030A0"/>
                </a:solidFill>
                <a:cs typeface="Segoe UI"/>
              </a:rPr>
              <a:t>find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is one of the tools used to locate files.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Originally used on UNIX systems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Has been tweaked on Linux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Searches the live filesystem recursively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Syntax: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 Linux the only required word is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find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itself.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(LU) Default search criteria is </a:t>
            </a:r>
            <a:r>
              <a:rPr lang="en-US" sz="1800" b="1" spc="-8" noProof="0" dirty="0">
                <a:solidFill>
                  <a:srgbClr val="7030A0"/>
                </a:solidFill>
                <a:cs typeface="Segoe UI"/>
              </a:rPr>
              <a:t>all ‘files’</a:t>
            </a:r>
          </a:p>
          <a:p>
            <a:pPr marL="469953" lvl="2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(L) Default starting directory is </a:t>
            </a:r>
            <a:r>
              <a:rPr lang="en-US" sz="1800" b="1" spc="-8" noProof="0" dirty="0">
                <a:solidFill>
                  <a:srgbClr val="7030A0"/>
                </a:solidFill>
                <a:cs typeface="Segoe UI"/>
              </a:rPr>
              <a:t>current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(L) Default action </a:t>
            </a:r>
            <a:r>
              <a:rPr lang="en-US" sz="1800" spc="-8" noProof="0" dirty="0">
                <a:solidFill>
                  <a:srgbClr val="7030A0"/>
                </a:solidFill>
                <a:cs typeface="Segoe UI"/>
              </a:rPr>
              <a:t>is to </a:t>
            </a:r>
            <a:r>
              <a:rPr lang="en-US" sz="1800" b="1" spc="-8" noProof="0" dirty="0">
                <a:solidFill>
                  <a:srgbClr val="7030A0"/>
                </a:solidFill>
                <a:cs typeface="Segoe UI"/>
              </a:rPr>
              <a:t>display the path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of item found</a:t>
            </a:r>
          </a:p>
          <a:p>
            <a:endParaRPr lang="en-US" sz="1800" noProof="0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8C69168D-A855-A383-5B5C-4816F5069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214678"/>
              </p:ext>
            </p:extLst>
          </p:nvPr>
        </p:nvGraphicFramePr>
        <p:xfrm>
          <a:off x="2031206" y="3591560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886">
                  <a:extLst>
                    <a:ext uri="{9D8B030D-6E8A-4147-A177-3AD203B41FA5}">
                      <a16:colId xmlns:a16="http://schemas.microsoft.com/office/drawing/2014/main" val="2740271078"/>
                    </a:ext>
                  </a:extLst>
                </a:gridCol>
                <a:gridCol w="868920">
                  <a:extLst>
                    <a:ext uri="{9D8B030D-6E8A-4147-A177-3AD203B41FA5}">
                      <a16:colId xmlns:a16="http://schemas.microsoft.com/office/drawing/2014/main" val="3984428466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2572427041"/>
                    </a:ext>
                  </a:extLst>
                </a:gridCol>
                <a:gridCol w="3265012">
                  <a:extLst>
                    <a:ext uri="{9D8B030D-6E8A-4147-A177-3AD203B41FA5}">
                      <a16:colId xmlns:a16="http://schemas.microsoft.com/office/drawing/2014/main" val="338811342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873809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find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[-L]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[Dir(s)]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[</a:t>
                      </a:r>
                      <a:r>
                        <a:rPr lang="en-US" noProof="0" dirty="0" err="1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Search_criteria</a:t>
                      </a:r>
                      <a:r>
                        <a:rPr lang="en-US" noProof="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(s)]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[Action]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93493"/>
                  </a:ext>
                </a:extLst>
              </a:tr>
            </a:tbl>
          </a:graphicData>
        </a:graphic>
      </p:graphicFrame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03D0682-B34D-93E6-3EFD-BAD9FA1EF4B2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40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8BBB89-021F-E901-E8F8-0245C687FB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Find: Search criteria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B49E8BD5-36E1-CAC0-31C5-396C0F2D7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943397"/>
              </p:ext>
            </p:extLst>
          </p:nvPr>
        </p:nvGraphicFramePr>
        <p:xfrm>
          <a:off x="1469402" y="1792816"/>
          <a:ext cx="9252615" cy="400762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23759">
                  <a:extLst>
                    <a:ext uri="{9D8B030D-6E8A-4147-A177-3AD203B41FA5}">
                      <a16:colId xmlns:a16="http://schemas.microsoft.com/office/drawing/2014/main" val="2007301274"/>
                    </a:ext>
                  </a:extLst>
                </a:gridCol>
                <a:gridCol w="6528856">
                  <a:extLst>
                    <a:ext uri="{9D8B030D-6E8A-4147-A177-3AD203B41FA5}">
                      <a16:colId xmlns:a16="http://schemas.microsoft.com/office/drawing/2014/main" val="260219051"/>
                    </a:ext>
                  </a:extLst>
                </a:gridCol>
              </a:tblGrid>
              <a:tr h="395814"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Find files that: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813919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-name</a:t>
                      </a:r>
                      <a:r>
                        <a:rPr lang="en-US" sz="1800" b="1" spc="-6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10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name</a:t>
                      </a:r>
                      <a:endParaRPr lang="en-US" sz="1800" i="1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30440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800" spc="-5" noProof="0" dirty="0"/>
                        <a:t>Are</a:t>
                      </a:r>
                      <a:r>
                        <a:rPr lang="en-US" sz="1800" spc="-50" noProof="0" dirty="0"/>
                        <a:t> </a:t>
                      </a:r>
                      <a:r>
                        <a:rPr lang="en-US" sz="1800" spc="-10" noProof="0" dirty="0"/>
                        <a:t>called</a:t>
                      </a:r>
                      <a:r>
                        <a:rPr lang="en-US" sz="1800" spc="25" noProof="0" dirty="0"/>
                        <a:t> </a:t>
                      </a:r>
                      <a:r>
                        <a:rPr lang="en-US" sz="1800" b="1" spc="-15" noProof="0" dirty="0"/>
                        <a:t>name</a:t>
                      </a:r>
                      <a:r>
                        <a:rPr lang="en-US" sz="1800" spc="-15" noProof="0" dirty="0"/>
                        <a:t> (put names containing wildcards in single quotes)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 marL="0" marR="0" marT="30440" marB="0"/>
                </a:tc>
                <a:extLst>
                  <a:ext uri="{0D108BD9-81ED-4DB2-BD59-A6C34878D82A}">
                    <a16:rowId xmlns:a16="http://schemas.microsoft.com/office/drawing/2014/main" val="3376479943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1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-user</a:t>
                      </a:r>
                      <a:r>
                        <a:rPr lang="en-US" sz="1800" b="1" spc="-4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1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name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spc="-5" noProof="0" dirty="0"/>
                        <a:t>Are</a:t>
                      </a:r>
                      <a:r>
                        <a:rPr lang="en-US" sz="1800" spc="-45" noProof="0" dirty="0"/>
                        <a:t> </a:t>
                      </a:r>
                      <a:r>
                        <a:rPr lang="en-US" sz="1800" spc="-15" noProof="0" dirty="0"/>
                        <a:t>owned</a:t>
                      </a:r>
                      <a:r>
                        <a:rPr lang="en-US" sz="1800" spc="50" noProof="0" dirty="0"/>
                        <a:t> </a:t>
                      </a:r>
                      <a:r>
                        <a:rPr lang="en-US" sz="1800" spc="-5" noProof="0" dirty="0"/>
                        <a:t>by</a:t>
                      </a:r>
                      <a:r>
                        <a:rPr lang="en-US" sz="1800" spc="-10" noProof="0" dirty="0"/>
                        <a:t> </a:t>
                      </a:r>
                      <a:r>
                        <a:rPr lang="en-US" sz="1800" spc="-5" noProof="0" dirty="0"/>
                        <a:t>user </a:t>
                      </a:r>
                      <a:r>
                        <a:rPr lang="en-US" sz="1800" b="1" spc="-15" noProof="0" dirty="0"/>
                        <a:t>name</a:t>
                      </a:r>
                      <a:endParaRPr lang="en-US" sz="1800" b="1" noProof="0" dirty="0">
                        <a:latin typeface="+mn-lt"/>
                        <a:cs typeface="Arial"/>
                      </a:endParaRPr>
                    </a:p>
                  </a:txBody>
                  <a:tcPr marL="0" marR="0" marT="23732" marB="0"/>
                </a:tc>
                <a:extLst>
                  <a:ext uri="{0D108BD9-81ED-4DB2-BD59-A6C34878D82A}">
                    <a16:rowId xmlns:a16="http://schemas.microsoft.com/office/drawing/2014/main" val="3571118209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1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-group</a:t>
                      </a:r>
                      <a:r>
                        <a:rPr lang="en-US" sz="1800" b="1" spc="-4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1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name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spc="-5" noProof="0" dirty="0"/>
                        <a:t>Are</a:t>
                      </a:r>
                      <a:r>
                        <a:rPr lang="en-US" sz="1800" spc="-45" noProof="0" dirty="0"/>
                        <a:t> </a:t>
                      </a:r>
                      <a:r>
                        <a:rPr lang="en-US" sz="1800" spc="-15" noProof="0" dirty="0"/>
                        <a:t>owned</a:t>
                      </a:r>
                      <a:r>
                        <a:rPr lang="en-US" sz="1800" spc="50" noProof="0" dirty="0"/>
                        <a:t> </a:t>
                      </a:r>
                      <a:r>
                        <a:rPr lang="en-US" sz="1800" spc="-5" noProof="0" dirty="0"/>
                        <a:t>by</a:t>
                      </a:r>
                      <a:r>
                        <a:rPr lang="en-US" sz="1800" spc="-15" noProof="0" dirty="0"/>
                        <a:t> </a:t>
                      </a:r>
                      <a:r>
                        <a:rPr lang="en-US" sz="1800" spc="-5" noProof="0" dirty="0"/>
                        <a:t>group</a:t>
                      </a:r>
                      <a:r>
                        <a:rPr lang="en-US" sz="1800" spc="15" noProof="0" dirty="0"/>
                        <a:t> </a:t>
                      </a:r>
                      <a:r>
                        <a:rPr lang="en-US" sz="1800" b="1" spc="-15" noProof="0" dirty="0"/>
                        <a:t>name</a:t>
                      </a:r>
                      <a:endParaRPr lang="en-US" sz="1800" b="1" noProof="0" dirty="0">
                        <a:latin typeface="+mn-lt"/>
                        <a:cs typeface="Arial"/>
                      </a:endParaRPr>
                    </a:p>
                  </a:txBody>
                  <a:tcPr marL="0" marR="0" marT="23732" marB="0"/>
                </a:tc>
                <a:extLst>
                  <a:ext uri="{0D108BD9-81ED-4DB2-BD59-A6C34878D82A}">
                    <a16:rowId xmlns:a16="http://schemas.microsoft.com/office/drawing/2014/main" val="2073755987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1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-type</a:t>
                      </a:r>
                      <a:r>
                        <a:rPr lang="en-US" sz="1800" b="1" spc="-3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[</a:t>
                      </a:r>
                      <a:r>
                        <a:rPr lang="en-US" sz="1800" spc="-5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fdlcb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]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spc="-5" noProof="0" dirty="0"/>
                        <a:t>Are</a:t>
                      </a:r>
                      <a:r>
                        <a:rPr lang="en-US" sz="1800" spc="-35" noProof="0" dirty="0"/>
                        <a:t> </a:t>
                      </a:r>
                      <a:r>
                        <a:rPr lang="en-US" sz="1800" spc="-5" noProof="0" dirty="0"/>
                        <a:t>of</a:t>
                      </a:r>
                      <a:r>
                        <a:rPr lang="en-US" sz="1800" spc="-15" noProof="0" dirty="0"/>
                        <a:t> given</a:t>
                      </a:r>
                      <a:r>
                        <a:rPr lang="en-US" sz="1800" spc="55" noProof="0" dirty="0"/>
                        <a:t> </a:t>
                      </a:r>
                      <a:r>
                        <a:rPr lang="en-US" sz="1800" b="1" spc="-25" noProof="0" dirty="0"/>
                        <a:t>type</a:t>
                      </a:r>
                      <a:r>
                        <a:rPr lang="en-US" sz="1800" spc="-25" noProof="0" dirty="0"/>
                        <a:t> </a:t>
                      </a:r>
                      <a:r>
                        <a:rPr lang="en-US" sz="1800" noProof="0" dirty="0"/>
                        <a:t>(f</a:t>
                      </a:r>
                      <a:r>
                        <a:rPr lang="en-US" sz="1800" spc="-35" noProof="0" dirty="0"/>
                        <a:t> </a:t>
                      </a:r>
                      <a:r>
                        <a:rPr lang="en-US" sz="1800" spc="-5" noProof="0" dirty="0"/>
                        <a:t>: </a:t>
                      </a:r>
                      <a:r>
                        <a:rPr lang="en-US" sz="1800" spc="-10" noProof="0" dirty="0"/>
                        <a:t>ordinary</a:t>
                      </a:r>
                      <a:r>
                        <a:rPr lang="en-US" sz="1800" spc="30" noProof="0" dirty="0"/>
                        <a:t> </a:t>
                      </a:r>
                      <a:r>
                        <a:rPr lang="en-US" sz="1800" spc="-5" noProof="0" dirty="0"/>
                        <a:t>file,</a:t>
                      </a:r>
                      <a:r>
                        <a:rPr lang="en-US" sz="1800" spc="10" noProof="0" dirty="0"/>
                        <a:t> </a:t>
                      </a:r>
                      <a:r>
                        <a:rPr lang="en-US" sz="1800" spc="-5" noProof="0" dirty="0"/>
                        <a:t>d :</a:t>
                      </a:r>
                      <a:r>
                        <a:rPr lang="en-US" sz="1800" spc="-10" noProof="0" dirty="0"/>
                        <a:t> </a:t>
                      </a:r>
                      <a:r>
                        <a:rPr lang="en-US" sz="1800" spc="-25" noProof="0" dirty="0"/>
                        <a:t>directory,</a:t>
                      </a:r>
                      <a:r>
                        <a:rPr lang="en-US" sz="1800" spc="60" noProof="0" dirty="0"/>
                        <a:t> </a:t>
                      </a:r>
                      <a:r>
                        <a:rPr lang="en-US" sz="1800" spc="-5" noProof="0" dirty="0" err="1"/>
                        <a:t>etc</a:t>
                      </a:r>
                      <a:r>
                        <a:rPr lang="en-US" sz="1800" spc="-5" noProof="0" dirty="0"/>
                        <a:t>)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 marL="0" marR="0" marT="23732" marB="0"/>
                </a:tc>
                <a:extLst>
                  <a:ext uri="{0D108BD9-81ED-4DB2-BD59-A6C34878D82A}">
                    <a16:rowId xmlns:a16="http://schemas.microsoft.com/office/drawing/2014/main" val="2908002960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-size</a:t>
                      </a:r>
                      <a:r>
                        <a:rPr lang="en-US" sz="1800" b="1" spc="-7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[</a:t>
                      </a:r>
                      <a:r>
                        <a:rPr lang="en-US" sz="180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+/-</a:t>
                      </a:r>
                      <a:r>
                        <a:rPr lang="en-US" sz="1800" b="1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]</a:t>
                      </a:r>
                      <a:r>
                        <a:rPr lang="en-US" sz="180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n[ck</a:t>
                      </a:r>
                      <a:r>
                        <a:rPr lang="en-US" sz="1800" b="1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]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29"/>
                        </a:spcBef>
                        <a:tabLst>
                          <a:tab pos="2731770" algn="l"/>
                          <a:tab pos="4005579" algn="l"/>
                        </a:tabLst>
                      </a:pPr>
                      <a:r>
                        <a:rPr lang="en-US" sz="1800" spc="-5" noProof="0" dirty="0"/>
                        <a:t>Use</a:t>
                      </a:r>
                      <a:r>
                        <a:rPr lang="en-US" sz="1800" spc="-30" noProof="0" dirty="0"/>
                        <a:t> </a:t>
                      </a:r>
                      <a:r>
                        <a:rPr lang="en-US" sz="1800" spc="-5" noProof="0" dirty="0"/>
                        <a:t>n</a:t>
                      </a:r>
                      <a:r>
                        <a:rPr lang="en-US" sz="1800" spc="15" noProof="0" dirty="0"/>
                        <a:t> </a:t>
                      </a:r>
                      <a:r>
                        <a:rPr lang="en-US" sz="1800" spc="-10" noProof="0" dirty="0"/>
                        <a:t>units</a:t>
                      </a:r>
                      <a:r>
                        <a:rPr lang="en-US" sz="1800" spc="30" noProof="0" dirty="0"/>
                        <a:t> </a:t>
                      </a:r>
                      <a:r>
                        <a:rPr lang="en-US" sz="1800" spc="-5" noProof="0" dirty="0"/>
                        <a:t>of</a:t>
                      </a:r>
                      <a:r>
                        <a:rPr lang="en-US" sz="1800" spc="-10" noProof="0" dirty="0"/>
                        <a:t> </a:t>
                      </a:r>
                      <a:r>
                        <a:rPr lang="en-US" sz="1800" spc="-5" noProof="0" dirty="0"/>
                        <a:t>space (e.g.,</a:t>
                      </a:r>
                      <a:r>
                        <a:rPr lang="en-US" sz="1800" spc="5" noProof="0" dirty="0"/>
                        <a:t> </a:t>
                      </a:r>
                      <a:r>
                        <a:rPr lang="en-US" sz="1800" spc="-15" noProof="0" dirty="0"/>
                        <a:t>+10k </a:t>
                      </a:r>
                      <a:r>
                        <a:rPr lang="en-US" sz="1800" noProof="0" dirty="0"/>
                        <a:t>for</a:t>
                      </a:r>
                      <a:r>
                        <a:rPr lang="en-US" sz="1800" spc="-75" noProof="0" dirty="0"/>
                        <a:t> </a:t>
                      </a:r>
                      <a:r>
                        <a:rPr lang="en-US" sz="1800" spc="-5" noProof="0" dirty="0"/>
                        <a:t>&gt;</a:t>
                      </a:r>
                      <a:r>
                        <a:rPr lang="en-US" sz="1800" spc="-15" noProof="0" dirty="0"/>
                        <a:t> 10kb)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 marL="0" marR="0" marT="23732" marB="0"/>
                </a:tc>
                <a:extLst>
                  <a:ext uri="{0D108BD9-81ED-4DB2-BD59-A6C34878D82A}">
                    <a16:rowId xmlns:a16="http://schemas.microsoft.com/office/drawing/2014/main" val="1519183378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</a:t>
                      </a:r>
                      <a:r>
                        <a:rPr lang="en-US" sz="1800" b="1" spc="-5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inum</a:t>
                      </a:r>
                      <a:r>
                        <a:rPr lang="en-US" sz="1800" b="1" spc="-8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number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spc="-15" noProof="0" dirty="0"/>
                        <a:t>Have</a:t>
                      </a:r>
                      <a:r>
                        <a:rPr lang="en-US" sz="1800" spc="5" noProof="0" dirty="0"/>
                        <a:t> </a:t>
                      </a:r>
                      <a:r>
                        <a:rPr lang="en-US" sz="1800" spc="-10" noProof="0" dirty="0" err="1"/>
                        <a:t>inode</a:t>
                      </a:r>
                      <a:r>
                        <a:rPr lang="en-US" sz="1800" spc="35" noProof="0" dirty="0"/>
                        <a:t> </a:t>
                      </a:r>
                      <a:r>
                        <a:rPr lang="en-US" sz="1800" b="1" spc="-5" noProof="0" dirty="0"/>
                        <a:t>number</a:t>
                      </a:r>
                      <a:r>
                        <a:rPr lang="en-US" sz="1800" spc="-30" noProof="0" dirty="0"/>
                        <a:t> </a:t>
                      </a:r>
                      <a:r>
                        <a:rPr lang="en-US" sz="1800" spc="-5" noProof="0" dirty="0"/>
                        <a:t>(hard</a:t>
                      </a:r>
                      <a:r>
                        <a:rPr lang="en-US" sz="1800" spc="-10" noProof="0" dirty="0"/>
                        <a:t> </a:t>
                      </a:r>
                      <a:r>
                        <a:rPr lang="en-US" sz="1800" spc="-5" noProof="0" dirty="0"/>
                        <a:t>links)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 marL="0" marR="0" marT="23732" marB="0"/>
                </a:tc>
                <a:extLst>
                  <a:ext uri="{0D108BD9-81ED-4DB2-BD59-A6C34878D82A}">
                    <a16:rowId xmlns:a16="http://schemas.microsoft.com/office/drawing/2014/main" val="3349146237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</a:t>
                      </a:r>
                      <a:r>
                        <a:rPr lang="en-US" sz="1800" b="1" spc="-5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atime</a:t>
                      </a:r>
                      <a:r>
                        <a:rPr lang="en-US" sz="1800" b="1" spc="-7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[</a:t>
                      </a:r>
                      <a:r>
                        <a:rPr lang="en-US" sz="1800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+/-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]n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spc="-5" noProof="0" dirty="0"/>
                        <a:t>Accessed</a:t>
                      </a:r>
                      <a:r>
                        <a:rPr lang="en-US" sz="1800" spc="-45" noProof="0" dirty="0"/>
                        <a:t> </a:t>
                      </a:r>
                      <a:r>
                        <a:rPr lang="en-US" sz="1800" spc="5" noProof="0" dirty="0"/>
                        <a:t>more</a:t>
                      </a:r>
                      <a:r>
                        <a:rPr lang="en-US" sz="1800" spc="-35" noProof="0" dirty="0"/>
                        <a:t> </a:t>
                      </a:r>
                      <a:r>
                        <a:rPr lang="en-US" sz="1800" spc="-10" noProof="0" dirty="0"/>
                        <a:t>than/within</a:t>
                      </a:r>
                      <a:r>
                        <a:rPr lang="en-US" sz="1800" spc="100" noProof="0" dirty="0"/>
                        <a:t> </a:t>
                      </a:r>
                      <a:r>
                        <a:rPr lang="en-US" sz="1800" b="1" spc="-5" noProof="0" dirty="0"/>
                        <a:t>n</a:t>
                      </a:r>
                      <a:r>
                        <a:rPr lang="en-US" sz="1800" spc="-10" noProof="0" dirty="0"/>
                        <a:t> </a:t>
                      </a:r>
                      <a:r>
                        <a:rPr lang="en-US" sz="1800" spc="-5" noProof="0" dirty="0"/>
                        <a:t>number</a:t>
                      </a:r>
                      <a:r>
                        <a:rPr lang="en-US" sz="1800" spc="-30" noProof="0" dirty="0"/>
                        <a:t> </a:t>
                      </a:r>
                      <a:r>
                        <a:rPr lang="en-US" sz="1800" spc="-5" noProof="0" dirty="0"/>
                        <a:t>of</a:t>
                      </a:r>
                      <a:r>
                        <a:rPr lang="en-US" sz="1800" spc="5" noProof="0" dirty="0"/>
                        <a:t> </a:t>
                      </a:r>
                      <a:r>
                        <a:rPr lang="en-US" sz="1800" spc="-25" noProof="0" dirty="0"/>
                        <a:t>days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 marL="0" marR="0" marT="23732" marB="0"/>
                </a:tc>
                <a:extLst>
                  <a:ext uri="{0D108BD9-81ED-4DB2-BD59-A6C34878D82A}">
                    <a16:rowId xmlns:a16="http://schemas.microsoft.com/office/drawing/2014/main" val="4135514197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</a:t>
                      </a:r>
                      <a:r>
                        <a:rPr lang="en-US" sz="1800" b="1" spc="-5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mtime</a:t>
                      </a:r>
                      <a:r>
                        <a:rPr lang="en-US" sz="1800" b="1" spc="-9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[</a:t>
                      </a:r>
                      <a:r>
                        <a:rPr lang="en-US" sz="1800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+/-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]n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spc="-5" noProof="0" dirty="0"/>
                        <a:t>Modified</a:t>
                      </a:r>
                      <a:r>
                        <a:rPr lang="en-US" sz="1800" spc="-45" noProof="0" dirty="0"/>
                        <a:t> </a:t>
                      </a:r>
                      <a:r>
                        <a:rPr lang="en-US" sz="1800" spc="5" noProof="0" dirty="0"/>
                        <a:t>more</a:t>
                      </a:r>
                      <a:r>
                        <a:rPr lang="en-US" sz="1800" spc="-35" noProof="0" dirty="0"/>
                        <a:t> </a:t>
                      </a:r>
                      <a:r>
                        <a:rPr lang="en-US" sz="1800" spc="-10" noProof="0" dirty="0"/>
                        <a:t>than/within</a:t>
                      </a:r>
                      <a:r>
                        <a:rPr lang="en-US" sz="1800" spc="95" noProof="0" dirty="0"/>
                        <a:t> </a:t>
                      </a:r>
                      <a:r>
                        <a:rPr lang="en-US" sz="1800" spc="-5" noProof="0" dirty="0"/>
                        <a:t>n</a:t>
                      </a:r>
                      <a:r>
                        <a:rPr lang="en-US" sz="1800" spc="-15" noProof="0" dirty="0"/>
                        <a:t> </a:t>
                      </a:r>
                      <a:r>
                        <a:rPr lang="en-US" sz="1800" spc="-5" noProof="0" dirty="0"/>
                        <a:t>number</a:t>
                      </a:r>
                      <a:r>
                        <a:rPr lang="en-US" sz="1800" spc="-25" noProof="0" dirty="0"/>
                        <a:t> </a:t>
                      </a:r>
                      <a:r>
                        <a:rPr lang="en-US" sz="1800" spc="-5" noProof="0" dirty="0"/>
                        <a:t>of</a:t>
                      </a:r>
                      <a:r>
                        <a:rPr lang="en-US" sz="1800" spc="5" noProof="0" dirty="0"/>
                        <a:t> </a:t>
                      </a:r>
                      <a:r>
                        <a:rPr lang="en-US" sz="1800" spc="-25" noProof="0" dirty="0"/>
                        <a:t>days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 marL="0" marR="0" marT="23732" marB="0"/>
                </a:tc>
                <a:extLst>
                  <a:ext uri="{0D108BD9-81ED-4DB2-BD59-A6C34878D82A}">
                    <a16:rowId xmlns:a16="http://schemas.microsoft.com/office/drawing/2014/main" val="4044780585"/>
                  </a:ext>
                </a:extLst>
              </a:tr>
              <a:tr h="401312">
                <a:tc>
                  <a:txBody>
                    <a:bodyPr/>
                    <a:lstStyle/>
                    <a:p>
                      <a:pPr>
                        <a:lnSpc>
                          <a:spcPts val="232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1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-perm</a:t>
                      </a:r>
                      <a:r>
                        <a:rPr lang="en-US" sz="1800" b="1" spc="-5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[</a:t>
                      </a:r>
                      <a:r>
                        <a:rPr lang="en-US" sz="1800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+/-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]mode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ts val="2320"/>
                        </a:lnSpc>
                        <a:spcBef>
                          <a:spcPts val="229"/>
                        </a:spcBef>
                      </a:pPr>
                      <a:r>
                        <a:rPr lang="en-US" sz="1800" spc="-15" noProof="0" dirty="0"/>
                        <a:t>Have</a:t>
                      </a:r>
                      <a:r>
                        <a:rPr lang="en-US" sz="1800" spc="5" noProof="0" dirty="0"/>
                        <a:t> </a:t>
                      </a:r>
                      <a:r>
                        <a:rPr lang="en-US" sz="1800" spc="-5" noProof="0" dirty="0"/>
                        <a:t>permission</a:t>
                      </a:r>
                      <a:r>
                        <a:rPr lang="en-US" sz="1800" spc="-10" noProof="0" dirty="0"/>
                        <a:t> bits</a:t>
                      </a:r>
                      <a:r>
                        <a:rPr lang="en-US" sz="1800" spc="5" noProof="0" dirty="0"/>
                        <a:t> </a:t>
                      </a:r>
                      <a:r>
                        <a:rPr lang="en-US" sz="1800" spc="-5" noProof="0" dirty="0"/>
                        <a:t>according</a:t>
                      </a:r>
                      <a:r>
                        <a:rPr lang="en-US" sz="1800" spc="30" noProof="0" dirty="0"/>
                        <a:t> </a:t>
                      </a:r>
                      <a:r>
                        <a:rPr lang="en-US" sz="1800" spc="-5" noProof="0" dirty="0"/>
                        <a:t>to</a:t>
                      </a:r>
                      <a:r>
                        <a:rPr lang="en-US" sz="1800" spc="20" noProof="0" dirty="0"/>
                        <a:t> </a:t>
                      </a:r>
                      <a:r>
                        <a:rPr lang="en-US" sz="1800" b="1" spc="-15" noProof="0" dirty="0"/>
                        <a:t>mode</a:t>
                      </a:r>
                      <a:endParaRPr lang="en-US" sz="1800" b="1" noProof="0" dirty="0">
                        <a:latin typeface="+mn-lt"/>
                        <a:cs typeface="Arial"/>
                      </a:endParaRPr>
                    </a:p>
                  </a:txBody>
                  <a:tcPr marL="0" marR="0" marT="23732" marB="0"/>
                </a:tc>
                <a:extLst>
                  <a:ext uri="{0D108BD9-81ED-4DB2-BD59-A6C34878D82A}">
                    <a16:rowId xmlns:a16="http://schemas.microsoft.com/office/drawing/2014/main" val="93396330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3D0682-B34D-93E6-3EFD-BAD9FA1EF4B2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92086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8C6E7F-B15B-A003-02A5-B5E6609C3E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Find: Multiple criteria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If multiple criteria exist then, as in </a:t>
            </a:r>
            <a:r>
              <a:rPr lang="en-US" sz="1800" spc="-8" noProof="0" dirty="0" err="1">
                <a:solidFill>
                  <a:schemeClr val="tx1"/>
                </a:solidFill>
                <a:cs typeface="Segoe UI"/>
              </a:rPr>
              <a:t>maths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, there is an order of preference.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cs typeface="Segoe UI"/>
              </a:rPr>
              <a:t>Brackets</a:t>
            </a:r>
            <a:r>
              <a:rPr lang="en-US" sz="1800" spc="-8" noProof="0" dirty="0">
                <a:cs typeface="Segoe UI"/>
              </a:rPr>
              <a:t> are dealt with first (left to right)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cs typeface="Segoe UI"/>
              </a:rPr>
              <a:t>Then </a:t>
            </a:r>
            <a:r>
              <a:rPr lang="en-US" sz="1800" b="1" spc="-8" noProof="0" dirty="0">
                <a:cs typeface="Segoe UI"/>
              </a:rPr>
              <a:t>AND</a:t>
            </a:r>
            <a:r>
              <a:rPr lang="en-US" sz="1800" spc="-8" noProof="0" dirty="0">
                <a:cs typeface="Segoe UI"/>
              </a:rPr>
              <a:t>s (left to right)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cs typeface="Segoe UI"/>
              </a:rPr>
              <a:t>Then </a:t>
            </a:r>
            <a:r>
              <a:rPr lang="en-US" sz="1800" b="1" spc="-8" noProof="0" dirty="0">
                <a:cs typeface="Segoe UI"/>
              </a:rPr>
              <a:t>OR</a:t>
            </a:r>
            <a:r>
              <a:rPr lang="en-US" sz="1800" spc="-8" noProof="0" dirty="0">
                <a:cs typeface="Segoe UI"/>
              </a:rPr>
              <a:t>s (left to right)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chemeClr val="tx1"/>
                </a:solidFill>
                <a:cs typeface="Segoe UI"/>
              </a:rPr>
              <a:t>AND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 example (the </a:t>
            </a:r>
            <a:r>
              <a:rPr lang="en-US" sz="1800" b="1" spc="-8" noProof="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-a </a:t>
            </a:r>
            <a:r>
              <a:rPr lang="en-US" sz="1800" spc="-8" noProof="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is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not needed):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chemeClr val="tx1"/>
                </a:solidFill>
                <a:cs typeface="Segoe UI"/>
              </a:rPr>
              <a:t>OR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 example: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chemeClr val="tx1"/>
                </a:solidFill>
                <a:cs typeface="Segoe UI"/>
              </a:rPr>
              <a:t>AND NOT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example: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This?</a:t>
            </a:r>
            <a:endParaRPr lang="en-US" sz="1800" noProof="0" dirty="0">
              <a:solidFill>
                <a:schemeClr val="tx1"/>
              </a:solidFill>
              <a:cs typeface="Segoe UI"/>
            </a:endParaRP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5C6EAA0-96DD-BA6D-4674-BDA019E1B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6528" y="3004264"/>
            <a:ext cx="6770687" cy="38985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0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Courier New"/>
                <a:cs typeface="Courier New"/>
              </a:rPr>
              <a:t>$</a:t>
            </a:r>
            <a:r>
              <a:rPr lang="en-US" sz="1600" spc="-33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find /var –user </a:t>
            </a:r>
            <a:r>
              <a:rPr lang="en-US" sz="1600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fred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sz="1600" b="1" i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-a 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-</a:t>
            </a:r>
            <a:r>
              <a:rPr lang="en-US" sz="1600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atime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 +90 -print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1F2A9FB-7575-4187-F76F-DCC57C517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6528" y="3680104"/>
            <a:ext cx="6770687" cy="38985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0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Courier New"/>
                <a:cs typeface="Courier New"/>
              </a:rPr>
              <a:t>$</a:t>
            </a:r>
            <a:r>
              <a:rPr lang="en-US" sz="1600" spc="-33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find /var –user </a:t>
            </a:r>
            <a:r>
              <a:rPr lang="en-US" sz="1600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fred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 -o -user </a:t>
            </a:r>
            <a:r>
              <a:rPr lang="en-US" sz="1600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cecil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 -print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36E8674-D5A9-A6C1-95DD-2DBA9B64B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823" y="4363920"/>
            <a:ext cx="6770687" cy="38985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0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Courier New"/>
                <a:cs typeface="Courier New"/>
              </a:rPr>
              <a:t>$</a:t>
            </a:r>
            <a:r>
              <a:rPr lang="en-US" sz="1600" spc="-33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find /var –user </a:t>
            </a:r>
            <a:r>
              <a:rPr lang="en-US" sz="1600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fred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 ! –</a:t>
            </a:r>
            <a:r>
              <a:rPr lang="en-US" sz="1600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mtime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 -10 -print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7A4C6AF-CE62-9645-0A9A-E174D956E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20" y="5649221"/>
            <a:ext cx="7521655" cy="63607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0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find /var !</a:t>
            </a:r>
            <a:r>
              <a:rPr lang="en-US" sz="1600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\( -user</a:t>
            </a:r>
            <a:r>
              <a:rPr lang="en-US" sz="16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ian</a:t>
            </a:r>
            <a:r>
              <a:rPr lang="en-US" sz="1600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-o -user bob \) -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mtime</a:t>
            </a:r>
            <a:r>
              <a:rPr lang="en-US" sz="1600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-10 -print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CD095681-DDEA-8AA4-C73E-539C9591271D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1709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B06704-51BB-4AEC-FE08-722708891C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Find: Actions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570812"/>
            <a:ext cx="11303578" cy="4348715"/>
          </a:xfrm>
        </p:spPr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Traditional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actions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(from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UNIX).  Note, in Linux, the action defaults to </a:t>
            </a:r>
            <a:r>
              <a:rPr lang="en-US" sz="1800" b="1" spc="-5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-print</a:t>
            </a: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9803" indent="0">
              <a:spcBef>
                <a:spcPts val="73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Selected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actions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introduced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Linux.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9803" indent="0">
              <a:spcBef>
                <a:spcPts val="73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9BA6938C-1FD4-7A3F-B446-CF13ABF79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432275"/>
              </p:ext>
            </p:extLst>
          </p:nvPr>
        </p:nvGraphicFramePr>
        <p:xfrm>
          <a:off x="850322" y="1908227"/>
          <a:ext cx="9340158" cy="1478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620370">
                  <a:extLst>
                    <a:ext uri="{9D8B030D-6E8A-4147-A177-3AD203B41FA5}">
                      <a16:colId xmlns:a16="http://schemas.microsoft.com/office/drawing/2014/main" val="3522573771"/>
                    </a:ext>
                  </a:extLst>
                </a:gridCol>
                <a:gridCol w="6719788">
                  <a:extLst>
                    <a:ext uri="{9D8B030D-6E8A-4147-A177-3AD203B41FA5}">
                      <a16:colId xmlns:a16="http://schemas.microsoft.com/office/drawing/2014/main" val="1474598381"/>
                    </a:ext>
                  </a:extLst>
                </a:gridCol>
              </a:tblGrid>
              <a:tr h="294859"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960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-print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9924" marB="0"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prints paths of files found to </a:t>
                      </a:r>
                      <a:r>
                        <a:rPr lang="en-US" sz="1800" noProof="0" dirty="0" err="1"/>
                        <a:t>stdout</a:t>
                      </a:r>
                      <a:endParaRPr lang="en-US" sz="18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657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  <a:tabLst>
                          <a:tab pos="2056764" algn="l"/>
                          <a:tab pos="2393315" algn="l"/>
                        </a:tabLst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-exec</a:t>
                      </a:r>
                      <a:r>
                        <a:rPr lang="en-US" sz="1800" b="1" spc="-1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command </a:t>
                      </a:r>
                      <a:r>
                        <a:rPr lang="en-US" sz="1800" b="1" spc="-1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{}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\;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runs </a:t>
                      </a:r>
                      <a:r>
                        <a:rPr lang="en-US" sz="1800" b="1" noProof="0" dirty="0"/>
                        <a:t>command</a:t>
                      </a:r>
                      <a:r>
                        <a:rPr lang="en-US" sz="1800" noProof="0" dirty="0"/>
                        <a:t> for each file found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851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325"/>
                        </a:lnSpc>
                        <a:spcBef>
                          <a:spcPts val="229"/>
                        </a:spcBef>
                        <a:tabLst>
                          <a:tab pos="1788795" algn="l"/>
                        </a:tabLst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-ok</a:t>
                      </a:r>
                      <a:r>
                        <a:rPr lang="en-US" sz="1800" b="1" spc="-2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command </a:t>
                      </a:r>
                      <a:r>
                        <a:rPr lang="en-US" sz="1800" b="1" spc="-1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{}</a:t>
                      </a:r>
                      <a:r>
                        <a:rPr lang="en-US" sz="1800" b="1" spc="-50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\;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runs </a:t>
                      </a:r>
                      <a:r>
                        <a:rPr lang="en-US" sz="1800" b="1" noProof="0" dirty="0"/>
                        <a:t>command</a:t>
                      </a:r>
                      <a:r>
                        <a:rPr lang="en-US" sz="1800" noProof="0" dirty="0"/>
                        <a:t> for each file found, but asks for confirmation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783251"/>
                  </a:ext>
                </a:extLst>
              </a:tr>
            </a:tbl>
          </a:graphicData>
        </a:graphic>
      </p:graphicFrame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58198A10-DFD5-B655-59E6-034166182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579266"/>
              </p:ext>
            </p:extLst>
          </p:nvPr>
        </p:nvGraphicFramePr>
        <p:xfrm>
          <a:off x="850322" y="4096711"/>
          <a:ext cx="9340158" cy="1854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76277">
                  <a:extLst>
                    <a:ext uri="{9D8B030D-6E8A-4147-A177-3AD203B41FA5}">
                      <a16:colId xmlns:a16="http://schemas.microsoft.com/office/drawing/2014/main" val="2665777620"/>
                    </a:ext>
                  </a:extLst>
                </a:gridCol>
                <a:gridCol w="7263881">
                  <a:extLst>
                    <a:ext uri="{9D8B030D-6E8A-4147-A177-3AD203B41FA5}">
                      <a16:colId xmlns:a16="http://schemas.microsoft.com/office/drawing/2014/main" val="11611526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257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-delete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30956" marB="0"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use with caution (always place at the end)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16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-ls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list files in the </a:t>
                      </a:r>
                      <a:r>
                        <a:rPr lang="en-US" sz="1800" b="1" noProof="0" dirty="0"/>
                        <a:t>ls –</a:t>
                      </a:r>
                      <a:r>
                        <a:rPr lang="en-US" sz="1800" b="1" noProof="0" dirty="0" err="1"/>
                        <a:t>dils</a:t>
                      </a:r>
                      <a:r>
                        <a:rPr lang="en-US" sz="1800" b="1" noProof="0" dirty="0"/>
                        <a:t> </a:t>
                      </a:r>
                      <a:r>
                        <a:rPr lang="en-US" sz="1800" noProof="0" dirty="0"/>
                        <a:t>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475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</a:t>
                      </a:r>
                      <a:r>
                        <a:rPr lang="en-US" sz="1800" b="1" spc="-5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printf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display according to formatting instructions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912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320"/>
                        </a:lnSpc>
                        <a:spcBef>
                          <a:spcPts val="229"/>
                        </a:spcBef>
                      </a:pPr>
                      <a:r>
                        <a:rPr lang="en-US" sz="1800" b="1" spc="-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-</a:t>
                      </a:r>
                      <a:r>
                        <a:rPr lang="en-US" sz="1800" b="1" spc="-5" noProof="0" dirty="0" err="1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fprint</a:t>
                      </a:r>
                      <a:r>
                        <a:rPr lang="en-US" sz="1800" b="1" spc="-6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 </a:t>
                      </a:r>
                      <a:r>
                        <a:rPr lang="en-US" sz="1800" b="1" spc="-1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&lt;</a:t>
                      </a:r>
                      <a:r>
                        <a:rPr lang="en-US" sz="1800" spc="-1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file</a:t>
                      </a:r>
                      <a:r>
                        <a:rPr lang="en-US" sz="1800" b="1" spc="-15" noProof="0" dirty="0">
                          <a:solidFill>
                            <a:srgbClr val="0000C7"/>
                          </a:solidFill>
                          <a:latin typeface="Hack" panose="020B0609030202020204"/>
                        </a:rPr>
                        <a:t>&gt;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0" marR="0" marT="23732" marB="0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send the </a:t>
                      </a:r>
                      <a:r>
                        <a:rPr lang="en-US" sz="1800" noProof="0" dirty="0" err="1"/>
                        <a:t>stdout</a:t>
                      </a:r>
                      <a:r>
                        <a:rPr lang="en-US" sz="1800" noProof="0" dirty="0"/>
                        <a:t> to the file specified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092835"/>
                  </a:ext>
                </a:extLst>
              </a:tr>
            </a:tbl>
          </a:graphicData>
        </a:graphic>
      </p:graphicFrame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F5572073-17B8-92C4-124F-89D46CFA599B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3979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8D3177EA-B07B-4E9E-9F6B-A421E248EE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Knowledge check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What</a:t>
            </a:r>
            <a:r>
              <a:rPr lang="en-US" sz="1800" spc="-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will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following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3333CC"/>
                </a:solidFill>
                <a:cs typeface="Segoe UI"/>
              </a:rPr>
              <a:t>find</a:t>
            </a:r>
            <a:r>
              <a:rPr lang="en-US" sz="1800" b="1" spc="-12" noProof="0" dirty="0">
                <a:solidFill>
                  <a:srgbClr val="3333C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commands</a:t>
            </a:r>
            <a:r>
              <a:rPr lang="en-US" sz="1800" spc="6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do?</a:t>
            </a:r>
            <a:endParaRPr lang="en-US" sz="1800" noProof="0" dirty="0">
              <a:cs typeface="Segoe UI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AAFFFD0-7A96-C054-4267-74524B227D7B}"/>
              </a:ext>
            </a:extLst>
          </p:cNvPr>
          <p:cNvGrpSpPr/>
          <p:nvPr/>
        </p:nvGrpSpPr>
        <p:grpSpPr>
          <a:xfrm>
            <a:off x="1405988" y="2529480"/>
            <a:ext cx="7161114" cy="3344505"/>
            <a:chOff x="4646101" y="1963577"/>
            <a:chExt cx="7161114" cy="3344505"/>
          </a:xfrm>
        </p:grpSpPr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50118EB7-BDF1-41E6-8B26-5DB85A2EC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6528" y="1963577"/>
              <a:ext cx="6770687" cy="3344505"/>
            </a:xfrm>
            <a:prstGeom prst="rect">
              <a:avLst/>
            </a:prstGeom>
            <a:solidFill>
              <a:schemeClr val="tx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>
              <a:outerShdw blurRad="50800" dist="50800" dir="2700000" algn="ctr" rotWithShape="0">
                <a:schemeClr val="bg2">
                  <a:lumMod val="90000"/>
                </a:schemeClr>
              </a:outerShdw>
            </a:effectLst>
          </p:spPr>
          <p:txBody>
            <a:bodyPr wrap="square" lIns="95250" tIns="91440" rIns="95250" bIns="50800">
              <a:spAutoFit/>
            </a:bodyPr>
            <a:lstStyle/>
            <a:p>
              <a:pPr marL="77391">
                <a:spcBef>
                  <a:spcPts val="150"/>
                </a:spcBef>
              </a:pPr>
              <a:r>
                <a:rPr lang="en-US" sz="1600" spc="-4" noProof="0" dirty="0">
                  <a:solidFill>
                    <a:srgbClr val="FFFF0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$</a:t>
              </a:r>
              <a:r>
                <a:rPr lang="en-US" sz="1600" spc="-12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find</a:t>
              </a:r>
              <a:r>
                <a:rPr lang="en-US" sz="1600" b="1" spc="-12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etc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-name</a:t>
              </a:r>
              <a:r>
                <a:rPr lang="en-US" sz="1600" b="1" spc="-12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hosts –print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2&gt;/dev/null</a:t>
              </a: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>
                <a:spcBef>
                  <a:spcPts val="16"/>
                </a:spcBef>
              </a:pP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 marL="77391"/>
              <a:r>
                <a:rPr lang="en-US" sz="1600" spc="-4" noProof="0" dirty="0">
                  <a:solidFill>
                    <a:srgbClr val="FFFF0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$</a:t>
              </a:r>
              <a:r>
                <a:rPr lang="en-US" sz="1600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find .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-type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d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–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fprint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tmp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tree.list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2&gt;/dev/null</a:t>
              </a: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>
                <a:spcBef>
                  <a:spcPts val="20"/>
                </a:spcBef>
              </a:pP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 marL="77391"/>
              <a:r>
                <a:rPr lang="en-US" sz="1600" spc="-4" noProof="0" dirty="0">
                  <a:solidFill>
                    <a:srgbClr val="FFFF0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#</a:t>
              </a:r>
              <a:r>
                <a:rPr lang="en-US" sz="1600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find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usr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-name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X11 -print</a:t>
              </a: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>
                <a:spcBef>
                  <a:spcPts val="16"/>
                </a:spcBef>
              </a:pP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 marL="77391"/>
              <a:r>
                <a:rPr lang="en-US" sz="1600" spc="-4" noProof="0" dirty="0">
                  <a:solidFill>
                    <a:srgbClr val="FFFF0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#</a:t>
              </a:r>
              <a:r>
                <a:rPr lang="en-US" sz="1600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find .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tmp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/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usr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-name core -exec file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{}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\;</a:t>
              </a: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>
                <a:spcBef>
                  <a:spcPts val="20"/>
                </a:spcBef>
              </a:pP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 marL="77391"/>
              <a:r>
                <a:rPr lang="en-US" sz="1600" spc="-4" noProof="0" dirty="0">
                  <a:solidFill>
                    <a:srgbClr val="FFFF0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#</a:t>
              </a:r>
              <a:r>
                <a:rPr lang="en-US" sz="1600" spc="-12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find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/home -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inum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200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-ok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rm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{} \;</a:t>
              </a: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>
                <a:spcBef>
                  <a:spcPts val="16"/>
                </a:spcBef>
              </a:pP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 marL="77391"/>
              <a:r>
                <a:rPr lang="en-US" sz="1600" spc="-4" noProof="0" dirty="0">
                  <a:solidFill>
                    <a:srgbClr val="FFFF0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#</a:t>
              </a:r>
              <a:r>
                <a:rPr lang="en-US" sz="1600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find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/var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-type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-size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+1M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-exec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ls</a:t>
              </a:r>
              <a:r>
                <a:rPr lang="en-US" sz="1600" b="1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-l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{} \;</a:t>
              </a: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>
                <a:spcBef>
                  <a:spcPts val="20"/>
                </a:spcBef>
              </a:pP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  <a:p>
              <a:pPr marL="77391"/>
              <a:r>
                <a:rPr lang="en-US" sz="1600" spc="-4" noProof="0" dirty="0">
                  <a:solidFill>
                    <a:srgbClr val="FFFF00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#</a:t>
              </a:r>
              <a:r>
                <a:rPr lang="en-US" sz="1600" spc="-12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find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. -type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f -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mtime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-2</a:t>
              </a:r>
              <a:r>
                <a:rPr lang="en-US" sz="1600" b="1" spc="-8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-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printf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'%</a:t>
              </a:r>
              <a:r>
                <a:rPr lang="en-US" sz="1600" b="1" spc="-4" noProof="0" dirty="0" err="1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i</a:t>
              </a:r>
              <a:r>
                <a:rPr lang="en-US" sz="1600" b="1" spc="-4" noProof="0" dirty="0">
                  <a:solidFill>
                    <a:schemeClr val="bg1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\n'</a:t>
              </a:r>
              <a:endPara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4B07493-2D92-93E7-1DB7-DC22C5740BB0}"/>
                </a:ext>
              </a:extLst>
            </p:cNvPr>
            <p:cNvGrpSpPr/>
            <p:nvPr/>
          </p:nvGrpSpPr>
          <p:grpSpPr>
            <a:xfrm>
              <a:off x="4646101" y="2019985"/>
              <a:ext cx="343682" cy="3288097"/>
              <a:chOff x="4840530" y="2856232"/>
              <a:chExt cx="343682" cy="3249976"/>
            </a:xfrm>
          </p:grpSpPr>
          <p:sp>
            <p:nvSpPr>
              <p:cNvPr id="4" name="Heptagon 3">
                <a:extLst>
                  <a:ext uri="{FF2B5EF4-FFF2-40B4-BE49-F238E27FC236}">
                    <a16:creationId xmlns:a16="http://schemas.microsoft.com/office/drawing/2014/main" id="{A20FFC4B-3FEA-3C42-77D3-1CA1D5C88B7A}"/>
                  </a:ext>
                </a:extLst>
              </p:cNvPr>
              <p:cNvSpPr/>
              <p:nvPr/>
            </p:nvSpPr>
            <p:spPr>
              <a:xfrm>
                <a:off x="4840530" y="2856232"/>
                <a:ext cx="324853" cy="300790"/>
              </a:xfrm>
              <a:prstGeom prst="hep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noProof="0" dirty="0">
                    <a:solidFill>
                      <a:schemeClr val="tx1"/>
                    </a:solidFill>
                    <a:cs typeface="Arial" pitchFamily="34" charset="0"/>
                  </a:rPr>
                  <a:t>1</a:t>
                </a:r>
              </a:p>
            </p:txBody>
          </p:sp>
          <p:sp>
            <p:nvSpPr>
              <p:cNvPr id="7" name="Heptagon 6">
                <a:extLst>
                  <a:ext uri="{FF2B5EF4-FFF2-40B4-BE49-F238E27FC236}">
                    <a16:creationId xmlns:a16="http://schemas.microsoft.com/office/drawing/2014/main" id="{6C1B2A99-4F7C-8FF4-66B2-C11F828CFE81}"/>
                  </a:ext>
                </a:extLst>
              </p:cNvPr>
              <p:cNvSpPr/>
              <p:nvPr/>
            </p:nvSpPr>
            <p:spPr>
              <a:xfrm>
                <a:off x="4840531" y="3316705"/>
                <a:ext cx="324853" cy="300790"/>
              </a:xfrm>
              <a:prstGeom prst="hep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noProof="0" dirty="0">
                    <a:solidFill>
                      <a:schemeClr val="tx1"/>
                    </a:solidFill>
                    <a:cs typeface="Arial" pitchFamily="34" charset="0"/>
                  </a:rPr>
                  <a:t>2</a:t>
                </a:r>
              </a:p>
            </p:txBody>
          </p:sp>
          <p:sp>
            <p:nvSpPr>
              <p:cNvPr id="8" name="Heptagon 7">
                <a:extLst>
                  <a:ext uri="{FF2B5EF4-FFF2-40B4-BE49-F238E27FC236}">
                    <a16:creationId xmlns:a16="http://schemas.microsoft.com/office/drawing/2014/main" id="{E1A84B08-D46E-7316-8728-DA1D67C11D6B}"/>
                  </a:ext>
                </a:extLst>
              </p:cNvPr>
              <p:cNvSpPr/>
              <p:nvPr/>
            </p:nvSpPr>
            <p:spPr>
              <a:xfrm>
                <a:off x="4840531" y="3839294"/>
                <a:ext cx="324853" cy="300790"/>
              </a:xfrm>
              <a:prstGeom prst="hep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noProof="0" dirty="0">
                    <a:solidFill>
                      <a:schemeClr val="tx1"/>
                    </a:solidFill>
                    <a:cs typeface="Arial" pitchFamily="34" charset="0"/>
                  </a:rPr>
                  <a:t>3</a:t>
                </a:r>
              </a:p>
            </p:txBody>
          </p:sp>
          <p:sp>
            <p:nvSpPr>
              <p:cNvPr id="9" name="Heptagon 8">
                <a:extLst>
                  <a:ext uri="{FF2B5EF4-FFF2-40B4-BE49-F238E27FC236}">
                    <a16:creationId xmlns:a16="http://schemas.microsoft.com/office/drawing/2014/main" id="{76873EB7-21F1-7B89-1B01-0A511A8B22A7}"/>
                  </a:ext>
                </a:extLst>
              </p:cNvPr>
              <p:cNvSpPr/>
              <p:nvPr/>
            </p:nvSpPr>
            <p:spPr>
              <a:xfrm>
                <a:off x="4855739" y="4330825"/>
                <a:ext cx="324853" cy="300790"/>
              </a:xfrm>
              <a:prstGeom prst="hep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noProof="0" dirty="0">
                    <a:solidFill>
                      <a:schemeClr val="tx1"/>
                    </a:solidFill>
                    <a:cs typeface="Arial" pitchFamily="34" charset="0"/>
                  </a:rPr>
                  <a:t>4</a:t>
                </a:r>
              </a:p>
            </p:txBody>
          </p:sp>
          <p:sp>
            <p:nvSpPr>
              <p:cNvPr id="10" name="Heptagon 9">
                <a:extLst>
                  <a:ext uri="{FF2B5EF4-FFF2-40B4-BE49-F238E27FC236}">
                    <a16:creationId xmlns:a16="http://schemas.microsoft.com/office/drawing/2014/main" id="{DE8BBA5B-DED5-E888-6C43-5E6455F42F87}"/>
                  </a:ext>
                </a:extLst>
              </p:cNvPr>
              <p:cNvSpPr/>
              <p:nvPr/>
            </p:nvSpPr>
            <p:spPr>
              <a:xfrm>
                <a:off x="4855738" y="4822356"/>
                <a:ext cx="324853" cy="300790"/>
              </a:xfrm>
              <a:prstGeom prst="hep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noProof="0" dirty="0">
                    <a:solidFill>
                      <a:schemeClr val="tx1"/>
                    </a:solidFill>
                    <a:cs typeface="Arial" pitchFamily="34" charset="0"/>
                  </a:rPr>
                  <a:t>5</a:t>
                </a:r>
                <a:endParaRPr lang="en-US" sz="1800" b="1" noProof="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11" name="Heptagon 10">
                <a:extLst>
                  <a:ext uri="{FF2B5EF4-FFF2-40B4-BE49-F238E27FC236}">
                    <a16:creationId xmlns:a16="http://schemas.microsoft.com/office/drawing/2014/main" id="{CB3DCCC8-11DF-4E58-0191-02EEB4F5F3D2}"/>
                  </a:ext>
                </a:extLst>
              </p:cNvPr>
              <p:cNvSpPr/>
              <p:nvPr/>
            </p:nvSpPr>
            <p:spPr>
              <a:xfrm>
                <a:off x="4859359" y="5313887"/>
                <a:ext cx="324853" cy="300790"/>
              </a:xfrm>
              <a:prstGeom prst="hep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noProof="0" dirty="0">
                    <a:solidFill>
                      <a:schemeClr val="tx1"/>
                    </a:solidFill>
                    <a:cs typeface="Arial" pitchFamily="34" charset="0"/>
                  </a:rPr>
                  <a:t>6</a:t>
                </a:r>
              </a:p>
            </p:txBody>
          </p:sp>
          <p:sp>
            <p:nvSpPr>
              <p:cNvPr id="13" name="Heptagon 12">
                <a:extLst>
                  <a:ext uri="{FF2B5EF4-FFF2-40B4-BE49-F238E27FC236}">
                    <a16:creationId xmlns:a16="http://schemas.microsoft.com/office/drawing/2014/main" id="{A8FB7C20-2B13-7594-CB47-885388464383}"/>
                  </a:ext>
                </a:extLst>
              </p:cNvPr>
              <p:cNvSpPr/>
              <p:nvPr/>
            </p:nvSpPr>
            <p:spPr>
              <a:xfrm>
                <a:off x="4840530" y="5805418"/>
                <a:ext cx="324853" cy="300790"/>
              </a:xfrm>
              <a:prstGeom prst="hep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noProof="0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7</a:t>
                </a:r>
              </a:p>
            </p:txBody>
          </p:sp>
        </p:grpSp>
      </p:grp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FBAF2F29-D93F-9F55-B8C2-61C9804BB1E2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7896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DDC0CF-BF6C-6ACE-AA92-8D2B0D311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Lab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99A8263-FDB2-FC97-C4B9-88D515D308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2938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713EBC-794F-D13B-2571-57F7B4E7C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11 – T1 and T2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511925"/>
            <a:ext cx="784225" cy="179388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6606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Locate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9995E-13A4-AAF0-7447-574C507C59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290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71EE56-DAE1-578E-0155-1387F2112A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Locate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Written by Red Hat but available in other distributions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Uses a database of found files rather than a live search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cs typeface="Segoe UI"/>
              </a:rPr>
              <a:t>Database:</a:t>
            </a:r>
            <a:r>
              <a:rPr lang="en-US" sz="1800" spc="33" noProof="0" dirty="0">
                <a:cs typeface="Segoe UI"/>
              </a:rPr>
              <a:t> </a:t>
            </a:r>
            <a:r>
              <a:rPr lang="en-US" sz="1800" b="1" spc="-4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/var/lib/</a:t>
            </a:r>
            <a:r>
              <a:rPr lang="en-US" sz="1800" b="1" spc="-4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</a:t>
            </a:r>
            <a:r>
              <a:rPr lang="en-US" sz="1800" b="1" spc="-4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4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mlocate.db</a:t>
            </a:r>
            <a:endParaRPr lang="en-US" sz="1800" b="1" spc="-4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cs typeface="Segoe UI"/>
              </a:rPr>
              <a:t>As up-to-date as the last database update, which is typically run overnight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ea typeface="Hack" panose="020B0609030202020204" pitchFamily="49" charset="0"/>
                <a:cs typeface="Hack" panose="020B0609030202020204" pitchFamily="49" charset="0"/>
              </a:rPr>
              <a:t>Configuration</a:t>
            </a:r>
            <a:r>
              <a:rPr lang="en-US" sz="1800" spc="33" noProof="0" dirty="0"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800" spc="28" noProof="0" dirty="0"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8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spc="-8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updatedb.conf</a:t>
            </a:r>
            <a:endParaRPr lang="en-US" sz="1800" b="1" spc="-8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cs typeface="Segoe UI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noProof="0" dirty="0">
                <a:solidFill>
                  <a:schemeClr val="tx1"/>
                </a:solidFill>
                <a:cs typeface="Segoe UI"/>
              </a:rPr>
              <a:t>Runs as a</a:t>
            </a:r>
            <a:r>
              <a:rPr lang="en-US" sz="1800" b="1" noProof="0" dirty="0">
                <a:solidFill>
                  <a:schemeClr val="tx1"/>
                </a:solidFill>
                <a:cs typeface="Segoe UI"/>
              </a:rPr>
              <a:t> partial </a:t>
            </a:r>
            <a:r>
              <a:rPr lang="en-US" sz="1800" noProof="0" dirty="0">
                <a:solidFill>
                  <a:schemeClr val="tx1"/>
                </a:solidFill>
                <a:cs typeface="Segoe UI"/>
              </a:rPr>
              <a:t>string search rather than as the full name</a:t>
            </a:r>
          </a:p>
          <a:p>
            <a:pPr marL="469953" lvl="1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locate </a:t>
            </a:r>
            <a:r>
              <a:rPr lang="en-US" sz="1800" i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part_of_filename</a:t>
            </a:r>
            <a:endParaRPr lang="en-US" sz="1800" i="1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0" indent="0">
              <a:buNone/>
            </a:pPr>
            <a:endParaRPr lang="en-US" sz="1800" noProof="0" dirty="0"/>
          </a:p>
          <a:p>
            <a:endParaRPr lang="en-US" sz="3200" noProof="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98789E9-6821-A381-C07A-9327C35A0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1472" y="2475657"/>
            <a:ext cx="5711215" cy="66684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8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file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/var/lib/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mlocate.db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>
              <a:tabLst>
                <a:tab pos="3793173" algn="l"/>
              </a:tabLst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/var/lib/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mlocate.db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	data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7A535746-C6B2-1F69-0E20-580F85290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1472" y="3885055"/>
            <a:ext cx="5788368" cy="87716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cat</a:t>
            </a:r>
            <a:r>
              <a:rPr lang="en-US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updatedb.conf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81"/>
              </a:spcBef>
            </a:pP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PRUNEFS= "auto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afs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iso9660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sfs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udf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vmhgfs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“</a:t>
            </a:r>
          </a:p>
          <a:p>
            <a:pPr marL="10319">
              <a:spcBef>
                <a:spcPts val="81"/>
              </a:spcBef>
            </a:pP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PRUNEPATHS="/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afs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/media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/net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sfs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udev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...”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6A80F4B-FF0C-66F5-54D5-B06D0735549C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18006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B50B82-1507-CBB0-C88D-C53C2A8BDA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Locate command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noProof="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locate </a:t>
            </a:r>
            <a:r>
              <a:rPr lang="en-US" sz="1800" i="1" noProof="0" dirty="0" err="1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part_of_filename</a:t>
            </a:r>
            <a:endParaRPr lang="en-US" sz="1800" i="1" noProof="0" dirty="0">
              <a:solidFill>
                <a:schemeClr val="tx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Additional options include:</a:t>
            </a:r>
          </a:p>
          <a:p>
            <a:endParaRPr lang="en-US" sz="1800" noProof="0" dirty="0">
              <a:solidFill>
                <a:schemeClr val="tx1"/>
              </a:solidFill>
            </a:endParaRPr>
          </a:p>
          <a:p>
            <a:endParaRPr lang="en-US" noProof="0" dirty="0">
              <a:solidFill>
                <a:schemeClr val="tx1"/>
              </a:solidFill>
            </a:endParaRPr>
          </a:p>
          <a:p>
            <a:endParaRPr lang="en-US" sz="3200" noProof="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FF312757-6D09-A86C-231A-27AA90A26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440315"/>
              </p:ext>
            </p:extLst>
          </p:nvPr>
        </p:nvGraphicFramePr>
        <p:xfrm>
          <a:off x="2710167" y="3150648"/>
          <a:ext cx="6770077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77241">
                  <a:extLst>
                    <a:ext uri="{9D8B030D-6E8A-4147-A177-3AD203B41FA5}">
                      <a16:colId xmlns:a16="http://schemas.microsoft.com/office/drawing/2014/main" val="3375478741"/>
                    </a:ext>
                  </a:extLst>
                </a:gridCol>
                <a:gridCol w="5092836">
                  <a:extLst>
                    <a:ext uri="{9D8B030D-6E8A-4147-A177-3AD203B41FA5}">
                      <a16:colId xmlns:a16="http://schemas.microsoft.com/office/drawing/2014/main" val="154315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897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</a:rPr>
                        <a:t>-c</a:t>
                      </a:r>
                      <a:endParaRPr lang="en-US" sz="1800" b="1" noProof="0" dirty="0">
                        <a:solidFill>
                          <a:schemeClr val="tx1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4" noProof="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sz="1800" spc="-4" noProof="0" dirty="0">
                          <a:solidFill>
                            <a:schemeClr val="tx1"/>
                          </a:solidFill>
                        </a:rPr>
                        <a:t>ount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 number</a:t>
                      </a:r>
                      <a:r>
                        <a:rPr lang="en-US" sz="1800" spc="53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20" noProof="0" dirty="0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en-US" sz="1800" spc="-4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12" noProof="0" dirty="0">
                          <a:solidFill>
                            <a:schemeClr val="tx1"/>
                          </a:solidFill>
                        </a:rPr>
                        <a:t>matching</a:t>
                      </a:r>
                      <a:r>
                        <a:rPr lang="en-US" sz="1800" spc="57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lines</a:t>
                      </a: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043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800" b="1" noProof="0" dirty="0">
                        <a:solidFill>
                          <a:schemeClr val="tx1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spc="-8" noProof="0" dirty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gnore</a:t>
                      </a:r>
                      <a:r>
                        <a:rPr lang="en-US" sz="1800" spc="-16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case</a:t>
                      </a:r>
                      <a:r>
                        <a:rPr lang="en-US" sz="1800" spc="20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when</a:t>
                      </a:r>
                      <a:r>
                        <a:rPr lang="en-US" sz="1800" spc="37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12" noProof="0" dirty="0">
                          <a:solidFill>
                            <a:schemeClr val="tx1"/>
                          </a:solidFill>
                        </a:rPr>
                        <a:t>matching</a:t>
                      </a:r>
                      <a:r>
                        <a:rPr lang="en-US" sz="1800" spc="53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12" noProof="0" dirty="0">
                          <a:solidFill>
                            <a:schemeClr val="tx1"/>
                          </a:solidFill>
                        </a:rPr>
                        <a:t>patterns</a:t>
                      </a: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529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</a:rPr>
                        <a:t>-l</a:t>
                      </a:r>
                      <a:endParaRPr lang="en-US" sz="1800" b="1" noProof="0" dirty="0">
                        <a:solidFill>
                          <a:schemeClr val="tx1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Follow</a:t>
                      </a:r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symbolic</a:t>
                      </a:r>
                      <a:r>
                        <a:rPr lang="en-US" sz="1800" spc="28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1" spc="-8" noProof="0" dirty="0">
                          <a:solidFill>
                            <a:schemeClr val="tx1"/>
                          </a:solidFill>
                        </a:rPr>
                        <a:t>l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inks</a:t>
                      </a: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711730"/>
                  </a:ext>
                </a:extLst>
              </a:tr>
            </a:tbl>
          </a:graphicData>
        </a:graphic>
      </p:graphicFrame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89FF1104-E35C-23DC-0149-0919F1BBF891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43840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068DE4-798B-3530-FCC2-DC405E5A8E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Updatedb.conf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</a:t>
            </a:r>
            <a:r>
              <a:rPr lang="en-US" sz="1800" b="1" spc="-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database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only as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good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as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content.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Typically,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</a:t>
            </a:r>
            <a:r>
              <a:rPr lang="en-US" sz="1800" b="1" spc="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rebuilt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once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 </a:t>
            </a: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day,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through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sz="1800" b="1" spc="-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job.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Red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Hat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Ubuntu,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it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is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cron.daily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Scope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cache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controlled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via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2D2C2C"/>
                </a:solidFill>
                <a:cs typeface="Segoe UI"/>
              </a:rPr>
              <a:t>prune</a:t>
            </a:r>
            <a:r>
              <a:rPr lang="en-US" sz="1800" b="1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definitions.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98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avoid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indexing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scanning: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noProof="0" dirty="0">
                <a:solidFill>
                  <a:srgbClr val="2D2C2C"/>
                </a:solidFill>
                <a:cs typeface="Segoe UI"/>
              </a:rPr>
              <a:t>Memory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Unreadable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locations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Cached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filenames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Transient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filenames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Administrator</a:t>
            </a:r>
            <a:r>
              <a:rPr lang="en-US" sz="1800" spc="24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can</a:t>
            </a:r>
            <a:r>
              <a:rPr lang="en-US" sz="1800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rebuild</a:t>
            </a:r>
            <a:r>
              <a:rPr lang="en-US" sz="1800" spc="20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the </a:t>
            </a:r>
            <a:r>
              <a:rPr lang="en-US" sz="1800" spc="-12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database</a:t>
            </a:r>
            <a:r>
              <a:rPr lang="en-US" sz="1800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on</a:t>
            </a:r>
            <a:r>
              <a:rPr lang="en-US" sz="1800" spc="-12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demand:</a:t>
            </a:r>
            <a:endParaRPr lang="en-US" sz="1800" noProof="0" dirty="0"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0" indent="0">
              <a:buNone/>
            </a:pPr>
            <a:endParaRPr lang="en-US" sz="1800" noProof="0" dirty="0">
              <a:solidFill>
                <a:schemeClr val="tx1"/>
              </a:solidFill>
            </a:endParaRPr>
          </a:p>
          <a:p>
            <a:endParaRPr lang="en-US" noProof="0" dirty="0">
              <a:solidFill>
                <a:schemeClr val="tx1"/>
              </a:solidFill>
            </a:endParaRPr>
          </a:p>
          <a:p>
            <a:endParaRPr lang="en-US" sz="3200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B785F68-BBA5-3290-EFC7-C802246A8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5540150"/>
            <a:ext cx="6770687" cy="38985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0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Courier New"/>
                <a:cs typeface="Courier New"/>
              </a:rPr>
              <a:t>$</a:t>
            </a:r>
            <a:r>
              <a:rPr lang="en-US" sz="1600" spc="-33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sudo</a:t>
            </a:r>
            <a:r>
              <a:rPr lang="en-US" sz="1600" b="1" spc="-4" noProof="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Courier New"/>
                <a:cs typeface="Courier New"/>
              </a:rPr>
              <a:t>updatedb</a:t>
            </a:r>
            <a:endParaRPr lang="en-US" sz="1600" noProof="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  <p:grpSp>
        <p:nvGrpSpPr>
          <p:cNvPr id="8" name="object 5">
            <a:extLst>
              <a:ext uri="{FF2B5EF4-FFF2-40B4-BE49-F238E27FC236}">
                <a16:creationId xmlns:a16="http://schemas.microsoft.com/office/drawing/2014/main" id="{331B53D6-3D59-0CD8-757B-4DF71B6A411E}"/>
              </a:ext>
            </a:extLst>
          </p:cNvPr>
          <p:cNvGrpSpPr/>
          <p:nvPr/>
        </p:nvGrpSpPr>
        <p:grpSpPr>
          <a:xfrm>
            <a:off x="7964043" y="1979999"/>
            <a:ext cx="3443732" cy="2120856"/>
            <a:chOff x="4795964" y="3093275"/>
            <a:chExt cx="6565900" cy="2062480"/>
          </a:xfrm>
        </p:grpSpPr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5CC98150-49CE-31C9-9D23-C37F867AA96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5426" y="3102737"/>
              <a:ext cx="6546723" cy="2043176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797BC860-4017-7EF3-39D2-44459E0D08B3}"/>
                </a:ext>
              </a:extLst>
            </p:cNvPr>
            <p:cNvSpPr/>
            <p:nvPr/>
          </p:nvSpPr>
          <p:spPr>
            <a:xfrm>
              <a:off x="4800727" y="3098038"/>
              <a:ext cx="6556375" cy="2052955"/>
            </a:xfrm>
            <a:custGeom>
              <a:avLst/>
              <a:gdLst/>
              <a:ahLst/>
              <a:cxnLst/>
              <a:rect l="l" t="t" r="r" b="b"/>
              <a:pathLst>
                <a:path w="6556375" h="2052954">
                  <a:moveTo>
                    <a:pt x="0" y="2052701"/>
                  </a:moveTo>
                  <a:lnTo>
                    <a:pt x="6556248" y="2052701"/>
                  </a:lnTo>
                  <a:lnTo>
                    <a:pt x="6556248" y="0"/>
                  </a:lnTo>
                  <a:lnTo>
                    <a:pt x="0" y="0"/>
                  </a:lnTo>
                  <a:lnTo>
                    <a:pt x="0" y="2052701"/>
                  </a:lnTo>
                  <a:close/>
                </a:path>
              </a:pathLst>
            </a:custGeom>
            <a:ln w="9525">
              <a:solidFill>
                <a:srgbClr val="17375E"/>
              </a:solidFill>
            </a:ln>
          </p:spPr>
          <p:txBody>
            <a:bodyPr wrap="square" lIns="0" tIns="0" rIns="0" bIns="0" rtlCol="0"/>
            <a:lstStyle/>
            <a:p>
              <a:endParaRPr lang="en-US" sz="1463" noProof="0" dirty="0"/>
            </a:p>
          </p:txBody>
        </p:sp>
      </p:grp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9841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68087-F452-F0F9-F846-008ED6B5B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D81BBA-A830-1198-33B2-CC9F5FE879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and lab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0893D6B-4943-2ED8-C2E5-5FEB2DA469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8544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D805FE6-F763-6DAD-13B8-6EA96FDBD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Which tool can be used to update the </a:t>
            </a:r>
            <a:r>
              <a:rPr lang="en-US" sz="1800" noProof="0" dirty="0" err="1"/>
              <a:t>mlocate</a:t>
            </a:r>
            <a:r>
              <a:rPr lang="en-US" sz="1800" noProof="0" dirty="0"/>
              <a:t> database 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How up to date is the </a:t>
            </a:r>
            <a:r>
              <a:rPr lang="en-US" sz="1800" noProof="0" dirty="0" err="1"/>
              <a:t>mlocate</a:t>
            </a:r>
            <a:r>
              <a:rPr lang="en-US" sz="1800" noProof="0" dirty="0"/>
              <a:t> database 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are the three actions available in every implementation of the </a:t>
            </a:r>
            <a:r>
              <a:rPr lang="en-US" sz="1800" b="1" noProof="0" dirty="0"/>
              <a:t>find</a:t>
            </a:r>
            <a:r>
              <a:rPr lang="en-US" sz="1800" noProof="0" dirty="0"/>
              <a:t> command?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How do the </a:t>
            </a:r>
            <a:r>
              <a:rPr lang="en-US" sz="1800" b="1" noProof="0" dirty="0"/>
              <a:t>which</a:t>
            </a:r>
            <a:r>
              <a:rPr lang="en-US" sz="1800" noProof="0" dirty="0"/>
              <a:t> and </a:t>
            </a:r>
            <a:r>
              <a:rPr lang="en-US" sz="1800" b="1" noProof="0" dirty="0"/>
              <a:t>type</a:t>
            </a:r>
            <a:r>
              <a:rPr lang="en-US" sz="1800" noProof="0" dirty="0"/>
              <a:t> commands identify where an external command (a program on disk) is stored?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How would you ask </a:t>
            </a:r>
            <a:r>
              <a:rPr lang="en-US" sz="1800" b="1" noProof="0" dirty="0"/>
              <a:t>find </a:t>
            </a:r>
            <a:r>
              <a:rPr lang="en-US" sz="1800" noProof="0" dirty="0"/>
              <a:t>to search for files that match two (or more) search criteria 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How would you ask </a:t>
            </a:r>
            <a:r>
              <a:rPr lang="en-US" sz="1800" b="1" noProof="0" dirty="0"/>
              <a:t>find</a:t>
            </a:r>
            <a:r>
              <a:rPr lang="en-US" sz="1800" noProof="0" dirty="0"/>
              <a:t> to search for files that match either one of two search criteria ?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90829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9950E1-6EEB-FA59-EB9E-8001CE9E8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11 – T3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511925"/>
            <a:ext cx="784225" cy="179388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20355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7D9901-C939-FC85-F8FD-317465ED41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DB192-E59C-C44D-B6D5-3E31ED808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1166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33" noProof="0" dirty="0">
                <a:solidFill>
                  <a:srgbClr val="2D2C2C"/>
                </a:solidFill>
                <a:latin typeface="+mn-lt"/>
                <a:cs typeface="Segoe UI"/>
              </a:rPr>
              <a:t>PATH-aware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tools:</a:t>
            </a:r>
            <a:endParaRPr lang="en-US" sz="1800" noProof="0" dirty="0">
              <a:latin typeface="+mn-lt"/>
              <a:cs typeface="Segoe UI"/>
            </a:endParaRPr>
          </a:p>
          <a:p>
            <a:pPr marL="614482" lvl="1" indent="-23320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614482" algn="l"/>
                <a:tab pos="614998" algn="l"/>
              </a:tabLst>
            </a:pP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which</a:t>
            </a:r>
            <a:r>
              <a:rPr lang="en-US" sz="1800" spc="-4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800" spc="-49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type</a:t>
            </a:r>
          </a:p>
          <a:p>
            <a:pPr marL="289957" indent="-280154">
              <a:spcBef>
                <a:spcPts val="971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Using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find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command:</a:t>
            </a:r>
            <a:endParaRPr lang="en-US" sz="1800" noProof="0" dirty="0">
              <a:latin typeface="+mn-lt"/>
              <a:cs typeface="Segoe UI"/>
            </a:endParaRPr>
          </a:p>
          <a:p>
            <a:pPr marL="614482" lvl="1" indent="-233204">
              <a:spcBef>
                <a:spcPts val="983"/>
              </a:spcBef>
              <a:buClr>
                <a:srgbClr val="000000"/>
              </a:buClr>
              <a:buFont typeface="Arial"/>
              <a:buChar char="•"/>
              <a:tabLst>
                <a:tab pos="614482" algn="l"/>
                <a:tab pos="614998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Applying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search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criteria</a:t>
            </a:r>
            <a:endParaRPr lang="en-US" sz="1800" noProof="0" dirty="0">
              <a:latin typeface="+mn-lt"/>
              <a:cs typeface="Segoe UI"/>
            </a:endParaRPr>
          </a:p>
          <a:p>
            <a:pPr marL="614482" lvl="1" indent="-23320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614482" algn="l"/>
                <a:tab pos="614998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Effecting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actions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-print</a:t>
            </a:r>
            <a:r>
              <a:rPr lang="en-US" sz="1800" spc="-4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-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exec</a:t>
            </a:r>
            <a:r>
              <a:rPr lang="en-US" sz="1800" b="1" spc="-20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ok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614482" lvl="1" indent="-23320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614482" algn="l"/>
                <a:tab pos="614998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Actions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unique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Linux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version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of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find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1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Using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mlocate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database:</a:t>
            </a:r>
            <a:endParaRPr lang="en-US" sz="1800" noProof="0" dirty="0">
              <a:latin typeface="+mn-lt"/>
              <a:cs typeface="Segoe UI"/>
            </a:endParaRPr>
          </a:p>
          <a:p>
            <a:pPr marL="614482" lvl="1" indent="-233204">
              <a:spcBef>
                <a:spcPts val="983"/>
              </a:spcBef>
              <a:buClr>
                <a:srgbClr val="000000"/>
              </a:buClr>
              <a:buFont typeface="Arial"/>
              <a:buChar char="•"/>
              <a:tabLst>
                <a:tab pos="614482" algn="l"/>
                <a:tab pos="614998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Interrogation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locate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614482" lvl="1" indent="-23320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614482" algn="l"/>
                <a:tab pos="614998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Refresh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with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updatedb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33323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5B18A-7297-7837-AAB6-355D294D0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E24C4-B73B-1E95-51E6-6BF907C88D4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08D6FFB-916D-A923-425A-3365445748E9}"/>
              </a:ext>
            </a:extLst>
          </p:cNvPr>
          <p:cNvSpPr txBox="1">
            <a:spLocks/>
          </p:cNvSpPr>
          <p:nvPr/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892D59-8F09-EF4B-AD6D-DA609442F868}" type="slidenum">
              <a:rPr lang="en-US" noProof="0" smtClean="0"/>
              <a:pPr algn="r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2079054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Blu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Red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Purpl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6.xml><?xml version="1.0" encoding="utf-8"?>
<a:theme xmlns:a="http://schemas.openxmlformats.org/drawingml/2006/main" name="Orang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7.xml><?xml version="1.0" encoding="utf-8"?>
<a:theme xmlns:a="http://schemas.openxmlformats.org/drawingml/2006/main" name="B/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C71F1D-A98C-43DF-A986-061295C23702}">
  <ds:schemaRefs>
    <ds:schemaRef ds:uri="http://purl.org/dc/terms/"/>
    <ds:schemaRef ds:uri="http://schemas.microsoft.com/office/2006/documentManagement/types"/>
    <ds:schemaRef ds:uri="4851bab5-d36a-4f24-a761-998180967d12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infopath/2007/PartnerControls"/>
    <ds:schemaRef ds:uri="52e7f57a-cc1d-4bce-9b60-d9dd785361c7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19508</TotalTime>
  <Words>2755</Words>
  <Application>Microsoft Office PowerPoint</Application>
  <PresentationFormat>Widescreen</PresentationFormat>
  <Paragraphs>327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22</vt:i4>
      </vt:variant>
    </vt:vector>
  </HeadingPairs>
  <TitlesOfParts>
    <vt:vector size="37" baseType="lpstr">
      <vt:lpstr>Aptos</vt:lpstr>
      <vt:lpstr>Arial</vt:lpstr>
      <vt:lpstr>Calibri</vt:lpstr>
      <vt:lpstr>Courier New</vt:lpstr>
      <vt:lpstr>Figtree</vt:lpstr>
      <vt:lpstr>Hack</vt:lpstr>
      <vt:lpstr>Montserrat</vt:lpstr>
      <vt:lpstr>Segoe UI</vt:lpstr>
      <vt:lpstr>Cover Slides - Business/Marketing</vt:lpstr>
      <vt:lpstr>Divider Slides</vt:lpstr>
      <vt:lpstr>Blue Module</vt:lpstr>
      <vt:lpstr>Red Module</vt:lpstr>
      <vt:lpstr>Purple Module</vt:lpstr>
      <vt:lpstr>Orange Module</vt:lpstr>
      <vt:lpstr>B/W Module</vt:lpstr>
      <vt:lpstr>Module 11: Finding Files and Commands</vt:lpstr>
      <vt:lpstr>Contents</vt:lpstr>
      <vt:lpstr>Path</vt:lpstr>
      <vt:lpstr>type (recap)</vt:lpstr>
      <vt:lpstr>PATH variable</vt:lpstr>
      <vt:lpstr>Find</vt:lpstr>
      <vt:lpstr>find</vt:lpstr>
      <vt:lpstr>Find: Search criteria</vt:lpstr>
      <vt:lpstr>Find: Multiple criteria</vt:lpstr>
      <vt:lpstr>Find: Actions</vt:lpstr>
      <vt:lpstr>Knowledge check</vt:lpstr>
      <vt:lpstr>Lab</vt:lpstr>
      <vt:lpstr>Practical exercise 11 – T1 and T2</vt:lpstr>
      <vt:lpstr>Locate</vt:lpstr>
      <vt:lpstr>Locate</vt:lpstr>
      <vt:lpstr>Locate command</vt:lpstr>
      <vt:lpstr>Updatedb.conf</vt:lpstr>
      <vt:lpstr>Review and lab</vt:lpstr>
      <vt:lpstr>Review questions</vt:lpstr>
      <vt:lpstr>Practical exercise 11 – T3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Cameron, Donald</cp:lastModifiedBy>
  <cp:revision>52</cp:revision>
  <dcterms:created xsi:type="dcterms:W3CDTF">2024-06-24T11:44:08Z</dcterms:created>
  <dcterms:modified xsi:type="dcterms:W3CDTF">2026-06-05T09:01:47Z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