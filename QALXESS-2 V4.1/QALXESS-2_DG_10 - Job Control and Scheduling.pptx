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4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5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6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2" r:id="rId4"/>
    <p:sldMasterId id="2147483809" r:id="rId5"/>
    <p:sldMasterId id="2147483874" r:id="rId6"/>
    <p:sldMasterId id="2147483897" r:id="rId7"/>
    <p:sldMasterId id="2147483908" r:id="rId8"/>
    <p:sldMasterId id="2147483919" r:id="rId9"/>
    <p:sldMasterId id="2147483930" r:id="rId10"/>
  </p:sldMasterIdLst>
  <p:notesMasterIdLst>
    <p:notesMasterId r:id="rId35"/>
  </p:notesMasterIdLst>
  <p:sldIdLst>
    <p:sldId id="1325" r:id="rId11"/>
    <p:sldId id="1326" r:id="rId12"/>
    <p:sldId id="1327" r:id="rId13"/>
    <p:sldId id="1328" r:id="rId14"/>
    <p:sldId id="1329" r:id="rId15"/>
    <p:sldId id="1330" r:id="rId16"/>
    <p:sldId id="1331" r:id="rId17"/>
    <p:sldId id="1332" r:id="rId18"/>
    <p:sldId id="1333" r:id="rId19"/>
    <p:sldId id="1334" r:id="rId20"/>
    <p:sldId id="1335" r:id="rId21"/>
    <p:sldId id="1336" r:id="rId22"/>
    <p:sldId id="1337" r:id="rId23"/>
    <p:sldId id="1338" r:id="rId24"/>
    <p:sldId id="1339" r:id="rId25"/>
    <p:sldId id="1340" r:id="rId26"/>
    <p:sldId id="1341" r:id="rId27"/>
    <p:sldId id="1342" r:id="rId28"/>
    <p:sldId id="723" r:id="rId29"/>
    <p:sldId id="1343" r:id="rId30"/>
    <p:sldId id="1348" r:id="rId31"/>
    <p:sldId id="1344" r:id="rId32"/>
    <p:sldId id="1345" r:id="rId33"/>
    <p:sldId id="1346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3EC420FF-67B5-2B43-B8B0-31C326A878BA}">
          <p14:sldIdLst/>
        </p14:section>
        <p14:section name="Master" id="{86F55D6F-F04C-C141-A3B2-B81D9F14C13E}">
          <p14:sldIdLst/>
        </p14:section>
        <p14:section name="Cover slides" id="{A8F06CE1-BECE-433A-A682-4C071F90D966}">
          <p14:sldIdLst/>
        </p14:section>
        <p14:section name="Introduction" id="{D71C3838-11FC-3F44-90EC-9E7C8FE30A48}">
          <p14:sldIdLst/>
        </p14:section>
        <p14:section name="Content Slides" id="{05C53EB9-C633-4D6D-B3BC-F573E1DB951E}">
          <p14:sldIdLst>
            <p14:sldId id="1325"/>
            <p14:sldId id="1326"/>
            <p14:sldId id="1327"/>
            <p14:sldId id="1328"/>
            <p14:sldId id="1329"/>
            <p14:sldId id="1330"/>
            <p14:sldId id="1331"/>
            <p14:sldId id="1332"/>
            <p14:sldId id="1333"/>
            <p14:sldId id="1334"/>
            <p14:sldId id="1335"/>
            <p14:sldId id="1336"/>
            <p14:sldId id="1337"/>
            <p14:sldId id="1338"/>
            <p14:sldId id="1339"/>
            <p14:sldId id="1340"/>
            <p14:sldId id="1341"/>
            <p14:sldId id="1342"/>
            <p14:sldId id="723"/>
            <p14:sldId id="1343"/>
            <p14:sldId id="1348"/>
            <p14:sldId id="1344"/>
            <p14:sldId id="1345"/>
            <p14:sldId id="134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B038381-4C18-EEB2-D798-E55F33345695}" name="Haynes, Amanda" initials="HA" userId="S::ahaynes@qa.com::f3044909-ea02-4a80-b124-5c683d29f1e5" providerId="AD"/>
  <p188:author id="{34F02186-A83D-147B-1AD3-CAE41537E927}" name="O'Flynn, Sarah" initials="SO" userId="S::SOFlynn@qa.com::c5bd941b-3572-499d-9953-9da6030055ca" providerId="AD"/>
  <p188:author id="{570EC78B-0B85-CC25-1293-AD5F30C7BB59}" name="Huskisson, Harry" initials="HH" userId="S::HHuskisson@qa.com::5d0a9b6a-71d8-408a-a551-20cf3a498200" providerId="AD"/>
  <p188:author id="{29DB2DE1-A6DA-284A-0775-8BA18A27BFDD}" name="Renang, Antonia" initials="AR" userId="S::ARenang@qa.com::6d248bc4-c380-4929-8d38-4b7a6af76729" providerId="AD"/>
  <p188:author id="{14A6B2E2-577F-2DC9-8598-664F7D3C9407}" name="Evans, Josie" initials="JE" userId="S::JEvans3@qa.com::aaea60dd-eaa6-4fde-a2ae-3576d6b832c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5F5F"/>
    <a:srgbClr val="333333"/>
    <a:srgbClr val="575757"/>
    <a:srgbClr val="000000"/>
    <a:srgbClr val="0D0D0D"/>
    <a:srgbClr val="161616"/>
    <a:srgbClr val="FEBDC0"/>
    <a:srgbClr val="FEDEC3"/>
    <a:srgbClr val="ACE2F0"/>
    <a:srgbClr val="0E4B5B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49C882-C66E-4189-A342-98107057FB47}" v="4" dt="2025-05-30T13:01:51.008"/>
  </p1510:revLst>
</p1510:revInfo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–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–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–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65"/>
    <p:restoredTop sz="91387"/>
  </p:normalViewPr>
  <p:slideViewPr>
    <p:cSldViewPr snapToGrid="0">
      <p:cViewPr>
        <p:scale>
          <a:sx n="100" d="100"/>
          <a:sy n="100" d="100"/>
        </p:scale>
        <p:origin x="-384" y="-802"/>
      </p:cViewPr>
      <p:guideLst/>
    </p:cSldViewPr>
  </p:slideViewPr>
  <p:outlineViewPr>
    <p:cViewPr>
      <p:scale>
        <a:sx n="33" d="100"/>
        <a:sy n="33" d="100"/>
      </p:scale>
      <p:origin x="0" y="-1591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052"/>
    </p:cViewPr>
  </p:sorterViewPr>
  <p:notesViewPr>
    <p:cSldViewPr snapToGrid="0">
      <p:cViewPr>
        <p:scale>
          <a:sx n="100" d="100"/>
          <a:sy n="100" d="100"/>
        </p:scale>
        <p:origin x="1628" y="-8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9" Type="http://schemas.openxmlformats.org/officeDocument/2006/relationships/tableStyles" Target="tableStyles.xml"/><Relationship Id="rId21" Type="http://schemas.openxmlformats.org/officeDocument/2006/relationships/slide" Target="slides/slide11.xml"/><Relationship Id="rId34" Type="http://schemas.openxmlformats.org/officeDocument/2006/relationships/slide" Target="slides/slide24.xml"/><Relationship Id="rId42" Type="http://schemas.microsoft.com/office/2018/10/relationships/authors" Target="author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slide" Target="slides/slide19.xml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slide" Target="slides/slide22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presProps" Target="presProps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9.xml"/><Relationship Id="rId31" Type="http://schemas.openxmlformats.org/officeDocument/2006/relationships/slide" Target="slides/slide2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notesMaster" Target="notesMasters/notesMaster1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slide" Target="slides/slide23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ist, Ella" userId="992bbaf2-811d-42cb-a4d6-e7fc45e325e8" providerId="ADAL" clId="{E649C882-C66E-4189-A342-98107057FB47}"/>
    <pc:docChg chg="custSel modSld">
      <pc:chgData name="Feist, Ella" userId="992bbaf2-811d-42cb-a4d6-e7fc45e325e8" providerId="ADAL" clId="{E649C882-C66E-4189-A342-98107057FB47}" dt="2025-05-30T13:01:58.698" v="68" actId="20577"/>
      <pc:docMkLst>
        <pc:docMk/>
      </pc:docMkLst>
      <pc:sldChg chg="modSp mod modNotes">
        <pc:chgData name="Feist, Ella" userId="992bbaf2-811d-42cb-a4d6-e7fc45e325e8" providerId="ADAL" clId="{E649C882-C66E-4189-A342-98107057FB47}" dt="2025-05-30T13:01:36.894" v="56" actId="207"/>
        <pc:sldMkLst>
          <pc:docMk/>
          <pc:sldMk cId="845402614" sldId="723"/>
        </pc:sldMkLst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845402614" sldId="723"/>
            <ac:spMk id="2" creationId="{A9A6FF77-D641-4417-92E7-11CC6238BF20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845402614" sldId="723"/>
            <ac:spMk id="3" creationId="{A77EFA22-9991-7C1F-DC5A-389A147AE744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845402614" sldId="723"/>
            <ac:spMk id="4" creationId="{189D0C8F-9DC3-6879-BBE0-3A0127FD0F9D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845402614" sldId="723"/>
            <ac:spMk id="5" creationId="{91A8ED3D-B755-43C9-BCB1-DCF495C0C9DB}"/>
          </ac:spMkLst>
        </pc:spChg>
      </pc:sldChg>
      <pc:sldChg chg="modSp mod">
        <pc:chgData name="Feist, Ella" userId="992bbaf2-811d-42cb-a4d6-e7fc45e325e8" providerId="ADAL" clId="{E649C882-C66E-4189-A342-98107057FB47}" dt="2025-05-30T12:59:04.262" v="0" actId="790"/>
        <pc:sldMkLst>
          <pc:docMk/>
          <pc:sldMk cId="773788177" sldId="1325"/>
        </pc:sldMkLst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773788177" sldId="1325"/>
            <ac:spMk id="2" creationId="{CB24ECF5-37BB-BEFC-02EA-25FBF853C59C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773788177" sldId="1325"/>
            <ac:spMk id="4" creationId="{441B5810-8C67-B742-B639-848419728702}"/>
          </ac:spMkLst>
        </pc:spChg>
        <pc:graphicFrameChg chg="modGraphic">
          <ac:chgData name="Feist, Ella" userId="992bbaf2-811d-42cb-a4d6-e7fc45e325e8" providerId="ADAL" clId="{E649C882-C66E-4189-A342-98107057FB47}" dt="2025-05-30T12:59:04.262" v="0" actId="790"/>
          <ac:graphicFrameMkLst>
            <pc:docMk/>
            <pc:sldMk cId="773788177" sldId="1325"/>
            <ac:graphicFrameMk id="6" creationId="{27EBD157-B537-C50C-1AB3-8A1A6E7629A1}"/>
          </ac:graphicFrameMkLst>
        </pc:graphicFrameChg>
      </pc:sldChg>
      <pc:sldChg chg="modSp mod">
        <pc:chgData name="Feist, Ella" userId="992bbaf2-811d-42cb-a4d6-e7fc45e325e8" providerId="ADAL" clId="{E649C882-C66E-4189-A342-98107057FB47}" dt="2025-05-30T12:59:04.262" v="0" actId="790"/>
        <pc:sldMkLst>
          <pc:docMk/>
          <pc:sldMk cId="1698393279" sldId="1326"/>
        </pc:sldMkLst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1698393279" sldId="1326"/>
            <ac:spMk id="4" creationId="{00000000-0000-0000-0000-000000000000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1698393279" sldId="1326"/>
            <ac:spMk id="6" creationId="{00000000-0000-0000-0000-000000000000}"/>
          </ac:spMkLst>
        </pc:spChg>
      </pc:sldChg>
      <pc:sldChg chg="modSp mod">
        <pc:chgData name="Feist, Ella" userId="992bbaf2-811d-42cb-a4d6-e7fc45e325e8" providerId="ADAL" clId="{E649C882-C66E-4189-A342-98107057FB47}" dt="2025-05-30T12:59:04.262" v="0" actId="790"/>
        <pc:sldMkLst>
          <pc:docMk/>
          <pc:sldMk cId="4144326412" sldId="1327"/>
        </pc:sldMkLst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4144326412" sldId="1327"/>
            <ac:spMk id="2" creationId="{4EF90D40-851B-791F-8B24-9F826FAC248A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4144326412" sldId="1327"/>
            <ac:spMk id="4" creationId="{9ED32BBC-8A3B-5FB1-DB0F-B65F461BDA2D}"/>
          </ac:spMkLst>
        </pc:spChg>
      </pc:sldChg>
      <pc:sldChg chg="modSp mod modNotes">
        <pc:chgData name="Feist, Ella" userId="992bbaf2-811d-42cb-a4d6-e7fc45e325e8" providerId="ADAL" clId="{E649C882-C66E-4189-A342-98107057FB47}" dt="2025-05-30T12:59:17.130" v="1" actId="207"/>
        <pc:sldMkLst>
          <pc:docMk/>
          <pc:sldMk cId="1392687769" sldId="1328"/>
        </pc:sldMkLst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1392687769" sldId="1328"/>
            <ac:spMk id="2" creationId="{A9A6FF77-D641-4417-92E7-11CC6238BF20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1392687769" sldId="1328"/>
            <ac:spMk id="3" creationId="{341172B6-7238-27E7-B412-709EC55FB2CD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1392687769" sldId="1328"/>
            <ac:spMk id="5" creationId="{91A8ED3D-B755-43C9-BCB1-DCF495C0C9DB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1392687769" sldId="1328"/>
            <ac:spMk id="7" creationId="{94718481-ED3F-30E4-0BCD-F6BBA86D14A5}"/>
          </ac:spMkLst>
        </pc:spChg>
      </pc:sldChg>
      <pc:sldChg chg="modSp mod modNotes">
        <pc:chgData name="Feist, Ella" userId="992bbaf2-811d-42cb-a4d6-e7fc45e325e8" providerId="ADAL" clId="{E649C882-C66E-4189-A342-98107057FB47}" dt="2025-05-30T12:59:37.543" v="13" actId="20577"/>
        <pc:sldMkLst>
          <pc:docMk/>
          <pc:sldMk cId="1727353045" sldId="1329"/>
        </pc:sldMkLst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1727353045" sldId="1329"/>
            <ac:spMk id="2" creationId="{A9A6FF77-D641-4417-92E7-11CC6238BF20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1727353045" sldId="1329"/>
            <ac:spMk id="3" creationId="{A96846F4-D700-5121-B5E0-2C194A4F2AE8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1727353045" sldId="1329"/>
            <ac:spMk id="5" creationId="{91A8ED3D-B755-43C9-BCB1-DCF495C0C9DB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1727353045" sldId="1329"/>
            <ac:spMk id="7" creationId="{94718481-ED3F-30E4-0BCD-F6BBA86D14A5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1727353045" sldId="1329"/>
            <ac:spMk id="8" creationId="{49C038C0-C309-9B0A-ABC6-0410A196066D}"/>
          </ac:spMkLst>
        </pc:spChg>
      </pc:sldChg>
      <pc:sldChg chg="modSp mod modNotes">
        <pc:chgData name="Feist, Ella" userId="992bbaf2-811d-42cb-a4d6-e7fc45e325e8" providerId="ADAL" clId="{E649C882-C66E-4189-A342-98107057FB47}" dt="2025-05-30T12:59:44.511" v="16" actId="20577"/>
        <pc:sldMkLst>
          <pc:docMk/>
          <pc:sldMk cId="2674618432" sldId="1330"/>
        </pc:sldMkLst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2674618432" sldId="1330"/>
            <ac:spMk id="2" creationId="{A9A6FF77-D641-4417-92E7-11CC6238BF20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2674618432" sldId="1330"/>
            <ac:spMk id="3" creationId="{13B66C1C-2AAB-4ED0-90D2-B2FCAAA5FB42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2674618432" sldId="1330"/>
            <ac:spMk id="5" creationId="{91A8ED3D-B755-43C9-BCB1-DCF495C0C9DB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2674618432" sldId="1330"/>
            <ac:spMk id="9" creationId="{2F5A66A4-8F98-8662-3607-0AA88DC4A255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2674618432" sldId="1330"/>
            <ac:spMk id="10" creationId="{C9587332-4610-EC76-DB4A-416525804C75}"/>
          </ac:spMkLst>
        </pc:spChg>
      </pc:sldChg>
      <pc:sldChg chg="modSp mod modNotes">
        <pc:chgData name="Feist, Ella" userId="992bbaf2-811d-42cb-a4d6-e7fc45e325e8" providerId="ADAL" clId="{E649C882-C66E-4189-A342-98107057FB47}" dt="2025-05-30T12:59:49.425" v="18" actId="207"/>
        <pc:sldMkLst>
          <pc:docMk/>
          <pc:sldMk cId="2588639112" sldId="1331"/>
        </pc:sldMkLst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2588639112" sldId="1331"/>
            <ac:spMk id="2" creationId="{A9A6FF77-D641-4417-92E7-11CC6238BF20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2588639112" sldId="1331"/>
            <ac:spMk id="4" creationId="{3AFB6982-B950-1F95-C9B7-9932E441AED0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2588639112" sldId="1331"/>
            <ac:spMk id="5" creationId="{91A8ED3D-B755-43C9-BCB1-DCF495C0C9DB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2588639112" sldId="1331"/>
            <ac:spMk id="7" creationId="{93C216FD-732D-3B7D-DB96-2BA0BF3C79ED}"/>
          </ac:spMkLst>
        </pc:spChg>
        <pc:graphicFrameChg chg="modGraphic">
          <ac:chgData name="Feist, Ella" userId="992bbaf2-811d-42cb-a4d6-e7fc45e325e8" providerId="ADAL" clId="{E649C882-C66E-4189-A342-98107057FB47}" dt="2025-05-30T12:59:04.262" v="0" actId="790"/>
          <ac:graphicFrameMkLst>
            <pc:docMk/>
            <pc:sldMk cId="2588639112" sldId="1331"/>
            <ac:graphicFrameMk id="6" creationId="{F3E956E6-C2B3-0E21-0624-D09BEF0E0864}"/>
          </ac:graphicFrameMkLst>
        </pc:graphicFrameChg>
      </pc:sldChg>
      <pc:sldChg chg="modSp mod modNotes">
        <pc:chgData name="Feist, Ella" userId="992bbaf2-811d-42cb-a4d6-e7fc45e325e8" providerId="ADAL" clId="{E649C882-C66E-4189-A342-98107057FB47}" dt="2025-05-30T13:00:03.999" v="25" actId="313"/>
        <pc:sldMkLst>
          <pc:docMk/>
          <pc:sldMk cId="3937756192" sldId="1332"/>
        </pc:sldMkLst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3937756192" sldId="1332"/>
            <ac:spMk id="2" creationId="{A9A6FF77-D641-4417-92E7-11CC6238BF20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3937756192" sldId="1332"/>
            <ac:spMk id="3" creationId="{1740D870-41F9-DA17-EBF7-1A4E9965869E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3937756192" sldId="1332"/>
            <ac:spMk id="5" creationId="{91A8ED3D-B755-43C9-BCB1-DCF495C0C9DB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3937756192" sldId="1332"/>
            <ac:spMk id="31" creationId="{73EBF5FE-9179-47BE-4C8F-CD8149CCCA26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3937756192" sldId="1332"/>
            <ac:spMk id="41" creationId="{861C75C7-0DF2-A217-B61B-DE5B01EBD221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3937756192" sldId="1332"/>
            <ac:spMk id="43" creationId="{0F29FF3A-6F9A-8114-419B-2E45D60656CF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3937756192" sldId="1332"/>
            <ac:spMk id="44" creationId="{4D05D929-6F1B-BADA-3998-C31CED19EA3F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3937756192" sldId="1332"/>
            <ac:spMk id="45" creationId="{63836119-B503-0EC3-8F5B-3654EDF26C97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3937756192" sldId="1332"/>
            <ac:spMk id="47" creationId="{21DE59E3-D070-DF49-71D5-4C1860B89926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3937756192" sldId="1332"/>
            <ac:spMk id="51" creationId="{A787AD9B-4964-1DFB-334C-5701F643EA5A}"/>
          </ac:spMkLst>
        </pc:spChg>
      </pc:sldChg>
      <pc:sldChg chg="modSp mod">
        <pc:chgData name="Feist, Ella" userId="992bbaf2-811d-42cb-a4d6-e7fc45e325e8" providerId="ADAL" clId="{E649C882-C66E-4189-A342-98107057FB47}" dt="2025-05-30T12:59:04.262" v="0" actId="790"/>
        <pc:sldMkLst>
          <pc:docMk/>
          <pc:sldMk cId="739151963" sldId="1333"/>
        </pc:sldMkLst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739151963" sldId="1333"/>
            <ac:spMk id="2" creationId="{00D65863-7E69-7807-BC29-B98330F77225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739151963" sldId="1333"/>
            <ac:spMk id="4" creationId="{9ED32BBC-8A3B-5FB1-DB0F-B65F461BDA2D}"/>
          </ac:spMkLst>
        </pc:spChg>
      </pc:sldChg>
      <pc:sldChg chg="modSp mod modNotes">
        <pc:chgData name="Feist, Ella" userId="992bbaf2-811d-42cb-a4d6-e7fc45e325e8" providerId="ADAL" clId="{E649C882-C66E-4189-A342-98107057FB47}" dt="2025-05-30T13:00:24.506" v="37" actId="20577"/>
        <pc:sldMkLst>
          <pc:docMk/>
          <pc:sldMk cId="1749591313" sldId="1334"/>
        </pc:sldMkLst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1749591313" sldId="1334"/>
            <ac:spMk id="2" creationId="{A9A6FF77-D641-4417-92E7-11CC6238BF20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1749591313" sldId="1334"/>
            <ac:spMk id="3" creationId="{1C09EAC3-0CE7-E56D-B7FB-BCA5D8ACA48B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1749591313" sldId="1334"/>
            <ac:spMk id="5" creationId="{91A8ED3D-B755-43C9-BCB1-DCF495C0C9DB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1749591313" sldId="1334"/>
            <ac:spMk id="9" creationId="{AD90588E-7AF0-627A-BA8B-0CB2C21F167C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1749591313" sldId="1334"/>
            <ac:spMk id="10" creationId="{E3BEB5B6-FC05-F4B7-0169-1A4EC8EB547D}"/>
          </ac:spMkLst>
        </pc:spChg>
      </pc:sldChg>
      <pc:sldChg chg="modSp mod modNotes">
        <pc:chgData name="Feist, Ella" userId="992bbaf2-811d-42cb-a4d6-e7fc45e325e8" providerId="ADAL" clId="{E649C882-C66E-4189-A342-98107057FB47}" dt="2025-05-30T13:00:28.437" v="38" actId="207"/>
        <pc:sldMkLst>
          <pc:docMk/>
          <pc:sldMk cId="4152184762" sldId="1335"/>
        </pc:sldMkLst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4152184762" sldId="1335"/>
            <ac:spMk id="2" creationId="{A9A6FF77-D641-4417-92E7-11CC6238BF20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4152184762" sldId="1335"/>
            <ac:spMk id="3" creationId="{0F6C445F-B297-B308-B19D-03660A773153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4152184762" sldId="1335"/>
            <ac:spMk id="5" creationId="{91A8ED3D-B755-43C9-BCB1-DCF495C0C9DB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4152184762" sldId="1335"/>
            <ac:spMk id="7" creationId="{33BC5F87-9047-07A5-A0B6-6F4A4A15C04E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4152184762" sldId="1335"/>
            <ac:spMk id="8" creationId="{D89A3895-F4F1-7E11-4CCB-249843E4C998}"/>
          </ac:spMkLst>
        </pc:spChg>
      </pc:sldChg>
      <pc:sldChg chg="modSp mod modNotes">
        <pc:chgData name="Feist, Ella" userId="992bbaf2-811d-42cb-a4d6-e7fc45e325e8" providerId="ADAL" clId="{E649C882-C66E-4189-A342-98107057FB47}" dt="2025-05-30T13:00:32.718" v="39" actId="207"/>
        <pc:sldMkLst>
          <pc:docMk/>
          <pc:sldMk cId="1276361503" sldId="1336"/>
        </pc:sldMkLst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1276361503" sldId="1336"/>
            <ac:spMk id="2" creationId="{A9A6FF77-D641-4417-92E7-11CC6238BF20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1276361503" sldId="1336"/>
            <ac:spMk id="3" creationId="{1882CFE2-1A80-23CB-EBCE-510AAED428C8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1276361503" sldId="1336"/>
            <ac:spMk id="5" creationId="{91A8ED3D-B755-43C9-BCB1-DCF495C0C9DB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1276361503" sldId="1336"/>
            <ac:spMk id="9" creationId="{D0CAF789-397E-63F2-55FC-96072D2A3FF8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1276361503" sldId="1336"/>
            <ac:spMk id="10" creationId="{D6D0770C-1759-D5BD-7C96-B89644BD47FE}"/>
          </ac:spMkLst>
        </pc:spChg>
      </pc:sldChg>
      <pc:sldChg chg="modSp mod modNotes">
        <pc:chgData name="Feist, Ella" userId="992bbaf2-811d-42cb-a4d6-e7fc45e325e8" providerId="ADAL" clId="{E649C882-C66E-4189-A342-98107057FB47}" dt="2025-05-30T13:00:44.928" v="41" actId="12"/>
        <pc:sldMkLst>
          <pc:docMk/>
          <pc:sldMk cId="3098065164" sldId="1337"/>
        </pc:sldMkLst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3098065164" sldId="1337"/>
            <ac:spMk id="3" creationId="{45AD4D5F-E7EE-7EE6-4EA1-9C159596EB05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3098065164" sldId="1337"/>
            <ac:spMk id="4" creationId="{A9A6FF77-D641-4417-92E7-11CC6238BF20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3098065164" sldId="1337"/>
            <ac:spMk id="5" creationId="{91A8ED3D-B755-43C9-BCB1-DCF495C0C9DB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3098065164" sldId="1337"/>
            <ac:spMk id="8" creationId="{A20CF339-0875-083B-2DF0-3BB39A753DF8}"/>
          </ac:spMkLst>
        </pc:spChg>
      </pc:sldChg>
      <pc:sldChg chg="modSp mod">
        <pc:chgData name="Feist, Ella" userId="992bbaf2-811d-42cb-a4d6-e7fc45e325e8" providerId="ADAL" clId="{E649C882-C66E-4189-A342-98107057FB47}" dt="2025-05-30T12:59:04.262" v="0" actId="790"/>
        <pc:sldMkLst>
          <pc:docMk/>
          <pc:sldMk cId="563263001" sldId="1338"/>
        </pc:sldMkLst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563263001" sldId="1338"/>
            <ac:spMk id="2" creationId="{C4DC11D4-80D8-190F-7337-8117402B6B42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563263001" sldId="1338"/>
            <ac:spMk id="4" creationId="{9ED32BBC-8A3B-5FB1-DB0F-B65F461BDA2D}"/>
          </ac:spMkLst>
        </pc:spChg>
      </pc:sldChg>
      <pc:sldChg chg="modSp mod modNotes">
        <pc:chgData name="Feist, Ella" userId="992bbaf2-811d-42cb-a4d6-e7fc45e325e8" providerId="ADAL" clId="{E649C882-C66E-4189-A342-98107057FB47}" dt="2025-05-30T13:01:02.360" v="46" actId="20577"/>
        <pc:sldMkLst>
          <pc:docMk/>
          <pc:sldMk cId="3053397788" sldId="1339"/>
        </pc:sldMkLst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3053397788" sldId="1339"/>
            <ac:spMk id="2" creationId="{A9A6FF77-D641-4417-92E7-11CC6238BF20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3053397788" sldId="1339"/>
            <ac:spMk id="3" creationId="{1EE91687-474D-E29B-AF55-1BE8FC50E3DC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3053397788" sldId="1339"/>
            <ac:spMk id="5" creationId="{91A8ED3D-B755-43C9-BCB1-DCF495C0C9DB}"/>
          </ac:spMkLst>
        </pc:spChg>
      </pc:sldChg>
      <pc:sldChg chg="modSp mod modNotes">
        <pc:chgData name="Feist, Ella" userId="992bbaf2-811d-42cb-a4d6-e7fc45e325e8" providerId="ADAL" clId="{E649C882-C66E-4189-A342-98107057FB47}" dt="2025-05-30T13:01:10.206" v="49" actId="14100"/>
        <pc:sldMkLst>
          <pc:docMk/>
          <pc:sldMk cId="2612574953" sldId="1340"/>
        </pc:sldMkLst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2612574953" sldId="1340"/>
            <ac:spMk id="2" creationId="{A9A6FF77-D641-4417-92E7-11CC6238BF20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2612574953" sldId="1340"/>
            <ac:spMk id="3" creationId="{DAC4D0F9-9E19-4744-8CB6-9C62E48A6F2A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2612574953" sldId="1340"/>
            <ac:spMk id="5" creationId="{91A8ED3D-B755-43C9-BCB1-DCF495C0C9DB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2612574953" sldId="1340"/>
            <ac:spMk id="7" creationId="{A3C90D67-E9A2-18F9-176D-A6D9DD5DEEC2}"/>
          </ac:spMkLst>
        </pc:spChg>
      </pc:sldChg>
      <pc:sldChg chg="modSp mod modNotes">
        <pc:chgData name="Feist, Ella" userId="992bbaf2-811d-42cb-a4d6-e7fc45e325e8" providerId="ADAL" clId="{E649C882-C66E-4189-A342-98107057FB47}" dt="2025-05-30T13:01:27.496" v="53" actId="12"/>
        <pc:sldMkLst>
          <pc:docMk/>
          <pc:sldMk cId="879863837" sldId="1341"/>
        </pc:sldMkLst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879863837" sldId="1341"/>
            <ac:spMk id="2" creationId="{A9A6FF77-D641-4417-92E7-11CC6238BF20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879863837" sldId="1341"/>
            <ac:spMk id="3" creationId="{2DD0389B-C1FC-E5E0-7C4F-1CEB851566EF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879863837" sldId="1341"/>
            <ac:spMk id="5" creationId="{91A8ED3D-B755-43C9-BCB1-DCF495C0C9DB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879863837" sldId="1341"/>
            <ac:spMk id="8" creationId="{A20CF339-0875-083B-2DF0-3BB39A753DF8}"/>
          </ac:spMkLst>
        </pc:spChg>
      </pc:sldChg>
      <pc:sldChg chg="modSp mod modNotes">
        <pc:chgData name="Feist, Ella" userId="992bbaf2-811d-42cb-a4d6-e7fc45e325e8" providerId="ADAL" clId="{E649C882-C66E-4189-A342-98107057FB47}" dt="2025-05-30T13:01:33.533" v="55" actId="20577"/>
        <pc:sldMkLst>
          <pc:docMk/>
          <pc:sldMk cId="1791970138" sldId="1342"/>
        </pc:sldMkLst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1791970138" sldId="1342"/>
            <ac:spMk id="2" creationId="{A9A6FF77-D641-4417-92E7-11CC6238BF20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1791970138" sldId="1342"/>
            <ac:spMk id="3" creationId="{A77EFA22-9991-7C1F-DC5A-389A147AE744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1791970138" sldId="1342"/>
            <ac:spMk id="4" creationId="{744B4EA1-27F0-0B74-B5C2-C6112D019B3A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1791970138" sldId="1342"/>
            <ac:spMk id="5" creationId="{91A8ED3D-B755-43C9-BCB1-DCF495C0C9DB}"/>
          </ac:spMkLst>
        </pc:spChg>
      </pc:sldChg>
      <pc:sldChg chg="modSp mod modNotes">
        <pc:chgData name="Feist, Ella" userId="992bbaf2-811d-42cb-a4d6-e7fc45e325e8" providerId="ADAL" clId="{E649C882-C66E-4189-A342-98107057FB47}" dt="2025-05-30T13:01:58.698" v="68" actId="20577"/>
        <pc:sldMkLst>
          <pc:docMk/>
          <pc:sldMk cId="2286701262" sldId="1343"/>
        </pc:sldMkLst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2286701262" sldId="1343"/>
            <ac:spMk id="4" creationId="{86806C43-41BF-EB3B-8717-17607C2DC10F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2286701262" sldId="1343"/>
            <ac:spMk id="59" creationId="{FB4B1D70-E293-9107-AAC9-EC5702781F26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2286701262" sldId="1343"/>
            <ac:spMk id="72" creationId="{85BF3572-05D5-D638-1659-BA6817C6B41E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2286701262" sldId="1343"/>
            <ac:spMk id="81" creationId="{EF6D4DA8-F2E0-6D6D-FC01-567E23B203AE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2286701262" sldId="1343"/>
            <ac:spMk id="84" creationId="{66010318-D889-34A5-BD1A-D79FCE2B88D4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2286701262" sldId="1343"/>
            <ac:spMk id="85" creationId="{9AA7DA1D-8CE4-C095-9DE8-897DE262F4B6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2286701262" sldId="1343"/>
            <ac:spMk id="86" creationId="{3754CDF9-D856-14CF-B6B1-638B4766DE73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2286701262" sldId="1343"/>
            <ac:spMk id="93" creationId="{708791F9-6BE4-E83B-9A27-E032334FEEC0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2286701262" sldId="1343"/>
            <ac:spMk id="96" creationId="{E25F9C61-36B1-F960-6A7A-58F61302DDD9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2286701262" sldId="1343"/>
            <ac:spMk id="100" creationId="{7053BCD5-476D-9EB0-482E-DB3B3EDEA1E5}"/>
          </ac:spMkLst>
        </pc:spChg>
      </pc:sldChg>
      <pc:sldChg chg="modSp mod">
        <pc:chgData name="Feist, Ella" userId="992bbaf2-811d-42cb-a4d6-e7fc45e325e8" providerId="ADAL" clId="{E649C882-C66E-4189-A342-98107057FB47}" dt="2025-05-30T12:59:04.262" v="0" actId="790"/>
        <pc:sldMkLst>
          <pc:docMk/>
          <pc:sldMk cId="1015197599" sldId="1344"/>
        </pc:sldMkLst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1015197599" sldId="1344"/>
            <ac:spMk id="2" creationId="{D7EC235F-614F-714E-A97F-4FF50EFF14FD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1015197599" sldId="1344"/>
            <ac:spMk id="4" creationId="{E9C5A723-C0B1-124B-8CB6-AA3105C9A4E6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1015197599" sldId="1344"/>
            <ac:spMk id="7" creationId="{6AACFB6C-7984-FF44-6BD7-ACC6C48E180E}"/>
          </ac:spMkLst>
        </pc:spChg>
      </pc:sldChg>
      <pc:sldChg chg="modSp mod">
        <pc:chgData name="Feist, Ella" userId="992bbaf2-811d-42cb-a4d6-e7fc45e325e8" providerId="ADAL" clId="{E649C882-C66E-4189-A342-98107057FB47}" dt="2025-05-30T12:59:04.262" v="0" actId="790"/>
        <pc:sldMkLst>
          <pc:docMk/>
          <pc:sldMk cId="1775256585" sldId="1345"/>
        </pc:sldMkLst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1775256585" sldId="1345"/>
            <ac:spMk id="2" creationId="{D7EC235F-614F-714E-A97F-4FF50EFF14FD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1775256585" sldId="1345"/>
            <ac:spMk id="4" creationId="{E9C5A723-C0B1-124B-8CB6-AA3105C9A4E6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1775256585" sldId="1345"/>
            <ac:spMk id="5" creationId="{DEE2EF33-23A1-2676-9EBC-C05ABDEEA09C}"/>
          </ac:spMkLst>
        </pc:spChg>
      </pc:sldChg>
      <pc:sldChg chg="modSp mod">
        <pc:chgData name="Feist, Ella" userId="992bbaf2-811d-42cb-a4d6-e7fc45e325e8" providerId="ADAL" clId="{E649C882-C66E-4189-A342-98107057FB47}" dt="2025-05-30T12:59:04.262" v="0" actId="790"/>
        <pc:sldMkLst>
          <pc:docMk/>
          <pc:sldMk cId="2393783348" sldId="1346"/>
        </pc:sldMkLst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2393783348" sldId="1346"/>
            <ac:spMk id="2" creationId="{F111C5DB-635E-4576-A4C3-837B7E452E1E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2393783348" sldId="1346"/>
            <ac:spMk id="3" creationId="{3B50A59D-D701-0A61-F252-8FA342EA57D7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2393783348" sldId="1346"/>
            <ac:spMk id="6" creationId="{9ECDB192-E59C-C44D-B6D5-3E31ED8088B5}"/>
          </ac:spMkLst>
        </pc:spChg>
      </pc:sldChg>
      <pc:sldChg chg="modSp mod">
        <pc:chgData name="Feist, Ella" userId="992bbaf2-811d-42cb-a4d6-e7fc45e325e8" providerId="ADAL" clId="{E649C882-C66E-4189-A342-98107057FB47}" dt="2025-05-30T12:59:04.262" v="0" actId="790"/>
        <pc:sldMkLst>
          <pc:docMk/>
          <pc:sldMk cId="3992252699" sldId="1348"/>
        </pc:sldMkLst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3992252699" sldId="1348"/>
            <ac:spMk id="5" creationId="{543CA3BA-D737-2AE6-FB0A-8FC4F9E15603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3992252699" sldId="1348"/>
            <ac:spMk id="6" creationId="{A56A5615-34FC-854E-08B5-6AD18C2A0488}"/>
          </ac:spMkLst>
        </pc:spChg>
      </pc:sldChg>
    </pc:docChg>
  </pc:docChgLst>
  <pc:docChgLst>
    <pc:chgData name="Feist, Ella" userId="992bbaf2-811d-42cb-a4d6-e7fc45e325e8" providerId="ADAL" clId="{0C5DE1BD-3011-4463-A6D4-1AA5934FA549}"/>
    <pc:docChg chg="undo redo custSel modSld delMainMaster">
      <pc:chgData name="Feist, Ella" userId="992bbaf2-811d-42cb-a4d6-e7fc45e325e8" providerId="ADAL" clId="{0C5DE1BD-3011-4463-A6D4-1AA5934FA549}" dt="2025-05-28T10:25:03.830" v="251" actId="20577"/>
      <pc:docMkLst>
        <pc:docMk/>
      </pc:docMkLst>
      <pc:sldChg chg="modSp mod">
        <pc:chgData name="Feist, Ella" userId="992bbaf2-811d-42cb-a4d6-e7fc45e325e8" providerId="ADAL" clId="{0C5DE1BD-3011-4463-A6D4-1AA5934FA549}" dt="2025-05-28T10:14:14.525" v="224" actId="20577"/>
        <pc:sldMkLst>
          <pc:docMk/>
          <pc:sldMk cId="845402614" sldId="723"/>
        </pc:sldMkLst>
        <pc:spChg chg="mod">
          <ac:chgData name="Feist, Ella" userId="992bbaf2-811d-42cb-a4d6-e7fc45e325e8" providerId="ADAL" clId="{0C5DE1BD-3011-4463-A6D4-1AA5934FA549}" dt="2025-05-28T10:14:14.525" v="224" actId="20577"/>
          <ac:spMkLst>
            <pc:docMk/>
            <pc:sldMk cId="845402614" sldId="723"/>
            <ac:spMk id="5" creationId="{91A8ED3D-B755-43C9-BCB1-DCF495C0C9DB}"/>
          </ac:spMkLst>
        </pc:spChg>
      </pc:sldChg>
      <pc:sldChg chg="modSp mod">
        <pc:chgData name="Feist, Ella" userId="992bbaf2-811d-42cb-a4d6-e7fc45e325e8" providerId="ADAL" clId="{0C5DE1BD-3011-4463-A6D4-1AA5934FA549}" dt="2025-05-28T09:58:48.887" v="12" actId="20577"/>
        <pc:sldMkLst>
          <pc:docMk/>
          <pc:sldMk cId="773788177" sldId="1325"/>
        </pc:sldMkLst>
        <pc:spChg chg="mod">
          <ac:chgData name="Feist, Ella" userId="992bbaf2-811d-42cb-a4d6-e7fc45e325e8" providerId="ADAL" clId="{0C5DE1BD-3011-4463-A6D4-1AA5934FA549}" dt="2025-05-28T09:58:13.545" v="0" actId="20577"/>
          <ac:spMkLst>
            <pc:docMk/>
            <pc:sldMk cId="773788177" sldId="1325"/>
            <ac:spMk id="4" creationId="{441B5810-8C67-B742-B639-848419728702}"/>
          </ac:spMkLst>
        </pc:spChg>
        <pc:graphicFrameChg chg="modGraphic">
          <ac:chgData name="Feist, Ella" userId="992bbaf2-811d-42cb-a4d6-e7fc45e325e8" providerId="ADAL" clId="{0C5DE1BD-3011-4463-A6D4-1AA5934FA549}" dt="2025-05-28T09:58:48.887" v="12" actId="20577"/>
          <ac:graphicFrameMkLst>
            <pc:docMk/>
            <pc:sldMk cId="773788177" sldId="1325"/>
            <ac:graphicFrameMk id="6" creationId="{27EBD157-B537-C50C-1AB3-8A1A6E7629A1}"/>
          </ac:graphicFrameMkLst>
        </pc:graphicFrameChg>
      </pc:sldChg>
      <pc:sldChg chg="modSp mod">
        <pc:chgData name="Feist, Ella" userId="992bbaf2-811d-42cb-a4d6-e7fc45e325e8" providerId="ADAL" clId="{0C5DE1BD-3011-4463-A6D4-1AA5934FA549}" dt="2025-05-28T09:58:52.599" v="13" actId="12"/>
        <pc:sldMkLst>
          <pc:docMk/>
          <pc:sldMk cId="1698393279" sldId="1326"/>
        </pc:sldMkLst>
        <pc:spChg chg="mod">
          <ac:chgData name="Feist, Ella" userId="992bbaf2-811d-42cb-a4d6-e7fc45e325e8" providerId="ADAL" clId="{0C5DE1BD-3011-4463-A6D4-1AA5934FA549}" dt="2025-05-28T09:58:52.599" v="13" actId="12"/>
          <ac:spMkLst>
            <pc:docMk/>
            <pc:sldMk cId="1698393279" sldId="1326"/>
            <ac:spMk id="6" creationId="{00000000-0000-0000-0000-000000000000}"/>
          </ac:spMkLst>
        </pc:spChg>
      </pc:sldChg>
      <pc:sldChg chg="modSp mod">
        <pc:chgData name="Feist, Ella" userId="992bbaf2-811d-42cb-a4d6-e7fc45e325e8" providerId="ADAL" clId="{0C5DE1BD-3011-4463-A6D4-1AA5934FA549}" dt="2025-05-28T09:59:17.089" v="26" actId="20577"/>
        <pc:sldMkLst>
          <pc:docMk/>
          <pc:sldMk cId="1392687769" sldId="1328"/>
        </pc:sldMkLst>
        <pc:spChg chg="mod">
          <ac:chgData name="Feist, Ella" userId="992bbaf2-811d-42cb-a4d6-e7fc45e325e8" providerId="ADAL" clId="{0C5DE1BD-3011-4463-A6D4-1AA5934FA549}" dt="2025-05-28T09:58:58.903" v="17" actId="20577"/>
          <ac:spMkLst>
            <pc:docMk/>
            <pc:sldMk cId="1392687769" sldId="1328"/>
            <ac:spMk id="3" creationId="{341172B6-7238-27E7-B412-709EC55FB2CD}"/>
          </ac:spMkLst>
        </pc:spChg>
        <pc:spChg chg="mod">
          <ac:chgData name="Feist, Ella" userId="992bbaf2-811d-42cb-a4d6-e7fc45e325e8" providerId="ADAL" clId="{0C5DE1BD-3011-4463-A6D4-1AA5934FA549}" dt="2025-05-28T09:59:17.089" v="26" actId="20577"/>
          <ac:spMkLst>
            <pc:docMk/>
            <pc:sldMk cId="1392687769" sldId="1328"/>
            <ac:spMk id="5" creationId="{91A8ED3D-B755-43C9-BCB1-DCF495C0C9DB}"/>
          </ac:spMkLst>
        </pc:spChg>
      </pc:sldChg>
      <pc:sldChg chg="modSp mod">
        <pc:chgData name="Feist, Ella" userId="992bbaf2-811d-42cb-a4d6-e7fc45e325e8" providerId="ADAL" clId="{0C5DE1BD-3011-4463-A6D4-1AA5934FA549}" dt="2025-05-28T10:00:42.095" v="78" actId="20577"/>
        <pc:sldMkLst>
          <pc:docMk/>
          <pc:sldMk cId="1727353045" sldId="1329"/>
        </pc:sldMkLst>
        <pc:spChg chg="mod">
          <ac:chgData name="Feist, Ella" userId="992bbaf2-811d-42cb-a4d6-e7fc45e325e8" providerId="ADAL" clId="{0C5DE1BD-3011-4463-A6D4-1AA5934FA549}" dt="2025-05-28T10:00:42.095" v="78" actId="20577"/>
          <ac:spMkLst>
            <pc:docMk/>
            <pc:sldMk cId="1727353045" sldId="1329"/>
            <ac:spMk id="5" creationId="{91A8ED3D-B755-43C9-BCB1-DCF495C0C9DB}"/>
          </ac:spMkLst>
        </pc:spChg>
        <pc:spChg chg="mod">
          <ac:chgData name="Feist, Ella" userId="992bbaf2-811d-42cb-a4d6-e7fc45e325e8" providerId="ADAL" clId="{0C5DE1BD-3011-4463-A6D4-1AA5934FA549}" dt="2025-05-28T09:59:28.444" v="45" actId="1036"/>
          <ac:spMkLst>
            <pc:docMk/>
            <pc:sldMk cId="1727353045" sldId="1329"/>
            <ac:spMk id="7" creationId="{94718481-ED3F-30E4-0BCD-F6BBA86D14A5}"/>
          </ac:spMkLst>
        </pc:spChg>
        <pc:spChg chg="mod">
          <ac:chgData name="Feist, Ella" userId="992bbaf2-811d-42cb-a4d6-e7fc45e325e8" providerId="ADAL" clId="{0C5DE1BD-3011-4463-A6D4-1AA5934FA549}" dt="2025-05-28T09:59:31.767" v="62" actId="1036"/>
          <ac:spMkLst>
            <pc:docMk/>
            <pc:sldMk cId="1727353045" sldId="1329"/>
            <ac:spMk id="8" creationId="{49C038C0-C309-9B0A-ABC6-0410A196066D}"/>
          </ac:spMkLst>
        </pc:spChg>
      </pc:sldChg>
      <pc:sldChg chg="modSp mod">
        <pc:chgData name="Feist, Ella" userId="992bbaf2-811d-42cb-a4d6-e7fc45e325e8" providerId="ADAL" clId="{0C5DE1BD-3011-4463-A6D4-1AA5934FA549}" dt="2025-05-28T10:00:52.115" v="82" actId="20577"/>
        <pc:sldMkLst>
          <pc:docMk/>
          <pc:sldMk cId="2674618432" sldId="1330"/>
        </pc:sldMkLst>
        <pc:spChg chg="mod">
          <ac:chgData name="Feist, Ella" userId="992bbaf2-811d-42cb-a4d6-e7fc45e325e8" providerId="ADAL" clId="{0C5DE1BD-3011-4463-A6D4-1AA5934FA549}" dt="2025-05-28T10:00:48.521" v="79"/>
          <ac:spMkLst>
            <pc:docMk/>
            <pc:sldMk cId="2674618432" sldId="1330"/>
            <ac:spMk id="3" creationId="{13B66C1C-2AAB-4ED0-90D2-B2FCAAA5FB42}"/>
          </ac:spMkLst>
        </pc:spChg>
        <pc:spChg chg="mod">
          <ac:chgData name="Feist, Ella" userId="992bbaf2-811d-42cb-a4d6-e7fc45e325e8" providerId="ADAL" clId="{0C5DE1BD-3011-4463-A6D4-1AA5934FA549}" dt="2025-05-28T10:00:52.115" v="82" actId="20577"/>
          <ac:spMkLst>
            <pc:docMk/>
            <pc:sldMk cId="2674618432" sldId="1330"/>
            <ac:spMk id="5" creationId="{91A8ED3D-B755-43C9-BCB1-DCF495C0C9DB}"/>
          </ac:spMkLst>
        </pc:spChg>
      </pc:sldChg>
      <pc:sldChg chg="modSp mod">
        <pc:chgData name="Feist, Ella" userId="992bbaf2-811d-42cb-a4d6-e7fc45e325e8" providerId="ADAL" clId="{0C5DE1BD-3011-4463-A6D4-1AA5934FA549}" dt="2025-05-28T10:01:52.523" v="118" actId="108"/>
        <pc:sldMkLst>
          <pc:docMk/>
          <pc:sldMk cId="2588639112" sldId="1331"/>
        </pc:sldMkLst>
        <pc:spChg chg="mod">
          <ac:chgData name="Feist, Ella" userId="992bbaf2-811d-42cb-a4d6-e7fc45e325e8" providerId="ADAL" clId="{0C5DE1BD-3011-4463-A6D4-1AA5934FA549}" dt="2025-05-28T10:00:56.917" v="83"/>
          <ac:spMkLst>
            <pc:docMk/>
            <pc:sldMk cId="2588639112" sldId="1331"/>
            <ac:spMk id="4" creationId="{3AFB6982-B950-1F95-C9B7-9932E441AED0}"/>
          </ac:spMkLst>
        </pc:spChg>
        <pc:spChg chg="mod">
          <ac:chgData name="Feist, Ella" userId="992bbaf2-811d-42cb-a4d6-e7fc45e325e8" providerId="ADAL" clId="{0C5DE1BD-3011-4463-A6D4-1AA5934FA549}" dt="2025-05-28T10:01:52.523" v="118" actId="108"/>
          <ac:spMkLst>
            <pc:docMk/>
            <pc:sldMk cId="2588639112" sldId="1331"/>
            <ac:spMk id="5" creationId="{91A8ED3D-B755-43C9-BCB1-DCF495C0C9DB}"/>
          </ac:spMkLst>
        </pc:spChg>
        <pc:spChg chg="mod">
          <ac:chgData name="Feist, Ella" userId="992bbaf2-811d-42cb-a4d6-e7fc45e325e8" providerId="ADAL" clId="{0C5DE1BD-3011-4463-A6D4-1AA5934FA549}" dt="2025-05-28T10:01:06.726" v="104" actId="1036"/>
          <ac:spMkLst>
            <pc:docMk/>
            <pc:sldMk cId="2588639112" sldId="1331"/>
            <ac:spMk id="7" creationId="{93C216FD-732D-3B7D-DB96-2BA0BF3C79ED}"/>
          </ac:spMkLst>
        </pc:spChg>
        <pc:graphicFrameChg chg="mod modGraphic">
          <ac:chgData name="Feist, Ella" userId="992bbaf2-811d-42cb-a4d6-e7fc45e325e8" providerId="ADAL" clId="{0C5DE1BD-3011-4463-A6D4-1AA5934FA549}" dt="2025-05-28T10:01:39.710" v="112" actId="1076"/>
          <ac:graphicFrameMkLst>
            <pc:docMk/>
            <pc:sldMk cId="2588639112" sldId="1331"/>
            <ac:graphicFrameMk id="6" creationId="{F3E956E6-C2B3-0E21-0624-D09BEF0E0864}"/>
          </ac:graphicFrameMkLst>
        </pc:graphicFrameChg>
      </pc:sldChg>
      <pc:sldChg chg="modSp mod">
        <pc:chgData name="Feist, Ella" userId="992bbaf2-811d-42cb-a4d6-e7fc45e325e8" providerId="ADAL" clId="{0C5DE1BD-3011-4463-A6D4-1AA5934FA549}" dt="2025-05-28T10:02:36.101" v="132" actId="14100"/>
        <pc:sldMkLst>
          <pc:docMk/>
          <pc:sldMk cId="3937756192" sldId="1332"/>
        </pc:sldMkLst>
        <pc:spChg chg="mod">
          <ac:chgData name="Feist, Ella" userId="992bbaf2-811d-42cb-a4d6-e7fc45e325e8" providerId="ADAL" clId="{0C5DE1BD-3011-4463-A6D4-1AA5934FA549}" dt="2025-05-28T10:01:57.793" v="119"/>
          <ac:spMkLst>
            <pc:docMk/>
            <pc:sldMk cId="3937756192" sldId="1332"/>
            <ac:spMk id="3" creationId="{1740D870-41F9-DA17-EBF7-1A4E9965869E}"/>
          </ac:spMkLst>
        </pc:spChg>
        <pc:spChg chg="mod">
          <ac:chgData name="Feist, Ella" userId="992bbaf2-811d-42cb-a4d6-e7fc45e325e8" providerId="ADAL" clId="{0C5DE1BD-3011-4463-A6D4-1AA5934FA549}" dt="2025-05-28T10:02:36.101" v="132" actId="14100"/>
          <ac:spMkLst>
            <pc:docMk/>
            <pc:sldMk cId="3937756192" sldId="1332"/>
            <ac:spMk id="5" creationId="{91A8ED3D-B755-43C9-BCB1-DCF495C0C9DB}"/>
          </ac:spMkLst>
        </pc:spChg>
      </pc:sldChg>
      <pc:sldChg chg="modSp mod">
        <pc:chgData name="Feist, Ella" userId="992bbaf2-811d-42cb-a4d6-e7fc45e325e8" providerId="ADAL" clId="{0C5DE1BD-3011-4463-A6D4-1AA5934FA549}" dt="2025-05-28T10:02:46.440" v="133" actId="20577"/>
        <pc:sldMkLst>
          <pc:docMk/>
          <pc:sldMk cId="739151963" sldId="1333"/>
        </pc:sldMkLst>
        <pc:spChg chg="mod">
          <ac:chgData name="Feist, Ella" userId="992bbaf2-811d-42cb-a4d6-e7fc45e325e8" providerId="ADAL" clId="{0C5DE1BD-3011-4463-A6D4-1AA5934FA549}" dt="2025-05-28T10:02:46.440" v="133" actId="20577"/>
          <ac:spMkLst>
            <pc:docMk/>
            <pc:sldMk cId="739151963" sldId="1333"/>
            <ac:spMk id="4" creationId="{9ED32BBC-8A3B-5FB1-DB0F-B65F461BDA2D}"/>
          </ac:spMkLst>
        </pc:spChg>
      </pc:sldChg>
      <pc:sldChg chg="modSp mod">
        <pc:chgData name="Feist, Ella" userId="992bbaf2-811d-42cb-a4d6-e7fc45e325e8" providerId="ADAL" clId="{0C5DE1BD-3011-4463-A6D4-1AA5934FA549}" dt="2025-05-28T10:04:33.307" v="147" actId="108"/>
        <pc:sldMkLst>
          <pc:docMk/>
          <pc:sldMk cId="1749591313" sldId="1334"/>
        </pc:sldMkLst>
        <pc:spChg chg="mod">
          <ac:chgData name="Feist, Ella" userId="992bbaf2-811d-42cb-a4d6-e7fc45e325e8" providerId="ADAL" clId="{0C5DE1BD-3011-4463-A6D4-1AA5934FA549}" dt="2025-05-28T10:04:33.307" v="147" actId="108"/>
          <ac:spMkLst>
            <pc:docMk/>
            <pc:sldMk cId="1749591313" sldId="1334"/>
            <ac:spMk id="5" creationId="{91A8ED3D-B755-43C9-BCB1-DCF495C0C9DB}"/>
          </ac:spMkLst>
        </pc:spChg>
      </pc:sldChg>
      <pc:sldChg chg="modSp mod">
        <pc:chgData name="Feist, Ella" userId="992bbaf2-811d-42cb-a4d6-e7fc45e325e8" providerId="ADAL" clId="{0C5DE1BD-3011-4463-A6D4-1AA5934FA549}" dt="2025-05-28T10:05:04.090" v="162" actId="948"/>
        <pc:sldMkLst>
          <pc:docMk/>
          <pc:sldMk cId="4152184762" sldId="1335"/>
        </pc:sldMkLst>
        <pc:spChg chg="mod">
          <ac:chgData name="Feist, Ella" userId="992bbaf2-811d-42cb-a4d6-e7fc45e325e8" providerId="ADAL" clId="{0C5DE1BD-3011-4463-A6D4-1AA5934FA549}" dt="2025-05-28T10:04:38.386" v="148" actId="20577"/>
          <ac:spMkLst>
            <pc:docMk/>
            <pc:sldMk cId="4152184762" sldId="1335"/>
            <ac:spMk id="3" creationId="{0F6C445F-B297-B308-B19D-03660A773153}"/>
          </ac:spMkLst>
        </pc:spChg>
        <pc:spChg chg="mod">
          <ac:chgData name="Feist, Ella" userId="992bbaf2-811d-42cb-a4d6-e7fc45e325e8" providerId="ADAL" clId="{0C5DE1BD-3011-4463-A6D4-1AA5934FA549}" dt="2025-05-28T10:05:04.090" v="162" actId="948"/>
          <ac:spMkLst>
            <pc:docMk/>
            <pc:sldMk cId="4152184762" sldId="1335"/>
            <ac:spMk id="5" creationId="{91A8ED3D-B755-43C9-BCB1-DCF495C0C9DB}"/>
          </ac:spMkLst>
        </pc:spChg>
      </pc:sldChg>
      <pc:sldChg chg="modSp mod">
        <pc:chgData name="Feist, Ella" userId="992bbaf2-811d-42cb-a4d6-e7fc45e325e8" providerId="ADAL" clId="{0C5DE1BD-3011-4463-A6D4-1AA5934FA549}" dt="2025-05-28T10:05:30.315" v="175" actId="20577"/>
        <pc:sldMkLst>
          <pc:docMk/>
          <pc:sldMk cId="1276361503" sldId="1336"/>
        </pc:sldMkLst>
        <pc:spChg chg="mod">
          <ac:chgData name="Feist, Ella" userId="992bbaf2-811d-42cb-a4d6-e7fc45e325e8" providerId="ADAL" clId="{0C5DE1BD-3011-4463-A6D4-1AA5934FA549}" dt="2025-05-28T10:05:10.192" v="163"/>
          <ac:spMkLst>
            <pc:docMk/>
            <pc:sldMk cId="1276361503" sldId="1336"/>
            <ac:spMk id="3" creationId="{1882CFE2-1A80-23CB-EBCE-510AAED428C8}"/>
          </ac:spMkLst>
        </pc:spChg>
        <pc:spChg chg="mod">
          <ac:chgData name="Feist, Ella" userId="992bbaf2-811d-42cb-a4d6-e7fc45e325e8" providerId="ADAL" clId="{0C5DE1BD-3011-4463-A6D4-1AA5934FA549}" dt="2025-05-28T10:05:30.315" v="175" actId="20577"/>
          <ac:spMkLst>
            <pc:docMk/>
            <pc:sldMk cId="1276361503" sldId="1336"/>
            <ac:spMk id="5" creationId="{91A8ED3D-B755-43C9-BCB1-DCF495C0C9DB}"/>
          </ac:spMkLst>
        </pc:spChg>
      </pc:sldChg>
      <pc:sldChg chg="modSp mod">
        <pc:chgData name="Feist, Ella" userId="992bbaf2-811d-42cb-a4d6-e7fc45e325e8" providerId="ADAL" clId="{0C5DE1BD-3011-4463-A6D4-1AA5934FA549}" dt="2025-05-28T10:05:48.922" v="181" actId="20577"/>
        <pc:sldMkLst>
          <pc:docMk/>
          <pc:sldMk cId="3098065164" sldId="1337"/>
        </pc:sldMkLst>
        <pc:spChg chg="mod">
          <ac:chgData name="Feist, Ella" userId="992bbaf2-811d-42cb-a4d6-e7fc45e325e8" providerId="ADAL" clId="{0C5DE1BD-3011-4463-A6D4-1AA5934FA549}" dt="2025-05-28T10:05:35.529" v="177" actId="20577"/>
          <ac:spMkLst>
            <pc:docMk/>
            <pc:sldMk cId="3098065164" sldId="1337"/>
            <ac:spMk id="3" creationId="{45AD4D5F-E7EE-7EE6-4EA1-9C159596EB05}"/>
          </ac:spMkLst>
        </pc:spChg>
        <pc:spChg chg="mod">
          <ac:chgData name="Feist, Ella" userId="992bbaf2-811d-42cb-a4d6-e7fc45e325e8" providerId="ADAL" clId="{0C5DE1BD-3011-4463-A6D4-1AA5934FA549}" dt="2025-05-28T10:05:48.922" v="181" actId="20577"/>
          <ac:spMkLst>
            <pc:docMk/>
            <pc:sldMk cId="3098065164" sldId="1337"/>
            <ac:spMk id="5" creationId="{91A8ED3D-B755-43C9-BCB1-DCF495C0C9DB}"/>
          </ac:spMkLst>
        </pc:spChg>
      </pc:sldChg>
      <pc:sldChg chg="modSp mod modClrScheme chgLayout">
        <pc:chgData name="Feist, Ella" userId="992bbaf2-811d-42cb-a4d6-e7fc45e325e8" providerId="ADAL" clId="{0C5DE1BD-3011-4463-A6D4-1AA5934FA549}" dt="2025-05-28T10:07:48.148" v="205" actId="20577"/>
        <pc:sldMkLst>
          <pc:docMk/>
          <pc:sldMk cId="3053397788" sldId="1339"/>
        </pc:sldMkLst>
        <pc:spChg chg="mod ord">
          <ac:chgData name="Feist, Ella" userId="992bbaf2-811d-42cb-a4d6-e7fc45e325e8" providerId="ADAL" clId="{0C5DE1BD-3011-4463-A6D4-1AA5934FA549}" dt="2025-05-28T10:07:23.285" v="191" actId="700"/>
          <ac:spMkLst>
            <pc:docMk/>
            <pc:sldMk cId="3053397788" sldId="1339"/>
            <ac:spMk id="2" creationId="{A9A6FF77-D641-4417-92E7-11CC6238BF20}"/>
          </ac:spMkLst>
        </pc:spChg>
        <pc:spChg chg="mod ord">
          <ac:chgData name="Feist, Ella" userId="992bbaf2-811d-42cb-a4d6-e7fc45e325e8" providerId="ADAL" clId="{0C5DE1BD-3011-4463-A6D4-1AA5934FA549}" dt="2025-05-28T10:07:23.285" v="191" actId="700"/>
          <ac:spMkLst>
            <pc:docMk/>
            <pc:sldMk cId="3053397788" sldId="1339"/>
            <ac:spMk id="3" creationId="{1EE91687-474D-E29B-AF55-1BE8FC50E3DC}"/>
          </ac:spMkLst>
        </pc:spChg>
        <pc:spChg chg="mod ord">
          <ac:chgData name="Feist, Ella" userId="992bbaf2-811d-42cb-a4d6-e7fc45e325e8" providerId="ADAL" clId="{0C5DE1BD-3011-4463-A6D4-1AA5934FA549}" dt="2025-05-28T10:07:48.148" v="205" actId="20577"/>
          <ac:spMkLst>
            <pc:docMk/>
            <pc:sldMk cId="3053397788" sldId="1339"/>
            <ac:spMk id="5" creationId="{91A8ED3D-B755-43C9-BCB1-DCF495C0C9DB}"/>
          </ac:spMkLst>
        </pc:spChg>
      </pc:sldChg>
      <pc:sldChg chg="modSp mod">
        <pc:chgData name="Feist, Ella" userId="992bbaf2-811d-42cb-a4d6-e7fc45e325e8" providerId="ADAL" clId="{0C5DE1BD-3011-4463-A6D4-1AA5934FA549}" dt="2025-05-28T10:08:00.456" v="208" actId="20577"/>
        <pc:sldMkLst>
          <pc:docMk/>
          <pc:sldMk cId="2612574953" sldId="1340"/>
        </pc:sldMkLst>
        <pc:spChg chg="mod">
          <ac:chgData name="Feist, Ella" userId="992bbaf2-811d-42cb-a4d6-e7fc45e325e8" providerId="ADAL" clId="{0C5DE1BD-3011-4463-A6D4-1AA5934FA549}" dt="2025-05-28T10:07:53.491" v="206" actId="20577"/>
          <ac:spMkLst>
            <pc:docMk/>
            <pc:sldMk cId="2612574953" sldId="1340"/>
            <ac:spMk id="3" creationId="{DAC4D0F9-9E19-4744-8CB6-9C62E48A6F2A}"/>
          </ac:spMkLst>
        </pc:spChg>
        <pc:spChg chg="mod">
          <ac:chgData name="Feist, Ella" userId="992bbaf2-811d-42cb-a4d6-e7fc45e325e8" providerId="ADAL" clId="{0C5DE1BD-3011-4463-A6D4-1AA5934FA549}" dt="2025-05-28T10:08:00.456" v="208" actId="20577"/>
          <ac:spMkLst>
            <pc:docMk/>
            <pc:sldMk cId="2612574953" sldId="1340"/>
            <ac:spMk id="5" creationId="{91A8ED3D-B755-43C9-BCB1-DCF495C0C9DB}"/>
          </ac:spMkLst>
        </pc:spChg>
      </pc:sldChg>
      <pc:sldChg chg="modSp mod">
        <pc:chgData name="Feist, Ella" userId="992bbaf2-811d-42cb-a4d6-e7fc45e325e8" providerId="ADAL" clId="{0C5DE1BD-3011-4463-A6D4-1AA5934FA549}" dt="2025-05-28T10:08:05.120" v="209" actId="20577"/>
        <pc:sldMkLst>
          <pc:docMk/>
          <pc:sldMk cId="879863837" sldId="1341"/>
        </pc:sldMkLst>
        <pc:spChg chg="mod">
          <ac:chgData name="Feist, Ella" userId="992bbaf2-811d-42cb-a4d6-e7fc45e325e8" providerId="ADAL" clId="{0C5DE1BD-3011-4463-A6D4-1AA5934FA549}" dt="2025-05-28T10:08:05.120" v="209" actId="20577"/>
          <ac:spMkLst>
            <pc:docMk/>
            <pc:sldMk cId="879863837" sldId="1341"/>
            <ac:spMk id="3" creationId="{2DD0389B-C1FC-E5E0-7C4F-1CEB851566EF}"/>
          </ac:spMkLst>
        </pc:spChg>
      </pc:sldChg>
      <pc:sldChg chg="modSp mod">
        <pc:chgData name="Feist, Ella" userId="992bbaf2-811d-42cb-a4d6-e7fc45e325e8" providerId="ADAL" clId="{0C5DE1BD-3011-4463-A6D4-1AA5934FA549}" dt="2025-05-28T10:13:44.604" v="215" actId="20577"/>
        <pc:sldMkLst>
          <pc:docMk/>
          <pc:sldMk cId="1791970138" sldId="1342"/>
        </pc:sldMkLst>
        <pc:spChg chg="mod">
          <ac:chgData name="Feist, Ella" userId="992bbaf2-811d-42cb-a4d6-e7fc45e325e8" providerId="ADAL" clId="{0C5DE1BD-3011-4463-A6D4-1AA5934FA549}" dt="2025-05-28T10:13:20.266" v="210" actId="20577"/>
          <ac:spMkLst>
            <pc:docMk/>
            <pc:sldMk cId="1791970138" sldId="1342"/>
            <ac:spMk id="4" creationId="{744B4EA1-27F0-0B74-B5C2-C6112D019B3A}"/>
          </ac:spMkLst>
        </pc:spChg>
        <pc:spChg chg="mod">
          <ac:chgData name="Feist, Ella" userId="992bbaf2-811d-42cb-a4d6-e7fc45e325e8" providerId="ADAL" clId="{0C5DE1BD-3011-4463-A6D4-1AA5934FA549}" dt="2025-05-28T10:13:44.604" v="215" actId="20577"/>
          <ac:spMkLst>
            <pc:docMk/>
            <pc:sldMk cId="1791970138" sldId="1342"/>
            <ac:spMk id="5" creationId="{91A8ED3D-B755-43C9-BCB1-DCF495C0C9DB}"/>
          </ac:spMkLst>
        </pc:spChg>
      </pc:sldChg>
      <pc:sldChg chg="modSp mod">
        <pc:chgData name="Feist, Ella" userId="992bbaf2-811d-42cb-a4d6-e7fc45e325e8" providerId="ADAL" clId="{0C5DE1BD-3011-4463-A6D4-1AA5934FA549}" dt="2025-05-28T10:21:03.424" v="227" actId="20577"/>
        <pc:sldMkLst>
          <pc:docMk/>
          <pc:sldMk cId="2286701262" sldId="1343"/>
        </pc:sldMkLst>
        <pc:spChg chg="mod">
          <ac:chgData name="Feist, Ella" userId="992bbaf2-811d-42cb-a4d6-e7fc45e325e8" providerId="ADAL" clId="{0C5DE1BD-3011-4463-A6D4-1AA5934FA549}" dt="2025-05-28T10:21:03.424" v="227" actId="20577"/>
          <ac:spMkLst>
            <pc:docMk/>
            <pc:sldMk cId="2286701262" sldId="1343"/>
            <ac:spMk id="5" creationId="{91A8ED3D-B755-43C9-BCB1-DCF495C0C9DB}"/>
          </ac:spMkLst>
        </pc:spChg>
      </pc:sldChg>
      <pc:sldChg chg="delSp modSp mod modClrScheme chgLayout">
        <pc:chgData name="Feist, Ella" userId="992bbaf2-811d-42cb-a4d6-e7fc45e325e8" providerId="ADAL" clId="{0C5DE1BD-3011-4463-A6D4-1AA5934FA549}" dt="2025-05-28T10:21:19.291" v="238" actId="700"/>
        <pc:sldMkLst>
          <pc:docMk/>
          <pc:sldMk cId="1015197599" sldId="1344"/>
        </pc:sldMkLst>
        <pc:spChg chg="mod ord">
          <ac:chgData name="Feist, Ella" userId="992bbaf2-811d-42cb-a4d6-e7fc45e325e8" providerId="ADAL" clId="{0C5DE1BD-3011-4463-A6D4-1AA5934FA549}" dt="2025-05-28T10:21:19.291" v="238" actId="700"/>
          <ac:spMkLst>
            <pc:docMk/>
            <pc:sldMk cId="1015197599" sldId="1344"/>
            <ac:spMk id="2" creationId="{D7EC235F-614F-714E-A97F-4FF50EFF14FD}"/>
          </ac:spMkLst>
        </pc:spChg>
        <pc:spChg chg="mod ord">
          <ac:chgData name="Feist, Ella" userId="992bbaf2-811d-42cb-a4d6-e7fc45e325e8" providerId="ADAL" clId="{0C5DE1BD-3011-4463-A6D4-1AA5934FA549}" dt="2025-05-28T10:21:19.291" v="238" actId="700"/>
          <ac:spMkLst>
            <pc:docMk/>
            <pc:sldMk cId="1015197599" sldId="1344"/>
            <ac:spMk id="4" creationId="{E9C5A723-C0B1-124B-8CB6-AA3105C9A4E6}"/>
          </ac:spMkLst>
        </pc:spChg>
        <pc:spChg chg="mod ord">
          <ac:chgData name="Feist, Ella" userId="992bbaf2-811d-42cb-a4d6-e7fc45e325e8" providerId="ADAL" clId="{0C5DE1BD-3011-4463-A6D4-1AA5934FA549}" dt="2025-05-28T10:21:19.291" v="238" actId="700"/>
          <ac:spMkLst>
            <pc:docMk/>
            <pc:sldMk cId="1015197599" sldId="1344"/>
            <ac:spMk id="7" creationId="{6AACFB6C-7984-FF44-6BD7-ACC6C48E180E}"/>
          </ac:spMkLst>
        </pc:spChg>
      </pc:sldChg>
      <pc:sldChg chg="addSp delSp modSp mod chgLayout">
        <pc:chgData name="Feist, Ella" userId="992bbaf2-811d-42cb-a4d6-e7fc45e325e8" providerId="ADAL" clId="{0C5DE1BD-3011-4463-A6D4-1AA5934FA549}" dt="2025-05-28T10:24:51.853" v="246" actId="478"/>
        <pc:sldMkLst>
          <pc:docMk/>
          <pc:sldMk cId="1775256585" sldId="1345"/>
        </pc:sldMkLst>
        <pc:spChg chg="mod ord">
          <ac:chgData name="Feist, Ella" userId="992bbaf2-811d-42cb-a4d6-e7fc45e325e8" providerId="ADAL" clId="{0C5DE1BD-3011-4463-A6D4-1AA5934FA549}" dt="2025-05-28T10:24:42.573" v="241" actId="6264"/>
          <ac:spMkLst>
            <pc:docMk/>
            <pc:sldMk cId="1775256585" sldId="1345"/>
            <ac:spMk id="2" creationId="{D7EC235F-614F-714E-A97F-4FF50EFF14FD}"/>
          </ac:spMkLst>
        </pc:spChg>
        <pc:spChg chg="mod ord">
          <ac:chgData name="Feist, Ella" userId="992bbaf2-811d-42cb-a4d6-e7fc45e325e8" providerId="ADAL" clId="{0C5DE1BD-3011-4463-A6D4-1AA5934FA549}" dt="2025-05-28T10:24:50.162" v="245" actId="20577"/>
          <ac:spMkLst>
            <pc:docMk/>
            <pc:sldMk cId="1775256585" sldId="1345"/>
            <ac:spMk id="4" creationId="{E9C5A723-C0B1-124B-8CB6-AA3105C9A4E6}"/>
          </ac:spMkLst>
        </pc:spChg>
        <pc:spChg chg="mod ord">
          <ac:chgData name="Feist, Ella" userId="992bbaf2-811d-42cb-a4d6-e7fc45e325e8" providerId="ADAL" clId="{0C5DE1BD-3011-4463-A6D4-1AA5934FA549}" dt="2025-05-28T10:24:44.320" v="242" actId="20577"/>
          <ac:spMkLst>
            <pc:docMk/>
            <pc:sldMk cId="1775256585" sldId="1345"/>
            <ac:spMk id="5" creationId="{DEE2EF33-23A1-2676-9EBC-C05ABDEEA09C}"/>
          </ac:spMkLst>
        </pc:spChg>
      </pc:sldChg>
      <pc:sldChg chg="modSp mod modClrScheme chgLayout">
        <pc:chgData name="Feist, Ella" userId="992bbaf2-811d-42cb-a4d6-e7fc45e325e8" providerId="ADAL" clId="{0C5DE1BD-3011-4463-A6D4-1AA5934FA549}" dt="2025-05-28T10:25:03.830" v="251" actId="20577"/>
        <pc:sldMkLst>
          <pc:docMk/>
          <pc:sldMk cId="2393783348" sldId="1346"/>
        </pc:sldMkLst>
        <pc:spChg chg="mod ord">
          <ac:chgData name="Feist, Ella" userId="992bbaf2-811d-42cb-a4d6-e7fc45e325e8" providerId="ADAL" clId="{0C5DE1BD-3011-4463-A6D4-1AA5934FA549}" dt="2025-05-28T10:24:55.195" v="247" actId="700"/>
          <ac:spMkLst>
            <pc:docMk/>
            <pc:sldMk cId="2393783348" sldId="1346"/>
            <ac:spMk id="2" creationId="{F111C5DB-635E-4576-A4C3-837B7E452E1E}"/>
          </ac:spMkLst>
        </pc:spChg>
        <pc:spChg chg="mod ord">
          <ac:chgData name="Feist, Ella" userId="992bbaf2-811d-42cb-a4d6-e7fc45e325e8" providerId="ADAL" clId="{0C5DE1BD-3011-4463-A6D4-1AA5934FA549}" dt="2025-05-28T10:24:55.195" v="247" actId="700"/>
          <ac:spMkLst>
            <pc:docMk/>
            <pc:sldMk cId="2393783348" sldId="1346"/>
            <ac:spMk id="3" creationId="{3B50A59D-D701-0A61-F252-8FA342EA57D7}"/>
          </ac:spMkLst>
        </pc:spChg>
        <pc:spChg chg="mod ord">
          <ac:chgData name="Feist, Ella" userId="992bbaf2-811d-42cb-a4d6-e7fc45e325e8" providerId="ADAL" clId="{0C5DE1BD-3011-4463-A6D4-1AA5934FA549}" dt="2025-05-28T10:25:03.830" v="251" actId="20577"/>
          <ac:spMkLst>
            <pc:docMk/>
            <pc:sldMk cId="2393783348" sldId="1346"/>
            <ac:spMk id="6" creationId="{9ECDB192-E59C-C44D-B6D5-3E31ED8088B5}"/>
          </ac:spMkLst>
        </pc:spChg>
      </pc:sldChg>
      <pc:sldChg chg="modSp mod">
        <pc:chgData name="Feist, Ella" userId="992bbaf2-811d-42cb-a4d6-e7fc45e325e8" providerId="ADAL" clId="{0C5DE1BD-3011-4463-A6D4-1AA5934FA549}" dt="2025-05-28T10:21:08.763" v="234" actId="6549"/>
        <pc:sldMkLst>
          <pc:docMk/>
          <pc:sldMk cId="3992252699" sldId="1348"/>
        </pc:sldMkLst>
        <pc:spChg chg="mod">
          <ac:chgData name="Feist, Ella" userId="992bbaf2-811d-42cb-a4d6-e7fc45e325e8" providerId="ADAL" clId="{0C5DE1BD-3011-4463-A6D4-1AA5934FA549}" dt="2025-05-28T10:21:08.763" v="234" actId="6549"/>
          <ac:spMkLst>
            <pc:docMk/>
            <pc:sldMk cId="3992252699" sldId="1348"/>
            <ac:spMk id="5" creationId="{543CA3BA-D737-2AE6-FB0A-8FC4F9E15603}"/>
          </ac:spMkLst>
        </pc:spChg>
      </pc:sldChg>
      <pc:sldMasterChg chg="del delSldLayout">
        <pc:chgData name="Feist, Ella" userId="992bbaf2-811d-42cb-a4d6-e7fc45e325e8" providerId="ADAL" clId="{0C5DE1BD-3011-4463-A6D4-1AA5934FA549}" dt="2025-05-28T09:58:24.285" v="1"/>
        <pc:sldMasterMkLst>
          <pc:docMk/>
          <pc:sldMasterMk cId="2217866481" sldId="2147483660"/>
        </pc:sldMasterMkLst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2217866481" sldId="2147483660"/>
            <pc:sldLayoutMk cId="1785230785" sldId="2147483777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2217866481" sldId="2147483660"/>
            <pc:sldLayoutMk cId="3151091117" sldId="2147483780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2217866481" sldId="2147483660"/>
            <pc:sldLayoutMk cId="2670422055" sldId="2147483781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2217866481" sldId="2147483660"/>
            <pc:sldLayoutMk cId="3910812132" sldId="2147483786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2217866481" sldId="2147483660"/>
            <pc:sldLayoutMk cId="3389854272" sldId="2147483788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2217866481" sldId="2147483660"/>
            <pc:sldLayoutMk cId="844404885" sldId="2147483796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2217866481" sldId="2147483660"/>
            <pc:sldLayoutMk cId="2238072026" sldId="2147483797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2217866481" sldId="2147483660"/>
            <pc:sldLayoutMk cId="2785161596" sldId="2147483798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2217866481" sldId="2147483660"/>
            <pc:sldLayoutMk cId="1958520897" sldId="2147483872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2217866481" sldId="2147483660"/>
            <pc:sldLayoutMk cId="472251335" sldId="2147483873"/>
          </pc:sldLayoutMkLst>
        </pc:sldLayoutChg>
      </pc:sldMasterChg>
      <pc:sldMasterChg chg="del delSldLayout">
        <pc:chgData name="Feist, Ella" userId="992bbaf2-811d-42cb-a4d6-e7fc45e325e8" providerId="ADAL" clId="{0C5DE1BD-3011-4463-A6D4-1AA5934FA549}" dt="2025-05-28T09:58:24.285" v="1"/>
        <pc:sldMasterMkLst>
          <pc:docMk/>
          <pc:sldMasterMk cId="1433300368" sldId="2147483799"/>
        </pc:sldMasterMkLst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1433300368" sldId="2147483799"/>
            <pc:sldLayoutMk cId="1527291370" sldId="2147483818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1433300368" sldId="2147483799"/>
            <pc:sldLayoutMk cId="3562340024" sldId="2147483819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1433300368" sldId="2147483799"/>
            <pc:sldLayoutMk cId="520181862" sldId="2147483820"/>
          </pc:sldLayoutMkLst>
        </pc:sldLayoutChg>
      </pc:sldMasterChg>
      <pc:sldMasterChg chg="del delSldLayout">
        <pc:chgData name="Feist, Ella" userId="992bbaf2-811d-42cb-a4d6-e7fc45e325e8" providerId="ADAL" clId="{0C5DE1BD-3011-4463-A6D4-1AA5934FA549}" dt="2025-05-28T09:58:24.285" v="1"/>
        <pc:sldMasterMkLst>
          <pc:docMk/>
          <pc:sldMasterMk cId="4045664613" sldId="2147483821"/>
        </pc:sldMasterMkLst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4045664613" sldId="2147483821"/>
            <pc:sldLayoutMk cId="1659487629" sldId="2147483822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4045664613" sldId="2147483821"/>
            <pc:sldLayoutMk cId="3209770388" sldId="2147483823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4045664613" sldId="2147483821"/>
            <pc:sldLayoutMk cId="2989585299" sldId="2147483824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4045664613" sldId="2147483821"/>
            <pc:sldLayoutMk cId="771702010" sldId="2147483825"/>
          </pc:sldLayoutMkLst>
        </pc:sldLayoutChg>
      </pc:sldMasterChg>
      <pc:sldMasterChg chg="del delSldLayout">
        <pc:chgData name="Feist, Ella" userId="992bbaf2-811d-42cb-a4d6-e7fc45e325e8" providerId="ADAL" clId="{0C5DE1BD-3011-4463-A6D4-1AA5934FA549}" dt="2025-05-28T09:58:24.285" v="1"/>
        <pc:sldMasterMkLst>
          <pc:docMk/>
          <pc:sldMasterMk cId="3391850710" sldId="2147483826"/>
        </pc:sldMasterMkLst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3391850710" sldId="2147483826"/>
            <pc:sldLayoutMk cId="186167143" sldId="2147483827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3391850710" sldId="2147483826"/>
            <pc:sldLayoutMk cId="4273777609" sldId="2147483828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3391850710" sldId="2147483826"/>
            <pc:sldLayoutMk cId="928190420" sldId="2147483829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3391850710" sldId="2147483826"/>
            <pc:sldLayoutMk cId="778525727" sldId="2147483830"/>
          </pc:sldLayoutMkLst>
        </pc:sldLayoutChg>
      </pc:sldMasterChg>
      <pc:sldMasterChg chg="del delSldLayout">
        <pc:chgData name="Feist, Ella" userId="992bbaf2-811d-42cb-a4d6-e7fc45e325e8" providerId="ADAL" clId="{0C5DE1BD-3011-4463-A6D4-1AA5934FA549}" dt="2025-05-28T09:58:24.285" v="1"/>
        <pc:sldMasterMkLst>
          <pc:docMk/>
          <pc:sldMasterMk cId="3899971177" sldId="2147483831"/>
        </pc:sldMasterMkLst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3899971177" sldId="2147483831"/>
            <pc:sldLayoutMk cId="1296847754" sldId="2147483832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3899971177" sldId="2147483831"/>
            <pc:sldLayoutMk cId="2124554007" sldId="2147483833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3899971177" sldId="2147483831"/>
            <pc:sldLayoutMk cId="2692646997" sldId="2147483834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3899971177" sldId="2147483831"/>
            <pc:sldLayoutMk cId="164223612" sldId="2147483835"/>
          </pc:sldLayoutMkLst>
        </pc:sldLayoutChg>
      </pc:sldMasterChg>
      <pc:sldMasterChg chg="del delSldLayout">
        <pc:chgData name="Feist, Ella" userId="992bbaf2-811d-42cb-a4d6-e7fc45e325e8" providerId="ADAL" clId="{0C5DE1BD-3011-4463-A6D4-1AA5934FA549}" dt="2025-05-28T09:58:24.285" v="1"/>
        <pc:sldMasterMkLst>
          <pc:docMk/>
          <pc:sldMasterMk cId="4061346496" sldId="2147483836"/>
        </pc:sldMasterMkLst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4061346496" sldId="2147483836"/>
            <pc:sldLayoutMk cId="1342340652" sldId="2147483837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4061346496" sldId="2147483836"/>
            <pc:sldLayoutMk cId="1129306061" sldId="2147483838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4061346496" sldId="2147483836"/>
            <pc:sldLayoutMk cId="291058354" sldId="2147483839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4061346496" sldId="2147483836"/>
            <pc:sldLayoutMk cId="1057880355" sldId="2147483840"/>
          </pc:sldLayoutMkLst>
        </pc:sldLayoutChg>
      </pc:sldMasterChg>
      <pc:sldMasterChg chg="del delSldLayout">
        <pc:chgData name="Feist, Ella" userId="992bbaf2-811d-42cb-a4d6-e7fc45e325e8" providerId="ADAL" clId="{0C5DE1BD-3011-4463-A6D4-1AA5934FA549}" dt="2025-05-28T09:58:24.285" v="1"/>
        <pc:sldMasterMkLst>
          <pc:docMk/>
          <pc:sldMasterMk cId="1513994161" sldId="2147483841"/>
        </pc:sldMasterMkLst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1513994161" sldId="2147483841"/>
            <pc:sldLayoutMk cId="2408842378" sldId="2147483842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1513994161" sldId="2147483841"/>
            <pc:sldLayoutMk cId="3257542985" sldId="2147483843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1513994161" sldId="2147483841"/>
            <pc:sldLayoutMk cId="57802930" sldId="2147483844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1513994161" sldId="2147483841"/>
            <pc:sldLayoutMk cId="892830820" sldId="2147483845"/>
          </pc:sldLayoutMkLst>
        </pc:sldLayoutChg>
      </pc:sldMasterChg>
      <pc:sldMasterChg chg="del delSldLayout">
        <pc:chgData name="Feist, Ella" userId="992bbaf2-811d-42cb-a4d6-e7fc45e325e8" providerId="ADAL" clId="{0C5DE1BD-3011-4463-A6D4-1AA5934FA549}" dt="2025-05-28T09:58:24.285" v="1"/>
        <pc:sldMasterMkLst>
          <pc:docMk/>
          <pc:sldMasterMk cId="1256176808" sldId="2147483846"/>
        </pc:sldMasterMkLst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1256176808" sldId="2147483846"/>
            <pc:sldLayoutMk cId="1930662052" sldId="2147483847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1256176808" sldId="2147483846"/>
            <pc:sldLayoutMk cId="2862166332" sldId="2147483848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1256176808" sldId="2147483846"/>
            <pc:sldLayoutMk cId="4243011970" sldId="2147483849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1256176808" sldId="2147483846"/>
            <pc:sldLayoutMk cId="787685289" sldId="2147483850"/>
          </pc:sldLayoutMkLst>
        </pc:sldLayoutChg>
      </pc:sldMasterChg>
      <pc:sldMasterChg chg="del delSldLayout">
        <pc:chgData name="Feist, Ella" userId="992bbaf2-811d-42cb-a4d6-e7fc45e325e8" providerId="ADAL" clId="{0C5DE1BD-3011-4463-A6D4-1AA5934FA549}" dt="2025-05-28T09:58:24.285" v="1"/>
        <pc:sldMasterMkLst>
          <pc:docMk/>
          <pc:sldMasterMk cId="1175251079" sldId="2147483885"/>
        </pc:sldMasterMkLst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1175251079" sldId="2147483885"/>
            <pc:sldLayoutMk cId="2517542076" sldId="2147483886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1175251079" sldId="2147483885"/>
            <pc:sldLayoutMk cId="3294508917" sldId="2147483887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1175251079" sldId="2147483885"/>
            <pc:sldLayoutMk cId="1801908114" sldId="2147483888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1175251079" sldId="2147483885"/>
            <pc:sldLayoutMk cId="24548405" sldId="2147483889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1175251079" sldId="2147483885"/>
            <pc:sldLayoutMk cId="659826178" sldId="2147483891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1175251079" sldId="2147483885"/>
            <pc:sldLayoutMk cId="1898485824" sldId="2147483892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1175251079" sldId="2147483885"/>
            <pc:sldLayoutMk cId="1227198908" sldId="2147483893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1175251079" sldId="2147483885"/>
            <pc:sldLayoutMk cId="333728339" sldId="2147483894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1175251079" sldId="2147483885"/>
            <pc:sldLayoutMk cId="328199189" sldId="2147483895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1175251079" sldId="2147483885"/>
            <pc:sldLayoutMk cId="2974244346" sldId="2147483896"/>
          </pc:sldLayoutMkLst>
        </pc:sldLayoutChg>
      </pc:sldMasterChg>
      <pc:sldMasterChg chg="del delSldLayout">
        <pc:chgData name="Feist, Ella" userId="992bbaf2-811d-42cb-a4d6-e7fc45e325e8" providerId="ADAL" clId="{0C5DE1BD-3011-4463-A6D4-1AA5934FA549}" dt="2025-05-28T09:58:24.285" v="1"/>
        <pc:sldMasterMkLst>
          <pc:docMk/>
          <pc:sldMasterMk cId="537580445" sldId="2147483941"/>
        </pc:sldMasterMkLst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537580445" sldId="2147483941"/>
            <pc:sldLayoutMk cId="3655050728" sldId="2147483942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537580445" sldId="2147483941"/>
            <pc:sldLayoutMk cId="191104469" sldId="2147483948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537580445" sldId="2147483941"/>
            <pc:sldLayoutMk cId="3106673082" sldId="2147483949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537580445" sldId="2147483941"/>
            <pc:sldLayoutMk cId="2883798060" sldId="2147483950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537580445" sldId="2147483941"/>
            <pc:sldLayoutMk cId="4228679101" sldId="2147483951"/>
          </pc:sldLayoutMkLst>
        </pc:sldLayoutChg>
      </pc:sldMasterChg>
      <pc:sldMasterChg chg="del delSldLayout">
        <pc:chgData name="Feist, Ella" userId="992bbaf2-811d-42cb-a4d6-e7fc45e325e8" providerId="ADAL" clId="{0C5DE1BD-3011-4463-A6D4-1AA5934FA549}" dt="2025-05-28T09:58:24.285" v="1"/>
        <pc:sldMasterMkLst>
          <pc:docMk/>
          <pc:sldMasterMk cId="1502784078" sldId="2147483943"/>
        </pc:sldMasterMkLst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1502784078" sldId="2147483943"/>
            <pc:sldLayoutMk cId="3733918436" sldId="2147483944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1502784078" sldId="2147483943"/>
            <pc:sldLayoutMk cId="714599208" sldId="2147483952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1502784078" sldId="2147483943"/>
            <pc:sldLayoutMk cId="785506021" sldId="2147483953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1502784078" sldId="2147483943"/>
            <pc:sldLayoutMk cId="1326846653" sldId="2147483954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1502784078" sldId="2147483943"/>
            <pc:sldLayoutMk cId="1638070405" sldId="2147483955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F08F72-D084-4C96-B297-285B2ED0D15C}" type="datetimeFigureOut">
              <a:rPr lang="en-GB" smtClean="0"/>
              <a:t>05/06/2026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E1F5F-BEC2-48D5-A890-C07C79853E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43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3DDB46D8-F250-4382-BB9F-ED8824C6D5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7" name="Notes Placeholder 6">
            <a:extLst>
              <a:ext uri="{FF2B5EF4-FFF2-40B4-BE49-F238E27FC236}">
                <a16:creationId xmlns:a16="http://schemas.microsoft.com/office/drawing/2014/main" id="{1DD67D11-198C-4FB2-8FBB-0C1DD9E26E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810474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E9E46E42-99A9-42F8-996F-71F172C432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7" name="Notes Placeholder 6">
            <a:extLst>
              <a:ext uri="{FF2B5EF4-FFF2-40B4-BE49-F238E27FC236}">
                <a16:creationId xmlns:a16="http://schemas.microsoft.com/office/drawing/2014/main" id="{AC7ABEA7-3AE7-4A57-B02A-AA99E2A56A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5080">
              <a:lnSpc>
                <a:spcPct val="100000"/>
              </a:lnSpc>
              <a:spcBef>
                <a:spcPts val="605"/>
              </a:spcBef>
            </a:pPr>
            <a:endParaRPr lang="en-GB" sz="1200" noProof="0" dirty="0">
              <a:latin typeface="Montserrat" panose="00000500000000000000" pitchFamily="2" charset="0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1901906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13433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The shell normally executes a command and waits for the command to complete before prompting for a new one.  This is called synchronous execution.</a:t>
            </a:r>
          </a:p>
          <a:p>
            <a:endParaRPr lang="en-GB" noProof="0" dirty="0"/>
          </a:p>
          <a:p>
            <a:r>
              <a:rPr lang="en-GB" noProof="0" dirty="0"/>
              <a:t>These commands can be stopped using  ^z.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61731605-2EC6-BF88-A48F-C07C710725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2664588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88900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 use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20" noProof="0" dirty="0">
                <a:latin typeface="+mn-lt"/>
                <a:cs typeface="Segoe UI"/>
              </a:rPr>
              <a:t>the ampersand </a:t>
            </a:r>
            <a:r>
              <a:rPr lang="en-GB" sz="1200" b="1" spc="-10" noProof="0" dirty="0">
                <a:latin typeface="+mn-lt"/>
                <a:cs typeface="Segoe UI"/>
              </a:rPr>
              <a:t>&amp;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 </a:t>
            </a:r>
            <a:r>
              <a:rPr lang="en-GB" sz="1200" spc="-25" noProof="0" dirty="0">
                <a:latin typeface="+mn-lt"/>
                <a:cs typeface="Segoe UI"/>
              </a:rPr>
              <a:t>terminator tells </a:t>
            </a:r>
            <a:r>
              <a:rPr lang="en-GB" sz="1200" spc="-20" noProof="0" dirty="0">
                <a:latin typeface="+mn-lt"/>
                <a:cs typeface="Segoe UI"/>
              </a:rPr>
              <a:t>the shell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10" noProof="0" dirty="0">
                <a:latin typeface="+mn-lt"/>
                <a:cs typeface="Segoe UI"/>
              </a:rPr>
              <a:t>run </a:t>
            </a:r>
            <a:r>
              <a:rPr lang="en-GB" sz="1200" spc="-20" noProof="0" dirty="0">
                <a:latin typeface="+mn-lt"/>
                <a:cs typeface="Segoe UI"/>
              </a:rPr>
              <a:t>the command </a:t>
            </a:r>
            <a:r>
              <a:rPr lang="en-GB" sz="1200" spc="-15" noProof="0" dirty="0">
                <a:latin typeface="+mn-lt"/>
                <a:cs typeface="Segoe UI"/>
              </a:rPr>
              <a:t>in </a:t>
            </a:r>
            <a:r>
              <a:rPr lang="en-GB" sz="1200" spc="-20" noProof="0" dirty="0">
                <a:latin typeface="+mn-lt"/>
                <a:cs typeface="Segoe UI"/>
              </a:rPr>
              <a:t>the 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background,</a:t>
            </a:r>
            <a:r>
              <a:rPr lang="en-GB" sz="1200" spc="-11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i.e.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start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but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don't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wait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complete.  This is called asynchronous execution.</a:t>
            </a:r>
          </a:p>
          <a:p>
            <a:pPr marL="12700" marR="88900">
              <a:lnSpc>
                <a:spcPct val="100000"/>
              </a:lnSpc>
              <a:spcBef>
                <a:spcPts val="105"/>
              </a:spcBef>
            </a:pPr>
            <a:endParaRPr lang="en-GB" sz="1200" spc="-20" noProof="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605"/>
              </a:spcBef>
            </a:pPr>
            <a:r>
              <a:rPr lang="en-GB" sz="1200" spc="-20" noProof="0" dirty="0">
                <a:latin typeface="+mn-lt"/>
                <a:cs typeface="Segoe UI"/>
              </a:rPr>
              <a:t>After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starting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background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command,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listed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screen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stored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variable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b="1" spc="-15" noProof="0" dirty="0">
                <a:latin typeface="+mn-lt"/>
                <a:cs typeface="Segoe UI"/>
              </a:rPr>
              <a:t>!</a:t>
            </a:r>
            <a:r>
              <a:rPr lang="en-GB" sz="1200" spc="-15" noProof="0" dirty="0">
                <a:latin typeface="+mn-lt"/>
                <a:cs typeface="Segoe UI"/>
              </a:rPr>
              <a:t>.  (</a:t>
            </a:r>
            <a:r>
              <a:rPr lang="en-GB" sz="1200" spc="-20" noProof="0" dirty="0">
                <a:latin typeface="+mn-lt"/>
                <a:cs typeface="Segoe UI"/>
              </a:rPr>
              <a:t>Subsequent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background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programs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will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overwrite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value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this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variable.)  Therefore, the c</a:t>
            </a:r>
            <a:r>
              <a:rPr lang="en-GB" sz="1200" spc="-20" noProof="0" dirty="0">
                <a:latin typeface="+mn-lt"/>
                <a:cs typeface="Segoe UI"/>
              </a:rPr>
              <a:t>ommand</a:t>
            </a:r>
            <a:r>
              <a:rPr lang="en-GB" sz="1200" b="1" spc="-7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b="1" spc="-2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</a:t>
            </a:r>
            <a:r>
              <a:rPr lang="en-GB" sz="1200" b="1" spc="-3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</a:t>
            </a:r>
            <a:r>
              <a:rPr lang="en-GB" sz="1200" b="1" spc="-2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h</a:t>
            </a:r>
            <a:r>
              <a:rPr lang="en-GB" sz="1200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o</a:t>
            </a:r>
            <a:r>
              <a:rPr lang="en-GB" sz="1200" b="1" spc="-2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b="1" spc="-2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GB" sz="1200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!</a:t>
            </a:r>
            <a:r>
              <a:rPr lang="en-GB" sz="12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will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show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last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</a:t>
            </a:r>
            <a:r>
              <a:rPr lang="en-GB" sz="1200" spc="-25" noProof="0" dirty="0">
                <a:latin typeface="+mn-lt"/>
                <a:cs typeface="Segoe UI"/>
              </a:rPr>
              <a:t> executed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background.</a:t>
            </a:r>
          </a:p>
          <a:p>
            <a:pPr marL="12700" marR="5080">
              <a:lnSpc>
                <a:spcPct val="100000"/>
              </a:lnSpc>
              <a:spcBef>
                <a:spcPts val="605"/>
              </a:spcBef>
            </a:pPr>
            <a:endParaRPr lang="en-GB" sz="1200" spc="-20" noProof="0" dirty="0">
              <a:latin typeface="+mn-lt"/>
              <a:cs typeface="Segoe UI"/>
            </a:endParaRPr>
          </a:p>
          <a:p>
            <a:pPr marL="12700" marR="363220">
              <a:lnSpc>
                <a:spcPct val="100000"/>
              </a:lnSpc>
              <a:spcBef>
                <a:spcPts val="600"/>
              </a:spcBef>
            </a:pPr>
            <a:r>
              <a:rPr lang="en-GB" sz="1200" spc="-20" noProof="0" dirty="0">
                <a:latin typeface="+mn-lt"/>
                <a:cs typeface="Segoe UI"/>
              </a:rPr>
              <a:t>Background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processes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ignore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interrupt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key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(DEL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^C) and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only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terminated</a:t>
            </a:r>
            <a:r>
              <a:rPr lang="en-GB" sz="1200" spc="-20" noProof="0" dirty="0">
                <a:latin typeface="+mn-lt"/>
                <a:cs typeface="Segoe UI"/>
              </a:rPr>
              <a:t> with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b="1" spc="-20" noProof="0" dirty="0">
                <a:latin typeface="+mn-lt"/>
                <a:cs typeface="Segoe UI"/>
              </a:rPr>
              <a:t>kill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command.</a:t>
            </a:r>
          </a:p>
          <a:p>
            <a:pPr marL="12700" marR="363220">
              <a:lnSpc>
                <a:spcPct val="100000"/>
              </a:lnSpc>
              <a:spcBef>
                <a:spcPts val="600"/>
              </a:spcBef>
            </a:pPr>
            <a:endParaRPr lang="en-GB" sz="1200" noProof="0" dirty="0">
              <a:latin typeface="+mn-lt"/>
              <a:cs typeface="Segoe UI"/>
            </a:endParaRPr>
          </a:p>
          <a:p>
            <a:pPr marL="12700" marR="8128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Logging</a:t>
            </a:r>
            <a:r>
              <a:rPr lang="en-GB" sz="1200" spc="-10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off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will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kill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any </a:t>
            </a:r>
            <a:r>
              <a:rPr lang="en-GB" sz="1200" spc="-20" noProof="0" dirty="0">
                <a:latin typeface="+mn-lt"/>
                <a:cs typeface="Segoe UI"/>
              </a:rPr>
              <a:t>background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processes,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but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will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get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prompt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from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shell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reminding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254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any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background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tasks.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0897475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When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background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running,</a:t>
            </a:r>
            <a:r>
              <a:rPr lang="en-GB" sz="1200" spc="-10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its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standard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I/O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streams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are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still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connected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screen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 </a:t>
            </a:r>
            <a:r>
              <a:rPr lang="en-GB" sz="1200" spc="-20" noProof="0" dirty="0">
                <a:latin typeface="+mn-lt"/>
                <a:cs typeface="Segoe UI"/>
              </a:rPr>
              <a:t>keyboard.  Processes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will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5" noProof="0" dirty="0">
                <a:latin typeface="+mn-lt"/>
                <a:cs typeface="Segoe UI"/>
              </a:rPr>
              <a:t>be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suspended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(stopped)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they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try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read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from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keyboard, for example, </a:t>
            </a:r>
            <a:r>
              <a:rPr lang="en-GB" sz="1200" b="1" spc="-20" noProof="0" dirty="0">
                <a:latin typeface="+mn-lt"/>
                <a:cs typeface="Segoe UI"/>
              </a:rPr>
              <a:t>vi</a:t>
            </a:r>
            <a:r>
              <a:rPr lang="en-GB" sz="1200" spc="-20" noProof="0" dirty="0">
                <a:latin typeface="+mn-lt"/>
                <a:cs typeface="Segoe UI"/>
              </a:rPr>
              <a:t>.</a:t>
            </a:r>
            <a:endParaRPr lang="en-GB" sz="1200" spc="0" noProof="0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GB" sz="1200" spc="-15" noProof="0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By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default,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screen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output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appears </a:t>
            </a:r>
            <a:r>
              <a:rPr lang="en-GB" sz="1200" spc="-10" noProof="0" dirty="0">
                <a:latin typeface="+mn-lt"/>
                <a:cs typeface="Segoe UI"/>
              </a:rPr>
              <a:t>on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screen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normal;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this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output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will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disrupt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any output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from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54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foreground</a:t>
            </a:r>
            <a:r>
              <a:rPr lang="en-GB" sz="1200" spc="-1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(including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shell).  But t</a:t>
            </a:r>
            <a:r>
              <a:rPr lang="en-GB" sz="1200" spc="-15" noProof="0" dirty="0">
                <a:latin typeface="+mn-lt"/>
                <a:cs typeface="Segoe UI"/>
              </a:rPr>
              <a:t>he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configure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terminal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suspend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background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jobs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that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attempt</a:t>
            </a:r>
            <a:r>
              <a:rPr lang="en-GB" sz="1200" spc="-15" noProof="0" dirty="0">
                <a:latin typeface="+mn-lt"/>
                <a:cs typeface="Segoe UI"/>
              </a:rPr>
              <a:t> 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output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 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screen.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This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done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with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b="1" spc="-20" noProof="0" dirty="0" err="1">
                <a:latin typeface="+mn-lt"/>
                <a:cs typeface="Segoe UI"/>
              </a:rPr>
              <a:t>stty</a:t>
            </a:r>
            <a:r>
              <a:rPr lang="en-GB" sz="1200" b="1" spc="-45" noProof="0" dirty="0">
                <a:latin typeface="+mn-lt"/>
                <a:cs typeface="Segoe UI"/>
              </a:rPr>
              <a:t> </a:t>
            </a:r>
            <a:r>
              <a:rPr lang="en-GB" sz="1200" b="1" spc="-20" noProof="0" dirty="0" err="1">
                <a:latin typeface="+mn-lt"/>
                <a:cs typeface="Segoe UI"/>
              </a:rPr>
              <a:t>tostop</a:t>
            </a:r>
            <a:r>
              <a:rPr lang="en-GB" sz="1200" b="1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endParaRPr lang="en-GB" sz="1200" spc="-15" noProof="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Bash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shell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includes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job-control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queue.</a:t>
            </a: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endParaRPr lang="en-GB" sz="1200" spc="-15" noProof="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lang="en-GB" sz="1200" spc="-20" noProof="0" dirty="0">
                <a:latin typeface="+mn-lt"/>
                <a:cs typeface="Segoe UI"/>
              </a:rPr>
              <a:t>Background</a:t>
            </a:r>
            <a:r>
              <a:rPr lang="en-GB" sz="1200" spc="-75" noProof="0" dirty="0">
                <a:latin typeface="+mn-lt"/>
                <a:cs typeface="Segoe UI"/>
              </a:rPr>
              <a:t> processes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are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assigned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job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numbers,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which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refer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 p</a:t>
            </a:r>
            <a:r>
              <a:rPr lang="en-GB" sz="1200" spc="-20" noProof="0" dirty="0">
                <a:latin typeface="+mn-lt"/>
                <a:cs typeface="Segoe UI"/>
              </a:rPr>
              <a:t>rocess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instead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using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its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(PID).</a:t>
            </a: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endParaRPr lang="en-GB" sz="1200" noProof="0" dirty="0">
              <a:latin typeface="+mn-lt"/>
              <a:cs typeface="Segoe UI"/>
            </a:endParaRPr>
          </a:p>
          <a:p>
            <a:pPr marL="12700" marR="15367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b="1" spc="-20" noProof="0" dirty="0">
                <a:latin typeface="+mn-lt"/>
                <a:cs typeface="Segoe UI"/>
              </a:rPr>
              <a:t>kill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communicate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signals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background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task.  </a:t>
            </a:r>
            <a:r>
              <a:rPr lang="en-GB" sz="1200" spc="-15" noProof="0" dirty="0">
                <a:latin typeface="+mn-lt"/>
                <a:cs typeface="Segoe UI"/>
              </a:rPr>
              <a:t>If</a:t>
            </a:r>
            <a:r>
              <a:rPr lang="en-GB" sz="1200" spc="-35" noProof="0" dirty="0">
                <a:latin typeface="+mn-lt"/>
                <a:cs typeface="Segoe UI"/>
              </a:rPr>
              <a:t> you don’t specify the signal</a:t>
            </a:r>
            <a:r>
              <a:rPr lang="en-GB" sz="1200" spc="-20" noProof="0" dirty="0">
                <a:latin typeface="+mn-lt"/>
                <a:cs typeface="Segoe UI"/>
              </a:rPr>
              <a:t>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b="1" spc="-20" noProof="0" dirty="0">
                <a:latin typeface="+mn-lt"/>
                <a:cs typeface="Segoe UI"/>
              </a:rPr>
              <a:t>kill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will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assume</a:t>
            </a:r>
            <a:r>
              <a:rPr lang="en-GB" sz="1200" spc="210" noProof="0" dirty="0">
                <a:latin typeface="+mn-lt"/>
                <a:cs typeface="Segoe UI"/>
              </a:rPr>
              <a:t> </a:t>
            </a:r>
            <a:r>
              <a:rPr lang="en-GB" sz="1200" b="1" spc="-20" noProof="0" dirty="0">
                <a:latin typeface="+mn-lt"/>
                <a:cs typeface="Segoe UI"/>
              </a:rPr>
              <a:t>-TERM</a:t>
            </a:r>
            <a:r>
              <a:rPr lang="en-GB" sz="1200" b="1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default.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3308824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Once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task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has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been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sent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into the background</a:t>
            </a:r>
            <a:r>
              <a:rPr lang="en-GB" spc="-75" dirty="0">
                <a:cs typeface="Segoe UI"/>
              </a:rPr>
              <a:t>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will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stay</a:t>
            </a:r>
            <a:r>
              <a:rPr lang="en-GB" sz="1200" spc="-15" noProof="0" dirty="0">
                <a:latin typeface="+mn-lt"/>
                <a:cs typeface="Segoe UI"/>
              </a:rPr>
              <a:t> there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until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tell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do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something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(or </a:t>
            </a:r>
            <a:r>
              <a:rPr lang="en-GB" sz="1200" spc="-30" noProof="0" dirty="0">
                <a:latin typeface="+mn-lt"/>
                <a:cs typeface="Segoe UI"/>
              </a:rPr>
              <a:t>l</a:t>
            </a:r>
            <a:r>
              <a:rPr lang="en-GB" sz="1200" spc="-15" noProof="0" dirty="0">
                <a:latin typeface="+mn-lt"/>
                <a:cs typeface="Segoe UI"/>
              </a:rPr>
              <a:t>o</a:t>
            </a:r>
            <a:r>
              <a:rPr lang="en-GB" sz="1200" spc="5" noProof="0" dirty="0">
                <a:latin typeface="+mn-lt"/>
                <a:cs typeface="Segoe UI"/>
              </a:rPr>
              <a:t>g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</a:t>
            </a:r>
            <a:r>
              <a:rPr lang="en-GB" sz="1200" spc="-20" noProof="0" dirty="0">
                <a:latin typeface="+mn-lt"/>
                <a:cs typeface="Segoe UI"/>
              </a:rPr>
              <a:t>u</a:t>
            </a:r>
            <a:r>
              <a:rPr lang="en-GB" sz="1200" noProof="0" dirty="0">
                <a:latin typeface="+mn-lt"/>
                <a:cs typeface="Segoe UI"/>
              </a:rPr>
              <a:t>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-</a:t>
            </a:r>
            <a:r>
              <a:rPr lang="en-GB" sz="1200" spc="-30" noProof="0" dirty="0">
                <a:latin typeface="+mn-lt"/>
                <a:cs typeface="Segoe UI"/>
              </a:rPr>
              <a:t> twi</a:t>
            </a:r>
            <a:r>
              <a:rPr lang="en-GB" sz="1200" spc="-35" noProof="0" dirty="0">
                <a:latin typeface="+mn-lt"/>
                <a:cs typeface="Segoe UI"/>
              </a:rPr>
              <a:t>c</a:t>
            </a:r>
            <a:r>
              <a:rPr lang="en-GB" sz="1200" spc="-20" noProof="0" dirty="0">
                <a:latin typeface="+mn-lt"/>
                <a:cs typeface="Segoe UI"/>
              </a:rPr>
              <a:t>e)</a:t>
            </a:r>
            <a:r>
              <a:rPr lang="en-GB" sz="1200" noProof="0" dirty="0">
                <a:latin typeface="+mn-lt"/>
                <a:cs typeface="Segoe UI"/>
              </a:rPr>
              <a:t>.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GB" sz="1200" noProof="0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An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interactive</a:t>
            </a:r>
            <a:r>
              <a:rPr lang="en-GB" sz="120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task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restarted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foreground</a:t>
            </a:r>
            <a:r>
              <a:rPr lang="en-GB" sz="1200" spc="-10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only.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Trying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run</a:t>
            </a:r>
            <a:r>
              <a:rPr lang="en-GB" sz="1200" spc="-50" noProof="0" dirty="0">
                <a:latin typeface="+mn-lt"/>
                <a:cs typeface="Segoe UI"/>
              </a:rPr>
              <a:t> it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background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not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going </a:t>
            </a:r>
            <a:r>
              <a:rPr lang="en-GB" sz="1200" spc="-30" noProof="0" dirty="0">
                <a:latin typeface="+mn-lt"/>
                <a:cs typeface="Segoe UI"/>
              </a:rPr>
              <a:t>t</a:t>
            </a:r>
            <a:r>
              <a:rPr lang="en-GB" sz="1200" noProof="0" dirty="0">
                <a:latin typeface="+mn-lt"/>
                <a:cs typeface="Segoe UI"/>
              </a:rPr>
              <a:t>o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30" noProof="0" dirty="0">
                <a:latin typeface="+mn-lt"/>
                <a:cs typeface="Segoe UI"/>
              </a:rPr>
              <a:t>w</a:t>
            </a:r>
            <a:r>
              <a:rPr lang="en-GB" sz="1200" spc="-20" noProof="0" dirty="0">
                <a:latin typeface="+mn-lt"/>
                <a:cs typeface="Segoe UI"/>
              </a:rPr>
              <a:t>o</a:t>
            </a:r>
            <a:r>
              <a:rPr lang="en-GB" sz="1200" spc="-15" noProof="0" dirty="0">
                <a:latin typeface="+mn-lt"/>
                <a:cs typeface="Segoe UI"/>
              </a:rPr>
              <a:t>r</a:t>
            </a:r>
            <a:r>
              <a:rPr lang="en-GB" sz="1200" spc="-25" noProof="0" dirty="0">
                <a:latin typeface="+mn-lt"/>
                <a:cs typeface="Segoe UI"/>
              </a:rPr>
              <a:t>k</a:t>
            </a:r>
            <a:r>
              <a:rPr lang="en-GB" sz="1200" spc="5" noProof="0" dirty="0">
                <a:latin typeface="+mn-lt"/>
                <a:cs typeface="Segoe UI"/>
              </a:rPr>
              <a:t>…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30" noProof="0" dirty="0">
                <a:latin typeface="+mn-lt"/>
                <a:cs typeface="Segoe UI"/>
              </a:rPr>
              <a:t>Y</a:t>
            </a:r>
            <a:r>
              <a:rPr lang="en-GB" sz="1200" spc="-20" noProof="0" dirty="0">
                <a:latin typeface="+mn-lt"/>
                <a:cs typeface="Segoe UI"/>
              </a:rPr>
              <a:t>o</a:t>
            </a:r>
            <a:r>
              <a:rPr lang="en-GB" sz="1200" noProof="0" dirty="0">
                <a:latin typeface="+mn-lt"/>
                <a:cs typeface="Segoe UI"/>
              </a:rPr>
              <a:t>u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35" noProof="0" dirty="0">
                <a:latin typeface="+mn-lt"/>
                <a:cs typeface="Segoe UI"/>
              </a:rPr>
              <a:t>ca</a:t>
            </a:r>
            <a:r>
              <a:rPr lang="en-GB" sz="1200" spc="-20" noProof="0" dirty="0">
                <a:latin typeface="+mn-lt"/>
                <a:cs typeface="Segoe UI"/>
              </a:rPr>
              <a:t>n</a:t>
            </a:r>
            <a:r>
              <a:rPr lang="en-GB" sz="1200" noProof="0" dirty="0">
                <a:latin typeface="+mn-lt"/>
                <a:cs typeface="Segoe UI"/>
              </a:rPr>
              <a:t>,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</a:t>
            </a:r>
            <a:r>
              <a:rPr lang="en-GB" sz="1200" noProof="0" dirty="0">
                <a:latin typeface="+mn-lt"/>
                <a:cs typeface="Segoe UI"/>
              </a:rPr>
              <a:t>f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35" noProof="0" dirty="0">
                <a:latin typeface="+mn-lt"/>
                <a:cs typeface="Segoe UI"/>
              </a:rPr>
              <a:t>c</a:t>
            </a:r>
            <a:r>
              <a:rPr lang="en-GB" sz="1200" spc="-20" noProof="0" dirty="0">
                <a:latin typeface="+mn-lt"/>
                <a:cs typeface="Segoe UI"/>
              </a:rPr>
              <a:t>ou</a:t>
            </a:r>
            <a:r>
              <a:rPr lang="en-GB" sz="1200" spc="-15" noProof="0" dirty="0">
                <a:latin typeface="+mn-lt"/>
                <a:cs typeface="Segoe UI"/>
              </a:rPr>
              <a:t>r</a:t>
            </a:r>
            <a:r>
              <a:rPr lang="en-GB" sz="1200" spc="-20" noProof="0" dirty="0">
                <a:latin typeface="+mn-lt"/>
                <a:cs typeface="Segoe UI"/>
              </a:rPr>
              <a:t>s</a:t>
            </a:r>
            <a:r>
              <a:rPr lang="en-GB" sz="1200" spc="-25" noProof="0" dirty="0">
                <a:latin typeface="+mn-lt"/>
                <a:cs typeface="Segoe UI"/>
              </a:rPr>
              <a:t>e</a:t>
            </a:r>
            <a:r>
              <a:rPr lang="en-GB" sz="1200" noProof="0" dirty="0">
                <a:latin typeface="+mn-lt"/>
                <a:cs typeface="Segoe UI"/>
              </a:rPr>
              <a:t>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k</a:t>
            </a:r>
            <a:r>
              <a:rPr lang="en-GB" sz="1200" spc="-30" noProof="0" dirty="0">
                <a:latin typeface="+mn-lt"/>
                <a:cs typeface="Segoe UI"/>
              </a:rPr>
              <a:t>il</a:t>
            </a:r>
            <a:r>
              <a:rPr lang="en-GB" sz="1200" noProof="0" dirty="0">
                <a:latin typeface="+mn-lt"/>
                <a:cs typeface="Segoe UI"/>
              </a:rPr>
              <a:t>l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30" noProof="0" dirty="0">
                <a:latin typeface="+mn-lt"/>
                <a:cs typeface="Segoe UI"/>
              </a:rPr>
              <a:t>i</a:t>
            </a:r>
            <a:r>
              <a:rPr lang="en-GB" sz="1200" noProof="0" dirty="0">
                <a:latin typeface="+mn-lt"/>
                <a:cs typeface="Segoe UI"/>
              </a:rPr>
              <a:t>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35" noProof="0" dirty="0">
                <a:latin typeface="+mn-lt"/>
                <a:cs typeface="Segoe UI"/>
              </a:rPr>
              <a:t>a</a:t>
            </a:r>
            <a:r>
              <a:rPr lang="en-GB" sz="1200" noProof="0" dirty="0">
                <a:latin typeface="+mn-lt"/>
                <a:cs typeface="Segoe UI"/>
              </a:rPr>
              <a:t>s</a:t>
            </a:r>
            <a:r>
              <a:rPr lang="en-GB" sz="1200" spc="-30" noProof="0" dirty="0">
                <a:latin typeface="+mn-lt"/>
                <a:cs typeface="Segoe UI"/>
              </a:rPr>
              <a:t> w</a:t>
            </a:r>
            <a:r>
              <a:rPr lang="en-GB" sz="1200" spc="-25" noProof="0" dirty="0">
                <a:latin typeface="+mn-lt"/>
                <a:cs typeface="Segoe UI"/>
              </a:rPr>
              <a:t>e</a:t>
            </a:r>
            <a:r>
              <a:rPr lang="en-GB" sz="1200" spc="-30" noProof="0" dirty="0">
                <a:latin typeface="+mn-lt"/>
                <a:cs typeface="Segoe UI"/>
              </a:rPr>
              <a:t>ll</a:t>
            </a:r>
            <a:r>
              <a:rPr lang="en-GB" sz="1200" noProof="0" dirty="0">
                <a:latin typeface="+mn-lt"/>
                <a:cs typeface="Segoe UI"/>
              </a:rPr>
              <a:t>.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endParaRPr lang="en-GB" sz="1200" noProof="0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GB" sz="1200" spc="5" noProof="0" dirty="0">
                <a:latin typeface="+mn-lt"/>
                <a:cs typeface="Segoe UI"/>
              </a:rPr>
              <a:t>A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non-interactive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task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restarted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foreground or</a:t>
            </a:r>
            <a:r>
              <a:rPr lang="en-GB" sz="1200" spc="-9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background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killed.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endParaRPr lang="en-GB" sz="1200" noProof="0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As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restart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tasks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background,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remember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redirect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any </a:t>
            </a:r>
            <a:r>
              <a:rPr lang="en-GB" sz="1200" spc="-20" noProof="0" dirty="0">
                <a:latin typeface="+mn-lt"/>
                <a:cs typeface="Segoe UI"/>
              </a:rPr>
              <a:t>outputs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/dev/null!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0139076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Using Linux </a:t>
            </a:r>
            <a:r>
              <a:rPr lang="en-GB" sz="1200" spc="-20" noProof="0" dirty="0">
                <a:latin typeface="+mn-lt"/>
                <a:cs typeface="Segoe UI"/>
              </a:rPr>
              <a:t>often involves </a:t>
            </a:r>
            <a:r>
              <a:rPr lang="en-GB" sz="1200" spc="-15" noProof="0" dirty="0">
                <a:latin typeface="+mn-lt"/>
                <a:cs typeface="Segoe UI"/>
              </a:rPr>
              <a:t>running </a:t>
            </a:r>
            <a:r>
              <a:rPr lang="en-GB" sz="1200" spc="-20" noProof="0" dirty="0">
                <a:latin typeface="+mn-lt"/>
                <a:cs typeface="Segoe UI"/>
              </a:rPr>
              <a:t>commands that take time.  </a:t>
            </a:r>
            <a:r>
              <a:rPr lang="en-GB" sz="1200" spc="5" noProof="0" dirty="0">
                <a:latin typeface="+mn-lt"/>
                <a:cs typeface="Segoe UI"/>
              </a:rPr>
              <a:t>A </a:t>
            </a:r>
            <a:r>
              <a:rPr lang="en-GB" sz="1200" spc="-15" noProof="0" dirty="0">
                <a:latin typeface="+mn-lt"/>
                <a:cs typeface="Segoe UI"/>
              </a:rPr>
              <a:t>long print job </a:t>
            </a:r>
            <a:r>
              <a:rPr lang="en-GB" sz="1200" spc="-20" noProof="0" dirty="0">
                <a:latin typeface="+mn-lt"/>
                <a:cs typeface="Segoe UI"/>
              </a:rPr>
              <a:t>might </a:t>
            </a:r>
            <a:r>
              <a:rPr lang="en-GB" sz="1200" spc="-10" noProof="0" dirty="0">
                <a:latin typeface="+mn-lt"/>
                <a:cs typeface="Segoe UI"/>
              </a:rPr>
              <a:t>be one </a:t>
            </a:r>
            <a:r>
              <a:rPr lang="en-GB" sz="1200" spc="-25" noProof="0" dirty="0">
                <a:latin typeface="+mn-lt"/>
                <a:cs typeface="Segoe UI"/>
              </a:rPr>
              <a:t>example. </a:t>
            </a:r>
            <a:r>
              <a:rPr lang="en-GB" sz="1200" spc="-15" noProof="0" dirty="0">
                <a:latin typeface="+mn-lt"/>
                <a:cs typeface="Segoe UI"/>
              </a:rPr>
              <a:t>If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need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start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5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job,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but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want/need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5" noProof="0" dirty="0">
                <a:latin typeface="+mn-lt"/>
                <a:cs typeface="Segoe UI"/>
              </a:rPr>
              <a:t>go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home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before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completes,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would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compromise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security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if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 just </a:t>
            </a:r>
            <a:r>
              <a:rPr lang="en-GB" sz="1200" spc="-20" noProof="0" dirty="0">
                <a:latin typeface="+mn-lt"/>
                <a:cs typeface="Segoe UI"/>
              </a:rPr>
              <a:t>left </a:t>
            </a:r>
            <a:r>
              <a:rPr lang="en-GB" sz="1200" spc="-15" noProof="0" dirty="0">
                <a:latin typeface="+mn-lt"/>
                <a:cs typeface="Segoe UI"/>
              </a:rPr>
              <a:t>it running.  By the </a:t>
            </a:r>
            <a:r>
              <a:rPr lang="en-GB" sz="1200" spc="-20" noProof="0" dirty="0">
                <a:latin typeface="+mn-lt"/>
                <a:cs typeface="Segoe UI"/>
              </a:rPr>
              <a:t>time </a:t>
            </a:r>
            <a:r>
              <a:rPr lang="en-GB" sz="1200" spc="-15" noProof="0" dirty="0">
                <a:latin typeface="+mn-lt"/>
                <a:cs typeface="Segoe UI"/>
              </a:rPr>
              <a:t>you got in the </a:t>
            </a:r>
            <a:r>
              <a:rPr lang="en-GB" sz="1200" spc="-25" noProof="0" dirty="0">
                <a:latin typeface="+mn-lt"/>
                <a:cs typeface="Segoe UI"/>
              </a:rPr>
              <a:t>office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5" noProof="0" dirty="0">
                <a:latin typeface="+mn-lt"/>
                <a:cs typeface="Segoe UI"/>
              </a:rPr>
              <a:t>following </a:t>
            </a:r>
            <a:r>
              <a:rPr lang="en-GB" sz="1200" spc="-20" noProof="0" dirty="0">
                <a:latin typeface="+mn-lt"/>
                <a:cs typeface="Segoe UI"/>
              </a:rPr>
              <a:t>day, </a:t>
            </a:r>
            <a:r>
              <a:rPr lang="en-GB" sz="1200" spc="-15" noProof="0" dirty="0">
                <a:latin typeface="+mn-lt"/>
                <a:cs typeface="Segoe UI"/>
              </a:rPr>
              <a:t>your </a:t>
            </a:r>
            <a:r>
              <a:rPr lang="en-GB" sz="1200" spc="-20" noProof="0" dirty="0">
                <a:latin typeface="+mn-lt"/>
                <a:cs typeface="Segoe UI"/>
              </a:rPr>
              <a:t>account might have </a:t>
            </a:r>
            <a:r>
              <a:rPr lang="en-GB" sz="1200" spc="-15" noProof="0" dirty="0">
                <a:latin typeface="+mn-lt"/>
                <a:cs typeface="Segoe UI"/>
              </a:rPr>
              <a:t>been 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compromised.</a:t>
            </a:r>
          </a:p>
          <a:p>
            <a:pPr marL="12700" marR="5080">
              <a:lnSpc>
                <a:spcPct val="100000"/>
              </a:lnSpc>
              <a:spcBef>
                <a:spcPts val="105"/>
              </a:spcBef>
            </a:pPr>
            <a:endParaRPr lang="en-GB" sz="1200" spc="-20" noProof="0" dirty="0">
              <a:latin typeface="+mn-lt"/>
              <a:cs typeface="Segoe UI"/>
            </a:endParaRPr>
          </a:p>
          <a:p>
            <a:pPr marL="12700" marR="170815">
              <a:lnSpc>
                <a:spcPct val="100000"/>
              </a:lnSpc>
              <a:spcBef>
                <a:spcPts val="605"/>
              </a:spcBef>
            </a:pPr>
            <a:r>
              <a:rPr lang="en-GB" sz="1200" spc="-20" noProof="0" dirty="0">
                <a:latin typeface="+mn-lt"/>
                <a:cs typeface="Segoe UI"/>
              </a:rPr>
              <a:t>This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where 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b="1" spc="-15" noProof="0" dirty="0" err="1">
                <a:latin typeface="+mn-lt"/>
                <a:cs typeface="Segoe UI"/>
              </a:rPr>
              <a:t>nohup</a:t>
            </a:r>
            <a:r>
              <a:rPr lang="en-GB" b="1" spc="-15" dirty="0"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command can be used. If you start a job using </a:t>
            </a:r>
            <a:r>
              <a:rPr lang="en-GB" sz="1200" b="1" spc="-15" noProof="0" dirty="0" err="1">
                <a:latin typeface="+mn-lt"/>
                <a:cs typeface="Segoe UI"/>
              </a:rPr>
              <a:t>nohup</a:t>
            </a:r>
            <a:r>
              <a:rPr lang="en-GB" sz="1200" b="1" spc="-15" noProof="0" dirty="0">
                <a:latin typeface="+mn-lt"/>
                <a:cs typeface="Segoe UI"/>
              </a:rPr>
              <a:t> &lt;command&gt;</a:t>
            </a:r>
            <a:r>
              <a:rPr lang="en-GB" sz="1200" spc="-15" noProof="0" dirty="0">
                <a:latin typeface="+mn-lt"/>
                <a:cs typeface="Segoe UI"/>
              </a:rPr>
              <a:t> you </a:t>
            </a:r>
            <a:r>
              <a:rPr lang="en-GB" sz="1200" spc="-20" noProof="0" dirty="0">
                <a:latin typeface="+mn-lt"/>
                <a:cs typeface="Segoe UI"/>
              </a:rPr>
              <a:t>can safely </a:t>
            </a:r>
            <a:r>
              <a:rPr lang="en-GB" sz="1200" spc="-15" noProof="0" dirty="0">
                <a:latin typeface="+mn-lt"/>
                <a:cs typeface="Segoe UI"/>
              </a:rPr>
              <a:t>log out, </a:t>
            </a:r>
            <a:r>
              <a:rPr lang="en-GB" sz="1200" spc="-20" noProof="0" dirty="0">
                <a:latin typeface="+mn-lt"/>
                <a:cs typeface="Segoe UI"/>
              </a:rPr>
              <a:t>knowing that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background </a:t>
            </a:r>
            <a:r>
              <a:rPr lang="en-GB" sz="1200" spc="-15" noProof="0" dirty="0">
                <a:latin typeface="+mn-lt"/>
                <a:cs typeface="Segoe UI"/>
              </a:rPr>
              <a:t>job </a:t>
            </a:r>
            <a:r>
              <a:rPr lang="en-GB" sz="1200" spc="-25" noProof="0" dirty="0">
                <a:latin typeface="+mn-lt"/>
                <a:cs typeface="Segoe UI"/>
              </a:rPr>
              <a:t>will </a:t>
            </a:r>
            <a:r>
              <a:rPr lang="en-GB" sz="1200" spc="-20" noProof="0" dirty="0">
                <a:latin typeface="+mn-lt"/>
                <a:cs typeface="Segoe UI"/>
              </a:rPr>
              <a:t>continue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completion – it will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attached</a:t>
            </a:r>
            <a:r>
              <a:rPr lang="en-GB" sz="120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parent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original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parent.</a:t>
            </a:r>
          </a:p>
          <a:p>
            <a:pPr marL="12700" marR="170815">
              <a:lnSpc>
                <a:spcPct val="100000"/>
              </a:lnSpc>
              <a:spcBef>
                <a:spcPts val="605"/>
              </a:spcBef>
            </a:pPr>
            <a:endParaRPr lang="en-GB" sz="1200" noProof="0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GB" sz="1200" spc="-20" noProof="0" dirty="0">
                <a:latin typeface="+mn-lt"/>
                <a:cs typeface="Segoe UI"/>
              </a:rPr>
              <a:t>Beware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implementation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differences.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endParaRPr lang="en-GB" sz="1200" spc="-20" noProof="0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BASH,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5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background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task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may </a:t>
            </a:r>
            <a:r>
              <a:rPr lang="en-GB" sz="1200" spc="-25" noProof="0" dirty="0">
                <a:latin typeface="+mn-lt"/>
                <a:cs typeface="Segoe UI"/>
              </a:rPr>
              <a:t>automatically</a:t>
            </a:r>
            <a:r>
              <a:rPr lang="en-GB" sz="1200" spc="5" noProof="0" dirty="0">
                <a:latin typeface="+mn-lt"/>
                <a:cs typeface="Segoe UI"/>
              </a:rPr>
              <a:t> </a:t>
            </a:r>
            <a:r>
              <a:rPr lang="en-GB" sz="1200" spc="-5" noProof="0" dirty="0">
                <a:latin typeface="+mn-lt"/>
                <a:cs typeface="Segoe UI"/>
              </a:rPr>
              <a:t>be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“</a:t>
            </a:r>
            <a:r>
              <a:rPr lang="en-GB" sz="1200" spc="-15" noProof="0" dirty="0" err="1">
                <a:latin typeface="+mn-lt"/>
                <a:cs typeface="Segoe UI"/>
              </a:rPr>
              <a:t>nohuped</a:t>
            </a:r>
            <a:r>
              <a:rPr lang="en-GB" sz="1200" spc="-15" noProof="0" dirty="0">
                <a:latin typeface="+mn-lt"/>
                <a:cs typeface="Segoe UI"/>
              </a:rPr>
              <a:t>”.</a:t>
            </a:r>
            <a:r>
              <a:rPr lang="en-GB" sz="1200" spc="-110" noProof="0" dirty="0">
                <a:latin typeface="+mn-lt"/>
                <a:cs typeface="Segoe UI"/>
              </a:rPr>
              <a:t> </a:t>
            </a:r>
            <a:endParaRPr lang="en-GB" noProof="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9326957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74398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4038600"/>
          </a:xfrm>
        </p:spPr>
        <p:txBody>
          <a:bodyPr/>
          <a:lstStyle/>
          <a:p>
            <a:pPr marL="12700" marR="76835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b="1" spc="-15" noProof="0" dirty="0">
                <a:latin typeface="+mn-lt"/>
                <a:cs typeface="Segoe UI"/>
              </a:rPr>
              <a:t>at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 reads commands </a:t>
            </a:r>
            <a:r>
              <a:rPr lang="en-GB" sz="1200" spc="-15" noProof="0" dirty="0">
                <a:latin typeface="+mn-lt"/>
                <a:cs typeface="Segoe UI"/>
              </a:rPr>
              <a:t>from </a:t>
            </a:r>
            <a:r>
              <a:rPr lang="en-GB" sz="1200" spc="-20" noProof="0" dirty="0">
                <a:latin typeface="+mn-lt"/>
                <a:cs typeface="Segoe UI"/>
              </a:rPr>
              <a:t>standard </a:t>
            </a:r>
            <a:r>
              <a:rPr lang="en-GB" sz="1200" spc="-15" noProof="0" dirty="0">
                <a:latin typeface="+mn-lt"/>
                <a:cs typeface="Segoe UI"/>
              </a:rPr>
              <a:t>input and then </a:t>
            </a:r>
            <a:r>
              <a:rPr lang="en-GB" sz="1200" spc="-25" noProof="0" dirty="0">
                <a:latin typeface="+mn-lt"/>
                <a:cs typeface="Segoe UI"/>
              </a:rPr>
              <a:t>executes </a:t>
            </a:r>
            <a:r>
              <a:rPr lang="en-GB" sz="1200" spc="-20" noProof="0" dirty="0">
                <a:latin typeface="+mn-lt"/>
                <a:cs typeface="Segoe UI"/>
              </a:rPr>
              <a:t>them </a:t>
            </a:r>
            <a:r>
              <a:rPr lang="en-GB" sz="1200" spc="-15" noProof="0" dirty="0">
                <a:latin typeface="+mn-lt"/>
                <a:cs typeface="Segoe UI"/>
              </a:rPr>
              <a:t>at some </a:t>
            </a:r>
            <a:r>
              <a:rPr lang="en-GB" sz="1200" spc="-20" noProof="0" dirty="0">
                <a:latin typeface="+mn-lt"/>
                <a:cs typeface="Segoe UI"/>
              </a:rPr>
              <a:t>future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time.  The time c</a:t>
            </a:r>
            <a:r>
              <a:rPr lang="en-GB" sz="1200" spc="-20" noProof="0" dirty="0">
                <a:latin typeface="+mn-lt"/>
                <a:cs typeface="Segoe UI"/>
              </a:rPr>
              <a:t>an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5" noProof="0" dirty="0">
                <a:latin typeface="+mn-lt"/>
                <a:cs typeface="Segoe UI"/>
              </a:rPr>
              <a:t>be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absolute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time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day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45" noProof="0" dirty="0">
                <a:latin typeface="+mn-lt"/>
                <a:cs typeface="Segoe UI"/>
              </a:rPr>
              <a:t> it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5" noProof="0" dirty="0">
                <a:latin typeface="+mn-lt"/>
                <a:cs typeface="Segoe UI"/>
              </a:rPr>
              <a:t>be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relative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5" noProof="0" dirty="0">
                <a:latin typeface="+mn-lt"/>
                <a:cs typeface="Segoe UI"/>
              </a:rPr>
              <a:t>a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certain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time,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using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increment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field.  </a:t>
            </a:r>
            <a:r>
              <a:rPr lang="en-GB" sz="1200" spc="5" noProof="0" dirty="0">
                <a:latin typeface="+mn-lt"/>
                <a:cs typeface="Segoe UI"/>
              </a:rPr>
              <a:t>A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specific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day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week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date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also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given.</a:t>
            </a:r>
          </a:p>
          <a:p>
            <a:pPr marL="12700" marR="76835">
              <a:lnSpc>
                <a:spcPct val="100000"/>
              </a:lnSpc>
              <a:spcBef>
                <a:spcPts val="105"/>
              </a:spcBef>
            </a:pPr>
            <a:endParaRPr lang="en-GB" sz="1200" noProof="0" dirty="0">
              <a:latin typeface="+mn-lt"/>
              <a:cs typeface="Segoe UI"/>
            </a:endParaRPr>
          </a:p>
          <a:p>
            <a:pPr marL="12700" marR="211454">
              <a:lnSpc>
                <a:spcPct val="100000"/>
              </a:lnSpc>
              <a:spcBef>
                <a:spcPts val="605"/>
              </a:spcBef>
            </a:pPr>
            <a:r>
              <a:rPr lang="en-GB" sz="1200" spc="-20" noProof="0" dirty="0">
                <a:latin typeface="+mn-lt"/>
                <a:cs typeface="Segoe UI"/>
              </a:rPr>
              <a:t>Consult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b="1" spc="-25" noProof="0" dirty="0">
                <a:latin typeface="+mn-lt"/>
                <a:cs typeface="Segoe UI"/>
              </a:rPr>
              <a:t>/</a:t>
            </a:r>
            <a:r>
              <a:rPr lang="en-GB" sz="1200" b="1" spc="-25" noProof="0" dirty="0" err="1">
                <a:latin typeface="+mn-lt"/>
                <a:cs typeface="Segoe UI"/>
              </a:rPr>
              <a:t>usr</a:t>
            </a:r>
            <a:r>
              <a:rPr lang="en-GB" sz="1200" b="1" spc="-25" noProof="0" dirty="0">
                <a:latin typeface="+mn-lt"/>
                <a:cs typeface="Segoe UI"/>
              </a:rPr>
              <a:t>/share/doc/packages/at/</a:t>
            </a:r>
            <a:r>
              <a:rPr lang="en-GB" sz="1200" b="1" spc="-25" noProof="0" dirty="0" err="1">
                <a:latin typeface="+mn-lt"/>
                <a:cs typeface="Segoe UI"/>
              </a:rPr>
              <a:t>timespec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 </a:t>
            </a:r>
            <a:r>
              <a:rPr lang="en-GB" sz="1200" spc="-15" noProof="0" dirty="0">
                <a:latin typeface="+mn-lt"/>
                <a:cs typeface="Segoe UI"/>
              </a:rPr>
              <a:t>for the </a:t>
            </a:r>
            <a:r>
              <a:rPr lang="en-GB" sz="1200" spc="-20" noProof="0" dirty="0">
                <a:latin typeface="+mn-lt"/>
                <a:cs typeface="Segoe UI"/>
              </a:rPr>
              <a:t>complete list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20" noProof="0" dirty="0">
                <a:latin typeface="+mn-lt"/>
                <a:cs typeface="Segoe UI"/>
              </a:rPr>
              <a:t> time </a:t>
            </a:r>
            <a:r>
              <a:rPr lang="en-GB" sz="1200" spc="-25" noProof="0" dirty="0">
                <a:latin typeface="+mn-lt"/>
                <a:cs typeface="Segoe UI"/>
              </a:rPr>
              <a:t>specification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methods.</a:t>
            </a:r>
          </a:p>
          <a:p>
            <a:pPr marL="12700" marR="211454">
              <a:lnSpc>
                <a:spcPct val="100000"/>
              </a:lnSpc>
              <a:spcBef>
                <a:spcPts val="605"/>
              </a:spcBef>
            </a:pPr>
            <a:endParaRPr lang="en-GB" sz="1200" noProof="0" dirty="0">
              <a:latin typeface="+mn-lt"/>
              <a:cs typeface="Segoe UI"/>
            </a:endParaRPr>
          </a:p>
          <a:p>
            <a:pPr marL="12700" marR="43815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commands </a:t>
            </a:r>
            <a:r>
              <a:rPr lang="en-GB" sz="1200" spc="-15" noProof="0" dirty="0">
                <a:latin typeface="+mn-lt"/>
                <a:cs typeface="Segoe UI"/>
              </a:rPr>
              <a:t>are held in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5" noProof="0" dirty="0">
                <a:latin typeface="+mn-lt"/>
                <a:cs typeface="Segoe UI"/>
              </a:rPr>
              <a:t>batch </a:t>
            </a:r>
            <a:r>
              <a:rPr lang="en-GB" sz="1200" spc="-15" noProof="0" dirty="0">
                <a:latin typeface="+mn-lt"/>
                <a:cs typeface="Segoe UI"/>
              </a:rPr>
              <a:t>queue and are </a:t>
            </a:r>
            <a:r>
              <a:rPr lang="en-GB" sz="1200" spc="-25" noProof="0" dirty="0">
                <a:latin typeface="+mn-lt"/>
                <a:cs typeface="Segoe UI"/>
              </a:rPr>
              <a:t>executed </a:t>
            </a:r>
            <a:r>
              <a:rPr lang="en-GB" sz="1200" spc="-15" noProof="0" dirty="0">
                <a:latin typeface="+mn-lt"/>
                <a:cs typeface="Segoe UI"/>
              </a:rPr>
              <a:t>at the </a:t>
            </a:r>
            <a:r>
              <a:rPr lang="en-GB" sz="1200" spc="-20" noProof="0" dirty="0">
                <a:latin typeface="+mn-lt"/>
                <a:cs typeface="Segoe UI"/>
              </a:rPr>
              <a:t>appropriate </a:t>
            </a:r>
            <a:r>
              <a:rPr lang="en-GB" spc="-20" dirty="0">
                <a:cs typeface="Segoe UI"/>
              </a:rPr>
              <a:t>time</a:t>
            </a:r>
            <a:r>
              <a:rPr lang="en-GB" sz="1200" spc="-20" noProof="0" dirty="0">
                <a:latin typeface="+mn-lt"/>
                <a:cs typeface="Segoe UI"/>
              </a:rPr>
              <a:t>.  Standard </a:t>
            </a:r>
            <a:r>
              <a:rPr lang="en-GB" sz="1200" spc="-15" noProof="0" dirty="0">
                <a:latin typeface="+mn-lt"/>
                <a:cs typeface="Segoe UI"/>
              </a:rPr>
              <a:t>output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80" noProof="0" dirty="0">
                <a:latin typeface="+mn-lt"/>
                <a:cs typeface="Segoe UI"/>
              </a:rPr>
              <a:t>  </a:t>
            </a:r>
            <a:r>
              <a:rPr lang="en-GB" spc="-15" dirty="0">
                <a:cs typeface="Segoe UI"/>
              </a:rPr>
              <a:t>standard error </a:t>
            </a:r>
            <a:r>
              <a:rPr lang="en-GB" sz="1200" spc="-15" noProof="0" dirty="0">
                <a:latin typeface="+mn-lt"/>
                <a:cs typeface="Segoe UI"/>
              </a:rPr>
              <a:t>are</a:t>
            </a:r>
            <a:r>
              <a:rPr lang="en-GB" sz="1200" spc="-35" noProof="0" dirty="0">
                <a:latin typeface="+mn-lt"/>
                <a:cs typeface="Segoe UI"/>
              </a:rPr>
              <a:t> e</a:t>
            </a:r>
            <a:r>
              <a:rPr lang="en-GB" sz="1200" spc="-25" noProof="0" dirty="0">
                <a:latin typeface="+mn-lt"/>
                <a:cs typeface="Segoe UI"/>
              </a:rPr>
              <a:t>mailed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completion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command.</a:t>
            </a:r>
          </a:p>
          <a:p>
            <a:pPr marL="12700" marR="43815">
              <a:lnSpc>
                <a:spcPct val="100000"/>
              </a:lnSpc>
              <a:spcBef>
                <a:spcPts val="600"/>
              </a:spcBef>
            </a:pPr>
            <a:endParaRPr lang="en-GB" sz="1200" noProof="0" dirty="0">
              <a:latin typeface="+mn-lt"/>
              <a:cs typeface="Segoe UI"/>
            </a:endParaRPr>
          </a:p>
          <a:p>
            <a:pPr marL="12700" marR="273685">
              <a:lnSpc>
                <a:spcPct val="100000"/>
              </a:lnSpc>
              <a:spcBef>
                <a:spcPts val="600"/>
              </a:spcBef>
            </a:pPr>
            <a:r>
              <a:rPr lang="en-GB" sz="1200" spc="5" noProof="0" dirty="0">
                <a:latin typeface="+mn-lt"/>
                <a:cs typeface="Segoe UI"/>
              </a:rPr>
              <a:t>A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simpler form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b="1" spc="-35" noProof="0" dirty="0">
                <a:latin typeface="+mn-lt"/>
                <a:cs typeface="Segoe UI"/>
              </a:rPr>
              <a:t>at </a:t>
            </a:r>
            <a:r>
              <a:rPr lang="en-GB" sz="1200" spc="-20" noProof="0" dirty="0">
                <a:latin typeface="+mn-lt"/>
                <a:cs typeface="Segoe UI"/>
              </a:rPr>
              <a:t>command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called </a:t>
            </a:r>
            <a:r>
              <a:rPr lang="en-GB" sz="1200" b="1" spc="-20" noProof="0" dirty="0">
                <a:latin typeface="+mn-lt"/>
                <a:cs typeface="Segoe UI"/>
              </a:rPr>
              <a:t>batch</a:t>
            </a:r>
            <a:r>
              <a:rPr lang="en-GB" sz="1200" spc="-20" noProof="0" dirty="0">
                <a:latin typeface="+mn-lt"/>
                <a:cs typeface="Segoe UI"/>
              </a:rPr>
              <a:t>,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which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runs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pc="-15" dirty="0"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command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when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system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loading </a:t>
            </a:r>
            <a:r>
              <a:rPr lang="en-GB" sz="1200" spc="-254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permits.  </a:t>
            </a:r>
            <a:r>
              <a:rPr lang="en-GB" sz="1200" spc="-25" noProof="0" dirty="0">
                <a:latin typeface="+mn-lt"/>
                <a:cs typeface="Segoe UI"/>
              </a:rPr>
              <a:t>Usually,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this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almost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immediately.</a:t>
            </a:r>
          </a:p>
          <a:p>
            <a:pPr marL="12700" marR="273685">
              <a:lnSpc>
                <a:spcPct val="100000"/>
              </a:lnSpc>
              <a:spcBef>
                <a:spcPts val="600"/>
              </a:spcBef>
            </a:pPr>
            <a:endParaRPr lang="en-GB" sz="1200" noProof="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historical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versions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UNIX,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all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b="1" spc="-15" noProof="0" dirty="0">
                <a:latin typeface="+mn-lt"/>
                <a:cs typeface="Segoe UI"/>
              </a:rPr>
              <a:t>at</a:t>
            </a:r>
            <a:r>
              <a:rPr lang="en-GB" sz="1200" b="1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b="1" spc="-25" noProof="0" dirty="0">
                <a:latin typeface="+mn-lt"/>
                <a:cs typeface="Segoe UI"/>
              </a:rPr>
              <a:t>batch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jobs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were</a:t>
            </a:r>
            <a:r>
              <a:rPr lang="en-GB" sz="1200" spc="-25" noProof="0" dirty="0">
                <a:latin typeface="+mn-lt"/>
                <a:cs typeface="Segoe UI"/>
              </a:rPr>
              <a:t> executed </a:t>
            </a:r>
            <a:r>
              <a:rPr lang="en-GB" sz="1200" spc="-10" noProof="0" dirty="0">
                <a:latin typeface="+mn-lt"/>
                <a:cs typeface="Segoe UI"/>
              </a:rPr>
              <a:t>by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system’s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main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timekeeper,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b="1" spc="-260" noProof="0" dirty="0">
                <a:latin typeface="+mn-lt"/>
                <a:cs typeface="Segoe UI"/>
              </a:rPr>
              <a:t> </a:t>
            </a:r>
            <a:r>
              <a:rPr lang="en-GB" sz="1200" b="1" spc="-15" noProof="0" dirty="0" err="1">
                <a:latin typeface="+mn-lt"/>
                <a:cs typeface="Segoe UI"/>
              </a:rPr>
              <a:t>cron</a:t>
            </a:r>
            <a:r>
              <a:rPr lang="en-GB" sz="1200" b="1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daemon.  </a:t>
            </a:r>
            <a:r>
              <a:rPr lang="en-GB" sz="1200" spc="-5" noProof="0" dirty="0">
                <a:latin typeface="+mn-lt"/>
                <a:cs typeface="Segoe UI"/>
              </a:rPr>
              <a:t>On </a:t>
            </a:r>
            <a:r>
              <a:rPr lang="en-GB" sz="1200" spc="-20" noProof="0" dirty="0">
                <a:latin typeface="+mn-lt"/>
                <a:cs typeface="Segoe UI"/>
              </a:rPr>
              <a:t>Linux,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separate daemon </a:t>
            </a:r>
            <a:r>
              <a:rPr lang="en-GB" sz="1200" spc="-15" noProof="0" dirty="0">
                <a:latin typeface="+mn-lt"/>
                <a:cs typeface="Segoe UI"/>
              </a:rPr>
              <a:t>is </a:t>
            </a:r>
            <a:r>
              <a:rPr lang="en-GB" sz="1200" spc="-10" noProof="0" dirty="0">
                <a:latin typeface="+mn-lt"/>
                <a:cs typeface="Segoe UI"/>
              </a:rPr>
              <a:t>now </a:t>
            </a:r>
            <a:r>
              <a:rPr lang="en-GB" sz="1200" spc="-25" noProof="0" dirty="0">
                <a:latin typeface="+mn-lt"/>
                <a:cs typeface="Segoe UI"/>
              </a:rPr>
              <a:t>available, dedicated </a:t>
            </a:r>
            <a:r>
              <a:rPr lang="en-GB" sz="1200" spc="-15" noProof="0" dirty="0">
                <a:latin typeface="+mn-lt"/>
                <a:cs typeface="Segoe UI"/>
              </a:rPr>
              <a:t>to the </a:t>
            </a:r>
            <a:r>
              <a:rPr lang="en-GB" sz="1200" b="1" spc="-15" noProof="0" dirty="0">
                <a:latin typeface="+mn-lt"/>
                <a:cs typeface="Segoe UI"/>
              </a:rPr>
              <a:t>at</a:t>
            </a:r>
            <a:r>
              <a:rPr lang="en-GB" sz="1200" spc="-15" noProof="0" dirty="0">
                <a:latin typeface="+mn-lt"/>
                <a:cs typeface="Segoe UI"/>
              </a:rPr>
              <a:t> and</a:t>
            </a:r>
            <a:r>
              <a:rPr lang="en-GB" sz="1200" b="1" spc="-15" noProof="0" dirty="0">
                <a:latin typeface="+mn-lt"/>
                <a:cs typeface="Segoe UI"/>
              </a:rPr>
              <a:t> </a:t>
            </a:r>
            <a:r>
              <a:rPr lang="en-GB" sz="1200" b="1" spc="-25" noProof="0" dirty="0">
                <a:latin typeface="+mn-lt"/>
                <a:cs typeface="Segoe UI"/>
              </a:rPr>
              <a:t>batch </a:t>
            </a:r>
            <a:r>
              <a:rPr lang="en-GB" sz="1200" spc="-20" noProof="0" dirty="0">
                <a:latin typeface="+mn-lt"/>
                <a:cs typeface="Segoe UI"/>
              </a:rPr>
              <a:t>programs alone.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7999973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Linux</a:t>
            </a:r>
            <a:r>
              <a:rPr lang="en-GB" sz="1200" spc="-9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also </a:t>
            </a:r>
            <a:r>
              <a:rPr lang="en-GB" sz="1200" spc="-15" noProof="0" dirty="0">
                <a:latin typeface="+mn-lt"/>
                <a:cs typeface="Segoe UI"/>
              </a:rPr>
              <a:t>supports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legacy</a:t>
            </a:r>
            <a:r>
              <a:rPr lang="en-GB" sz="1200" spc="-20" noProof="0" dirty="0">
                <a:latin typeface="+mn-lt"/>
                <a:cs typeface="Segoe UI"/>
              </a:rPr>
              <a:t> version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control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command: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b="1" spc="-20" noProof="0" dirty="0" err="1">
                <a:latin typeface="+mn-lt"/>
                <a:cs typeface="Segoe UI"/>
              </a:rPr>
              <a:t>atq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listing</a:t>
            </a:r>
            <a:r>
              <a:rPr lang="en-GB" sz="1200" b="1" spc="-55" noProof="0" dirty="0">
                <a:latin typeface="+mn-lt"/>
                <a:cs typeface="Segoe UI"/>
              </a:rPr>
              <a:t> </a:t>
            </a:r>
            <a:r>
              <a:rPr lang="en-GB" sz="1200" b="1" spc="-15" noProof="0" dirty="0">
                <a:latin typeface="+mn-lt"/>
                <a:cs typeface="Segoe UI"/>
              </a:rPr>
              <a:t>at</a:t>
            </a:r>
            <a:r>
              <a:rPr lang="en-GB" sz="1200" b="1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jobs.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7778253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traditional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way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deleting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b="1" spc="-15" noProof="0" dirty="0">
                <a:latin typeface="+mn-lt"/>
                <a:cs typeface="Segoe UI"/>
              </a:rPr>
              <a:t>at</a:t>
            </a:r>
            <a:r>
              <a:rPr lang="en-GB" sz="1200" b="1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jobs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use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b="1" spc="-10" noProof="0" dirty="0">
                <a:latin typeface="+mn-lt"/>
                <a:cs typeface="Segoe UI"/>
              </a:rPr>
              <a:t>-l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option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list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jobs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job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numbers,</a:t>
            </a:r>
            <a:r>
              <a:rPr lang="en-GB" sz="1200" spc="-90" noProof="0" dirty="0">
                <a:latin typeface="+mn-lt"/>
                <a:cs typeface="Segoe UI"/>
              </a:rPr>
              <a:t> and </a:t>
            </a:r>
            <a:r>
              <a:rPr lang="en-GB" sz="1200" spc="-15" noProof="0" dirty="0">
                <a:latin typeface="+mn-lt"/>
                <a:cs typeface="Segoe UI"/>
              </a:rPr>
              <a:t>then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use </a:t>
            </a:r>
            <a:r>
              <a:rPr lang="en-GB" sz="1200" spc="-35" noProof="0" dirty="0">
                <a:latin typeface="+mn-lt"/>
                <a:cs typeface="Segoe UI"/>
              </a:rPr>
              <a:t>t</a:t>
            </a:r>
            <a:r>
              <a:rPr lang="en-GB" sz="1200" spc="-20" noProof="0" dirty="0">
                <a:latin typeface="+mn-lt"/>
                <a:cs typeface="Segoe UI"/>
              </a:rPr>
              <a:t>h</a:t>
            </a:r>
            <a:r>
              <a:rPr lang="en-GB" sz="1200" spc="5" noProof="0" dirty="0">
                <a:latin typeface="+mn-lt"/>
                <a:cs typeface="Segoe UI"/>
              </a:rPr>
              <a:t>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b="1" spc="-25" noProof="0" dirty="0">
                <a:latin typeface="+mn-lt"/>
                <a:cs typeface="Segoe UI"/>
              </a:rPr>
              <a:t>-</a:t>
            </a:r>
            <a:r>
              <a:rPr lang="en-GB" sz="1200" b="1" noProof="0" dirty="0">
                <a:latin typeface="+mn-lt"/>
                <a:cs typeface="Segoe UI"/>
              </a:rPr>
              <a:t>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op</a:t>
            </a:r>
            <a:r>
              <a:rPr lang="en-GB" sz="1200" spc="-35" noProof="0" dirty="0">
                <a:latin typeface="+mn-lt"/>
                <a:cs typeface="Segoe UI"/>
              </a:rPr>
              <a:t>t</a:t>
            </a:r>
            <a:r>
              <a:rPr lang="en-GB" sz="1200" spc="-30" noProof="0" dirty="0">
                <a:latin typeface="+mn-lt"/>
                <a:cs typeface="Segoe UI"/>
              </a:rPr>
              <a:t>i</a:t>
            </a:r>
            <a:r>
              <a:rPr lang="en-GB" sz="1200" spc="-15" noProof="0" dirty="0">
                <a:latin typeface="+mn-lt"/>
                <a:cs typeface="Segoe UI"/>
              </a:rPr>
              <a:t>o</a:t>
            </a:r>
            <a:r>
              <a:rPr lang="en-GB" sz="1200" spc="5" noProof="0" dirty="0">
                <a:latin typeface="+mn-lt"/>
                <a:cs typeface="Segoe UI"/>
              </a:rPr>
              <a:t>n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35" noProof="0" dirty="0">
                <a:latin typeface="+mn-lt"/>
                <a:cs typeface="Segoe UI"/>
              </a:rPr>
              <a:t>t</a:t>
            </a:r>
            <a:r>
              <a:rPr lang="en-GB" sz="1200" spc="5" noProof="0" dirty="0">
                <a:latin typeface="+mn-lt"/>
                <a:cs typeface="Segoe UI"/>
              </a:rPr>
              <a:t>o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r</a:t>
            </a:r>
            <a:r>
              <a:rPr lang="en-GB" sz="1200" spc="-20" noProof="0" dirty="0">
                <a:latin typeface="+mn-lt"/>
                <a:cs typeface="Segoe UI"/>
              </a:rPr>
              <a:t>e</a:t>
            </a:r>
            <a:r>
              <a:rPr lang="en-GB" sz="1200" spc="-30" noProof="0" dirty="0">
                <a:latin typeface="+mn-lt"/>
                <a:cs typeface="Segoe UI"/>
              </a:rPr>
              <a:t>m</a:t>
            </a:r>
            <a:r>
              <a:rPr lang="en-GB" sz="1200" spc="-15" noProof="0" dirty="0">
                <a:latin typeface="+mn-lt"/>
                <a:cs typeface="Segoe UI"/>
              </a:rPr>
              <a:t>o</a:t>
            </a:r>
            <a:r>
              <a:rPr lang="en-GB" sz="1200" spc="-25" noProof="0" dirty="0">
                <a:latin typeface="+mn-lt"/>
                <a:cs typeface="Segoe UI"/>
              </a:rPr>
              <a:t>v</a:t>
            </a:r>
            <a:r>
              <a:rPr lang="en-GB" sz="1200" spc="5" noProof="0" dirty="0">
                <a:latin typeface="+mn-lt"/>
                <a:cs typeface="Segoe UI"/>
              </a:rPr>
              <a:t>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35" noProof="0" dirty="0">
                <a:latin typeface="+mn-lt"/>
                <a:cs typeface="Segoe UI"/>
              </a:rPr>
              <a:t>t</a:t>
            </a:r>
            <a:r>
              <a:rPr lang="en-GB" sz="1200" spc="-20" noProof="0" dirty="0">
                <a:latin typeface="+mn-lt"/>
                <a:cs typeface="Segoe UI"/>
              </a:rPr>
              <a:t>h</a:t>
            </a:r>
            <a:r>
              <a:rPr lang="en-GB" sz="1200" spc="5" noProof="0" dirty="0">
                <a:latin typeface="+mn-lt"/>
                <a:cs typeface="Segoe UI"/>
              </a:rPr>
              <a:t>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r</a:t>
            </a:r>
            <a:r>
              <a:rPr lang="en-GB" sz="1200" spc="-20" noProof="0" dirty="0">
                <a:latin typeface="+mn-lt"/>
                <a:cs typeface="Segoe UI"/>
              </a:rPr>
              <a:t>e</a:t>
            </a:r>
            <a:r>
              <a:rPr lang="en-GB" sz="1200" spc="-15" noProof="0" dirty="0">
                <a:latin typeface="+mn-lt"/>
                <a:cs typeface="Segoe UI"/>
              </a:rPr>
              <a:t>q</a:t>
            </a:r>
            <a:r>
              <a:rPr lang="en-GB" sz="1200" spc="-20" noProof="0" dirty="0">
                <a:latin typeface="+mn-lt"/>
                <a:cs typeface="Segoe UI"/>
              </a:rPr>
              <a:t>u</a:t>
            </a:r>
            <a:r>
              <a:rPr lang="en-GB" sz="1200" spc="-30" noProof="0" dirty="0">
                <a:latin typeface="+mn-lt"/>
                <a:cs typeface="Segoe UI"/>
              </a:rPr>
              <a:t>i</a:t>
            </a:r>
            <a:r>
              <a:rPr lang="en-GB" sz="1200" spc="-15" noProof="0" dirty="0">
                <a:latin typeface="+mn-lt"/>
                <a:cs typeface="Segoe UI"/>
              </a:rPr>
              <a:t>r</a:t>
            </a:r>
            <a:r>
              <a:rPr lang="en-GB" sz="1200" spc="-20" noProof="0" dirty="0">
                <a:latin typeface="+mn-lt"/>
                <a:cs typeface="Segoe UI"/>
              </a:rPr>
              <a:t>e</a:t>
            </a:r>
            <a:r>
              <a:rPr lang="en-GB" sz="1200" spc="5" noProof="0" dirty="0">
                <a:latin typeface="+mn-lt"/>
                <a:cs typeface="Segoe UI"/>
              </a:rPr>
              <a:t>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30" noProof="0" dirty="0">
                <a:latin typeface="+mn-lt"/>
                <a:cs typeface="Segoe UI"/>
              </a:rPr>
              <a:t>j</a:t>
            </a:r>
            <a:r>
              <a:rPr lang="en-GB" sz="1200" spc="-15" noProof="0" dirty="0">
                <a:latin typeface="+mn-lt"/>
                <a:cs typeface="Segoe UI"/>
              </a:rPr>
              <a:t>ob</a:t>
            </a:r>
            <a:r>
              <a:rPr lang="en-GB" sz="1200" spc="-25" noProof="0" dirty="0">
                <a:latin typeface="+mn-lt"/>
                <a:cs typeface="Segoe UI"/>
              </a:rPr>
              <a:t>s</a:t>
            </a:r>
            <a:r>
              <a:rPr lang="en-GB" sz="1200" noProof="0" dirty="0">
                <a:latin typeface="+mn-lt"/>
                <a:cs typeface="Segoe UI"/>
              </a:rPr>
              <a:t>.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GB" sz="1200" noProof="0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Linux</a:t>
            </a:r>
            <a:r>
              <a:rPr lang="en-GB" sz="1200" spc="-9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also </a:t>
            </a:r>
            <a:r>
              <a:rPr lang="en-GB" sz="1200" spc="-15" noProof="0" dirty="0">
                <a:latin typeface="+mn-lt"/>
                <a:cs typeface="Segoe UI"/>
              </a:rPr>
              <a:t>supports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legacy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version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control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b="1" spc="-20" noProof="0" dirty="0" err="1">
                <a:latin typeface="+mn-lt"/>
                <a:cs typeface="Segoe UI"/>
              </a:rPr>
              <a:t>atrm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command,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removing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at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jobs.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endParaRPr lang="en-GB" sz="1200" noProof="0" dirty="0">
              <a:latin typeface="+mn-lt"/>
              <a:cs typeface="Segoe UI"/>
            </a:endParaRPr>
          </a:p>
          <a:p>
            <a:pPr marL="12700" marR="64135">
              <a:lnSpc>
                <a:spcPct val="100000"/>
              </a:lnSpc>
              <a:spcBef>
                <a:spcPts val="600"/>
              </a:spcBef>
            </a:pPr>
            <a:r>
              <a:rPr lang="en-GB" sz="1200" spc="-20" noProof="0" dirty="0">
                <a:latin typeface="+mn-lt"/>
                <a:cs typeface="Segoe UI"/>
              </a:rPr>
              <a:t>Unless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redirect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 err="1">
                <a:latin typeface="+mn-lt"/>
                <a:cs typeface="Segoe UI"/>
              </a:rPr>
              <a:t>stdout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stderr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file,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all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outgoing</a:t>
            </a:r>
            <a:r>
              <a:rPr lang="en-GB" sz="1200" spc="-10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streams </a:t>
            </a:r>
            <a:r>
              <a:rPr lang="en-GB" sz="1200" spc="-25" noProof="0" dirty="0">
                <a:latin typeface="+mn-lt"/>
                <a:cs typeface="Segoe UI"/>
              </a:rPr>
              <a:t>will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55" noProof="0" dirty="0">
                <a:latin typeface="+mn-lt"/>
                <a:cs typeface="Segoe UI"/>
              </a:rPr>
              <a:t> e</a:t>
            </a:r>
            <a:r>
              <a:rPr lang="en-GB" sz="1200" spc="-25" noProof="0" dirty="0">
                <a:latin typeface="+mn-lt"/>
                <a:cs typeface="Segoe UI"/>
              </a:rPr>
              <a:t>mailed </a:t>
            </a:r>
            <a:r>
              <a:rPr lang="en-GB" sz="1200" spc="-254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 you.</a:t>
            </a:r>
          </a:p>
          <a:p>
            <a:pPr marL="12700" marR="64135">
              <a:lnSpc>
                <a:spcPct val="100000"/>
              </a:lnSpc>
              <a:spcBef>
                <a:spcPts val="600"/>
              </a:spcBef>
            </a:pPr>
            <a:endParaRPr lang="en-GB" sz="1200" spc="-15" noProof="0" dirty="0">
              <a:latin typeface="+mn-lt"/>
              <a:cs typeface="Segoe UI"/>
            </a:endParaRPr>
          </a:p>
          <a:p>
            <a:pPr marL="12700" marR="64135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In </a:t>
            </a:r>
            <a:r>
              <a:rPr lang="en-GB" sz="1200" spc="-20" noProof="0" dirty="0">
                <a:latin typeface="+mn-lt"/>
                <a:cs typeface="Segoe UI"/>
              </a:rPr>
              <a:t>case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5" noProof="0" dirty="0">
                <a:latin typeface="+mn-lt"/>
                <a:cs typeface="Segoe UI"/>
              </a:rPr>
              <a:t>mailing </a:t>
            </a:r>
            <a:r>
              <a:rPr lang="en-GB" sz="1200" spc="-20" noProof="0" dirty="0">
                <a:latin typeface="+mn-lt"/>
                <a:cs typeface="Segoe UI"/>
              </a:rPr>
              <a:t>system </a:t>
            </a:r>
            <a:r>
              <a:rPr lang="en-GB" sz="1200" spc="-15" noProof="0" dirty="0">
                <a:latin typeface="+mn-lt"/>
                <a:cs typeface="Segoe UI"/>
              </a:rPr>
              <a:t>is </a:t>
            </a:r>
            <a:r>
              <a:rPr lang="en-GB" sz="1200" spc="-10" noProof="0" dirty="0">
                <a:latin typeface="+mn-lt"/>
                <a:cs typeface="Segoe UI"/>
              </a:rPr>
              <a:t>not </a:t>
            </a:r>
            <a:r>
              <a:rPr lang="en-GB" sz="1200" spc="-20" noProof="0" dirty="0">
                <a:latin typeface="+mn-lt"/>
                <a:cs typeface="Segoe UI"/>
              </a:rPr>
              <a:t>fully setup, </a:t>
            </a:r>
            <a:r>
              <a:rPr lang="en-GB" sz="1200" spc="-15" noProof="0" dirty="0">
                <a:latin typeface="+mn-lt"/>
                <a:cs typeface="Segoe UI"/>
              </a:rPr>
              <a:t>it </a:t>
            </a:r>
            <a:r>
              <a:rPr lang="en-GB" sz="1200" spc="-20" noProof="0" dirty="0">
                <a:latin typeface="+mn-lt"/>
                <a:cs typeface="Segoe UI"/>
              </a:rPr>
              <a:t>may </a:t>
            </a:r>
            <a:r>
              <a:rPr lang="en-GB" sz="1200" spc="-10" noProof="0" dirty="0">
                <a:latin typeface="+mn-lt"/>
                <a:cs typeface="Segoe UI"/>
              </a:rPr>
              <a:t>be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15" noProof="0" dirty="0">
                <a:latin typeface="+mn-lt"/>
                <a:cs typeface="Segoe UI"/>
              </a:rPr>
              <a:t>good idea to </a:t>
            </a:r>
            <a:r>
              <a:rPr lang="en-GB" sz="1200" spc="-20" noProof="0" dirty="0">
                <a:latin typeface="+mn-lt"/>
                <a:cs typeface="Segoe UI"/>
              </a:rPr>
              <a:t>remain </a:t>
            </a:r>
            <a:r>
              <a:rPr lang="en-GB" sz="1200" spc="-15" noProof="0" dirty="0">
                <a:latin typeface="+mn-lt"/>
                <a:cs typeface="Segoe UI"/>
              </a:rPr>
              <a:t>in </a:t>
            </a:r>
            <a:r>
              <a:rPr lang="en-GB" sz="1200" spc="-20" noProof="0" dirty="0">
                <a:latin typeface="+mn-lt"/>
                <a:cs typeface="Segoe UI"/>
              </a:rPr>
              <a:t>control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outputs</a:t>
            </a:r>
            <a:r>
              <a:rPr lang="en-GB" sz="1200" spc="-10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by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saving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them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20" noProof="0" dirty="0">
                <a:latin typeface="+mn-lt"/>
                <a:cs typeface="Segoe UI"/>
              </a:rPr>
              <a:t> file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choice.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8881374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The at/batch system uses control files to determine who can use the </a:t>
            </a:r>
            <a:r>
              <a:rPr lang="en-GB" b="1" noProof="0" dirty="0"/>
              <a:t>at</a:t>
            </a:r>
            <a:r>
              <a:rPr lang="en-GB" noProof="0" dirty="0"/>
              <a:t> and </a:t>
            </a:r>
            <a:r>
              <a:rPr lang="en-GB" b="1" noProof="0" dirty="0"/>
              <a:t>batch</a:t>
            </a:r>
            <a:r>
              <a:rPr lang="en-GB" noProof="0" dirty="0"/>
              <a:t> facilities.</a:t>
            </a:r>
          </a:p>
          <a:p>
            <a:endParaRPr lang="en-GB" noProof="0" dirty="0"/>
          </a:p>
          <a:p>
            <a:r>
              <a:rPr lang="en-GB" noProof="0" dirty="0"/>
              <a:t>There is an allow and a deny file.</a:t>
            </a:r>
          </a:p>
          <a:p>
            <a:pPr marL="228600" indent="-228600">
              <a:buFont typeface="+mj-lt"/>
              <a:buAutoNum type="arabicPeriod"/>
            </a:pPr>
            <a:r>
              <a:rPr lang="en-GB" noProof="0" dirty="0"/>
              <a:t>If the allow file exists, only users listed in this file have access to the relevant utility; the deny file is not used.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GB" noProof="0" dirty="0"/>
              <a:t>If the allow file does not exist, the deny file is checked for users not allowed to use the utility.  An empty deny file permits all users access to the utility.</a:t>
            </a:r>
          </a:p>
          <a:p>
            <a:pPr marL="228600" indent="-228600">
              <a:buFont typeface="+mj-lt"/>
              <a:buAutoNum type="arabicPeriod"/>
            </a:pPr>
            <a:r>
              <a:rPr lang="en-GB" noProof="0" dirty="0"/>
              <a:t>If the deny file does not exist, only root can use </a:t>
            </a:r>
            <a:r>
              <a:rPr lang="en-GB" b="1" noProof="0" dirty="0"/>
              <a:t>at</a:t>
            </a:r>
            <a:r>
              <a:rPr lang="en-GB" noProof="0" dirty="0"/>
              <a:t>.</a:t>
            </a:r>
          </a:p>
          <a:p>
            <a:pPr marL="228600" indent="-228600">
              <a:buFont typeface="+mj-lt"/>
              <a:buAutoNum type="arabicPeriod"/>
            </a:pPr>
            <a:endParaRPr lang="en-GB" dirty="0"/>
          </a:p>
          <a:p>
            <a:r>
              <a:rPr lang="en-GB" noProof="0" dirty="0"/>
              <a:t>Each of these files consists of a list of usernames, one per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548901C6-1DA1-FB44-ABEE-06A0FEB7738E}" type="slidenum">
              <a:rPr lang="en-GB" noProof="0" smtClean="0"/>
              <a:pPr lvl="0"/>
              <a:t>13</a:t>
            </a:fld>
            <a:endParaRPr lang="en-GB" noProof="0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9CB99345-D113-1CC4-5C89-DDF95DF906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7286316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37675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49"/>
            <a:ext cx="5486400" cy="3952875"/>
          </a:xfrm>
        </p:spPr>
        <p:txBody>
          <a:bodyPr/>
          <a:lstStyle/>
          <a:p>
            <a:pPr marL="12700" marR="63500" algn="just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b="1" spc="-15" noProof="0" dirty="0" err="1">
                <a:latin typeface="+mn-lt"/>
                <a:cs typeface="Segoe UI"/>
              </a:rPr>
              <a:t>cron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facility</a:t>
            </a:r>
            <a:r>
              <a:rPr lang="en-GB" sz="1200" spc="1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allows</a:t>
            </a:r>
            <a:r>
              <a:rPr lang="en-GB" sz="1200" spc="-20" noProof="0" dirty="0">
                <a:latin typeface="+mn-lt"/>
                <a:cs typeface="Segoe UI"/>
              </a:rPr>
              <a:t> you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0" noProof="0" dirty="0">
                <a:latin typeface="+mn-lt"/>
                <a:cs typeface="Segoe UI"/>
              </a:rPr>
              <a:t> schedule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jobs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repeated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execution.</a:t>
            </a:r>
            <a:endParaRPr lang="en-GB" sz="1200" spc="-30" noProof="0" dirty="0">
              <a:latin typeface="+mn-lt"/>
              <a:cs typeface="Segoe UI"/>
            </a:endParaRPr>
          </a:p>
          <a:p>
            <a:pPr marL="12700" marR="138430" algn="just">
              <a:lnSpc>
                <a:spcPct val="100000"/>
              </a:lnSpc>
              <a:spcBef>
                <a:spcPts val="605"/>
              </a:spcBef>
            </a:pPr>
            <a:endParaRPr lang="en-GB" sz="1200" spc="-15" noProof="0" dirty="0">
              <a:latin typeface="+mn-lt"/>
              <a:cs typeface="Segoe UI"/>
            </a:endParaRPr>
          </a:p>
          <a:p>
            <a:pPr marL="12700" marR="138430" algn="just">
              <a:lnSpc>
                <a:spcPct val="100000"/>
              </a:lnSpc>
              <a:spcBef>
                <a:spcPts val="605"/>
              </a:spcBef>
            </a:pPr>
            <a:r>
              <a:rPr lang="en-GB" sz="1200" spc="-15" noProof="0" dirty="0">
                <a:latin typeface="+mn-lt"/>
                <a:cs typeface="Segoe UI"/>
              </a:rPr>
              <a:t>Jobs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are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controlled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 err="1">
                <a:latin typeface="+mn-lt"/>
                <a:cs typeface="Segoe UI"/>
              </a:rPr>
              <a:t>crond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daemon,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which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checks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configuration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every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minute.</a:t>
            </a:r>
            <a:r>
              <a:rPr lang="en-GB" spc="-65" dirty="0"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means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that </a:t>
            </a:r>
            <a:r>
              <a:rPr lang="en-GB" sz="1200" spc="-2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Linux</a:t>
            </a:r>
            <a:r>
              <a:rPr lang="en-GB" sz="1200" spc="-9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jobs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scheduled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with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1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minute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resolution. 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b="1" spc="-15" noProof="0" dirty="0" err="1">
                <a:latin typeface="+mn-lt"/>
                <a:cs typeface="Segoe UI"/>
              </a:rPr>
              <a:t>cron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facility</a:t>
            </a:r>
            <a:r>
              <a:rPr lang="en-GB" sz="1200" spc="10" noProof="0" dirty="0">
                <a:latin typeface="+mn-lt"/>
                <a:cs typeface="Segoe UI"/>
              </a:rPr>
              <a:t> can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execute </a:t>
            </a:r>
            <a:r>
              <a:rPr lang="en-GB" sz="1200" spc="-20" noProof="0" dirty="0">
                <a:latin typeface="+mn-lt"/>
                <a:cs typeface="Segoe UI"/>
              </a:rPr>
              <a:t>tasks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behalf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user,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long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has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been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authorized.</a:t>
            </a:r>
          </a:p>
          <a:p>
            <a:pPr marL="12700" marR="138430" algn="just">
              <a:lnSpc>
                <a:spcPct val="100000"/>
              </a:lnSpc>
              <a:spcBef>
                <a:spcPts val="605"/>
              </a:spcBef>
            </a:pPr>
            <a:endParaRPr lang="en-GB" sz="1200" noProof="0" dirty="0">
              <a:latin typeface="+mn-lt"/>
              <a:cs typeface="Segoe UI"/>
            </a:endParaRPr>
          </a:p>
          <a:p>
            <a:pPr marL="12700" marR="40640">
              <a:lnSpc>
                <a:spcPct val="100000"/>
              </a:lnSpc>
              <a:spcBef>
                <a:spcPts val="600"/>
              </a:spcBef>
            </a:pPr>
            <a:r>
              <a:rPr lang="en-GB" sz="1200" spc="-25" noProof="0" dirty="0">
                <a:latin typeface="+mn-lt"/>
                <a:cs typeface="Segoe UI"/>
              </a:rPr>
              <a:t>Notice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that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term</a:t>
            </a:r>
            <a:r>
              <a:rPr lang="en-GB" sz="1200" b="1" spc="-25" noProof="0" dirty="0">
                <a:latin typeface="+mn-lt"/>
                <a:cs typeface="Segoe UI"/>
              </a:rPr>
              <a:t> </a:t>
            </a:r>
            <a:r>
              <a:rPr lang="en-GB" sz="1200" b="1" spc="-15" noProof="0" dirty="0" err="1">
                <a:latin typeface="+mn-lt"/>
                <a:cs typeface="Segoe UI"/>
              </a:rPr>
              <a:t>cron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0" noProof="0" dirty="0">
                <a:latin typeface="+mn-lt"/>
                <a:cs typeface="Segoe UI"/>
              </a:rPr>
              <a:t> the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generic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name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30" noProof="0" dirty="0">
                <a:latin typeface="+mn-lt"/>
                <a:cs typeface="Segoe UI"/>
              </a:rPr>
              <a:t>facility.  </a:t>
            </a:r>
            <a:r>
              <a:rPr lang="en-GB" sz="1200" spc="-15" noProof="0" dirty="0">
                <a:latin typeface="+mn-lt"/>
                <a:cs typeface="Segoe UI"/>
              </a:rPr>
              <a:t>If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20" noProof="0" dirty="0">
                <a:latin typeface="+mn-lt"/>
                <a:cs typeface="Segoe UI"/>
              </a:rPr>
              <a:t> enter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b="1" spc="-20" noProof="0" dirty="0">
                <a:latin typeface="+mn-lt"/>
                <a:cs typeface="Segoe UI"/>
              </a:rPr>
              <a:t>man</a:t>
            </a:r>
            <a:r>
              <a:rPr lang="en-GB" sz="1200" b="1" spc="-10" noProof="0" dirty="0">
                <a:latin typeface="+mn-lt"/>
                <a:cs typeface="Segoe UI"/>
              </a:rPr>
              <a:t> </a:t>
            </a:r>
            <a:r>
              <a:rPr lang="en-GB" sz="1200" b="1" spc="-15" noProof="0" dirty="0" err="1">
                <a:latin typeface="+mn-lt"/>
                <a:cs typeface="Segoe UI"/>
              </a:rPr>
              <a:t>cron</a:t>
            </a:r>
            <a:r>
              <a:rPr lang="en-GB" sz="1200" spc="-15" noProof="0" dirty="0">
                <a:latin typeface="+mn-lt"/>
                <a:cs typeface="Segoe UI"/>
              </a:rPr>
              <a:t>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however,</a:t>
            </a:r>
            <a:r>
              <a:rPr lang="en-GB" sz="1200" spc="-60" noProof="0" dirty="0">
                <a:latin typeface="+mn-lt"/>
                <a:cs typeface="Segoe UI"/>
              </a:rPr>
              <a:t> 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will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get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on-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line</a:t>
            </a:r>
            <a:r>
              <a:rPr lang="en-GB" sz="1200" spc="-9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help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 err="1">
                <a:latin typeface="+mn-lt"/>
                <a:cs typeface="Segoe UI"/>
              </a:rPr>
              <a:t>crond</a:t>
            </a:r>
            <a:r>
              <a:rPr lang="en-GB" sz="1200" spc="-15" noProof="0" dirty="0">
                <a:latin typeface="+mn-lt"/>
                <a:cs typeface="Segoe UI"/>
              </a:rPr>
              <a:t>.</a:t>
            </a:r>
          </a:p>
          <a:p>
            <a:pPr marL="12700" marR="40640">
              <a:lnSpc>
                <a:spcPct val="100000"/>
              </a:lnSpc>
              <a:spcBef>
                <a:spcPts val="600"/>
              </a:spcBef>
            </a:pPr>
            <a:endParaRPr lang="en-GB" sz="1200" noProof="0" dirty="0">
              <a:latin typeface="+mn-lt"/>
              <a:cs typeface="Segoe UI"/>
            </a:endParaRPr>
          </a:p>
          <a:p>
            <a:pPr marL="12700" marR="132080">
              <a:lnSpc>
                <a:spcPct val="100000"/>
              </a:lnSpc>
              <a:spcBef>
                <a:spcPts val="600"/>
              </a:spcBef>
            </a:pPr>
            <a:r>
              <a:rPr lang="en-GB" sz="1200" spc="-20" noProof="0" dirty="0">
                <a:latin typeface="+mn-lt"/>
                <a:cs typeface="Segoe UI"/>
              </a:rPr>
              <a:t>Every authorised </a:t>
            </a:r>
            <a:r>
              <a:rPr lang="en-GB" sz="1200" spc="-15" noProof="0" dirty="0">
                <a:latin typeface="+mn-lt"/>
                <a:cs typeface="Segoe UI"/>
              </a:rPr>
              <a:t>user </a:t>
            </a:r>
            <a:r>
              <a:rPr lang="en-GB" sz="1200" spc="-25" noProof="0" dirty="0">
                <a:latin typeface="+mn-lt"/>
                <a:cs typeface="Segoe UI"/>
              </a:rPr>
              <a:t>will </a:t>
            </a:r>
            <a:r>
              <a:rPr lang="en-GB" sz="1200" spc="-20" noProof="0" dirty="0">
                <a:latin typeface="+mn-lt"/>
                <a:cs typeface="Segoe UI"/>
              </a:rPr>
              <a:t>have their </a:t>
            </a:r>
            <a:r>
              <a:rPr lang="en-GB" sz="1200" spc="-15" noProof="0" dirty="0">
                <a:latin typeface="+mn-lt"/>
                <a:cs typeface="Segoe UI"/>
              </a:rPr>
              <a:t>own, </a:t>
            </a:r>
            <a:r>
              <a:rPr lang="en-GB" sz="1200" spc="-20" noProof="0" dirty="0">
                <a:latin typeface="+mn-lt"/>
                <a:cs typeface="Segoe UI"/>
              </a:rPr>
              <a:t>personal </a:t>
            </a:r>
            <a:r>
              <a:rPr lang="en-GB" sz="1200" spc="-15" noProof="0" dirty="0" err="1">
                <a:latin typeface="+mn-lt"/>
                <a:cs typeface="Segoe UI"/>
              </a:rPr>
              <a:t>cron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table, </a:t>
            </a:r>
            <a:r>
              <a:rPr lang="en-GB" sz="1200" spc="-20" noProof="0" dirty="0">
                <a:latin typeface="+mn-lt"/>
                <a:cs typeface="Segoe UI"/>
              </a:rPr>
              <a:t>referred </a:t>
            </a:r>
            <a:r>
              <a:rPr lang="en-GB" sz="1200" spc="-15" noProof="0" dirty="0">
                <a:latin typeface="+mn-lt"/>
                <a:cs typeface="Segoe UI"/>
              </a:rPr>
              <a:t>to as </a:t>
            </a:r>
            <a:r>
              <a:rPr lang="en-GB" sz="1200" b="1" spc="-20" noProof="0" dirty="0">
                <a:latin typeface="+mn-lt"/>
                <a:cs typeface="Segoe UI"/>
              </a:rPr>
              <a:t>crontab</a:t>
            </a:r>
            <a:r>
              <a:rPr lang="en-GB" sz="1200" spc="-20" noProof="0" dirty="0">
                <a:latin typeface="+mn-lt"/>
                <a:cs typeface="Segoe UI"/>
              </a:rPr>
              <a:t>.  </a:t>
            </a:r>
            <a:r>
              <a:rPr lang="en-GB" sz="1200" spc="-15" noProof="0" dirty="0">
                <a:latin typeface="+mn-lt"/>
                <a:cs typeface="Segoe UI"/>
              </a:rPr>
              <a:t>Users </a:t>
            </a:r>
            <a:r>
              <a:rPr lang="en-GB" sz="1200" spc="-20" noProof="0" dirty="0">
                <a:latin typeface="+mn-lt"/>
                <a:cs typeface="Segoe UI"/>
              </a:rPr>
              <a:t>edit their crontab</a:t>
            </a:r>
            <a:r>
              <a:rPr lang="en-GB" sz="1200" spc="-75" noProof="0" dirty="0">
                <a:latin typeface="+mn-lt"/>
                <a:cs typeface="Segoe UI"/>
              </a:rPr>
              <a:t> using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b="1" spc="-20" noProof="0" dirty="0">
                <a:latin typeface="+mn-lt"/>
                <a:cs typeface="Segoe UI"/>
              </a:rPr>
              <a:t>crontab</a:t>
            </a:r>
            <a:r>
              <a:rPr lang="en-GB" sz="1200" b="1" spc="-45" noProof="0" dirty="0">
                <a:latin typeface="+mn-lt"/>
                <a:cs typeface="Segoe UI"/>
              </a:rPr>
              <a:t> </a:t>
            </a:r>
            <a:r>
              <a:rPr lang="en-GB" sz="1200" b="1" spc="-10" noProof="0" dirty="0">
                <a:latin typeface="+mn-lt"/>
                <a:cs typeface="Segoe UI"/>
              </a:rPr>
              <a:t>-e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which</a:t>
            </a:r>
            <a:r>
              <a:rPr lang="en-GB" sz="1200" spc="-25" noProof="0" dirty="0">
                <a:latin typeface="+mn-lt"/>
                <a:cs typeface="Segoe UI"/>
              </a:rPr>
              <a:t> automatically</a:t>
            </a:r>
            <a:r>
              <a:rPr lang="en-GB" sz="1200" spc="1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invokes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b="1" spc="-20" noProof="0" dirty="0">
                <a:latin typeface="+mn-lt"/>
                <a:cs typeface="Segoe UI"/>
              </a:rPr>
              <a:t>vi</a:t>
            </a:r>
            <a:r>
              <a:rPr lang="en-GB" sz="1200" spc="-20" noProof="0" dirty="0">
                <a:latin typeface="+mn-lt"/>
                <a:cs typeface="Segoe UI"/>
              </a:rPr>
              <a:t>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45" noProof="0" dirty="0">
                <a:latin typeface="+mn-lt"/>
                <a:cs typeface="Segoe UI"/>
              </a:rPr>
              <a:t> an</a:t>
            </a:r>
            <a:r>
              <a:rPr lang="en-GB" sz="1200" spc="-20" noProof="0" dirty="0">
                <a:latin typeface="+mn-lt"/>
                <a:cs typeface="Segoe UI"/>
              </a:rPr>
              <a:t>other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editor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hardwired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into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crontab’s code.</a:t>
            </a:r>
          </a:p>
          <a:p>
            <a:pPr marL="12700" marR="132080">
              <a:lnSpc>
                <a:spcPct val="100000"/>
              </a:lnSpc>
              <a:spcBef>
                <a:spcPts val="600"/>
              </a:spcBef>
            </a:pPr>
            <a:endParaRPr lang="en-GB" sz="1200" spc="-20" noProof="0" dirty="0">
              <a:latin typeface="+mn-lt"/>
              <a:cs typeface="Segoe UI"/>
            </a:endParaRPr>
          </a:p>
          <a:p>
            <a:pPr marL="12700" marR="13208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If you don’t </a:t>
            </a:r>
            <a:r>
              <a:rPr lang="en-GB" sz="1200" spc="-20" noProof="0" dirty="0">
                <a:latin typeface="+mn-lt"/>
                <a:cs typeface="Segoe UI"/>
              </a:rPr>
              <a:t>like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5" noProof="0" dirty="0">
                <a:latin typeface="+mn-lt"/>
                <a:cs typeface="Segoe UI"/>
              </a:rPr>
              <a:t>default, </a:t>
            </a:r>
            <a:r>
              <a:rPr lang="en-GB" sz="1200" spc="-15" noProof="0" dirty="0">
                <a:latin typeface="+mn-lt"/>
                <a:cs typeface="Segoe UI"/>
              </a:rPr>
              <a:t>you </a:t>
            </a:r>
            <a:r>
              <a:rPr lang="en-GB" sz="1200" spc="-20" noProof="0" dirty="0">
                <a:latin typeface="+mn-lt"/>
                <a:cs typeface="Segoe UI"/>
              </a:rPr>
              <a:t>can override </a:t>
            </a:r>
            <a:r>
              <a:rPr lang="en-GB" sz="1200" spc="-15" noProof="0" dirty="0">
                <a:latin typeface="+mn-lt"/>
                <a:cs typeface="Segoe UI"/>
              </a:rPr>
              <a:t>it </a:t>
            </a:r>
            <a:r>
              <a:rPr lang="en-GB" sz="1200" spc="-20" noProof="0" dirty="0">
                <a:latin typeface="+mn-lt"/>
                <a:cs typeface="Segoe UI"/>
              </a:rPr>
              <a:t>with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10" noProof="0" dirty="0">
                <a:latin typeface="+mn-lt"/>
                <a:cs typeface="Segoe UI"/>
              </a:rPr>
              <a:t>use of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b="1" spc="-20" noProof="0" dirty="0">
                <a:latin typeface="+mn-lt"/>
                <a:cs typeface="Segoe UI"/>
              </a:rPr>
              <a:t>EDITOR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(or </a:t>
            </a:r>
            <a:r>
              <a:rPr lang="en-GB" sz="1200" b="1" spc="-25" noProof="0" dirty="0">
                <a:latin typeface="+mn-lt"/>
                <a:cs typeface="Segoe UI"/>
              </a:rPr>
              <a:t>VISUAL</a:t>
            </a:r>
            <a:r>
              <a:rPr lang="en-GB" sz="1200" spc="-25" noProof="0" dirty="0">
                <a:latin typeface="+mn-lt"/>
                <a:cs typeface="Segoe UI"/>
              </a:rPr>
              <a:t>) 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variable, e.g.</a:t>
            </a:r>
            <a:r>
              <a:rPr lang="en-GB" sz="1200" spc="-2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</a:t>
            </a:r>
            <a:r>
              <a:rPr lang="en-GB" sz="1200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#</a:t>
            </a:r>
            <a:r>
              <a:rPr lang="en-GB" sz="1200" b="1" spc="-5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b="1" spc="-2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</a:t>
            </a:r>
            <a:r>
              <a:rPr lang="en-GB" sz="1200" b="1" spc="-3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</a:t>
            </a:r>
            <a:r>
              <a:rPr lang="en-GB" sz="1200" b="1" spc="-2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po</a:t>
            </a:r>
            <a:r>
              <a:rPr lang="en-GB" sz="1200" b="1" spc="-1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</a:t>
            </a:r>
            <a:r>
              <a:rPr lang="en-GB" sz="1200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</a:t>
            </a:r>
            <a:r>
              <a:rPr lang="en-GB" sz="1200" b="1" spc="-6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b="1" spc="-3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ED</a:t>
            </a:r>
            <a:r>
              <a:rPr lang="en-GB" sz="1200" b="1" spc="-3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GB" sz="1200" b="1" spc="-2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</a:t>
            </a:r>
            <a:r>
              <a:rPr lang="en-GB" sz="1200" b="1" spc="-1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O</a:t>
            </a:r>
            <a:r>
              <a:rPr lang="en-GB" sz="1200" b="1" spc="-3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</a:t>
            </a:r>
            <a:r>
              <a:rPr lang="en-GB" sz="1200" b="1" spc="-1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=</a:t>
            </a:r>
            <a:r>
              <a:rPr lang="en-GB" sz="1200" b="1" spc="-2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</a:t>
            </a:r>
            <a:r>
              <a:rPr lang="en-GB" sz="1200" b="1" spc="-3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</a:t>
            </a:r>
            <a:r>
              <a:rPr lang="en-GB" sz="1200" b="1" spc="-2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</a:t>
            </a:r>
            <a:r>
              <a:rPr lang="en-GB" sz="1200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o  </a:t>
            </a:r>
            <a:r>
              <a:rPr lang="en-GB" sz="1200" spc="-10" noProof="0" dirty="0">
                <a:latin typeface="+mn-lt"/>
                <a:cs typeface="Segoe UI"/>
              </a:rPr>
              <a:t>For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permanent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place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this assignment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your</a:t>
            </a:r>
            <a:r>
              <a:rPr lang="en-GB" sz="1200" spc="-20" noProof="0" dirty="0">
                <a:latin typeface="+mn-lt"/>
                <a:cs typeface="Segoe UI"/>
              </a:rPr>
              <a:t> start-up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files,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system-wide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start-up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give</a:t>
            </a:r>
            <a:r>
              <a:rPr lang="en-GB" sz="1200" spc="-9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all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users.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41874099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962400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1200" spc="-20" noProof="0" dirty="0">
                <a:latin typeface="+mn-lt"/>
                <a:cs typeface="Segoe UI"/>
              </a:rPr>
              <a:t>Never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edit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crontab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files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directly.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Instead,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 </a:t>
            </a:r>
            <a:r>
              <a:rPr lang="en-GB" sz="1200" b="1" spc="5" noProof="0" dirty="0">
                <a:latin typeface="+mn-lt"/>
                <a:cs typeface="Segoe UI"/>
              </a:rPr>
              <a:t>$</a:t>
            </a:r>
            <a:r>
              <a:rPr lang="en-GB" sz="1200" b="1" spc="-50" noProof="0" dirty="0">
                <a:latin typeface="+mn-lt"/>
                <a:cs typeface="Segoe UI"/>
              </a:rPr>
              <a:t> </a:t>
            </a:r>
            <a:r>
              <a:rPr lang="en-GB" sz="1200" b="1" spc="-35" noProof="0" dirty="0">
                <a:latin typeface="+mn-lt"/>
                <a:cs typeface="Segoe UI"/>
              </a:rPr>
              <a:t>c</a:t>
            </a:r>
            <a:r>
              <a:rPr lang="en-GB" sz="1200" b="1" spc="-15" noProof="0" dirty="0">
                <a:latin typeface="+mn-lt"/>
                <a:cs typeface="Segoe UI"/>
              </a:rPr>
              <a:t>ro</a:t>
            </a:r>
            <a:r>
              <a:rPr lang="en-GB" sz="1200" b="1" spc="-20" noProof="0" dirty="0">
                <a:latin typeface="+mn-lt"/>
                <a:cs typeface="Segoe UI"/>
              </a:rPr>
              <a:t>n</a:t>
            </a:r>
            <a:r>
              <a:rPr lang="en-GB" sz="1200" b="1" spc="-35" noProof="0" dirty="0">
                <a:latin typeface="+mn-lt"/>
                <a:cs typeface="Segoe UI"/>
              </a:rPr>
              <a:t>ta</a:t>
            </a:r>
            <a:r>
              <a:rPr lang="en-GB" sz="1200" b="1" spc="5" noProof="0" dirty="0">
                <a:latin typeface="+mn-lt"/>
                <a:cs typeface="Segoe UI"/>
              </a:rPr>
              <a:t>b</a:t>
            </a:r>
            <a:r>
              <a:rPr lang="en-GB" sz="1200" b="1" spc="-30" noProof="0" dirty="0">
                <a:latin typeface="+mn-lt"/>
                <a:cs typeface="Segoe UI"/>
              </a:rPr>
              <a:t> </a:t>
            </a:r>
            <a:r>
              <a:rPr lang="en-GB" sz="1200" b="1" spc="-25" noProof="0" dirty="0">
                <a:latin typeface="+mn-lt"/>
                <a:cs typeface="Segoe UI"/>
              </a:rPr>
              <a:t>–</a:t>
            </a:r>
            <a:r>
              <a:rPr lang="en-GB" sz="1200" b="1" spc="5" noProof="0" dirty="0">
                <a:latin typeface="+mn-lt"/>
                <a:cs typeface="Segoe UI"/>
              </a:rPr>
              <a:t>e  </a:t>
            </a:r>
            <a:r>
              <a:rPr lang="en-GB" sz="1200" spc="-20" noProof="0" dirty="0">
                <a:latin typeface="+mn-lt"/>
                <a:cs typeface="Segoe UI"/>
              </a:rPr>
              <a:t>This </a:t>
            </a:r>
            <a:r>
              <a:rPr lang="en-GB" sz="1200" spc="-15" noProof="0" dirty="0">
                <a:latin typeface="+mn-lt"/>
                <a:cs typeface="Segoe UI"/>
              </a:rPr>
              <a:t>ensures </a:t>
            </a:r>
            <a:r>
              <a:rPr lang="en-GB" sz="1200" spc="-20" noProof="0" dirty="0">
                <a:latin typeface="+mn-lt"/>
                <a:cs typeface="Segoe UI"/>
              </a:rPr>
              <a:t>that </a:t>
            </a:r>
            <a:r>
              <a:rPr lang="en-GB" sz="1200" spc="-15" noProof="0" dirty="0">
                <a:latin typeface="+mn-lt"/>
                <a:cs typeface="Segoe UI"/>
              </a:rPr>
              <a:t>the current </a:t>
            </a:r>
            <a:r>
              <a:rPr lang="en-GB" sz="1200" spc="-20" noProof="0" dirty="0">
                <a:latin typeface="+mn-lt"/>
                <a:cs typeface="Segoe UI"/>
              </a:rPr>
              <a:t>crontab file </a:t>
            </a:r>
            <a:r>
              <a:rPr lang="en-GB" sz="1200" spc="-15" noProof="0" dirty="0">
                <a:latin typeface="+mn-lt"/>
                <a:cs typeface="Segoe UI"/>
              </a:rPr>
              <a:t>is </a:t>
            </a:r>
            <a:r>
              <a:rPr lang="en-GB" sz="1200" spc="-20" noProof="0" dirty="0">
                <a:latin typeface="+mn-lt"/>
                <a:cs typeface="Segoe UI"/>
              </a:rPr>
              <a:t>modified with </a:t>
            </a:r>
            <a:r>
              <a:rPr lang="en-GB" sz="1200" spc="-15" noProof="0" dirty="0">
                <a:latin typeface="+mn-lt"/>
                <a:cs typeface="Segoe UI"/>
              </a:rPr>
              <a:t>the new </a:t>
            </a:r>
            <a:r>
              <a:rPr lang="en-GB" sz="1200" spc="-20" noProof="0" dirty="0">
                <a:latin typeface="+mn-lt"/>
                <a:cs typeface="Segoe UI"/>
              </a:rPr>
              <a:t>information </a:t>
            </a:r>
            <a:r>
              <a:rPr lang="en-GB" sz="1200" spc="-25" noProof="0" dirty="0">
                <a:latin typeface="+mn-lt"/>
                <a:cs typeface="Segoe UI"/>
              </a:rPr>
              <a:t>correctly, </a:t>
            </a:r>
            <a:r>
              <a:rPr lang="en-GB" sz="1200" spc="-15" noProof="0" dirty="0">
                <a:latin typeface="+mn-lt"/>
                <a:cs typeface="Segoe UI"/>
              </a:rPr>
              <a:t>as </a:t>
            </a:r>
            <a:r>
              <a:rPr lang="en-GB" sz="1200" b="1" spc="-20" noProof="0" dirty="0">
                <a:latin typeface="+mn-lt"/>
                <a:cs typeface="Segoe UI"/>
              </a:rPr>
              <a:t>crontab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will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verify</a:t>
            </a:r>
            <a:r>
              <a:rPr lang="en-GB" spc="-40" dirty="0"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data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integrity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before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writing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file.  </a:t>
            </a:r>
            <a:r>
              <a:rPr lang="en-GB" sz="1200" spc="-15" noProof="0" dirty="0">
                <a:latin typeface="+mn-lt"/>
                <a:cs typeface="Segoe UI"/>
              </a:rPr>
              <a:t>Any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syntax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mistakes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will</a:t>
            </a:r>
            <a:r>
              <a:rPr lang="en-GB" sz="1200" spc="-10" noProof="0" dirty="0">
                <a:latin typeface="+mn-lt"/>
                <a:cs typeface="Segoe UI"/>
              </a:rPr>
              <a:t> be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communicated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through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error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message.</a:t>
            </a:r>
          </a:p>
          <a:p>
            <a:pPr marL="12700" marR="34925" algn="just">
              <a:lnSpc>
                <a:spcPct val="100000"/>
              </a:lnSpc>
              <a:spcBef>
                <a:spcPts val="600"/>
              </a:spcBef>
            </a:pPr>
            <a:endParaRPr lang="en-GB" sz="1200" noProof="0" dirty="0">
              <a:latin typeface="+mn-lt"/>
              <a:cs typeface="Segoe UI"/>
            </a:endParaRPr>
          </a:p>
          <a:p>
            <a:pPr marL="12700" algn="just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Note: Only</a:t>
            </a:r>
            <a:r>
              <a:rPr lang="en-GB" sz="1200" spc="-9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super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change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crontabs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belonging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other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users.</a:t>
            </a:r>
          </a:p>
          <a:p>
            <a:pPr marL="12700" algn="just">
              <a:lnSpc>
                <a:spcPct val="100000"/>
              </a:lnSpc>
              <a:spcBef>
                <a:spcPts val="600"/>
              </a:spcBef>
            </a:pPr>
            <a:endParaRPr lang="en-GB" sz="1200" spc="-15" noProof="0" dirty="0">
              <a:latin typeface="+mn-lt"/>
              <a:cs typeface="Segoe UI"/>
            </a:endParaRPr>
          </a:p>
          <a:p>
            <a:pPr marL="12700" marR="11938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5" noProof="0" dirty="0">
                <a:latin typeface="+mn-lt"/>
                <a:cs typeface="Segoe UI"/>
              </a:rPr>
              <a:t>following example </a:t>
            </a:r>
            <a:r>
              <a:rPr lang="en-GB" sz="1200" spc="-10" noProof="0" dirty="0">
                <a:latin typeface="+mn-lt"/>
                <a:cs typeface="Segoe UI"/>
              </a:rPr>
              <a:t>runs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command </a:t>
            </a:r>
            <a:r>
              <a:rPr lang="en-GB" sz="1200" b="1" spc="-25" noProof="0" dirty="0">
                <a:latin typeface="+mn-lt"/>
                <a:cs typeface="Segoe UI"/>
              </a:rPr>
              <a:t>/X/Y/Z </a:t>
            </a:r>
            <a:r>
              <a:rPr lang="en-GB" sz="1200" spc="-10" noProof="0" dirty="0">
                <a:latin typeface="+mn-lt"/>
                <a:cs typeface="Segoe UI"/>
              </a:rPr>
              <a:t>on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first </a:t>
            </a:r>
            <a:r>
              <a:rPr lang="en-GB" sz="1200" spc="-15" noProof="0" dirty="0">
                <a:latin typeface="+mn-lt"/>
                <a:cs typeface="Segoe UI"/>
              </a:rPr>
              <a:t>and </a:t>
            </a:r>
            <a:r>
              <a:rPr lang="en-GB" sz="1200" spc="-25" noProof="0" dirty="0">
                <a:latin typeface="+mn-lt"/>
                <a:cs typeface="Segoe UI"/>
              </a:rPr>
              <a:t>sixteenth </a:t>
            </a:r>
            <a:r>
              <a:rPr lang="en-GB" sz="1200" spc="-20" noProof="0" dirty="0">
                <a:latin typeface="+mn-lt"/>
                <a:cs typeface="Segoe UI"/>
              </a:rPr>
              <a:t>(</a:t>
            </a:r>
            <a:r>
              <a:rPr lang="en-GB" sz="1200" b="1" spc="-20" noProof="0" dirty="0">
                <a:latin typeface="+mn-lt"/>
                <a:cs typeface="Segoe UI"/>
              </a:rPr>
              <a:t>1,16</a:t>
            </a:r>
            <a:r>
              <a:rPr lang="en-GB" sz="1200" spc="-20" noProof="0" dirty="0">
                <a:latin typeface="+mn-lt"/>
                <a:cs typeface="Segoe UI"/>
              </a:rPr>
              <a:t>)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20" noProof="0" dirty="0">
                <a:latin typeface="+mn-lt"/>
                <a:cs typeface="Segoe UI"/>
              </a:rPr>
              <a:t>every month </a:t>
            </a:r>
            <a:r>
              <a:rPr lang="en-GB" sz="1200" spc="-10" noProof="0" dirty="0">
                <a:latin typeface="+mn-lt"/>
                <a:cs typeface="Segoe UI"/>
              </a:rPr>
              <a:t>(</a:t>
            </a:r>
            <a:r>
              <a:rPr lang="en-GB" sz="1200" b="1" spc="-10" noProof="0" dirty="0">
                <a:latin typeface="+mn-lt"/>
                <a:cs typeface="Segoe UI"/>
              </a:rPr>
              <a:t>*</a:t>
            </a:r>
            <a:r>
              <a:rPr lang="en-GB" sz="1200" spc="-10" noProof="0" dirty="0">
                <a:latin typeface="+mn-lt"/>
                <a:cs typeface="Segoe UI"/>
              </a:rPr>
              <a:t>) </a:t>
            </a:r>
            <a:r>
              <a:rPr lang="en-GB" sz="1200" spc="-15" noProof="0" dirty="0">
                <a:latin typeface="+mn-lt"/>
                <a:cs typeface="Segoe UI"/>
              </a:rPr>
              <a:t>and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 </a:t>
            </a:r>
            <a:r>
              <a:rPr lang="en-GB" sz="1200" spc="-20" noProof="0" dirty="0">
                <a:latin typeface="+mn-lt"/>
                <a:cs typeface="Segoe UI"/>
              </a:rPr>
              <a:t>every </a:t>
            </a:r>
            <a:r>
              <a:rPr lang="en-GB" sz="1200" spc="-15" noProof="0" dirty="0">
                <a:latin typeface="+mn-lt"/>
                <a:cs typeface="Segoe UI"/>
              </a:rPr>
              <a:t>Monday </a:t>
            </a:r>
            <a:r>
              <a:rPr lang="en-GB" sz="1200" b="1" spc="-15" noProof="0" dirty="0">
                <a:latin typeface="+mn-lt"/>
                <a:cs typeface="Segoe UI"/>
              </a:rPr>
              <a:t>(1) </a:t>
            </a:r>
            <a:r>
              <a:rPr lang="en-GB" sz="1200" spc="-15" noProof="0" dirty="0">
                <a:latin typeface="+mn-lt"/>
                <a:cs typeface="Segoe UI"/>
              </a:rPr>
              <a:t>, at </a:t>
            </a:r>
            <a:r>
              <a:rPr lang="en-GB" sz="1200" b="1" spc="-25" noProof="0" dirty="0">
                <a:latin typeface="+mn-lt"/>
                <a:cs typeface="Segoe UI"/>
              </a:rPr>
              <a:t>twelve</a:t>
            </a:r>
            <a:r>
              <a:rPr lang="en-GB" sz="1200" b="1" spc="-20" noProof="0" dirty="0">
                <a:latin typeface="+mn-lt"/>
                <a:cs typeface="Segoe UI"/>
              </a:rPr>
              <a:t> minutes</a:t>
            </a:r>
            <a:r>
              <a:rPr lang="en-GB" sz="1200" b="1" spc="-85" noProof="0" dirty="0">
                <a:latin typeface="+mn-lt"/>
                <a:cs typeface="Segoe UI"/>
              </a:rPr>
              <a:t> </a:t>
            </a:r>
            <a:r>
              <a:rPr lang="en-GB" sz="1200" b="1" spc="-15" noProof="0" dirty="0">
                <a:latin typeface="+mn-lt"/>
                <a:cs typeface="Segoe UI"/>
              </a:rPr>
              <a:t>past</a:t>
            </a:r>
            <a:r>
              <a:rPr lang="en-GB" sz="1200" b="1" spc="-40" noProof="0" dirty="0">
                <a:latin typeface="+mn-lt"/>
                <a:cs typeface="Segoe UI"/>
              </a:rPr>
              <a:t> </a:t>
            </a:r>
            <a:r>
              <a:rPr lang="en-GB" sz="1200" b="1" spc="-20" noProof="0" dirty="0">
                <a:latin typeface="+mn-lt"/>
                <a:cs typeface="Segoe UI"/>
              </a:rPr>
              <a:t>midnight</a:t>
            </a:r>
            <a:r>
              <a:rPr lang="en-GB" sz="1200" noProof="0" dirty="0">
                <a:latin typeface="+mn-lt"/>
                <a:cs typeface="Segoe UI"/>
              </a:rPr>
              <a:t>:</a:t>
            </a:r>
          </a:p>
          <a:p>
            <a:pPr marL="12700" marR="119380">
              <a:lnSpc>
                <a:spcPct val="100000"/>
              </a:lnSpc>
              <a:spcBef>
                <a:spcPts val="600"/>
              </a:spcBef>
            </a:pPr>
            <a:r>
              <a:rPr lang="en-GB" sz="1200" b="1" noProof="0" dirty="0">
                <a:latin typeface="+mn-lt"/>
                <a:cs typeface="Segoe UI"/>
              </a:rPr>
              <a:t>  </a:t>
            </a:r>
            <a:r>
              <a:rPr lang="en-GB" sz="1200" b="1" spc="-10" noProof="0" dirty="0">
                <a:latin typeface="+mn-lt"/>
                <a:cs typeface="Segoe UI"/>
              </a:rPr>
              <a:t>12</a:t>
            </a:r>
            <a:r>
              <a:rPr lang="en-GB" sz="1200" b="1" spc="200" noProof="0" dirty="0">
                <a:latin typeface="+mn-lt"/>
                <a:cs typeface="Segoe UI"/>
              </a:rPr>
              <a:t> </a:t>
            </a:r>
            <a:r>
              <a:rPr lang="en-GB" sz="1200" b="1" noProof="0" dirty="0">
                <a:latin typeface="+mn-lt"/>
                <a:cs typeface="Segoe UI"/>
              </a:rPr>
              <a:t>0</a:t>
            </a:r>
            <a:r>
              <a:rPr lang="en-GB" sz="1200" b="1" spc="204" noProof="0" dirty="0">
                <a:latin typeface="+mn-lt"/>
                <a:cs typeface="Segoe UI"/>
              </a:rPr>
              <a:t> </a:t>
            </a:r>
            <a:r>
              <a:rPr lang="en-GB" sz="1200" b="1" spc="-15" noProof="0" dirty="0">
                <a:latin typeface="+mn-lt"/>
                <a:cs typeface="Segoe UI"/>
              </a:rPr>
              <a:t>1,16</a:t>
            </a:r>
            <a:r>
              <a:rPr lang="en-GB" sz="1200" b="1" spc="180" noProof="0" dirty="0">
                <a:latin typeface="+mn-lt"/>
                <a:cs typeface="Segoe UI"/>
              </a:rPr>
              <a:t> </a:t>
            </a:r>
            <a:r>
              <a:rPr lang="en-GB" sz="1200" b="1" noProof="0" dirty="0">
                <a:latin typeface="+mn-lt"/>
                <a:cs typeface="Segoe UI"/>
              </a:rPr>
              <a:t>*</a:t>
            </a:r>
            <a:r>
              <a:rPr lang="en-GB" sz="1200" b="1" spc="180" noProof="0" dirty="0">
                <a:latin typeface="+mn-lt"/>
                <a:cs typeface="Segoe UI"/>
              </a:rPr>
              <a:t> </a:t>
            </a:r>
            <a:r>
              <a:rPr lang="en-GB" sz="1200" b="1" noProof="0" dirty="0">
                <a:latin typeface="+mn-lt"/>
                <a:cs typeface="Segoe UI"/>
              </a:rPr>
              <a:t>1</a:t>
            </a:r>
            <a:r>
              <a:rPr lang="en-GB" sz="1200" b="1" spc="200" noProof="0" dirty="0">
                <a:latin typeface="+mn-lt"/>
                <a:cs typeface="Segoe UI"/>
              </a:rPr>
              <a:t> </a:t>
            </a:r>
            <a:r>
              <a:rPr lang="en-GB" sz="1200" b="1" spc="-25" noProof="0" dirty="0">
                <a:latin typeface="+mn-lt"/>
                <a:cs typeface="Segoe UI"/>
              </a:rPr>
              <a:t>/X/Y/Z</a:t>
            </a:r>
            <a:endParaRPr lang="en-GB" sz="1200" b="1" noProof="0" dirty="0">
              <a:latin typeface="+mn-lt"/>
              <a:cs typeface="Segoe UI"/>
            </a:endParaRPr>
          </a:p>
          <a:p>
            <a:pPr marL="12700" marR="106680">
              <a:lnSpc>
                <a:spcPct val="100000"/>
              </a:lnSpc>
              <a:spcBef>
                <a:spcPts val="600"/>
              </a:spcBef>
            </a:pPr>
            <a:endParaRPr lang="en-GB" sz="1200" spc="-15" noProof="0" dirty="0">
              <a:latin typeface="+mn-lt"/>
              <a:cs typeface="Segoe UI"/>
            </a:endParaRPr>
          </a:p>
          <a:p>
            <a:pPr marL="12700" marR="10668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numeric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fields,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list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range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values </a:t>
            </a:r>
            <a:r>
              <a:rPr lang="en-GB" sz="1200" spc="-15" noProof="0" dirty="0">
                <a:latin typeface="+mn-lt"/>
                <a:cs typeface="Segoe UI"/>
              </a:rPr>
              <a:t>are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allowed.</a:t>
            </a:r>
          </a:p>
          <a:p>
            <a:pPr marL="12700" marR="106680">
              <a:lnSpc>
                <a:spcPct val="100000"/>
              </a:lnSpc>
              <a:spcBef>
                <a:spcPts val="600"/>
              </a:spcBef>
            </a:pPr>
            <a:r>
              <a:rPr lang="en-GB" sz="1200" spc="-10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have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task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run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every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15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minutes, </a:t>
            </a:r>
            <a:r>
              <a:rPr lang="en-GB" sz="1200" spc="-254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first field could </a:t>
            </a:r>
            <a:r>
              <a:rPr lang="en-GB" sz="1200" spc="-15" noProof="0" dirty="0">
                <a:latin typeface="+mn-lt"/>
                <a:cs typeface="Segoe UI"/>
              </a:rPr>
              <a:t>be: </a:t>
            </a:r>
            <a:r>
              <a:rPr lang="en-GB" sz="1200" b="1" spc="-20" noProof="0" dirty="0">
                <a:latin typeface="+mn-lt"/>
                <a:cs typeface="Segoe UI"/>
              </a:rPr>
              <a:t>0,15,30,45</a:t>
            </a:r>
            <a:r>
              <a:rPr lang="en-GB" sz="1200" spc="-20" noProof="0" dirty="0">
                <a:latin typeface="+mn-lt"/>
                <a:cs typeface="Segoe UI"/>
              </a:rPr>
              <a:t>.</a:t>
            </a:r>
          </a:p>
          <a:p>
            <a:pPr marL="12700" marR="106680">
              <a:lnSpc>
                <a:spcPct val="100000"/>
              </a:lnSpc>
              <a:spcBef>
                <a:spcPts val="600"/>
              </a:spcBef>
            </a:pPr>
            <a:r>
              <a:rPr lang="en-GB" sz="1200" spc="-20" noProof="0" dirty="0">
                <a:latin typeface="+mn-lt"/>
                <a:cs typeface="Segoe UI"/>
              </a:rPr>
              <a:t>T</a:t>
            </a:r>
            <a:r>
              <a:rPr lang="en-GB" sz="1200" spc="-10" noProof="0" dirty="0">
                <a:latin typeface="+mn-lt"/>
                <a:cs typeface="Segoe UI"/>
              </a:rPr>
              <a:t>o </a:t>
            </a:r>
            <a:r>
              <a:rPr lang="en-GB" sz="1200" spc="-20" noProof="0" dirty="0">
                <a:latin typeface="+mn-lt"/>
                <a:cs typeface="Segoe UI"/>
              </a:rPr>
              <a:t>specify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task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10" noProof="0" dirty="0">
                <a:latin typeface="+mn-lt"/>
                <a:cs typeface="Segoe UI"/>
              </a:rPr>
              <a:t>run </a:t>
            </a:r>
            <a:r>
              <a:rPr lang="en-GB" sz="1200" spc="-20" noProof="0" dirty="0">
                <a:latin typeface="+mn-lt"/>
                <a:cs typeface="Segoe UI"/>
              </a:rPr>
              <a:t>every </a:t>
            </a:r>
            <a:r>
              <a:rPr lang="en-GB" sz="1200" spc="-15" noProof="0" dirty="0">
                <a:latin typeface="+mn-lt"/>
                <a:cs typeface="Segoe UI"/>
              </a:rPr>
              <a:t>day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week, </a:t>
            </a:r>
            <a:r>
              <a:rPr lang="en-GB" sz="1200" spc="-15" noProof="0" dirty="0">
                <a:latin typeface="+mn-lt"/>
                <a:cs typeface="Segoe UI"/>
              </a:rPr>
              <a:t>you </a:t>
            </a:r>
            <a:r>
              <a:rPr lang="en-GB" sz="1200" spc="-20" noProof="0" dirty="0">
                <a:latin typeface="+mn-lt"/>
                <a:cs typeface="Segoe UI"/>
              </a:rPr>
              <a:t>could use a list: 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b="1" spc="-20" noProof="0" dirty="0">
                <a:latin typeface="+mn-lt"/>
                <a:cs typeface="Segoe UI"/>
              </a:rPr>
              <a:t>1,2,3,4,5 </a:t>
            </a:r>
            <a:r>
              <a:rPr lang="en-GB" sz="1200" b="1" spc="-10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5" noProof="0" dirty="0">
                <a:latin typeface="+mn-lt"/>
                <a:cs typeface="Segoe UI"/>
              </a:rPr>
              <a:t>a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range: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b="1" spc="-20" noProof="0" dirty="0">
                <a:latin typeface="+mn-lt"/>
                <a:cs typeface="Segoe UI"/>
              </a:rPr>
              <a:t>1-5</a:t>
            </a:r>
            <a:r>
              <a:rPr lang="en-GB" sz="1200" spc="-20" noProof="0" dirty="0">
                <a:latin typeface="+mn-lt"/>
                <a:cs typeface="Segoe UI"/>
              </a:rPr>
              <a:t>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605"/>
              </a:spcBef>
            </a:pP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80" noProof="0" dirty="0">
                <a:latin typeface="+mn-lt"/>
                <a:cs typeface="Segoe UI"/>
              </a:rPr>
              <a:t>  </a:t>
            </a:r>
            <a:r>
              <a:rPr lang="en-GB" sz="1200" spc="-20" noProof="0" dirty="0">
                <a:latin typeface="+mn-lt"/>
                <a:cs typeface="Segoe UI"/>
              </a:rPr>
              <a:t>Linux,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numeric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fields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25" noProof="0" dirty="0">
                <a:latin typeface="+mn-lt"/>
                <a:cs typeface="Segoe UI"/>
              </a:rPr>
              <a:t> include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step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value.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For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example,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execute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every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10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minutes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would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normally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say: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b="1" spc="-20" noProof="0" dirty="0">
                <a:latin typeface="+mn-lt"/>
                <a:cs typeface="Segoe UI"/>
              </a:rPr>
              <a:t>0,10,20,30,40,50</a:t>
            </a:r>
            <a:endParaRPr lang="en-GB" sz="1200" b="1" noProof="0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GB" sz="1200" spc="-10" noProof="0" dirty="0">
                <a:latin typeface="+mn-lt"/>
                <a:cs typeface="Segoe UI"/>
              </a:rPr>
              <a:t>Or, more simply,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could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use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step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notation:</a:t>
            </a:r>
            <a:r>
              <a:rPr lang="en-GB" sz="1200" spc="204" noProof="0" dirty="0">
                <a:latin typeface="+mn-lt"/>
                <a:cs typeface="Segoe UI"/>
              </a:rPr>
              <a:t> </a:t>
            </a:r>
            <a:r>
              <a:rPr lang="en-GB" sz="1200" b="1" spc="-15" noProof="0" dirty="0">
                <a:latin typeface="+mn-lt"/>
                <a:cs typeface="Segoe UI"/>
              </a:rPr>
              <a:t>*/10</a:t>
            </a:r>
            <a:r>
              <a:rPr lang="en-GB" sz="1200" b="1" spc="200" noProof="0" dirty="0">
                <a:latin typeface="+mn-lt"/>
                <a:cs typeface="Segoe UI"/>
              </a:rPr>
              <a:t> </a:t>
            </a:r>
            <a:r>
              <a:rPr lang="en-GB" sz="1200" b="1" spc="-10" noProof="0" dirty="0">
                <a:latin typeface="+mn-lt"/>
                <a:cs typeface="Segoe UI"/>
              </a:rPr>
              <a:t>or</a:t>
            </a:r>
            <a:r>
              <a:rPr lang="en-GB" sz="1200" b="1" spc="220" noProof="0" dirty="0">
                <a:latin typeface="+mn-lt"/>
                <a:cs typeface="Segoe UI"/>
              </a:rPr>
              <a:t> </a:t>
            </a:r>
            <a:r>
              <a:rPr lang="en-GB" sz="1200" b="1" spc="-15" noProof="0" dirty="0">
                <a:latin typeface="+mn-lt"/>
                <a:cs typeface="Segoe UI"/>
              </a:rPr>
              <a:t>0-59/10</a:t>
            </a:r>
            <a:r>
              <a:rPr lang="en-GB" sz="1200" spc="-15" noProof="0" dirty="0">
                <a:latin typeface="+mn-lt"/>
                <a:cs typeface="Segoe UI"/>
              </a:rPr>
              <a:t>.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16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7362360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The </a:t>
            </a:r>
            <a:r>
              <a:rPr lang="en-GB" noProof="0" dirty="0" err="1"/>
              <a:t>cron</a:t>
            </a:r>
            <a:r>
              <a:rPr lang="en-GB" noProof="0" dirty="0"/>
              <a:t> system uses control files to determine who can use the </a:t>
            </a:r>
            <a:r>
              <a:rPr lang="en-GB" noProof="0" dirty="0" err="1"/>
              <a:t>cron</a:t>
            </a:r>
            <a:r>
              <a:rPr lang="en-GB" noProof="0" dirty="0"/>
              <a:t> facility. </a:t>
            </a:r>
          </a:p>
          <a:p>
            <a:endParaRPr lang="en-GB" dirty="0"/>
          </a:p>
          <a:p>
            <a:r>
              <a:rPr lang="en-GB" noProof="0" dirty="0"/>
              <a:t>The </a:t>
            </a:r>
            <a:r>
              <a:rPr lang="en-GB" noProof="0" dirty="0" err="1"/>
              <a:t>crond</a:t>
            </a:r>
            <a:r>
              <a:rPr lang="en-GB" noProof="0" dirty="0"/>
              <a:t> daemon has an allow and a deny file.</a:t>
            </a:r>
          </a:p>
          <a:p>
            <a:pPr marL="228600" indent="-228600">
              <a:buFont typeface="+mj-lt"/>
              <a:buAutoNum type="arabicPeriod"/>
            </a:pPr>
            <a:r>
              <a:rPr lang="en-GB" noProof="0" dirty="0"/>
              <a:t>If the allow file exists, only users listed in this file have access to the relevant utility; the deny file is not used.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GB" noProof="0" dirty="0"/>
              <a:t> If the allow file does not exist, the deny file is checked for users not allowed to use the utility.  An empty deny file permits all users access to the utility.</a:t>
            </a:r>
          </a:p>
          <a:p>
            <a:pPr marL="228600" indent="-228600">
              <a:buFont typeface="+mj-lt"/>
              <a:buAutoNum type="arabicPeriod"/>
            </a:pPr>
            <a:r>
              <a:rPr lang="en-GB" noProof="0" dirty="0"/>
              <a:t>If the deny file does not exist, only root can use</a:t>
            </a:r>
            <a:r>
              <a:rPr lang="en-GB" dirty="0"/>
              <a:t> </a:t>
            </a:r>
            <a:r>
              <a:rPr lang="en-GB" noProof="0" dirty="0"/>
              <a:t>the </a:t>
            </a:r>
            <a:r>
              <a:rPr lang="en-GB" noProof="0" dirty="0" err="1"/>
              <a:t>cron</a:t>
            </a:r>
            <a:r>
              <a:rPr lang="en-GB" noProof="0" dirty="0"/>
              <a:t>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17</a:t>
            </a:fld>
            <a:endParaRPr lang="en-GB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336270DB-883C-56DD-6A29-5E44108759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4458284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latin typeface="+mn-lt"/>
              </a:rPr>
              <a:t>The OS crontab is an extension to traditional UNIX crontab specification and give much higher flexibility.</a:t>
            </a:r>
          </a:p>
          <a:p>
            <a:r>
              <a:rPr lang="en-GB" dirty="0">
                <a:latin typeface="+mn-lt"/>
              </a:rPr>
              <a:t>Time specification fields are the same, however, the remaining fields are more complex. </a:t>
            </a:r>
          </a:p>
          <a:p>
            <a:r>
              <a:rPr lang="en-GB" dirty="0">
                <a:latin typeface="+mn-lt"/>
              </a:rPr>
              <a:t>One big advantage is that you have some control over the environment in which the scripts will be running, most importantly the PATH variable.</a:t>
            </a:r>
          </a:p>
          <a:p>
            <a:r>
              <a:rPr lang="en-GB" dirty="0">
                <a:latin typeface="+mn-lt"/>
              </a:rPr>
              <a:t>The /</a:t>
            </a:r>
            <a:r>
              <a:rPr lang="en-GB" dirty="0" err="1">
                <a:latin typeface="+mn-lt"/>
              </a:rPr>
              <a:t>usr</a:t>
            </a:r>
            <a:r>
              <a:rPr lang="en-GB" dirty="0">
                <a:latin typeface="+mn-lt"/>
              </a:rPr>
              <a:t>/bin/run-parts command is used to execute scripts placed in the </a:t>
            </a:r>
            <a:r>
              <a:rPr lang="en-GB" dirty="0" err="1">
                <a:latin typeface="+mn-lt"/>
              </a:rPr>
              <a:t>cron</a:t>
            </a:r>
            <a:r>
              <a:rPr lang="en-GB" dirty="0">
                <a:latin typeface="+mn-lt"/>
              </a:rPr>
              <a:t>.{</a:t>
            </a:r>
            <a:r>
              <a:rPr lang="en-GB" dirty="0" err="1">
                <a:latin typeface="+mn-lt"/>
              </a:rPr>
              <a:t>hourly|daily|weekly|monthly</a:t>
            </a:r>
            <a:r>
              <a:rPr lang="en-GB" dirty="0">
                <a:latin typeface="+mn-lt"/>
              </a:rPr>
              <a:t>} directories. </a:t>
            </a:r>
          </a:p>
          <a:p>
            <a:r>
              <a:rPr lang="en-GB" dirty="0">
                <a:latin typeface="+mn-lt"/>
              </a:rPr>
              <a:t>All tasks will be executed as the specified user. In all lines on the slide that is user root</a:t>
            </a:r>
            <a:endParaRPr lang="en-GB" noProof="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18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9960606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Traditional crontabs are only executed by </a:t>
            </a:r>
            <a:r>
              <a:rPr lang="en-US" dirty="0" err="1">
                <a:latin typeface="+mn-lt"/>
              </a:rPr>
              <a:t>cron</a:t>
            </a:r>
            <a:r>
              <a:rPr lang="en-US" dirty="0">
                <a:latin typeface="+mn-lt"/>
              </a:rPr>
              <a:t> if the machine is up and running. Any job that was due to run while the machine was down would be missed altogether. </a:t>
            </a:r>
          </a:p>
          <a:p>
            <a:endParaRPr lang="en-US" dirty="0"/>
          </a:p>
          <a:p>
            <a:r>
              <a:rPr lang="en-US" dirty="0">
                <a:latin typeface="+mn-lt"/>
              </a:rPr>
              <a:t>This is where</a:t>
            </a:r>
            <a:r>
              <a:rPr lang="en-US" b="1" dirty="0">
                <a:latin typeface="+mn-lt"/>
              </a:rPr>
              <a:t> </a:t>
            </a:r>
            <a:r>
              <a:rPr lang="en-US" b="1" dirty="0" err="1">
                <a:latin typeface="+mn-lt"/>
              </a:rPr>
              <a:t>anacron</a:t>
            </a:r>
            <a:r>
              <a:rPr lang="en-US" dirty="0">
                <a:latin typeface="+mn-lt"/>
              </a:rPr>
              <a:t> steps in. With </a:t>
            </a:r>
            <a:r>
              <a:rPr lang="en-US" b="1" dirty="0" err="1">
                <a:latin typeface="+mn-lt"/>
              </a:rPr>
              <a:t>anacron</a:t>
            </a:r>
            <a:r>
              <a:rPr lang="en-US" dirty="0">
                <a:latin typeface="+mn-lt"/>
              </a:rPr>
              <a:t> you don't specify exactly when you want to run a task, only its frequency. The daemon will run the task after you start the machine (and after the specified delay). </a:t>
            </a:r>
          </a:p>
          <a:p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Hence, the </a:t>
            </a:r>
            <a:r>
              <a:rPr lang="en-US" b="1" dirty="0" err="1">
                <a:latin typeface="+mn-lt"/>
              </a:rPr>
              <a:t>anacron</a:t>
            </a:r>
            <a:r>
              <a:rPr lang="en-US" b="1" dirty="0">
                <a:latin typeface="+mn-lt"/>
              </a:rPr>
              <a:t> </a:t>
            </a:r>
            <a:r>
              <a:rPr lang="en-US" dirty="0">
                <a:latin typeface="+mn-lt"/>
              </a:rPr>
              <a:t>jobs can be submitted on machines that aren't running 24 hours a day, to control those jobs that are usually controlled by </a:t>
            </a:r>
            <a:r>
              <a:rPr lang="en-US" b="1" dirty="0" err="1">
                <a:latin typeface="+mn-lt"/>
              </a:rPr>
              <a:t>cron</a:t>
            </a:r>
            <a:r>
              <a:rPr lang="en-US" dirty="0">
                <a:latin typeface="+mn-lt"/>
              </a:rPr>
              <a:t>.</a:t>
            </a:r>
          </a:p>
          <a:p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Frequency specification can be: either a number (unit being a day), for example 1 means daily or 7 means weekly (every 7 days), or a string with @ in front:</a:t>
            </a:r>
          </a:p>
          <a:p>
            <a:pPr>
              <a:spcBef>
                <a:spcPts val="0"/>
              </a:spcBef>
            </a:pPr>
            <a:r>
              <a:rPr lang="en-US" dirty="0">
                <a:latin typeface="+mn-lt"/>
              </a:rPr>
              <a:t>@reboot 		run once, at startup</a:t>
            </a:r>
          </a:p>
          <a:p>
            <a:pPr>
              <a:spcBef>
                <a:spcPts val="0"/>
              </a:spcBef>
            </a:pPr>
            <a:r>
              <a:rPr lang="en-US" dirty="0">
                <a:latin typeface="+mn-lt"/>
              </a:rPr>
              <a:t>@yearly		run once a year, same as </a:t>
            </a:r>
            <a:r>
              <a:rPr lang="en-US" dirty="0" err="1">
                <a:latin typeface="+mn-lt"/>
              </a:rPr>
              <a:t>cron's</a:t>
            </a:r>
            <a:r>
              <a:rPr lang="en-US" dirty="0">
                <a:latin typeface="+mn-lt"/>
              </a:rPr>
              <a:t> "0 0 1 1 *"</a:t>
            </a:r>
          </a:p>
          <a:p>
            <a:pPr>
              <a:spcBef>
                <a:spcPts val="0"/>
              </a:spcBef>
            </a:pPr>
            <a:r>
              <a:rPr lang="en-US" dirty="0">
                <a:latin typeface="+mn-lt"/>
              </a:rPr>
              <a:t>@annually		(same as @yearly)</a:t>
            </a:r>
          </a:p>
          <a:p>
            <a:pPr>
              <a:spcBef>
                <a:spcPts val="0"/>
              </a:spcBef>
            </a:pPr>
            <a:r>
              <a:rPr lang="en-US" dirty="0">
                <a:latin typeface="+mn-lt"/>
              </a:rPr>
              <a:t>@monthly		run once a month, same as </a:t>
            </a:r>
            <a:r>
              <a:rPr lang="en-US" dirty="0" err="1">
                <a:latin typeface="+mn-lt"/>
              </a:rPr>
              <a:t>cron's</a:t>
            </a:r>
            <a:r>
              <a:rPr lang="en-US" dirty="0">
                <a:latin typeface="+mn-lt"/>
              </a:rPr>
              <a:t> "0 0 1 * *"</a:t>
            </a:r>
          </a:p>
          <a:p>
            <a:pPr>
              <a:spcBef>
                <a:spcPts val="0"/>
              </a:spcBef>
            </a:pPr>
            <a:r>
              <a:rPr lang="en-US" dirty="0">
                <a:latin typeface="+mn-lt"/>
              </a:rPr>
              <a:t>@weekly		run once a week, same as </a:t>
            </a:r>
            <a:r>
              <a:rPr lang="en-US" dirty="0" err="1">
                <a:latin typeface="+mn-lt"/>
              </a:rPr>
              <a:t>cron's</a:t>
            </a:r>
            <a:r>
              <a:rPr lang="en-US" dirty="0">
                <a:latin typeface="+mn-lt"/>
              </a:rPr>
              <a:t> "0 0 * * 0"</a:t>
            </a:r>
          </a:p>
          <a:p>
            <a:pPr>
              <a:spcBef>
                <a:spcPts val="0"/>
              </a:spcBef>
            </a:pPr>
            <a:r>
              <a:rPr lang="en-US" dirty="0">
                <a:latin typeface="+mn-lt"/>
              </a:rPr>
              <a:t>@daily		run once a day, same as </a:t>
            </a:r>
            <a:r>
              <a:rPr lang="en-US" dirty="0" err="1">
                <a:latin typeface="+mn-lt"/>
              </a:rPr>
              <a:t>cron's</a:t>
            </a:r>
            <a:r>
              <a:rPr lang="en-US" dirty="0">
                <a:latin typeface="+mn-lt"/>
              </a:rPr>
              <a:t> "0 0 * * *"</a:t>
            </a:r>
          </a:p>
          <a:p>
            <a:pPr>
              <a:spcBef>
                <a:spcPts val="0"/>
              </a:spcBef>
            </a:pPr>
            <a:r>
              <a:rPr lang="en-US" dirty="0">
                <a:latin typeface="+mn-lt"/>
              </a:rPr>
              <a:t>@midnight		(same as @daily)</a:t>
            </a:r>
          </a:p>
          <a:p>
            <a:pPr>
              <a:spcBef>
                <a:spcPts val="0"/>
              </a:spcBef>
            </a:pPr>
            <a:r>
              <a:rPr lang="en-US" dirty="0">
                <a:latin typeface="+mn-lt"/>
              </a:rPr>
              <a:t>@hourly		run once an hour, same as </a:t>
            </a:r>
            <a:r>
              <a:rPr lang="en-US" dirty="0" err="1">
                <a:latin typeface="+mn-lt"/>
              </a:rPr>
              <a:t>cron's</a:t>
            </a:r>
            <a:r>
              <a:rPr lang="en-US" dirty="0">
                <a:latin typeface="+mn-lt"/>
              </a:rPr>
              <a:t> "0 * * * *"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19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5370469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latin typeface="+mn-lt"/>
              </a:rPr>
              <a:t>Each script here replaces what used to be a single command in the traditional (and still used in the user based) crontabs. That itself extends the functionality of the overall system to beyond just executing simple tasks.</a:t>
            </a:r>
          </a:p>
          <a:p>
            <a:r>
              <a:rPr lang="en-GB" dirty="0">
                <a:latin typeface="+mn-lt"/>
              </a:rPr>
              <a:t>Scripts are executed in alphabetical order, so one method of ensuring the sequence of jobs is to name them begin with a number.</a:t>
            </a:r>
          </a:p>
          <a:p>
            <a:r>
              <a:rPr lang="en-GB" dirty="0">
                <a:latin typeface="+mn-lt"/>
              </a:rPr>
              <a:t>The </a:t>
            </a:r>
            <a:r>
              <a:rPr lang="en-GB" dirty="0" err="1">
                <a:latin typeface="+mn-lt"/>
              </a:rPr>
              <a:t>cron.d</a:t>
            </a:r>
            <a:r>
              <a:rPr lang="en-GB" dirty="0">
                <a:latin typeface="+mn-lt"/>
              </a:rPr>
              <a:t> directory contains system </a:t>
            </a:r>
            <a:r>
              <a:rPr lang="en-GB" dirty="0" err="1">
                <a:latin typeface="+mn-lt"/>
              </a:rPr>
              <a:t>cron</a:t>
            </a:r>
            <a:r>
              <a:rPr lang="en-GB" dirty="0">
                <a:latin typeface="+mn-lt"/>
              </a:rPr>
              <a:t> jobs that are meant to be executed in a non-conformant frequency (not supported by the hourly, daily, weekly or monthly specifications).</a:t>
            </a:r>
          </a:p>
          <a:p>
            <a:r>
              <a:rPr lang="en-GB" dirty="0">
                <a:latin typeface="+mn-lt"/>
              </a:rPr>
              <a:t>These are not shell scripts, instead the content of these files follows standard </a:t>
            </a:r>
            <a:r>
              <a:rPr lang="en-GB" dirty="0" err="1">
                <a:latin typeface="+mn-lt"/>
              </a:rPr>
              <a:t>cron</a:t>
            </a:r>
            <a:r>
              <a:rPr lang="en-GB" dirty="0">
                <a:latin typeface="+mn-lt"/>
              </a:rPr>
              <a:t> configuration syntax.</a:t>
            </a:r>
          </a:p>
          <a:p>
            <a:r>
              <a:rPr lang="en-GB" dirty="0">
                <a:latin typeface="+mn-lt"/>
              </a:rPr>
              <a:t>If you need a task to be executed at intervals not already pre-configured, you would: </a:t>
            </a:r>
          </a:p>
          <a:p>
            <a:pPr marL="228600" indent="-228600">
              <a:buFont typeface="+mj-lt"/>
              <a:buAutoNum type="arabicPeriod"/>
            </a:pPr>
            <a:r>
              <a:rPr lang="en-GB" dirty="0">
                <a:latin typeface="+mn-lt"/>
              </a:rPr>
              <a:t>Include a run-parts command line in the main /etc/crontab file with your interval definition.</a:t>
            </a:r>
          </a:p>
          <a:p>
            <a:pPr marL="228600" indent="-228600">
              <a:buFont typeface="+mj-lt"/>
              <a:buAutoNum type="arabicPeriod"/>
            </a:pPr>
            <a:r>
              <a:rPr lang="en-GB" dirty="0">
                <a:latin typeface="+mn-lt"/>
              </a:rPr>
              <a:t>Create the appropriate directory and populate it with the </a:t>
            </a:r>
            <a:r>
              <a:rPr lang="en-GB">
                <a:latin typeface="+mn-lt"/>
              </a:rPr>
              <a:t>required scripts.</a:t>
            </a:r>
            <a:endParaRPr lang="en-GB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20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5800880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E1F5F-BEC2-48D5-A890-C07C79853E26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36827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lphaLcParenR"/>
            </a:pPr>
            <a:r>
              <a:rPr lang="en-US" noProof="0" dirty="0">
                <a:latin typeface="+mn-lt"/>
              </a:rPr>
              <a:t>The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at.allow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noProof="0" dirty="0">
                <a:latin typeface="+mn-lt"/>
              </a:rPr>
              <a:t>and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at.deny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noProof="0" dirty="0">
                <a:latin typeface="+mn-lt"/>
              </a:rPr>
              <a:t>files control which users have access to the at (and batch) commands.</a:t>
            </a:r>
          </a:p>
          <a:p>
            <a:pPr marL="228600" indent="-228600">
              <a:buFont typeface="+mj-lt"/>
              <a:buAutoNum type="alphaLcParenR"/>
            </a:pPr>
            <a:r>
              <a:rPr lang="en-US" noProof="0" dirty="0">
                <a:latin typeface="+mn-lt"/>
              </a:rPr>
              <a:t>You can restart it (either in the foreground or in the background) or you can kill it.</a:t>
            </a:r>
          </a:p>
          <a:p>
            <a:pPr marL="228600" indent="-228600">
              <a:buFont typeface="+mj-lt"/>
              <a:buAutoNum type="alphaLcParenR"/>
            </a:pPr>
            <a:r>
              <a:rPr lang="en-US" noProof="0" dirty="0">
                <a:latin typeface="+mn-lt"/>
              </a:rPr>
              <a:t>All users that are present in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the /</a:t>
            </a:r>
            <a:r>
              <a:rPr lang="en-US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at.allow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noProof="0" dirty="0">
                <a:latin typeface="+mn-lt"/>
              </a:rPr>
              <a:t>file (or if the file doesn’t exist, users that are not included in the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at.deny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noProof="0" dirty="0">
                <a:latin typeface="+mn-lt"/>
              </a:rPr>
              <a:t>file).</a:t>
            </a:r>
          </a:p>
          <a:p>
            <a:pPr marL="228600" indent="-228600">
              <a:buFont typeface="+mj-lt"/>
              <a:buAutoNum type="alphaLcParenR"/>
            </a:pPr>
            <a:r>
              <a:rPr lang="en-US" noProof="0" dirty="0">
                <a:latin typeface="+mn-lt"/>
              </a:rPr>
              <a:t>The </a:t>
            </a:r>
            <a:r>
              <a:rPr lang="en-US" noProof="0" dirty="0" err="1">
                <a:latin typeface="+mn-lt"/>
              </a:rPr>
              <a:t>atd</a:t>
            </a:r>
            <a:r>
              <a:rPr lang="en-US" noProof="0" dirty="0">
                <a:latin typeface="+mn-lt"/>
              </a:rPr>
              <a:t> daemon looks after the at and batch tasks. The </a:t>
            </a:r>
            <a:r>
              <a:rPr lang="en-US" noProof="0" dirty="0" err="1">
                <a:latin typeface="+mn-lt"/>
              </a:rPr>
              <a:t>crond</a:t>
            </a:r>
            <a:r>
              <a:rPr lang="en-US" noProof="0" dirty="0">
                <a:latin typeface="+mn-lt"/>
              </a:rPr>
              <a:t> daemon looks after the </a:t>
            </a:r>
            <a:r>
              <a:rPr lang="en-US" noProof="0" dirty="0" err="1">
                <a:latin typeface="+mn-lt"/>
              </a:rPr>
              <a:t>cron</a:t>
            </a:r>
            <a:r>
              <a:rPr lang="en-US" noProof="0" dirty="0">
                <a:latin typeface="+mn-lt"/>
              </a:rPr>
              <a:t> tasks.</a:t>
            </a:r>
          </a:p>
          <a:p>
            <a:pPr marL="228600" indent="-228600">
              <a:buFont typeface="+mj-lt"/>
              <a:buAutoNum type="alphaLcParenR"/>
            </a:pPr>
            <a:r>
              <a:rPr lang="en-US" noProof="0" dirty="0">
                <a:latin typeface="+mn-lt"/>
              </a:rPr>
              <a:t>The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/var/spool </a:t>
            </a:r>
            <a:r>
              <a:rPr lang="en-US" noProof="0" dirty="0">
                <a:latin typeface="+mn-lt"/>
              </a:rPr>
              <a:t>directory: the at and batch jobs are stored in the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/var/spool/at </a:t>
            </a:r>
            <a:r>
              <a:rPr lang="en-US" noProof="0" dirty="0">
                <a:latin typeface="+mn-lt"/>
              </a:rPr>
              <a:t>subdirectory, whereas user-based </a:t>
            </a:r>
            <a:r>
              <a:rPr lang="en-US" noProof="0" dirty="0" err="1">
                <a:latin typeface="+mn-lt"/>
              </a:rPr>
              <a:t>cron</a:t>
            </a:r>
            <a:r>
              <a:rPr lang="en-US" noProof="0" dirty="0">
                <a:latin typeface="+mn-lt"/>
              </a:rPr>
              <a:t> tasks are stored in the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/var/spool/</a:t>
            </a:r>
            <a:r>
              <a:rPr lang="en-US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noProof="0" dirty="0">
                <a:latin typeface="+mn-lt"/>
              </a:rPr>
              <a:t>&lt;username&gt; files.</a:t>
            </a:r>
          </a:p>
          <a:p>
            <a:pPr marL="228600" indent="-228600">
              <a:buFont typeface="+mj-lt"/>
              <a:buAutoNum type="alphaLcParenR"/>
            </a:pPr>
            <a:r>
              <a:rPr lang="en-US" noProof="0" dirty="0">
                <a:latin typeface="+mn-lt"/>
              </a:rPr>
              <a:t>Traditional </a:t>
            </a:r>
            <a:r>
              <a:rPr lang="en-US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</a:t>
            </a:r>
            <a:r>
              <a:rPr lang="en-US" noProof="0" dirty="0">
                <a:latin typeface="+mn-lt"/>
              </a:rPr>
              <a:t> jobs are not executed if the system is down during planned execution time. Jobs controlled by </a:t>
            </a:r>
            <a:r>
              <a:rPr lang="en-US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anacron</a:t>
            </a:r>
            <a:r>
              <a:rPr lang="en-US" noProof="0" dirty="0">
                <a:latin typeface="+mn-lt"/>
              </a:rPr>
              <a:t> will be run when the system comes back (after a delay specified in the </a:t>
            </a:r>
            <a:r>
              <a:rPr lang="en-US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anacrontab</a:t>
            </a:r>
            <a:r>
              <a:rPr lang="en-US" noProof="0" dirty="0">
                <a:latin typeface="+mn-lt"/>
              </a:rPr>
              <a:t> file).</a:t>
            </a:r>
          </a:p>
          <a:p>
            <a:endParaRPr lang="en-GB" noProof="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22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99CF3CE9-CF30-4828-9BEB-5EB5CFE56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8328845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23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99CF3CE9-CF30-4828-9BEB-5EB5CFE56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8351197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24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37E3CDF4-8151-4C72-9D24-AEAE185BC4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866606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2.emf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5.png"/><Relationship Id="rId4" Type="http://schemas.openxmlformats.org/officeDocument/2006/relationships/image" Target="../media/image29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6.emf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25.png"/><Relationship Id="rId4" Type="http://schemas.openxmlformats.org/officeDocument/2006/relationships/image" Target="../media/image35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6.emf"/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25.png"/><Relationship Id="rId4" Type="http://schemas.openxmlformats.org/officeDocument/2006/relationships/image" Target="../media/image41.emf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6.emf"/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25.png"/><Relationship Id="rId4" Type="http://schemas.openxmlformats.org/officeDocument/2006/relationships/image" Target="../media/image47.emf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48.png"/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49.png"/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50.png"/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7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6.emf"/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25.png"/><Relationship Id="rId4" Type="http://schemas.openxmlformats.org/officeDocument/2006/relationships/image" Target="../media/image53.emf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54.png"/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55.png"/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56.png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10" name="Picture 9" descr="A person holding an orange paper&#10;&#10;Description automatically generated">
            <a:extLst>
              <a:ext uri="{FF2B5EF4-FFF2-40B4-BE49-F238E27FC236}">
                <a16:creationId xmlns:a16="http://schemas.microsoft.com/office/drawing/2014/main" id="{04697691-3082-2ECF-DAB8-FE29E8E66DD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90" y="0"/>
            <a:ext cx="5663609" cy="68499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3739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talking to another person&#10;&#10;Description automatically generated">
            <a:extLst>
              <a:ext uri="{FF2B5EF4-FFF2-40B4-BE49-F238E27FC236}">
                <a16:creationId xmlns:a16="http://schemas.microsoft.com/office/drawing/2014/main" id="{BD578162-5FB4-6C6D-006A-D95E9BA25F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90" y="0"/>
            <a:ext cx="5663609" cy="68590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826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8" name="Picture 7" descr="A person and person standing in an office&#10;&#10;Description automatically generated">
            <a:extLst>
              <a:ext uri="{FF2B5EF4-FFF2-40B4-BE49-F238E27FC236}">
                <a16:creationId xmlns:a16="http://schemas.microsoft.com/office/drawing/2014/main" id="{5A656440-781D-FF89-A173-6F135D6EB4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18"/>
          <a:stretch/>
        </p:blipFill>
        <p:spPr>
          <a:xfrm>
            <a:off x="6528390" y="0"/>
            <a:ext cx="566361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6165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and person looking at a computer&#10;&#10;Description automatically generated">
            <a:extLst>
              <a:ext uri="{FF2B5EF4-FFF2-40B4-BE49-F238E27FC236}">
                <a16:creationId xmlns:a16="http://schemas.microsoft.com/office/drawing/2014/main" id="{67CEBF45-943F-B807-5DB4-2E9C2442F6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89" y="0"/>
            <a:ext cx="5663609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03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and person looking at a computer&#10;&#10;Description automatically generated">
            <a:extLst>
              <a:ext uri="{FF2B5EF4-FFF2-40B4-BE49-F238E27FC236}">
                <a16:creationId xmlns:a16="http://schemas.microsoft.com/office/drawing/2014/main" id="{10FDA179-75B5-61CF-9CC0-8277D61F40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90" y="0"/>
            <a:ext cx="566361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7105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ue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5900B100-2687-1806-91A0-1745BAAE2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3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1136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Yellow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85F22E-218E-4306-C170-579CCBF0BB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756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ed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217865-0F45-7305-80EA-583FC42047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7503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urple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0B8D50-2C63-2F2E-599F-E921BF1F7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545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range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C7FB40-8E4C-9F3C-39E4-77F63BEB7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9858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Green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CAA40E-1785-77D1-B497-23C4B7D0F1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702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/W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3CB853B-6666-2B54-6421-F982E0932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26B79A-062B-09A4-399F-9A4F4ABCA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7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2497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ck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923268F-18BB-EA9A-A601-DD97D746AC7D}"/>
              </a:ext>
            </a:extLst>
          </p:cNvPr>
          <p:cNvSpPr/>
          <p:nvPr userDrawn="1"/>
        </p:nvSpPr>
        <p:spPr>
          <a:xfrm flipH="1">
            <a:off x="0" y="512763"/>
            <a:ext cx="3863975" cy="615321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3B24FD-F975-8AFC-9607-A7F61051F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1094400"/>
            <a:ext cx="2914134" cy="1166400"/>
          </a:xfrm>
          <a:ln>
            <a:noFill/>
          </a:ln>
        </p:spPr>
        <p:txBody>
          <a:bodyPr tIns="126000" bIns="46800" anchor="t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Agenda/ TOC title style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E7018EA-03DA-0C52-42A5-298818F40F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03725" y="1093788"/>
            <a:ext cx="7272338" cy="5214937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tabLst>
                <a:tab pos="5740400" algn="l"/>
              </a:tabLst>
              <a:defRPr/>
            </a:lvl1pPr>
            <a:lvl2pPr marL="457200" indent="0">
              <a:buNone/>
              <a:tabLst/>
              <a:defRPr/>
            </a:lvl2pPr>
            <a:lvl3pPr marL="914400" indent="0">
              <a:buNone/>
              <a:tabLst/>
              <a:defRPr/>
            </a:lvl3pPr>
            <a:lvl4pPr marL="1371600" indent="0">
              <a:buNone/>
              <a:tabLst/>
              <a:defRPr/>
            </a:lvl4pPr>
          </a:lstStyle>
          <a:p>
            <a:pPr lvl="0"/>
            <a:r>
              <a:rPr lang="en-US" dirty="0"/>
              <a:t>Click to edit Agenda/TOC styles</a:t>
            </a:r>
          </a:p>
        </p:txBody>
      </p:sp>
    </p:spTree>
    <p:extLst>
      <p:ext uri="{BB962C8B-B14F-4D97-AF65-F5344CB8AC3E}">
        <p14:creationId xmlns:p14="http://schemas.microsoft.com/office/powerpoint/2010/main" val="12224357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ue - Plai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72711D-C1D3-A4A4-66F7-B70A1F3906BE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2558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ed - Plai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72711D-C1D3-A4A4-66F7-B70A1F3906BE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02153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range - Plai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72711D-C1D3-A4A4-66F7-B70A1F3906BE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67081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9CFEDB-1653-0EED-46D8-475B98465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1191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3730F2-6DEC-D896-1430-33605078F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9478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2A2D6B-ABC5-BCE1-3725-0A105BCE6E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5687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image+text_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302858F-B20D-C124-765A-91E5E5C49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5DA1C70-139A-A7C6-8271-6F38BBB4B9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080A5B11-85BD-B494-600D-3402BBF9D8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0EA56FB2-667C-DAC6-0BC5-0F43E110DB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FD56FE-21A4-046E-1FD0-FA742B4103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5661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8B625F-2939-0076-EE39-F5E9774F09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8190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CEB9C0-B1BF-F2F0-CFBD-DBAA3B7E83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1BCE8B-B415-2BED-F4E1-46E84CF60B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96D993C-5A39-AF81-154F-95170C32DF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7983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6264FC-E45E-4A65-ECA6-F6E6C78FF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5063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BBE13A-E1A6-9F15-F402-BD17E71929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35521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86B467-B6E6-07FD-82C2-C8A720A2FA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3026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50924B-6CC7-5CA4-2459-E85A3EB990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28021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FAF83E-84C1-EB63-2AE6-A697F4B231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2975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9F038F-3F25-E2F9-C87A-21E6BA0347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0416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058DBC-ECFC-992C-B787-CF026CF7F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63744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63EADF05-6147-C359-65E0-0B6C167D1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A3EF1E2-21DA-1F1B-ED20-1E0CA14008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F1A10E-9321-C019-89DF-4455D52190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4319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63F0D2-F250-3107-1483-DBDD26CD5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15521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10531E-8BB5-02D6-AFEC-E5A33795F5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6DA6B95-D3C8-78E5-07B4-FD97F67B4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A27BC2-2F18-5323-A182-B58E5988F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92723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4599EA-33A9-714A-71F9-C9917BED55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5570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D66C63-7725-D0B5-A2BA-B83166EDE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830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325625-45A1-4974-9E2F-ACF145796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75123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974466-2D86-293F-6B05-5E0EFB3843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09535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A780B5-8449-24E7-03B6-02AD7F4CFF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00066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824F45-9A75-4C9D-D15D-D057CCC9F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57268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E87028-CAF7-F5B7-4CB1-0D4C0319B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80615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655AB4C9-59BC-E224-FFFD-9DB88A07DD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D352A76-8A6F-211C-DD74-EAF5EB388BE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754DA5-0BF1-D01C-3093-2696272D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18898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B01192-B93C-B441-2C51-0090D44614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33211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9F417E-049D-9F48-46F8-DD8F31C8E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62826E8-5ACA-BF47-3E86-1B0C693CA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D9F0EF-0BC7-6322-F985-33B730695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21981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6A2FB5-0ABC-A1F1-BCBB-0E5B880F38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85530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81A4E5-3F16-939E-5F18-58B9992D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90935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30F107-C548-1F71-0328-0C05847A3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67652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6BC58F-7098-6ED6-8197-0183DE87C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98201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630461-FF09-AE3A-830B-60852F9A8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04766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BBDAFE-3463-2F49-E910-428222427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01860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5DD92F-2C07-73B9-B390-73B004796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5548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F8C62C48-B4FC-0C92-2FD2-2D4AACC4DD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AD711B9-F295-7F9C-3A4F-1116B45B62C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5278A0-C5E7-0F91-FA5D-B53388E5F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02766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364825-0C99-1A6F-72FE-EBD3B38BD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56119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C243CC-3824-5807-3C69-6EEB0749E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80F448F-030F-0DD7-92C5-68D5DB7D0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002736-0B0C-97D2-6858-41E62A667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89571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FE57C0-8EB6-2F8A-9E5B-3DC9F8E1D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17228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E64E92-AD3E-BA76-4490-B706C44AC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37272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363842-446F-A21D-AB60-B1E5997B0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2530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EBBC7E-E4F7-506B-BF90-CAA82E820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47224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FDA6DA-A09B-E661-C701-83631A442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75224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B6E4D2-0D65-2FC1-182E-9DA3C208A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32740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008DA0-5295-D75C-0FE0-632E0C11E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27985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D6AB3388-802E-7B9B-7386-5AF80CDF16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473B3AC-AF7F-86D1-5DB4-7B53B835C9B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49F0CE-684B-DB8B-145F-C329BD62D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38146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E39C6B-D41F-5AD8-64AA-312B1C2E4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24270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CCA076-EDFD-D91F-15A9-688C5B091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343ED6A-BB5E-C793-4091-0F75D5BF67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38542B-692B-0B4A-EA75-7BC9459A2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99012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F6843B-CBB4-1F01-0AEC-1BDA76C02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41813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084BB7-FD33-E999-BB00-95C0B46F3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53986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7CA38A-68D0-CAE1-B333-86E612110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25073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1EB1F4-036A-EB96-EB90-23B4F2887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692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image" Target="../media/image24.png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image" Target="../media/image24.png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image" Target="../media/image24.png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12" Type="http://schemas.openxmlformats.org/officeDocument/2006/relationships/image" Target="../media/image24.png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theme" Target="../theme/theme6.xml"/><Relationship Id="rId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image" Target="../media/image24.png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theme" Target="../theme/theme7.xml"/><Relationship Id="rId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371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945" r:id="rId3"/>
    <p:sldLayoutId id="2147483946" r:id="rId4"/>
    <p:sldLayoutId id="2147483947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97" userDrawn="1">
          <p15:clr>
            <a:srgbClr val="F26B43"/>
          </p15:clr>
        </p15:guide>
        <p15:guide id="9" pos="325" userDrawn="1">
          <p15:clr>
            <a:srgbClr val="F26B43"/>
          </p15:clr>
        </p15:guide>
        <p15:guide id="10" orient="horz" pos="2478" userDrawn="1">
          <p15:clr>
            <a:srgbClr val="F26B43"/>
          </p15:clr>
        </p15:guide>
        <p15:guide id="11" orient="horz" pos="324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7850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956" r:id="rId8"/>
    <p:sldLayoutId id="2147483957" r:id="rId9"/>
    <p:sldLayoutId id="2147483958" r:id="rId10"/>
    <p:sldLayoutId id="21474839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97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848A3F5E-1236-23F6-5236-3FAD012CBE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4537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5" r:id="rId1"/>
    <p:sldLayoutId id="2147483876" r:id="rId2"/>
    <p:sldLayoutId id="2147483877" r:id="rId3"/>
    <p:sldLayoutId id="2147483859" r:id="rId4"/>
    <p:sldLayoutId id="2147483879" r:id="rId5"/>
    <p:sldLayoutId id="2147483880" r:id="rId6"/>
    <p:sldLayoutId id="2147483881" r:id="rId7"/>
    <p:sldLayoutId id="2147483882" r:id="rId8"/>
    <p:sldLayoutId id="2147483883" r:id="rId9"/>
    <p:sldLayoutId id="2147483884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DA4E335-689A-BB63-649D-BD74FAB55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756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  <p:sldLayoutId id="2147483901" r:id="rId4"/>
    <p:sldLayoutId id="2147483902" r:id="rId5"/>
    <p:sldLayoutId id="2147483903" r:id="rId6"/>
    <p:sldLayoutId id="2147483904" r:id="rId7"/>
    <p:sldLayoutId id="2147483905" r:id="rId8"/>
    <p:sldLayoutId id="2147483906" r:id="rId9"/>
    <p:sldLayoutId id="2147483907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9B5B76A2-CDFA-15D4-392F-10D970EB1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1428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F2D64E5-DE40-8B2B-7400-731C8C1F4B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503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0" r:id="rId1"/>
    <p:sldLayoutId id="2147483921" r:id="rId2"/>
    <p:sldLayoutId id="2147483922" r:id="rId3"/>
    <p:sldLayoutId id="2147483923" r:id="rId4"/>
    <p:sldLayoutId id="2147483924" r:id="rId5"/>
    <p:sldLayoutId id="2147483925" r:id="rId6"/>
    <p:sldLayoutId id="2147483926" r:id="rId7"/>
    <p:sldLayoutId id="2147483927" r:id="rId8"/>
    <p:sldLayoutId id="2147483928" r:id="rId9"/>
    <p:sldLayoutId id="2147483929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53B8D01-33E2-B6D7-43AD-647436D96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47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1" r:id="rId1"/>
    <p:sldLayoutId id="2147483932" r:id="rId2"/>
    <p:sldLayoutId id="2147483933" r:id="rId3"/>
    <p:sldLayoutId id="2147483934" r:id="rId4"/>
    <p:sldLayoutId id="2147483935" r:id="rId5"/>
    <p:sldLayoutId id="2147483936" r:id="rId6"/>
    <p:sldLayoutId id="2147483937" r:id="rId7"/>
    <p:sldLayoutId id="2147483938" r:id="rId8"/>
    <p:sldLayoutId id="2147483939" r:id="rId9"/>
    <p:sldLayoutId id="214748394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mailto:fred@cherry.piecorner.com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1B5810-8C67-B742-B639-8484197287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Module 10: Job Control and Scheduling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09AD868-0755-4F0D-9D76-57A836D278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7EBD157-B537-C50C-1AB3-8A1A6E7629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0473590"/>
              </p:ext>
            </p:extLst>
          </p:nvPr>
        </p:nvGraphicFramePr>
        <p:xfrm>
          <a:off x="473406" y="3766289"/>
          <a:ext cx="5271612" cy="1239819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5271612">
                  <a:extLst>
                    <a:ext uri="{9D8B030D-6E8A-4147-A177-3AD203B41FA5}">
                      <a16:colId xmlns:a16="http://schemas.microsoft.com/office/drawing/2014/main" val="2961166630"/>
                    </a:ext>
                  </a:extLst>
                </a:gridCol>
              </a:tblGrid>
              <a:tr h="4132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+mn-lt"/>
                        </a:rPr>
                        <a:t>10: Job Control and Scheduling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61260948"/>
                  </a:ext>
                </a:extLst>
              </a:tr>
              <a:tr h="4132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+mn-lt"/>
                        </a:rPr>
                        <a:t>11</a:t>
                      </a:r>
                      <a:r>
                        <a:rPr lang="en-US" sz="1800" noProof="0">
                          <a:solidFill>
                            <a:schemeClr val="tx1"/>
                          </a:solidFill>
                          <a:latin typeface="+mn-lt"/>
                        </a:rPr>
                        <a:t>: Finding </a:t>
                      </a:r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+mn-lt"/>
                        </a:rPr>
                        <a:t>File and Commands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274740"/>
                  </a:ext>
                </a:extLst>
              </a:tr>
              <a:tr h="4132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+mn-lt"/>
                        </a:rPr>
                        <a:t>12: Archive </a:t>
                      </a:r>
                      <a:r>
                        <a:rPr lang="en-US" sz="1800" noProof="0">
                          <a:solidFill>
                            <a:schemeClr val="tx1"/>
                          </a:solidFill>
                          <a:latin typeface="+mn-lt"/>
                        </a:rPr>
                        <a:t>and Compression </a:t>
                      </a:r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+mn-lt"/>
                        </a:rPr>
                        <a:t>tools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429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3788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Contents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Background tasks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</a:t>
            </a:r>
            <a:r>
              <a:rPr lang="en-US" noProof="0" dirty="0"/>
              <a:t>t and batch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</a:t>
            </a:r>
            <a:r>
              <a:rPr lang="en-US" noProof="0" dirty="0" err="1"/>
              <a:t>ron</a:t>
            </a: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98393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D32BBC-8A3B-5FB1-DB0F-B65F461BDA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Background tasks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8150A0-ABE8-0C78-9138-21EB929E51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4326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1172B6-7238-27E7-B412-709EC55FB2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Foreground and stopped tasks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Normally,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commands</a:t>
            </a:r>
            <a:r>
              <a:rPr lang="en-US" sz="1800" spc="4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are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executed</a:t>
            </a:r>
            <a:r>
              <a:rPr lang="en-US" sz="1800" spc="7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in the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foreground: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The keyboard is connected to them.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Shell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waits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for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command</a:t>
            </a:r>
            <a:r>
              <a:rPr lang="en-US" sz="1800" spc="5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finish</a:t>
            </a:r>
            <a:r>
              <a:rPr lang="en-US" sz="1800" spc="4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before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issuing</a:t>
            </a:r>
            <a:r>
              <a:rPr lang="en-US" sz="1800" spc="3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prompt, acting upon any outstanding contents of the keyboard buffer.</a:t>
            </a:r>
            <a:endParaRPr lang="en-US" sz="1800" noProof="0" dirty="0">
              <a:latin typeface="+mn-lt"/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Current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foreground</a:t>
            </a:r>
            <a:r>
              <a:rPr lang="en-US" sz="1800" spc="4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job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can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be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suspended</a:t>
            </a:r>
            <a:r>
              <a:rPr lang="en-US" sz="1800" spc="61" noProof="0" dirty="0">
                <a:solidFill>
                  <a:srgbClr val="2D2C2C"/>
                </a:solidFill>
                <a:latin typeface="+mn-lt"/>
                <a:cs typeface="Segoe UI"/>
              </a:rPr>
              <a:t> (stopped)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using</a:t>
            </a:r>
            <a:r>
              <a:rPr lang="en-US" sz="1800" spc="4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^Z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spc="-4" noProof="0" dirty="0">
              <a:solidFill>
                <a:srgbClr val="0000C7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spc="-4" noProof="0" dirty="0">
              <a:solidFill>
                <a:srgbClr val="0000C7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spc="-4" noProof="0" dirty="0">
              <a:solidFill>
                <a:srgbClr val="0000C7"/>
              </a:solidFill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spc="-4" noProof="0" dirty="0">
              <a:solidFill>
                <a:srgbClr val="0000C7"/>
              </a:solidFill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Shell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displays</a:t>
            </a:r>
            <a:r>
              <a:rPr lang="en-US" sz="1800" spc="4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job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24" noProof="0" dirty="0">
                <a:solidFill>
                  <a:srgbClr val="2D2C2C"/>
                </a:solidFill>
                <a:latin typeface="+mn-lt"/>
                <a:cs typeface="Segoe UI"/>
              </a:rPr>
              <a:t>number,</a:t>
            </a:r>
            <a:r>
              <a:rPr lang="en-US" sz="1800" spc="4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e.g.	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[1]</a:t>
            </a:r>
            <a:r>
              <a:rPr lang="en-US" spc="-24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The stopped job isn’t dead, it is paused</a:t>
            </a:r>
            <a:r>
              <a:rPr lang="en-US" spc="-12" noProof="0" dirty="0">
                <a:solidFill>
                  <a:srgbClr val="2D2C2C"/>
                </a:solidFill>
                <a:cs typeface="Segoe UI"/>
              </a:rPr>
              <a:t>.</a:t>
            </a:r>
            <a:endParaRPr lang="en-US" sz="1800" spc="-12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b="1" spc="-12" noProof="0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Bg</a:t>
            </a:r>
            <a:r>
              <a:rPr lang="en-US" sz="1800" spc="-12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800" b="1" spc="-12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b="1" spc="-12" noProof="0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fg</a:t>
            </a:r>
            <a:r>
              <a:rPr lang="en-US" sz="1800" b="1" spc="-12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or </a:t>
            </a:r>
            <a:r>
              <a:rPr lang="en-US" sz="1800" b="1" spc="-12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kill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 commands could be applied to it.</a:t>
            </a:r>
            <a:endParaRPr lang="en-US" sz="1800" spc="-4" noProof="0" dirty="0">
              <a:solidFill>
                <a:srgbClr val="0000C7"/>
              </a:solidFill>
              <a:latin typeface="+mn-lt"/>
              <a:cs typeface="Segoe UI"/>
            </a:endParaRPr>
          </a:p>
          <a:p>
            <a:endParaRPr lang="en-US" sz="32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4</a:t>
            </a:fld>
            <a:endParaRPr lang="en-US" noProof="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4718481-ED3F-30E4-0BCD-F6BBA86D1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8770" y="3529833"/>
            <a:ext cx="6770077" cy="913070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>
              <a:spcBef>
                <a:spcPts val="73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49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vi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>
              <a:lnSpc>
                <a:spcPct val="100000"/>
              </a:lnSpc>
            </a:pP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...</a:t>
            </a:r>
            <a:r>
              <a:rPr lang="en-US" sz="1600" spc="-69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^Z</a:t>
            </a:r>
            <a:endParaRPr lang="en-US" sz="16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[1]	Stopped	vi</a:t>
            </a:r>
            <a:r>
              <a:rPr lang="en-US" sz="1600" spc="-61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/home/</a:t>
            </a:r>
            <a:r>
              <a:rPr lang="en-US" sz="16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qa</a:t>
            </a: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/report2</a:t>
            </a:r>
            <a:endParaRPr lang="en-US" sz="16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2687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96846F4-D700-5121-B5E0-2C194A4F2A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Background tasks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Background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jobs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run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concurrently</a:t>
            </a:r>
            <a:r>
              <a:rPr lang="en-US" sz="1800" spc="4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with</a:t>
            </a:r>
            <a:r>
              <a:rPr lang="en-US" sz="1800" spc="3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parent:</a:t>
            </a:r>
            <a:endParaRPr lang="en-US" sz="1800" spc="-8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The keyboard is not connected to them. The shell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prompt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is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available</a:t>
            </a:r>
            <a:r>
              <a:rPr lang="en-US" sz="1800" spc="3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immediately.</a:t>
            </a:r>
            <a:endParaRPr lang="en-US" sz="1800" noProof="0" dirty="0">
              <a:latin typeface="+mn-lt"/>
              <a:cs typeface="Segoe UI"/>
            </a:endParaRPr>
          </a:p>
          <a:p>
            <a:pPr marL="289957" indent="-280154">
              <a:lnSpc>
                <a:spcPct val="100000"/>
              </a:lnSpc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A stopped job can be turned into a background job with the </a:t>
            </a:r>
            <a:r>
              <a:rPr lang="en-US" sz="1800" b="1" spc="-12" noProof="0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bg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 command (providing it can proceed without a keyboard).</a:t>
            </a: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spc="-4" noProof="0" dirty="0">
              <a:solidFill>
                <a:srgbClr val="0000C7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spc="-4" noProof="0" dirty="0">
              <a:solidFill>
                <a:srgbClr val="0000C7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spc="-4" noProof="0" dirty="0">
              <a:solidFill>
                <a:srgbClr val="0000C7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spc="-4" noProof="0" dirty="0">
              <a:solidFill>
                <a:srgbClr val="0000C7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Start a process in the background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by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ending</a:t>
            </a:r>
            <a:r>
              <a:rPr lang="en-US" sz="1800" spc="37" noProof="0" dirty="0">
                <a:solidFill>
                  <a:srgbClr val="2D2C2C"/>
                </a:solidFill>
                <a:latin typeface="+mn-lt"/>
                <a:cs typeface="Segoe UI"/>
              </a:rPr>
              <a:t> the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line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with</a:t>
            </a:r>
            <a:r>
              <a:rPr lang="en-US" sz="1800" spc="3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&amp;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spc="-8" noProof="0" dirty="0">
              <a:solidFill>
                <a:srgbClr val="0000C7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spc="-8" noProof="0" dirty="0">
              <a:solidFill>
                <a:srgbClr val="0000C7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  <a:tab pos="3371136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Shell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displays</a:t>
            </a:r>
            <a:r>
              <a:rPr lang="en-US" sz="1800" spc="4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job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24" noProof="0" dirty="0">
                <a:solidFill>
                  <a:srgbClr val="2D2C2C"/>
                </a:solidFill>
                <a:latin typeface="+mn-lt"/>
                <a:cs typeface="Segoe UI"/>
              </a:rPr>
              <a:t>number,</a:t>
            </a:r>
            <a:r>
              <a:rPr lang="en-US" sz="1800" spc="4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e.g.	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[2]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,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and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process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id, e.g. </a:t>
            </a:r>
            <a:r>
              <a:rPr lang="en-US" b="1" spc="-4" dirty="0">
                <a:solidFill>
                  <a:srgbClr val="0000C7"/>
                </a:solidFill>
                <a:latin typeface="Hack" panose="020B0609030202020204" pitchFamily="49" charset="0"/>
              </a:rPr>
              <a:t>1286.</a:t>
            </a:r>
          </a:p>
          <a:p>
            <a:endParaRPr lang="en-US" sz="32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4718481-ED3F-30E4-0BCD-F6BBA86D1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0671" y="2726243"/>
            <a:ext cx="6770077" cy="1405513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>
              <a:spcBef>
                <a:spcPts val="73"/>
              </a:spcBef>
            </a:pPr>
            <a:r>
              <a:rPr lang="en-US" sz="1600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1600" spc="-49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sleep 10000</a:t>
            </a:r>
            <a:endParaRPr lang="en-US" sz="16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>
              <a:lnSpc>
                <a:spcPct val="100000"/>
              </a:lnSpc>
            </a:pP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...</a:t>
            </a:r>
            <a:r>
              <a:rPr lang="en-US" sz="1600" spc="-69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^Z</a:t>
            </a:r>
            <a:endParaRPr lang="en-US" sz="16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[1]+	Stopped	sleep 10000</a:t>
            </a:r>
          </a:p>
          <a:p>
            <a:pPr>
              <a:lnSpc>
                <a:spcPct val="100000"/>
              </a:lnSpc>
            </a:pPr>
            <a:r>
              <a:rPr lang="en-US" sz="1600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1600" spc="-49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bg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%1</a:t>
            </a:r>
            <a:endParaRPr lang="en-US" sz="16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[1]+	sleep 10000 &amp;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9C038C0-C309-9B0A-ABC6-0410A19606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0671" y="4671765"/>
            <a:ext cx="6770077" cy="666849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>
              <a:spcBef>
                <a:spcPts val="73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49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ls</a:t>
            </a:r>
            <a:r>
              <a:rPr lang="en-US" b="1" spc="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lR</a:t>
            </a:r>
            <a:r>
              <a:rPr lang="en-US" b="1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	&gt;</a:t>
            </a:r>
            <a:r>
              <a:rPr lang="en-US" b="1" spc="-2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tmp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full.list</a:t>
            </a:r>
            <a:r>
              <a:rPr lang="en-US" b="1" spc="-2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&amp;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[2]	 1286</a:t>
            </a:r>
            <a:endParaRPr lang="en-US" sz="16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7353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3B66C1C-2AAB-4ED0-90D2-B2FCAAA5FB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Listing background tasks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1056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Background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tasks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are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recorded</a:t>
            </a:r>
            <a:r>
              <a:rPr lang="en-US" sz="1800" spc="3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in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 job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list.</a:t>
            </a:r>
            <a:endParaRPr lang="en-US" sz="1800" noProof="0" dirty="0">
              <a:latin typeface="+mn-lt"/>
              <a:cs typeface="Segoe UI"/>
            </a:endParaRP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Use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3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jobs</a:t>
            </a:r>
            <a:r>
              <a:rPr lang="en-US" sz="1800" b="1" spc="-8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command</a:t>
            </a:r>
            <a:r>
              <a:rPr lang="en-US" sz="1800" spc="5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look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at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 the job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list.</a:t>
            </a: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Background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tasks</a:t>
            </a:r>
            <a:r>
              <a:rPr lang="en-US" sz="1800" spc="3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are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treated</a:t>
            </a:r>
            <a:r>
              <a:rPr lang="en-US" sz="1800" spc="4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as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standard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processes.</a:t>
            </a:r>
            <a:endParaRPr lang="en-US" sz="1800" noProof="0" dirty="0">
              <a:latin typeface="+mn-lt"/>
              <a:cs typeface="Segoe UI"/>
            </a:endParaRP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noProof="0" dirty="0">
              <a:latin typeface="+mn-lt"/>
              <a:cs typeface="Segoe UI"/>
            </a:endParaRPr>
          </a:p>
          <a:p>
            <a:endParaRPr lang="en-US" sz="32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2F5A66A4-8F98-8662-3607-0AA88DC4A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401" y="2585315"/>
            <a:ext cx="6770077" cy="925894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>
              <a:spcBef>
                <a:spcPts val="73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49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jobs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>
              <a:spcBef>
                <a:spcPts val="73"/>
              </a:spcBef>
            </a:pP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[1]+	Stopped		vi</a:t>
            </a:r>
            <a:r>
              <a:rPr lang="en-US" sz="1600" spc="-61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/home/</a:t>
            </a:r>
            <a:r>
              <a:rPr lang="en-US" sz="16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laura</a:t>
            </a: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/report2</a:t>
            </a:r>
            <a:endParaRPr lang="en-US" sz="16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[2]-	Stopped		ls –</a:t>
            </a:r>
            <a:r>
              <a:rPr lang="en-US" sz="16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lR</a:t>
            </a: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/ &gt; /</a:t>
            </a:r>
            <a:r>
              <a:rPr lang="en-US" sz="16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tmp</a:t>
            </a: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6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full_list</a:t>
            </a:r>
            <a:endParaRPr lang="en-US" sz="16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C9587332-4610-EC76-DB4A-416525804C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401" y="4363415"/>
            <a:ext cx="6770078" cy="1456809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>
              <a:spcBef>
                <a:spcPts val="73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49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ps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>
              <a:spcBef>
                <a:spcPts val="73"/>
              </a:spcBef>
            </a:pP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   PID TTY	    TIME CMD</a:t>
            </a:r>
          </a:p>
          <a:p>
            <a:pPr>
              <a:spcBef>
                <a:spcPts val="73"/>
              </a:spcBef>
            </a:pP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  1269 pts/2	00:00:00 bash</a:t>
            </a:r>
          </a:p>
          <a:p>
            <a:pPr>
              <a:spcBef>
                <a:spcPts val="73"/>
              </a:spcBef>
            </a:pP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  1278 pts/2	00:00:00 vi</a:t>
            </a:r>
          </a:p>
          <a:p>
            <a:pPr>
              <a:spcBef>
                <a:spcPts val="73"/>
              </a:spcBef>
            </a:pP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  1286 pts/2	00:00:00 ls</a:t>
            </a:r>
            <a:endParaRPr lang="en-US" sz="16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4618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AFB6982-B950-1F95-C9B7-9932E441AE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Manipulating background tasks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242" y="1733108"/>
            <a:ext cx="11303578" cy="4348715"/>
          </a:xfrm>
        </p:spPr>
        <p:txBody>
          <a:bodyPr/>
          <a:lstStyle/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Actions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allowed</a:t>
            </a:r>
            <a:r>
              <a:rPr lang="en-US" sz="1800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on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 suspended</a:t>
            </a:r>
            <a:r>
              <a:rPr lang="en-US" sz="1800" spc="5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background</a:t>
            </a:r>
            <a:r>
              <a:rPr lang="en-US" sz="1800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jobs:</a:t>
            </a: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Any</a:t>
            </a:r>
            <a:r>
              <a:rPr lang="en-US" sz="1800" spc="-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running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background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job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can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be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suspended: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kill</a:t>
            </a:r>
            <a:r>
              <a:rPr lang="en-US" sz="1800" b="1" spc="-16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-STOP</a:t>
            </a:r>
            <a:r>
              <a:rPr lang="en-US" sz="1800" b="1" spc="-12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%</a:t>
            </a: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jobno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6080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pc="-12" noProof="0" dirty="0">
                <a:solidFill>
                  <a:srgbClr val="2D2C2C"/>
                </a:solidFill>
                <a:cs typeface="Segoe UI"/>
              </a:rPr>
              <a:t>It can later be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restarted</a:t>
            </a:r>
            <a:r>
              <a:rPr lang="en-US" spc="6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or</a:t>
            </a:r>
            <a:r>
              <a:rPr lang="en-US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12" noProof="0" dirty="0">
                <a:solidFill>
                  <a:srgbClr val="2D2C2C"/>
                </a:solidFill>
                <a:cs typeface="Segoe UI"/>
              </a:rPr>
              <a:t>terminated</a:t>
            </a:r>
            <a:r>
              <a:rPr lang="en-US" spc="8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as</a:t>
            </a:r>
            <a:r>
              <a:rPr lang="en-US" spc="-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discussed</a:t>
            </a:r>
            <a:r>
              <a:rPr lang="en-US" spc="6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above.</a:t>
            </a:r>
            <a:endParaRPr lang="en-US" noProof="0" dirty="0">
              <a:cs typeface="Segoe UI"/>
            </a:endParaRP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3C216FD-732D-3B7D-DB96-2BA0BF3C79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2799" y="5227961"/>
            <a:ext cx="6209982" cy="1154162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>
              <a:spcBef>
                <a:spcPts val="73"/>
              </a:spcBef>
            </a:pPr>
            <a:r>
              <a:rPr lang="en-US" sz="1600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1600" spc="-49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fg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%1</a:t>
            </a:r>
          </a:p>
          <a:p>
            <a:pPr>
              <a:spcBef>
                <a:spcPts val="73"/>
              </a:spcBef>
            </a:pP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...</a:t>
            </a: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vi session resumed</a:t>
            </a:r>
          </a:p>
          <a:p>
            <a:pPr>
              <a:spcBef>
                <a:spcPts val="73"/>
              </a:spcBef>
            </a:pPr>
            <a:r>
              <a:rPr lang="en-US" sz="1600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1600" spc="-49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kill %2</a:t>
            </a:r>
            <a:endParaRPr lang="en-US" sz="16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[2]-	Terminated	ls –</a:t>
            </a:r>
            <a:r>
              <a:rPr lang="en-US" sz="16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lR</a:t>
            </a: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/ &gt; /</a:t>
            </a:r>
            <a:r>
              <a:rPr lang="en-US" sz="16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tmp</a:t>
            </a: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6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full_list</a:t>
            </a:r>
            <a:endParaRPr lang="en-US" sz="16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F3E956E6-C2B3-0E21-0624-D09BEF0E08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7947049"/>
              </p:ext>
            </p:extLst>
          </p:nvPr>
        </p:nvGraphicFramePr>
        <p:xfrm>
          <a:off x="1162446" y="2194374"/>
          <a:ext cx="6770687" cy="18288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563680">
                  <a:extLst>
                    <a:ext uri="{9D8B030D-6E8A-4147-A177-3AD203B41FA5}">
                      <a16:colId xmlns:a16="http://schemas.microsoft.com/office/drawing/2014/main" val="1467239658"/>
                    </a:ext>
                  </a:extLst>
                </a:gridCol>
                <a:gridCol w="4207007">
                  <a:extLst>
                    <a:ext uri="{9D8B030D-6E8A-4147-A177-3AD203B41FA5}">
                      <a16:colId xmlns:a16="http://schemas.microsoft.com/office/drawing/2014/main" val="226102086"/>
                    </a:ext>
                  </a:extLst>
                </a:gridCol>
              </a:tblGrid>
              <a:tr h="3220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</a:rPr>
                        <a:t>Command</a:t>
                      </a:r>
                      <a:endParaRPr lang="en-US" sz="180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</a:rPr>
                        <a:t>Action</a:t>
                      </a:r>
                      <a:endParaRPr lang="en-US" sz="180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4585696"/>
                  </a:ext>
                </a:extLst>
              </a:tr>
              <a:tr h="3220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 marR="556181" lvl="0" indent="0" algn="just" defTabSz="914377" rtl="0" eaLnBrk="1" fontAlgn="auto" latinLnBrk="0" hangingPunct="1">
                        <a:lnSpc>
                          <a:spcPct val="102000"/>
                        </a:lnSpc>
                        <a:spcBef>
                          <a:spcPts val="33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-12" normalizeH="0" baseline="0" noProof="0" dirty="0" err="1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uLnTx/>
                          <a:uFillTx/>
                        </a:rPr>
                        <a:t>bg</a:t>
                      </a:r>
                      <a:r>
                        <a:rPr kumimoji="0" lang="en-US" sz="1800" b="1" u="none" strike="noStrike" kern="1200" cap="none" spc="-12" normalizeH="0" baseline="0" noProof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uLnTx/>
                          <a:uFillTx/>
                        </a:rPr>
                        <a:t> [</a:t>
                      </a:r>
                      <a:r>
                        <a:rPr kumimoji="0" lang="en-US" sz="1800" b="1" u="none" strike="noStrike" kern="1200" cap="none" spc="-4" normalizeH="0" baseline="0" noProof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uLnTx/>
                          <a:uFillTx/>
                        </a:rPr>
                        <a:t>%</a:t>
                      </a:r>
                      <a:r>
                        <a:rPr kumimoji="0" lang="en-US" sz="1800" b="1" u="none" strike="noStrike" kern="1200" cap="none" spc="-4" normalizeH="0" baseline="0" noProof="0" dirty="0" err="1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uLnTx/>
                          <a:uFillTx/>
                        </a:rPr>
                        <a:t>jobno</a:t>
                      </a:r>
                      <a:r>
                        <a:rPr kumimoji="0" lang="en-US" sz="1800" b="1" u="none" strike="noStrike" kern="1200" cap="none" spc="-4" normalizeH="0" baseline="0" noProof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uLnTx/>
                          <a:uFillTx/>
                        </a:rPr>
                        <a:t>]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4050"/>
                        </a:solidFill>
                        <a:effectLst/>
                        <a:uLnTx/>
                        <a:uFillTx/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>
                        <a:spcBef>
                          <a:spcPts val="73"/>
                        </a:spcBef>
                      </a:pPr>
                      <a:r>
                        <a:rPr lang="en-US" sz="1800" spc="-4" noProof="0" dirty="0">
                          <a:solidFill>
                            <a:schemeClr val="tx1"/>
                          </a:solidFill>
                        </a:rPr>
                        <a:t>Restart</a:t>
                      </a:r>
                      <a:r>
                        <a:rPr lang="en-US" sz="1800" spc="16" noProof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spc="-8" noProof="0" dirty="0">
                          <a:solidFill>
                            <a:schemeClr val="tx1"/>
                          </a:solidFill>
                        </a:rPr>
                        <a:t>in</a:t>
                      </a:r>
                      <a:r>
                        <a:rPr lang="en-US" sz="1800" spc="-16" noProof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spc="-4" noProof="0" dirty="0">
                          <a:solidFill>
                            <a:schemeClr val="tx1"/>
                          </a:solidFill>
                        </a:rPr>
                        <a:t>the</a:t>
                      </a:r>
                      <a:r>
                        <a:rPr lang="en-US" sz="1800" spc="16" noProof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spc="-12" noProof="0" dirty="0">
                          <a:solidFill>
                            <a:schemeClr val="tx1"/>
                          </a:solidFill>
                        </a:rPr>
                        <a:t>background</a:t>
                      </a:r>
                      <a:endParaRPr lang="en-US" sz="1800" noProof="0" dirty="0">
                        <a:solidFill>
                          <a:schemeClr val="tx1"/>
                        </a:solidFill>
                        <a:latin typeface="+mn-lt"/>
                        <a:cs typeface="Segoe U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962769"/>
                  </a:ext>
                </a:extLst>
              </a:tr>
              <a:tr h="3220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 marR="556181" lvl="0" indent="0" algn="just" defTabSz="914377" rtl="0" eaLnBrk="1" fontAlgn="auto" latinLnBrk="0" hangingPunct="1">
                        <a:lnSpc>
                          <a:spcPct val="102000"/>
                        </a:lnSpc>
                        <a:spcBef>
                          <a:spcPts val="33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-4" normalizeH="0" baseline="0" noProof="0" dirty="0" err="1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uLnTx/>
                          <a:uFillTx/>
                        </a:rPr>
                        <a:t>fg</a:t>
                      </a:r>
                      <a:r>
                        <a:rPr kumimoji="0" lang="en-US" sz="1800" b="1" u="none" strike="noStrike" kern="1200" cap="none" spc="-4" normalizeH="0" baseline="0" noProof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uLnTx/>
                          <a:uFillTx/>
                        </a:rPr>
                        <a:t> [</a:t>
                      </a:r>
                      <a:r>
                        <a:rPr kumimoji="0" lang="en-US" sz="1800" b="1" u="none" strike="noStrike" kern="1200" cap="none" spc="-8" normalizeH="0" baseline="0" noProof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uLnTx/>
                          <a:uFillTx/>
                        </a:rPr>
                        <a:t>%</a:t>
                      </a:r>
                      <a:r>
                        <a:rPr kumimoji="0" lang="en-US" sz="1800" b="1" u="none" strike="noStrike" kern="1200" cap="none" spc="-8" normalizeH="0" baseline="0" noProof="0" dirty="0" err="1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uLnTx/>
                          <a:uFillTx/>
                        </a:rPr>
                        <a:t>jobno</a:t>
                      </a:r>
                      <a:r>
                        <a:rPr kumimoji="0" lang="en-US" sz="1800" b="1" u="none" strike="noStrike" kern="1200" cap="none" spc="-8" normalizeH="0" baseline="0" noProof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uLnTx/>
                          <a:uFillTx/>
                        </a:rPr>
                        <a:t>]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4050"/>
                        </a:solidFill>
                        <a:effectLst/>
                        <a:uLnTx/>
                        <a:uFillTx/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spc="-4" noProof="0" dirty="0">
                          <a:solidFill>
                            <a:schemeClr val="tx1"/>
                          </a:solidFill>
                        </a:rPr>
                        <a:t>Bring</a:t>
                      </a:r>
                      <a:r>
                        <a:rPr lang="en-US" sz="1800" noProof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spc="-12" noProof="0" dirty="0">
                          <a:solidFill>
                            <a:schemeClr val="tx1"/>
                          </a:solidFill>
                        </a:rPr>
                        <a:t>back</a:t>
                      </a:r>
                      <a:r>
                        <a:rPr lang="en-US" sz="1800" spc="8" noProof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spc="-16" noProof="0" dirty="0">
                          <a:solidFill>
                            <a:schemeClr val="tx1"/>
                          </a:solidFill>
                        </a:rPr>
                        <a:t>to</a:t>
                      </a:r>
                      <a:r>
                        <a:rPr lang="en-US" sz="1800" spc="20" noProof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spc="-8" noProof="0" dirty="0">
                          <a:solidFill>
                            <a:schemeClr val="tx1"/>
                          </a:solidFill>
                        </a:rPr>
                        <a:t>foreground</a:t>
                      </a:r>
                      <a:endParaRPr lang="en-US" sz="180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907723"/>
                  </a:ext>
                </a:extLst>
              </a:tr>
              <a:tr h="3220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 marR="556181" lvl="0" indent="0" algn="just" defTabSz="914377" rtl="0" eaLnBrk="1" fontAlgn="auto" latinLnBrk="0" hangingPunct="1">
                        <a:lnSpc>
                          <a:spcPct val="102000"/>
                        </a:lnSpc>
                        <a:spcBef>
                          <a:spcPts val="33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-16" normalizeH="0" baseline="0" noProof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uLnTx/>
                          <a:uFillTx/>
                        </a:rPr>
                        <a:t>k</a:t>
                      </a: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uLnTx/>
                          <a:uFillTx/>
                        </a:rPr>
                        <a:t>il</a:t>
                      </a:r>
                      <a:r>
                        <a:rPr kumimoji="0" lang="en-US" sz="1800" b="1" u="none" strike="noStrike" kern="1200" cap="none" spc="-4" normalizeH="0" baseline="0" noProof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uLnTx/>
                          <a:uFillTx/>
                        </a:rPr>
                        <a:t>l</a:t>
                      </a:r>
                      <a:r>
                        <a:rPr kumimoji="0" lang="en-US" sz="1800" b="1" u="none" strike="noStrike" kern="1200" cap="none" spc="-37" normalizeH="0" baseline="0" noProof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uLnTx/>
                          <a:uFillTx/>
                        </a:rPr>
                        <a:t> </a:t>
                      </a: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uLnTx/>
                          <a:uFillTx/>
                        </a:rPr>
                        <a:t>%</a:t>
                      </a:r>
                      <a:r>
                        <a:rPr kumimoji="0" lang="en-US" sz="1800" b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uLnTx/>
                          <a:uFillTx/>
                        </a:rPr>
                        <a:t>j</a:t>
                      </a:r>
                      <a:r>
                        <a:rPr kumimoji="0" lang="en-US" sz="1800" b="1" u="none" strike="noStrike" kern="1200" cap="none" spc="-4" normalizeH="0" baseline="0" noProof="0" dirty="0" err="1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uLnTx/>
                          <a:uFillTx/>
                        </a:rPr>
                        <a:t>o</a:t>
                      </a:r>
                      <a:r>
                        <a:rPr kumimoji="0" lang="en-US" sz="1800" b="1" u="none" strike="noStrike" kern="1200" cap="none" spc="-16" normalizeH="0" baseline="0" noProof="0" dirty="0" err="1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uLnTx/>
                          <a:uFillTx/>
                        </a:rPr>
                        <a:t>b</a:t>
                      </a:r>
                      <a:r>
                        <a:rPr kumimoji="0" lang="en-US" sz="1800" b="1" u="none" strike="noStrike" kern="1200" cap="none" spc="-4" normalizeH="0" baseline="0" noProof="0" dirty="0" err="1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uLnTx/>
                          <a:uFillTx/>
                        </a:rPr>
                        <a:t>no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4050"/>
                        </a:solidFill>
                        <a:effectLst/>
                        <a:uLnTx/>
                        <a:uFillTx/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spc="-12" noProof="0" dirty="0">
                          <a:solidFill>
                            <a:schemeClr val="tx1"/>
                          </a:solidFill>
                        </a:rPr>
                        <a:t>Terminate</a:t>
                      </a:r>
                      <a:r>
                        <a:rPr lang="en-US" sz="1800" spc="57" noProof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spc="-4" noProof="0" dirty="0">
                          <a:solidFill>
                            <a:schemeClr val="tx1"/>
                          </a:solidFill>
                        </a:rPr>
                        <a:t>with</a:t>
                      </a:r>
                      <a:r>
                        <a:rPr lang="en-US" sz="1800" spc="8" noProof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spc="-8" noProof="0" dirty="0">
                          <a:solidFill>
                            <a:schemeClr val="tx1"/>
                          </a:solidFill>
                        </a:rPr>
                        <a:t>default</a:t>
                      </a:r>
                      <a:r>
                        <a:rPr lang="en-US" sz="1800" spc="28" noProof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spc="-8" noProof="0" dirty="0">
                          <a:solidFill>
                            <a:schemeClr val="tx1"/>
                          </a:solidFill>
                        </a:rPr>
                        <a:t>signal </a:t>
                      </a:r>
                      <a:r>
                        <a:rPr lang="en-US" sz="1800" noProof="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80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0678087"/>
                  </a:ext>
                </a:extLst>
              </a:tr>
              <a:tr h="3220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 marR="0" lvl="0" indent="0" algn="just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4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-4" normalizeH="0" baseline="0" noProof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uLnTx/>
                          <a:uFillTx/>
                        </a:rPr>
                        <a:t>Kill </a:t>
                      </a:r>
                      <a:r>
                        <a:rPr kumimoji="0" lang="en-US" sz="1800" b="1" u="none" strike="noStrike" kern="1200" cap="none" spc="-8" normalizeH="0" baseline="0" noProof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uLnTx/>
                          <a:uFillTx/>
                        </a:rPr>
                        <a:t>-KILL</a:t>
                      </a:r>
                      <a:r>
                        <a:rPr kumimoji="0" lang="en-US" sz="1800" b="1" u="none" strike="noStrike" kern="1200" cap="none" spc="4" normalizeH="0" baseline="0" noProof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uLnTx/>
                          <a:uFillTx/>
                        </a:rPr>
                        <a:t> </a:t>
                      </a:r>
                      <a:r>
                        <a:rPr kumimoji="0" lang="en-US" sz="1800" b="1" u="none" strike="noStrike" kern="1200" cap="none" spc="-8" normalizeH="0" baseline="0" noProof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uLnTx/>
                          <a:uFillTx/>
                        </a:rPr>
                        <a:t>%</a:t>
                      </a:r>
                      <a:r>
                        <a:rPr kumimoji="0" lang="en-US" sz="1800" b="1" u="none" strike="noStrike" kern="1200" cap="none" spc="-8" normalizeH="0" baseline="0" noProof="0" dirty="0" err="1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uLnTx/>
                          <a:uFillTx/>
                        </a:rPr>
                        <a:t>jobno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4050"/>
                        </a:solidFill>
                        <a:effectLst/>
                        <a:uLnTx/>
                        <a:uFillTx/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spc="-16" noProof="0" dirty="0">
                          <a:solidFill>
                            <a:schemeClr val="tx1"/>
                          </a:solidFill>
                        </a:rPr>
                        <a:t>Terminate</a:t>
                      </a:r>
                      <a:r>
                        <a:rPr lang="en-US" sz="1800" spc="65" noProof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spc="-8" noProof="0" dirty="0">
                          <a:solidFill>
                            <a:schemeClr val="tx1"/>
                          </a:solidFill>
                        </a:rPr>
                        <a:t>with</a:t>
                      </a:r>
                      <a:r>
                        <a:rPr lang="en-US" sz="1800" spc="16" noProof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spc="-8" noProof="0" dirty="0">
                          <a:solidFill>
                            <a:schemeClr val="tx1"/>
                          </a:solidFill>
                        </a:rPr>
                        <a:t>signal</a:t>
                      </a:r>
                      <a:r>
                        <a:rPr lang="en-US" sz="1800" spc="24" noProof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spc="-4" noProof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800" noProof="0" dirty="0">
                        <a:solidFill>
                          <a:schemeClr val="tx1"/>
                        </a:solidFill>
                        <a:latin typeface="+mn-lt"/>
                        <a:cs typeface="Segoe U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9143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8639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740D870-41F9-DA17-EBF7-1A4E996586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Separating tasks from the terminal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7242047" cy="4348715"/>
          </a:xfrm>
        </p:spPr>
        <p:txBody>
          <a:bodyPr/>
          <a:lstStyle/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On</a:t>
            </a: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logout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cs typeface="Segoe UI"/>
              </a:rPr>
              <a:t>SIGHUP</a:t>
            </a:r>
            <a:r>
              <a:rPr lang="en-US" sz="1800" b="1" spc="24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is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sent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by the parent (login shell)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child processes.</a:t>
            </a:r>
          </a:p>
          <a:p>
            <a:pPr marL="747157" lvl="1" indent="-280154">
              <a:lnSpc>
                <a:spcPct val="100000"/>
              </a:lnSpc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1" spc="-8" noProof="0" dirty="0">
                <a:solidFill>
                  <a:srgbClr val="2D2C2C"/>
                </a:solidFill>
                <a:cs typeface="Segoe UI"/>
              </a:rPr>
              <a:t>This will cause the processes to die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747157" lvl="1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spc="-8" noProof="0" dirty="0">
              <a:solidFill>
                <a:srgbClr val="2D2C2C"/>
              </a:solidFill>
              <a:cs typeface="Segoe UI"/>
            </a:endParaRPr>
          </a:p>
          <a:p>
            <a:pPr marL="467003" lvl="1" indent="0">
              <a:spcBef>
                <a:spcPts val="73"/>
              </a:spcBef>
              <a:buClr>
                <a:srgbClr val="000000"/>
              </a:buClr>
              <a:buNone/>
              <a:tabLst>
                <a:tab pos="289957" algn="l"/>
                <a:tab pos="290473" algn="l"/>
              </a:tabLst>
            </a:pPr>
            <a:endParaRPr lang="en-US" sz="1800" b="1" spc="-8" noProof="0" dirty="0">
              <a:solidFill>
                <a:srgbClr val="2D2C2C"/>
              </a:solidFill>
              <a:cs typeface="Segoe UI"/>
            </a:endParaRPr>
          </a:p>
          <a:p>
            <a:pPr marL="747157" lvl="1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spc="-8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To avoid this, use the</a:t>
            </a: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nohup</a:t>
            </a:r>
            <a:r>
              <a:rPr lang="en-US" sz="1800" b="1" spc="24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command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 to start a process</a:t>
            </a:r>
          </a:p>
          <a:p>
            <a:pPr marL="747157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pc="-4" dirty="0">
                <a:solidFill>
                  <a:srgbClr val="2D2C2C"/>
                </a:solidFill>
                <a:cs typeface="Segoe UI"/>
              </a:rPr>
              <a:t>This tells the process to </a:t>
            </a:r>
            <a:r>
              <a:rPr lang="en-US" spc="-12" noProof="0" dirty="0">
                <a:solidFill>
                  <a:srgbClr val="2D2C2C"/>
                </a:solidFill>
                <a:cs typeface="Segoe UI"/>
              </a:rPr>
              <a:t>disregard the</a:t>
            </a:r>
            <a:r>
              <a:rPr lang="en-US" spc="4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b="1" spc="-8" noProof="0" dirty="0">
                <a:solidFill>
                  <a:srgbClr val="0000C7"/>
                </a:solidFill>
                <a:cs typeface="Segoe UI"/>
              </a:rPr>
              <a:t>SIGHUP </a:t>
            </a:r>
            <a:r>
              <a:rPr lang="en-US" spc="-8" noProof="0" dirty="0">
                <a:cs typeface="Segoe UI"/>
              </a:rPr>
              <a:t>signal</a:t>
            </a:r>
            <a:r>
              <a:rPr lang="en-US" b="1" spc="-8" noProof="0" dirty="0">
                <a:solidFill>
                  <a:srgbClr val="0000C7"/>
                </a:solidFill>
                <a:cs typeface="Segoe UI"/>
              </a:rPr>
              <a:t>.</a:t>
            </a:r>
            <a:endParaRPr lang="en-US" spc="-4" noProof="0" dirty="0">
              <a:solidFill>
                <a:srgbClr val="2D2C2C"/>
              </a:solidFill>
              <a:cs typeface="Segoe UI"/>
            </a:endParaRPr>
          </a:p>
          <a:p>
            <a:pPr marL="747157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Instead of dying when the user logs out, the process is disconnected from the current terminal.</a:t>
            </a:r>
          </a:p>
          <a:p>
            <a:pPr marL="747157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The PPID of the process is changed to be the parent of the original parent process (i.e. its grandparent process).</a:t>
            </a:r>
          </a:p>
          <a:p>
            <a:pPr marL="747157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This allows sub-shells</a:t>
            </a:r>
            <a:r>
              <a:rPr lang="en-US" sz="1800" spc="7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continue</a:t>
            </a:r>
            <a:r>
              <a:rPr lang="en-US" sz="1800" spc="4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executing</a:t>
            </a:r>
            <a:r>
              <a:rPr lang="en-US" sz="1800" spc="8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after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the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user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has logged out.</a:t>
            </a:r>
            <a:endParaRPr lang="en-US" sz="1800" noProof="0" dirty="0"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600" noProof="0" dirty="0">
              <a:cs typeface="Segoe UI"/>
            </a:endParaRP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8</a:t>
            </a:fld>
            <a:endParaRPr lang="en-US" noProof="0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F592035-23EE-1DA7-41D6-3F7D47E5B406}"/>
              </a:ext>
            </a:extLst>
          </p:cNvPr>
          <p:cNvGrpSpPr/>
          <p:nvPr/>
        </p:nvGrpSpPr>
        <p:grpSpPr>
          <a:xfrm>
            <a:off x="7940993" y="2467961"/>
            <a:ext cx="3466782" cy="3352800"/>
            <a:chOff x="6096000" y="3128791"/>
            <a:chExt cx="3002823" cy="3188307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14B59B3-30DE-349D-E86C-5A3A6F0905ED}"/>
                </a:ext>
              </a:extLst>
            </p:cNvPr>
            <p:cNvGrpSpPr/>
            <p:nvPr/>
          </p:nvGrpSpPr>
          <p:grpSpPr>
            <a:xfrm>
              <a:off x="6096000" y="3490711"/>
              <a:ext cx="951590" cy="811678"/>
              <a:chOff x="9306753" y="679288"/>
              <a:chExt cx="1286748" cy="982985"/>
            </a:xfrm>
          </p:grpSpPr>
          <p:sp>
            <p:nvSpPr>
              <p:cNvPr id="49" name="object 9">
                <a:extLst>
                  <a:ext uri="{FF2B5EF4-FFF2-40B4-BE49-F238E27FC236}">
                    <a16:creationId xmlns:a16="http://schemas.microsoft.com/office/drawing/2014/main" id="{E10287E6-5D65-515C-3FAA-82C5B9DC5C16}"/>
                  </a:ext>
                </a:extLst>
              </p:cNvPr>
              <p:cNvSpPr txBox="1"/>
              <p:nvPr/>
            </p:nvSpPr>
            <p:spPr>
              <a:xfrm>
                <a:off x="9606709" y="879594"/>
                <a:ext cx="760164" cy="621417"/>
              </a:xfrm>
              <a:prstGeom prst="rect">
                <a:avLst/>
              </a:prstGeom>
            </p:spPr>
            <p:txBody>
              <a:bodyPr vert="horz" wrap="square" lIns="0" tIns="43339" rIns="0" bIns="0" rtlCol="0">
                <a:spAutoFit/>
              </a:bodyPr>
              <a:lstStyle/>
              <a:p>
                <a:pPr marL="10319" algn="ctr">
                  <a:spcBef>
                    <a:spcPts val="341"/>
                  </a:spcBef>
                </a:pPr>
                <a:r>
                  <a:rPr lang="en-US" sz="1400" b="1" spc="-37" noProof="0" dirty="0">
                    <a:solidFill>
                      <a:srgbClr val="0000C7"/>
                    </a:solidFill>
                    <a:latin typeface="Segoe UI"/>
                    <a:cs typeface="Segoe UI"/>
                  </a:rPr>
                  <a:t>B</a:t>
                </a:r>
                <a:r>
                  <a:rPr lang="en-US" sz="1400" b="1" noProof="0" dirty="0">
                    <a:solidFill>
                      <a:srgbClr val="0000C7"/>
                    </a:solidFill>
                    <a:latin typeface="Segoe UI"/>
                    <a:cs typeface="Segoe UI"/>
                  </a:rPr>
                  <a:t>a</a:t>
                </a:r>
                <a:r>
                  <a:rPr lang="en-US" sz="1400" b="1" spc="4" noProof="0" dirty="0">
                    <a:solidFill>
                      <a:srgbClr val="0000C7"/>
                    </a:solidFill>
                    <a:latin typeface="Segoe UI"/>
                    <a:cs typeface="Segoe UI"/>
                  </a:rPr>
                  <a:t>s</a:t>
                </a:r>
                <a:r>
                  <a:rPr lang="en-US" sz="1400" b="1" spc="-4" noProof="0" dirty="0">
                    <a:solidFill>
                      <a:srgbClr val="0000C7"/>
                    </a:solidFill>
                    <a:latin typeface="Segoe UI"/>
                    <a:cs typeface="Segoe UI"/>
                  </a:rPr>
                  <a:t>h</a:t>
                </a:r>
                <a:endParaRPr lang="en-US" sz="1400" b="1" noProof="0" dirty="0">
                  <a:latin typeface="Segoe UI"/>
                  <a:cs typeface="Segoe UI"/>
                </a:endParaRPr>
              </a:p>
              <a:p>
                <a:pPr marL="10319" algn="ctr">
                  <a:spcBef>
                    <a:spcPts val="341"/>
                  </a:spcBef>
                </a:pPr>
                <a:r>
                  <a:rPr lang="en-US" sz="1400" spc="-8" noProof="0" dirty="0">
                    <a:solidFill>
                      <a:srgbClr val="C70000"/>
                    </a:solidFill>
                    <a:latin typeface="Segoe UI"/>
                    <a:cs typeface="Segoe UI"/>
                  </a:rPr>
                  <a:t>env</a:t>
                </a:r>
                <a:endParaRPr lang="en-US" sz="1400" noProof="0" dirty="0">
                  <a:latin typeface="Segoe UI"/>
                  <a:cs typeface="Segoe UI"/>
                </a:endParaRPr>
              </a:p>
            </p:txBody>
          </p:sp>
          <p:sp>
            <p:nvSpPr>
              <p:cNvPr id="50" name="object 12">
                <a:extLst>
                  <a:ext uri="{FF2B5EF4-FFF2-40B4-BE49-F238E27FC236}">
                    <a16:creationId xmlns:a16="http://schemas.microsoft.com/office/drawing/2014/main" id="{9262CD46-AFEF-ACB0-9DD8-D39D2A508B55}"/>
                  </a:ext>
                </a:extLst>
              </p:cNvPr>
              <p:cNvSpPr/>
              <p:nvPr/>
            </p:nvSpPr>
            <p:spPr>
              <a:xfrm>
                <a:off x="9306753" y="679288"/>
                <a:ext cx="1286748" cy="982985"/>
              </a:xfrm>
              <a:custGeom>
                <a:avLst/>
                <a:gdLst/>
                <a:ahLst/>
                <a:cxnLst/>
                <a:rect l="l" t="t" r="r" b="b"/>
                <a:pathLst>
                  <a:path w="1583690" h="883919">
                    <a:moveTo>
                      <a:pt x="0" y="441960"/>
                    </a:moveTo>
                    <a:lnTo>
                      <a:pt x="9410" y="373607"/>
                    </a:lnTo>
                    <a:lnTo>
                      <a:pt x="36703" y="308557"/>
                    </a:lnTo>
                    <a:lnTo>
                      <a:pt x="80472" y="247594"/>
                    </a:lnTo>
                    <a:lnTo>
                      <a:pt x="108095" y="218891"/>
                    </a:lnTo>
                    <a:lnTo>
                      <a:pt x="139309" y="191505"/>
                    </a:lnTo>
                    <a:lnTo>
                      <a:pt x="173939" y="165533"/>
                    </a:lnTo>
                    <a:lnTo>
                      <a:pt x="211807" y="141075"/>
                    </a:lnTo>
                    <a:lnTo>
                      <a:pt x="252739" y="118228"/>
                    </a:lnTo>
                    <a:lnTo>
                      <a:pt x="296559" y="97091"/>
                    </a:lnTo>
                    <a:lnTo>
                      <a:pt x="343090" y="77762"/>
                    </a:lnTo>
                    <a:lnTo>
                      <a:pt x="392157" y="60339"/>
                    </a:lnTo>
                    <a:lnTo>
                      <a:pt x="443583" y="44920"/>
                    </a:lnTo>
                    <a:lnTo>
                      <a:pt x="497193" y="31603"/>
                    </a:lnTo>
                    <a:lnTo>
                      <a:pt x="552811" y="20488"/>
                    </a:lnTo>
                    <a:lnTo>
                      <a:pt x="610262" y="11672"/>
                    </a:lnTo>
                    <a:lnTo>
                      <a:pt x="669368" y="5253"/>
                    </a:lnTo>
                    <a:lnTo>
                      <a:pt x="729954" y="1329"/>
                    </a:lnTo>
                    <a:lnTo>
                      <a:pt x="791845" y="0"/>
                    </a:lnTo>
                    <a:lnTo>
                      <a:pt x="853719" y="1329"/>
                    </a:lnTo>
                    <a:lnTo>
                      <a:pt x="914292" y="5253"/>
                    </a:lnTo>
                    <a:lnTo>
                      <a:pt x="973387" y="11672"/>
                    </a:lnTo>
                    <a:lnTo>
                      <a:pt x="1030830" y="20488"/>
                    </a:lnTo>
                    <a:lnTo>
                      <a:pt x="1086443" y="31603"/>
                    </a:lnTo>
                    <a:lnTo>
                      <a:pt x="1140050" y="44920"/>
                    </a:lnTo>
                    <a:lnTo>
                      <a:pt x="1191476" y="60339"/>
                    </a:lnTo>
                    <a:lnTo>
                      <a:pt x="1240543" y="77762"/>
                    </a:lnTo>
                    <a:lnTo>
                      <a:pt x="1287077" y="97091"/>
                    </a:lnTo>
                    <a:lnTo>
                      <a:pt x="1330900" y="118228"/>
                    </a:lnTo>
                    <a:lnTo>
                      <a:pt x="1371836" y="141075"/>
                    </a:lnTo>
                    <a:lnTo>
                      <a:pt x="1409710" y="165533"/>
                    </a:lnTo>
                    <a:lnTo>
                      <a:pt x="1444345" y="191505"/>
                    </a:lnTo>
                    <a:lnTo>
                      <a:pt x="1475565" y="218891"/>
                    </a:lnTo>
                    <a:lnTo>
                      <a:pt x="1503194" y="247594"/>
                    </a:lnTo>
                    <a:lnTo>
                      <a:pt x="1527056" y="277515"/>
                    </a:lnTo>
                    <a:lnTo>
                      <a:pt x="1562773" y="340620"/>
                    </a:lnTo>
                    <a:lnTo>
                      <a:pt x="1581307" y="407420"/>
                    </a:lnTo>
                    <a:lnTo>
                      <a:pt x="1583690" y="441960"/>
                    </a:lnTo>
                    <a:lnTo>
                      <a:pt x="1581307" y="476499"/>
                    </a:lnTo>
                    <a:lnTo>
                      <a:pt x="1574276" y="510312"/>
                    </a:lnTo>
                    <a:lnTo>
                      <a:pt x="1546974" y="575362"/>
                    </a:lnTo>
                    <a:lnTo>
                      <a:pt x="1503194" y="636325"/>
                    </a:lnTo>
                    <a:lnTo>
                      <a:pt x="1475565" y="665028"/>
                    </a:lnTo>
                    <a:lnTo>
                      <a:pt x="1444345" y="692414"/>
                    </a:lnTo>
                    <a:lnTo>
                      <a:pt x="1409710" y="718386"/>
                    </a:lnTo>
                    <a:lnTo>
                      <a:pt x="1371836" y="742844"/>
                    </a:lnTo>
                    <a:lnTo>
                      <a:pt x="1330900" y="765691"/>
                    </a:lnTo>
                    <a:lnTo>
                      <a:pt x="1287077" y="786828"/>
                    </a:lnTo>
                    <a:lnTo>
                      <a:pt x="1240543" y="806157"/>
                    </a:lnTo>
                    <a:lnTo>
                      <a:pt x="1191476" y="823580"/>
                    </a:lnTo>
                    <a:lnTo>
                      <a:pt x="1140050" y="838999"/>
                    </a:lnTo>
                    <a:lnTo>
                      <a:pt x="1086443" y="852316"/>
                    </a:lnTo>
                    <a:lnTo>
                      <a:pt x="1030830" y="863431"/>
                    </a:lnTo>
                    <a:lnTo>
                      <a:pt x="973387" y="872247"/>
                    </a:lnTo>
                    <a:lnTo>
                      <a:pt x="914292" y="878666"/>
                    </a:lnTo>
                    <a:lnTo>
                      <a:pt x="853719" y="882590"/>
                    </a:lnTo>
                    <a:lnTo>
                      <a:pt x="791845" y="883920"/>
                    </a:lnTo>
                    <a:lnTo>
                      <a:pt x="729954" y="882590"/>
                    </a:lnTo>
                    <a:lnTo>
                      <a:pt x="669368" y="878666"/>
                    </a:lnTo>
                    <a:lnTo>
                      <a:pt x="610262" y="872247"/>
                    </a:lnTo>
                    <a:lnTo>
                      <a:pt x="552811" y="863431"/>
                    </a:lnTo>
                    <a:lnTo>
                      <a:pt x="497193" y="852316"/>
                    </a:lnTo>
                    <a:lnTo>
                      <a:pt x="443583" y="838999"/>
                    </a:lnTo>
                    <a:lnTo>
                      <a:pt x="392157" y="823580"/>
                    </a:lnTo>
                    <a:lnTo>
                      <a:pt x="343090" y="806157"/>
                    </a:lnTo>
                    <a:lnTo>
                      <a:pt x="296559" y="786828"/>
                    </a:lnTo>
                    <a:lnTo>
                      <a:pt x="252739" y="765691"/>
                    </a:lnTo>
                    <a:lnTo>
                      <a:pt x="211807" y="742844"/>
                    </a:lnTo>
                    <a:lnTo>
                      <a:pt x="173939" y="718386"/>
                    </a:lnTo>
                    <a:lnTo>
                      <a:pt x="139309" y="692414"/>
                    </a:lnTo>
                    <a:lnTo>
                      <a:pt x="108095" y="665028"/>
                    </a:lnTo>
                    <a:lnTo>
                      <a:pt x="80472" y="636325"/>
                    </a:lnTo>
                    <a:lnTo>
                      <a:pt x="56616" y="606404"/>
                    </a:lnTo>
                    <a:lnTo>
                      <a:pt x="20909" y="543299"/>
                    </a:lnTo>
                    <a:lnTo>
                      <a:pt x="2381" y="476499"/>
                    </a:lnTo>
                    <a:lnTo>
                      <a:pt x="0" y="441960"/>
                    </a:lnTo>
                    <a:close/>
                  </a:path>
                </a:pathLst>
              </a:custGeom>
              <a:ln w="12600">
                <a:solidFill>
                  <a:srgbClr val="000066"/>
                </a:solidFill>
              </a:ln>
            </p:spPr>
            <p:txBody>
              <a:bodyPr wrap="square" lIns="0" tIns="0" rIns="0" bIns="0" rtlCol="0"/>
              <a:lstStyle/>
              <a:p>
                <a:endParaRPr lang="en-US" sz="1463" noProof="0" dirty="0"/>
              </a:p>
            </p:txBody>
          </p:sp>
          <p:sp>
            <p:nvSpPr>
              <p:cNvPr id="51" name="object 14">
                <a:extLst>
                  <a:ext uri="{FF2B5EF4-FFF2-40B4-BE49-F238E27FC236}">
                    <a16:creationId xmlns:a16="http://schemas.microsoft.com/office/drawing/2014/main" id="{A787AD9B-4964-1DFB-334C-5701F643EA5A}"/>
                  </a:ext>
                </a:extLst>
              </p:cNvPr>
              <p:cNvSpPr/>
              <p:nvPr/>
            </p:nvSpPr>
            <p:spPr>
              <a:xfrm>
                <a:off x="9468697" y="1177132"/>
                <a:ext cx="980797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7134">
                    <a:moveTo>
                      <a:pt x="0" y="0"/>
                    </a:moveTo>
                    <a:lnTo>
                      <a:pt x="1207007" y="0"/>
                    </a:lnTo>
                  </a:path>
                </a:pathLst>
              </a:custGeom>
              <a:ln w="12600">
                <a:solidFill>
                  <a:srgbClr val="000066"/>
                </a:solidFill>
              </a:ln>
            </p:spPr>
            <p:txBody>
              <a:bodyPr wrap="square" lIns="0" tIns="0" rIns="0" bIns="0" rtlCol="0"/>
              <a:lstStyle/>
              <a:p>
                <a:endParaRPr lang="en-US" sz="1463" noProof="0" dirty="0"/>
              </a:p>
            </p:txBody>
          </p:sp>
        </p:grpSp>
        <p:sp>
          <p:nvSpPr>
            <p:cNvPr id="31" name="object 16">
              <a:extLst>
                <a:ext uri="{FF2B5EF4-FFF2-40B4-BE49-F238E27FC236}">
                  <a16:creationId xmlns:a16="http://schemas.microsoft.com/office/drawing/2014/main" id="{73EBF5FE-9179-47BE-4C8F-CD8149CCCA26}"/>
                </a:ext>
              </a:extLst>
            </p:cNvPr>
            <p:cNvSpPr txBox="1"/>
            <p:nvPr/>
          </p:nvSpPr>
          <p:spPr>
            <a:xfrm>
              <a:off x="6296592" y="3223277"/>
              <a:ext cx="705505" cy="260858"/>
            </a:xfrm>
            <a:prstGeom prst="rect">
              <a:avLst/>
            </a:prstGeom>
          </p:spPr>
          <p:txBody>
            <a:bodyPr vert="horz" wrap="square" lIns="0" tIns="10319" rIns="0" bIns="0" rtlCol="0">
              <a:spAutoFit/>
            </a:bodyPr>
            <a:lstStyle/>
            <a:p>
              <a:pPr marL="10319">
                <a:spcBef>
                  <a:spcPts val="81"/>
                </a:spcBef>
              </a:pPr>
              <a:r>
                <a:rPr lang="en-US" sz="1400" spc="-8" noProof="0" dirty="0">
                  <a:latin typeface="Segoe UI"/>
                  <a:cs typeface="Segoe UI"/>
                </a:rPr>
                <a:t>parent</a:t>
              </a:r>
              <a:endParaRPr lang="en-US" sz="1400" noProof="0" dirty="0">
                <a:latin typeface="Segoe UI"/>
                <a:cs typeface="Segoe UI"/>
              </a:endParaRPr>
            </a:p>
          </p:txBody>
        </p:sp>
        <p:sp>
          <p:nvSpPr>
            <p:cNvPr id="32" name="object 17">
              <a:extLst>
                <a:ext uri="{FF2B5EF4-FFF2-40B4-BE49-F238E27FC236}">
                  <a16:creationId xmlns:a16="http://schemas.microsoft.com/office/drawing/2014/main" id="{B520EF00-61CB-4239-3C98-0D8983F96ADF}"/>
                </a:ext>
              </a:extLst>
            </p:cNvPr>
            <p:cNvSpPr txBox="1"/>
            <p:nvPr/>
          </p:nvSpPr>
          <p:spPr>
            <a:xfrm>
              <a:off x="8353984" y="3128791"/>
              <a:ext cx="539895" cy="260858"/>
            </a:xfrm>
            <a:prstGeom prst="rect">
              <a:avLst/>
            </a:prstGeom>
          </p:spPr>
          <p:txBody>
            <a:bodyPr vert="horz" wrap="square" lIns="0" tIns="10319" rIns="0" bIns="0" rtlCol="0">
              <a:spAutoFit/>
            </a:bodyPr>
            <a:lstStyle/>
            <a:p>
              <a:pPr marL="10319">
                <a:spcBef>
                  <a:spcPts val="81"/>
                </a:spcBef>
              </a:pPr>
              <a:r>
                <a:rPr lang="en-US" sz="1400" noProof="0" dirty="0">
                  <a:latin typeface="Segoe UI"/>
                  <a:cs typeface="Segoe UI"/>
                </a:rPr>
                <a:t>child</a:t>
              </a: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FDBB8ADD-61B1-D658-D644-201D3447C3B8}"/>
                </a:ext>
              </a:extLst>
            </p:cNvPr>
            <p:cNvGrpSpPr/>
            <p:nvPr/>
          </p:nvGrpSpPr>
          <p:grpSpPr>
            <a:xfrm>
              <a:off x="8147233" y="5462775"/>
              <a:ext cx="951590" cy="854323"/>
              <a:chOff x="9306753" y="679288"/>
              <a:chExt cx="1286748" cy="982985"/>
            </a:xfrm>
          </p:grpSpPr>
          <p:sp>
            <p:nvSpPr>
              <p:cNvPr id="46" name="object 9">
                <a:extLst>
                  <a:ext uri="{FF2B5EF4-FFF2-40B4-BE49-F238E27FC236}">
                    <a16:creationId xmlns:a16="http://schemas.microsoft.com/office/drawing/2014/main" id="{C3D28CD8-97E2-E8A5-5D85-3E05374297AC}"/>
                  </a:ext>
                </a:extLst>
              </p:cNvPr>
              <p:cNvSpPr txBox="1"/>
              <p:nvPr/>
            </p:nvSpPr>
            <p:spPr>
              <a:xfrm>
                <a:off x="9468699" y="879593"/>
                <a:ext cx="1016662" cy="681874"/>
              </a:xfrm>
              <a:prstGeom prst="rect">
                <a:avLst/>
              </a:prstGeom>
            </p:spPr>
            <p:txBody>
              <a:bodyPr vert="horz" wrap="square" lIns="0" tIns="43339" rIns="0" bIns="0" rtlCol="0">
                <a:spAutoFit/>
              </a:bodyPr>
              <a:lstStyle/>
              <a:p>
                <a:pPr marL="10319" algn="ctr">
                  <a:spcBef>
                    <a:spcPts val="341"/>
                  </a:spcBef>
                </a:pPr>
                <a:r>
                  <a:rPr lang="en-US" sz="1400" b="1" spc="-37" noProof="0" dirty="0">
                    <a:solidFill>
                      <a:srgbClr val="00B050"/>
                    </a:solidFill>
                    <a:latin typeface="Segoe UI"/>
                    <a:cs typeface="Segoe UI"/>
                  </a:rPr>
                  <a:t>ls</a:t>
                </a:r>
              </a:p>
              <a:p>
                <a:pPr marL="10319" algn="ctr">
                  <a:spcBef>
                    <a:spcPts val="341"/>
                  </a:spcBef>
                </a:pPr>
                <a:r>
                  <a:rPr lang="en-US" sz="1400" spc="-8" noProof="0" dirty="0">
                    <a:solidFill>
                      <a:srgbClr val="C70000"/>
                    </a:solidFill>
                    <a:latin typeface="Segoe UI"/>
                    <a:cs typeface="Segoe UI"/>
                  </a:rPr>
                  <a:t>env</a:t>
                </a:r>
                <a:endParaRPr lang="en-US" sz="1625" noProof="0" dirty="0">
                  <a:latin typeface="Segoe UI"/>
                  <a:cs typeface="Segoe UI"/>
                </a:endParaRPr>
              </a:p>
            </p:txBody>
          </p:sp>
          <p:sp>
            <p:nvSpPr>
              <p:cNvPr id="47" name="object 12">
                <a:extLst>
                  <a:ext uri="{FF2B5EF4-FFF2-40B4-BE49-F238E27FC236}">
                    <a16:creationId xmlns:a16="http://schemas.microsoft.com/office/drawing/2014/main" id="{21DE59E3-D070-DF49-71D5-4C1860B89926}"/>
                  </a:ext>
                </a:extLst>
              </p:cNvPr>
              <p:cNvSpPr/>
              <p:nvPr/>
            </p:nvSpPr>
            <p:spPr>
              <a:xfrm>
                <a:off x="9306753" y="679288"/>
                <a:ext cx="1286748" cy="982985"/>
              </a:xfrm>
              <a:custGeom>
                <a:avLst/>
                <a:gdLst/>
                <a:ahLst/>
                <a:cxnLst/>
                <a:rect l="l" t="t" r="r" b="b"/>
                <a:pathLst>
                  <a:path w="1583690" h="883919">
                    <a:moveTo>
                      <a:pt x="0" y="441960"/>
                    </a:moveTo>
                    <a:lnTo>
                      <a:pt x="9410" y="373607"/>
                    </a:lnTo>
                    <a:lnTo>
                      <a:pt x="36703" y="308557"/>
                    </a:lnTo>
                    <a:lnTo>
                      <a:pt x="80472" y="247594"/>
                    </a:lnTo>
                    <a:lnTo>
                      <a:pt x="108095" y="218891"/>
                    </a:lnTo>
                    <a:lnTo>
                      <a:pt x="139309" y="191505"/>
                    </a:lnTo>
                    <a:lnTo>
                      <a:pt x="173939" y="165533"/>
                    </a:lnTo>
                    <a:lnTo>
                      <a:pt x="211807" y="141075"/>
                    </a:lnTo>
                    <a:lnTo>
                      <a:pt x="252739" y="118228"/>
                    </a:lnTo>
                    <a:lnTo>
                      <a:pt x="296559" y="97091"/>
                    </a:lnTo>
                    <a:lnTo>
                      <a:pt x="343090" y="77762"/>
                    </a:lnTo>
                    <a:lnTo>
                      <a:pt x="392157" y="60339"/>
                    </a:lnTo>
                    <a:lnTo>
                      <a:pt x="443583" y="44920"/>
                    </a:lnTo>
                    <a:lnTo>
                      <a:pt x="497193" y="31603"/>
                    </a:lnTo>
                    <a:lnTo>
                      <a:pt x="552811" y="20488"/>
                    </a:lnTo>
                    <a:lnTo>
                      <a:pt x="610262" y="11672"/>
                    </a:lnTo>
                    <a:lnTo>
                      <a:pt x="669368" y="5253"/>
                    </a:lnTo>
                    <a:lnTo>
                      <a:pt x="729954" y="1329"/>
                    </a:lnTo>
                    <a:lnTo>
                      <a:pt x="791845" y="0"/>
                    </a:lnTo>
                    <a:lnTo>
                      <a:pt x="853719" y="1329"/>
                    </a:lnTo>
                    <a:lnTo>
                      <a:pt x="914292" y="5253"/>
                    </a:lnTo>
                    <a:lnTo>
                      <a:pt x="973387" y="11672"/>
                    </a:lnTo>
                    <a:lnTo>
                      <a:pt x="1030830" y="20488"/>
                    </a:lnTo>
                    <a:lnTo>
                      <a:pt x="1086443" y="31603"/>
                    </a:lnTo>
                    <a:lnTo>
                      <a:pt x="1140050" y="44920"/>
                    </a:lnTo>
                    <a:lnTo>
                      <a:pt x="1191476" y="60339"/>
                    </a:lnTo>
                    <a:lnTo>
                      <a:pt x="1240543" y="77762"/>
                    </a:lnTo>
                    <a:lnTo>
                      <a:pt x="1287077" y="97091"/>
                    </a:lnTo>
                    <a:lnTo>
                      <a:pt x="1330900" y="118228"/>
                    </a:lnTo>
                    <a:lnTo>
                      <a:pt x="1371836" y="141075"/>
                    </a:lnTo>
                    <a:lnTo>
                      <a:pt x="1409710" y="165533"/>
                    </a:lnTo>
                    <a:lnTo>
                      <a:pt x="1444345" y="191505"/>
                    </a:lnTo>
                    <a:lnTo>
                      <a:pt x="1475565" y="218891"/>
                    </a:lnTo>
                    <a:lnTo>
                      <a:pt x="1503194" y="247594"/>
                    </a:lnTo>
                    <a:lnTo>
                      <a:pt x="1527056" y="277515"/>
                    </a:lnTo>
                    <a:lnTo>
                      <a:pt x="1562773" y="340620"/>
                    </a:lnTo>
                    <a:lnTo>
                      <a:pt x="1581307" y="407420"/>
                    </a:lnTo>
                    <a:lnTo>
                      <a:pt x="1583690" y="441960"/>
                    </a:lnTo>
                    <a:lnTo>
                      <a:pt x="1581307" y="476499"/>
                    </a:lnTo>
                    <a:lnTo>
                      <a:pt x="1574276" y="510312"/>
                    </a:lnTo>
                    <a:lnTo>
                      <a:pt x="1546974" y="575362"/>
                    </a:lnTo>
                    <a:lnTo>
                      <a:pt x="1503194" y="636325"/>
                    </a:lnTo>
                    <a:lnTo>
                      <a:pt x="1475565" y="665028"/>
                    </a:lnTo>
                    <a:lnTo>
                      <a:pt x="1444345" y="692414"/>
                    </a:lnTo>
                    <a:lnTo>
                      <a:pt x="1409710" y="718386"/>
                    </a:lnTo>
                    <a:lnTo>
                      <a:pt x="1371836" y="742844"/>
                    </a:lnTo>
                    <a:lnTo>
                      <a:pt x="1330900" y="765691"/>
                    </a:lnTo>
                    <a:lnTo>
                      <a:pt x="1287077" y="786828"/>
                    </a:lnTo>
                    <a:lnTo>
                      <a:pt x="1240543" y="806157"/>
                    </a:lnTo>
                    <a:lnTo>
                      <a:pt x="1191476" y="823580"/>
                    </a:lnTo>
                    <a:lnTo>
                      <a:pt x="1140050" y="838999"/>
                    </a:lnTo>
                    <a:lnTo>
                      <a:pt x="1086443" y="852316"/>
                    </a:lnTo>
                    <a:lnTo>
                      <a:pt x="1030830" y="863431"/>
                    </a:lnTo>
                    <a:lnTo>
                      <a:pt x="973387" y="872247"/>
                    </a:lnTo>
                    <a:lnTo>
                      <a:pt x="914292" y="878666"/>
                    </a:lnTo>
                    <a:lnTo>
                      <a:pt x="853719" y="882590"/>
                    </a:lnTo>
                    <a:lnTo>
                      <a:pt x="791845" y="883920"/>
                    </a:lnTo>
                    <a:lnTo>
                      <a:pt x="729954" y="882590"/>
                    </a:lnTo>
                    <a:lnTo>
                      <a:pt x="669368" y="878666"/>
                    </a:lnTo>
                    <a:lnTo>
                      <a:pt x="610262" y="872247"/>
                    </a:lnTo>
                    <a:lnTo>
                      <a:pt x="552811" y="863431"/>
                    </a:lnTo>
                    <a:lnTo>
                      <a:pt x="497193" y="852316"/>
                    </a:lnTo>
                    <a:lnTo>
                      <a:pt x="443583" y="838999"/>
                    </a:lnTo>
                    <a:lnTo>
                      <a:pt x="392157" y="823580"/>
                    </a:lnTo>
                    <a:lnTo>
                      <a:pt x="343090" y="806157"/>
                    </a:lnTo>
                    <a:lnTo>
                      <a:pt x="296559" y="786828"/>
                    </a:lnTo>
                    <a:lnTo>
                      <a:pt x="252739" y="765691"/>
                    </a:lnTo>
                    <a:lnTo>
                      <a:pt x="211807" y="742844"/>
                    </a:lnTo>
                    <a:lnTo>
                      <a:pt x="173939" y="718386"/>
                    </a:lnTo>
                    <a:lnTo>
                      <a:pt x="139309" y="692414"/>
                    </a:lnTo>
                    <a:lnTo>
                      <a:pt x="108095" y="665028"/>
                    </a:lnTo>
                    <a:lnTo>
                      <a:pt x="80472" y="636325"/>
                    </a:lnTo>
                    <a:lnTo>
                      <a:pt x="56616" y="606404"/>
                    </a:lnTo>
                    <a:lnTo>
                      <a:pt x="20909" y="543299"/>
                    </a:lnTo>
                    <a:lnTo>
                      <a:pt x="2381" y="476499"/>
                    </a:lnTo>
                    <a:lnTo>
                      <a:pt x="0" y="441960"/>
                    </a:lnTo>
                    <a:close/>
                  </a:path>
                </a:pathLst>
              </a:custGeom>
              <a:ln w="12600">
                <a:solidFill>
                  <a:srgbClr val="00B050"/>
                </a:solidFill>
              </a:ln>
            </p:spPr>
            <p:txBody>
              <a:bodyPr wrap="square" lIns="0" tIns="0" rIns="0" bIns="0" rtlCol="0"/>
              <a:lstStyle/>
              <a:p>
                <a:endParaRPr lang="en-US" sz="1463" noProof="0" dirty="0"/>
              </a:p>
            </p:txBody>
          </p:sp>
          <p:sp>
            <p:nvSpPr>
              <p:cNvPr id="48" name="object 14">
                <a:extLst>
                  <a:ext uri="{FF2B5EF4-FFF2-40B4-BE49-F238E27FC236}">
                    <a16:creationId xmlns:a16="http://schemas.microsoft.com/office/drawing/2014/main" id="{461F82CA-548C-6245-41B6-C02443DD0CC0}"/>
                  </a:ext>
                </a:extLst>
              </p:cNvPr>
              <p:cNvSpPr/>
              <p:nvPr/>
            </p:nvSpPr>
            <p:spPr>
              <a:xfrm>
                <a:off x="9468697" y="1177132"/>
                <a:ext cx="980797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7134">
                    <a:moveTo>
                      <a:pt x="0" y="0"/>
                    </a:moveTo>
                    <a:lnTo>
                      <a:pt x="1207007" y="0"/>
                    </a:lnTo>
                  </a:path>
                </a:pathLst>
              </a:custGeom>
              <a:ln w="12600">
                <a:solidFill>
                  <a:srgbClr val="000066"/>
                </a:solidFill>
              </a:ln>
            </p:spPr>
            <p:txBody>
              <a:bodyPr wrap="square" lIns="0" tIns="0" rIns="0" bIns="0" rtlCol="0"/>
              <a:lstStyle/>
              <a:p>
                <a:endParaRPr lang="en-US" sz="1463" noProof="0" dirty="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D401B58A-8654-A2B2-E66D-6BE13516F723}"/>
                </a:ext>
              </a:extLst>
            </p:cNvPr>
            <p:cNvGrpSpPr/>
            <p:nvPr/>
          </p:nvGrpSpPr>
          <p:grpSpPr>
            <a:xfrm>
              <a:off x="8138297" y="3490710"/>
              <a:ext cx="951590" cy="811678"/>
              <a:chOff x="8138297" y="3490710"/>
              <a:chExt cx="951590" cy="811678"/>
            </a:xfrm>
          </p:grpSpPr>
          <p:sp>
            <p:nvSpPr>
              <p:cNvPr id="43" name="object 9">
                <a:extLst>
                  <a:ext uri="{FF2B5EF4-FFF2-40B4-BE49-F238E27FC236}">
                    <a16:creationId xmlns:a16="http://schemas.microsoft.com/office/drawing/2014/main" id="{0F29FF3A-6F9A-8114-419B-2E45D60656CF}"/>
                  </a:ext>
                </a:extLst>
              </p:cNvPr>
              <p:cNvSpPr txBox="1"/>
              <p:nvPr/>
            </p:nvSpPr>
            <p:spPr>
              <a:xfrm>
                <a:off x="8360127" y="3656108"/>
                <a:ext cx="562165" cy="513121"/>
              </a:xfrm>
              <a:prstGeom prst="rect">
                <a:avLst/>
              </a:prstGeom>
            </p:spPr>
            <p:txBody>
              <a:bodyPr vert="horz" wrap="square" lIns="0" tIns="43339" rIns="0" bIns="0" rtlCol="0">
                <a:spAutoFit/>
              </a:bodyPr>
              <a:lstStyle/>
              <a:p>
                <a:pPr marL="10319" algn="ctr">
                  <a:spcBef>
                    <a:spcPts val="341"/>
                  </a:spcBef>
                </a:pPr>
                <a:r>
                  <a:rPr lang="en-US" sz="1400" b="1" spc="-37" noProof="0" dirty="0">
                    <a:solidFill>
                      <a:schemeClr val="bg1">
                        <a:lumMod val="85000"/>
                      </a:schemeClr>
                    </a:solidFill>
                    <a:latin typeface="Segoe UI"/>
                    <a:cs typeface="Segoe UI"/>
                  </a:rPr>
                  <a:t>B</a:t>
                </a:r>
                <a:r>
                  <a:rPr lang="en-US" sz="1400" b="1" noProof="0" dirty="0">
                    <a:solidFill>
                      <a:schemeClr val="bg1">
                        <a:lumMod val="85000"/>
                      </a:schemeClr>
                    </a:solidFill>
                    <a:latin typeface="Segoe UI"/>
                    <a:cs typeface="Segoe UI"/>
                  </a:rPr>
                  <a:t>a</a:t>
                </a:r>
                <a:r>
                  <a:rPr lang="en-US" sz="1400" b="1" spc="4" noProof="0" dirty="0">
                    <a:solidFill>
                      <a:schemeClr val="bg1">
                        <a:lumMod val="85000"/>
                      </a:schemeClr>
                    </a:solidFill>
                    <a:latin typeface="Segoe UI"/>
                    <a:cs typeface="Segoe UI"/>
                  </a:rPr>
                  <a:t>s</a:t>
                </a:r>
                <a:r>
                  <a:rPr lang="en-US" sz="1400" b="1" spc="-4" noProof="0" dirty="0">
                    <a:solidFill>
                      <a:schemeClr val="bg1">
                        <a:lumMod val="85000"/>
                      </a:schemeClr>
                    </a:solidFill>
                    <a:latin typeface="Segoe UI"/>
                    <a:cs typeface="Segoe UI"/>
                  </a:rPr>
                  <a:t>h</a:t>
                </a:r>
                <a:endParaRPr lang="en-US" sz="1400" b="1" noProof="0" dirty="0">
                  <a:solidFill>
                    <a:schemeClr val="bg1">
                      <a:lumMod val="85000"/>
                    </a:schemeClr>
                  </a:solidFill>
                  <a:latin typeface="Segoe UI"/>
                  <a:cs typeface="Segoe UI"/>
                </a:endParaRPr>
              </a:p>
              <a:p>
                <a:pPr marL="10319" algn="ctr">
                  <a:spcBef>
                    <a:spcPts val="341"/>
                  </a:spcBef>
                </a:pPr>
                <a:r>
                  <a:rPr lang="en-US" sz="1400" spc="-8" noProof="0" dirty="0">
                    <a:solidFill>
                      <a:schemeClr val="bg1">
                        <a:lumMod val="85000"/>
                      </a:schemeClr>
                    </a:solidFill>
                    <a:latin typeface="Segoe UI"/>
                    <a:cs typeface="Segoe UI"/>
                  </a:rPr>
                  <a:t>env</a:t>
                </a:r>
                <a:endParaRPr lang="en-US" sz="1400" noProof="0" dirty="0">
                  <a:solidFill>
                    <a:schemeClr val="bg1">
                      <a:lumMod val="85000"/>
                    </a:schemeClr>
                  </a:solidFill>
                  <a:latin typeface="Segoe UI"/>
                  <a:cs typeface="Segoe UI"/>
                </a:endParaRPr>
              </a:p>
            </p:txBody>
          </p:sp>
          <p:sp>
            <p:nvSpPr>
              <p:cNvPr id="44" name="object 12">
                <a:extLst>
                  <a:ext uri="{FF2B5EF4-FFF2-40B4-BE49-F238E27FC236}">
                    <a16:creationId xmlns:a16="http://schemas.microsoft.com/office/drawing/2014/main" id="{4D05D929-6F1B-BADA-3998-C31CED19EA3F}"/>
                  </a:ext>
                </a:extLst>
              </p:cNvPr>
              <p:cNvSpPr/>
              <p:nvPr/>
            </p:nvSpPr>
            <p:spPr>
              <a:xfrm>
                <a:off x="8138297" y="3490710"/>
                <a:ext cx="951590" cy="811678"/>
              </a:xfrm>
              <a:custGeom>
                <a:avLst/>
                <a:gdLst/>
                <a:ahLst/>
                <a:cxnLst/>
                <a:rect l="l" t="t" r="r" b="b"/>
                <a:pathLst>
                  <a:path w="1583690" h="883919">
                    <a:moveTo>
                      <a:pt x="0" y="441960"/>
                    </a:moveTo>
                    <a:lnTo>
                      <a:pt x="9410" y="373607"/>
                    </a:lnTo>
                    <a:lnTo>
                      <a:pt x="36703" y="308557"/>
                    </a:lnTo>
                    <a:lnTo>
                      <a:pt x="80472" y="247594"/>
                    </a:lnTo>
                    <a:lnTo>
                      <a:pt x="108095" y="218891"/>
                    </a:lnTo>
                    <a:lnTo>
                      <a:pt x="139309" y="191505"/>
                    </a:lnTo>
                    <a:lnTo>
                      <a:pt x="173939" y="165533"/>
                    </a:lnTo>
                    <a:lnTo>
                      <a:pt x="211807" y="141075"/>
                    </a:lnTo>
                    <a:lnTo>
                      <a:pt x="252739" y="118228"/>
                    </a:lnTo>
                    <a:lnTo>
                      <a:pt x="296559" y="97091"/>
                    </a:lnTo>
                    <a:lnTo>
                      <a:pt x="343090" y="77762"/>
                    </a:lnTo>
                    <a:lnTo>
                      <a:pt x="392157" y="60339"/>
                    </a:lnTo>
                    <a:lnTo>
                      <a:pt x="443583" y="44920"/>
                    </a:lnTo>
                    <a:lnTo>
                      <a:pt x="497193" y="31603"/>
                    </a:lnTo>
                    <a:lnTo>
                      <a:pt x="552811" y="20488"/>
                    </a:lnTo>
                    <a:lnTo>
                      <a:pt x="610262" y="11672"/>
                    </a:lnTo>
                    <a:lnTo>
                      <a:pt x="669368" y="5253"/>
                    </a:lnTo>
                    <a:lnTo>
                      <a:pt x="729954" y="1329"/>
                    </a:lnTo>
                    <a:lnTo>
                      <a:pt x="791845" y="0"/>
                    </a:lnTo>
                    <a:lnTo>
                      <a:pt x="853719" y="1329"/>
                    </a:lnTo>
                    <a:lnTo>
                      <a:pt x="914292" y="5253"/>
                    </a:lnTo>
                    <a:lnTo>
                      <a:pt x="973387" y="11672"/>
                    </a:lnTo>
                    <a:lnTo>
                      <a:pt x="1030830" y="20488"/>
                    </a:lnTo>
                    <a:lnTo>
                      <a:pt x="1086443" y="31603"/>
                    </a:lnTo>
                    <a:lnTo>
                      <a:pt x="1140050" y="44920"/>
                    </a:lnTo>
                    <a:lnTo>
                      <a:pt x="1191476" y="60339"/>
                    </a:lnTo>
                    <a:lnTo>
                      <a:pt x="1240543" y="77762"/>
                    </a:lnTo>
                    <a:lnTo>
                      <a:pt x="1287077" y="97091"/>
                    </a:lnTo>
                    <a:lnTo>
                      <a:pt x="1330900" y="118228"/>
                    </a:lnTo>
                    <a:lnTo>
                      <a:pt x="1371836" y="141075"/>
                    </a:lnTo>
                    <a:lnTo>
                      <a:pt x="1409710" y="165533"/>
                    </a:lnTo>
                    <a:lnTo>
                      <a:pt x="1444345" y="191505"/>
                    </a:lnTo>
                    <a:lnTo>
                      <a:pt x="1475565" y="218891"/>
                    </a:lnTo>
                    <a:lnTo>
                      <a:pt x="1503194" y="247594"/>
                    </a:lnTo>
                    <a:lnTo>
                      <a:pt x="1527056" y="277515"/>
                    </a:lnTo>
                    <a:lnTo>
                      <a:pt x="1562773" y="340620"/>
                    </a:lnTo>
                    <a:lnTo>
                      <a:pt x="1581307" y="407420"/>
                    </a:lnTo>
                    <a:lnTo>
                      <a:pt x="1583690" y="441960"/>
                    </a:lnTo>
                    <a:lnTo>
                      <a:pt x="1581307" y="476499"/>
                    </a:lnTo>
                    <a:lnTo>
                      <a:pt x="1574276" y="510312"/>
                    </a:lnTo>
                    <a:lnTo>
                      <a:pt x="1546974" y="575362"/>
                    </a:lnTo>
                    <a:lnTo>
                      <a:pt x="1503194" y="636325"/>
                    </a:lnTo>
                    <a:lnTo>
                      <a:pt x="1475565" y="665028"/>
                    </a:lnTo>
                    <a:lnTo>
                      <a:pt x="1444345" y="692414"/>
                    </a:lnTo>
                    <a:lnTo>
                      <a:pt x="1409710" y="718386"/>
                    </a:lnTo>
                    <a:lnTo>
                      <a:pt x="1371836" y="742844"/>
                    </a:lnTo>
                    <a:lnTo>
                      <a:pt x="1330900" y="765691"/>
                    </a:lnTo>
                    <a:lnTo>
                      <a:pt x="1287077" y="786828"/>
                    </a:lnTo>
                    <a:lnTo>
                      <a:pt x="1240543" y="806157"/>
                    </a:lnTo>
                    <a:lnTo>
                      <a:pt x="1191476" y="823580"/>
                    </a:lnTo>
                    <a:lnTo>
                      <a:pt x="1140050" y="838999"/>
                    </a:lnTo>
                    <a:lnTo>
                      <a:pt x="1086443" y="852316"/>
                    </a:lnTo>
                    <a:lnTo>
                      <a:pt x="1030830" y="863431"/>
                    </a:lnTo>
                    <a:lnTo>
                      <a:pt x="973387" y="872247"/>
                    </a:lnTo>
                    <a:lnTo>
                      <a:pt x="914292" y="878666"/>
                    </a:lnTo>
                    <a:lnTo>
                      <a:pt x="853719" y="882590"/>
                    </a:lnTo>
                    <a:lnTo>
                      <a:pt x="791845" y="883920"/>
                    </a:lnTo>
                    <a:lnTo>
                      <a:pt x="729954" y="882590"/>
                    </a:lnTo>
                    <a:lnTo>
                      <a:pt x="669368" y="878666"/>
                    </a:lnTo>
                    <a:lnTo>
                      <a:pt x="610262" y="872247"/>
                    </a:lnTo>
                    <a:lnTo>
                      <a:pt x="552811" y="863431"/>
                    </a:lnTo>
                    <a:lnTo>
                      <a:pt x="497193" y="852316"/>
                    </a:lnTo>
                    <a:lnTo>
                      <a:pt x="443583" y="838999"/>
                    </a:lnTo>
                    <a:lnTo>
                      <a:pt x="392157" y="823580"/>
                    </a:lnTo>
                    <a:lnTo>
                      <a:pt x="343090" y="806157"/>
                    </a:lnTo>
                    <a:lnTo>
                      <a:pt x="296559" y="786828"/>
                    </a:lnTo>
                    <a:lnTo>
                      <a:pt x="252739" y="765691"/>
                    </a:lnTo>
                    <a:lnTo>
                      <a:pt x="211807" y="742844"/>
                    </a:lnTo>
                    <a:lnTo>
                      <a:pt x="173939" y="718386"/>
                    </a:lnTo>
                    <a:lnTo>
                      <a:pt x="139309" y="692414"/>
                    </a:lnTo>
                    <a:lnTo>
                      <a:pt x="108095" y="665028"/>
                    </a:lnTo>
                    <a:lnTo>
                      <a:pt x="80472" y="636325"/>
                    </a:lnTo>
                    <a:lnTo>
                      <a:pt x="56616" y="606404"/>
                    </a:lnTo>
                    <a:lnTo>
                      <a:pt x="20909" y="543299"/>
                    </a:lnTo>
                    <a:lnTo>
                      <a:pt x="2381" y="476499"/>
                    </a:lnTo>
                    <a:lnTo>
                      <a:pt x="0" y="441960"/>
                    </a:lnTo>
                    <a:close/>
                  </a:path>
                </a:pathLst>
              </a:custGeom>
              <a:ln w="12600">
                <a:solidFill>
                  <a:schemeClr val="bg1">
                    <a:lumMod val="85000"/>
                  </a:schemeClr>
                </a:solidFill>
              </a:ln>
            </p:spPr>
            <p:txBody>
              <a:bodyPr wrap="square" lIns="0" tIns="0" rIns="0" bIns="0" rtlCol="0"/>
              <a:lstStyle/>
              <a:p>
                <a:endParaRPr lang="en-US" sz="1463" noProof="0" dirty="0"/>
              </a:p>
            </p:txBody>
          </p:sp>
          <p:sp>
            <p:nvSpPr>
              <p:cNvPr id="45" name="object 14">
                <a:extLst>
                  <a:ext uri="{FF2B5EF4-FFF2-40B4-BE49-F238E27FC236}">
                    <a16:creationId xmlns:a16="http://schemas.microsoft.com/office/drawing/2014/main" id="{63836119-B503-0EC3-8F5B-3654EDF26C97}"/>
                  </a:ext>
                </a:extLst>
              </p:cNvPr>
              <p:cNvSpPr/>
              <p:nvPr/>
            </p:nvSpPr>
            <p:spPr>
              <a:xfrm>
                <a:off x="8300814" y="3910455"/>
                <a:ext cx="72533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7134">
                    <a:moveTo>
                      <a:pt x="0" y="0"/>
                    </a:moveTo>
                    <a:lnTo>
                      <a:pt x="1207007" y="0"/>
                    </a:lnTo>
                  </a:path>
                </a:pathLst>
              </a:custGeom>
              <a:ln w="12600">
                <a:solidFill>
                  <a:srgbClr val="000066"/>
                </a:solidFill>
              </a:ln>
            </p:spPr>
            <p:txBody>
              <a:bodyPr wrap="square" lIns="0" tIns="0" rIns="0" bIns="0" rtlCol="0"/>
              <a:lstStyle/>
              <a:p>
                <a:endParaRPr lang="en-US" sz="1463" noProof="0" dirty="0"/>
              </a:p>
            </p:txBody>
          </p:sp>
        </p:grp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052C8612-F181-B366-7C0A-E637A3AD1F45}"/>
                </a:ext>
              </a:extLst>
            </p:cNvPr>
            <p:cNvCxnSpPr>
              <a:cxnSpLocks/>
            </p:cNvCxnSpPr>
            <p:nvPr/>
          </p:nvCxnSpPr>
          <p:spPr>
            <a:xfrm>
              <a:off x="7160298" y="3876671"/>
              <a:ext cx="81040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B2697858-E349-E598-B3F0-EA3B604DDD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07552" y="4391782"/>
              <a:ext cx="6543" cy="9967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object 9">
              <a:extLst>
                <a:ext uri="{FF2B5EF4-FFF2-40B4-BE49-F238E27FC236}">
                  <a16:creationId xmlns:a16="http://schemas.microsoft.com/office/drawing/2014/main" id="{34E0B54B-E5E8-879B-3A63-51A37870D7CF}"/>
                </a:ext>
              </a:extLst>
            </p:cNvPr>
            <p:cNvSpPr txBox="1"/>
            <p:nvPr/>
          </p:nvSpPr>
          <p:spPr>
            <a:xfrm>
              <a:off x="7101819" y="3509465"/>
              <a:ext cx="951589" cy="293831"/>
            </a:xfrm>
            <a:prstGeom prst="rect">
              <a:avLst/>
            </a:prstGeom>
          </p:spPr>
          <p:txBody>
            <a:bodyPr vert="horz" wrap="square" lIns="0" tIns="43339" rIns="0" bIns="0" rtlCol="0">
              <a:spAutoFit/>
            </a:bodyPr>
            <a:lstStyle/>
            <a:p>
              <a:pPr marL="10319" algn="ctr">
                <a:spcBef>
                  <a:spcPts val="341"/>
                </a:spcBef>
              </a:pPr>
              <a:r>
                <a:rPr lang="en-US" sz="1400" b="1" spc="-37" noProof="0" dirty="0">
                  <a:solidFill>
                    <a:schemeClr val="bg1">
                      <a:lumMod val="85000"/>
                    </a:schemeClr>
                  </a:solidFill>
                  <a:latin typeface="Segoe UI"/>
                  <a:cs typeface="Segoe UI"/>
                </a:rPr>
                <a:t>fork (clone</a:t>
              </a:r>
              <a:r>
                <a:rPr lang="en-US" sz="1625" b="1" spc="-37" noProof="0" dirty="0">
                  <a:solidFill>
                    <a:schemeClr val="bg1">
                      <a:lumMod val="85000"/>
                    </a:schemeClr>
                  </a:solidFill>
                  <a:latin typeface="Segoe UI"/>
                  <a:cs typeface="Segoe UI"/>
                </a:rPr>
                <a:t>)</a:t>
              </a:r>
              <a:endParaRPr lang="en-US" sz="1625" noProof="0" dirty="0">
                <a:solidFill>
                  <a:schemeClr val="bg1">
                    <a:lumMod val="85000"/>
                  </a:schemeClr>
                </a:solidFill>
                <a:latin typeface="Segoe UI"/>
                <a:cs typeface="Segoe UI"/>
              </a:endParaRPr>
            </a:p>
          </p:txBody>
        </p:sp>
        <p:sp>
          <p:nvSpPr>
            <p:cNvPr id="39" name="object 9">
              <a:extLst>
                <a:ext uri="{FF2B5EF4-FFF2-40B4-BE49-F238E27FC236}">
                  <a16:creationId xmlns:a16="http://schemas.microsoft.com/office/drawing/2014/main" id="{9FDCD839-8BB0-4A9A-484C-DCFDB39BCC3D}"/>
                </a:ext>
              </a:extLst>
            </p:cNvPr>
            <p:cNvSpPr txBox="1"/>
            <p:nvPr/>
          </p:nvSpPr>
          <p:spPr>
            <a:xfrm rot="5400000">
              <a:off x="8412733" y="4744187"/>
              <a:ext cx="964015" cy="259206"/>
            </a:xfrm>
            <a:prstGeom prst="rect">
              <a:avLst/>
            </a:prstGeom>
          </p:spPr>
          <p:txBody>
            <a:bodyPr vert="horz" wrap="square" lIns="0" tIns="43339" rIns="0" bIns="0" rtlCol="0">
              <a:spAutoFit/>
            </a:bodyPr>
            <a:lstStyle/>
            <a:p>
              <a:pPr marL="10319" algn="ctr">
                <a:spcBef>
                  <a:spcPts val="341"/>
                </a:spcBef>
              </a:pPr>
              <a:r>
                <a:rPr lang="en-US" sz="1400" b="1" spc="-37" noProof="0" dirty="0">
                  <a:solidFill>
                    <a:schemeClr val="bg1">
                      <a:lumMod val="85000"/>
                    </a:schemeClr>
                  </a:solidFill>
                  <a:latin typeface="Segoe UI"/>
                  <a:cs typeface="Segoe UI"/>
                </a:rPr>
                <a:t>exec </a:t>
              </a:r>
              <a:r>
                <a:rPr lang="en-US" sz="1400" b="1" i="1" spc="-37" noProof="0" dirty="0">
                  <a:solidFill>
                    <a:schemeClr val="bg1">
                      <a:lumMod val="85000"/>
                    </a:schemeClr>
                  </a:solidFill>
                  <a:latin typeface="Segoe UI"/>
                  <a:cs typeface="Segoe UI"/>
                </a:rPr>
                <a:t>ls</a:t>
              </a:r>
              <a:endParaRPr lang="en-US" sz="1400" i="1" noProof="0" dirty="0">
                <a:solidFill>
                  <a:schemeClr val="bg1">
                    <a:lumMod val="85000"/>
                  </a:schemeClr>
                </a:solidFill>
                <a:latin typeface="Segoe UI"/>
                <a:cs typeface="Segoe UI"/>
              </a:endParaRP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0C07DE90-562D-7E6B-2550-94764D297BED}"/>
                </a:ext>
              </a:extLst>
            </p:cNvPr>
            <p:cNvCxnSpPr>
              <a:cxnSpLocks/>
            </p:cNvCxnSpPr>
            <p:nvPr/>
          </p:nvCxnSpPr>
          <p:spPr>
            <a:xfrm>
              <a:off x="6755456" y="4401227"/>
              <a:ext cx="1219706" cy="1245610"/>
            </a:xfrm>
            <a:prstGeom prst="straightConnector1">
              <a:avLst/>
            </a:prstGeom>
            <a:ln w="22225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object 9">
              <a:extLst>
                <a:ext uri="{FF2B5EF4-FFF2-40B4-BE49-F238E27FC236}">
                  <a16:creationId xmlns:a16="http://schemas.microsoft.com/office/drawing/2014/main" id="{861C75C7-0DF2-A217-B61B-DE5B01EBD221}"/>
                </a:ext>
              </a:extLst>
            </p:cNvPr>
            <p:cNvSpPr txBox="1"/>
            <p:nvPr/>
          </p:nvSpPr>
          <p:spPr>
            <a:xfrm rot="2742163">
              <a:off x="6662475" y="4840344"/>
              <a:ext cx="964015" cy="286633"/>
            </a:xfrm>
            <a:prstGeom prst="rect">
              <a:avLst/>
            </a:prstGeom>
          </p:spPr>
          <p:txBody>
            <a:bodyPr vert="horz" wrap="square" lIns="0" tIns="43339" rIns="0" bIns="0" rtlCol="0">
              <a:spAutoFit/>
            </a:bodyPr>
            <a:lstStyle/>
            <a:p>
              <a:pPr marL="10319" algn="ctr">
                <a:spcBef>
                  <a:spcPts val="341"/>
                </a:spcBef>
              </a:pPr>
              <a:r>
                <a:rPr lang="en-US" sz="1400" b="1" spc="-37" noProof="0" dirty="0">
                  <a:solidFill>
                    <a:schemeClr val="accent1"/>
                  </a:solidFill>
                  <a:latin typeface="Segoe UI"/>
                  <a:cs typeface="Segoe UI"/>
                </a:rPr>
                <a:t>SIGHUP</a:t>
              </a:r>
              <a:endParaRPr lang="en-US" sz="1400" noProof="0" dirty="0">
                <a:solidFill>
                  <a:schemeClr val="accent1"/>
                </a:solidFill>
                <a:latin typeface="Segoe UI"/>
                <a:cs typeface="Segoe U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7756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D32BBC-8A3B-5FB1-DB0F-B65F461BDA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noProof="0" dirty="0"/>
              <a:t>t and batch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00D65863-7E69-7807-BC29-B98330F772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39151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C09EAC3-0CE7-E56D-B7FB-BCA5D8ACA4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Creating at / batch Jobs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600" spc="-4" noProof="0" dirty="0">
                <a:solidFill>
                  <a:srgbClr val="2D2C2C"/>
                </a:solidFill>
                <a:cs typeface="Segoe UI"/>
              </a:rPr>
              <a:t>Use</a:t>
            </a:r>
            <a:r>
              <a:rPr lang="en-US" sz="1600" spc="-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6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at </a:t>
            </a:r>
            <a:r>
              <a:rPr lang="en-US" sz="1600" spc="-4" noProof="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or</a:t>
            </a:r>
            <a:r>
              <a:rPr lang="en-US" sz="1600" spc="-4" noProof="0" dirty="0">
                <a:cs typeface="Segoe UI"/>
              </a:rPr>
              <a:t> </a:t>
            </a:r>
            <a:r>
              <a:rPr lang="en-US" sz="16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batch</a:t>
            </a:r>
            <a:r>
              <a:rPr lang="en-US" sz="1600" b="1" spc="-8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600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6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600" spc="-8" noProof="0" dirty="0">
                <a:solidFill>
                  <a:srgbClr val="2D2C2C"/>
                </a:solidFill>
                <a:cs typeface="Segoe UI"/>
              </a:rPr>
              <a:t>submit</a:t>
            </a:r>
            <a:r>
              <a:rPr lang="en-US" sz="16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600" spc="-4" noProof="0" dirty="0">
                <a:solidFill>
                  <a:srgbClr val="2D2C2C"/>
                </a:solidFill>
                <a:cs typeface="Segoe UI"/>
              </a:rPr>
              <a:t>jobs</a:t>
            </a:r>
            <a:r>
              <a:rPr lang="en-US" sz="16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600" spc="-8" noProof="0" dirty="0">
                <a:solidFill>
                  <a:srgbClr val="2D2C2C"/>
                </a:solidFill>
                <a:cs typeface="Segoe UI"/>
              </a:rPr>
              <a:t>interactively</a:t>
            </a:r>
            <a:r>
              <a:rPr lang="en-US" sz="1600" spc="6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600" spc="-4" noProof="0" dirty="0">
                <a:solidFill>
                  <a:srgbClr val="2D2C2C"/>
                </a:solidFill>
                <a:cs typeface="Segoe UI"/>
              </a:rPr>
              <a:t>for</a:t>
            </a:r>
            <a:r>
              <a:rPr lang="en-US" sz="16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600" spc="-12" noProof="0" dirty="0">
                <a:solidFill>
                  <a:srgbClr val="2D2C2C"/>
                </a:solidFill>
                <a:cs typeface="Segoe UI"/>
              </a:rPr>
              <a:t>later</a:t>
            </a:r>
            <a:r>
              <a:rPr lang="en-US" sz="16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600" spc="-12" noProof="0" dirty="0">
                <a:solidFill>
                  <a:srgbClr val="2D2C2C"/>
                </a:solidFill>
                <a:cs typeface="Segoe UI"/>
              </a:rPr>
              <a:t>execution:</a:t>
            </a:r>
          </a:p>
          <a:p>
            <a:pPr marL="469953" lvl="1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600" b="1" spc="-4" dirty="0">
                <a:solidFill>
                  <a:srgbClr val="0000C7"/>
                </a:solidFill>
                <a:latin typeface="Hack" panose="020B0609030202020204" pitchFamily="49" charset="0"/>
              </a:rPr>
              <a:t>at </a:t>
            </a:r>
            <a:r>
              <a:rPr lang="en-US" sz="1600" spc="-12" noProof="0" dirty="0">
                <a:solidFill>
                  <a:srgbClr val="2D2C2C"/>
                </a:solidFill>
                <a:cs typeface="Segoe UI"/>
              </a:rPr>
              <a:t>- for a specific time.</a:t>
            </a:r>
          </a:p>
          <a:p>
            <a:pPr marL="469953" lvl="1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600" b="1" spc="-4" dirty="0">
                <a:solidFill>
                  <a:srgbClr val="0000C7"/>
                </a:solidFill>
                <a:latin typeface="Hack" panose="020B0609030202020204" pitchFamily="49" charset="0"/>
              </a:rPr>
              <a:t>batch</a:t>
            </a:r>
            <a:r>
              <a:rPr lang="en-US" sz="1600" spc="-12" noProof="0" dirty="0">
                <a:solidFill>
                  <a:srgbClr val="2D2C2C"/>
                </a:solidFill>
                <a:cs typeface="Segoe UI"/>
              </a:rPr>
              <a:t> – no time specified, runs when the system is idle, manipulate jobs with the at commands.</a:t>
            </a:r>
          </a:p>
          <a:p>
            <a:pPr marL="469953" lvl="1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600" b="1" spc="-4" dirty="0">
              <a:solidFill>
                <a:srgbClr val="0000C7"/>
              </a:solidFill>
              <a:latin typeface="Hack" panose="020B0609030202020204" pitchFamily="49" charset="0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600" spc="-12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600" spc="-12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600" spc="-12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600" spc="-12" noProof="0" dirty="0">
              <a:solidFill>
                <a:srgbClr val="2D2C2C"/>
              </a:solidFill>
              <a:cs typeface="Segoe UI"/>
            </a:endParaRPr>
          </a:p>
          <a:p>
            <a:pPr marL="9803">
              <a:spcBef>
                <a:spcPts val="73"/>
              </a:spcBef>
              <a:buClr>
                <a:srgbClr val="000000"/>
              </a:buClr>
              <a:tabLst>
                <a:tab pos="289957" algn="l"/>
                <a:tab pos="290473" algn="l"/>
              </a:tabLst>
            </a:pPr>
            <a:endParaRPr lang="en-US" sz="1600" spc="-8" noProof="0" dirty="0">
              <a:solidFill>
                <a:srgbClr val="2D2C2C"/>
              </a:solidFill>
              <a:cs typeface="Segoe UI"/>
            </a:endParaRPr>
          </a:p>
          <a:p>
            <a:pPr marL="9803">
              <a:spcBef>
                <a:spcPts val="73"/>
              </a:spcBef>
              <a:buClr>
                <a:srgbClr val="000000"/>
              </a:buClr>
              <a:tabLst>
                <a:tab pos="289957" algn="l"/>
                <a:tab pos="290473" algn="l"/>
              </a:tabLst>
            </a:pPr>
            <a:endParaRPr lang="en-US" sz="1600" spc="-8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5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600" spc="-8" noProof="0" dirty="0">
                <a:solidFill>
                  <a:srgbClr val="2D2C2C"/>
                </a:solidFill>
                <a:cs typeface="Segoe UI"/>
              </a:rPr>
              <a:t>When</a:t>
            </a:r>
            <a:r>
              <a:rPr lang="en-US" sz="1600" spc="-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6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6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6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at</a:t>
            </a:r>
            <a:r>
              <a:rPr lang="en-US" sz="1600" b="1" spc="-16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600" spc="-8" noProof="0" dirty="0">
                <a:solidFill>
                  <a:srgbClr val="2D2C2C"/>
                </a:solidFill>
                <a:cs typeface="Segoe UI"/>
              </a:rPr>
              <a:t>job </a:t>
            </a:r>
            <a:r>
              <a:rPr lang="en-US" sz="1600" spc="-4" noProof="0" dirty="0">
                <a:solidFill>
                  <a:srgbClr val="2D2C2C"/>
                </a:solidFill>
                <a:cs typeface="Segoe UI"/>
              </a:rPr>
              <a:t>runs:</a:t>
            </a:r>
            <a:endParaRPr lang="en-US" sz="16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600" b="1" spc="-8" noProof="0" dirty="0" err="1">
                <a:solidFill>
                  <a:srgbClr val="2D2C2C"/>
                </a:solidFill>
                <a:cs typeface="Segoe UI"/>
              </a:rPr>
              <a:t>stdout</a:t>
            </a:r>
            <a:r>
              <a:rPr lang="en-US" sz="1600" b="1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600" spc="-4" noProof="0" dirty="0">
                <a:solidFill>
                  <a:srgbClr val="2D2C2C"/>
                </a:solidFill>
                <a:cs typeface="Segoe UI"/>
              </a:rPr>
              <a:t>and</a:t>
            </a:r>
            <a:r>
              <a:rPr lang="en-US" sz="16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600" b="1" spc="-12" noProof="0" dirty="0">
                <a:solidFill>
                  <a:srgbClr val="2D2C2C"/>
                </a:solidFill>
                <a:cs typeface="Segoe UI"/>
              </a:rPr>
              <a:t>stderr</a:t>
            </a:r>
            <a:r>
              <a:rPr lang="en-US" sz="1600" b="1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600" spc="-12" noProof="0" dirty="0">
                <a:solidFill>
                  <a:srgbClr val="2D2C2C"/>
                </a:solidFill>
                <a:cs typeface="Segoe UI"/>
              </a:rPr>
              <a:t>are</a:t>
            </a:r>
            <a:r>
              <a:rPr lang="en-US" sz="16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600" spc="-12" noProof="0" dirty="0">
                <a:solidFill>
                  <a:srgbClr val="2D2C2C"/>
                </a:solidFill>
                <a:cs typeface="Segoe UI"/>
              </a:rPr>
              <a:t>automatically</a:t>
            </a:r>
            <a:r>
              <a:rPr lang="en-US" sz="1600" spc="8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600" spc="-12" noProof="0" dirty="0">
                <a:solidFill>
                  <a:srgbClr val="2D2C2C"/>
                </a:solidFill>
                <a:cs typeface="Segoe UI"/>
              </a:rPr>
              <a:t>mailed</a:t>
            </a:r>
            <a:r>
              <a:rPr lang="en-US" sz="1600" spc="4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600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6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600" spc="4" noProof="0" dirty="0">
                <a:solidFill>
                  <a:srgbClr val="2D2C2C"/>
                </a:solidFill>
                <a:cs typeface="Segoe UI"/>
              </a:rPr>
              <a:t>user;</a:t>
            </a:r>
            <a:r>
              <a:rPr lang="en-US" sz="1600" spc="6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600" b="1" spc="-12" noProof="0" dirty="0">
                <a:solidFill>
                  <a:srgbClr val="2D2C2C"/>
                </a:solidFill>
                <a:cs typeface="Segoe UI"/>
              </a:rPr>
              <a:t>stdin</a:t>
            </a:r>
            <a:r>
              <a:rPr lang="en-US" sz="1600" b="1" i="1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600" spc="-8" noProof="0" dirty="0">
                <a:solidFill>
                  <a:srgbClr val="2D2C2C"/>
                </a:solidFill>
                <a:cs typeface="Segoe UI"/>
              </a:rPr>
              <a:t>is</a:t>
            </a:r>
            <a:r>
              <a:rPr lang="en-US" sz="16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600" spc="-16" noProof="0" dirty="0">
                <a:solidFill>
                  <a:srgbClr val="2D2C2C"/>
                </a:solidFill>
                <a:cs typeface="Segoe UI"/>
              </a:rPr>
              <a:t>redirected</a:t>
            </a:r>
            <a:r>
              <a:rPr lang="en-US" sz="1600" spc="6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600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6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6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/dev/null</a:t>
            </a:r>
            <a:r>
              <a:rPr lang="en-US" sz="1600" spc="-16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600" spc="-8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6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6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at</a:t>
            </a:r>
            <a:r>
              <a:rPr lang="en-US" sz="1600" b="1" spc="-8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600" spc="-4" noProof="0" dirty="0">
                <a:solidFill>
                  <a:srgbClr val="2D2C2C"/>
                </a:solidFill>
                <a:cs typeface="Segoe UI"/>
              </a:rPr>
              <a:t>jobs </a:t>
            </a:r>
            <a:r>
              <a:rPr lang="en-US" sz="1600" spc="-12" noProof="0" dirty="0">
                <a:solidFill>
                  <a:srgbClr val="2D2C2C"/>
                </a:solidFill>
                <a:cs typeface="Segoe UI"/>
              </a:rPr>
              <a:t>are</a:t>
            </a:r>
            <a:r>
              <a:rPr lang="en-US" sz="16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600" spc="-16" noProof="0" dirty="0">
                <a:solidFill>
                  <a:srgbClr val="2D2C2C"/>
                </a:solidFill>
                <a:cs typeface="Segoe UI"/>
              </a:rPr>
              <a:t>stored</a:t>
            </a:r>
            <a:r>
              <a:rPr lang="en-US" sz="16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600" spc="-8" noProof="0" dirty="0">
                <a:solidFill>
                  <a:srgbClr val="2D2C2C"/>
                </a:solidFill>
                <a:cs typeface="Segoe UI"/>
              </a:rPr>
              <a:t>under</a:t>
            </a:r>
            <a:r>
              <a:rPr lang="en-US" sz="16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6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/var/spool/at</a:t>
            </a:r>
            <a:r>
              <a:rPr lang="en-US" sz="1600" spc="-16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AD90588E-7AF0-627A-BA8B-0CB2C21F1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889" y="5160494"/>
            <a:ext cx="6770078" cy="666849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spcBef>
                <a:spcPts val="154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at</a:t>
            </a:r>
            <a:r>
              <a:rPr lang="en-US" b="1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-f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job.list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10:00 14.03.2018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7391"/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job</a:t>
            </a:r>
            <a:r>
              <a:rPr lang="en-US" sz="1600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2</a:t>
            </a:r>
            <a:r>
              <a:rPr lang="en-US" sz="1600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at</a:t>
            </a:r>
            <a:r>
              <a:rPr lang="en-US" sz="1600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Wed</a:t>
            </a:r>
            <a:r>
              <a:rPr lang="en-US" sz="1600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Mar 14</a:t>
            </a:r>
            <a:r>
              <a:rPr lang="en-US" sz="1600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10:00:00</a:t>
            </a:r>
            <a:r>
              <a:rPr lang="en-US" sz="1600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2018</a:t>
            </a:r>
            <a:endParaRPr lang="en-US" sz="16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E3BEB5B6-FC05-F4B7-0169-1A4EC8EB5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889" y="2686503"/>
            <a:ext cx="6770078" cy="1105431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>
              <a:spcBef>
                <a:spcPts val="73"/>
              </a:spcBef>
            </a:pPr>
            <a:r>
              <a:rPr lang="en-US" sz="1600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1600" spc="-49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at 8:00 tomorrow</a:t>
            </a:r>
          </a:p>
          <a:p>
            <a:pPr>
              <a:spcBef>
                <a:spcPts val="73"/>
              </a:spcBef>
            </a:pPr>
            <a:r>
              <a:rPr lang="en-US" sz="1600" b="1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at&gt; 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echo "Meeting at 9:30 today"</a:t>
            </a:r>
          </a:p>
          <a:p>
            <a:pPr>
              <a:spcBef>
                <a:spcPts val="73"/>
              </a:spcBef>
            </a:pPr>
            <a:r>
              <a:rPr lang="en-US" sz="1600" b="1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at&gt; 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^D</a:t>
            </a:r>
          </a:p>
          <a:p>
            <a:pPr>
              <a:spcBef>
                <a:spcPts val="73"/>
              </a:spcBef>
            </a:pPr>
            <a:r>
              <a:rPr lang="en-US" sz="12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warning: commands will be executed using /bin/</a:t>
            </a:r>
            <a:r>
              <a:rPr lang="en-US" sz="1200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sh</a:t>
            </a:r>
            <a:r>
              <a:rPr lang="en-US" sz="12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job 1 at Wed Mar 14 08:00:00 2018</a:t>
            </a:r>
          </a:p>
        </p:txBody>
      </p:sp>
    </p:spTree>
    <p:extLst>
      <p:ext uri="{BB962C8B-B14F-4D97-AF65-F5344CB8AC3E}">
        <p14:creationId xmlns:p14="http://schemas.microsoft.com/office/powerpoint/2010/main" val="1749591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F6C445F-B297-B308-B19D-03660A7731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Listing at/batch jobs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  <a:tab pos="2714863" algn="l"/>
              </a:tabLst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Li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s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 all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your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j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obs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us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i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ng</a:t>
            </a:r>
            <a:r>
              <a:rPr lang="en-US" sz="1800" spc="4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 </a:t>
            </a:r>
            <a:r>
              <a:rPr lang="en-US" sz="1800" b="1" spc="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–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</a:t>
            </a:r>
            <a:r>
              <a:rPr lang="en-US" spc="-12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Also,</a:t>
            </a:r>
            <a:r>
              <a:rPr lang="en-US" sz="1800" spc="-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atq</a:t>
            </a:r>
            <a:endParaRPr lang="en-US" sz="1800" b="1" spc="-8" noProof="0" dirty="0">
              <a:solidFill>
                <a:srgbClr val="0000C7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b="1" spc="-8" noProof="0" dirty="0">
              <a:solidFill>
                <a:srgbClr val="0000C7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b="1" spc="-8" noProof="0" dirty="0">
              <a:solidFill>
                <a:srgbClr val="0000C7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b="1" spc="-8" noProof="0" dirty="0">
              <a:solidFill>
                <a:srgbClr val="0000C7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List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 specific job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with its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environment</a:t>
            </a:r>
            <a:r>
              <a:rPr lang="en-US" sz="1800" spc="7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using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at </a:t>
            </a:r>
            <a:r>
              <a:rPr lang="en-US" sz="1800" b="1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–c </a:t>
            </a:r>
            <a:r>
              <a:rPr lang="en-US" sz="1800" b="1" i="1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jobnumber</a:t>
            </a:r>
            <a:r>
              <a:rPr lang="en-US" spc="-8" noProof="0" dirty="0">
                <a:solidFill>
                  <a:schemeClr val="tx1"/>
                </a:solidFill>
                <a:cs typeface="Segoe UI"/>
              </a:rPr>
              <a:t>.</a:t>
            </a:r>
          </a:p>
          <a:p>
            <a:pPr marL="469953" lvl="1" indent="-280154">
              <a:lnSpc>
                <a:spcPct val="100000"/>
              </a:lnSpc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cs typeface="Segoe UI"/>
              </a:rPr>
              <a:t>Jobs inherit the </a:t>
            </a:r>
            <a:r>
              <a:rPr lang="en-US" sz="1800" noProof="0" dirty="0">
                <a:cs typeface="Segoe UI"/>
              </a:rPr>
              <a:t>current</a:t>
            </a:r>
            <a:r>
              <a:rPr lang="en-US" sz="1800" spc="-73" noProof="0" dirty="0">
                <a:cs typeface="Segoe UI"/>
              </a:rPr>
              <a:t> </a:t>
            </a:r>
            <a:r>
              <a:rPr lang="en-US" sz="1800" spc="-8" noProof="0" dirty="0">
                <a:cs typeface="Segoe UI"/>
              </a:rPr>
              <a:t>environment when created.</a:t>
            </a:r>
            <a:endParaRPr lang="en-US" sz="1800" noProof="0" dirty="0"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600" noProof="0" dirty="0">
              <a:cs typeface="Segoe UI"/>
            </a:endParaRP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3BC5F87-9047-07A5-A0B6-6F4A4A15C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7697" y="1919873"/>
            <a:ext cx="6770077" cy="964367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spcBef>
                <a:spcPts val="154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at</a:t>
            </a:r>
            <a:r>
              <a:rPr lang="en-US" b="1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–l</a:t>
            </a:r>
          </a:p>
          <a:p>
            <a:pPr marL="77391">
              <a:spcBef>
                <a:spcPts val="154"/>
              </a:spcBef>
            </a:pP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2	Wed Nov 03	10:00:00 2021 a </a:t>
            </a:r>
            <a:r>
              <a:rPr lang="en-US" sz="16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fred</a:t>
            </a:r>
            <a:endParaRPr lang="en-US" sz="16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7391">
              <a:spcBef>
                <a:spcPts val="154"/>
              </a:spcBef>
            </a:pP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	Wed Nov 03	08:00:00 2021 a </a:t>
            </a:r>
            <a:r>
              <a:rPr lang="en-US" sz="16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fred</a:t>
            </a:r>
            <a:endParaRPr lang="en-US" sz="16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D89A3895-F4F1-7E11-4CCB-249843E4C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7696" y="4319566"/>
            <a:ext cx="6770077" cy="1954381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10319">
              <a:spcBef>
                <a:spcPts val="73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2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at</a:t>
            </a:r>
            <a:r>
              <a:rPr lang="en-US" b="1" spc="-2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-c</a:t>
            </a:r>
            <a:r>
              <a:rPr lang="en-US" b="1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>
              <a:spcBef>
                <a:spcPts val="8"/>
              </a:spcBef>
            </a:pPr>
            <a:r>
              <a:rPr lang="en-US" sz="1400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#!/bin/sh</a:t>
            </a:r>
            <a:endParaRPr lang="en-US" sz="14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>
              <a:spcBef>
                <a:spcPts val="81"/>
              </a:spcBef>
              <a:tabLst>
                <a:tab pos="1122164" algn="l"/>
              </a:tabLst>
            </a:pPr>
            <a:r>
              <a:rPr lang="en-US" sz="14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#</a:t>
            </a:r>
            <a:r>
              <a:rPr lang="en-US" sz="1400" spc="-2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atrun</a:t>
            </a:r>
            <a:r>
              <a:rPr lang="en-US" sz="1400" spc="-37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8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uid</a:t>
            </a:r>
            <a:r>
              <a:rPr lang="en-US" sz="1400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=1100</a:t>
            </a:r>
            <a:r>
              <a:rPr lang="en-US" sz="1400" spc="-41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gid=1100</a:t>
            </a:r>
          </a:p>
          <a:p>
            <a:pPr marL="10319">
              <a:spcBef>
                <a:spcPts val="81"/>
              </a:spcBef>
              <a:tabLst>
                <a:tab pos="1122164" algn="l"/>
              </a:tabLst>
            </a:pPr>
            <a:r>
              <a:rPr lang="en-US" sz="14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#</a:t>
            </a:r>
            <a:r>
              <a:rPr lang="en-US" sz="14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mail	</a:t>
            </a:r>
            <a:r>
              <a:rPr lang="en-US" sz="1400" spc="-8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fred</a:t>
            </a:r>
            <a:r>
              <a:rPr lang="en-US" sz="1400" spc="-5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0</a:t>
            </a:r>
          </a:p>
          <a:p>
            <a:pPr marL="10319"/>
            <a:r>
              <a:rPr lang="en-US" sz="14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umask</a:t>
            </a:r>
            <a:r>
              <a:rPr lang="en-US" sz="1400" spc="-49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2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22</a:t>
            </a:r>
            <a:endParaRPr lang="en-US" sz="14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/>
            <a:r>
              <a:rPr lang="en-US" sz="1400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HOSTNAME=cherry.piecorner.com;</a:t>
            </a:r>
            <a:r>
              <a:rPr lang="en-US" sz="1400" spc="-2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export</a:t>
            </a:r>
            <a:r>
              <a:rPr lang="en-US" sz="1400" spc="-37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HOSTNAME</a:t>
            </a:r>
            <a:endParaRPr lang="en-US" sz="14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/>
            <a:r>
              <a:rPr lang="en-US" sz="1400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SHELL=/bin/bash;</a:t>
            </a:r>
            <a:r>
              <a:rPr lang="en-US" sz="1400" spc="-37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export</a:t>
            </a:r>
            <a:r>
              <a:rPr lang="en-US" sz="1400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SHELL</a:t>
            </a:r>
            <a:endParaRPr lang="en-US" sz="14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>
              <a:spcBef>
                <a:spcPts val="4"/>
              </a:spcBef>
            </a:pPr>
            <a:r>
              <a:rPr lang="en-US" sz="1400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HISTSIZE=1000;</a:t>
            </a:r>
            <a:r>
              <a:rPr lang="en-US" sz="1400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export</a:t>
            </a:r>
            <a:r>
              <a:rPr lang="en-US" sz="1400" spc="-41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HISTSIZE [...]</a:t>
            </a:r>
            <a:endParaRPr lang="en-US" sz="14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21847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882CFE2-1A80-23CB-EBCE-510AAED428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Removing at/batch jobs and seeing the output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  <a:tab pos="3022361" algn="l"/>
                <a:tab pos="3346371" algn="l"/>
              </a:tabLst>
            </a:pPr>
            <a:r>
              <a:rPr lang="en-US" sz="1800" spc="-41" noProof="0" dirty="0">
                <a:solidFill>
                  <a:srgbClr val="2D2C2C"/>
                </a:solidFill>
                <a:cs typeface="Segoe UI"/>
              </a:rPr>
              <a:t>R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e</a:t>
            </a: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m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o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ve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your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j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obs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with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</a:t>
            </a:r>
            <a:r>
              <a:rPr lang="en-US" b="1" spc="-4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b="1" spc="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d</a:t>
            </a:r>
            <a:r>
              <a:rPr lang="en-US" sz="1800" b="1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	</a:t>
            </a:r>
            <a:r>
              <a:rPr lang="en-US" sz="1800" b="1" i="1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</a:t>
            </a:r>
            <a:r>
              <a:rPr lang="en-US" sz="1800" b="1" i="1" spc="-4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o</a:t>
            </a:r>
            <a:r>
              <a:rPr lang="en-US" sz="1800" b="1" i="1" spc="-16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</a:t>
            </a:r>
            <a:r>
              <a:rPr lang="en-US" sz="1800" b="1" i="1" spc="-4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</a:t>
            </a:r>
            <a:r>
              <a:rPr lang="en-US" sz="1800" b="1" i="1" spc="-12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</a:t>
            </a:r>
            <a:r>
              <a:rPr lang="en-US" sz="1800" b="1" i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</a:t>
            </a:r>
            <a:r>
              <a:rPr lang="en-US" sz="1800" b="1" i="1" spc="-16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</a:t>
            </a:r>
            <a:r>
              <a:rPr lang="en-US" sz="1800" b="1" i="1" spc="-4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er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Alternatively, use the</a:t>
            </a: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atrm</a:t>
            </a:r>
            <a:r>
              <a:rPr lang="en-US" sz="1800" b="1" spc="8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command.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12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Use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mail</a:t>
            </a:r>
            <a:r>
              <a:rPr lang="en-US" sz="1800" b="1" spc="8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read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messages</a:t>
            </a:r>
            <a:r>
              <a:rPr lang="en-US" sz="1800" spc="4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from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at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469953" lvl="1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noProof="0" dirty="0">
                <a:cs typeface="Segoe UI"/>
              </a:rPr>
              <a:t>The output from the job’s commands’ </a:t>
            </a:r>
            <a:r>
              <a:rPr lang="en-US" sz="1800" noProof="0" dirty="0" err="1">
                <a:cs typeface="Segoe UI"/>
              </a:rPr>
              <a:t>stdout</a:t>
            </a:r>
            <a:r>
              <a:rPr lang="en-US" sz="1800" noProof="0" dirty="0">
                <a:cs typeface="Segoe UI"/>
              </a:rPr>
              <a:t> and stderr are emailed to the user.</a:t>
            </a:r>
            <a:endParaRPr lang="en-US" sz="32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0CAF789-397E-63F2-55FC-96072D2A3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1915159"/>
            <a:ext cx="6240462" cy="420628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8423">
              <a:spcBef>
                <a:spcPts val="146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2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at</a:t>
            </a:r>
            <a:r>
              <a:rPr lang="en-US" b="1" spc="-2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-d</a:t>
            </a:r>
            <a:r>
              <a:rPr lang="en-US" b="1" spc="-2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3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D6D0770C-1759-D5BD-7C96-B89644BD47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697" y="3839576"/>
            <a:ext cx="6770077" cy="2218556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10319">
              <a:spcBef>
                <a:spcPts val="73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5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mail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/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Mail</a:t>
            </a:r>
            <a:r>
              <a:rPr lang="en-US" sz="1200" spc="-2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version</a:t>
            </a:r>
            <a:r>
              <a:rPr lang="en-US" sz="1200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12.5</a:t>
            </a:r>
            <a:r>
              <a:rPr lang="en-US" sz="1200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11/5/21.	Type</a:t>
            </a:r>
            <a:r>
              <a:rPr lang="en-US" sz="1200" spc="-2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?</a:t>
            </a:r>
            <a:r>
              <a:rPr lang="en-US" sz="1200" spc="-2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for</a:t>
            </a:r>
            <a:r>
              <a:rPr lang="en-US" sz="1200" spc="-2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help.</a:t>
            </a:r>
            <a:endParaRPr lang="en-US" sz="12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/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"/var/spool/mail/</a:t>
            </a:r>
            <a:r>
              <a:rPr lang="en-US" sz="12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fred</a:t>
            </a:r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":</a:t>
            </a:r>
            <a:r>
              <a:rPr lang="en-US" sz="1200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2</a:t>
            </a:r>
            <a:r>
              <a:rPr lang="en-US" sz="1200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messages</a:t>
            </a:r>
            <a:r>
              <a:rPr lang="en-US" sz="1200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2</a:t>
            </a:r>
            <a:r>
              <a:rPr lang="en-US" sz="1200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new</a:t>
            </a:r>
            <a:endParaRPr lang="en-US" sz="12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/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&gt;N	1</a:t>
            </a:r>
            <a:r>
              <a:rPr lang="en-US" sz="1200" spc="-49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fred@cherry.piecorner.com</a:t>
            </a:r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	Fri…"Output</a:t>
            </a:r>
            <a:r>
              <a:rPr lang="en-US" sz="1200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from</a:t>
            </a:r>
            <a:r>
              <a:rPr lang="en-US" sz="1200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your</a:t>
            </a:r>
            <a:r>
              <a:rPr lang="en-US" sz="1200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job</a:t>
            </a:r>
            <a:r>
              <a:rPr lang="en-US" sz="1200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"</a:t>
            </a:r>
          </a:p>
          <a:p>
            <a:pPr marL="10319"/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N	2</a:t>
            </a:r>
            <a:r>
              <a:rPr lang="en-US" sz="1200" spc="-77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fred@cherry.piecorner.com</a:t>
            </a:r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	Fri…"Output</a:t>
            </a:r>
            <a:r>
              <a:rPr lang="en-US" sz="1200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from</a:t>
            </a:r>
            <a:r>
              <a:rPr lang="en-US" sz="1200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your</a:t>
            </a:r>
            <a:r>
              <a:rPr lang="en-US" sz="1200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job</a:t>
            </a:r>
            <a:r>
              <a:rPr lang="en-US" sz="1200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"</a:t>
            </a:r>
          </a:p>
          <a:p>
            <a:pPr marL="10319">
              <a:spcBef>
                <a:spcPts val="73"/>
              </a:spcBef>
            </a:pPr>
            <a:r>
              <a:rPr lang="en-US" sz="1600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&amp;</a:t>
            </a:r>
            <a:r>
              <a:rPr lang="en-US" sz="16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p2</a:t>
            </a:r>
            <a:endParaRPr lang="en-US" sz="16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>
              <a:spcBef>
                <a:spcPts val="4"/>
              </a:spcBef>
            </a:pPr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Message</a:t>
            </a:r>
            <a:r>
              <a:rPr lang="en-US" sz="1200" spc="-5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2:</a:t>
            </a:r>
            <a:endParaRPr lang="en-US" sz="12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/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From</a:t>
            </a:r>
            <a:r>
              <a:rPr lang="en-US" sz="1200" spc="-2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fred@cherry.piecorner.com</a:t>
            </a:r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	Fri...</a:t>
            </a:r>
            <a:r>
              <a:rPr lang="en-US" sz="12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17:25:01</a:t>
            </a:r>
            <a:r>
              <a:rPr lang="en-US" sz="1200" spc="-2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2021</a:t>
            </a:r>
            <a:endParaRPr lang="en-US" sz="12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/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[...]</a:t>
            </a:r>
            <a:endParaRPr lang="en-US" sz="12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/>
            <a:r>
              <a:rPr lang="en-US" sz="1600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&amp;</a:t>
            </a:r>
            <a:r>
              <a:rPr lang="en-US" sz="1600" spc="-5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q</a:t>
            </a:r>
            <a:endParaRPr lang="en-US" sz="16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63615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5AD4D5F-E7EE-7EE6-4EA1-9C159596EB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at/batch system files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Access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control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files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are </a:t>
            </a: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kept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in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endParaRPr lang="en-US" spc="-8" noProof="0" dirty="0">
              <a:solidFill>
                <a:srgbClr val="2D2C2C"/>
              </a:solidFill>
              <a:cs typeface="Segoe UI"/>
            </a:endParaRPr>
          </a:p>
          <a:p>
            <a:pPr marL="423003" lvl="1" indent="-23320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43007" algn="l"/>
                <a:tab pos="243523" algn="l"/>
              </a:tabLst>
            </a:pPr>
            <a:r>
              <a:rPr lang="en-US" sz="1800" b="1" spc="-4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at.allow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4" noProof="0" dirty="0">
                <a:cs typeface="Segoe UI"/>
              </a:rPr>
              <a:t>(Inclusive) - lists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users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allowed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use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at</a:t>
            </a:r>
            <a:endParaRPr lang="en-US" sz="1800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423003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243007" algn="l"/>
                <a:tab pos="243523" algn="l"/>
              </a:tabLst>
            </a:pP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at.deny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(Exclusive) – lists users</a:t>
            </a:r>
            <a:r>
              <a:rPr lang="en-US" sz="1800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denied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use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of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at</a:t>
            </a:r>
            <a:r>
              <a:rPr lang="en-US" b="1" spc="-4" dirty="0">
                <a:solidFill>
                  <a:srgbClr val="2D2C2C"/>
                </a:solidFill>
                <a:latin typeface="Hack" panose="020B0609030202020204" pitchFamily="49" charset="0"/>
                <a:ea typeface="Hack" panose="020B0609030202020204" pitchFamily="49" charset="0"/>
                <a:cs typeface="Segoe UI"/>
              </a:rPr>
              <a:t>.</a:t>
            </a:r>
            <a:r>
              <a:rPr lang="en-US" spc="-4" dirty="0">
                <a:solidFill>
                  <a:srgbClr val="2D2C2C"/>
                </a:solidFill>
                <a:cs typeface="Segoe UI"/>
              </a:rPr>
              <a:t> However, this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file is ignored if </a:t>
            </a:r>
            <a:r>
              <a:rPr lang="en-US" sz="1800" b="1" spc="-4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at.allow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exists</a:t>
            </a:r>
          </a:p>
          <a:p>
            <a:pPr marL="423003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243007" algn="l"/>
                <a:tab pos="243523" algn="l"/>
              </a:tabLst>
            </a:pPr>
            <a:endParaRPr lang="en-US" sz="1800" noProof="0" dirty="0"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These files are </a:t>
            </a: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kept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in</a:t>
            </a:r>
            <a:r>
              <a:rPr lang="en-US" sz="1800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/var/spool/at</a:t>
            </a:r>
          </a:p>
          <a:p>
            <a:endParaRPr lang="en-US" sz="1800" noProof="0" dirty="0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20CF339-0875-083B-2DF0-3BB39A753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50" y="3665776"/>
            <a:ext cx="6770687" cy="648896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8423" marR="0" lvl="0" indent="0" algn="l" defTabSz="914377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4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kumimoji="0" lang="en-US" sz="1800" b="0" i="0" u="none" strike="noStrike" kern="1200" cap="none" spc="-24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sudo</a:t>
            </a:r>
            <a:r>
              <a:rPr kumimoji="0" lang="en-US" sz="1800" b="1" i="0" u="none" strike="noStrike" kern="1200" cap="none" spc="-16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ls</a:t>
            </a:r>
            <a:r>
              <a:rPr kumimoji="0" lang="en-US" sz="1800" b="1" i="0" u="none" strike="noStrike" kern="1200" cap="none" spc="-12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-l</a:t>
            </a:r>
            <a:r>
              <a:rPr kumimoji="0" lang="en-US" sz="1800" b="1" i="0" u="none" strike="noStrike" kern="120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/var/spool/at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 marR="0" lvl="0" indent="0" algn="l" defTabSz="914377" rtl="0" eaLnBrk="1" fontAlgn="auto" latinLnBrk="0" hangingPunct="1">
              <a:lnSpc>
                <a:spcPct val="100000"/>
              </a:lnSpc>
              <a:spcBef>
                <a:spcPts val="7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-4" noProof="0" dirty="0" err="1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d</a:t>
            </a:r>
            <a:r>
              <a:rPr kumimoji="0" lang="en-US" sz="1400" b="0" i="0" u="none" strike="noStrike" kern="1200" cap="none" spc="-4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rw</a:t>
            </a:r>
            <a:r>
              <a:rPr lang="en-US" sz="1400" spc="-4" noProof="0" dirty="0" err="1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</a:t>
            </a:r>
            <a:r>
              <a:rPr kumimoji="0" lang="en-US" sz="1400" b="0" i="0" u="none" strike="noStrike" kern="1200" cap="none" spc="-4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------  1  root   </a:t>
            </a:r>
            <a:r>
              <a:rPr kumimoji="0" lang="en-US" sz="1400" b="0" i="0" u="none" strike="noStrike" kern="1200" cap="none" spc="-4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root</a:t>
            </a:r>
            <a:r>
              <a:rPr kumimoji="0" lang="en-US" sz="1400" b="0" i="0" u="none" strike="noStrike" kern="1200" cap="none" spc="-4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...	spool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8065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D32BBC-8A3B-5FB1-DB0F-B65F461BDA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 err="1"/>
              <a:t>cron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A1F39F-6DEE-FF2E-2D1C-5FE68B2636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3263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EE91687-474D-E29B-AF55-1BE8FC50E3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Scheduling tasks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Use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</a:t>
            </a:r>
            <a:r>
              <a:rPr lang="en-US" sz="1800" b="1" spc="16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facility</a:t>
            </a:r>
            <a:r>
              <a:rPr lang="en-US" sz="1800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run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jobs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at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periodic</a:t>
            </a:r>
            <a:r>
              <a:rPr lang="en-US" sz="1800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intervals.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Users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have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 their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own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schedule,</a:t>
            </a:r>
            <a:r>
              <a:rPr lang="en-US" sz="1800" spc="5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stored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in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crontab</a:t>
            </a:r>
            <a:r>
              <a:rPr lang="en-US" sz="1800" b="1" spc="12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file.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crontab</a:t>
            </a:r>
            <a:r>
              <a:rPr lang="en-US" sz="1800" b="1" spc="-12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files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are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examined</a:t>
            </a:r>
            <a:r>
              <a:rPr lang="en-US" sz="1800" spc="6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every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minute</a:t>
            </a:r>
            <a:r>
              <a:rPr lang="en-US" sz="1800" spc="4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by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 err="1">
                <a:solidFill>
                  <a:srgbClr val="0000C7"/>
                </a:solidFill>
                <a:cs typeface="Segoe UI"/>
              </a:rPr>
              <a:t>crond</a:t>
            </a:r>
            <a:r>
              <a:rPr lang="en-US" sz="1800" b="1" spc="4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daemon.</a:t>
            </a:r>
            <a:endParaRPr lang="en-US" sz="1800" noProof="0" dirty="0">
              <a:cs typeface="Segoe UI"/>
            </a:endParaRP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Use the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crontab</a:t>
            </a:r>
            <a:r>
              <a:rPr lang="en-US" sz="1800" b="1" spc="28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command to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manipulate</a:t>
            </a:r>
            <a:r>
              <a:rPr lang="en-US" sz="1800" spc="6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schedule</a:t>
            </a:r>
            <a:r>
              <a:rPr lang="en-US" sz="1800" spc="4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files.</a:t>
            </a:r>
          </a:p>
          <a:p>
            <a:pPr marL="423003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243007" algn="l"/>
                <a:tab pos="24352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List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your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</a:t>
            </a:r>
            <a:r>
              <a:rPr lang="en-US" sz="1800" b="1" spc="12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table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with: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crontab</a:t>
            </a:r>
            <a:r>
              <a:rPr lang="en-US" sz="1800" b="1" spc="-4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b="1" spc="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</a:t>
            </a:r>
            <a:r>
              <a:rPr lang="en-US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Segoe UI"/>
              </a:rPr>
              <a:t> </a:t>
            </a:r>
            <a:r>
              <a:rPr lang="en-US" sz="1800" b="1" noProof="0" dirty="0">
                <a:solidFill>
                  <a:srgbClr val="0000C7"/>
                </a:solidFill>
                <a:cs typeface="Segoe UI"/>
              </a:rPr>
              <a:t>[</a:t>
            </a:r>
            <a:r>
              <a:rPr lang="en-US" sz="1800" b="1" spc="-4" noProof="0" dirty="0">
                <a:solidFill>
                  <a:srgbClr val="0000C7"/>
                </a:solidFill>
                <a:cs typeface="Segoe UI"/>
              </a:rPr>
              <a:t>user]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423003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243007" algn="l"/>
                <a:tab pos="243523" algn="l"/>
              </a:tabLst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Edit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your </a:t>
            </a:r>
            <a:r>
              <a:rPr lang="en-US" sz="1800" b="1" spc="-4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</a:t>
            </a:r>
            <a:r>
              <a:rPr lang="en-US" sz="1800" b="1" spc="-12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table</a:t>
            </a:r>
            <a:r>
              <a:rPr lang="en-US" sz="1800" spc="4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with: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crontab</a:t>
            </a:r>
            <a:r>
              <a:rPr lang="en-US" sz="1800" b="1" spc="-28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-e</a:t>
            </a:r>
            <a:r>
              <a:rPr lang="en-US" sz="1800" b="1" spc="-20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cs typeface="Segoe UI"/>
              </a:rPr>
              <a:t>[user]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423003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243007" algn="l"/>
                <a:tab pos="243523" algn="l"/>
              </a:tabLst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Use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 the </a:t>
            </a:r>
            <a:r>
              <a:rPr lang="en-US" sz="1800" spc="5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20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EDITOR</a:t>
            </a:r>
            <a:r>
              <a:rPr lang="en-US" sz="1800" b="1" spc="16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variable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select</a:t>
            </a:r>
            <a:r>
              <a:rPr lang="en-US" sz="1800" spc="6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editing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program.</a:t>
            </a:r>
            <a:endParaRPr lang="en-US" sz="1800" noProof="0" dirty="0"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Linux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has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extensions</a:t>
            </a:r>
            <a:r>
              <a:rPr lang="en-US" sz="1800" spc="8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crontab</a:t>
            </a:r>
            <a:r>
              <a:rPr lang="en-US" sz="1800" b="1" spc="12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facility.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System</a:t>
            </a:r>
            <a:r>
              <a:rPr lang="en-US" sz="1800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24" noProof="0" dirty="0">
                <a:solidFill>
                  <a:srgbClr val="2D2C2C"/>
                </a:solidFill>
                <a:cs typeface="Segoe UI"/>
              </a:rPr>
              <a:t>itself,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not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just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users,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has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its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own</a:t>
            </a:r>
            <a:r>
              <a:rPr lang="en-US" sz="1800" spc="4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crontab</a:t>
            </a:r>
            <a:r>
              <a:rPr lang="en-US" sz="1800" b="1" spc="16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files.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Time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specification</a:t>
            </a:r>
            <a:r>
              <a:rPr lang="en-US" sz="1800" spc="5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can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use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names</a:t>
            </a:r>
            <a:r>
              <a:rPr lang="en-US" sz="1800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as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well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as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numbers.</a:t>
            </a:r>
            <a:endParaRPr lang="en-US" sz="1800" noProof="0" dirty="0">
              <a:cs typeface="Segoe UI"/>
            </a:endParaRPr>
          </a:p>
          <a:p>
            <a:pPr marL="243007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243007" algn="l"/>
                <a:tab pos="243523" algn="l"/>
              </a:tabLst>
            </a:pPr>
            <a:endParaRPr lang="en-US" sz="1600" noProof="0" dirty="0">
              <a:cs typeface="Segoe UI"/>
            </a:endParaRP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533977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AC4D0F9-9E19-4744-8CB6-9C62E48A6F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Cron table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338005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Space/tab-separated</a:t>
            </a:r>
            <a:r>
              <a:rPr lang="en-US" sz="1800" spc="6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columns:</a:t>
            </a:r>
            <a:endParaRPr lang="en-US" sz="1800" spc="-12" noProof="0" dirty="0">
              <a:solidFill>
                <a:srgbClr val="2D2C2C"/>
              </a:solidFill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Minute of hour (0-59)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Hour of day (0-23)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Day of Month (0-31)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Month of Year (0-12)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Day of Week (0-6) sun=0</a:t>
            </a:r>
            <a:endParaRPr lang="en-US" sz="1800" noProof="0" dirty="0">
              <a:cs typeface="Segoe UI"/>
            </a:endParaRPr>
          </a:p>
          <a:p>
            <a:pPr marL="338005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The individual columns can have multiple values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(no spaces). </a:t>
            </a:r>
            <a:endParaRPr lang="en-US" sz="1800" spc="-8" noProof="0" dirty="0">
              <a:solidFill>
                <a:srgbClr val="2D2C2C"/>
              </a:solidFill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comma-separated</a:t>
            </a:r>
            <a:r>
              <a:rPr lang="en-US" sz="1800" spc="7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list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range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of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values with optional step (</a:t>
            </a:r>
            <a:r>
              <a:rPr lang="en-US" sz="1800" b="1" spc="-12" noProof="0" dirty="0">
                <a:solidFill>
                  <a:srgbClr val="7030A0"/>
                </a:solidFill>
                <a:cs typeface="Segoe UI"/>
              </a:rPr>
              <a:t>1-12/2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 every other month)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b="1" spc="-12" noProof="0" dirty="0">
                <a:solidFill>
                  <a:srgbClr val="7030A0"/>
                </a:solidFill>
                <a:cs typeface="Segoe UI"/>
              </a:rPr>
              <a:t>*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 - all values in range</a:t>
            </a:r>
            <a:endParaRPr lang="en-US" sz="1800" noProof="0" dirty="0">
              <a:cs typeface="Segoe UI"/>
            </a:endParaRP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3C90D67-E9A2-18F9-176D-A6D9DD5DE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75" y="5021661"/>
            <a:ext cx="6770687" cy="864339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8423">
              <a:spcBef>
                <a:spcPts val="146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2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crontab -l</a:t>
            </a:r>
          </a:p>
          <a:p>
            <a:pPr marL="10319">
              <a:spcBef>
                <a:spcPts val="73"/>
              </a:spcBef>
              <a:tabLst>
                <a:tab pos="628928" algn="l"/>
                <a:tab pos="1124744" algn="l"/>
                <a:tab pos="1620044" algn="l"/>
                <a:tab pos="1991519" algn="l"/>
              </a:tabLst>
            </a:pPr>
            <a:r>
              <a:rPr lang="en-US" sz="14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17	5	*	*	0		/</a:t>
            </a:r>
            <a:r>
              <a:rPr lang="en-US" sz="14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r>
              <a:rPr lang="en-US" sz="14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/cleanup</a:t>
            </a:r>
            <a:r>
              <a:rPr lang="en-US" sz="1400" spc="-41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</a:t>
            </a:r>
            <a:r>
              <a:rPr lang="en-US" sz="1400" spc="-41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/dev/null</a:t>
            </a:r>
            <a:endParaRPr lang="en-US" sz="14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>
              <a:tabLst>
                <a:tab pos="628928" algn="l"/>
                <a:tab pos="1124744" algn="l"/>
                <a:tab pos="1620044" algn="l"/>
                <a:tab pos="1991519" algn="l"/>
              </a:tabLst>
            </a:pPr>
            <a:r>
              <a:rPr lang="en-US" sz="14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0	2	*	*	0,4		/</a:t>
            </a:r>
            <a:r>
              <a:rPr lang="en-US" sz="14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usr</a:t>
            </a:r>
            <a:r>
              <a:rPr lang="en-US" sz="14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/lib/</a:t>
            </a:r>
            <a:r>
              <a:rPr lang="en-US" sz="14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</a:t>
            </a:r>
            <a:r>
              <a:rPr lang="en-US" sz="14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4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logchecker</a:t>
            </a:r>
            <a:endParaRPr lang="en-US" sz="14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25749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DD0389B-C1FC-E5E0-7C4F-1CEB851566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Cron system files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Access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control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files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kept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in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endParaRPr lang="en-US" sz="1800" b="1" spc="-8" noProof="0" dirty="0">
              <a:solidFill>
                <a:srgbClr val="0000C7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423003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243007" algn="l"/>
                <a:tab pos="243523" algn="l"/>
              </a:tabLst>
            </a:pPr>
            <a:r>
              <a:rPr lang="en-US" sz="1800" b="1" spc="-4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</a:t>
            </a:r>
            <a:r>
              <a:rPr lang="en-US" sz="1800" b="1" spc="-12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</a:t>
            </a:r>
            <a:r>
              <a:rPr lang="en-US" sz="1800" b="1" spc="-16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.</a:t>
            </a:r>
            <a:r>
              <a:rPr lang="en-US" sz="1800" b="1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all</a:t>
            </a: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ow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4" noProof="0" dirty="0">
                <a:cs typeface="Segoe UI"/>
              </a:rPr>
              <a:t>(Inclusive) -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users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allowed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use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 err="1">
                <a:solidFill>
                  <a:srgbClr val="0000C7"/>
                </a:solidFill>
                <a:cs typeface="Segoe UI"/>
              </a:rPr>
              <a:t>cron</a:t>
            </a:r>
            <a:endParaRPr lang="en-US" sz="1800" noProof="0" dirty="0">
              <a:cs typeface="Segoe UI"/>
            </a:endParaRPr>
          </a:p>
          <a:p>
            <a:pPr marL="423003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243007" algn="l"/>
                <a:tab pos="243523" algn="l"/>
              </a:tabLst>
            </a:pPr>
            <a:r>
              <a:rPr lang="en-US" sz="1800" b="1" spc="-4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cron.deny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(Exclusive) - users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denied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use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of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noProof="0" dirty="0" err="1">
                <a:solidFill>
                  <a:srgbClr val="0000C7"/>
                </a:solidFill>
                <a:cs typeface="Segoe UI"/>
              </a:rPr>
              <a:t>cron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, but this file is  ignored if the file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cron.allow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exists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423003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243007" algn="l"/>
                <a:tab pos="243523" algn="l"/>
              </a:tabLst>
            </a:pPr>
            <a:endParaRPr lang="en-US" sz="1800" noProof="0" dirty="0"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Definition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files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kept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in</a:t>
            </a:r>
            <a:r>
              <a:rPr lang="en-US" sz="1800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/var/spool/</a:t>
            </a: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</a:t>
            </a:r>
            <a:endParaRPr lang="en-US" sz="1800" b="1" spc="-8" noProof="0" dirty="0">
              <a:solidFill>
                <a:srgbClr val="0000C7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17</a:t>
            </a:fld>
            <a:endParaRPr lang="en-US" noProof="0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20CF339-0875-083B-2DF0-3BB39A753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248" y="3705779"/>
            <a:ext cx="6770687" cy="877163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8423">
              <a:spcBef>
                <a:spcPts val="146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2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sudo</a:t>
            </a:r>
            <a:r>
              <a:rPr lang="en-US" b="1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ls</a:t>
            </a:r>
            <a:r>
              <a:rPr lang="en-US" b="1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-l</a:t>
            </a:r>
            <a:r>
              <a:rPr lang="en-US" b="1" spc="-2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/var/spool/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>
              <a:spcBef>
                <a:spcPts val="73"/>
              </a:spcBef>
            </a:pPr>
            <a:r>
              <a:rPr lang="en-US" sz="14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</a:t>
            </a:r>
            <a:r>
              <a:rPr lang="en-US" sz="14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rw</a:t>
            </a:r>
            <a:r>
              <a:rPr lang="en-US" sz="14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-------  1  </a:t>
            </a:r>
            <a:r>
              <a:rPr lang="en-US" sz="14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adm</a:t>
            </a:r>
            <a:r>
              <a:rPr lang="en-US" sz="14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 </a:t>
            </a:r>
            <a:r>
              <a:rPr lang="en-US" sz="14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adm</a:t>
            </a:r>
            <a:r>
              <a:rPr lang="en-US" sz="14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...	</a:t>
            </a:r>
            <a:r>
              <a:rPr lang="en-US" sz="14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adm</a:t>
            </a:r>
            <a:endParaRPr lang="en-US" sz="14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>
              <a:spcBef>
                <a:spcPts val="73"/>
              </a:spcBef>
            </a:pPr>
            <a:r>
              <a:rPr lang="en-US" sz="14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</a:t>
            </a:r>
            <a:r>
              <a:rPr lang="en-US" sz="14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rw</a:t>
            </a:r>
            <a:r>
              <a:rPr lang="en-US" sz="14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-------  1  root  sys  ...	root</a:t>
            </a:r>
            <a:endParaRPr lang="en-US" sz="14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98638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4B4EA1-27F0-0B74-B5C2-C6112D019B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Cron for OS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sz="1800" noProof="0" dirty="0">
                <a:solidFill>
                  <a:schemeClr val="tx1"/>
                </a:solidFill>
              </a:rPr>
              <a:t>The OS </a:t>
            </a:r>
            <a:r>
              <a:rPr lang="en-US" sz="1800" noProof="0" dirty="0">
                <a:solidFill>
                  <a:srgbClr val="0000C8"/>
                </a:solidFill>
              </a:rPr>
              <a:t>crontab</a:t>
            </a:r>
            <a:r>
              <a:rPr lang="en-US" sz="1800" noProof="0" dirty="0">
                <a:solidFill>
                  <a:schemeClr val="tx1"/>
                </a:solidFill>
              </a:rPr>
              <a:t> file </a:t>
            </a:r>
            <a:r>
              <a:rPr lang="en-US" sz="1800" b="1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800" b="1" noProof="0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r>
              <a:rPr lang="en-US" sz="1800" b="1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/crontab</a:t>
            </a:r>
            <a:r>
              <a:rPr lang="en-US" sz="1800" b="1" noProof="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noProof="0" dirty="0">
                <a:solidFill>
                  <a:schemeClr val="tx1"/>
                </a:solidFill>
              </a:rPr>
              <a:t>is slightly different from user crontabs.</a:t>
            </a:r>
          </a:p>
          <a:p>
            <a:pPr lvl="1"/>
            <a:r>
              <a:rPr lang="en-US" sz="1800" noProof="0" dirty="0"/>
              <a:t>The run-parts is used to execute scripts from the given directory...</a:t>
            </a:r>
          </a:p>
          <a:p>
            <a:pPr lvl="1"/>
            <a:r>
              <a:rPr lang="en-US" sz="1800" noProof="0" dirty="0"/>
              <a:t>... according to the specified time.</a:t>
            </a:r>
          </a:p>
          <a:p>
            <a:endParaRPr lang="en-US" sz="1800" noProof="0" dirty="0"/>
          </a:p>
          <a:p>
            <a:endParaRPr lang="en-US" sz="1800" noProof="0" dirty="0"/>
          </a:p>
          <a:p>
            <a:endParaRPr lang="en-US" sz="1800" noProof="0" dirty="0"/>
          </a:p>
          <a:p>
            <a:endParaRPr lang="en-US" sz="1800" noProof="0" dirty="0"/>
          </a:p>
          <a:p>
            <a:pPr lvl="1"/>
            <a:endParaRPr lang="en-US" sz="1800" noProof="0" dirty="0"/>
          </a:p>
          <a:p>
            <a:pPr lvl="1"/>
            <a:endParaRPr lang="en-US" sz="1800" noProof="0" dirty="0"/>
          </a:p>
          <a:p>
            <a:pPr lvl="1"/>
            <a:endParaRPr lang="en-US" sz="1800" noProof="0" dirty="0"/>
          </a:p>
          <a:p>
            <a:r>
              <a:rPr lang="en-US" sz="1800" noProof="0" dirty="0">
                <a:solidFill>
                  <a:schemeClr val="tx1"/>
                </a:solidFill>
              </a:rPr>
              <a:t>System </a:t>
            </a:r>
            <a:r>
              <a:rPr lang="en-US" sz="1800" b="1" spc="-4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</a:t>
            </a:r>
            <a:r>
              <a:rPr lang="en-US" sz="1800" noProof="0" dirty="0"/>
              <a:t> </a:t>
            </a:r>
            <a:r>
              <a:rPr lang="en-US" sz="1800" noProof="0" dirty="0">
                <a:solidFill>
                  <a:schemeClr val="tx1"/>
                </a:solidFill>
              </a:rPr>
              <a:t>tasks have environment – can be adjusted.</a:t>
            </a:r>
          </a:p>
          <a:p>
            <a:pPr lvl="1"/>
            <a:r>
              <a:rPr lang="en-US" sz="1800" noProof="0" dirty="0"/>
              <a:t>You can also specify the user account the tasks will be run as.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18</a:t>
            </a:fld>
            <a:endParaRPr lang="en-US" noProof="0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A77EFA22-9991-7C1F-DC5A-389A147AE7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4082" y="2645378"/>
            <a:ext cx="6770077" cy="2260875"/>
          </a:xfrm>
          <a:prstGeom prst="rect">
            <a:avLst/>
          </a:prstGeom>
          <a:solidFill>
            <a:srgbClr val="03EAB3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defTabSz="449263">
              <a:lnSpc>
                <a:spcPct val="110000"/>
              </a:lnSpc>
              <a:buClr>
                <a:srgbClr val="000000"/>
              </a:buClr>
              <a:buSzPct val="100000"/>
              <a:buFont typeface="Courier New" pitchFamily="49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sz="1400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SHELL=/bin/bash</a:t>
            </a:r>
          </a:p>
          <a:p>
            <a:pPr defTabSz="449263">
              <a:lnSpc>
                <a:spcPct val="110000"/>
              </a:lnSpc>
              <a:buClr>
                <a:srgbClr val="000000"/>
              </a:buClr>
              <a:buSzPct val="100000"/>
              <a:buFont typeface="Courier New" pitchFamily="49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sz="1400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PATH=/</a:t>
            </a:r>
            <a:r>
              <a:rPr lang="en-US" sz="1400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sbin</a:t>
            </a:r>
            <a:r>
              <a:rPr lang="en-US" sz="1400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:/bin:/</a:t>
            </a:r>
            <a:r>
              <a:rPr lang="en-US" sz="1400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usr</a:t>
            </a:r>
            <a:r>
              <a:rPr lang="en-US" sz="1400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400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sbin</a:t>
            </a:r>
            <a:r>
              <a:rPr lang="en-US" sz="1400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:/</a:t>
            </a:r>
            <a:r>
              <a:rPr lang="en-US" sz="1400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usr</a:t>
            </a:r>
            <a:r>
              <a:rPr lang="en-US" sz="1400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/bin</a:t>
            </a:r>
          </a:p>
          <a:p>
            <a:pPr defTabSz="449263">
              <a:lnSpc>
                <a:spcPct val="110000"/>
              </a:lnSpc>
              <a:buClr>
                <a:srgbClr val="000000"/>
              </a:buClr>
              <a:buSzPct val="100000"/>
              <a:buFont typeface="Courier New" pitchFamily="49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sz="1400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MAILTO=root</a:t>
            </a:r>
          </a:p>
          <a:p>
            <a:pPr defTabSz="449263">
              <a:lnSpc>
                <a:spcPct val="110000"/>
              </a:lnSpc>
              <a:buClr>
                <a:srgbClr val="000000"/>
              </a:buClr>
              <a:buSzPct val="100000"/>
              <a:buFont typeface="Courier New" pitchFamily="49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sz="1400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HOME=/</a:t>
            </a:r>
          </a:p>
          <a:p>
            <a:pPr defTabSz="449263">
              <a:lnSpc>
                <a:spcPct val="110000"/>
              </a:lnSpc>
              <a:buClr>
                <a:srgbClr val="000000"/>
              </a:buClr>
              <a:buSzPct val="100000"/>
              <a:buFont typeface="Courier New" pitchFamily="49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sz="1400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# run-parts</a:t>
            </a:r>
          </a:p>
          <a:p>
            <a:pPr defTabSz="449263">
              <a:lnSpc>
                <a:spcPct val="110000"/>
              </a:lnSpc>
              <a:buClr>
                <a:srgbClr val="000000"/>
              </a:buClr>
              <a:buSzPct val="100000"/>
              <a:buFont typeface="Courier New" pitchFamily="49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sz="1400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01 * * * * root run-parts /</a:t>
            </a:r>
            <a:r>
              <a:rPr lang="en-US" sz="1400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r>
              <a:rPr lang="en-US" sz="1400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400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cron.hourly</a:t>
            </a:r>
            <a:endParaRPr lang="en-US" sz="1400" b="1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defTabSz="449263">
              <a:lnSpc>
                <a:spcPct val="110000"/>
              </a:lnSpc>
              <a:buClr>
                <a:srgbClr val="000000"/>
              </a:buClr>
              <a:buSzPct val="100000"/>
              <a:buFont typeface="Courier New" pitchFamily="49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sz="1400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02 4 * * * root run-parts /</a:t>
            </a:r>
            <a:r>
              <a:rPr lang="en-US" sz="1400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r>
              <a:rPr lang="en-US" sz="1400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400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cron.daily</a:t>
            </a:r>
            <a:endParaRPr lang="en-US" sz="1400" b="1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defTabSz="449263">
              <a:lnSpc>
                <a:spcPct val="110000"/>
              </a:lnSpc>
              <a:buClr>
                <a:srgbClr val="000000"/>
              </a:buClr>
              <a:buSzPct val="100000"/>
              <a:buFont typeface="Courier New" pitchFamily="49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sz="1400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22 4 * * 0 root run-parts /</a:t>
            </a:r>
            <a:r>
              <a:rPr lang="en-US" sz="1400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r>
              <a:rPr lang="en-US" sz="1400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400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cron.weekly</a:t>
            </a:r>
            <a:endParaRPr lang="en-US" sz="1400" b="1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defTabSz="449263">
              <a:lnSpc>
                <a:spcPct val="110000"/>
              </a:lnSpc>
              <a:buClr>
                <a:srgbClr val="000000"/>
              </a:buClr>
              <a:buSzPct val="100000"/>
              <a:buFont typeface="Courier New" pitchFamily="49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sz="1400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42 4 1 * * root run-parts /</a:t>
            </a:r>
            <a:r>
              <a:rPr lang="en-US" sz="1400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r>
              <a:rPr lang="en-US" sz="1400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400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cron.monthly</a:t>
            </a:r>
            <a:endParaRPr lang="en-US" sz="1400" b="1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19701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9D0C8F-9DC3-6879-BBE0-3A0127FD0F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 err="1"/>
              <a:t>anacron</a:t>
            </a:r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noProof="0" dirty="0">
                <a:solidFill>
                  <a:schemeClr val="tx1"/>
                </a:solidFill>
              </a:rPr>
              <a:t>Doesn't miss a job if machine goes down!</a:t>
            </a:r>
          </a:p>
          <a:p>
            <a:pPr lvl="1"/>
            <a:r>
              <a:rPr lang="en-US" noProof="0" dirty="0"/>
              <a:t>Jobs are run when the box starts up again.</a:t>
            </a:r>
          </a:p>
          <a:p>
            <a:pPr lvl="1"/>
            <a:r>
              <a:rPr lang="en-US" noProof="0" dirty="0"/>
              <a:t>Jobs will run according to </a:t>
            </a:r>
            <a:r>
              <a:rPr lang="en-US" b="1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b="1" noProof="0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r>
              <a:rPr lang="en-US" b="1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b="1" noProof="0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anacrontab</a:t>
            </a:r>
            <a:r>
              <a:rPr lang="en-US" b="1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noProof="0" dirty="0"/>
              <a:t>file.</a:t>
            </a:r>
          </a:p>
          <a:p>
            <a:endParaRPr lang="en-US" noProof="0" dirty="0"/>
          </a:p>
          <a:p>
            <a:endParaRPr lang="en-US" noProof="0" dirty="0">
              <a:solidFill>
                <a:schemeClr val="tx1"/>
              </a:solidFill>
            </a:endParaRPr>
          </a:p>
          <a:p>
            <a:endParaRPr lang="en-US" noProof="0" dirty="0">
              <a:solidFill>
                <a:schemeClr val="tx1"/>
              </a:solidFill>
            </a:endParaRPr>
          </a:p>
          <a:p>
            <a:endParaRPr lang="en-US" noProof="0" dirty="0">
              <a:solidFill>
                <a:schemeClr val="tx1"/>
              </a:solidFill>
            </a:endParaRPr>
          </a:p>
          <a:p>
            <a:endParaRPr lang="en-US" noProof="0" dirty="0">
              <a:solidFill>
                <a:schemeClr val="tx1"/>
              </a:solidFill>
            </a:endParaRPr>
          </a:p>
          <a:p>
            <a:pPr lvl="1">
              <a:buNone/>
            </a:pPr>
            <a:endParaRPr lang="en-US" noProof="0" dirty="0"/>
          </a:p>
          <a:p>
            <a:pPr lvl="1"/>
            <a:endParaRPr lang="en-US" noProof="0" dirty="0"/>
          </a:p>
          <a:p>
            <a:r>
              <a:rPr lang="en-US" noProof="0" dirty="0">
                <a:solidFill>
                  <a:schemeClr val="tx1"/>
                </a:solidFill>
              </a:rPr>
              <a:t>Timestamp files are created under </a:t>
            </a:r>
            <a:r>
              <a:rPr lang="en-US" b="1" noProof="0" dirty="0">
                <a:solidFill>
                  <a:srgbClr val="0000C8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/var/spool/</a:t>
            </a:r>
            <a:r>
              <a:rPr lang="en-US" b="1" noProof="0" dirty="0" err="1">
                <a:solidFill>
                  <a:srgbClr val="0000C8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anacron</a:t>
            </a:r>
            <a:r>
              <a:rPr lang="en-US" noProof="0" dirty="0">
                <a:solidFill>
                  <a:schemeClr val="tx1"/>
                </a:solidFill>
              </a:rPr>
              <a:t>.</a:t>
            </a:r>
          </a:p>
          <a:p>
            <a:pPr lvl="1"/>
            <a:r>
              <a:rPr lang="en-US" noProof="0" dirty="0"/>
              <a:t>To record last time </a:t>
            </a:r>
            <a:r>
              <a:rPr lang="en-US" b="1" noProof="0" dirty="0" err="1">
                <a:solidFill>
                  <a:srgbClr val="0000C8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anacron</a:t>
            </a:r>
            <a:r>
              <a:rPr lang="en-US" noProof="0" dirty="0"/>
              <a:t> job run.</a:t>
            </a:r>
          </a:p>
          <a:p>
            <a:pPr marL="243007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243007" algn="l"/>
                <a:tab pos="243523" algn="l"/>
              </a:tabLst>
            </a:pPr>
            <a:endParaRPr lang="en-US" sz="1600" noProof="0" dirty="0"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600" noProof="0" dirty="0">
              <a:cs typeface="Segoe UI"/>
            </a:endParaRPr>
          </a:p>
          <a:p>
            <a:endParaRPr lang="en-US" sz="1800" noProof="0" dirty="0"/>
          </a:p>
          <a:p>
            <a:endParaRPr lang="en-US" sz="32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19</a:t>
            </a:fld>
            <a:endParaRPr lang="en-US" noProof="0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A77EFA22-9991-7C1F-DC5A-389A147AE7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7984" y="2911911"/>
            <a:ext cx="7349515" cy="1928733"/>
          </a:xfrm>
          <a:prstGeom prst="rect">
            <a:avLst/>
          </a:prstGeom>
          <a:solidFill>
            <a:srgbClr val="03EAB3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defTabSz="449263"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SHELL=/bin/</a:t>
            </a:r>
            <a:r>
              <a:rPr lang="en-US" sz="1200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sh</a:t>
            </a:r>
            <a:endParaRPr lang="en-US" sz="1200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defTabSz="449263"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PATH=/</a:t>
            </a:r>
            <a:r>
              <a:rPr lang="en-US" sz="1200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usr</a:t>
            </a:r>
            <a:r>
              <a:rPr lang="en-US" sz="12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/local/</a:t>
            </a:r>
            <a:r>
              <a:rPr lang="en-US" sz="1200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sbin</a:t>
            </a:r>
            <a:r>
              <a:rPr lang="en-US" sz="12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:/</a:t>
            </a:r>
            <a:r>
              <a:rPr lang="en-US" sz="1200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usr</a:t>
            </a:r>
            <a:r>
              <a:rPr lang="en-US" sz="12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/local/bin:/</a:t>
            </a:r>
            <a:r>
              <a:rPr lang="en-US" sz="1200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sbin</a:t>
            </a:r>
            <a:r>
              <a:rPr lang="en-US" sz="12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:/bin:/</a:t>
            </a:r>
            <a:r>
              <a:rPr lang="en-US" sz="1200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usr</a:t>
            </a:r>
            <a:r>
              <a:rPr lang="en-US" sz="12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200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sbin</a:t>
            </a:r>
            <a:r>
              <a:rPr lang="en-US" sz="12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:/</a:t>
            </a:r>
            <a:r>
              <a:rPr lang="en-US" sz="1200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usr</a:t>
            </a:r>
            <a:r>
              <a:rPr lang="en-US" sz="12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/bin</a:t>
            </a:r>
          </a:p>
          <a:p>
            <a:pPr defTabSz="449263"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HOME=/root</a:t>
            </a:r>
          </a:p>
          <a:p>
            <a:pPr defTabSz="449263"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LOGNAME=root</a:t>
            </a:r>
          </a:p>
          <a:p>
            <a:pPr defTabSz="449263">
              <a:spcBef>
                <a:spcPts val="600"/>
              </a:spcBef>
              <a:spcAft>
                <a:spcPts val="0"/>
              </a:spcAft>
              <a:buClr>
                <a:srgbClr val="000066"/>
              </a:buClr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# These replace </a:t>
            </a:r>
            <a:r>
              <a:rPr lang="en-US" sz="1200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cron's</a:t>
            </a:r>
            <a:r>
              <a:rPr lang="en-US" sz="12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entries</a:t>
            </a:r>
          </a:p>
          <a:p>
            <a:pPr defTabSz="449263">
              <a:spcBef>
                <a:spcPts val="600"/>
              </a:spcBef>
              <a:spcAft>
                <a:spcPts val="0"/>
              </a:spcAft>
              <a:buClr>
                <a:srgbClr val="000066"/>
              </a:buClr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	5	</a:t>
            </a:r>
            <a:r>
              <a:rPr lang="en-US" sz="1200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cron.daily</a:t>
            </a:r>
            <a:r>
              <a:rPr lang="en-US" sz="12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	run-parts --report /</a:t>
            </a:r>
            <a:r>
              <a:rPr lang="en-US" sz="1200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r>
              <a:rPr lang="en-US" sz="12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200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cron.daily</a:t>
            </a:r>
            <a:endParaRPr lang="en-US" sz="1200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defTabSz="449263">
              <a:spcBef>
                <a:spcPts val="600"/>
              </a:spcBef>
              <a:spcAft>
                <a:spcPts val="0"/>
              </a:spcAft>
              <a:buClr>
                <a:srgbClr val="000066"/>
              </a:buClr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7	10	</a:t>
            </a:r>
            <a:r>
              <a:rPr lang="en-US" sz="1200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cron.weekly</a:t>
            </a:r>
            <a:r>
              <a:rPr lang="en-US" sz="12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	run-parts --report /</a:t>
            </a:r>
            <a:r>
              <a:rPr lang="en-US" sz="1200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r>
              <a:rPr lang="en-US" sz="12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200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cron.weekly</a:t>
            </a:r>
            <a:endParaRPr lang="en-US" sz="1200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defTabSz="449263">
              <a:spcBef>
                <a:spcPts val="600"/>
              </a:spcBef>
              <a:spcAft>
                <a:spcPts val="0"/>
              </a:spcAft>
              <a:buClr>
                <a:srgbClr val="000066"/>
              </a:buClr>
              <a:buSzPct val="100000"/>
              <a:tabLst>
                <a:tab pos="0" algn="l"/>
                <a:tab pos="914400" algn="l"/>
                <a:tab pos="1379538" algn="l"/>
                <a:tab pos="18288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@monthly	15	</a:t>
            </a:r>
            <a:r>
              <a:rPr lang="en-US" sz="1200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cron.monthly</a:t>
            </a:r>
            <a:r>
              <a:rPr lang="en-US" sz="12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	run-parts --report /</a:t>
            </a:r>
            <a:r>
              <a:rPr lang="en-US" sz="1200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r>
              <a:rPr lang="en-US" sz="12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200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cron.monthly</a:t>
            </a:r>
            <a:endParaRPr lang="en-US" sz="1200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54026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806C43-41BF-EB3B-8717-17607C2DC1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Directories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noProof="0" dirty="0">
                <a:solidFill>
                  <a:schemeClr val="tx1"/>
                </a:solidFill>
              </a:rPr>
              <a:t>Files in </a:t>
            </a:r>
            <a:r>
              <a:rPr lang="en-US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</a:t>
            </a:r>
            <a:r>
              <a:rPr lang="en-US" b="1" noProof="0" dirty="0">
                <a:solidFill>
                  <a:srgbClr val="0000C8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.*</a:t>
            </a:r>
            <a:r>
              <a:rPr lang="en-US" b="1" noProof="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noProof="0" dirty="0">
                <a:solidFill>
                  <a:schemeClr val="tx1"/>
                </a:solidFill>
              </a:rPr>
              <a:t>are ordinary scripts.</a:t>
            </a:r>
          </a:p>
          <a:p>
            <a:pPr lvl="1"/>
            <a:r>
              <a:rPr lang="en-US" noProof="0" dirty="0"/>
              <a:t>Allowed users can add scripts to any list.</a:t>
            </a:r>
          </a:p>
          <a:p>
            <a:pPr lvl="1"/>
            <a:r>
              <a:rPr lang="en-US" noProof="0" dirty="0"/>
              <a:t>Scripts are run in alphabetical order.</a:t>
            </a:r>
            <a:endParaRPr lang="en-US" b="0" noProof="0" dirty="0">
              <a:solidFill>
                <a:srgbClr val="0000C8"/>
              </a:solidFill>
            </a:endParaRP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20</a:t>
            </a:fld>
            <a:endParaRPr lang="en-US" noProof="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D47B1C4-A005-9486-EC8E-EB89BDDE8B07}"/>
              </a:ext>
            </a:extLst>
          </p:cNvPr>
          <p:cNvGrpSpPr/>
          <p:nvPr/>
        </p:nvGrpSpPr>
        <p:grpSpPr>
          <a:xfrm>
            <a:off x="4030055" y="2464240"/>
            <a:ext cx="7377720" cy="3421760"/>
            <a:chOff x="1470804" y="1920135"/>
            <a:chExt cx="9241428" cy="3421760"/>
          </a:xfrm>
        </p:grpSpPr>
        <p:sp>
          <p:nvSpPr>
            <p:cNvPr id="54" name="Line 63">
              <a:extLst>
                <a:ext uri="{FF2B5EF4-FFF2-40B4-BE49-F238E27FC236}">
                  <a16:creationId xmlns:a16="http://schemas.microsoft.com/office/drawing/2014/main" id="{BF8B0338-3FE3-909D-E2B9-DE91D9CAAA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7016" y="3070180"/>
              <a:ext cx="0" cy="1246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/>
            <a:p>
              <a:endParaRPr lang="en-US" noProof="0" dirty="0"/>
            </a:p>
          </p:txBody>
        </p:sp>
        <p:sp>
          <p:nvSpPr>
            <p:cNvPr id="55" name="Line 26">
              <a:extLst>
                <a:ext uri="{FF2B5EF4-FFF2-40B4-BE49-F238E27FC236}">
                  <a16:creationId xmlns:a16="http://schemas.microsoft.com/office/drawing/2014/main" id="{3695C5B1-BFBE-6EBC-C167-A586735BB0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5147" y="3070182"/>
              <a:ext cx="0" cy="22717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 noProof="0" dirty="0"/>
            </a:p>
          </p:txBody>
        </p:sp>
        <p:sp>
          <p:nvSpPr>
            <p:cNvPr id="56" name="Line 37">
              <a:extLst>
                <a:ext uri="{FF2B5EF4-FFF2-40B4-BE49-F238E27FC236}">
                  <a16:creationId xmlns:a16="http://schemas.microsoft.com/office/drawing/2014/main" id="{8CB8B9E2-F5CB-ABD7-FE04-C807757ED1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999" y="3070182"/>
              <a:ext cx="0" cy="22717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 noProof="0" dirty="0"/>
            </a:p>
          </p:txBody>
        </p:sp>
        <p:sp>
          <p:nvSpPr>
            <p:cNvPr id="57" name="Line 6">
              <a:extLst>
                <a:ext uri="{FF2B5EF4-FFF2-40B4-BE49-F238E27FC236}">
                  <a16:creationId xmlns:a16="http://schemas.microsoft.com/office/drawing/2014/main" id="{69A30EFC-AB27-AAB7-9D39-8FFD957D97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62687" y="2389143"/>
              <a:ext cx="8659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 noProof="0" dirty="0"/>
            </a:p>
          </p:txBody>
        </p:sp>
        <p:sp>
          <p:nvSpPr>
            <p:cNvPr id="58" name="Line 7">
              <a:extLst>
                <a:ext uri="{FF2B5EF4-FFF2-40B4-BE49-F238E27FC236}">
                  <a16:creationId xmlns:a16="http://schemas.microsoft.com/office/drawing/2014/main" id="{5C7C9D36-514B-9B6C-EF86-26475E6921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74501" y="2173243"/>
              <a:ext cx="0" cy="2159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 noProof="0" dirty="0"/>
            </a:p>
          </p:txBody>
        </p:sp>
        <p:sp>
          <p:nvSpPr>
            <p:cNvPr id="59" name="Rectangle 8">
              <a:extLst>
                <a:ext uri="{FF2B5EF4-FFF2-40B4-BE49-F238E27FC236}">
                  <a16:creationId xmlns:a16="http://schemas.microsoft.com/office/drawing/2014/main" id="{FB4B1D70-E293-9107-AAC9-EC5702781F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1183" y="1920135"/>
              <a:ext cx="769444" cy="30777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400" noProof="0" dirty="0"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/</a:t>
              </a:r>
              <a:r>
                <a:rPr lang="en-US" sz="1400" noProof="0" dirty="0" err="1"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etc</a:t>
              </a:r>
              <a:endParaRPr lang="en-US" sz="14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</p:txBody>
        </p:sp>
        <p:sp>
          <p:nvSpPr>
            <p:cNvPr id="60" name="Rectangle 10">
              <a:extLst>
                <a:ext uri="{FF2B5EF4-FFF2-40B4-BE49-F238E27FC236}">
                  <a16:creationId xmlns:a16="http://schemas.microsoft.com/office/drawing/2014/main" id="{E45A7308-FB50-2CDA-0218-80A5A1A6D5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3558" y="2648469"/>
              <a:ext cx="1371488" cy="52322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400" noProof="0" dirty="0" err="1"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cron</a:t>
              </a:r>
              <a:r>
                <a:rPr lang="en-US" sz="1400" noProof="0" dirty="0"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.</a:t>
              </a:r>
            </a:p>
            <a:p>
              <a:pPr algn="ctr"/>
              <a:r>
                <a:rPr lang="en-US" sz="1400" noProof="0" dirty="0"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daily</a:t>
              </a:r>
            </a:p>
          </p:txBody>
        </p:sp>
        <p:sp>
          <p:nvSpPr>
            <p:cNvPr id="62" name="Rectangle 15">
              <a:extLst>
                <a:ext uri="{FF2B5EF4-FFF2-40B4-BE49-F238E27FC236}">
                  <a16:creationId xmlns:a16="http://schemas.microsoft.com/office/drawing/2014/main" id="{45DBF328-226B-E433-94C1-A02C7BF1B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9061" y="2631216"/>
              <a:ext cx="1448703" cy="52322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400" noProof="0" dirty="0" err="1"/>
                <a:t>cron</a:t>
              </a:r>
              <a:r>
                <a:rPr lang="en-US" sz="1400" noProof="0" dirty="0"/>
                <a:t>.</a:t>
              </a:r>
            </a:p>
            <a:p>
              <a:pPr algn="ctr"/>
              <a:r>
                <a:rPr lang="en-US" sz="1400" noProof="0" dirty="0"/>
                <a:t>hourly</a:t>
              </a:r>
            </a:p>
          </p:txBody>
        </p:sp>
        <p:sp>
          <p:nvSpPr>
            <p:cNvPr id="63" name="Rectangle 16">
              <a:extLst>
                <a:ext uri="{FF2B5EF4-FFF2-40B4-BE49-F238E27FC236}">
                  <a16:creationId xmlns:a16="http://schemas.microsoft.com/office/drawing/2014/main" id="{3B397178-8A4E-4E21-4963-ECE90BFE9A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28978" y="2620452"/>
              <a:ext cx="1189103" cy="52322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400" noProof="0" dirty="0" err="1"/>
                <a:t>cron</a:t>
              </a:r>
              <a:r>
                <a:rPr lang="en-US" sz="1400" noProof="0" dirty="0"/>
                <a:t>.</a:t>
              </a:r>
            </a:p>
            <a:p>
              <a:pPr algn="ctr"/>
              <a:r>
                <a:rPr lang="en-US" sz="1400" noProof="0" dirty="0"/>
                <a:t>monthly</a:t>
              </a:r>
            </a:p>
          </p:txBody>
        </p:sp>
        <p:sp>
          <p:nvSpPr>
            <p:cNvPr id="64" name="Oval 17">
              <a:extLst>
                <a:ext uri="{FF2B5EF4-FFF2-40B4-BE49-F238E27FC236}">
                  <a16:creationId xmlns:a16="http://schemas.microsoft.com/office/drawing/2014/main" id="{8EB7CF7C-AC6E-AAB0-47B2-6D1E031C36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12069" y="2589170"/>
              <a:ext cx="1300163" cy="59213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EEFD7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808080"/>
              </a:solidFill>
              <a:miter lim="800000"/>
              <a:headEnd/>
              <a:tailEnd type="triangle"/>
            </a:ln>
            <a:effectLst/>
          </p:spPr>
          <p:txBody>
            <a:bodyPr wrap="none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1400" noProof="0" dirty="0">
                  <a:solidFill>
                    <a:srgbClr val="0000C8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crontab</a:t>
              </a:r>
            </a:p>
          </p:txBody>
        </p:sp>
        <p:sp>
          <p:nvSpPr>
            <p:cNvPr id="65" name="Line 21">
              <a:extLst>
                <a:ext uri="{FF2B5EF4-FFF2-40B4-BE49-F238E27FC236}">
                  <a16:creationId xmlns:a16="http://schemas.microsoft.com/office/drawing/2014/main" id="{544F4F5C-D76E-1CA8-DC41-8BE345AE05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91789" y="2389143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 noProof="0" dirty="0"/>
            </a:p>
          </p:txBody>
        </p:sp>
        <p:sp>
          <p:nvSpPr>
            <p:cNvPr id="66" name="Line 23">
              <a:extLst>
                <a:ext uri="{FF2B5EF4-FFF2-40B4-BE49-F238E27FC236}">
                  <a16:creationId xmlns:a16="http://schemas.microsoft.com/office/drawing/2014/main" id="{B88AA62B-94FD-A2DA-B319-D6B5851900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85784" y="2389143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 noProof="0" dirty="0"/>
            </a:p>
          </p:txBody>
        </p:sp>
        <p:sp>
          <p:nvSpPr>
            <p:cNvPr id="67" name="Line 24">
              <a:extLst>
                <a:ext uri="{FF2B5EF4-FFF2-40B4-BE49-F238E27FC236}">
                  <a16:creationId xmlns:a16="http://schemas.microsoft.com/office/drawing/2014/main" id="{EAEAF055-D73D-B11F-BD75-E1CA4A9D11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45635" y="2389143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 noProof="0" dirty="0"/>
            </a:p>
          </p:txBody>
        </p:sp>
        <p:sp>
          <p:nvSpPr>
            <p:cNvPr id="68" name="Line 25">
              <a:extLst>
                <a:ext uri="{FF2B5EF4-FFF2-40B4-BE49-F238E27FC236}">
                  <a16:creationId xmlns:a16="http://schemas.microsoft.com/office/drawing/2014/main" id="{BC98E66F-5F95-6051-05D8-C30256EB40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84597" y="2389143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 noProof="0" dirty="0"/>
            </a:p>
          </p:txBody>
        </p:sp>
        <p:sp>
          <p:nvSpPr>
            <p:cNvPr id="69" name="Oval 29">
              <a:extLst>
                <a:ext uri="{FF2B5EF4-FFF2-40B4-BE49-F238E27FC236}">
                  <a16:creationId xmlns:a16="http://schemas.microsoft.com/office/drawing/2014/main" id="{A385E994-2605-6ABB-6724-3D2A6B1E80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0568" y="4117930"/>
              <a:ext cx="1227931" cy="53340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EEFD7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808080"/>
              </a:solidFill>
              <a:miter lim="800000"/>
              <a:headEnd/>
              <a:tailEnd type="triangle"/>
            </a:ln>
            <a:effectLst/>
          </p:spPr>
          <p:txBody>
            <a:bodyPr wrap="none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1400" noProof="0" dirty="0" err="1">
                  <a:solidFill>
                    <a:srgbClr val="0000C8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certwatch</a:t>
              </a:r>
              <a:endParaRPr lang="en-US" sz="1800" noProof="0" dirty="0">
                <a:solidFill>
                  <a:srgbClr val="0000C8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</p:txBody>
        </p:sp>
        <p:sp>
          <p:nvSpPr>
            <p:cNvPr id="70" name="Oval 30">
              <a:extLst>
                <a:ext uri="{FF2B5EF4-FFF2-40B4-BE49-F238E27FC236}">
                  <a16:creationId xmlns:a16="http://schemas.microsoft.com/office/drawing/2014/main" id="{AD2C8D23-CE79-E2E1-1CFF-D39CA50BFF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1204" y="3454357"/>
              <a:ext cx="1207294" cy="447675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EEFD7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808080"/>
              </a:solidFill>
              <a:miter lim="800000"/>
              <a:headEnd/>
              <a:tailEnd type="triangle"/>
            </a:ln>
            <a:effectLst/>
          </p:spPr>
          <p:txBody>
            <a:bodyPr wrap="none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1400" noProof="0" dirty="0">
                  <a:solidFill>
                    <a:srgbClr val="0000C8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0anacron</a:t>
              </a:r>
            </a:p>
          </p:txBody>
        </p:sp>
        <p:sp>
          <p:nvSpPr>
            <p:cNvPr id="71" name="Oval 31">
              <a:extLst>
                <a:ext uri="{FF2B5EF4-FFF2-40B4-BE49-F238E27FC236}">
                  <a16:creationId xmlns:a16="http://schemas.microsoft.com/office/drawing/2014/main" id="{2BA83B2C-DECB-59A6-7CAC-82C21D43F5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0568" y="4808493"/>
              <a:ext cx="1227931" cy="53340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EEFD7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808080"/>
              </a:solidFill>
              <a:miter lim="800000"/>
              <a:headEnd/>
              <a:tailEnd type="triangle"/>
            </a:ln>
            <a:effectLst/>
          </p:spPr>
          <p:txBody>
            <a:bodyPr wrap="none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1400" noProof="0" dirty="0">
                  <a:solidFill>
                    <a:srgbClr val="0000C8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cups</a:t>
              </a:r>
              <a:endParaRPr lang="en-US" sz="1800" noProof="0" dirty="0">
                <a:solidFill>
                  <a:srgbClr val="0000C8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</p:txBody>
        </p:sp>
        <p:sp>
          <p:nvSpPr>
            <p:cNvPr id="72" name="Line 32">
              <a:extLst>
                <a:ext uri="{FF2B5EF4-FFF2-40B4-BE49-F238E27FC236}">
                  <a16:creationId xmlns:a16="http://schemas.microsoft.com/office/drawing/2014/main" id="{85BF3572-05D5-D638-1659-BA6817C6B4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5149" y="3686130"/>
              <a:ext cx="17541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 noProof="0" dirty="0"/>
            </a:p>
          </p:txBody>
        </p:sp>
        <p:sp>
          <p:nvSpPr>
            <p:cNvPr id="73" name="Line 33">
              <a:extLst>
                <a:ext uri="{FF2B5EF4-FFF2-40B4-BE49-F238E27FC236}">
                  <a16:creationId xmlns:a16="http://schemas.microsoft.com/office/drawing/2014/main" id="{501C5B76-A96C-E37B-7755-276FFDFD80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5148" y="4405268"/>
              <a:ext cx="196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 noProof="0" dirty="0"/>
            </a:p>
          </p:txBody>
        </p:sp>
        <p:sp>
          <p:nvSpPr>
            <p:cNvPr id="74" name="Line 34">
              <a:extLst>
                <a:ext uri="{FF2B5EF4-FFF2-40B4-BE49-F238E27FC236}">
                  <a16:creationId xmlns:a16="http://schemas.microsoft.com/office/drawing/2014/main" id="{89A074CD-3717-873E-DC5D-8F8DBC8960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5149" y="5054555"/>
              <a:ext cx="17541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 noProof="0" dirty="0"/>
            </a:p>
          </p:txBody>
        </p:sp>
        <p:sp>
          <p:nvSpPr>
            <p:cNvPr id="75" name="Oval 38">
              <a:extLst>
                <a:ext uri="{FF2B5EF4-FFF2-40B4-BE49-F238E27FC236}">
                  <a16:creationId xmlns:a16="http://schemas.microsoft.com/office/drawing/2014/main" id="{0B811C48-ADC3-4F98-DEC0-810159D16D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0419" y="4117930"/>
              <a:ext cx="1227931" cy="53340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EEFD7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808080"/>
              </a:solidFill>
              <a:miter lim="800000"/>
              <a:headEnd/>
              <a:tailEnd type="triangle"/>
            </a:ln>
            <a:effectLst/>
          </p:spPr>
          <p:txBody>
            <a:bodyPr wrap="none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1400" noProof="0" dirty="0" err="1">
                  <a:solidFill>
                    <a:srgbClr val="0000C8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nntpsend</a:t>
              </a:r>
              <a:endParaRPr lang="en-US" sz="1800" noProof="0" dirty="0">
                <a:solidFill>
                  <a:srgbClr val="0000C8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</p:txBody>
        </p:sp>
        <p:sp>
          <p:nvSpPr>
            <p:cNvPr id="76" name="Oval 39">
              <a:extLst>
                <a:ext uri="{FF2B5EF4-FFF2-40B4-BE49-F238E27FC236}">
                  <a16:creationId xmlns:a16="http://schemas.microsoft.com/office/drawing/2014/main" id="{BC8051C5-7240-0FC3-E559-16FE218250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1055" y="3454357"/>
              <a:ext cx="1207294" cy="447675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EEFD7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808080"/>
              </a:solidFill>
              <a:miter lim="800000"/>
              <a:headEnd/>
              <a:tailEnd type="triangle"/>
            </a:ln>
            <a:effectLst/>
          </p:spPr>
          <p:txBody>
            <a:bodyPr wrap="none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1400" noProof="0" dirty="0">
                  <a:solidFill>
                    <a:srgbClr val="0000C8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inn-</a:t>
              </a:r>
              <a:r>
                <a:rPr lang="en-US" sz="1400" noProof="0" dirty="0" err="1">
                  <a:solidFill>
                    <a:srgbClr val="0000C8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cron</a:t>
              </a:r>
              <a:endParaRPr lang="en-US" sz="1800" noProof="0" dirty="0">
                <a:solidFill>
                  <a:srgbClr val="0000C8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</p:txBody>
        </p:sp>
        <p:sp>
          <p:nvSpPr>
            <p:cNvPr id="77" name="Oval 40">
              <a:extLst>
                <a:ext uri="{FF2B5EF4-FFF2-40B4-BE49-F238E27FC236}">
                  <a16:creationId xmlns:a16="http://schemas.microsoft.com/office/drawing/2014/main" id="{3E7C2CF7-0C7C-F34B-3DF1-37A3D07EA3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0419" y="4808493"/>
              <a:ext cx="1227931" cy="53340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EEFD7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808080"/>
              </a:solidFill>
              <a:miter lim="800000"/>
              <a:headEnd/>
              <a:tailEnd type="triangle"/>
            </a:ln>
            <a:effectLst/>
          </p:spPr>
          <p:txBody>
            <a:bodyPr wrap="none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1400" noProof="0" dirty="0" err="1">
                  <a:solidFill>
                    <a:srgbClr val="0000C8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rnews</a:t>
              </a:r>
              <a:endParaRPr lang="en-US" sz="1800" noProof="0" dirty="0">
                <a:solidFill>
                  <a:srgbClr val="0000C8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</p:txBody>
        </p:sp>
        <p:sp>
          <p:nvSpPr>
            <p:cNvPr id="78" name="Line 41">
              <a:extLst>
                <a:ext uri="{FF2B5EF4-FFF2-40B4-BE49-F238E27FC236}">
                  <a16:creationId xmlns:a16="http://schemas.microsoft.com/office/drawing/2014/main" id="{778829B9-E12C-C9D5-FD23-1C2A3661B8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5000" y="3686130"/>
              <a:ext cx="17541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 noProof="0" dirty="0"/>
            </a:p>
          </p:txBody>
        </p:sp>
        <p:sp>
          <p:nvSpPr>
            <p:cNvPr id="79" name="Line 42">
              <a:extLst>
                <a:ext uri="{FF2B5EF4-FFF2-40B4-BE49-F238E27FC236}">
                  <a16:creationId xmlns:a16="http://schemas.microsoft.com/office/drawing/2014/main" id="{8974A5D2-F439-2A9F-A717-955D71229E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999" y="4405268"/>
              <a:ext cx="196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 noProof="0" dirty="0"/>
            </a:p>
          </p:txBody>
        </p:sp>
        <p:sp>
          <p:nvSpPr>
            <p:cNvPr id="80" name="Line 43">
              <a:extLst>
                <a:ext uri="{FF2B5EF4-FFF2-40B4-BE49-F238E27FC236}">
                  <a16:creationId xmlns:a16="http://schemas.microsoft.com/office/drawing/2014/main" id="{FA1D03F4-9908-3EB2-629C-C28A2B7ABC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5000" y="5054555"/>
              <a:ext cx="17541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 noProof="0" dirty="0"/>
            </a:p>
          </p:txBody>
        </p:sp>
        <p:sp>
          <p:nvSpPr>
            <p:cNvPr id="81" name="Line 45">
              <a:extLst>
                <a:ext uri="{FF2B5EF4-FFF2-40B4-BE49-F238E27FC236}">
                  <a16:creationId xmlns:a16="http://schemas.microsoft.com/office/drawing/2014/main" id="{EF6D4DA8-F2E0-6D6D-FC01-567E23B203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3960" y="3070182"/>
              <a:ext cx="0" cy="22717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 noProof="0" dirty="0"/>
            </a:p>
          </p:txBody>
        </p:sp>
        <p:sp>
          <p:nvSpPr>
            <p:cNvPr id="82" name="Oval 46">
              <a:extLst>
                <a:ext uri="{FF2B5EF4-FFF2-40B4-BE49-F238E27FC236}">
                  <a16:creationId xmlns:a16="http://schemas.microsoft.com/office/drawing/2014/main" id="{0C0604F5-DFA9-BE5B-972D-90207066ED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9379" y="4117930"/>
              <a:ext cx="1369478" cy="53340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EEFD7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808080"/>
              </a:solidFill>
              <a:miter lim="800000"/>
              <a:headEnd/>
              <a:tailEnd type="triangle"/>
            </a:ln>
            <a:effectLst/>
          </p:spPr>
          <p:txBody>
            <a:bodyPr wrap="none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1400" noProof="0" dirty="0" err="1">
                  <a:solidFill>
                    <a:srgbClr val="0000C8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mybackup</a:t>
              </a:r>
              <a:endParaRPr lang="en-US" sz="1800" noProof="0" dirty="0">
                <a:solidFill>
                  <a:srgbClr val="0000C8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</p:txBody>
        </p:sp>
        <p:sp>
          <p:nvSpPr>
            <p:cNvPr id="83" name="Oval 47">
              <a:extLst>
                <a:ext uri="{FF2B5EF4-FFF2-40B4-BE49-F238E27FC236}">
                  <a16:creationId xmlns:a16="http://schemas.microsoft.com/office/drawing/2014/main" id="{F9072134-E4D5-B5EF-7C5C-E3BAFFA479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40016" y="3454357"/>
              <a:ext cx="1207294" cy="447675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EEFD7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808080"/>
              </a:solidFill>
              <a:miter lim="800000"/>
              <a:headEnd/>
              <a:tailEnd type="triangle"/>
            </a:ln>
            <a:effectLst/>
          </p:spPr>
          <p:txBody>
            <a:bodyPr wrap="none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1400" noProof="0" dirty="0">
                  <a:solidFill>
                    <a:srgbClr val="0000C8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0anacron</a:t>
              </a:r>
              <a:endParaRPr lang="en-US" sz="1800" noProof="0" dirty="0">
                <a:solidFill>
                  <a:srgbClr val="0000C8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</p:txBody>
        </p:sp>
        <p:sp>
          <p:nvSpPr>
            <p:cNvPr id="84" name="Oval 48">
              <a:extLst>
                <a:ext uri="{FF2B5EF4-FFF2-40B4-BE49-F238E27FC236}">
                  <a16:creationId xmlns:a16="http://schemas.microsoft.com/office/drawing/2014/main" id="{66010318-D889-34A5-BD1A-D79FCE2B88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9379" y="4808493"/>
              <a:ext cx="1369478" cy="53340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EEFD7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808080"/>
              </a:solidFill>
              <a:miter lim="800000"/>
              <a:headEnd/>
              <a:tailEnd type="triangle"/>
            </a:ln>
            <a:effectLst/>
          </p:spPr>
          <p:txBody>
            <a:bodyPr wrap="none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1400" noProof="0" dirty="0" err="1">
                  <a:solidFill>
                    <a:srgbClr val="0000C8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mytidyup</a:t>
              </a:r>
              <a:endParaRPr lang="en-US" sz="1800" noProof="0" dirty="0">
                <a:solidFill>
                  <a:srgbClr val="0000C8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</p:txBody>
        </p:sp>
        <p:sp>
          <p:nvSpPr>
            <p:cNvPr id="85" name="Line 49">
              <a:extLst>
                <a:ext uri="{FF2B5EF4-FFF2-40B4-BE49-F238E27FC236}">
                  <a16:creationId xmlns:a16="http://schemas.microsoft.com/office/drawing/2014/main" id="{9AA7DA1D-8CE4-C095-9DE8-897DE262F4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3961" y="3686130"/>
              <a:ext cx="17541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 noProof="0" dirty="0"/>
            </a:p>
          </p:txBody>
        </p:sp>
        <p:sp>
          <p:nvSpPr>
            <p:cNvPr id="86" name="Line 50">
              <a:extLst>
                <a:ext uri="{FF2B5EF4-FFF2-40B4-BE49-F238E27FC236}">
                  <a16:creationId xmlns:a16="http://schemas.microsoft.com/office/drawing/2014/main" id="{3754CDF9-D856-14CF-B6B1-638B4766DE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3960" y="4405268"/>
              <a:ext cx="196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 noProof="0" dirty="0"/>
            </a:p>
          </p:txBody>
        </p:sp>
        <p:sp>
          <p:nvSpPr>
            <p:cNvPr id="87" name="Line 51">
              <a:extLst>
                <a:ext uri="{FF2B5EF4-FFF2-40B4-BE49-F238E27FC236}">
                  <a16:creationId xmlns:a16="http://schemas.microsoft.com/office/drawing/2014/main" id="{58ABE0D6-E236-0EE0-2BE5-D90A360A0C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3961" y="5054555"/>
              <a:ext cx="17541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 noProof="0" dirty="0"/>
            </a:p>
          </p:txBody>
        </p:sp>
        <p:sp>
          <p:nvSpPr>
            <p:cNvPr id="88" name="Line 53">
              <a:extLst>
                <a:ext uri="{FF2B5EF4-FFF2-40B4-BE49-F238E27FC236}">
                  <a16:creationId xmlns:a16="http://schemas.microsoft.com/office/drawing/2014/main" id="{FACF8667-278E-5A93-D6DD-538C80F80F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37703" y="3070182"/>
              <a:ext cx="0" cy="22717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/>
            <a:p>
              <a:endParaRPr lang="en-US" noProof="0" dirty="0"/>
            </a:p>
          </p:txBody>
        </p:sp>
        <p:sp>
          <p:nvSpPr>
            <p:cNvPr id="89" name="Oval 54">
              <a:extLst>
                <a:ext uri="{FF2B5EF4-FFF2-40B4-BE49-F238E27FC236}">
                  <a16:creationId xmlns:a16="http://schemas.microsoft.com/office/drawing/2014/main" id="{64CC7C80-AE10-9F6D-48EB-F039123E8E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3760" y="4787855"/>
              <a:ext cx="1435655" cy="53340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EEFD7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808080"/>
              </a:solidFill>
              <a:miter lim="800000"/>
              <a:headEnd/>
              <a:tailEnd type="triangle"/>
            </a:ln>
            <a:effectLst/>
          </p:spPr>
          <p:txBody>
            <a:bodyPr wrap="none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1400" noProof="0" dirty="0" err="1">
                  <a:solidFill>
                    <a:srgbClr val="0000C8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makewhatis</a:t>
              </a:r>
              <a:endParaRPr lang="en-US" sz="1800" noProof="0" dirty="0">
                <a:solidFill>
                  <a:srgbClr val="0000C8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</p:txBody>
        </p:sp>
        <p:sp>
          <p:nvSpPr>
            <p:cNvPr id="90" name="Oval 55">
              <a:extLst>
                <a:ext uri="{FF2B5EF4-FFF2-40B4-BE49-F238E27FC236}">
                  <a16:creationId xmlns:a16="http://schemas.microsoft.com/office/drawing/2014/main" id="{C1444BD1-BBD4-46B4-0D23-EE98808187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3760" y="3454357"/>
              <a:ext cx="1207294" cy="447675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EEFD7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808080"/>
              </a:solidFill>
              <a:miter lim="800000"/>
              <a:headEnd/>
              <a:tailEnd type="triangle"/>
            </a:ln>
            <a:effectLst/>
          </p:spPr>
          <p:txBody>
            <a:bodyPr wrap="none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1400" noProof="0" dirty="0">
                  <a:solidFill>
                    <a:srgbClr val="0000C8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0anacron</a:t>
              </a:r>
              <a:endParaRPr lang="en-US" sz="1800" noProof="0" dirty="0">
                <a:solidFill>
                  <a:srgbClr val="0000C8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</p:txBody>
        </p:sp>
        <p:sp>
          <p:nvSpPr>
            <p:cNvPr id="91" name="Oval 56">
              <a:extLst>
                <a:ext uri="{FF2B5EF4-FFF2-40B4-BE49-F238E27FC236}">
                  <a16:creationId xmlns:a16="http://schemas.microsoft.com/office/drawing/2014/main" id="{7906320E-20F8-415F-DD49-B30C16963B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3760" y="4117930"/>
              <a:ext cx="1418402" cy="53340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EEFD7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808080"/>
              </a:solidFill>
              <a:miter lim="800000"/>
              <a:headEnd/>
              <a:tailEnd type="triangle"/>
            </a:ln>
            <a:effectLst/>
          </p:spPr>
          <p:txBody>
            <a:bodyPr wrap="none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1400" noProof="0" dirty="0" err="1">
                  <a:solidFill>
                    <a:srgbClr val="0000C8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incrbackup</a:t>
              </a:r>
              <a:endParaRPr lang="en-US" sz="1400" noProof="0" dirty="0">
                <a:solidFill>
                  <a:srgbClr val="0000C8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</p:txBody>
        </p:sp>
        <p:sp>
          <p:nvSpPr>
            <p:cNvPr id="92" name="Line 57">
              <a:extLst>
                <a:ext uri="{FF2B5EF4-FFF2-40B4-BE49-F238E27FC236}">
                  <a16:creationId xmlns:a16="http://schemas.microsoft.com/office/drawing/2014/main" id="{5F89D9CC-C9B3-7575-5DC2-31EE8C5726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37704" y="3686130"/>
              <a:ext cx="17541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/>
            <a:p>
              <a:endParaRPr lang="en-US" noProof="0" dirty="0"/>
            </a:p>
          </p:txBody>
        </p:sp>
        <p:sp>
          <p:nvSpPr>
            <p:cNvPr id="93" name="Line 58">
              <a:extLst>
                <a:ext uri="{FF2B5EF4-FFF2-40B4-BE49-F238E27FC236}">
                  <a16:creationId xmlns:a16="http://schemas.microsoft.com/office/drawing/2014/main" id="{708791F9-6BE4-E83B-9A27-E032334FEE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37704" y="4405268"/>
              <a:ext cx="196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/>
            <a:p>
              <a:endParaRPr lang="en-US" noProof="0" dirty="0"/>
            </a:p>
          </p:txBody>
        </p:sp>
        <p:sp>
          <p:nvSpPr>
            <p:cNvPr id="94" name="Line 59">
              <a:extLst>
                <a:ext uri="{FF2B5EF4-FFF2-40B4-BE49-F238E27FC236}">
                  <a16:creationId xmlns:a16="http://schemas.microsoft.com/office/drawing/2014/main" id="{783DAF98-5C11-C6F9-4B53-B4F46DF008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37704" y="5054555"/>
              <a:ext cx="17541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/>
            <a:p>
              <a:endParaRPr lang="en-US" noProof="0" dirty="0"/>
            </a:p>
          </p:txBody>
        </p:sp>
        <p:sp>
          <p:nvSpPr>
            <p:cNvPr id="95" name="Rectangle 60">
              <a:extLst>
                <a:ext uri="{FF2B5EF4-FFF2-40B4-BE49-F238E27FC236}">
                  <a16:creationId xmlns:a16="http://schemas.microsoft.com/office/drawing/2014/main" id="{1E304A50-8555-3487-F75E-A4904746AB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2563" y="2756191"/>
              <a:ext cx="1139507" cy="30777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400" noProof="0" dirty="0" err="1"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cron.d</a:t>
              </a:r>
              <a:endParaRPr lang="en-US" sz="14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</p:txBody>
        </p:sp>
        <p:sp>
          <p:nvSpPr>
            <p:cNvPr id="96" name="Line 61">
              <a:extLst>
                <a:ext uri="{FF2B5EF4-FFF2-40B4-BE49-F238E27FC236}">
                  <a16:creationId xmlns:a16="http://schemas.microsoft.com/office/drawing/2014/main" id="{E25F9C61-36B1-F960-6A7A-58F61302DD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31938" y="2389143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 noProof="0" dirty="0"/>
            </a:p>
          </p:txBody>
        </p:sp>
        <p:sp>
          <p:nvSpPr>
            <p:cNvPr id="97" name="Oval 65">
              <a:extLst>
                <a:ext uri="{FF2B5EF4-FFF2-40B4-BE49-F238E27FC236}">
                  <a16:creationId xmlns:a16="http://schemas.microsoft.com/office/drawing/2014/main" id="{79BEFE12-3342-B420-0C44-8AF16E582B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1353" y="3454357"/>
              <a:ext cx="1207294" cy="447675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EEFD7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808080"/>
              </a:solidFill>
              <a:miter lim="800000"/>
              <a:headEnd/>
              <a:tailEnd type="triangle"/>
            </a:ln>
            <a:effectLst/>
          </p:spPr>
          <p:txBody>
            <a:bodyPr wrap="none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1400" noProof="0" dirty="0" err="1">
                  <a:solidFill>
                    <a:srgbClr val="0000C8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sa.update</a:t>
              </a:r>
              <a:endParaRPr lang="en-US" sz="1400" noProof="0" dirty="0">
                <a:solidFill>
                  <a:srgbClr val="0000C8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</p:txBody>
        </p:sp>
        <p:sp>
          <p:nvSpPr>
            <p:cNvPr id="98" name="Line 67">
              <a:extLst>
                <a:ext uri="{FF2B5EF4-FFF2-40B4-BE49-F238E27FC236}">
                  <a16:creationId xmlns:a16="http://schemas.microsoft.com/office/drawing/2014/main" id="{D58C5661-CC45-A6D7-D968-6C22042760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5298" y="3686130"/>
              <a:ext cx="17541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/>
            <a:p>
              <a:endParaRPr lang="en-US" noProof="0" dirty="0"/>
            </a:p>
          </p:txBody>
        </p:sp>
        <p:sp>
          <p:nvSpPr>
            <p:cNvPr id="99" name="Line 71">
              <a:extLst>
                <a:ext uri="{FF2B5EF4-FFF2-40B4-BE49-F238E27FC236}">
                  <a16:creationId xmlns:a16="http://schemas.microsoft.com/office/drawing/2014/main" id="{A08004F6-F7A8-09F8-5301-0CA4E71498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10556" y="2389145"/>
              <a:ext cx="0" cy="2000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 noProof="0" dirty="0"/>
            </a:p>
          </p:txBody>
        </p:sp>
        <p:sp>
          <p:nvSpPr>
            <p:cNvPr id="100" name="Cloud Callout 51">
              <a:extLst>
                <a:ext uri="{FF2B5EF4-FFF2-40B4-BE49-F238E27FC236}">
                  <a16:creationId xmlns:a16="http://schemas.microsoft.com/office/drawing/2014/main" id="{7053BCD5-476D-9EB0-482E-DB3B3EDEA1E5}"/>
                </a:ext>
              </a:extLst>
            </p:cNvPr>
            <p:cNvSpPr/>
            <p:nvPr/>
          </p:nvSpPr>
          <p:spPr>
            <a:xfrm>
              <a:off x="1470804" y="4347716"/>
              <a:ext cx="1500997" cy="569343"/>
            </a:xfrm>
            <a:prstGeom prst="cloudCallout">
              <a:avLst>
                <a:gd name="adj1" fmla="val -27896"/>
                <a:gd name="adj2" fmla="val -99896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EEEFD7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808080"/>
              </a:solidFill>
              <a:miter lim="800000"/>
              <a:headEnd/>
              <a:tailEnd type="none"/>
            </a:ln>
            <a:effectLst/>
          </p:spPr>
          <p:txBody>
            <a:bodyPr wrap="none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1600" noProof="0" dirty="0">
                  <a:ea typeface="Verdana" pitchFamily="34" charset="0"/>
                  <a:cs typeface="Verdana" pitchFamily="34" charset="0"/>
                </a:rPr>
                <a:t>assorted</a:t>
              </a:r>
            </a:p>
          </p:txBody>
        </p:sp>
        <p:sp>
          <p:nvSpPr>
            <p:cNvPr id="61" name="Rectangle 14">
              <a:extLst>
                <a:ext uri="{FF2B5EF4-FFF2-40B4-BE49-F238E27FC236}">
                  <a16:creationId xmlns:a16="http://schemas.microsoft.com/office/drawing/2014/main" id="{C6C9B0FF-29D9-F3B4-C50A-79A35CE407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5633" y="2620452"/>
              <a:ext cx="1018428" cy="52322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400" noProof="0" dirty="0" err="1"/>
                <a:t>cron</a:t>
              </a:r>
              <a:r>
                <a:rPr lang="en-US" sz="1400" noProof="0" dirty="0"/>
                <a:t>.</a:t>
              </a:r>
            </a:p>
            <a:p>
              <a:pPr algn="ctr"/>
              <a:r>
                <a:rPr lang="en-US" sz="1400" noProof="0" dirty="0"/>
                <a:t>weekly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867012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43CA3BA-D737-2AE6-FB0A-8FC4F9E156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Review and lab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A56A5615-34FC-854E-08B5-6AD18C2A04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922526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AACFB6C-7984-FF44-6BD7-ACC6C48E18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Review questions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C5A723-C0B1-124B-8CB6-AA3105C9A4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What are the access control files for the at and batch tools? 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What can you do with a task stopped in the background?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Who is allowed to use the at command?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What are two daemons looking after scheduled tasks?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Which directory branch would you search to locate the at, batch and user-based </a:t>
            </a:r>
            <a:r>
              <a:rPr lang="en-US" sz="1800" noProof="0" dirty="0" err="1"/>
              <a:t>cron</a:t>
            </a:r>
            <a:r>
              <a:rPr lang="en-US" sz="1800" noProof="0" dirty="0"/>
              <a:t> spool files?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What is the main difference between the </a:t>
            </a:r>
            <a:r>
              <a:rPr lang="en-US" sz="1800" noProof="0" dirty="0" err="1"/>
              <a:t>cron</a:t>
            </a:r>
            <a:r>
              <a:rPr lang="en-US" sz="1800" noProof="0" dirty="0"/>
              <a:t> and the </a:t>
            </a:r>
            <a:r>
              <a:rPr lang="en-US" sz="1800" noProof="0" dirty="0" err="1"/>
              <a:t>anacron</a:t>
            </a:r>
            <a:r>
              <a:rPr lang="en-US" sz="1800" noProof="0" dirty="0"/>
              <a:t> task scheduling methods?</a:t>
            </a: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EC235F-614F-714E-A97F-4FF50EFF1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22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151975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EE2EF33-23A1-2676-9EBC-C05ABDEEA0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</p:spPr>
        <p:txBody>
          <a:bodyPr/>
          <a:lstStyle/>
          <a:p>
            <a:r>
              <a:rPr lang="en-US" noProof="0" dirty="0"/>
              <a:t>Practical exercise 10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C5A723-C0B1-124B-8CB6-AA3105C9A4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In the accompanying Exercise Guide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EC235F-614F-714E-A97F-4FF50EFF14F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07775" y="6511925"/>
            <a:ext cx="784225" cy="179388"/>
          </a:xfrm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23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752565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B50A59D-D701-0A61-F252-8FA342EA57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Summary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ECDB192-E59C-C44D-B6D5-3E31ED808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pc="-12" noProof="0" dirty="0">
                <a:solidFill>
                  <a:srgbClr val="2D2C2C"/>
                </a:solidFill>
                <a:cs typeface="Segoe UI"/>
              </a:rPr>
              <a:t>Background</a:t>
            </a:r>
            <a:r>
              <a:rPr lang="en-US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tasks</a:t>
            </a:r>
            <a:r>
              <a:rPr lang="en-US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12" noProof="0" dirty="0">
                <a:solidFill>
                  <a:srgbClr val="2D2C2C"/>
                </a:solidFill>
                <a:cs typeface="Segoe UI"/>
              </a:rPr>
              <a:t>release</a:t>
            </a:r>
            <a:r>
              <a:rPr lang="en-US" spc="4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current</a:t>
            </a:r>
            <a:r>
              <a:rPr lang="en-US" spc="5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12" noProof="0" dirty="0">
                <a:solidFill>
                  <a:srgbClr val="2D2C2C"/>
                </a:solidFill>
                <a:cs typeface="Segoe UI"/>
              </a:rPr>
              <a:t>session.</a:t>
            </a:r>
            <a:endParaRPr lang="en-US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pc="-4" noProof="0" dirty="0">
                <a:solidFill>
                  <a:srgbClr val="2D2C2C"/>
                </a:solidFill>
                <a:cs typeface="Segoe UI"/>
              </a:rPr>
              <a:t>And</a:t>
            </a:r>
            <a:r>
              <a:rPr lang="en-US" spc="-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you</a:t>
            </a:r>
            <a:r>
              <a:rPr lang="en-US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get</a:t>
            </a:r>
            <a:r>
              <a:rPr lang="en-US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prompt</a:t>
            </a:r>
            <a:r>
              <a:rPr lang="en-US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without</a:t>
            </a:r>
            <a:r>
              <a:rPr lang="en-US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waiting</a:t>
            </a:r>
            <a:r>
              <a:rPr lang="en-US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for</a:t>
            </a:r>
            <a:r>
              <a:rPr lang="en-US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child</a:t>
            </a:r>
            <a:r>
              <a:rPr lang="en-US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exit</a:t>
            </a:r>
            <a:endParaRPr lang="en-US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pc="-12" noProof="0" dirty="0">
                <a:solidFill>
                  <a:srgbClr val="2D2C2C"/>
                </a:solidFill>
                <a:cs typeface="Segoe UI"/>
              </a:rPr>
              <a:t>Associated</a:t>
            </a:r>
            <a:r>
              <a:rPr lang="en-US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commands:</a:t>
            </a:r>
            <a:r>
              <a:rPr lang="en-US" spc="6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jobs</a:t>
            </a:r>
            <a:r>
              <a:rPr lang="en-US" spc="-4" noProof="0" dirty="0">
                <a:solidFill>
                  <a:srgbClr val="2D2C2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noProof="0" dirty="0">
                <a:solidFill>
                  <a:srgbClr val="2D2C2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fg</a:t>
            </a:r>
            <a:r>
              <a:rPr lang="en-US" spc="-8" noProof="0" dirty="0">
                <a:solidFill>
                  <a:srgbClr val="2D2C2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pc="-4" noProof="0" dirty="0">
                <a:solidFill>
                  <a:srgbClr val="2D2C2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12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bg</a:t>
            </a:r>
            <a:r>
              <a:rPr lang="en-US" spc="-12" noProof="0" dirty="0">
                <a:solidFill>
                  <a:srgbClr val="2D2C2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pc="20" noProof="0" dirty="0">
                <a:solidFill>
                  <a:srgbClr val="2D2C2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kill</a:t>
            </a:r>
            <a:endParaRPr lang="en-US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pc="-8" noProof="0" dirty="0">
                <a:solidFill>
                  <a:srgbClr val="2D2C2C"/>
                </a:solidFill>
                <a:cs typeface="Segoe UI"/>
              </a:rPr>
              <a:t>Use</a:t>
            </a:r>
            <a:r>
              <a:rPr lang="en-US" spc="-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nohup</a:t>
            </a:r>
            <a:r>
              <a:rPr lang="en-US" b="1" spc="20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submit</a:t>
            </a:r>
            <a:r>
              <a:rPr lang="en-US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a</a:t>
            </a:r>
            <a:r>
              <a:rPr lang="en-US" spc="-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task, a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nd</a:t>
            </a:r>
            <a:r>
              <a:rPr lang="en-US" spc="-20" noProof="0" dirty="0">
                <a:solidFill>
                  <a:srgbClr val="2D2C2C"/>
                </a:solidFill>
                <a:cs typeface="Segoe UI"/>
              </a:rPr>
              <a:t> then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log</a:t>
            </a:r>
            <a:r>
              <a:rPr lang="en-US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out,</a:t>
            </a:r>
            <a:r>
              <a:rPr lang="en-US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leaving</a:t>
            </a:r>
            <a:r>
              <a:rPr lang="en-US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task</a:t>
            </a:r>
            <a:r>
              <a:rPr lang="en-US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attached</a:t>
            </a:r>
            <a:r>
              <a:rPr lang="en-US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your</a:t>
            </a:r>
            <a:r>
              <a:rPr lang="en-US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current</a:t>
            </a:r>
            <a:r>
              <a:rPr lang="en-US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12" noProof="0" dirty="0">
                <a:solidFill>
                  <a:srgbClr val="2D2C2C"/>
                </a:solidFill>
                <a:cs typeface="Segoe UI"/>
              </a:rPr>
              <a:t>parent</a:t>
            </a:r>
            <a:endParaRPr lang="en-US" noProof="0" dirty="0"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pc="-8" noProof="0" dirty="0">
                <a:solidFill>
                  <a:srgbClr val="2D2C2C"/>
                </a:solidFill>
                <a:cs typeface="Segoe UI"/>
              </a:rPr>
              <a:t>Use</a:t>
            </a:r>
            <a:r>
              <a:rPr lang="en-US" spc="-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at</a:t>
            </a:r>
            <a:r>
              <a:rPr lang="en-US" b="1" spc="-12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tool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defer</a:t>
            </a:r>
            <a:r>
              <a:rPr lang="en-US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a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 task.</a:t>
            </a:r>
            <a:endParaRPr lang="en-US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pc="-12" noProof="0" dirty="0">
                <a:solidFill>
                  <a:srgbClr val="2D2C2C"/>
                </a:solidFill>
                <a:cs typeface="Segoe UI"/>
              </a:rPr>
              <a:t>Associated</a:t>
            </a:r>
            <a:r>
              <a:rPr lang="en-US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commands:</a:t>
            </a:r>
            <a:r>
              <a:rPr lang="en-US" spc="6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at</a:t>
            </a:r>
            <a:r>
              <a:rPr lang="en-US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-l,</a:t>
            </a:r>
            <a:r>
              <a:rPr lang="en-US" b="1" spc="-16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at</a:t>
            </a:r>
            <a:r>
              <a:rPr lang="en-US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–r</a:t>
            </a:r>
            <a:endParaRPr lang="en-US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pc="-8" noProof="0" dirty="0">
                <a:solidFill>
                  <a:srgbClr val="2D2C2C"/>
                </a:solidFill>
                <a:cs typeface="Segoe UI"/>
              </a:rPr>
              <a:t>Access</a:t>
            </a:r>
            <a:r>
              <a:rPr lang="en-US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controlled</a:t>
            </a:r>
            <a:r>
              <a:rPr lang="en-US" spc="6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by the</a:t>
            </a:r>
            <a:r>
              <a:rPr lang="en-US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b="1" spc="-4" dirty="0" err="1">
                <a:solidFill>
                  <a:srgbClr val="0000C7"/>
                </a:solidFill>
                <a:latin typeface="Hack" panose="020B0609030202020204" pitchFamily="49" charset="0"/>
              </a:rPr>
              <a:t>at.allow</a:t>
            </a:r>
            <a:r>
              <a:rPr lang="en-US" b="1" spc="-4" dirty="0">
                <a:solidFill>
                  <a:srgbClr val="0000C7"/>
                </a:solidFill>
                <a:latin typeface="Hack" panose="020B0609030202020204" pitchFamily="49" charset="0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and</a:t>
            </a:r>
            <a:r>
              <a:rPr lang="en-US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b="1" spc="-4" dirty="0" err="1">
                <a:solidFill>
                  <a:srgbClr val="0000C7"/>
                </a:solidFill>
                <a:latin typeface="Hack" panose="020B0609030202020204" pitchFamily="49" charset="0"/>
              </a:rPr>
              <a:t>at.deny</a:t>
            </a:r>
            <a:r>
              <a:rPr lang="en-US" b="1" spc="-4" dirty="0">
                <a:solidFill>
                  <a:srgbClr val="0000C7"/>
                </a:solidFill>
                <a:latin typeface="Hack" panose="020B0609030202020204" pitchFamily="49" charset="0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files</a:t>
            </a:r>
            <a:endParaRPr lang="en-US" noProof="0" dirty="0"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pc="-4" noProof="0" dirty="0">
                <a:solidFill>
                  <a:srgbClr val="2D2C2C"/>
                </a:solidFill>
                <a:cs typeface="Segoe UI"/>
              </a:rPr>
              <a:t>Use</a:t>
            </a:r>
            <a:r>
              <a:rPr lang="en-US" spc="-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crontab</a:t>
            </a:r>
            <a:r>
              <a:rPr lang="en-US" b="1" spc="33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submit</a:t>
            </a:r>
            <a:r>
              <a:rPr lang="en-US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jobs</a:t>
            </a:r>
            <a:r>
              <a:rPr lang="en-US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for</a:t>
            </a:r>
            <a:r>
              <a:rPr lang="en-US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16" noProof="0" dirty="0">
                <a:solidFill>
                  <a:srgbClr val="2D2C2C"/>
                </a:solidFill>
                <a:cs typeface="Segoe UI"/>
              </a:rPr>
              <a:t>repeated</a:t>
            </a:r>
            <a:r>
              <a:rPr lang="en-US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12" noProof="0" dirty="0">
                <a:solidFill>
                  <a:srgbClr val="2D2C2C"/>
                </a:solidFill>
                <a:cs typeface="Segoe UI"/>
              </a:rPr>
              <a:t>execution.</a:t>
            </a:r>
            <a:endParaRPr lang="en-US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pc="-4" noProof="0" dirty="0">
                <a:solidFill>
                  <a:srgbClr val="2D2C2C"/>
                </a:solidFill>
                <a:cs typeface="Segoe UI"/>
              </a:rPr>
              <a:t>Configuration</a:t>
            </a:r>
            <a:r>
              <a:rPr lang="en-US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files</a:t>
            </a:r>
            <a:r>
              <a:rPr lang="en-US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under</a:t>
            </a:r>
            <a:r>
              <a:rPr lang="en-US" spc="4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endParaRPr lang="en-US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pc="-8" noProof="0" dirty="0">
                <a:solidFill>
                  <a:srgbClr val="2D2C2C"/>
                </a:solidFill>
                <a:cs typeface="Segoe UI"/>
              </a:rPr>
              <a:t>Access</a:t>
            </a:r>
            <a:r>
              <a:rPr lang="en-US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controlled</a:t>
            </a:r>
            <a:r>
              <a:rPr lang="en-US" spc="6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by the</a:t>
            </a:r>
            <a:r>
              <a:rPr lang="en-US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b="1" spc="-4" dirty="0" err="1">
                <a:solidFill>
                  <a:srgbClr val="0000C7"/>
                </a:solidFill>
                <a:latin typeface="Hack" panose="020B0609030202020204" pitchFamily="49" charset="0"/>
              </a:rPr>
              <a:t>cron.allow</a:t>
            </a:r>
            <a:r>
              <a:rPr lang="en-US" b="1" spc="-4" dirty="0">
                <a:solidFill>
                  <a:srgbClr val="0000C7"/>
                </a:solidFill>
                <a:latin typeface="Hack" panose="020B0609030202020204" pitchFamily="49" charset="0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and</a:t>
            </a:r>
            <a:r>
              <a:rPr lang="en-US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b="1" spc="-4" dirty="0" err="1">
                <a:solidFill>
                  <a:srgbClr val="0000C7"/>
                </a:solidFill>
                <a:latin typeface="Hack" panose="020B0609030202020204" pitchFamily="49" charset="0"/>
              </a:rPr>
              <a:t>cron.deny</a:t>
            </a:r>
            <a:r>
              <a:rPr lang="en-US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files</a:t>
            </a:r>
            <a:endParaRPr lang="en-US" noProof="0" dirty="0">
              <a:cs typeface="Segoe UI"/>
            </a:endParaRPr>
          </a:p>
          <a:p>
            <a:endParaRPr lang="en-US" sz="1800" noProof="0" dirty="0"/>
          </a:p>
          <a:p>
            <a:endParaRPr lang="en-US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11C5DB-635E-4576-A4C3-837B7E45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24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93783348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Slides - Business/Marketing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6ECD9A05-B13E-4324-B75B-08409513F687}"/>
    </a:ext>
  </a:extLst>
</a:theme>
</file>

<file path=ppt/theme/theme2.xml><?xml version="1.0" encoding="utf-8"?>
<a:theme xmlns:a="http://schemas.openxmlformats.org/drawingml/2006/main" name="Divider Slides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6E6B1516-6D1C-4FBD-AF93-6EEE726A80B9}"/>
    </a:ext>
  </a:extLst>
</a:theme>
</file>

<file path=ppt/theme/theme3.xml><?xml version="1.0" encoding="utf-8"?>
<a:theme xmlns:a="http://schemas.openxmlformats.org/drawingml/2006/main" name="Yellow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4.xml><?xml version="1.0" encoding="utf-8"?>
<a:theme xmlns:a="http://schemas.openxmlformats.org/drawingml/2006/main" name="Purple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5.xml><?xml version="1.0" encoding="utf-8"?>
<a:theme xmlns:a="http://schemas.openxmlformats.org/drawingml/2006/main" name="Orange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6.xml><?xml version="1.0" encoding="utf-8"?>
<a:theme xmlns:a="http://schemas.openxmlformats.org/drawingml/2006/main" name="Green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7.xml><?xml version="1.0" encoding="utf-8"?>
<a:theme xmlns:a="http://schemas.openxmlformats.org/drawingml/2006/main" name="B/W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2e7f57a-cc1d-4bce-9b60-d9dd785361c7" xsi:nil="true"/>
    <lcf76f155ced4ddcb4097134ff3c332f xmlns="4851bab5-d36a-4f24-a761-998180967d12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56BBB1E4FF9742A33FBD8267A09A09" ma:contentTypeVersion="20" ma:contentTypeDescription="Create a new document." ma:contentTypeScope="" ma:versionID="20b712914e31333b2350e8d9f89ed109">
  <xsd:schema xmlns:xsd="http://www.w3.org/2001/XMLSchema" xmlns:xs="http://www.w3.org/2001/XMLSchema" xmlns:p="http://schemas.microsoft.com/office/2006/metadata/properties" xmlns:ns2="4851bab5-d36a-4f24-a761-998180967d12" xmlns:ns3="52e7f57a-cc1d-4bce-9b60-d9dd785361c7" targetNamespace="http://schemas.microsoft.com/office/2006/metadata/properties" ma:root="true" ma:fieldsID="2b6d7960c137aa88f38dc03ba7d04627" ns2:_="" ns3:_="">
    <xsd:import namespace="4851bab5-d36a-4f24-a761-998180967d12"/>
    <xsd:import namespace="52e7f57a-cc1d-4bce-9b60-d9dd785361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51bab5-d36a-4f24-a761-998180967d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85f1f1f9-0179-4c93-b971-8e9741e0450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e7f57a-cc1d-4bce-9b60-d9dd785361c7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3d87296d-c167-4d27-bd74-7208a540dcb7}" ma:internalName="TaxCatchAll" ma:showField="CatchAllData" ma:web="52e7f57a-cc1d-4bce-9b60-d9dd785361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AC71F1D-A98C-43DF-A986-061295C23702}">
  <ds:schemaRefs>
    <ds:schemaRef ds:uri="52e7f57a-cc1d-4bce-9b60-d9dd785361c7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4851bab5-d36a-4f24-a761-998180967d12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45EC4E0F-9D58-4792-B66B-076551BA2D5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51bab5-d36a-4f24-a761-998180967d12"/>
    <ds:schemaRef ds:uri="52e7f57a-cc1d-4bce-9b60-d9dd785361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0CF5967-01BD-40C1-B1E3-8E6CDE2BF89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QAPPTDeck_Jun2024_v1Main</Template>
  <TotalTime>19524</TotalTime>
  <Words>4166</Words>
  <Application>Microsoft Office PowerPoint</Application>
  <PresentationFormat>Widescreen</PresentationFormat>
  <Paragraphs>465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24</vt:i4>
      </vt:variant>
    </vt:vector>
  </HeadingPairs>
  <TitlesOfParts>
    <vt:vector size="39" baseType="lpstr">
      <vt:lpstr>Aptos</vt:lpstr>
      <vt:lpstr>Arial</vt:lpstr>
      <vt:lpstr>Courier New</vt:lpstr>
      <vt:lpstr>Figtree</vt:lpstr>
      <vt:lpstr>Hack</vt:lpstr>
      <vt:lpstr>Montserrat</vt:lpstr>
      <vt:lpstr>Segoe UI</vt:lpstr>
      <vt:lpstr>Verdana</vt:lpstr>
      <vt:lpstr>Cover Slides - Business/Marketing</vt:lpstr>
      <vt:lpstr>Divider Slides</vt:lpstr>
      <vt:lpstr>Yellow Module</vt:lpstr>
      <vt:lpstr>Purple Module</vt:lpstr>
      <vt:lpstr>Orange Module</vt:lpstr>
      <vt:lpstr>Green Module</vt:lpstr>
      <vt:lpstr>B/W Module</vt:lpstr>
      <vt:lpstr>Module 10: Job Control and Scheduling</vt:lpstr>
      <vt:lpstr>Contents</vt:lpstr>
      <vt:lpstr>Background tasks</vt:lpstr>
      <vt:lpstr>Foreground and stopped tasks</vt:lpstr>
      <vt:lpstr>Background tasks</vt:lpstr>
      <vt:lpstr>Listing background tasks</vt:lpstr>
      <vt:lpstr>Manipulating background tasks</vt:lpstr>
      <vt:lpstr>Separating tasks from the terminal</vt:lpstr>
      <vt:lpstr>at and batch</vt:lpstr>
      <vt:lpstr>Creating at / batch Jobs</vt:lpstr>
      <vt:lpstr>Listing at/batch jobs</vt:lpstr>
      <vt:lpstr>Removing at/batch jobs and seeing the output</vt:lpstr>
      <vt:lpstr>at/batch system files</vt:lpstr>
      <vt:lpstr>cron</vt:lpstr>
      <vt:lpstr>Scheduling tasks</vt:lpstr>
      <vt:lpstr>Cron table</vt:lpstr>
      <vt:lpstr>Cron system files</vt:lpstr>
      <vt:lpstr>Cron for OS</vt:lpstr>
      <vt:lpstr>anacron</vt:lpstr>
      <vt:lpstr>Directories</vt:lpstr>
      <vt:lpstr>Review and lab</vt:lpstr>
      <vt:lpstr>Review questions</vt:lpstr>
      <vt:lpstr>Practical exercise 10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a cover slide</dc:title>
  <dc:creator>Haynes, Amanda</dc:creator>
  <cp:lastModifiedBy>Cameron, Donald</cp:lastModifiedBy>
  <cp:revision>48</cp:revision>
  <dcterms:created xsi:type="dcterms:W3CDTF">2024-06-24T11:44:08Z</dcterms:created>
  <dcterms:modified xsi:type="dcterms:W3CDTF">2026-06-05T09:01:32Z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0x010100075BAD9D95F28D4EB8D45E8498D5AAA1</vt:lpwstr>
  </property>
  <property fmtid="{D5CDD505-2E9C-101B-9397-08002B2CF9AE}" pid="3" name="MediaServiceImageTags">
    <vt:lpwstr/>
  </property>
</Properties>
</file>