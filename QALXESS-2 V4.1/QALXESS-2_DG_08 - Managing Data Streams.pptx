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4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2" r:id="rId4"/>
    <p:sldMasterId id="2147483809" r:id="rId5"/>
    <p:sldMasterId id="2147483897" r:id="rId6"/>
    <p:sldMasterId id="2147483908" r:id="rId7"/>
    <p:sldMasterId id="2147483930" r:id="rId8"/>
  </p:sldMasterIdLst>
  <p:notesMasterIdLst>
    <p:notesMasterId r:id="rId27"/>
  </p:notesMasterIdLst>
  <p:sldIdLst>
    <p:sldId id="1293" r:id="rId9"/>
    <p:sldId id="1294" r:id="rId10"/>
    <p:sldId id="1295" r:id="rId11"/>
    <p:sldId id="1296" r:id="rId12"/>
    <p:sldId id="1297" r:id="rId13"/>
    <p:sldId id="737" r:id="rId14"/>
    <p:sldId id="1299" r:id="rId15"/>
    <p:sldId id="729" r:id="rId16"/>
    <p:sldId id="730" r:id="rId17"/>
    <p:sldId id="731" r:id="rId18"/>
    <p:sldId id="732" r:id="rId19"/>
    <p:sldId id="1300" r:id="rId20"/>
    <p:sldId id="1301" r:id="rId21"/>
    <p:sldId id="735" r:id="rId22"/>
    <p:sldId id="1305" r:id="rId23"/>
    <p:sldId id="1302" r:id="rId24"/>
    <p:sldId id="1303" r:id="rId25"/>
    <p:sldId id="1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3EC420FF-67B5-2B43-B8B0-31C326A878BA}">
          <p14:sldIdLst/>
        </p14:section>
        <p14:section name="Master" id="{86F55D6F-F04C-C141-A3B2-B81D9F14C13E}">
          <p14:sldIdLst/>
        </p14:section>
        <p14:section name="Cover slides" id="{A8F06CE1-BECE-433A-A682-4C071F90D966}">
          <p14:sldIdLst/>
        </p14:section>
        <p14:section name="Introduction" id="{D71C3838-11FC-3F44-90EC-9E7C8FE30A48}">
          <p14:sldIdLst/>
        </p14:section>
        <p14:section name="Content Slides" id="{05C53EB9-C633-4D6D-B3BC-F573E1DB951E}">
          <p14:sldIdLst>
            <p14:sldId id="1293"/>
            <p14:sldId id="1294"/>
            <p14:sldId id="1295"/>
            <p14:sldId id="1296"/>
            <p14:sldId id="1297"/>
            <p14:sldId id="737"/>
            <p14:sldId id="1299"/>
            <p14:sldId id="729"/>
            <p14:sldId id="730"/>
            <p14:sldId id="731"/>
            <p14:sldId id="732"/>
            <p14:sldId id="1300"/>
            <p14:sldId id="1301"/>
            <p14:sldId id="735"/>
            <p14:sldId id="1305"/>
            <p14:sldId id="1302"/>
            <p14:sldId id="1303"/>
            <p14:sldId id="130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038381-4C18-EEB2-D798-E55F33345695}" name="Haynes, Amanda" initials="HA" userId="S::ahaynes@qa.com::f3044909-ea02-4a80-b124-5c683d29f1e5" providerId="AD"/>
  <p188:author id="{34F02186-A83D-147B-1AD3-CAE41537E927}" name="O'Flynn, Sarah" initials="SO" userId="S::SOFlynn@qa.com::c5bd941b-3572-499d-9953-9da6030055ca" providerId="AD"/>
  <p188:author id="{570EC78B-0B85-CC25-1293-AD5F30C7BB59}" name="Huskisson, Harry" initials="HH" userId="S::HHuskisson@qa.com::5d0a9b6a-71d8-408a-a551-20cf3a498200" providerId="AD"/>
  <p188:author id="{29DB2DE1-A6DA-284A-0775-8BA18A27BFDD}" name="Renang, Antonia" initials="AR" userId="S::ARenang@qa.com::6d248bc4-c380-4929-8d38-4b7a6af76729" providerId="AD"/>
  <p188:author id="{14A6B2E2-577F-2DC9-8598-664F7D3C9407}" name="Evans, Josie" initials="JE" userId="S::JEvans3@qa.com::aaea60dd-eaa6-4fde-a2ae-3576d6b832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F"/>
    <a:srgbClr val="333333"/>
    <a:srgbClr val="575757"/>
    <a:srgbClr val="000000"/>
    <a:srgbClr val="0D0D0D"/>
    <a:srgbClr val="161616"/>
    <a:srgbClr val="FEBDC0"/>
    <a:srgbClr val="FEDEC3"/>
    <a:srgbClr val="ACE2F0"/>
    <a:srgbClr val="0E4B5B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65"/>
    <p:restoredTop sz="91387"/>
  </p:normalViewPr>
  <p:slideViewPr>
    <p:cSldViewPr snapToGrid="0">
      <p:cViewPr>
        <p:scale>
          <a:sx n="66" d="100"/>
          <a:sy n="66" d="100"/>
        </p:scale>
        <p:origin x="912" y="-72"/>
      </p:cViewPr>
      <p:guideLst/>
    </p:cSldViewPr>
  </p:slideViewPr>
  <p:outlineViewPr>
    <p:cViewPr>
      <p:scale>
        <a:sx n="33" d="100"/>
        <a:sy n="33" d="100"/>
      </p:scale>
      <p:origin x="0" y="-15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2020" y="-9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st, Ella" userId="992bbaf2-811d-42cb-a4d6-e7fc45e325e8" providerId="ADAL" clId="{25371E4D-B4BD-4E50-97B1-7690003B01E7}"/>
    <pc:docChg chg="custSel modSld">
      <pc:chgData name="Feist, Ella" userId="992bbaf2-811d-42cb-a4d6-e7fc45e325e8" providerId="ADAL" clId="{25371E4D-B4BD-4E50-97B1-7690003B01E7}" dt="2025-05-30T12:53:28.416" v="22" actId="14100"/>
      <pc:docMkLst>
        <pc:docMk/>
      </pc:docMkLst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2406456236" sldId="729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06456236" sldId="729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06456236" sldId="729"/>
            <ac:spMk id="3" creationId="{155387C7-4313-04B8-8920-F97E139AFAF4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06456236" sldId="729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06456236" sldId="729"/>
            <ac:spMk id="7" creationId="{B5E7882D-0867-372C-C3A9-DF932C5EF180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2711430846" sldId="730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711430846" sldId="730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711430846" sldId="730"/>
            <ac:spMk id="3" creationId="{A40C08A8-F870-C3E1-C7E4-21118BABEA71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711430846" sldId="730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711430846" sldId="730"/>
            <ac:spMk id="7" creationId="{B5E7882D-0867-372C-C3A9-DF932C5EF180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2242041452" sldId="731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42041452" sldId="731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42041452" sldId="731"/>
            <ac:spMk id="3" creationId="{D8926835-984B-BC92-3080-3C957A87BC48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42041452" sldId="731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42041452" sldId="731"/>
            <ac:spMk id="8" creationId="{1DD33B2D-7407-E695-BE5C-CDA3D673F08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42041452" sldId="731"/>
            <ac:spMk id="9" creationId="{731F386B-D287-2328-9188-BC410B1AA651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1192850260" sldId="732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192850260" sldId="732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192850260" sldId="732"/>
            <ac:spMk id="3" creationId="{671D1E99-400B-4CC4-E876-D05B175492A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192850260" sldId="732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192850260" sldId="732"/>
            <ac:spMk id="7" creationId="{E2A6CCE4-EEF8-F77B-3E7E-D6FBB05733E1}"/>
          </ac:spMkLst>
        </pc:spChg>
      </pc:sldChg>
      <pc:sldChg chg="modSp mod modNotes">
        <pc:chgData name="Feist, Ella" userId="992bbaf2-811d-42cb-a4d6-e7fc45e325e8" providerId="ADAL" clId="{25371E4D-B4BD-4E50-97B1-7690003B01E7}" dt="2025-05-30T12:44:19.036" v="20" actId="207"/>
        <pc:sldMkLst>
          <pc:docMk/>
          <pc:sldMk cId="1657313485" sldId="735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657313485" sldId="735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657313485" sldId="735"/>
            <ac:spMk id="3" creationId="{DC3BFF42-74BC-02ED-99B2-471C2A509A8F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657313485" sldId="735"/>
            <ac:spMk id="4" creationId="{438443FA-06F0-7EE0-A54B-AEF3CE1F083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657313485" sldId="735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657313485" sldId="735"/>
            <ac:spMk id="7" creationId="{B5E7882D-0867-372C-C3A9-DF932C5EF180}"/>
          </ac:spMkLst>
        </pc:spChg>
      </pc:sldChg>
      <pc:sldChg chg="modSp mod modNotes">
        <pc:chgData name="Feist, Ella" userId="992bbaf2-811d-42cb-a4d6-e7fc45e325e8" providerId="ADAL" clId="{25371E4D-B4BD-4E50-97B1-7690003B01E7}" dt="2025-05-30T12:43:39.492" v="4" actId="207"/>
        <pc:sldMkLst>
          <pc:docMk/>
          <pc:sldMk cId="2617740315" sldId="737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2" creationId="{03C6421F-3D01-727D-4E18-944BF7099234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8" creationId="{6F4C12C0-25D3-0A76-3694-F2A4E845FE8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15" creationId="{C9D6D373-D4C4-8B49-C0C4-49009AC8B093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16" creationId="{2728E7FB-39F3-25E1-6095-0F56CE9E5D07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19" creationId="{DA6F94D3-2B87-01B5-E8A1-8645B644DA6A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20" creationId="{292ECA2B-E890-E725-AACB-362AE8C783B9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22" creationId="{4AA7ECCE-AD2A-DEB4-4B12-6782DBC72354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27" creationId="{6AB54F5C-C286-EC95-854E-9289F5B0CBB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36" creationId="{D80FBF06-F495-11DE-B62C-4758CF3EE3C2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617740315" sldId="737"/>
            <ac:spMk id="37" creationId="{AD2DA294-D7E7-67FE-0733-100D857F9075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1568917570" sldId="1293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68917570" sldId="1293"/>
            <ac:spMk id="2" creationId="{F2AB1CC7-496A-3239-D36D-8D46D2EB69BC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68917570" sldId="1293"/>
            <ac:spMk id="4" creationId="{441B5810-8C67-B742-B639-848419728702}"/>
          </ac:spMkLst>
        </pc:spChg>
        <pc:graphicFrameChg chg="modGraphic">
          <ac:chgData name="Feist, Ella" userId="992bbaf2-811d-42cb-a4d6-e7fc45e325e8" providerId="ADAL" clId="{25371E4D-B4BD-4E50-97B1-7690003B01E7}" dt="2025-05-30T12:43:30.928" v="2" actId="790"/>
          <ac:graphicFrameMkLst>
            <pc:docMk/>
            <pc:sldMk cId="1568917570" sldId="1293"/>
            <ac:graphicFrameMk id="3" creationId="{0FA9EF12-5EB5-C870-72E3-7343B69F854C}"/>
          </ac:graphicFrameMkLst>
        </pc:graphicFrameChg>
      </pc:sldChg>
      <pc:sldChg chg="modSp mod modNotes">
        <pc:chgData name="Feist, Ella" userId="992bbaf2-811d-42cb-a4d6-e7fc45e325e8" providerId="ADAL" clId="{25371E4D-B4BD-4E50-97B1-7690003B01E7}" dt="2025-05-30T12:43:30.928" v="2" actId="790"/>
        <pc:sldMkLst>
          <pc:docMk/>
          <pc:sldMk cId="2774453917" sldId="1294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774453917" sldId="1294"/>
            <ac:spMk id="4" creationId="{00000000-0000-0000-0000-00000000000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774453917" sldId="1294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2283809914" sldId="1295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83809914" sldId="1295"/>
            <ac:spMk id="2" creationId="{A52DC21E-C007-C047-DEE2-0C86480B961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283809914" sldId="1295"/>
            <ac:spMk id="4" creationId="{9ED32BBC-8A3B-5FB1-DB0F-B65F461BDA2D}"/>
          </ac:spMkLst>
        </pc:spChg>
      </pc:sldChg>
      <pc:sldChg chg="modSp mod modNotes">
        <pc:chgData name="Feist, Ella" userId="992bbaf2-811d-42cb-a4d6-e7fc45e325e8" providerId="ADAL" clId="{25371E4D-B4BD-4E50-97B1-7690003B01E7}" dt="2025-05-30T12:53:28.416" v="22" actId="14100"/>
        <pc:sldMkLst>
          <pc:docMk/>
          <pc:sldMk cId="3951546109" sldId="1296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14" creationId="{E30475F5-C73E-46DB-60B4-4C19DCC69C8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22" creationId="{CD42927E-CE34-F0AA-4A4E-A753373E294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30" creationId="{A70B5914-3577-86D0-57A5-FEE69694C3D2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77" creationId="{35DB737B-E0DA-1AEB-72FE-485F008CEF73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78" creationId="{EA601303-8461-CE61-F800-E3A078F138A3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81" creationId="{6FAE3064-C76F-AA78-F358-769273A37006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86" creationId="{9C185EFE-BF78-6A91-80B2-AB3EB2CC853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89" creationId="{47E5BC27-0D5B-ABF4-ABEA-94C28A59F4CD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91" creationId="{62025964-6D7F-6858-D29D-C46917BC976F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951546109" sldId="1296"/>
            <ac:spMk id="96" creationId="{0E846877-6F2C-5F17-BC83-2527796E7C79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4065903370" sldId="1297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3" creationId="{770E9124-4A19-8AB0-592B-1FC7E34DE60A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22" creationId="{88CC5095-0A6E-BAE8-3032-6289D767CA5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31" creationId="{0C0DD234-BE53-0E89-E37C-90896A456D3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36" creationId="{868805F8-271F-BF14-7507-2971D30C9C29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97" creationId="{6B8846F5-8009-BCEB-90FB-033AC3E555D9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101" creationId="{CE6E4C60-6B38-7063-7911-C5CA8AFA6B7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106" creationId="{E546F8F8-166C-3F79-A90D-7D457BAA8FE6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136" creationId="{5DB5E3A7-CF70-CF34-AC66-6752E219B8B4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065903370" sldId="1297"/>
            <ac:spMk id="144" creationId="{4D152FDA-0F18-4E60-AE7B-2C17D73F4CD0}"/>
          </ac:spMkLst>
        </pc:spChg>
      </pc:sldChg>
      <pc:sldChg chg="modSp mod modNotes">
        <pc:chgData name="Feist, Ella" userId="992bbaf2-811d-42cb-a4d6-e7fc45e325e8" providerId="ADAL" clId="{25371E4D-B4BD-4E50-97B1-7690003B01E7}" dt="2025-05-30T12:43:45.434" v="6" actId="20577"/>
        <pc:sldMkLst>
          <pc:docMk/>
          <pc:sldMk cId="3439922191" sldId="1299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439922191" sldId="1299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439922191" sldId="1299"/>
            <ac:spMk id="3" creationId="{75C7965F-2EAC-9968-4C4A-74C75D0ABD41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3439922191" sldId="1299"/>
            <ac:spMk id="5" creationId="{91A8ED3D-B755-43C9-BCB1-DCF495C0C9DB}"/>
          </ac:spMkLst>
        </pc:spChg>
      </pc:sldChg>
      <pc:sldChg chg="modSp mod modNotes">
        <pc:chgData name="Feist, Ella" userId="992bbaf2-811d-42cb-a4d6-e7fc45e325e8" providerId="ADAL" clId="{25371E4D-B4BD-4E50-97B1-7690003B01E7}" dt="2025-05-30T12:43:53.611" v="8" actId="20577"/>
        <pc:sldMkLst>
          <pc:docMk/>
          <pc:sldMk cId="645276367" sldId="1300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645276367" sldId="1300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645276367" sldId="1300"/>
            <ac:spMk id="3" creationId="{AD95D101-4019-AF4A-3E88-E140F1571B86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645276367" sldId="1300"/>
            <ac:spMk id="4" creationId="{324EC49D-7815-D243-57FD-5609B481E5A9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645276367" sldId="1300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645276367" sldId="1300"/>
            <ac:spMk id="7" creationId="{E2A6CCE4-EEF8-F77B-3E7E-D6FBB05733E1}"/>
          </ac:spMkLst>
        </pc:spChg>
      </pc:sldChg>
      <pc:sldChg chg="modSp mod modNotes">
        <pc:chgData name="Feist, Ella" userId="992bbaf2-811d-42cb-a4d6-e7fc45e325e8" providerId="ADAL" clId="{25371E4D-B4BD-4E50-97B1-7690003B01E7}" dt="2025-05-30T12:44:12.260" v="17" actId="20577"/>
        <pc:sldMkLst>
          <pc:docMk/>
          <pc:sldMk cId="1555898500" sldId="1301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2" creationId="{A9A6FF77-D641-4417-92E7-11CC6238BF20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3" creationId="{11FE5549-C3F8-41FE-9750-93D17E11C8CC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4" creationId="{7C4C501A-5D6B-9A38-C410-08CA384BFEF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5" creationId="{91A8ED3D-B755-43C9-BCB1-DCF495C0C9DB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8" creationId="{79BEC91C-1E62-BC38-92A3-1C96157722DD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9" creationId="{34DAA58E-7E40-72E3-81E0-B8A2F4F37DDD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1555898500" sldId="1301"/>
            <ac:spMk id="10" creationId="{B97E9A35-C8A5-0DF8-7492-52112DA5DB6E}"/>
          </ac:spMkLst>
        </pc:spChg>
      </pc:sldChg>
      <pc:sldChg chg="modSp mod modNotes">
        <pc:chgData name="Feist, Ella" userId="992bbaf2-811d-42cb-a4d6-e7fc45e325e8" providerId="ADAL" clId="{25371E4D-B4BD-4E50-97B1-7690003B01E7}" dt="2025-05-30T12:44:26.320" v="21" actId="12"/>
        <pc:sldMkLst>
          <pc:docMk/>
          <pc:sldMk cId="2421231467" sldId="1302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21231467" sldId="1302"/>
            <ac:spMk id="2" creationId="{D7EC235F-614F-714E-A97F-4FF50EFF14FD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21231467" sldId="1302"/>
            <ac:spMk id="4" creationId="{E9C5A723-C0B1-124B-8CB6-AA3105C9A4E6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421231467" sldId="1302"/>
            <ac:spMk id="7" creationId="{AB6292F4-1986-CE9F-04C1-ED20F08AC8EB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4284937456" sldId="1303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284937456" sldId="1303"/>
            <ac:spMk id="2" creationId="{D7EC235F-614F-714E-A97F-4FF50EFF14FD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284937456" sldId="1303"/>
            <ac:spMk id="4" creationId="{E9C5A723-C0B1-124B-8CB6-AA3105C9A4E6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4284937456" sldId="1303"/>
            <ac:spMk id="5" creationId="{D84B8EFC-6D9A-EDD3-A096-51F3F0B36041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892775036" sldId="1304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892775036" sldId="1304"/>
            <ac:spMk id="2" creationId="{F111C5DB-635E-4576-A4C3-837B7E452E1E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892775036" sldId="1304"/>
            <ac:spMk id="3" creationId="{97C3AA5F-B1EA-50BA-8892-C208AF03FE89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892775036" sldId="1304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25371E4D-B4BD-4E50-97B1-7690003B01E7}" dt="2025-05-30T12:43:30.928" v="2" actId="790"/>
        <pc:sldMkLst>
          <pc:docMk/>
          <pc:sldMk cId="2923788605" sldId="1305"/>
        </pc:sldMkLst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923788605" sldId="1305"/>
            <ac:spMk id="4" creationId="{1360FCE1-0304-7E55-F523-26332F158558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923788605" sldId="1305"/>
            <ac:spMk id="5" creationId="{A65B2355-F2E1-C667-7191-8D7188DBD9E7}"/>
          </ac:spMkLst>
        </pc:spChg>
        <pc:spChg chg="mod">
          <ac:chgData name="Feist, Ella" userId="992bbaf2-811d-42cb-a4d6-e7fc45e325e8" providerId="ADAL" clId="{25371E4D-B4BD-4E50-97B1-7690003B01E7}" dt="2025-05-30T12:43:30.928" v="2" actId="790"/>
          <ac:spMkLst>
            <pc:docMk/>
            <pc:sldMk cId="2923788605" sldId="1305"/>
            <ac:spMk id="6" creationId="{7758EEDB-F501-B3CE-C8A0-4FB89E29E198}"/>
          </ac:spMkLst>
        </pc:spChg>
      </pc:sldChg>
    </pc:docChg>
  </pc:docChgLst>
  <pc:docChgLst>
    <pc:chgData name="Feist, Ella" userId="992bbaf2-811d-42cb-a4d6-e7fc45e325e8" providerId="ADAL" clId="{006420B0-0A28-4BB7-A630-40AC9E9C848A}"/>
    <pc:docChg chg="undo custSel modSld delMainMaster">
      <pc:chgData name="Feist, Ella" userId="992bbaf2-811d-42cb-a4d6-e7fc45e325e8" providerId="ADAL" clId="{006420B0-0A28-4BB7-A630-40AC9E9C848A}" dt="2025-05-28T09:26:51.103" v="206" actId="20577"/>
      <pc:docMkLst>
        <pc:docMk/>
      </pc:docMkLst>
      <pc:sldChg chg="modSp mod">
        <pc:chgData name="Feist, Ella" userId="992bbaf2-811d-42cb-a4d6-e7fc45e325e8" providerId="ADAL" clId="{006420B0-0A28-4BB7-A630-40AC9E9C848A}" dt="2025-05-28T09:23:09.292" v="83" actId="20577"/>
        <pc:sldMkLst>
          <pc:docMk/>
          <pc:sldMk cId="2406456236" sldId="729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406456236" sldId="729"/>
            <ac:spMk id="2" creationId="{A9A6FF77-D641-4417-92E7-11CC6238BF20}"/>
          </ac:spMkLst>
        </pc:spChg>
        <pc:spChg chg="mod">
          <ac:chgData name="Feist, Ella" userId="992bbaf2-811d-42cb-a4d6-e7fc45e325e8" providerId="ADAL" clId="{006420B0-0A28-4BB7-A630-40AC9E9C848A}" dt="2025-05-28T09:14:55.951" v="58" actId="20577"/>
          <ac:spMkLst>
            <pc:docMk/>
            <pc:sldMk cId="2406456236" sldId="729"/>
            <ac:spMk id="3" creationId="{155387C7-4313-04B8-8920-F97E139AFAF4}"/>
          </ac:spMkLst>
        </pc:spChg>
        <pc:spChg chg="mod">
          <ac:chgData name="Feist, Ella" userId="992bbaf2-811d-42cb-a4d6-e7fc45e325e8" providerId="ADAL" clId="{006420B0-0A28-4BB7-A630-40AC9E9C848A}" dt="2025-05-28T09:23:09.292" v="83" actId="20577"/>
          <ac:spMkLst>
            <pc:docMk/>
            <pc:sldMk cId="2406456236" sldId="729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406456236" sldId="729"/>
            <ac:spMk id="7" creationId="{B5E7882D-0867-372C-C3A9-DF932C5EF180}"/>
          </ac:spMkLst>
        </pc:spChg>
      </pc:sldChg>
      <pc:sldChg chg="modSp mod">
        <pc:chgData name="Feist, Ella" userId="992bbaf2-811d-42cb-a4d6-e7fc45e325e8" providerId="ADAL" clId="{006420B0-0A28-4BB7-A630-40AC9E9C848A}" dt="2025-05-28T09:23:21.622" v="89" actId="114"/>
        <pc:sldMkLst>
          <pc:docMk/>
          <pc:sldMk cId="2711430846" sldId="730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711430846" sldId="730"/>
            <ac:spMk id="2" creationId="{A9A6FF77-D641-4417-92E7-11CC6238BF20}"/>
          </ac:spMkLst>
        </pc:spChg>
        <pc:spChg chg="mod">
          <ac:chgData name="Feist, Ella" userId="992bbaf2-811d-42cb-a4d6-e7fc45e325e8" providerId="ADAL" clId="{006420B0-0A28-4BB7-A630-40AC9E9C848A}" dt="2025-05-28T09:15:03.188" v="60" actId="20577"/>
          <ac:spMkLst>
            <pc:docMk/>
            <pc:sldMk cId="2711430846" sldId="730"/>
            <ac:spMk id="3" creationId="{A40C08A8-F870-C3E1-C7E4-21118BABEA71}"/>
          </ac:spMkLst>
        </pc:spChg>
        <pc:spChg chg="mod">
          <ac:chgData name="Feist, Ella" userId="992bbaf2-811d-42cb-a4d6-e7fc45e325e8" providerId="ADAL" clId="{006420B0-0A28-4BB7-A630-40AC9E9C848A}" dt="2025-05-28T09:23:21.622" v="89" actId="114"/>
          <ac:spMkLst>
            <pc:docMk/>
            <pc:sldMk cId="2711430846" sldId="730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711430846" sldId="730"/>
            <ac:spMk id="7" creationId="{B5E7882D-0867-372C-C3A9-DF932C5EF180}"/>
          </ac:spMkLst>
        </pc:spChg>
      </pc:sldChg>
      <pc:sldChg chg="modSp mod">
        <pc:chgData name="Feist, Ella" userId="992bbaf2-811d-42cb-a4d6-e7fc45e325e8" providerId="ADAL" clId="{006420B0-0A28-4BB7-A630-40AC9E9C848A}" dt="2025-05-28T09:23:28.665" v="91" actId="20577"/>
        <pc:sldMkLst>
          <pc:docMk/>
          <pc:sldMk cId="2242041452" sldId="731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242041452" sldId="731"/>
            <ac:spMk id="2" creationId="{A9A6FF77-D641-4417-92E7-11CC6238BF20}"/>
          </ac:spMkLst>
        </pc:spChg>
        <pc:spChg chg="mod">
          <ac:chgData name="Feist, Ella" userId="992bbaf2-811d-42cb-a4d6-e7fc45e325e8" providerId="ADAL" clId="{006420B0-0A28-4BB7-A630-40AC9E9C848A}" dt="2025-05-28T09:23:26.041" v="90" actId="20577"/>
          <ac:spMkLst>
            <pc:docMk/>
            <pc:sldMk cId="2242041452" sldId="731"/>
            <ac:spMk id="3" creationId="{D8926835-984B-BC92-3080-3C957A87BC48}"/>
          </ac:spMkLst>
        </pc:spChg>
        <pc:spChg chg="mod">
          <ac:chgData name="Feist, Ella" userId="992bbaf2-811d-42cb-a4d6-e7fc45e325e8" providerId="ADAL" clId="{006420B0-0A28-4BB7-A630-40AC9E9C848A}" dt="2025-05-28T09:23:28.665" v="91" actId="20577"/>
          <ac:spMkLst>
            <pc:docMk/>
            <pc:sldMk cId="2242041452" sldId="731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242041452" sldId="731"/>
            <ac:spMk id="8" creationId="{1DD33B2D-7407-E695-BE5C-CDA3D673F08E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242041452" sldId="731"/>
            <ac:spMk id="9" creationId="{731F386B-D287-2328-9188-BC410B1AA651}"/>
          </ac:spMkLst>
        </pc:spChg>
      </pc:sldChg>
      <pc:sldChg chg="addSp delSp modSp mod chgLayout">
        <pc:chgData name="Feist, Ella" userId="992bbaf2-811d-42cb-a4d6-e7fc45e325e8" providerId="ADAL" clId="{006420B0-0A28-4BB7-A630-40AC9E9C848A}" dt="2025-05-28T09:23:43.211" v="97" actId="20577"/>
        <pc:sldMkLst>
          <pc:docMk/>
          <pc:sldMk cId="1192850260" sldId="732"/>
        </pc:sldMkLst>
        <pc:spChg chg="mod ord">
          <ac:chgData name="Feist, Ella" userId="992bbaf2-811d-42cb-a4d6-e7fc45e325e8" providerId="ADAL" clId="{006420B0-0A28-4BB7-A630-40AC9E9C848A}" dt="2025-05-28T09:23:37.690" v="93" actId="6264"/>
          <ac:spMkLst>
            <pc:docMk/>
            <pc:sldMk cId="1192850260" sldId="732"/>
            <ac:spMk id="2" creationId="{A9A6FF77-D641-4417-92E7-11CC6238BF20}"/>
          </ac:spMkLst>
        </pc:spChg>
        <pc:spChg chg="mod ord">
          <ac:chgData name="Feist, Ella" userId="992bbaf2-811d-42cb-a4d6-e7fc45e325e8" providerId="ADAL" clId="{006420B0-0A28-4BB7-A630-40AC9E9C848A}" dt="2025-05-28T09:23:37.690" v="93" actId="6264"/>
          <ac:spMkLst>
            <pc:docMk/>
            <pc:sldMk cId="1192850260" sldId="732"/>
            <ac:spMk id="3" creationId="{671D1E99-400B-4CC4-E876-D05B175492AE}"/>
          </ac:spMkLst>
        </pc:spChg>
        <pc:spChg chg="mod ord">
          <ac:chgData name="Feist, Ella" userId="992bbaf2-811d-42cb-a4d6-e7fc45e325e8" providerId="ADAL" clId="{006420B0-0A28-4BB7-A630-40AC9E9C848A}" dt="2025-05-28T09:23:43.211" v="97" actId="20577"/>
          <ac:spMkLst>
            <pc:docMk/>
            <pc:sldMk cId="1192850260" sldId="732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192850260" sldId="732"/>
            <ac:spMk id="7" creationId="{E2A6CCE4-EEF8-F77B-3E7E-D6FBB05733E1}"/>
          </ac:spMkLst>
        </pc:spChg>
      </pc:sldChg>
      <pc:sldChg chg="modSp mod">
        <pc:chgData name="Feist, Ella" userId="992bbaf2-811d-42cb-a4d6-e7fc45e325e8" providerId="ADAL" clId="{006420B0-0A28-4BB7-A630-40AC9E9C848A}" dt="2025-05-28T09:25:37.185" v="170" actId="114"/>
        <pc:sldMkLst>
          <pc:docMk/>
          <pc:sldMk cId="1657313485" sldId="735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657313485" sldId="735"/>
            <ac:spMk id="2" creationId="{A9A6FF77-D641-4417-92E7-11CC6238BF20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657313485" sldId="735"/>
            <ac:spMk id="3" creationId="{DC3BFF42-74BC-02ED-99B2-471C2A509A8F}"/>
          </ac:spMkLst>
        </pc:spChg>
        <pc:spChg chg="mod">
          <ac:chgData name="Feist, Ella" userId="992bbaf2-811d-42cb-a4d6-e7fc45e325e8" providerId="ADAL" clId="{006420B0-0A28-4BB7-A630-40AC9E9C848A}" dt="2025-05-28T09:24:54.187" v="145"/>
          <ac:spMkLst>
            <pc:docMk/>
            <pc:sldMk cId="1657313485" sldId="735"/>
            <ac:spMk id="4" creationId="{438443FA-06F0-7EE0-A54B-AEF3CE1F0830}"/>
          </ac:spMkLst>
        </pc:spChg>
        <pc:spChg chg="mod">
          <ac:chgData name="Feist, Ella" userId="992bbaf2-811d-42cb-a4d6-e7fc45e325e8" providerId="ADAL" clId="{006420B0-0A28-4BB7-A630-40AC9E9C848A}" dt="2025-05-28T09:25:37.185" v="170" actId="114"/>
          <ac:spMkLst>
            <pc:docMk/>
            <pc:sldMk cId="1657313485" sldId="735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657313485" sldId="735"/>
            <ac:spMk id="7" creationId="{B5E7882D-0867-372C-C3A9-DF932C5EF180}"/>
          </ac:spMkLst>
        </pc:spChg>
      </pc:sldChg>
      <pc:sldChg chg="addSp delSp modSp mod chgLayout">
        <pc:chgData name="Feist, Ella" userId="992bbaf2-811d-42cb-a4d6-e7fc45e325e8" providerId="ADAL" clId="{006420B0-0A28-4BB7-A630-40AC9E9C848A}" dt="2025-05-28T09:13:11.807" v="32" actId="108"/>
        <pc:sldMkLst>
          <pc:docMk/>
          <pc:sldMk cId="2617740315" sldId="737"/>
        </pc:sldMkLst>
        <pc:spChg chg="mod ord">
          <ac:chgData name="Feist, Ella" userId="992bbaf2-811d-42cb-a4d6-e7fc45e325e8" providerId="ADAL" clId="{006420B0-0A28-4BB7-A630-40AC9E9C848A}" dt="2025-05-28T09:13:03.096" v="28"/>
          <ac:spMkLst>
            <pc:docMk/>
            <pc:sldMk cId="2617740315" sldId="737"/>
            <ac:spMk id="2" creationId="{03C6421F-3D01-727D-4E18-944BF7099234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14" creationId="{59FE4BF5-7F3E-9F49-5F28-925F9DF7F4D4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15" creationId="{C9D6D373-D4C4-8B49-C0C4-49009AC8B093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17" creationId="{0834A03F-A917-A6A5-6CFD-490084402651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19" creationId="{DA6F94D3-2B87-01B5-E8A1-8645B644DA6A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20" creationId="{292ECA2B-E890-E725-AACB-362AE8C783B9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22" creationId="{4AA7ECCE-AD2A-DEB4-4B12-6782DBC72354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23" creationId="{7DD7F962-FE59-FE39-0E3C-CBF2B7D0FA60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617740315" sldId="737"/>
            <ac:spMk id="24" creationId="{4B896EA5-AD23-FFF2-E1D5-685A855F4537}"/>
          </ac:spMkLst>
        </pc:spChg>
        <pc:spChg chg="mod ord">
          <ac:chgData name="Feist, Ella" userId="992bbaf2-811d-42cb-a4d6-e7fc45e325e8" providerId="ADAL" clId="{006420B0-0A28-4BB7-A630-40AC9E9C848A}" dt="2025-05-28T09:13:11.807" v="32" actId="108"/>
          <ac:spMkLst>
            <pc:docMk/>
            <pc:sldMk cId="2617740315" sldId="737"/>
            <ac:spMk id="36" creationId="{D80FBF06-F495-11DE-B62C-4758CF3EE3C2}"/>
          </ac:spMkLst>
        </pc:spChg>
        <pc:spChg chg="mod ord">
          <ac:chgData name="Feist, Ella" userId="992bbaf2-811d-42cb-a4d6-e7fc45e325e8" providerId="ADAL" clId="{006420B0-0A28-4BB7-A630-40AC9E9C848A}" dt="2025-05-28T09:12:50.550" v="24" actId="6264"/>
          <ac:spMkLst>
            <pc:docMk/>
            <pc:sldMk cId="2617740315" sldId="737"/>
            <ac:spMk id="37" creationId="{AD2DA294-D7E7-67FE-0733-100D857F9075}"/>
          </ac:spMkLst>
        </pc:spChg>
      </pc:sldChg>
      <pc:sldChg chg="modSp mod">
        <pc:chgData name="Feist, Ella" userId="992bbaf2-811d-42cb-a4d6-e7fc45e325e8" providerId="ADAL" clId="{006420B0-0A28-4BB7-A630-40AC9E9C848A}" dt="2025-05-28T09:12:00.834" v="10" actId="20577"/>
        <pc:sldMkLst>
          <pc:docMk/>
          <pc:sldMk cId="1568917570" sldId="1293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568917570" sldId="1293"/>
            <ac:spMk id="2" creationId="{F2AB1CC7-496A-3239-D36D-8D46D2EB69BC}"/>
          </ac:spMkLst>
        </pc:spChg>
        <pc:spChg chg="mod">
          <ac:chgData name="Feist, Ella" userId="992bbaf2-811d-42cb-a4d6-e7fc45e325e8" providerId="ADAL" clId="{006420B0-0A28-4BB7-A630-40AC9E9C848A}" dt="2025-05-28T09:11:38.478" v="1" actId="20577"/>
          <ac:spMkLst>
            <pc:docMk/>
            <pc:sldMk cId="1568917570" sldId="1293"/>
            <ac:spMk id="4" creationId="{441B5810-8C67-B742-B639-848419728702}"/>
          </ac:spMkLst>
        </pc:spChg>
        <pc:graphicFrameChg chg="mod modGraphic">
          <ac:chgData name="Feist, Ella" userId="992bbaf2-811d-42cb-a4d6-e7fc45e325e8" providerId="ADAL" clId="{006420B0-0A28-4BB7-A630-40AC9E9C848A}" dt="2025-05-28T09:12:00.834" v="10" actId="20577"/>
          <ac:graphicFrameMkLst>
            <pc:docMk/>
            <pc:sldMk cId="1568917570" sldId="1293"/>
            <ac:graphicFrameMk id="3" creationId="{0FA9EF12-5EB5-C870-72E3-7343B69F854C}"/>
          </ac:graphicFrameMkLst>
        </pc:graphicFrameChg>
      </pc:sldChg>
      <pc:sldChg chg="modSp mod">
        <pc:chgData name="Feist, Ella" userId="992bbaf2-811d-42cb-a4d6-e7fc45e325e8" providerId="ADAL" clId="{006420B0-0A28-4BB7-A630-40AC9E9C848A}" dt="2025-05-28T09:12:04.437" v="11" actId="12"/>
        <pc:sldMkLst>
          <pc:docMk/>
          <pc:sldMk cId="2774453917" sldId="1294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774453917" sldId="1294"/>
            <ac:spMk id="4" creationId="{00000000-0000-0000-0000-000000000000}"/>
          </ac:spMkLst>
        </pc:spChg>
        <pc:spChg chg="mod">
          <ac:chgData name="Feist, Ella" userId="992bbaf2-811d-42cb-a4d6-e7fc45e325e8" providerId="ADAL" clId="{006420B0-0A28-4BB7-A630-40AC9E9C848A}" dt="2025-05-28T09:12:04.437" v="11" actId="12"/>
          <ac:spMkLst>
            <pc:docMk/>
            <pc:sldMk cId="2774453917" sldId="1294"/>
            <ac:spMk id="6" creationId="{00000000-0000-0000-0000-000000000000}"/>
          </ac:spMkLst>
        </pc:spChg>
      </pc:sldChg>
      <pc:sldChg chg="modSp mod">
        <pc:chgData name="Feist, Ella" userId="992bbaf2-811d-42cb-a4d6-e7fc45e325e8" providerId="ADAL" clId="{006420B0-0A28-4BB7-A630-40AC9E9C848A}" dt="2025-05-28T09:12:07.943" v="12" actId="20577"/>
        <pc:sldMkLst>
          <pc:docMk/>
          <pc:sldMk cId="2283809914" sldId="1295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283809914" sldId="1295"/>
            <ac:spMk id="2" creationId="{A52DC21E-C007-C047-DEE2-0C86480B961E}"/>
          </ac:spMkLst>
        </pc:spChg>
        <pc:spChg chg="mod">
          <ac:chgData name="Feist, Ella" userId="992bbaf2-811d-42cb-a4d6-e7fc45e325e8" providerId="ADAL" clId="{006420B0-0A28-4BB7-A630-40AC9E9C848A}" dt="2025-05-28T09:12:07.943" v="12" actId="20577"/>
          <ac:spMkLst>
            <pc:docMk/>
            <pc:sldMk cId="2283809914" sldId="1295"/>
            <ac:spMk id="4" creationId="{9ED32BBC-8A3B-5FB1-DB0F-B65F461BDA2D}"/>
          </ac:spMkLst>
        </pc:spChg>
      </pc:sldChg>
      <pc:sldChg chg="modSp mod">
        <pc:chgData name="Feist, Ella" userId="992bbaf2-811d-42cb-a4d6-e7fc45e325e8" providerId="ADAL" clId="{006420B0-0A28-4BB7-A630-40AC9E9C848A}" dt="2025-05-28T09:12:33.061" v="20" actId="5793"/>
        <pc:sldMkLst>
          <pc:docMk/>
          <pc:sldMk cId="3951546109" sldId="1296"/>
        </pc:sldMkLst>
        <pc:spChg chg="mod">
          <ac:chgData name="Feist, Ella" userId="992bbaf2-811d-42cb-a4d6-e7fc45e325e8" providerId="ADAL" clId="{006420B0-0A28-4BB7-A630-40AC9E9C848A}" dt="2025-05-28T09:12:13.113" v="13" actId="20577"/>
          <ac:spMkLst>
            <pc:docMk/>
            <pc:sldMk cId="3951546109" sldId="1296"/>
            <ac:spMk id="4" creationId="{096CE2D7-715A-7E14-34F8-61D9DB7351E8}"/>
          </ac:spMkLst>
        </pc:spChg>
        <pc:spChg chg="mod">
          <ac:chgData name="Feist, Ella" userId="992bbaf2-811d-42cb-a4d6-e7fc45e325e8" providerId="ADAL" clId="{006420B0-0A28-4BB7-A630-40AC9E9C848A}" dt="2025-05-28T09:12:33.061" v="20" actId="5793"/>
          <ac:spMkLst>
            <pc:docMk/>
            <pc:sldMk cId="3951546109" sldId="1296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17" creationId="{1B3D506D-3AB8-3FBC-803B-C105662657F9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43" creationId="{951497DD-10AD-E625-16DF-C7456BA01011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54" creationId="{044D2748-AAA2-E746-EBF3-2A86F95BE937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60" creationId="{1BB07348-BFD1-1B3E-DA42-FED25CBB9307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76" creationId="{8B5370CA-C766-3D33-A4A6-66EEB26170E2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80" creationId="{5BCCB541-0C9C-6548-D497-951B3EFD07F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85" creationId="{46FB3E6C-077B-6021-26EB-7E2EE6BC772F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89" creationId="{47E5BC27-0D5B-ABF4-ABEA-94C28A59F4CD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3951546109" sldId="1296"/>
            <ac:spMk id="95" creationId="{A9167D38-E0B3-D2E0-C6AD-F8AA5DFCCAFE}"/>
          </ac:spMkLst>
        </pc:spChg>
      </pc:sldChg>
      <pc:sldChg chg="modSp mod">
        <pc:chgData name="Feist, Ella" userId="992bbaf2-811d-42cb-a4d6-e7fc45e325e8" providerId="ADAL" clId="{006420B0-0A28-4BB7-A630-40AC9E9C848A}" dt="2025-05-28T09:13:25.650" v="38" actId="108"/>
        <pc:sldMkLst>
          <pc:docMk/>
          <pc:sldMk cId="4065903370" sldId="1297"/>
        </pc:sldMkLst>
        <pc:spChg chg="mod">
          <ac:chgData name="Feist, Ella" userId="992bbaf2-811d-42cb-a4d6-e7fc45e325e8" providerId="ADAL" clId="{006420B0-0A28-4BB7-A630-40AC9E9C848A}" dt="2025-05-28T09:12:40.862" v="22" actId="20577"/>
          <ac:spMkLst>
            <pc:docMk/>
            <pc:sldMk cId="4065903370" sldId="1297"/>
            <ac:spMk id="3" creationId="{770E9124-4A19-8AB0-592B-1FC7E34DE60A}"/>
          </ac:spMkLst>
        </pc:spChg>
        <pc:spChg chg="mod">
          <ac:chgData name="Feist, Ella" userId="992bbaf2-811d-42cb-a4d6-e7fc45e325e8" providerId="ADAL" clId="{006420B0-0A28-4BB7-A630-40AC9E9C848A}" dt="2025-05-28T09:13:25.650" v="38" actId="108"/>
          <ac:spMkLst>
            <pc:docMk/>
            <pc:sldMk cId="4065903370" sldId="1297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33" creationId="{F61C7A96-BFAC-879E-04AD-8D4C0D220497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34" creationId="{679F6379-1328-9903-5BEB-2F8562C6351F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40" creationId="{36D3DD66-E66A-F517-9B0D-1EC78066DA6E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95" creationId="{8602CE77-73BC-DE4F-AE92-6B8D95741A45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97" creationId="{6B8846F5-8009-BCEB-90FB-033AC3E555D9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112" creationId="{D1906572-A61C-F704-64B6-722EF04A5D9E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113" creationId="{756FE8EE-923D-50AC-92F8-9189F5E23F14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116" creationId="{2659D082-DB50-C31A-9BF3-71D049A067B8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139" creationId="{2B4C70F1-C374-92CE-7AA4-9FD6AE705921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4065903370" sldId="1297"/>
            <ac:spMk id="149" creationId="{3D123EF9-3483-EBA7-77DB-ED477152A999}"/>
          </ac:spMkLst>
        </pc:spChg>
      </pc:sldChg>
      <pc:sldChg chg="modSp mod modClrScheme chgLayout">
        <pc:chgData name="Feist, Ella" userId="992bbaf2-811d-42cb-a4d6-e7fc45e325e8" providerId="ADAL" clId="{006420B0-0A28-4BB7-A630-40AC9E9C848A}" dt="2025-05-28T09:14:45.454" v="56" actId="1076"/>
        <pc:sldMkLst>
          <pc:docMk/>
          <pc:sldMk cId="3439922191" sldId="1299"/>
        </pc:sldMkLst>
        <pc:spChg chg="mod ord">
          <ac:chgData name="Feist, Ella" userId="992bbaf2-811d-42cb-a4d6-e7fc45e325e8" providerId="ADAL" clId="{006420B0-0A28-4BB7-A630-40AC9E9C848A}" dt="2025-05-28T09:14:42.846" v="55" actId="700"/>
          <ac:spMkLst>
            <pc:docMk/>
            <pc:sldMk cId="3439922191" sldId="1299"/>
            <ac:spMk id="2" creationId="{A9A6FF77-D641-4417-92E7-11CC6238BF20}"/>
          </ac:spMkLst>
        </pc:spChg>
        <pc:spChg chg="mod ord">
          <ac:chgData name="Feist, Ella" userId="992bbaf2-811d-42cb-a4d6-e7fc45e325e8" providerId="ADAL" clId="{006420B0-0A28-4BB7-A630-40AC9E9C848A}" dt="2025-05-28T09:14:42.846" v="55" actId="700"/>
          <ac:spMkLst>
            <pc:docMk/>
            <pc:sldMk cId="3439922191" sldId="1299"/>
            <ac:spMk id="3" creationId="{75C7965F-2EAC-9968-4C4A-74C75D0ABD41}"/>
          </ac:spMkLst>
        </pc:spChg>
        <pc:spChg chg="mod ord">
          <ac:chgData name="Feist, Ella" userId="992bbaf2-811d-42cb-a4d6-e7fc45e325e8" providerId="ADAL" clId="{006420B0-0A28-4BB7-A630-40AC9E9C848A}" dt="2025-05-28T09:14:42.846" v="55" actId="700"/>
          <ac:spMkLst>
            <pc:docMk/>
            <pc:sldMk cId="3439922191" sldId="1299"/>
            <ac:spMk id="5" creationId="{91A8ED3D-B755-43C9-BCB1-DCF495C0C9DB}"/>
          </ac:spMkLst>
        </pc:spChg>
        <pc:picChg chg="mod">
          <ac:chgData name="Feist, Ella" userId="992bbaf2-811d-42cb-a4d6-e7fc45e325e8" providerId="ADAL" clId="{006420B0-0A28-4BB7-A630-40AC9E9C848A}" dt="2025-05-28T09:14:45.454" v="56" actId="1076"/>
          <ac:picMkLst>
            <pc:docMk/>
            <pc:sldMk cId="3439922191" sldId="1299"/>
            <ac:picMk id="6" creationId="{51637444-41A1-9E0B-A2D1-2C3F78F41F90}"/>
          </ac:picMkLst>
        </pc:picChg>
      </pc:sldChg>
      <pc:sldChg chg="modSp mod">
        <pc:chgData name="Feist, Ella" userId="992bbaf2-811d-42cb-a4d6-e7fc45e325e8" providerId="ADAL" clId="{006420B0-0A28-4BB7-A630-40AC9E9C848A}" dt="2025-05-28T09:24:08.603" v="122" actId="1035"/>
        <pc:sldMkLst>
          <pc:docMk/>
          <pc:sldMk cId="645276367" sldId="1300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645276367" sldId="1300"/>
            <ac:spMk id="2" creationId="{A9A6FF77-D641-4417-92E7-11CC6238BF20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645276367" sldId="1300"/>
            <ac:spMk id="3" creationId="{AD95D101-4019-AF4A-3E88-E140F1571B86}"/>
          </ac:spMkLst>
        </pc:spChg>
        <pc:spChg chg="mod">
          <ac:chgData name="Feist, Ella" userId="992bbaf2-811d-42cb-a4d6-e7fc45e325e8" providerId="ADAL" clId="{006420B0-0A28-4BB7-A630-40AC9E9C848A}" dt="2025-05-28T09:23:48.800" v="98"/>
          <ac:spMkLst>
            <pc:docMk/>
            <pc:sldMk cId="645276367" sldId="1300"/>
            <ac:spMk id="4" creationId="{324EC49D-7815-D243-57FD-5609B481E5A9}"/>
          </ac:spMkLst>
        </pc:spChg>
        <pc:spChg chg="mod">
          <ac:chgData name="Feist, Ella" userId="992bbaf2-811d-42cb-a4d6-e7fc45e325e8" providerId="ADAL" clId="{006420B0-0A28-4BB7-A630-40AC9E9C848A}" dt="2025-05-28T09:24:05.153" v="109" actId="20577"/>
          <ac:spMkLst>
            <pc:docMk/>
            <pc:sldMk cId="645276367" sldId="1300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24:08.603" v="122" actId="1035"/>
          <ac:spMkLst>
            <pc:docMk/>
            <pc:sldMk cId="645276367" sldId="1300"/>
            <ac:spMk id="7" creationId="{E2A6CCE4-EEF8-F77B-3E7E-D6FBB05733E1}"/>
          </ac:spMkLst>
        </pc:spChg>
      </pc:sldChg>
      <pc:sldChg chg="modSp mod">
        <pc:chgData name="Feist, Ella" userId="992bbaf2-811d-42cb-a4d6-e7fc45e325e8" providerId="ADAL" clId="{006420B0-0A28-4BB7-A630-40AC9E9C848A}" dt="2025-05-28T09:24:43.014" v="143" actId="108"/>
        <pc:sldMkLst>
          <pc:docMk/>
          <pc:sldMk cId="1555898500" sldId="1301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555898500" sldId="1301"/>
            <ac:spMk id="2" creationId="{A9A6FF77-D641-4417-92E7-11CC6238BF20}"/>
          </ac:spMkLst>
        </pc:spChg>
        <pc:spChg chg="mod">
          <ac:chgData name="Feist, Ella" userId="992bbaf2-811d-42cb-a4d6-e7fc45e325e8" providerId="ADAL" clId="{006420B0-0A28-4BB7-A630-40AC9E9C848A}" dt="2025-05-28T09:24:15.558" v="123"/>
          <ac:spMkLst>
            <pc:docMk/>
            <pc:sldMk cId="1555898500" sldId="1301"/>
            <ac:spMk id="3" creationId="{11FE5549-C3F8-41FE-9750-93D17E11C8CC}"/>
          </ac:spMkLst>
        </pc:spChg>
        <pc:spChg chg="mod">
          <ac:chgData name="Feist, Ella" userId="992bbaf2-811d-42cb-a4d6-e7fc45e325e8" providerId="ADAL" clId="{006420B0-0A28-4BB7-A630-40AC9E9C848A}" dt="2025-05-28T09:24:20.372" v="127" actId="1035"/>
          <ac:spMkLst>
            <pc:docMk/>
            <pc:sldMk cId="1555898500" sldId="1301"/>
            <ac:spMk id="4" creationId="{7C4C501A-5D6B-9A38-C410-08CA384BFEFE}"/>
          </ac:spMkLst>
        </pc:spChg>
        <pc:spChg chg="mod">
          <ac:chgData name="Feist, Ella" userId="992bbaf2-811d-42cb-a4d6-e7fc45e325e8" providerId="ADAL" clId="{006420B0-0A28-4BB7-A630-40AC9E9C848A}" dt="2025-05-28T09:24:43.014" v="143" actId="108"/>
          <ac:spMkLst>
            <pc:docMk/>
            <pc:sldMk cId="1555898500" sldId="1301"/>
            <ac:spMk id="5" creationId="{91A8ED3D-B755-43C9-BCB1-DCF495C0C9DB}"/>
          </ac:spMkLst>
        </pc:spChg>
        <pc:spChg chg="mod">
          <ac:chgData name="Feist, Ella" userId="992bbaf2-811d-42cb-a4d6-e7fc45e325e8" providerId="ADAL" clId="{006420B0-0A28-4BB7-A630-40AC9E9C848A}" dt="2025-05-28T09:24:31.285" v="138" actId="1035"/>
          <ac:spMkLst>
            <pc:docMk/>
            <pc:sldMk cId="1555898500" sldId="1301"/>
            <ac:spMk id="8" creationId="{79BEC91C-1E62-BC38-92A3-1C96157722DD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555898500" sldId="1301"/>
            <ac:spMk id="9" creationId="{34DAA58E-7E40-72E3-81E0-B8A2F4F37DDD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1555898500" sldId="1301"/>
            <ac:spMk id="10" creationId="{B97E9A35-C8A5-0DF8-7492-52112DA5DB6E}"/>
          </ac:spMkLst>
        </pc:spChg>
      </pc:sldChg>
      <pc:sldChg chg="delSp modSp mod modClrScheme chgLayout">
        <pc:chgData name="Feist, Ella" userId="992bbaf2-811d-42cb-a4d6-e7fc45e325e8" providerId="ADAL" clId="{006420B0-0A28-4BB7-A630-40AC9E9C848A}" dt="2025-05-28T09:26:15.952" v="189" actId="20577"/>
        <pc:sldMkLst>
          <pc:docMk/>
          <pc:sldMk cId="2421231467" sldId="1302"/>
        </pc:sldMkLst>
        <pc:spChg chg="mod ord">
          <ac:chgData name="Feist, Ella" userId="992bbaf2-811d-42cb-a4d6-e7fc45e325e8" providerId="ADAL" clId="{006420B0-0A28-4BB7-A630-40AC9E9C848A}" dt="2025-05-28T09:25:57.981" v="178" actId="700"/>
          <ac:spMkLst>
            <pc:docMk/>
            <pc:sldMk cId="2421231467" sldId="1302"/>
            <ac:spMk id="2" creationId="{D7EC235F-614F-714E-A97F-4FF50EFF14FD}"/>
          </ac:spMkLst>
        </pc:spChg>
        <pc:spChg chg="mod ord">
          <ac:chgData name="Feist, Ella" userId="992bbaf2-811d-42cb-a4d6-e7fc45e325e8" providerId="ADAL" clId="{006420B0-0A28-4BB7-A630-40AC9E9C848A}" dt="2025-05-28T09:26:15.952" v="189" actId="20577"/>
          <ac:spMkLst>
            <pc:docMk/>
            <pc:sldMk cId="2421231467" sldId="1302"/>
            <ac:spMk id="4" creationId="{E9C5A723-C0B1-124B-8CB6-AA3105C9A4E6}"/>
          </ac:spMkLst>
        </pc:spChg>
        <pc:spChg chg="mod ord">
          <ac:chgData name="Feist, Ella" userId="992bbaf2-811d-42cb-a4d6-e7fc45e325e8" providerId="ADAL" clId="{006420B0-0A28-4BB7-A630-40AC9E9C848A}" dt="2025-05-28T09:25:57.981" v="178" actId="700"/>
          <ac:spMkLst>
            <pc:docMk/>
            <pc:sldMk cId="2421231467" sldId="1302"/>
            <ac:spMk id="7" creationId="{AB6292F4-1986-CE9F-04C1-ED20F08AC8EB}"/>
          </ac:spMkLst>
        </pc:spChg>
      </pc:sldChg>
      <pc:sldChg chg="addSp delSp modSp mod chgLayout">
        <pc:chgData name="Feist, Ella" userId="992bbaf2-811d-42cb-a4d6-e7fc45e325e8" providerId="ADAL" clId="{006420B0-0A28-4BB7-A630-40AC9E9C848A}" dt="2025-05-28T09:26:30.520" v="196" actId="20577"/>
        <pc:sldMkLst>
          <pc:docMk/>
          <pc:sldMk cId="4284937456" sldId="1303"/>
        </pc:sldMkLst>
        <pc:spChg chg="mod ord">
          <ac:chgData name="Feist, Ella" userId="992bbaf2-811d-42cb-a4d6-e7fc45e325e8" providerId="ADAL" clId="{006420B0-0A28-4BB7-A630-40AC9E9C848A}" dt="2025-05-28T09:26:23.693" v="192" actId="6264"/>
          <ac:spMkLst>
            <pc:docMk/>
            <pc:sldMk cId="4284937456" sldId="1303"/>
            <ac:spMk id="2" creationId="{D7EC235F-614F-714E-A97F-4FF50EFF14FD}"/>
          </ac:spMkLst>
        </pc:spChg>
        <pc:spChg chg="mod ord">
          <ac:chgData name="Feist, Ella" userId="992bbaf2-811d-42cb-a4d6-e7fc45e325e8" providerId="ADAL" clId="{006420B0-0A28-4BB7-A630-40AC9E9C848A}" dt="2025-05-28T09:26:30.520" v="196" actId="20577"/>
          <ac:spMkLst>
            <pc:docMk/>
            <pc:sldMk cId="4284937456" sldId="1303"/>
            <ac:spMk id="4" creationId="{E9C5A723-C0B1-124B-8CB6-AA3105C9A4E6}"/>
          </ac:spMkLst>
        </pc:spChg>
        <pc:spChg chg="mod ord">
          <ac:chgData name="Feist, Ella" userId="992bbaf2-811d-42cb-a4d6-e7fc45e325e8" providerId="ADAL" clId="{006420B0-0A28-4BB7-A630-40AC9E9C848A}" dt="2025-05-28T09:26:25.221" v="193" actId="20577"/>
          <ac:spMkLst>
            <pc:docMk/>
            <pc:sldMk cId="4284937456" sldId="1303"/>
            <ac:spMk id="5" creationId="{D84B8EFC-6D9A-EDD3-A096-51F3F0B36041}"/>
          </ac:spMkLst>
        </pc:spChg>
      </pc:sldChg>
      <pc:sldChg chg="modSp mod modClrScheme chgLayout">
        <pc:chgData name="Feist, Ella" userId="992bbaf2-811d-42cb-a4d6-e7fc45e325e8" providerId="ADAL" clId="{006420B0-0A28-4BB7-A630-40AC9E9C848A}" dt="2025-05-28T09:26:51.103" v="206" actId="20577"/>
        <pc:sldMkLst>
          <pc:docMk/>
          <pc:sldMk cId="892775036" sldId="1304"/>
        </pc:sldMkLst>
        <pc:spChg chg="mod ord">
          <ac:chgData name="Feist, Ella" userId="992bbaf2-811d-42cb-a4d6-e7fc45e325e8" providerId="ADAL" clId="{006420B0-0A28-4BB7-A630-40AC9E9C848A}" dt="2025-05-28T09:26:34.259" v="197" actId="700"/>
          <ac:spMkLst>
            <pc:docMk/>
            <pc:sldMk cId="892775036" sldId="1304"/>
            <ac:spMk id="2" creationId="{F111C5DB-635E-4576-A4C3-837B7E452E1E}"/>
          </ac:spMkLst>
        </pc:spChg>
        <pc:spChg chg="mod ord">
          <ac:chgData name="Feist, Ella" userId="992bbaf2-811d-42cb-a4d6-e7fc45e325e8" providerId="ADAL" clId="{006420B0-0A28-4BB7-A630-40AC9E9C848A}" dt="2025-05-28T09:26:34.259" v="197" actId="700"/>
          <ac:spMkLst>
            <pc:docMk/>
            <pc:sldMk cId="892775036" sldId="1304"/>
            <ac:spMk id="3" creationId="{97C3AA5F-B1EA-50BA-8892-C208AF03FE89}"/>
          </ac:spMkLst>
        </pc:spChg>
        <pc:spChg chg="mod ord">
          <ac:chgData name="Feist, Ella" userId="992bbaf2-811d-42cb-a4d6-e7fc45e325e8" providerId="ADAL" clId="{006420B0-0A28-4BB7-A630-40AC9E9C848A}" dt="2025-05-28T09:26:51.103" v="206" actId="20577"/>
          <ac:spMkLst>
            <pc:docMk/>
            <pc:sldMk cId="892775036" sldId="1304"/>
            <ac:spMk id="6" creationId="{9ECDB192-E59C-C44D-B6D5-3E31ED8088B5}"/>
          </ac:spMkLst>
        </pc:spChg>
      </pc:sldChg>
      <pc:sldChg chg="modSp mod">
        <pc:chgData name="Feist, Ella" userId="992bbaf2-811d-42cb-a4d6-e7fc45e325e8" providerId="ADAL" clId="{006420B0-0A28-4BB7-A630-40AC9E9C848A}" dt="2025-05-28T09:25:48.693" v="174" actId="20577"/>
        <pc:sldMkLst>
          <pc:docMk/>
          <pc:sldMk cId="2923788605" sldId="1305"/>
        </pc:sldMkLst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923788605" sldId="1305"/>
            <ac:spMk id="4" creationId="{1360FCE1-0304-7E55-F523-26332F158558}"/>
          </ac:spMkLst>
        </pc:spChg>
        <pc:spChg chg="mod">
          <ac:chgData name="Feist, Ella" userId="992bbaf2-811d-42cb-a4d6-e7fc45e325e8" providerId="ADAL" clId="{006420B0-0A28-4BB7-A630-40AC9E9C848A}" dt="2025-05-28T09:25:48.693" v="174" actId="20577"/>
          <ac:spMkLst>
            <pc:docMk/>
            <pc:sldMk cId="2923788605" sldId="1305"/>
            <ac:spMk id="5" creationId="{A65B2355-F2E1-C667-7191-8D7188DBD9E7}"/>
          </ac:spMkLst>
        </pc:spChg>
        <pc:spChg chg="mod">
          <ac:chgData name="Feist, Ella" userId="992bbaf2-811d-42cb-a4d6-e7fc45e325e8" providerId="ADAL" clId="{006420B0-0A28-4BB7-A630-40AC9E9C848A}" dt="2025-05-28T09:11:34.502" v="0" actId="790"/>
          <ac:spMkLst>
            <pc:docMk/>
            <pc:sldMk cId="2923788605" sldId="1305"/>
            <ac:spMk id="6" creationId="{7758EEDB-F501-B3CE-C8A0-4FB89E29E198}"/>
          </ac:spMkLst>
        </pc:spChg>
      </pc:sld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2217866481" sldId="2147483660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1785230785" sldId="214748377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3151091117" sldId="2147483780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2670422055" sldId="2147483781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3910812132" sldId="2147483786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3389854272" sldId="214748378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844404885" sldId="2147483796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2238072026" sldId="214748379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2785161596" sldId="214748379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1958520897" sldId="214748387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2217866481" sldId="2147483660"/>
            <pc:sldLayoutMk cId="472251335" sldId="2147483873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1433300368" sldId="2147483799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433300368" sldId="2147483799"/>
            <pc:sldLayoutMk cId="1527291370" sldId="214748381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433300368" sldId="2147483799"/>
            <pc:sldLayoutMk cId="3562340024" sldId="214748381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433300368" sldId="2147483799"/>
            <pc:sldLayoutMk cId="520181862" sldId="2147483820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4045664613" sldId="2147483821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45664613" sldId="2147483821"/>
            <pc:sldLayoutMk cId="1659487629" sldId="214748382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45664613" sldId="2147483821"/>
            <pc:sldLayoutMk cId="3209770388" sldId="214748382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45664613" sldId="2147483821"/>
            <pc:sldLayoutMk cId="2989585299" sldId="214748382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45664613" sldId="2147483821"/>
            <pc:sldLayoutMk cId="771702010" sldId="2147483825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3391850710" sldId="2147483826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391850710" sldId="2147483826"/>
            <pc:sldLayoutMk cId="186167143" sldId="214748382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391850710" sldId="2147483826"/>
            <pc:sldLayoutMk cId="4273777609" sldId="214748382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391850710" sldId="2147483826"/>
            <pc:sldLayoutMk cId="928190420" sldId="214748382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391850710" sldId="2147483826"/>
            <pc:sldLayoutMk cId="778525727" sldId="2147483830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3899971177" sldId="2147483831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899971177" sldId="2147483831"/>
            <pc:sldLayoutMk cId="1296847754" sldId="214748383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899971177" sldId="2147483831"/>
            <pc:sldLayoutMk cId="2124554007" sldId="214748383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899971177" sldId="2147483831"/>
            <pc:sldLayoutMk cId="2692646997" sldId="214748383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899971177" sldId="2147483831"/>
            <pc:sldLayoutMk cId="164223612" sldId="2147483835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4061346496" sldId="2147483836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61346496" sldId="2147483836"/>
            <pc:sldLayoutMk cId="1342340652" sldId="214748383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61346496" sldId="2147483836"/>
            <pc:sldLayoutMk cId="1129306061" sldId="214748383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61346496" sldId="2147483836"/>
            <pc:sldLayoutMk cId="291058354" sldId="214748383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4061346496" sldId="2147483836"/>
            <pc:sldLayoutMk cId="1057880355" sldId="2147483840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1513994161" sldId="2147483841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13994161" sldId="2147483841"/>
            <pc:sldLayoutMk cId="2408842378" sldId="214748384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13994161" sldId="2147483841"/>
            <pc:sldLayoutMk cId="3257542985" sldId="214748384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13994161" sldId="2147483841"/>
            <pc:sldLayoutMk cId="57802930" sldId="214748384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13994161" sldId="2147483841"/>
            <pc:sldLayoutMk cId="892830820" sldId="2147483845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1256176808" sldId="2147483846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256176808" sldId="2147483846"/>
            <pc:sldLayoutMk cId="1930662052" sldId="214748384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256176808" sldId="2147483846"/>
            <pc:sldLayoutMk cId="2862166332" sldId="214748384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256176808" sldId="2147483846"/>
            <pc:sldLayoutMk cId="4243011970" sldId="214748384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256176808" sldId="2147483846"/>
            <pc:sldLayoutMk cId="787685289" sldId="2147483850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1684537100" sldId="2147483874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4096566144" sldId="214748385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3235119156" sldId="2147483875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802947842" sldId="2147483876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2274568752" sldId="214748387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3994819066" sldId="214748387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2948798389" sldId="2147483880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321250633" sldId="2147483881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2227355211" sldId="214748388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3084302693" sldId="214748388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684537100" sldId="2147483874"/>
            <pc:sldLayoutMk cId="4231280216" sldId="2147483884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1175251079" sldId="2147483885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2517542076" sldId="2147483886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3294508917" sldId="214748388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1801908114" sldId="214748388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24548405" sldId="214748388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659826178" sldId="2147483891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1898485824" sldId="214748389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1227198908" sldId="214748389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333728339" sldId="214748389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328199189" sldId="2147483895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175251079" sldId="2147483885"/>
            <pc:sldLayoutMk cId="2974244346" sldId="2147483896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3031503955" sldId="2147483919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2893047665" sldId="2147483920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2311018602" sldId="2147483921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409655489" sldId="214748392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1924027665" sldId="214748392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1365561193" sldId="214748392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2092895715" sldId="2147483925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3044172282" sldId="2147483926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3760372723" sldId="2147483927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62625303" sldId="214748392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3031503955" sldId="2147483919"/>
            <pc:sldLayoutMk cId="641472249" sldId="2147483929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537580445" sldId="2147483941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537580445" sldId="2147483941"/>
            <pc:sldLayoutMk cId="3655050728" sldId="214748394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537580445" sldId="2147483941"/>
            <pc:sldLayoutMk cId="191104469" sldId="2147483948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537580445" sldId="2147483941"/>
            <pc:sldLayoutMk cId="3106673082" sldId="2147483949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537580445" sldId="2147483941"/>
            <pc:sldLayoutMk cId="2883798060" sldId="2147483950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537580445" sldId="2147483941"/>
            <pc:sldLayoutMk cId="4228679101" sldId="2147483951"/>
          </pc:sldLayoutMkLst>
        </pc:sldLayoutChg>
      </pc:sldMasterChg>
      <pc:sldMasterChg chg="del delSldLayout">
        <pc:chgData name="Feist, Ella" userId="992bbaf2-811d-42cb-a4d6-e7fc45e325e8" providerId="ADAL" clId="{006420B0-0A28-4BB7-A630-40AC9E9C848A}" dt="2025-05-28T09:11:43.335" v="2"/>
        <pc:sldMasterMkLst>
          <pc:docMk/>
          <pc:sldMasterMk cId="1502784078" sldId="2147483943"/>
        </pc:sldMasterMkLst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02784078" sldId="2147483943"/>
            <pc:sldLayoutMk cId="3733918436" sldId="214748394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02784078" sldId="2147483943"/>
            <pc:sldLayoutMk cId="714599208" sldId="2147483952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02784078" sldId="2147483943"/>
            <pc:sldLayoutMk cId="785506021" sldId="2147483953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02784078" sldId="2147483943"/>
            <pc:sldLayoutMk cId="1326846653" sldId="2147483954"/>
          </pc:sldLayoutMkLst>
        </pc:sldLayoutChg>
        <pc:sldLayoutChg chg="del">
          <pc:chgData name="Feist, Ella" userId="992bbaf2-811d-42cb-a4d6-e7fc45e325e8" providerId="ADAL" clId="{006420B0-0A28-4BB7-A630-40AC9E9C848A}" dt="2025-05-28T09:11:43.335" v="2"/>
          <pc:sldLayoutMkLst>
            <pc:docMk/>
            <pc:sldMasterMk cId="1502784078" sldId="2147483943"/>
            <pc:sldLayoutMk cId="1638070405" sldId="21474839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08F72-D084-4C96-B297-285B2ED0D15C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E1F5F-BEC2-48D5-A890-C07C79853E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DDB46D8-F250-4382-BB9F-ED8824C6D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1DD67D11-198C-4FB2-8FBB-0C1DD9E26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160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E9E46E42-99A9-42F8-996F-71F172C43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AC7ABEA7-3AE7-4A57-B02A-AA99E2A56A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spc="-10" noProof="0" dirty="0">
                <a:latin typeface="+mn-lt"/>
                <a:cs typeface="Segoe UI"/>
              </a:rPr>
              <a:t>We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explore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how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(in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form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</a:t>
            </a:r>
            <a:r>
              <a:rPr lang="en-GB" sz="1200" spc="-15" noProof="0" dirty="0">
                <a:latin typeface="+mn-lt"/>
                <a:cs typeface="Segoe UI"/>
              </a:rPr>
              <a:t> 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text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as</a:t>
            </a:r>
            <a:r>
              <a:rPr lang="en-GB" sz="1200" spc="-20" noProof="0" dirty="0">
                <a:latin typeface="+mn-lt"/>
                <a:cs typeface="Segoe UI"/>
              </a:rPr>
              <a:t> text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produced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system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tools)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processed,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how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existing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data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filter</a:t>
            </a:r>
            <a:r>
              <a:rPr lang="en-GB" sz="1200" spc="-20" noProof="0" dirty="0">
                <a:latin typeface="+mn-lt"/>
                <a:cs typeface="Segoe UI"/>
              </a:rPr>
              <a:t> tools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connected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produce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brand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tools.</a:t>
            </a:r>
            <a:endParaRPr lang="en-GB" sz="1200" noProof="0" dirty="0">
              <a:latin typeface="+mn-lt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48881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636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49"/>
            <a:ext cx="5486400" cy="4043539"/>
          </a:xfrm>
        </p:spPr>
        <p:txBody>
          <a:bodyPr/>
          <a:lstStyle/>
          <a:p>
            <a:pPr marL="12700" marR="233045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All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processes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must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(normally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keyboard)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(normally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screen).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114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can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69545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process </a:t>
            </a:r>
            <a:r>
              <a:rPr lang="en-GB" sz="1200" spc="-15" noProof="0" dirty="0">
                <a:latin typeface="+mn-lt"/>
                <a:cs typeface="Segoe UI"/>
              </a:rPr>
              <a:t>does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15" noProof="0" dirty="0">
                <a:latin typeface="+mn-lt"/>
                <a:cs typeface="Segoe UI"/>
              </a:rPr>
              <a:t>worry about where </a:t>
            </a:r>
            <a:r>
              <a:rPr lang="en-GB" sz="1200" spc="-20" noProof="0" dirty="0">
                <a:latin typeface="+mn-lt"/>
                <a:cs typeface="Segoe UI"/>
              </a:rPr>
              <a:t>its </a:t>
            </a:r>
            <a:r>
              <a:rPr lang="en-GB" sz="1200" spc="-15" noProof="0" dirty="0">
                <a:latin typeface="+mn-lt"/>
                <a:cs typeface="Segoe UI"/>
              </a:rPr>
              <a:t>input </a:t>
            </a:r>
            <a:r>
              <a:rPr lang="en-GB" sz="1200" spc="-20" noProof="0" dirty="0">
                <a:latin typeface="+mn-lt"/>
                <a:cs typeface="Segoe UI"/>
              </a:rPr>
              <a:t>comes </a:t>
            </a:r>
            <a:r>
              <a:rPr lang="en-GB" sz="1200" spc="-15" noProof="0" dirty="0">
                <a:latin typeface="+mn-lt"/>
                <a:cs typeface="Segoe UI"/>
              </a:rPr>
              <a:t>from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15" noProof="0" dirty="0">
                <a:latin typeface="+mn-lt"/>
                <a:cs typeface="Segoe UI"/>
              </a:rPr>
              <a:t>where </a:t>
            </a:r>
            <a:r>
              <a:rPr lang="en-GB" sz="1200" spc="-20" noProof="0" dirty="0">
                <a:latin typeface="+mn-lt"/>
                <a:cs typeface="Segoe UI"/>
              </a:rPr>
              <a:t>its </a:t>
            </a:r>
            <a:r>
              <a:rPr lang="en-GB" sz="1200" spc="-15" noProof="0" dirty="0">
                <a:latin typeface="+mn-lt"/>
                <a:cs typeface="Segoe UI"/>
              </a:rPr>
              <a:t>output goes; </a:t>
            </a:r>
            <a:r>
              <a:rPr lang="en-GB" spc="-10" dirty="0">
                <a:cs typeface="Segoe UI"/>
              </a:rPr>
              <a:t>t</a:t>
            </a:r>
            <a:r>
              <a:rPr lang="en-GB" sz="1200" spc="-10" noProof="0" dirty="0" err="1">
                <a:latin typeface="+mn-lt"/>
                <a:cs typeface="Segoe UI"/>
              </a:rPr>
              <a:t>hese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determined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program.</a:t>
            </a:r>
          </a:p>
          <a:p>
            <a:pPr marL="12700" marR="8255">
              <a:lnSpc>
                <a:spcPct val="100000"/>
              </a:lnSpc>
              <a:spcBef>
                <a:spcPts val="600"/>
              </a:spcBef>
            </a:pPr>
            <a:r>
              <a:rPr lang="en-GB" sz="1200" spc="-10" noProof="0" dirty="0">
                <a:latin typeface="+mn-lt"/>
                <a:cs typeface="Segoe UI"/>
              </a:rPr>
              <a:t>To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process,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file appears </a:t>
            </a:r>
            <a:r>
              <a:rPr lang="en-GB" sz="1200" spc="-15" noProof="0" dirty="0">
                <a:latin typeface="+mn-lt"/>
                <a:cs typeface="Segoe UI"/>
              </a:rPr>
              <a:t>as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0" noProof="0" dirty="0">
                <a:latin typeface="+mn-lt"/>
                <a:cs typeface="Segoe UI"/>
              </a:rPr>
              <a:t>stream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25" noProof="0" dirty="0">
                <a:latin typeface="+mn-lt"/>
                <a:cs typeface="Segoe UI"/>
              </a:rPr>
              <a:t>data.</a:t>
            </a:r>
            <a:endParaRPr lang="en-GB" sz="1200" spc="-20" noProof="0" dirty="0">
              <a:latin typeface="+mn-lt"/>
              <a:cs typeface="Segoe UI"/>
            </a:endParaRPr>
          </a:p>
          <a:p>
            <a:pPr marL="12700" marR="8255">
              <a:lnSpc>
                <a:spcPct val="100000"/>
              </a:lnSpc>
              <a:spcBef>
                <a:spcPts val="600"/>
              </a:spcBef>
            </a:pPr>
            <a:r>
              <a:rPr lang="en-GB" sz="1200" spc="-25" noProof="0" dirty="0">
                <a:latin typeface="+mn-lt"/>
                <a:cs typeface="Segoe UI"/>
              </a:rPr>
              <a:t>Normally, </a:t>
            </a:r>
            <a:r>
              <a:rPr lang="en-GB" sz="1200" spc="-20" noProof="0" dirty="0">
                <a:latin typeface="+mn-lt"/>
                <a:cs typeface="Segoe UI"/>
              </a:rPr>
              <a:t>each process </a:t>
            </a:r>
            <a:r>
              <a:rPr lang="en-GB" sz="1200" spc="-15" noProof="0" dirty="0">
                <a:latin typeface="+mn-lt"/>
                <a:cs typeface="Segoe UI"/>
              </a:rPr>
              <a:t>has </a:t>
            </a:r>
            <a:r>
              <a:rPr lang="en-GB" sz="1200" spc="-25" noProof="0" dirty="0">
                <a:latin typeface="+mn-lt"/>
                <a:cs typeface="Segoe UI"/>
              </a:rPr>
              <a:t>access </a:t>
            </a:r>
            <a:r>
              <a:rPr lang="en-GB" sz="1200" spc="-15" noProof="0" dirty="0">
                <a:latin typeface="+mn-lt"/>
                <a:cs typeface="Segoe UI"/>
              </a:rPr>
              <a:t>to some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data,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principally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stream.  </a:t>
            </a:r>
            <a:r>
              <a:rPr lang="en-GB" sz="1200" spc="-15" noProof="0" dirty="0">
                <a:latin typeface="+mn-lt"/>
                <a:cs typeface="Segoe UI"/>
              </a:rPr>
              <a:t>These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streams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always </a:t>
            </a:r>
            <a:r>
              <a:rPr lang="en-GB" sz="1200" spc="-20" noProof="0" dirty="0">
                <a:latin typeface="+mn-lt"/>
                <a:cs typeface="Segoe UI"/>
              </a:rPr>
              <a:t>assumed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20" noProof="0" dirty="0">
                <a:latin typeface="+mn-lt"/>
                <a:cs typeface="Segoe UI"/>
              </a:rPr>
              <a:t>exist </a:t>
            </a:r>
            <a:r>
              <a:rPr lang="en-GB" sz="1200" spc="-15" noProof="0" dirty="0">
                <a:latin typeface="+mn-lt"/>
                <a:cs typeface="Segoe UI"/>
              </a:rPr>
              <a:t>for any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15" noProof="0" dirty="0">
                <a:latin typeface="+mn-lt"/>
                <a:cs typeface="Segoe UI"/>
              </a:rPr>
              <a:t>. They are </a:t>
            </a:r>
            <a:r>
              <a:rPr lang="en-GB" sz="1200" spc="-25" noProof="0" dirty="0">
                <a:latin typeface="+mn-lt"/>
                <a:cs typeface="Segoe UI"/>
              </a:rPr>
              <a:t>associated </a:t>
            </a:r>
            <a:r>
              <a:rPr lang="en-GB" sz="1200" spc="-20" noProof="0" dirty="0">
                <a:latin typeface="+mn-lt"/>
                <a:cs typeface="Segoe UI"/>
              </a:rPr>
              <a:t>with a </a:t>
            </a:r>
            <a:r>
              <a:rPr lang="en-GB" sz="1200" spc="-25" noProof="0" dirty="0">
                <a:latin typeface="+mn-lt"/>
                <a:cs typeface="Segoe UI"/>
              </a:rPr>
              <a:t>file,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name </a:t>
            </a:r>
            <a:r>
              <a:rPr lang="en-GB" sz="1200" spc="-10" noProof="0" dirty="0">
                <a:latin typeface="+mn-lt"/>
                <a:cs typeface="Segoe UI"/>
              </a:rPr>
              <a:t>of </a:t>
            </a:r>
            <a:r>
              <a:rPr lang="en-GB" sz="1200" spc="-15" noProof="0" dirty="0">
                <a:latin typeface="+mn-lt"/>
                <a:cs typeface="Segoe UI"/>
              </a:rPr>
              <a:t>the </a:t>
            </a:r>
            <a:r>
              <a:rPr lang="en-GB" sz="1200" spc="-20" noProof="0" dirty="0">
                <a:latin typeface="+mn-lt"/>
                <a:cs typeface="Segoe UI"/>
              </a:rPr>
              <a:t>file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10" noProof="0" dirty="0">
                <a:latin typeface="+mn-lt"/>
                <a:cs typeface="Segoe UI"/>
              </a:rPr>
              <a:t>not </a:t>
            </a:r>
            <a:r>
              <a:rPr lang="en-GB" sz="1200" spc="-20" noProof="0" dirty="0">
                <a:latin typeface="+mn-lt"/>
                <a:cs typeface="Segoe UI"/>
              </a:rPr>
              <a:t>known </a:t>
            </a:r>
            <a:r>
              <a:rPr lang="en-GB" sz="1200" spc="-15" noProof="0" dirty="0">
                <a:latin typeface="+mn-lt"/>
                <a:cs typeface="Segoe UI"/>
              </a:rPr>
              <a:t>to the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process.</a:t>
            </a:r>
            <a:r>
              <a:rPr lang="en-GB" sz="1200" spc="1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Hence,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output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said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anonymous.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5244">
              <a:spcBef>
                <a:spcPts val="605"/>
              </a:spcBef>
            </a:pPr>
            <a:r>
              <a:rPr lang="en-GB" spc="-15" dirty="0">
                <a:cs typeface="Segoe UI"/>
              </a:rPr>
              <a:t>If</a:t>
            </a:r>
            <a:r>
              <a:rPr lang="en-GB" spc="-35" dirty="0">
                <a:cs typeface="Segoe UI"/>
              </a:rPr>
              <a:t> </a:t>
            </a:r>
            <a:r>
              <a:rPr lang="en-GB" spc="-15" dirty="0">
                <a:cs typeface="Segoe UI"/>
              </a:rPr>
              <a:t>you</a:t>
            </a:r>
            <a:r>
              <a:rPr lang="en-GB" spc="-50" dirty="0">
                <a:cs typeface="Segoe UI"/>
              </a:rPr>
              <a:t> </a:t>
            </a:r>
            <a:r>
              <a:rPr lang="en-GB" spc="-10" dirty="0">
                <a:cs typeface="Segoe UI"/>
              </a:rPr>
              <a:t>do</a:t>
            </a:r>
            <a:r>
              <a:rPr lang="en-GB" spc="-45" dirty="0">
                <a:cs typeface="Segoe UI"/>
              </a:rPr>
              <a:t> </a:t>
            </a:r>
            <a:r>
              <a:rPr lang="en-GB" spc="-10" dirty="0">
                <a:cs typeface="Segoe UI"/>
              </a:rPr>
              <a:t>not</a:t>
            </a:r>
            <a:r>
              <a:rPr lang="en-GB" spc="-60" dirty="0">
                <a:cs typeface="Segoe UI"/>
              </a:rPr>
              <a:t> </a:t>
            </a:r>
            <a:r>
              <a:rPr lang="en-GB" spc="-20" dirty="0">
                <a:cs typeface="Segoe UI"/>
              </a:rPr>
              <a:t>specify</a:t>
            </a:r>
            <a:r>
              <a:rPr lang="en-GB" spc="-15" dirty="0">
                <a:cs typeface="Segoe UI"/>
              </a:rPr>
              <a:t> the</a:t>
            </a:r>
            <a:r>
              <a:rPr lang="en-GB" spc="-55" dirty="0">
                <a:cs typeface="Segoe UI"/>
              </a:rPr>
              <a:t> </a:t>
            </a:r>
            <a:r>
              <a:rPr lang="en-GB" spc="-15" dirty="0">
                <a:cs typeface="Segoe UI"/>
              </a:rPr>
              <a:t>source</a:t>
            </a:r>
            <a:r>
              <a:rPr lang="en-GB" spc="-55" dirty="0">
                <a:cs typeface="Segoe UI"/>
              </a:rPr>
              <a:t> </a:t>
            </a:r>
            <a:r>
              <a:rPr lang="en-GB" spc="-10" dirty="0">
                <a:cs typeface="Segoe UI"/>
              </a:rPr>
              <a:t>of</a:t>
            </a:r>
            <a:r>
              <a:rPr lang="en-GB" spc="-35" dirty="0">
                <a:cs typeface="Segoe UI"/>
              </a:rPr>
              <a:t> </a:t>
            </a:r>
            <a:r>
              <a:rPr lang="en-GB" spc="-15" dirty="0">
                <a:cs typeface="Segoe UI"/>
              </a:rPr>
              <a:t>input</a:t>
            </a:r>
            <a:r>
              <a:rPr lang="en-GB" spc="-85" dirty="0">
                <a:cs typeface="Segoe UI"/>
              </a:rPr>
              <a:t> </a:t>
            </a:r>
            <a:r>
              <a:rPr lang="en-GB" spc="-10" dirty="0">
                <a:cs typeface="Segoe UI"/>
              </a:rPr>
              <a:t>or</a:t>
            </a:r>
            <a:r>
              <a:rPr lang="en-GB" spc="-45" dirty="0">
                <a:cs typeface="Segoe UI"/>
              </a:rPr>
              <a:t> </a:t>
            </a:r>
            <a:r>
              <a:rPr lang="en-GB" spc="-15" dirty="0">
                <a:cs typeface="Segoe UI"/>
              </a:rPr>
              <a:t>the</a:t>
            </a:r>
            <a:r>
              <a:rPr lang="en-GB" spc="-30" dirty="0">
                <a:cs typeface="Segoe UI"/>
              </a:rPr>
              <a:t> </a:t>
            </a:r>
            <a:r>
              <a:rPr lang="en-GB" spc="-25" dirty="0">
                <a:cs typeface="Segoe UI"/>
              </a:rPr>
              <a:t>destination</a:t>
            </a:r>
            <a:r>
              <a:rPr lang="en-GB" spc="-50" dirty="0">
                <a:cs typeface="Segoe UI"/>
              </a:rPr>
              <a:t> </a:t>
            </a:r>
            <a:r>
              <a:rPr lang="en-GB" spc="-10" dirty="0">
                <a:cs typeface="Segoe UI"/>
              </a:rPr>
              <a:t>of </a:t>
            </a:r>
            <a:r>
              <a:rPr lang="en-GB" spc="-260" dirty="0">
                <a:cs typeface="Segoe UI"/>
              </a:rPr>
              <a:t> </a:t>
            </a:r>
            <a:r>
              <a:rPr lang="en-GB" spc="-20" dirty="0">
                <a:cs typeface="Segoe UI"/>
              </a:rPr>
              <a:t>output,</a:t>
            </a:r>
            <a:r>
              <a:rPr lang="en-GB" spc="-90" dirty="0">
                <a:cs typeface="Segoe UI"/>
              </a:rPr>
              <a:t> </a:t>
            </a:r>
            <a:r>
              <a:rPr lang="en-GB" spc="-25" dirty="0">
                <a:cs typeface="Segoe UI"/>
              </a:rPr>
              <a:t>certain</a:t>
            </a:r>
            <a:r>
              <a:rPr lang="en-GB" spc="-35" dirty="0">
                <a:cs typeface="Segoe UI"/>
              </a:rPr>
              <a:t> </a:t>
            </a:r>
            <a:r>
              <a:rPr lang="en-GB" spc="-25" dirty="0">
                <a:cs typeface="Segoe UI"/>
              </a:rPr>
              <a:t>defaults</a:t>
            </a:r>
            <a:r>
              <a:rPr lang="en-GB" spc="-30" dirty="0">
                <a:cs typeface="Segoe UI"/>
              </a:rPr>
              <a:t> </a:t>
            </a:r>
            <a:r>
              <a:rPr lang="en-GB" spc="-20" dirty="0">
                <a:cs typeface="Segoe UI"/>
              </a:rPr>
              <a:t>apply.</a:t>
            </a:r>
            <a:r>
              <a:rPr lang="en-GB" dirty="0">
                <a:cs typeface="Segoe UI"/>
              </a:rPr>
              <a:t>  </a:t>
            </a:r>
            <a:r>
              <a:rPr lang="en-GB" sz="1200" spc="-15" noProof="0" dirty="0">
                <a:latin typeface="+mn-lt"/>
                <a:cs typeface="Segoe UI"/>
              </a:rPr>
              <a:t>By </a:t>
            </a:r>
            <a:r>
              <a:rPr lang="en-GB" sz="1200" spc="-25" noProof="0" dirty="0">
                <a:latin typeface="+mn-lt"/>
                <a:cs typeface="Segoe UI"/>
              </a:rPr>
              <a:t>default, </a:t>
            </a:r>
            <a:r>
              <a:rPr lang="en-GB" sz="1200" spc="-15" noProof="0" dirty="0">
                <a:latin typeface="+mn-lt"/>
                <a:cs typeface="Segoe UI"/>
              </a:rPr>
              <a:t>both the input and output </a:t>
            </a:r>
            <a:r>
              <a:rPr lang="en-GB" sz="1200" spc="-20" noProof="0" dirty="0">
                <a:latin typeface="+mn-lt"/>
                <a:cs typeface="Segoe UI"/>
              </a:rPr>
              <a:t>streams </a:t>
            </a:r>
            <a:r>
              <a:rPr lang="en-GB" sz="1200" spc="-15" noProof="0" dirty="0">
                <a:latin typeface="+mn-lt"/>
                <a:cs typeface="Segoe UI"/>
              </a:rPr>
              <a:t>are </a:t>
            </a:r>
            <a:r>
              <a:rPr lang="en-GB" sz="1200" spc="-20" noProof="0" dirty="0">
                <a:latin typeface="+mn-lt"/>
                <a:cs typeface="Segoe UI"/>
              </a:rPr>
              <a:t>connected </a:t>
            </a:r>
            <a:r>
              <a:rPr lang="en-GB" sz="1200" spc="-15" noProof="0" dirty="0">
                <a:latin typeface="+mn-lt"/>
                <a:cs typeface="Segoe UI"/>
              </a:rPr>
              <a:t>to the </a:t>
            </a:r>
            <a:r>
              <a:rPr lang="en-GB" sz="1200" spc="-20" noProof="0" dirty="0">
                <a:latin typeface="+mn-lt"/>
                <a:cs typeface="Segoe UI"/>
              </a:rPr>
              <a:t>terminal, </a:t>
            </a:r>
            <a:r>
              <a:rPr lang="en-GB" sz="1200" spc="-10" noProof="0" dirty="0">
                <a:latin typeface="+mn-lt"/>
                <a:cs typeface="Segoe UI"/>
              </a:rPr>
              <a:t>but </a:t>
            </a:r>
            <a:r>
              <a:rPr lang="en-GB" sz="1200" spc="-15" noProof="0" dirty="0">
                <a:latin typeface="+mn-lt"/>
                <a:cs typeface="Segoe UI"/>
              </a:rPr>
              <a:t>they </a:t>
            </a:r>
            <a:r>
              <a:rPr lang="en-GB" sz="1200" spc="-20" noProof="0" dirty="0">
                <a:latin typeface="+mn-lt"/>
                <a:cs typeface="Segoe UI"/>
              </a:rPr>
              <a:t>can </a:t>
            </a:r>
            <a:r>
              <a:rPr lang="en-GB" sz="1200" spc="-10" noProof="0" dirty="0">
                <a:latin typeface="+mn-lt"/>
                <a:cs typeface="Segoe UI"/>
              </a:rPr>
              <a:t>be </a:t>
            </a:r>
            <a:r>
              <a:rPr lang="en-GB" sz="1200" spc="-20" noProof="0" dirty="0">
                <a:latin typeface="+mn-lt"/>
                <a:cs typeface="Segoe UI"/>
              </a:rPr>
              <a:t>simply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redirected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another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or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process,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independently,</a:t>
            </a:r>
            <a:r>
              <a:rPr lang="en-GB" sz="1200" spc="-9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by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shell.</a:t>
            </a:r>
            <a:endParaRPr lang="en-GB" sz="1200" noProof="0" dirty="0">
              <a:latin typeface="+mn-lt"/>
              <a:cs typeface="Segoe UI"/>
            </a:endParaRPr>
          </a:p>
          <a:p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970275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2562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8575">
              <a:lnSpc>
                <a:spcPct val="100000"/>
              </a:lnSpc>
              <a:spcBef>
                <a:spcPts val="105"/>
              </a:spcBef>
            </a:pPr>
            <a:r>
              <a:rPr lang="en-GB" sz="1200" spc="-25" noProof="0" dirty="0">
                <a:latin typeface="+mn-lt"/>
                <a:cs typeface="Segoe UI"/>
              </a:rPr>
              <a:t>Recall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how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process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created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you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type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sz="1200" spc="204" noProof="0" dirty="0">
              <a:latin typeface="+mn-lt"/>
              <a:cs typeface="Segoe UI"/>
            </a:endParaRPr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makes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clone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itself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create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 </a:t>
            </a:r>
            <a:r>
              <a:rPr lang="en-GB" sz="1200" spc="-2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child, then the child shell </a:t>
            </a:r>
            <a:r>
              <a:rPr lang="en-GB" sz="1200" b="1" spc="-20" noProof="0" dirty="0">
                <a:latin typeface="+mn-lt"/>
                <a:cs typeface="Segoe UI"/>
              </a:rPr>
              <a:t>exec</a:t>
            </a:r>
            <a:r>
              <a:rPr lang="en-GB" sz="1200" spc="-20" noProof="0" dirty="0">
                <a:latin typeface="+mn-lt"/>
                <a:cs typeface="Segoe UI"/>
              </a:rPr>
              <a:t>'s the </a:t>
            </a:r>
            <a:r>
              <a:rPr lang="en-GB" sz="1200" spc="-15" noProof="0" dirty="0">
                <a:latin typeface="+mn-lt"/>
                <a:cs typeface="Segoe UI"/>
              </a:rPr>
              <a:t>new program.  In </a:t>
            </a:r>
            <a:r>
              <a:rPr lang="en-GB" sz="1200" spc="-20" noProof="0" dirty="0">
                <a:latin typeface="+mn-lt"/>
                <a:cs typeface="Segoe UI"/>
              </a:rPr>
              <a:t>the child, </a:t>
            </a:r>
            <a:r>
              <a:rPr lang="en-GB" sz="1200" spc="-15" noProof="0" dirty="0">
                <a:latin typeface="+mn-lt"/>
                <a:cs typeface="Segoe UI"/>
              </a:rPr>
              <a:t>before </a:t>
            </a:r>
            <a:r>
              <a:rPr lang="en-GB" sz="1200" spc="-20" noProof="0" dirty="0">
                <a:latin typeface="+mn-lt"/>
                <a:cs typeface="Segoe UI"/>
              </a:rPr>
              <a:t>the </a:t>
            </a:r>
            <a:r>
              <a:rPr lang="en-GB" sz="1200" b="1" spc="-20" noProof="0" dirty="0">
                <a:latin typeface="+mn-lt"/>
                <a:cs typeface="Segoe UI"/>
              </a:rPr>
              <a:t>exec </a:t>
            </a:r>
            <a:r>
              <a:rPr lang="en-GB" sz="1200" spc="-15" noProof="0" dirty="0">
                <a:latin typeface="+mn-lt"/>
                <a:cs typeface="Segoe UI"/>
              </a:rPr>
              <a:t>is done, </a:t>
            </a:r>
            <a:r>
              <a:rPr lang="en-GB" sz="1200" spc="-20" noProof="0" dirty="0">
                <a:latin typeface="+mn-lt"/>
                <a:cs typeface="Segoe UI"/>
              </a:rPr>
              <a:t>the shell can </a:t>
            </a:r>
            <a:r>
              <a:rPr lang="en-GB" sz="1200" spc="-25" noProof="0" dirty="0">
                <a:latin typeface="+mn-lt"/>
                <a:cs typeface="Segoe UI"/>
              </a:rPr>
              <a:t>alter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any open </a:t>
            </a:r>
            <a:r>
              <a:rPr lang="en-GB" sz="1200" spc="-20" noProof="0" dirty="0">
                <a:latin typeface="+mn-lt"/>
                <a:cs typeface="Segoe UI"/>
              </a:rPr>
              <a:t>file descriptors, </a:t>
            </a:r>
            <a:r>
              <a:rPr lang="en-GB" sz="1200" spc="-15" noProof="0" dirty="0">
                <a:latin typeface="+mn-lt"/>
                <a:cs typeface="Segoe UI"/>
              </a:rPr>
              <a:t>and </a:t>
            </a:r>
            <a:r>
              <a:rPr lang="en-GB" sz="1200" spc="-20" noProof="0" dirty="0">
                <a:latin typeface="+mn-lt"/>
                <a:cs typeface="Segoe UI"/>
              </a:rPr>
              <a:t>this includes </a:t>
            </a:r>
            <a:r>
              <a:rPr lang="en-GB" sz="1200" spc="-15" noProof="0" dirty="0">
                <a:latin typeface="+mn-lt"/>
                <a:cs typeface="Segoe UI"/>
              </a:rPr>
              <a:t>the three </a:t>
            </a:r>
            <a:r>
              <a:rPr lang="en-GB" sz="1200" spc="-20" noProof="0" dirty="0">
                <a:latin typeface="+mn-lt"/>
                <a:cs typeface="Segoe UI"/>
              </a:rPr>
              <a:t>standard streams.</a:t>
            </a:r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sz="1200" spc="-20" noProof="0" dirty="0">
              <a:latin typeface="+mn-lt"/>
              <a:cs typeface="Segoe UI"/>
            </a:endParaRPr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If </a:t>
            </a:r>
            <a:r>
              <a:rPr lang="en-GB" sz="1200" spc="-20" noProof="0" dirty="0">
                <a:latin typeface="+mn-lt"/>
                <a:cs typeface="Segoe UI"/>
              </a:rPr>
              <a:t>redirection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15" noProof="0" dirty="0">
                <a:latin typeface="+mn-lt"/>
                <a:cs typeface="Segoe UI"/>
              </a:rPr>
              <a:t>from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required,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open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possibly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create)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before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target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executed.</a:t>
            </a:r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+mn-lt"/>
              <a:cs typeface="Segoe UI"/>
            </a:endParaRPr>
          </a:p>
          <a:p>
            <a:pPr marL="12700" marR="18478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exec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done,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program's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stdin,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stdout</a:t>
            </a:r>
            <a:r>
              <a:rPr lang="en-GB" sz="1200" spc="-20" noProof="0" dirty="0">
                <a:latin typeface="+mn-lt"/>
                <a:cs typeface="Segoe UI"/>
              </a:rPr>
              <a:t> and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stderr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might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redirected </a:t>
            </a:r>
            <a:r>
              <a:rPr lang="en-GB" sz="1200" spc="-10" noProof="0" dirty="0">
                <a:latin typeface="+mn-lt"/>
                <a:cs typeface="Segoe UI"/>
              </a:rPr>
              <a:t>so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they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refer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files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instead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terminal.</a:t>
            </a:r>
            <a:r>
              <a:rPr lang="en-GB" sz="120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up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use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them.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1199391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8575">
              <a:lnSpc>
                <a:spcPct val="100000"/>
              </a:lnSpc>
              <a:spcBef>
                <a:spcPts val="105"/>
              </a:spcBef>
            </a:pPr>
            <a:r>
              <a:rPr lang="en-GB" sz="1200" spc="-15" noProof="0" dirty="0">
                <a:latin typeface="+mn-lt"/>
                <a:cs typeface="Segoe UI"/>
              </a:rPr>
              <a:t>Remember, if </a:t>
            </a:r>
            <a:r>
              <a:rPr lang="en-GB" sz="1200" spc="-20" noProof="0" dirty="0">
                <a:latin typeface="+mn-lt"/>
                <a:cs typeface="Segoe UI"/>
              </a:rPr>
              <a:t>redirection </a:t>
            </a:r>
            <a:r>
              <a:rPr lang="en-GB" sz="1200" spc="-15" noProof="0" dirty="0">
                <a:latin typeface="+mn-lt"/>
                <a:cs typeface="Segoe UI"/>
              </a:rPr>
              <a:t>to </a:t>
            </a:r>
            <a:r>
              <a:rPr lang="en-GB" sz="1200" spc="-10" noProof="0" dirty="0">
                <a:latin typeface="+mn-lt"/>
                <a:cs typeface="Segoe UI"/>
              </a:rPr>
              <a:t>or </a:t>
            </a:r>
            <a:r>
              <a:rPr lang="en-GB" sz="1200" spc="-15" noProof="0" dirty="0">
                <a:latin typeface="+mn-lt"/>
                <a:cs typeface="Segoe UI"/>
              </a:rPr>
              <a:t>from </a:t>
            </a:r>
            <a:r>
              <a:rPr lang="en-GB" sz="1200" spc="-25" noProof="0" dirty="0">
                <a:latin typeface="+mn-lt"/>
                <a:cs typeface="Segoe UI"/>
              </a:rPr>
              <a:t>files </a:t>
            </a:r>
            <a:r>
              <a:rPr lang="en-GB" sz="1200" spc="-15" noProof="0" dirty="0">
                <a:latin typeface="+mn-lt"/>
                <a:cs typeface="Segoe UI"/>
              </a:rPr>
              <a:t>is </a:t>
            </a:r>
            <a:r>
              <a:rPr lang="en-GB" sz="1200" spc="-20" noProof="0" dirty="0">
                <a:latin typeface="+mn-lt"/>
                <a:cs typeface="Segoe UI"/>
              </a:rPr>
              <a:t>required,</a:t>
            </a:r>
            <a:r>
              <a:rPr lang="en-GB" sz="1200" spc="-11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open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possibly</a:t>
            </a:r>
            <a:r>
              <a:rPr lang="en-GB" sz="1200" spc="-7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create)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before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target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program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executed.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184785">
              <a:lnSpc>
                <a:spcPct val="100000"/>
              </a:lnSpc>
              <a:spcBef>
                <a:spcPts val="605"/>
              </a:spcBef>
            </a:pPr>
            <a:r>
              <a:rPr lang="en-GB" sz="1200" spc="-15" noProof="0" dirty="0">
                <a:latin typeface="+mn-lt"/>
                <a:cs typeface="Segoe UI"/>
              </a:rPr>
              <a:t>When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exec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done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new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program's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stdin,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 err="1">
                <a:latin typeface="+mn-lt"/>
                <a:cs typeface="Segoe UI"/>
              </a:rPr>
              <a:t>stdout</a:t>
            </a:r>
            <a:r>
              <a:rPr lang="en-GB" sz="1200" spc="-20" noProof="0" dirty="0">
                <a:latin typeface="+mn-lt"/>
                <a:cs typeface="Segoe UI"/>
              </a:rPr>
              <a:t> and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stderr</a:t>
            </a:r>
            <a:r>
              <a:rPr lang="en-GB" sz="1200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might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have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been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redirected </a:t>
            </a:r>
            <a:r>
              <a:rPr lang="en-GB" sz="1200" spc="-10" noProof="0" dirty="0">
                <a:latin typeface="+mn-lt"/>
                <a:cs typeface="Segoe UI"/>
              </a:rPr>
              <a:t>so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that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they </a:t>
            </a:r>
            <a:r>
              <a:rPr lang="en-GB" sz="1200" spc="-254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refer</a:t>
            </a:r>
            <a:r>
              <a:rPr lang="en-GB" sz="1200" spc="-7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files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instead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of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terminal.</a:t>
            </a:r>
            <a:endParaRPr lang="en-GB" sz="1200" noProof="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8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syntax</a:t>
            </a:r>
            <a:r>
              <a:rPr lang="en-GB" sz="1200" spc="-15" noProof="0" dirty="0">
                <a:latin typeface="+mn-lt"/>
                <a:cs typeface="Segoe UI"/>
              </a:rPr>
              <a:t> to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achieve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fairly</a:t>
            </a:r>
            <a:r>
              <a:rPr lang="en-GB" sz="1200" spc="-1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straightforward: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line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specify</a:t>
            </a:r>
            <a:r>
              <a:rPr lang="en-GB" sz="1200" b="1" spc="-20" noProof="0" dirty="0">
                <a:latin typeface="+mn-lt"/>
                <a:cs typeface="Segoe UI"/>
              </a:rPr>
              <a:t> </a:t>
            </a:r>
            <a:r>
              <a:rPr lang="en-GB" sz="1200" b="1" spc="-10" noProof="0" dirty="0">
                <a:latin typeface="+mn-lt"/>
                <a:cs typeface="Segoe UI"/>
              </a:rPr>
              <a:t>1&gt;</a:t>
            </a:r>
            <a:r>
              <a:rPr lang="en-GB" sz="1200" b="1" spc="-5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0" noProof="0" dirty="0">
                <a:latin typeface="+mn-lt"/>
                <a:cs typeface="Segoe UI"/>
              </a:rPr>
              <a:t> redirect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 err="1">
                <a:latin typeface="+mn-lt"/>
                <a:cs typeface="Segoe UI"/>
              </a:rPr>
              <a:t>stdout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file</a:t>
            </a:r>
            <a:r>
              <a:rPr lang="en-GB" sz="1200" spc="-25" noProof="0" dirty="0">
                <a:latin typeface="+mn-lt"/>
                <a:cs typeface="Segoe UI"/>
              </a:rPr>
              <a:t>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and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>
                <a:latin typeface="+mn-lt"/>
                <a:cs typeface="Segoe UI"/>
              </a:rPr>
              <a:t>2&gt;file</a:t>
            </a:r>
            <a:r>
              <a:rPr lang="en-GB" sz="1200" spc="-25" noProof="0" dirty="0">
                <a:latin typeface="+mn-lt"/>
                <a:cs typeface="Segoe UI"/>
              </a:rPr>
              <a:t> to redirect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stderr.</a:t>
            </a: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This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clobber (overwrite)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if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it</a:t>
            </a:r>
            <a:r>
              <a:rPr lang="en-GB" sz="1200" spc="-35" noProof="0" dirty="0">
                <a:latin typeface="+mn-lt"/>
                <a:cs typeface="Segoe UI"/>
              </a:rPr>
              <a:t> already </a:t>
            </a:r>
            <a:r>
              <a:rPr lang="en-GB" sz="1200" spc="-25" noProof="0" dirty="0">
                <a:latin typeface="+mn-lt"/>
                <a:cs typeface="Segoe UI"/>
              </a:rPr>
              <a:t>exists</a:t>
            </a:r>
            <a:r>
              <a:rPr lang="en-GB" sz="1200" spc="-2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(but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see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b="1" spc="-15" noProof="0" dirty="0">
                <a:latin typeface="+mn-lt"/>
                <a:cs typeface="Segoe UI"/>
              </a:rPr>
              <a:t>set</a:t>
            </a:r>
            <a:r>
              <a:rPr lang="en-GB" sz="1200" b="1" spc="-25" noProof="0" dirty="0">
                <a:latin typeface="+mn-lt"/>
                <a:cs typeface="Segoe UI"/>
              </a:rPr>
              <a:t> </a:t>
            </a:r>
            <a:r>
              <a:rPr lang="en-GB" sz="1200" b="1" spc="-10" noProof="0" dirty="0">
                <a:latin typeface="+mn-lt"/>
                <a:cs typeface="Segoe UI"/>
              </a:rPr>
              <a:t>–o</a:t>
            </a:r>
            <a:r>
              <a:rPr lang="en-GB" sz="1200" b="1" spc="-40" noProof="0" dirty="0">
                <a:latin typeface="+mn-lt"/>
                <a:cs typeface="Segoe UI"/>
              </a:rPr>
              <a:t> </a:t>
            </a:r>
            <a:r>
              <a:rPr lang="en-GB" sz="1200" b="1" spc="-20" noProof="0" dirty="0" err="1">
                <a:latin typeface="+mn-lt"/>
                <a:cs typeface="Segoe UI"/>
              </a:rPr>
              <a:t>noclobber</a:t>
            </a:r>
            <a:r>
              <a:rPr lang="en-GB" sz="1200" b="1" spc="-6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shell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option).  However,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pc="-10" dirty="0">
                <a:cs typeface="Segoe UI"/>
              </a:rPr>
              <a:t> using</a:t>
            </a:r>
            <a:r>
              <a:rPr lang="en-GB" sz="1200" spc="-10" noProof="0" dirty="0">
                <a:latin typeface="+mn-lt"/>
                <a:cs typeface="Segoe UI"/>
              </a:rPr>
              <a:t> </a:t>
            </a:r>
            <a:r>
              <a:rPr lang="en-GB" sz="1200" b="1" spc="-5" noProof="0" dirty="0">
                <a:latin typeface="+mn-lt"/>
                <a:cs typeface="Segoe UI"/>
              </a:rPr>
              <a:t>&gt;&gt; </a:t>
            </a:r>
            <a:r>
              <a:rPr lang="en-GB" sz="1200" spc="-5" noProof="0" dirty="0">
                <a:latin typeface="+mn-lt"/>
                <a:cs typeface="Segoe UI"/>
              </a:rPr>
              <a:t>instead of</a:t>
            </a:r>
            <a:r>
              <a:rPr lang="en-GB" sz="1200" b="1" spc="-5" noProof="0" dirty="0">
                <a:latin typeface="+mn-lt"/>
                <a:cs typeface="Segoe UI"/>
              </a:rPr>
              <a:t> &gt;</a:t>
            </a:r>
            <a:r>
              <a:rPr lang="en-GB" sz="1200" spc="-8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will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append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to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an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existing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file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instead.</a:t>
            </a:r>
            <a:endParaRPr lang="en-GB" sz="1200" noProof="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GB" sz="1200" spc="-20" noProof="0" dirty="0">
                <a:latin typeface="+mn-lt"/>
                <a:cs typeface="Segoe UI"/>
              </a:rPr>
              <a:t>Standard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input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redirection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from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noProof="0" dirty="0">
                <a:latin typeface="+mn-lt"/>
                <a:cs typeface="Segoe UI"/>
              </a:rPr>
              <a:t>a</a:t>
            </a:r>
            <a:r>
              <a:rPr lang="en-GB" sz="1200" spc="-45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file,</a:t>
            </a:r>
            <a:r>
              <a:rPr lang="en-GB" sz="1200" spc="-3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which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rarely</a:t>
            </a:r>
            <a:r>
              <a:rPr lang="en-GB" sz="1200" spc="-4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seen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10" noProof="0" dirty="0">
                <a:latin typeface="+mn-lt"/>
                <a:cs typeface="Segoe UI"/>
              </a:rPr>
              <a:t>on</a:t>
            </a:r>
            <a:r>
              <a:rPr lang="en-GB" sz="1200" spc="-5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the</a:t>
            </a:r>
            <a:r>
              <a:rPr lang="en-GB" sz="1200" spc="-5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command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spc="-20" noProof="0" dirty="0">
                <a:latin typeface="+mn-lt"/>
                <a:cs typeface="Segoe UI"/>
              </a:rPr>
              <a:t>line,</a:t>
            </a:r>
            <a:r>
              <a:rPr lang="en-GB" sz="1200" spc="-60" noProof="0" dirty="0">
                <a:latin typeface="+mn-lt"/>
                <a:cs typeface="Segoe UI"/>
              </a:rPr>
              <a:t> </a:t>
            </a:r>
            <a:r>
              <a:rPr lang="en-GB" sz="1200" spc="-15" noProof="0" dirty="0">
                <a:latin typeface="+mn-lt"/>
                <a:cs typeface="Segoe UI"/>
              </a:rPr>
              <a:t>is</a:t>
            </a:r>
            <a:r>
              <a:rPr lang="en-GB" sz="1200" spc="-30" noProof="0" dirty="0">
                <a:latin typeface="+mn-lt"/>
                <a:cs typeface="Segoe UI"/>
              </a:rPr>
              <a:t> </a:t>
            </a:r>
            <a:r>
              <a:rPr lang="en-GB" sz="1200" spc="-25" noProof="0" dirty="0">
                <a:latin typeface="+mn-lt"/>
                <a:cs typeface="Segoe UI"/>
              </a:rPr>
              <a:t>achieved </a:t>
            </a:r>
            <a:r>
              <a:rPr lang="en-GB" sz="1200" spc="-20" noProof="0" dirty="0">
                <a:latin typeface="+mn-lt"/>
                <a:cs typeface="Segoe UI"/>
              </a:rPr>
              <a:t>with</a:t>
            </a:r>
            <a:r>
              <a:rPr lang="en-GB" sz="1200" spc="-25" noProof="0" dirty="0">
                <a:latin typeface="+mn-lt"/>
                <a:cs typeface="Segoe UI"/>
              </a:rPr>
              <a:t> </a:t>
            </a:r>
            <a:r>
              <a:rPr lang="en-GB" sz="1200" b="1" spc="5" noProof="0" dirty="0">
                <a:latin typeface="+mn-lt"/>
                <a:cs typeface="Segoe UI"/>
              </a:rPr>
              <a:t>&lt;</a:t>
            </a:r>
            <a:r>
              <a:rPr lang="en-GB" sz="1200" b="1" spc="-50" noProof="0" dirty="0">
                <a:latin typeface="+mn-lt"/>
                <a:cs typeface="Segoe UI"/>
              </a:rPr>
              <a:t> </a:t>
            </a:r>
            <a:r>
              <a:rPr lang="en-GB" sz="1200" b="1" spc="-25" noProof="0" dirty="0">
                <a:latin typeface="+mn-lt"/>
                <a:cs typeface="Segoe UI"/>
              </a:rPr>
              <a:t>file</a:t>
            </a:r>
            <a:r>
              <a:rPr lang="en-GB" sz="1200" spc="-25" noProof="0" dirty="0">
                <a:latin typeface="+mn-lt"/>
                <a:cs typeface="Segoe UI"/>
              </a:rPr>
              <a:t>.</a:t>
            </a:r>
            <a:endParaRPr lang="en-GB" sz="1200" noProof="0" dirty="0">
              <a:latin typeface="+mn-lt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8929453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69645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544185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546274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65090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27305">
              <a:lnSpc>
                <a:spcPct val="100000"/>
              </a:lnSpc>
              <a:spcBef>
                <a:spcPts val="105"/>
              </a:spcBef>
            </a:pPr>
            <a:r>
              <a:rPr lang="en-US" sz="1200" spc="-20" dirty="0">
                <a:latin typeface="+mn-lt"/>
                <a:cs typeface="Segoe UI"/>
              </a:rPr>
              <a:t>Multiple</a:t>
            </a:r>
            <a:r>
              <a:rPr lang="en-US" sz="1200" spc="-8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commands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can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entered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on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dirty="0">
                <a:latin typeface="+mn-lt"/>
                <a:cs typeface="Segoe UI"/>
              </a:rPr>
              <a:t>a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single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line</a:t>
            </a:r>
            <a:r>
              <a:rPr lang="en-US" spc="-55" dirty="0">
                <a:cs typeface="Segoe UI"/>
              </a:rPr>
              <a:t>, separated by </a:t>
            </a:r>
            <a:r>
              <a:rPr lang="en-US" sz="1200" spc="-20" dirty="0">
                <a:latin typeface="+mn-lt"/>
                <a:cs typeface="Segoe UI"/>
              </a:rPr>
              <a:t>semicolon</a:t>
            </a:r>
            <a:r>
              <a:rPr lang="en-US" spc="-20" dirty="0">
                <a:cs typeface="Segoe UI"/>
              </a:rPr>
              <a:t>s</a:t>
            </a:r>
            <a:r>
              <a:rPr lang="en-US" sz="1200" spc="-20" dirty="0">
                <a:latin typeface="+mn-lt"/>
                <a:cs typeface="Segoe UI"/>
              </a:rPr>
              <a:t>.</a:t>
            </a:r>
            <a:br>
              <a:rPr lang="en-US" spc="-20" dirty="0">
                <a:cs typeface="Segoe UI"/>
              </a:rPr>
            </a:br>
            <a:br>
              <a:rPr lang="en-US" spc="-20" dirty="0">
                <a:cs typeface="Segoe UI"/>
              </a:rPr>
            </a:br>
            <a:r>
              <a:rPr lang="en-US" sz="1200" spc="-20" dirty="0">
                <a:latin typeface="+mn-lt"/>
                <a:cs typeface="Segoe UI"/>
              </a:rPr>
              <a:t>Commands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separated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by </a:t>
            </a:r>
            <a:r>
              <a:rPr lang="en-US" sz="1200" spc="-254" dirty="0">
                <a:latin typeface="+mn-lt"/>
                <a:cs typeface="Segoe UI"/>
              </a:rPr>
              <a:t> </a:t>
            </a:r>
            <a:r>
              <a:rPr lang="en-US" sz="1200" spc="5" dirty="0">
                <a:latin typeface="+mn-lt"/>
                <a:cs typeface="Segoe UI"/>
              </a:rPr>
              <a:t>a </a:t>
            </a:r>
            <a:r>
              <a:rPr lang="en-US" sz="1200" spc="-20" dirty="0">
                <a:latin typeface="+mn-lt"/>
                <a:cs typeface="Segoe UI"/>
              </a:rPr>
              <a:t>semicolon </a:t>
            </a:r>
            <a:r>
              <a:rPr lang="en-US" sz="1200" spc="-15" dirty="0">
                <a:latin typeface="+mn-lt"/>
                <a:cs typeface="Segoe UI"/>
              </a:rPr>
              <a:t>are </a:t>
            </a:r>
            <a:r>
              <a:rPr lang="en-US" sz="1200" spc="-25" dirty="0">
                <a:latin typeface="+mn-lt"/>
                <a:cs typeface="Segoe UI"/>
              </a:rPr>
              <a:t>executed sequentially </a:t>
            </a:r>
            <a:r>
              <a:rPr lang="en-US" sz="1200" spc="-5" dirty="0">
                <a:latin typeface="+mn-lt"/>
                <a:cs typeface="Segoe UI"/>
              </a:rPr>
              <a:t>by </a:t>
            </a:r>
            <a:r>
              <a:rPr lang="en-US" sz="1200" spc="-20" dirty="0">
                <a:latin typeface="+mn-lt"/>
                <a:cs typeface="Segoe UI"/>
              </a:rPr>
              <a:t>the current shell. Both built-ins </a:t>
            </a:r>
            <a:r>
              <a:rPr lang="en-US" sz="1200" spc="-15" dirty="0">
                <a:latin typeface="+mn-lt"/>
                <a:cs typeface="Segoe UI"/>
              </a:rPr>
              <a:t>and </a:t>
            </a:r>
            <a:r>
              <a:rPr lang="en-US" sz="1200" spc="-25" dirty="0">
                <a:latin typeface="+mn-lt"/>
                <a:cs typeface="Segoe UI"/>
              </a:rPr>
              <a:t>externals </a:t>
            </a:r>
            <a:r>
              <a:rPr lang="en-US" sz="1200" spc="-20" dirty="0">
                <a:latin typeface="+mn-lt"/>
                <a:cs typeface="Segoe UI"/>
              </a:rPr>
              <a:t>can </a:t>
            </a:r>
            <a:r>
              <a:rPr lang="en-US" sz="1200" spc="-5" dirty="0">
                <a:latin typeface="+mn-lt"/>
                <a:cs typeface="Segoe UI"/>
              </a:rPr>
              <a:t>be </a:t>
            </a:r>
            <a:r>
              <a:rPr lang="en-US" sz="1200" spc="-15" dirty="0">
                <a:latin typeface="+mn-lt"/>
                <a:cs typeface="Segoe UI"/>
              </a:rPr>
              <a:t>part </a:t>
            </a:r>
            <a:r>
              <a:rPr lang="en-US" sz="1200" spc="-10" dirty="0">
                <a:latin typeface="+mn-lt"/>
                <a:cs typeface="Segoe UI"/>
              </a:rPr>
              <a:t>of </a:t>
            </a:r>
            <a:r>
              <a:rPr lang="en-US" sz="1200" spc="-20" dirty="0">
                <a:latin typeface="+mn-lt"/>
                <a:cs typeface="Segoe UI"/>
              </a:rPr>
              <a:t>this</a:t>
            </a:r>
            <a:r>
              <a:rPr lang="en-US" sz="1200" spc="-1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mechanism.</a:t>
            </a:r>
          </a:p>
          <a:p>
            <a:pPr marL="12700" marR="27305">
              <a:lnSpc>
                <a:spcPct val="100000"/>
              </a:lnSpc>
              <a:spcBef>
                <a:spcPts val="105"/>
              </a:spcBef>
            </a:pPr>
            <a:endParaRPr lang="en-US" spc="-25" dirty="0">
              <a:cs typeface="Segoe UI"/>
            </a:endParaRPr>
          </a:p>
          <a:p>
            <a:pPr marL="12700" marR="27305">
              <a:lnSpc>
                <a:spcPct val="100000"/>
              </a:lnSpc>
              <a:spcBef>
                <a:spcPts val="105"/>
              </a:spcBef>
            </a:pPr>
            <a:r>
              <a:rPr lang="en-US" sz="1200" spc="-15" dirty="0">
                <a:latin typeface="+mn-lt"/>
                <a:cs typeface="Segoe UI"/>
              </a:rPr>
              <a:t>There</a:t>
            </a:r>
            <a:r>
              <a:rPr lang="en-US" sz="1200" spc="-8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no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limit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number</a:t>
            </a:r>
            <a:r>
              <a:rPr lang="en-US" sz="1200" spc="-7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of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commands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that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can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be</a:t>
            </a:r>
            <a:r>
              <a:rPr lang="en-US" sz="1200" spc="-25" dirty="0">
                <a:latin typeface="+mn-lt"/>
                <a:cs typeface="Segoe UI"/>
              </a:rPr>
              <a:t> specified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on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dirty="0">
                <a:latin typeface="+mn-lt"/>
                <a:cs typeface="Segoe UI"/>
              </a:rPr>
              <a:t>a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single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line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(other</a:t>
            </a:r>
            <a:r>
              <a:rPr lang="en-US" sz="1200" spc="-7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than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length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of</a:t>
            </a:r>
            <a:r>
              <a:rPr lang="en-US" sz="1200" spc="-9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line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itself).</a:t>
            </a:r>
            <a:endParaRPr lang="en-US" dirty="0">
              <a:cs typeface="Segoe UI"/>
            </a:endParaRPr>
          </a:p>
          <a:p>
            <a:pPr marL="12700" marR="27305">
              <a:lnSpc>
                <a:spcPct val="100000"/>
              </a:lnSpc>
              <a:spcBef>
                <a:spcPts val="105"/>
              </a:spcBef>
            </a:pPr>
            <a:endParaRPr lang="en-US" sz="1200" spc="-15" dirty="0">
              <a:latin typeface="+mn-lt"/>
              <a:cs typeface="Segoe UI"/>
            </a:endParaRPr>
          </a:p>
          <a:p>
            <a:pPr marL="12700" marR="27305">
              <a:lnSpc>
                <a:spcPct val="100000"/>
              </a:lnSpc>
              <a:spcBef>
                <a:spcPts val="105"/>
              </a:spcBef>
            </a:pP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8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use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of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parentheses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groups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one</a:t>
            </a:r>
            <a:r>
              <a:rPr lang="en-US" sz="1200" spc="-8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or</a:t>
            </a:r>
            <a:r>
              <a:rPr lang="en-US" sz="1200" spc="-15" dirty="0">
                <a:latin typeface="+mn-lt"/>
                <a:cs typeface="Segoe UI"/>
              </a:rPr>
              <a:t> more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commands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together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and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executes</a:t>
            </a:r>
            <a:r>
              <a:rPr lang="en-US" sz="1200" spc="-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them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as</a:t>
            </a:r>
            <a:r>
              <a:rPr lang="en-US" sz="1200" spc="-20" dirty="0">
                <a:latin typeface="+mn-lt"/>
                <a:cs typeface="Segoe UI"/>
              </a:rPr>
              <a:t> </a:t>
            </a:r>
            <a:r>
              <a:rPr lang="en-US" sz="1200" dirty="0">
                <a:latin typeface="+mn-lt"/>
                <a:cs typeface="Segoe UI"/>
              </a:rPr>
              <a:t>a</a:t>
            </a:r>
            <a:r>
              <a:rPr lang="en-US" sz="1200" spc="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subshell.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spc="-254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shell inherits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spc="-20" dirty="0">
                <a:latin typeface="+mn-lt"/>
                <a:cs typeface="Segoe UI"/>
              </a:rPr>
              <a:t>environment </a:t>
            </a:r>
            <a:r>
              <a:rPr lang="en-US" sz="1200" spc="-10" dirty="0">
                <a:latin typeface="+mn-lt"/>
                <a:cs typeface="Segoe UI"/>
              </a:rPr>
              <a:t>of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spc="-20" dirty="0">
                <a:latin typeface="+mn-lt"/>
                <a:cs typeface="Segoe UI"/>
              </a:rPr>
              <a:t>parent shell </a:t>
            </a:r>
            <a:r>
              <a:rPr lang="en-US" sz="1200" spc="-10" dirty="0">
                <a:latin typeface="+mn-lt"/>
                <a:cs typeface="Segoe UI"/>
              </a:rPr>
              <a:t>but </a:t>
            </a:r>
            <a:r>
              <a:rPr lang="en-US" sz="1200" spc="-20" dirty="0">
                <a:latin typeface="+mn-lt"/>
                <a:cs typeface="Segoe UI"/>
              </a:rPr>
              <a:t>cannot make </a:t>
            </a:r>
            <a:r>
              <a:rPr lang="en-US" sz="1200" spc="-15" dirty="0">
                <a:latin typeface="+mn-lt"/>
                <a:cs typeface="Segoe UI"/>
              </a:rPr>
              <a:t>any </a:t>
            </a:r>
            <a:r>
              <a:rPr lang="en-US" sz="1200" spc="-25" dirty="0">
                <a:latin typeface="+mn-lt"/>
                <a:cs typeface="Segoe UI"/>
              </a:rPr>
              <a:t>modifications </a:t>
            </a:r>
            <a:r>
              <a:rPr lang="en-US" sz="1200" spc="-15" dirty="0">
                <a:latin typeface="+mn-lt"/>
                <a:cs typeface="Segoe UI"/>
              </a:rPr>
              <a:t>to the </a:t>
            </a:r>
            <a:r>
              <a:rPr lang="en-US" sz="1200" spc="-20" dirty="0">
                <a:latin typeface="+mn-lt"/>
                <a:cs typeface="Segoe UI"/>
              </a:rPr>
              <a:t>parent's</a:t>
            </a:r>
            <a:r>
              <a:rPr lang="en-US" sz="1200" spc="-1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environment.</a:t>
            </a:r>
            <a:endParaRPr lang="en-US" dirty="0">
              <a:cs typeface="Segoe UI"/>
            </a:endParaRPr>
          </a:p>
          <a:p>
            <a:pPr marL="12700" marR="27305">
              <a:lnSpc>
                <a:spcPct val="100000"/>
              </a:lnSpc>
              <a:spcBef>
                <a:spcPts val="105"/>
              </a:spcBef>
            </a:pPr>
            <a:endParaRPr lang="en-US" sz="1200" spc="-20" dirty="0">
              <a:latin typeface="+mn-lt"/>
              <a:cs typeface="Segoe UI"/>
            </a:endParaRPr>
          </a:p>
          <a:p>
            <a:pPr marL="12700" marR="27305">
              <a:lnSpc>
                <a:spcPct val="100000"/>
              </a:lnSpc>
              <a:spcBef>
                <a:spcPts val="105"/>
              </a:spcBef>
            </a:pPr>
            <a:r>
              <a:rPr lang="en-US" sz="1200" spc="-20" dirty="0">
                <a:latin typeface="+mn-lt"/>
                <a:cs typeface="Segoe UI"/>
              </a:rPr>
              <a:t>Subshells</a:t>
            </a:r>
            <a:r>
              <a:rPr lang="en-US" sz="1200" spc="-9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are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useful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for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executing</a:t>
            </a:r>
            <a:r>
              <a:rPr lang="en-US" sz="1200" spc="-20" dirty="0">
                <a:latin typeface="+mn-lt"/>
                <a:cs typeface="Segoe UI"/>
              </a:rPr>
              <a:t> commands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that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need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change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environment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(such</a:t>
            </a:r>
            <a:r>
              <a:rPr lang="en-US" sz="1200" spc="-7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 err="1">
                <a:latin typeface="+mn-lt"/>
                <a:cs typeface="Segoe UI"/>
              </a:rPr>
              <a:t>modifyingthe</a:t>
            </a:r>
            <a:r>
              <a:rPr lang="en-US" sz="1200" spc="-20" dirty="0">
                <a:latin typeface="+mn-lt"/>
                <a:cs typeface="Segoe UI"/>
              </a:rPr>
              <a:t> working</a:t>
            </a:r>
            <a:r>
              <a:rPr lang="en-US" sz="1200" spc="-8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directory</a:t>
            </a:r>
            <a:r>
              <a:rPr lang="en-US" sz="1200" spc="-6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),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without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causing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them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</a:t>
            </a:r>
            <a:r>
              <a:rPr lang="en-US" sz="1200" spc="-2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affect</a:t>
            </a:r>
            <a:r>
              <a:rPr lang="en-US" sz="1200" spc="-2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current</a:t>
            </a:r>
            <a:r>
              <a:rPr lang="en-US" sz="1200" spc="-6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shell’s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environment.</a:t>
            </a:r>
            <a:endParaRPr lang="en-US" sz="1200" dirty="0">
              <a:latin typeface="+mn-lt"/>
              <a:cs typeface="Segoe UI"/>
            </a:endParaRPr>
          </a:p>
          <a:p>
            <a:endParaRPr lang="en-GB" dirty="0">
              <a:latin typeface="+mn-lt"/>
            </a:endParaRPr>
          </a:p>
          <a:p>
            <a:endParaRPr lang="en-GB" noProof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8604144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 marR="40005">
              <a:lnSpc>
                <a:spcPct val="100000"/>
              </a:lnSpc>
              <a:spcBef>
                <a:spcPts val="105"/>
              </a:spcBef>
            </a:pPr>
            <a:r>
              <a:rPr lang="en-US" sz="1200" spc="-15" dirty="0">
                <a:latin typeface="+mn-lt"/>
                <a:cs typeface="Segoe UI"/>
              </a:rPr>
              <a:t>When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we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type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dirty="0">
                <a:latin typeface="+mn-lt"/>
                <a:cs typeface="Segoe UI"/>
              </a:rPr>
              <a:t>a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redirect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symbol,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shell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will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check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if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25" dirty="0">
                <a:latin typeface="+mn-lt"/>
                <a:cs typeface="Segoe UI"/>
              </a:rPr>
              <a:t> destination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file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exists. </a:t>
            </a:r>
            <a:r>
              <a:rPr lang="en-US" sz="1200" spc="-15" dirty="0">
                <a:latin typeface="+mn-lt"/>
                <a:cs typeface="Segoe UI"/>
              </a:rPr>
              <a:t>If it doesn’t,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shell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will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create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an </a:t>
            </a:r>
            <a:r>
              <a:rPr lang="en-US" sz="1200" spc="-20" dirty="0">
                <a:latin typeface="+mn-lt"/>
                <a:cs typeface="Segoe UI"/>
              </a:rPr>
              <a:t>empty file </a:t>
            </a:r>
            <a:r>
              <a:rPr lang="en-US" sz="1200" spc="-10" dirty="0">
                <a:latin typeface="+mn-lt"/>
                <a:cs typeface="Segoe UI"/>
              </a:rPr>
              <a:t>of </a:t>
            </a:r>
            <a:r>
              <a:rPr lang="en-US" sz="1200" spc="-20" dirty="0">
                <a:latin typeface="+mn-lt"/>
                <a:cs typeface="Segoe UI"/>
              </a:rPr>
              <a:t>the specified name.</a:t>
            </a:r>
          </a:p>
          <a:p>
            <a:pPr marL="12700" marR="40005">
              <a:lnSpc>
                <a:spcPct val="100000"/>
              </a:lnSpc>
              <a:spcBef>
                <a:spcPts val="105"/>
              </a:spcBef>
            </a:pPr>
            <a:endParaRPr lang="en-US" sz="1200" spc="-15" dirty="0">
              <a:latin typeface="+mn-lt"/>
              <a:cs typeface="Segoe UI"/>
            </a:endParaRPr>
          </a:p>
          <a:p>
            <a:pPr marL="12700" marR="40005">
              <a:lnSpc>
                <a:spcPct val="100000"/>
              </a:lnSpc>
              <a:spcBef>
                <a:spcPts val="105"/>
              </a:spcBef>
            </a:pPr>
            <a:r>
              <a:rPr lang="en-US" sz="1200" spc="-15" dirty="0">
                <a:latin typeface="+mn-lt"/>
                <a:cs typeface="Segoe UI"/>
              </a:rPr>
              <a:t>If </a:t>
            </a:r>
            <a:r>
              <a:rPr lang="en-US" sz="1200" spc="-20" dirty="0">
                <a:latin typeface="+mn-lt"/>
                <a:cs typeface="Segoe UI"/>
              </a:rPr>
              <a:t>the file already </a:t>
            </a:r>
            <a:r>
              <a:rPr lang="en-US" sz="1200" spc="-25" dirty="0">
                <a:latin typeface="+mn-lt"/>
                <a:cs typeface="Segoe UI"/>
              </a:rPr>
              <a:t>exists, and we are using a single</a:t>
            </a:r>
            <a:r>
              <a:rPr lang="en-US" sz="1200" b="1" spc="-25" dirty="0">
                <a:latin typeface="+mn-lt"/>
                <a:cs typeface="Segoe UI"/>
              </a:rPr>
              <a:t> &gt;</a:t>
            </a:r>
            <a:r>
              <a:rPr lang="en-US" sz="1200" spc="-25" dirty="0">
                <a:latin typeface="+mn-lt"/>
                <a:cs typeface="Segoe UI"/>
              </a:rPr>
              <a:t> ,</a:t>
            </a:r>
            <a:r>
              <a:rPr lang="en-US" sz="1200" spc="-20" dirty="0">
                <a:latin typeface="+mn-lt"/>
                <a:cs typeface="Segoe UI"/>
              </a:rPr>
              <a:t> the shell will </a:t>
            </a:r>
            <a:r>
              <a:rPr lang="en-US" sz="1200" spc="-25" dirty="0">
                <a:latin typeface="+mn-lt"/>
                <a:cs typeface="Segoe UI"/>
              </a:rPr>
              <a:t>clear </a:t>
            </a:r>
            <a:r>
              <a:rPr lang="en-US" spc="-20" dirty="0">
                <a:cs typeface="Segoe UI"/>
              </a:rPr>
              <a:t>the file’s contents </a:t>
            </a:r>
            <a:r>
              <a:rPr lang="en-US" sz="1200" spc="-35" dirty="0">
                <a:latin typeface="+mn-lt"/>
                <a:cs typeface="Segoe UI"/>
              </a:rPr>
              <a:t>a</a:t>
            </a:r>
            <a:r>
              <a:rPr lang="en-US" sz="1200" spc="-20" dirty="0">
                <a:latin typeface="+mn-lt"/>
                <a:cs typeface="Segoe UI"/>
              </a:rPr>
              <a:t>n</a:t>
            </a:r>
            <a:r>
              <a:rPr lang="en-US" sz="1200" dirty="0">
                <a:latin typeface="+mn-lt"/>
                <a:cs typeface="Segoe UI"/>
              </a:rPr>
              <a:t>d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30" dirty="0">
                <a:latin typeface="+mn-lt"/>
                <a:cs typeface="Segoe UI"/>
              </a:rPr>
              <a:t>t</a:t>
            </a:r>
            <a:r>
              <a:rPr lang="en-US" sz="1200" spc="-20" dirty="0">
                <a:latin typeface="+mn-lt"/>
                <a:cs typeface="Segoe UI"/>
              </a:rPr>
              <a:t>h</a:t>
            </a:r>
            <a:r>
              <a:rPr lang="en-US" sz="1200" spc="-25" dirty="0">
                <a:latin typeface="+mn-lt"/>
                <a:cs typeface="Segoe UI"/>
              </a:rPr>
              <a:t>e</a:t>
            </a:r>
            <a:r>
              <a:rPr lang="en-US" sz="1200" dirty="0">
                <a:latin typeface="+mn-lt"/>
                <a:cs typeface="Segoe UI"/>
              </a:rPr>
              <a:t>n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p</a:t>
            </a:r>
            <a:r>
              <a:rPr lang="en-US" sz="1200" spc="-15" dirty="0">
                <a:latin typeface="+mn-lt"/>
                <a:cs typeface="Segoe UI"/>
              </a:rPr>
              <a:t>r</a:t>
            </a:r>
            <a:r>
              <a:rPr lang="en-US" sz="1200" spc="-25" dirty="0">
                <a:latin typeface="+mn-lt"/>
                <a:cs typeface="Segoe UI"/>
              </a:rPr>
              <a:t>e</a:t>
            </a:r>
            <a:r>
              <a:rPr lang="en-US" sz="1200" spc="-20" dirty="0">
                <a:latin typeface="+mn-lt"/>
                <a:cs typeface="Segoe UI"/>
              </a:rPr>
              <a:t>p</a:t>
            </a:r>
            <a:r>
              <a:rPr lang="en-US" sz="1200" spc="-35" dirty="0">
                <a:latin typeface="+mn-lt"/>
                <a:cs typeface="Segoe UI"/>
              </a:rPr>
              <a:t>a</a:t>
            </a:r>
            <a:r>
              <a:rPr lang="en-US" sz="1200" spc="-15" dirty="0">
                <a:latin typeface="+mn-lt"/>
                <a:cs typeface="Segoe UI"/>
              </a:rPr>
              <a:t>r</a:t>
            </a:r>
            <a:r>
              <a:rPr lang="en-US" sz="1200" dirty="0">
                <a:latin typeface="+mn-lt"/>
                <a:cs typeface="Segoe UI"/>
              </a:rPr>
              <a:t>e</a:t>
            </a:r>
            <a:r>
              <a:rPr lang="en-US" sz="1200" spc="-60" dirty="0">
                <a:latin typeface="+mn-lt"/>
                <a:cs typeface="Segoe UI"/>
              </a:rPr>
              <a:t> it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30" dirty="0">
                <a:latin typeface="+mn-lt"/>
                <a:cs typeface="Segoe UI"/>
              </a:rPr>
              <a:t>f</a:t>
            </a:r>
            <a:r>
              <a:rPr lang="en-US" sz="1200" spc="-20" dirty="0">
                <a:latin typeface="+mn-lt"/>
                <a:cs typeface="Segoe UI"/>
              </a:rPr>
              <a:t>o</a:t>
            </a:r>
            <a:r>
              <a:rPr lang="en-US" sz="1200" dirty="0">
                <a:latin typeface="+mn-lt"/>
                <a:cs typeface="Segoe UI"/>
              </a:rPr>
              <a:t>r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30" dirty="0">
                <a:latin typeface="+mn-lt"/>
                <a:cs typeface="Segoe UI"/>
              </a:rPr>
              <a:t>w</a:t>
            </a:r>
            <a:r>
              <a:rPr lang="en-US" sz="1200" spc="-15" dirty="0">
                <a:latin typeface="+mn-lt"/>
                <a:cs typeface="Segoe UI"/>
              </a:rPr>
              <a:t>r</a:t>
            </a:r>
            <a:r>
              <a:rPr lang="en-US" sz="1200" spc="-30" dirty="0">
                <a:latin typeface="+mn-lt"/>
                <a:cs typeface="Segoe UI"/>
              </a:rPr>
              <a:t>iti</a:t>
            </a:r>
            <a:r>
              <a:rPr lang="en-US" sz="1200" spc="-20" dirty="0">
                <a:latin typeface="+mn-lt"/>
                <a:cs typeface="Segoe UI"/>
              </a:rPr>
              <a:t>n</a:t>
            </a:r>
            <a:r>
              <a:rPr lang="en-US" sz="1200" dirty="0">
                <a:latin typeface="+mn-lt"/>
                <a:cs typeface="Segoe UI"/>
              </a:rPr>
              <a:t>g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b</a:t>
            </a:r>
            <a:r>
              <a:rPr lang="en-US" sz="1200" dirty="0">
                <a:latin typeface="+mn-lt"/>
                <a:cs typeface="Segoe UI"/>
              </a:rPr>
              <a:t>y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30" dirty="0">
                <a:latin typeface="+mn-lt"/>
                <a:cs typeface="Segoe UI"/>
              </a:rPr>
              <a:t>t</a:t>
            </a:r>
            <a:r>
              <a:rPr lang="en-US" sz="1200" spc="-20" dirty="0">
                <a:latin typeface="+mn-lt"/>
                <a:cs typeface="Segoe UI"/>
              </a:rPr>
              <a:t>h</a:t>
            </a:r>
            <a:r>
              <a:rPr lang="en-US" sz="1200" dirty="0">
                <a:latin typeface="+mn-lt"/>
                <a:cs typeface="Segoe UI"/>
              </a:rPr>
              <a:t>e</a:t>
            </a:r>
            <a:r>
              <a:rPr lang="en-US" sz="1200" spc="-35" dirty="0">
                <a:latin typeface="+mn-lt"/>
                <a:cs typeface="Segoe UI"/>
              </a:rPr>
              <a:t> c</a:t>
            </a:r>
            <a:r>
              <a:rPr lang="en-US" sz="1200" spc="-20" dirty="0">
                <a:latin typeface="+mn-lt"/>
                <a:cs typeface="Segoe UI"/>
              </a:rPr>
              <a:t>o</a:t>
            </a:r>
            <a:r>
              <a:rPr lang="en-US" sz="1200" spc="-25" dirty="0">
                <a:latin typeface="+mn-lt"/>
                <a:cs typeface="Segoe UI"/>
              </a:rPr>
              <a:t>mm</a:t>
            </a:r>
            <a:r>
              <a:rPr lang="en-US" sz="1200" spc="-35" dirty="0">
                <a:latin typeface="+mn-lt"/>
                <a:cs typeface="Segoe UI"/>
              </a:rPr>
              <a:t>a</a:t>
            </a:r>
            <a:r>
              <a:rPr lang="en-US" sz="1200" spc="-20" dirty="0">
                <a:latin typeface="+mn-lt"/>
                <a:cs typeface="Segoe UI"/>
              </a:rPr>
              <a:t>nd</a:t>
            </a:r>
            <a:r>
              <a:rPr lang="en-US" sz="1200" dirty="0">
                <a:latin typeface="+mn-lt"/>
                <a:cs typeface="Segoe UI"/>
              </a:rPr>
              <a:t>.</a:t>
            </a:r>
          </a:p>
          <a:p>
            <a:pPr marL="12700" marR="40005">
              <a:lnSpc>
                <a:spcPct val="100000"/>
              </a:lnSpc>
              <a:spcBef>
                <a:spcPts val="105"/>
              </a:spcBef>
            </a:pPr>
            <a:endParaRPr lang="en-US" sz="1200" spc="-2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US" sz="1200" spc="-20" dirty="0">
                <a:latin typeface="+mn-lt"/>
                <a:cs typeface="Segoe UI"/>
              </a:rPr>
              <a:t>This way </a:t>
            </a:r>
            <a:r>
              <a:rPr lang="en-US" sz="1200" spc="-10" dirty="0">
                <a:latin typeface="+mn-lt"/>
                <a:cs typeface="Segoe UI"/>
              </a:rPr>
              <a:t>of </a:t>
            </a:r>
            <a:r>
              <a:rPr lang="en-US" sz="1200" spc="-20" dirty="0">
                <a:latin typeface="+mn-lt"/>
                <a:cs typeface="Segoe UI"/>
              </a:rPr>
              <a:t>operation </a:t>
            </a:r>
            <a:r>
              <a:rPr lang="en-US" sz="1200" spc="-25" dirty="0">
                <a:latin typeface="+mn-lt"/>
                <a:cs typeface="Segoe UI"/>
              </a:rPr>
              <a:t>clearly indicates </a:t>
            </a:r>
            <a:r>
              <a:rPr lang="en-US" sz="1200" spc="-20" dirty="0">
                <a:latin typeface="+mn-lt"/>
                <a:cs typeface="Segoe UI"/>
              </a:rPr>
              <a:t>that </a:t>
            </a:r>
            <a:r>
              <a:rPr lang="en-US" sz="1200" spc="-25" dirty="0">
                <a:latin typeface="+mn-lt"/>
                <a:cs typeface="Segoe UI"/>
              </a:rPr>
              <a:t>caution </a:t>
            </a:r>
            <a:r>
              <a:rPr lang="en-US" sz="1200" spc="-15" dirty="0">
                <a:latin typeface="+mn-lt"/>
                <a:cs typeface="Segoe UI"/>
              </a:rPr>
              <a:t>is required </a:t>
            </a:r>
            <a:r>
              <a:rPr lang="en-US" sz="1200" spc="-20" dirty="0">
                <a:latin typeface="+mn-lt"/>
                <a:cs typeface="Segoe UI"/>
              </a:rPr>
              <a:t>when redirecting data into </a:t>
            </a:r>
            <a:r>
              <a:rPr lang="en-US" sz="1200" spc="-25" dirty="0">
                <a:latin typeface="+mn-lt"/>
                <a:cs typeface="Segoe UI"/>
              </a:rPr>
              <a:t>existing </a:t>
            </a:r>
            <a:r>
              <a:rPr lang="en-US" sz="1200" spc="-20" dirty="0">
                <a:latin typeface="+mn-lt"/>
                <a:cs typeface="Segoe UI"/>
              </a:rPr>
              <a:t>files. </a:t>
            </a:r>
            <a:r>
              <a:rPr lang="en-US" sz="1200" spc="-15" dirty="0">
                <a:latin typeface="+mn-lt"/>
                <a:cs typeface="Segoe UI"/>
              </a:rPr>
              <a:t>It is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very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easy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lose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data </a:t>
            </a:r>
            <a:r>
              <a:rPr lang="en-US" sz="1200" spc="-15" dirty="0">
                <a:latin typeface="+mn-lt"/>
                <a:cs typeface="Segoe UI"/>
              </a:rPr>
              <a:t>and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not</a:t>
            </a:r>
            <a:r>
              <a:rPr lang="en-US" sz="1200" spc="-6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even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realize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it.</a:t>
            </a: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endParaRPr lang="en-US" sz="1200" spc="-20" dirty="0">
              <a:latin typeface="+mn-lt"/>
              <a:cs typeface="Segoe UI"/>
            </a:endParaRPr>
          </a:p>
          <a:p>
            <a:pPr marL="12700" marR="5080">
              <a:lnSpc>
                <a:spcPct val="100000"/>
              </a:lnSpc>
              <a:spcBef>
                <a:spcPts val="605"/>
              </a:spcBef>
            </a:pPr>
            <a:r>
              <a:rPr lang="en-GB" sz="1200" dirty="0">
                <a:latin typeface="+mn-lt"/>
                <a:cs typeface="Segoe UI"/>
              </a:rPr>
              <a:t>Shell I/O redirection can be configured not to overwrite existing files by using the </a:t>
            </a:r>
            <a:br>
              <a:rPr lang="en-GB" dirty="0">
                <a:cs typeface="Segoe UI"/>
              </a:rPr>
            </a:br>
            <a:r>
              <a:rPr lang="en-GB" sz="1200" b="1" dirty="0">
                <a:latin typeface="+mn-lt"/>
                <a:cs typeface="Segoe UI"/>
              </a:rPr>
              <a:t>set -o </a:t>
            </a:r>
            <a:r>
              <a:rPr lang="en-GB" sz="1200" b="1" dirty="0" err="1">
                <a:latin typeface="+mn-lt"/>
                <a:cs typeface="Segoe UI"/>
              </a:rPr>
              <a:t>noclobber</a:t>
            </a:r>
            <a:r>
              <a:rPr lang="en-GB" sz="1200" dirty="0">
                <a:latin typeface="+mn-lt"/>
                <a:cs typeface="Segoe UI"/>
              </a:rPr>
              <a:t> option.  </a:t>
            </a:r>
            <a:r>
              <a:rPr lang="en-US" sz="1200" spc="-20" dirty="0">
                <a:latin typeface="+mn-lt"/>
                <a:cs typeface="Segoe UI"/>
              </a:rPr>
              <a:t>This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option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applies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only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current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shell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I/O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redirection;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it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still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possible</a:t>
            </a:r>
            <a:r>
              <a:rPr lang="en-US" sz="1200" spc="-8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for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other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programs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overwrite</a:t>
            </a:r>
            <a:r>
              <a:rPr lang="en-US" sz="1200" spc="-9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existing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files.</a:t>
            </a:r>
          </a:p>
          <a:p>
            <a:pPr marL="12700" marR="465455">
              <a:lnSpc>
                <a:spcPct val="100000"/>
              </a:lnSpc>
              <a:spcBef>
                <a:spcPts val="600"/>
              </a:spcBef>
            </a:pPr>
            <a:endParaRPr lang="en-US" sz="1200" spc="-15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85" dirty="0">
                <a:latin typeface="+mn-lt"/>
                <a:cs typeface="Segoe UI"/>
              </a:rPr>
              <a:t> </a:t>
            </a:r>
            <a:r>
              <a:rPr lang="en-US" sz="1200" b="1" spc="-20" dirty="0" err="1">
                <a:latin typeface="+mn-lt"/>
                <a:cs typeface="Segoe UI"/>
              </a:rPr>
              <a:t>noclobbe</a:t>
            </a:r>
            <a:r>
              <a:rPr lang="en-US" sz="1200" spc="-20" dirty="0" err="1">
                <a:latin typeface="+mn-lt"/>
                <a:cs typeface="Segoe UI"/>
              </a:rPr>
              <a:t>r</a:t>
            </a:r>
            <a:r>
              <a:rPr lang="en-US" sz="1200" spc="-7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option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can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overridden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by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using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syntax</a:t>
            </a:r>
            <a:r>
              <a:rPr lang="en-US" sz="1200" spc="225" dirty="0">
                <a:latin typeface="+mn-lt"/>
                <a:cs typeface="Segoe UI"/>
              </a:rPr>
              <a:t> </a:t>
            </a:r>
            <a:r>
              <a:rPr lang="en-US" sz="1200" b="1" spc="-10" dirty="0">
                <a:latin typeface="+mn-lt"/>
                <a:cs typeface="Segoe UI"/>
              </a:rPr>
              <a:t>&gt;|</a:t>
            </a:r>
            <a:r>
              <a:rPr lang="en-US" sz="1200" b="1" spc="-35" dirty="0">
                <a:latin typeface="+mn-lt"/>
                <a:cs typeface="Segoe UI"/>
              </a:rPr>
              <a:t> </a:t>
            </a:r>
            <a:r>
              <a:rPr lang="en-US" sz="1200" b="1" spc="-25" dirty="0">
                <a:latin typeface="+mn-lt"/>
                <a:cs typeface="Segoe UI"/>
              </a:rPr>
              <a:t>file</a:t>
            </a:r>
            <a:r>
              <a:rPr lang="en-US" sz="1200" spc="-25" dirty="0">
                <a:latin typeface="+mn-lt"/>
                <a:cs typeface="Segoe UI"/>
              </a:rPr>
              <a:t>.</a:t>
            </a:r>
            <a:endParaRPr lang="en-US" sz="1200" dirty="0">
              <a:latin typeface="+mn-lt"/>
              <a:cs typeface="Segoe UI"/>
            </a:endParaRPr>
          </a:p>
          <a:p>
            <a:endParaRPr lang="en-GB" dirty="0"/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953387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8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standard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input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stream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can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redirected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from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dirty="0">
                <a:latin typeface="+mn-lt"/>
                <a:cs typeface="Segoe UI"/>
              </a:rPr>
              <a:t>a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file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using</a:t>
            </a:r>
            <a:r>
              <a:rPr lang="en-US" sz="1200" spc="-7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b="1" spc="-30" dirty="0">
                <a:latin typeface="+mn-lt"/>
                <a:cs typeface="Segoe UI"/>
              </a:rPr>
              <a:t> </a:t>
            </a:r>
            <a:r>
              <a:rPr lang="en-US" sz="1200" b="1" spc="5" dirty="0">
                <a:latin typeface="+mn-lt"/>
                <a:cs typeface="Segoe UI"/>
              </a:rPr>
              <a:t>&lt;</a:t>
            </a:r>
            <a:r>
              <a:rPr lang="en-US" sz="1200" b="1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symbol.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200" spc="210" dirty="0">
              <a:latin typeface="+mn-lt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200" spc="-15" dirty="0">
                <a:latin typeface="+mn-lt"/>
                <a:cs typeface="Segoe UI"/>
              </a:rPr>
              <a:t>The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examples </a:t>
            </a:r>
            <a:r>
              <a:rPr lang="en-US" sz="1200" spc="-15" dirty="0">
                <a:latin typeface="+mn-lt"/>
                <a:cs typeface="Segoe UI"/>
              </a:rPr>
              <a:t>show</a:t>
            </a:r>
            <a:r>
              <a:rPr lang="en-US" sz="1200" spc="-6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its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use </a:t>
            </a:r>
            <a:r>
              <a:rPr lang="en-US" sz="1200" spc="-25" dirty="0">
                <a:latin typeface="+mn-lt"/>
                <a:cs typeface="Segoe UI"/>
              </a:rPr>
              <a:t>with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the</a:t>
            </a:r>
            <a:r>
              <a:rPr lang="en-US" sz="1200" b="1" spc="-50" dirty="0">
                <a:latin typeface="+mn-lt"/>
                <a:cs typeface="Segoe UI"/>
              </a:rPr>
              <a:t> </a:t>
            </a:r>
            <a:r>
              <a:rPr lang="en-US" sz="1200" b="1" spc="-20" dirty="0" err="1">
                <a:latin typeface="+mn-lt"/>
                <a:cs typeface="Segoe UI"/>
              </a:rPr>
              <a:t>mysql</a:t>
            </a:r>
            <a:r>
              <a:rPr lang="en-US" sz="1200" b="1" spc="-3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database</a:t>
            </a:r>
            <a:r>
              <a:rPr lang="en-US" sz="1200" spc="-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query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tool,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but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many</a:t>
            </a:r>
            <a:r>
              <a:rPr lang="en-US" sz="1200" spc="-1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other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utilities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take</a:t>
            </a:r>
            <a:r>
              <a:rPr lang="en-US" sz="1200" spc="-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their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input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from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stdin.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pc="-20" dirty="0"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200" spc="-10" dirty="0">
                <a:latin typeface="+mn-lt"/>
                <a:cs typeface="Segoe UI"/>
              </a:rPr>
              <a:t>One</a:t>
            </a:r>
            <a:r>
              <a:rPr lang="en-US" sz="1200" spc="-8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problem</a:t>
            </a:r>
            <a:r>
              <a:rPr lang="en-US" sz="1200" spc="-9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with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using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standard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input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files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in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this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way </a:t>
            </a:r>
            <a:r>
              <a:rPr lang="en-US" sz="1200" spc="-15" dirty="0">
                <a:latin typeface="+mn-lt"/>
                <a:cs typeface="Segoe UI"/>
              </a:rPr>
              <a:t>is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that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there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is</a:t>
            </a:r>
            <a:r>
              <a:rPr lang="en-US" sz="1200" spc="-2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an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extra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file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to</a:t>
            </a:r>
            <a:r>
              <a:rPr lang="en-US" sz="1200" spc="-20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maintain,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and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you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cannot tell what </a:t>
            </a:r>
            <a:r>
              <a:rPr lang="en-US" sz="1200" spc="-15" dirty="0">
                <a:latin typeface="+mn-lt"/>
                <a:cs typeface="Segoe UI"/>
              </a:rPr>
              <a:t>the program is doing just </a:t>
            </a:r>
            <a:r>
              <a:rPr lang="en-US" sz="1200" spc="-10" dirty="0">
                <a:latin typeface="+mn-lt"/>
                <a:cs typeface="Segoe UI"/>
              </a:rPr>
              <a:t>by </a:t>
            </a:r>
            <a:r>
              <a:rPr lang="en-US" sz="1200" spc="-20" dirty="0">
                <a:latin typeface="+mn-lt"/>
                <a:cs typeface="Segoe UI"/>
              </a:rPr>
              <a:t>looking </a:t>
            </a:r>
            <a:r>
              <a:rPr lang="en-US" sz="1200" spc="-15" dirty="0">
                <a:latin typeface="+mn-lt"/>
                <a:cs typeface="Segoe UI"/>
              </a:rPr>
              <a:t>at the </a:t>
            </a:r>
            <a:r>
              <a:rPr lang="en-US" sz="1200" spc="-20" dirty="0">
                <a:latin typeface="+mn-lt"/>
                <a:cs typeface="Segoe UI"/>
              </a:rPr>
              <a:t>script.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pc="-20" dirty="0"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200" spc="5" dirty="0">
                <a:latin typeface="+mn-lt"/>
                <a:cs typeface="Segoe UI"/>
              </a:rPr>
              <a:t>A </a:t>
            </a:r>
            <a:r>
              <a:rPr lang="en-US" sz="1200" b="1" spc="-15" dirty="0">
                <a:latin typeface="+mn-lt"/>
                <a:cs typeface="Segoe UI"/>
              </a:rPr>
              <a:t>here </a:t>
            </a:r>
            <a:r>
              <a:rPr lang="en-US" sz="1200" b="1" spc="-20" dirty="0">
                <a:latin typeface="+mn-lt"/>
                <a:cs typeface="Segoe UI"/>
              </a:rPr>
              <a:t>document </a:t>
            </a:r>
            <a:r>
              <a:rPr lang="en-US" sz="1200" spc="-20" dirty="0">
                <a:latin typeface="+mn-lt"/>
                <a:cs typeface="Segoe UI"/>
              </a:rPr>
              <a:t>gives </a:t>
            </a:r>
            <a:r>
              <a:rPr lang="en-US" sz="1200" dirty="0">
                <a:latin typeface="+mn-lt"/>
                <a:cs typeface="Segoe UI"/>
              </a:rPr>
              <a:t>a </a:t>
            </a:r>
            <a:r>
              <a:rPr lang="en-US" sz="1200" spc="-20" dirty="0">
                <a:latin typeface="+mn-lt"/>
                <a:cs typeface="Segoe UI"/>
              </a:rPr>
              <a:t>way </a:t>
            </a:r>
            <a:r>
              <a:rPr lang="en-US" sz="1200" spc="-10" dirty="0">
                <a:latin typeface="+mn-lt"/>
                <a:cs typeface="Segoe UI"/>
              </a:rPr>
              <a:t>of</a:t>
            </a:r>
            <a:r>
              <a:rPr lang="en-US" sz="1200" spc="-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embedding </a:t>
            </a:r>
            <a:r>
              <a:rPr lang="en-US" sz="1200" spc="-25" dirty="0">
                <a:latin typeface="+mn-lt"/>
                <a:cs typeface="Segoe UI"/>
              </a:rPr>
              <a:t>application </a:t>
            </a:r>
            <a:r>
              <a:rPr lang="en-US" sz="1200" spc="-20" dirty="0">
                <a:latin typeface="+mn-lt"/>
                <a:cs typeface="Segoe UI"/>
              </a:rPr>
              <a:t>data </a:t>
            </a:r>
            <a:r>
              <a:rPr lang="en-US" sz="1200" spc="-15" dirty="0">
                <a:latin typeface="+mn-lt"/>
                <a:cs typeface="Segoe UI"/>
              </a:rPr>
              <a:t>(in </a:t>
            </a:r>
            <a:r>
              <a:rPr lang="en-US" sz="1200" spc="-20" dirty="0">
                <a:latin typeface="+mn-lt"/>
                <a:cs typeface="Segoe UI"/>
              </a:rPr>
              <a:t>this case </a:t>
            </a:r>
            <a:r>
              <a:rPr lang="en-US" sz="1200" spc="-15" dirty="0">
                <a:latin typeface="+mn-lt"/>
                <a:cs typeface="Segoe UI"/>
              </a:rPr>
              <a:t>SQL) in </a:t>
            </a:r>
            <a:r>
              <a:rPr lang="en-US" sz="1200" dirty="0">
                <a:latin typeface="+mn-lt"/>
                <a:cs typeface="Segoe UI"/>
              </a:rPr>
              <a:t>a </a:t>
            </a:r>
            <a:r>
              <a:rPr lang="en-US" sz="1200" spc="-20" dirty="0">
                <a:latin typeface="+mn-lt"/>
                <a:cs typeface="Segoe UI"/>
              </a:rPr>
              <a:t>shell script.</a:t>
            </a:r>
            <a:r>
              <a:rPr lang="en-US" sz="1200" spc="-15" dirty="0">
                <a:latin typeface="+mn-lt"/>
                <a:cs typeface="Segoe UI"/>
              </a:rPr>
              <a:t> The </a:t>
            </a:r>
            <a:r>
              <a:rPr lang="en-US" sz="1200" b="1" spc="-5" dirty="0">
                <a:latin typeface="+mn-lt"/>
                <a:cs typeface="Segoe UI"/>
              </a:rPr>
              <a:t>&lt;&lt; </a:t>
            </a:r>
            <a:r>
              <a:rPr lang="en-US" sz="1200" spc="-20" dirty="0">
                <a:latin typeface="+mn-lt"/>
                <a:cs typeface="Segoe UI"/>
              </a:rPr>
              <a:t>symbols </a:t>
            </a:r>
            <a:r>
              <a:rPr lang="en-US" sz="1200" spc="-15" dirty="0">
                <a:latin typeface="+mn-lt"/>
                <a:cs typeface="Segoe UI"/>
              </a:rPr>
              <a:t>are </a:t>
            </a:r>
            <a:r>
              <a:rPr lang="en-US" sz="1200" spc="-20" dirty="0">
                <a:latin typeface="+mn-lt"/>
                <a:cs typeface="Segoe UI"/>
              </a:rPr>
              <a:t>followed </a:t>
            </a:r>
            <a:r>
              <a:rPr lang="en-US" sz="1200" spc="-10" dirty="0">
                <a:latin typeface="+mn-lt"/>
                <a:cs typeface="Segoe UI"/>
              </a:rPr>
              <a:t>by </a:t>
            </a:r>
            <a:r>
              <a:rPr lang="en-US" sz="1200" dirty="0">
                <a:latin typeface="+mn-lt"/>
                <a:cs typeface="Segoe UI"/>
              </a:rPr>
              <a:t>a </a:t>
            </a:r>
            <a:r>
              <a:rPr lang="en-US" sz="1200" spc="-20" dirty="0">
                <a:latin typeface="+mn-lt"/>
                <a:cs typeface="Segoe UI"/>
              </a:rPr>
              <a:t>label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which </a:t>
            </a:r>
            <a:r>
              <a:rPr lang="en-US" sz="1200" spc="-25" dirty="0">
                <a:latin typeface="+mn-lt"/>
                <a:cs typeface="Segoe UI"/>
              </a:rPr>
              <a:t>terminates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spc="-20" dirty="0">
                <a:latin typeface="+mn-lt"/>
                <a:cs typeface="Segoe UI"/>
              </a:rPr>
              <a:t>'document'.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spc="-20" dirty="0">
                <a:latin typeface="+mn-lt"/>
                <a:cs typeface="Segoe UI"/>
              </a:rPr>
              <a:t>data can include environment </a:t>
            </a:r>
            <a:r>
              <a:rPr lang="en-US" sz="1200" spc="-25" dirty="0">
                <a:latin typeface="+mn-lt"/>
                <a:cs typeface="Segoe UI"/>
              </a:rPr>
              <a:t>variables </a:t>
            </a:r>
            <a:r>
              <a:rPr lang="en-US" sz="1200" spc="-20" dirty="0">
                <a:latin typeface="+mn-lt"/>
                <a:cs typeface="Segoe UI"/>
              </a:rPr>
              <a:t>with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dirty="0">
                <a:latin typeface="+mn-lt"/>
                <a:cs typeface="Segoe UI"/>
              </a:rPr>
              <a:t>$ </a:t>
            </a:r>
            <a:r>
              <a:rPr lang="en-US" sz="1200" spc="-20" dirty="0">
                <a:latin typeface="+mn-lt"/>
                <a:cs typeface="Segoe UI"/>
              </a:rPr>
              <a:t>prefix, </a:t>
            </a:r>
            <a:r>
              <a:rPr lang="en-US" sz="1200" spc="-15" dirty="0">
                <a:latin typeface="+mn-lt"/>
                <a:cs typeface="Segoe UI"/>
              </a:rPr>
              <a:t>and the </a:t>
            </a:r>
            <a:r>
              <a:rPr lang="en-US" sz="1200" spc="-1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value</a:t>
            </a:r>
            <a:r>
              <a:rPr lang="en-US" sz="1200" spc="-6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will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be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substituted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at</a:t>
            </a:r>
            <a:r>
              <a:rPr lang="en-US" sz="1200" spc="-4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run-time.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pc="-20" dirty="0"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200" spc="-10" dirty="0">
                <a:latin typeface="+mn-lt"/>
                <a:cs typeface="Segoe UI"/>
              </a:rPr>
              <a:t>Be</a:t>
            </a:r>
            <a:r>
              <a:rPr lang="en-US" sz="1200" spc="-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careful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with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using</a:t>
            </a:r>
            <a:r>
              <a:rPr lang="en-US" sz="1200" spc="-80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here</a:t>
            </a:r>
            <a:r>
              <a:rPr lang="en-US" sz="1200" spc="-55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documents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b="1" spc="-20" dirty="0">
                <a:latin typeface="+mn-lt"/>
                <a:cs typeface="Segoe UI"/>
              </a:rPr>
              <a:t>inside</a:t>
            </a:r>
            <a:r>
              <a:rPr lang="en-US" sz="1200" b="1" spc="-55" dirty="0">
                <a:latin typeface="+mn-lt"/>
                <a:cs typeface="Segoe UI"/>
              </a:rPr>
              <a:t> </a:t>
            </a:r>
            <a:r>
              <a:rPr lang="en-US" sz="1200" b="1" spc="-20" dirty="0">
                <a:latin typeface="+mn-lt"/>
                <a:cs typeface="Segoe UI"/>
              </a:rPr>
              <a:t>if,</a:t>
            </a:r>
            <a:r>
              <a:rPr lang="en-US" sz="1200" b="1" spc="-40" dirty="0">
                <a:latin typeface="+mn-lt"/>
                <a:cs typeface="Segoe UI"/>
              </a:rPr>
              <a:t> </a:t>
            </a:r>
            <a:r>
              <a:rPr lang="en-US" sz="1200" b="1" spc="-20" dirty="0">
                <a:latin typeface="+mn-lt"/>
                <a:cs typeface="Segoe UI"/>
              </a:rPr>
              <a:t>while</a:t>
            </a:r>
            <a:r>
              <a:rPr lang="en-US" sz="1200" spc="-20" dirty="0">
                <a:latin typeface="+mn-lt"/>
                <a:cs typeface="Segoe UI"/>
              </a:rPr>
              <a:t>,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or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b="1" spc="-15" dirty="0">
                <a:latin typeface="+mn-lt"/>
                <a:cs typeface="Segoe UI"/>
              </a:rPr>
              <a:t>for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25" dirty="0">
                <a:latin typeface="+mn-lt"/>
                <a:cs typeface="Segoe UI"/>
              </a:rPr>
              <a:t>statements.  Although i</a:t>
            </a:r>
            <a:r>
              <a:rPr lang="en-US" sz="1200" spc="-15" dirty="0">
                <a:latin typeface="+mn-lt"/>
                <a:cs typeface="Segoe UI"/>
              </a:rPr>
              <a:t>t</a:t>
            </a:r>
            <a:r>
              <a:rPr lang="en-US" sz="1200" spc="-4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is</a:t>
            </a:r>
            <a:r>
              <a:rPr lang="en-US" sz="1200" spc="-3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natural</a:t>
            </a:r>
            <a:r>
              <a:rPr lang="en-US" sz="1200" spc="-35" dirty="0">
                <a:latin typeface="+mn-lt"/>
                <a:cs typeface="Segoe UI"/>
              </a:rPr>
              <a:t> </a:t>
            </a:r>
            <a:r>
              <a:rPr lang="en-US" sz="1200" spc="-15" dirty="0">
                <a:latin typeface="+mn-lt"/>
                <a:cs typeface="Segoe UI"/>
              </a:rPr>
              <a:t>(and</a:t>
            </a:r>
            <a:r>
              <a:rPr lang="en-US" sz="1200" spc="-5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normally</a:t>
            </a:r>
            <a:r>
              <a:rPr lang="en-US" sz="1200" spc="-70" dirty="0">
                <a:latin typeface="+mn-lt"/>
                <a:cs typeface="Segoe UI"/>
              </a:rPr>
              <a:t> </a:t>
            </a:r>
            <a:r>
              <a:rPr lang="en-US" sz="1200" spc="5" dirty="0">
                <a:latin typeface="+mn-lt"/>
                <a:cs typeface="Segoe UI"/>
              </a:rPr>
              <a:t>a</a:t>
            </a:r>
            <a:r>
              <a:rPr lang="en-US" sz="1200" spc="-20" dirty="0">
                <a:latin typeface="+mn-lt"/>
                <a:cs typeface="Segoe UI"/>
              </a:rPr>
              <a:t> </a:t>
            </a:r>
            <a:r>
              <a:rPr lang="en-US" sz="1200" spc="-10" dirty="0">
                <a:latin typeface="+mn-lt"/>
                <a:cs typeface="Segoe UI"/>
              </a:rPr>
              <a:t>good </a:t>
            </a:r>
            <a:r>
              <a:rPr lang="en-US" sz="1200" spc="-260" dirty="0">
                <a:latin typeface="+mn-lt"/>
                <a:cs typeface="Segoe UI"/>
              </a:rPr>
              <a:t> </a:t>
            </a:r>
            <a:r>
              <a:rPr lang="en-US" sz="1200" spc="-20" dirty="0">
                <a:latin typeface="+mn-lt"/>
                <a:cs typeface="Segoe UI"/>
              </a:rPr>
              <a:t>idea) </a:t>
            </a:r>
            <a:r>
              <a:rPr lang="en-US" sz="1200" spc="-15" dirty="0">
                <a:latin typeface="+mn-lt"/>
                <a:cs typeface="Segoe UI"/>
              </a:rPr>
              <a:t>to </a:t>
            </a:r>
            <a:r>
              <a:rPr lang="en-US" sz="1200" spc="-20" dirty="0">
                <a:latin typeface="+mn-lt"/>
                <a:cs typeface="Segoe UI"/>
              </a:rPr>
              <a:t>indent </a:t>
            </a:r>
            <a:r>
              <a:rPr lang="en-US" sz="1200" spc="-25" dirty="0">
                <a:latin typeface="+mn-lt"/>
                <a:cs typeface="Segoe UI"/>
              </a:rPr>
              <a:t>statements </a:t>
            </a:r>
            <a:r>
              <a:rPr lang="en-US" sz="1200" spc="-20" dirty="0">
                <a:latin typeface="+mn-lt"/>
                <a:cs typeface="Segoe UI"/>
              </a:rPr>
              <a:t>inside constructs, </a:t>
            </a:r>
            <a:r>
              <a:rPr lang="en-US" sz="1200" spc="-10" dirty="0">
                <a:latin typeface="+mn-lt"/>
                <a:cs typeface="Segoe UI"/>
              </a:rPr>
              <a:t>in this situation </a:t>
            </a:r>
            <a:r>
              <a:rPr lang="en-US" sz="1200" spc="-15" dirty="0">
                <a:latin typeface="+mn-lt"/>
                <a:cs typeface="Segoe UI"/>
              </a:rPr>
              <a:t>the </a:t>
            </a:r>
            <a:r>
              <a:rPr lang="en-US" sz="1200" spc="-20" dirty="0">
                <a:latin typeface="+mn-lt"/>
                <a:cs typeface="Segoe UI"/>
              </a:rPr>
              <a:t>spaces </a:t>
            </a:r>
            <a:r>
              <a:rPr lang="en-US" sz="1200" spc="-10" dirty="0">
                <a:latin typeface="+mn-lt"/>
                <a:cs typeface="Segoe UI"/>
              </a:rPr>
              <a:t>or </a:t>
            </a:r>
            <a:r>
              <a:rPr lang="en-US" sz="1200" spc="-20" dirty="0">
                <a:latin typeface="+mn-lt"/>
                <a:cs typeface="Segoe UI"/>
              </a:rPr>
              <a:t>tabs </a:t>
            </a:r>
            <a:r>
              <a:rPr lang="en-US" sz="1200" spc="-25" dirty="0">
                <a:latin typeface="+mn-lt"/>
                <a:cs typeface="Segoe UI"/>
              </a:rPr>
              <a:t>will </a:t>
            </a:r>
            <a:r>
              <a:rPr lang="en-US" sz="1200" spc="-10" dirty="0">
                <a:latin typeface="+mn-lt"/>
                <a:cs typeface="Segoe UI"/>
              </a:rPr>
              <a:t>be </a:t>
            </a:r>
            <a:r>
              <a:rPr lang="en-US" sz="1200" spc="-20" dirty="0">
                <a:latin typeface="+mn-lt"/>
                <a:cs typeface="Segoe UI"/>
              </a:rPr>
              <a:t>included </a:t>
            </a:r>
            <a:r>
              <a:rPr lang="en-US" sz="1200" spc="-15" dirty="0">
                <a:latin typeface="+mn-lt"/>
                <a:cs typeface="Segoe UI"/>
              </a:rPr>
              <a:t>in the </a:t>
            </a:r>
            <a:r>
              <a:rPr lang="en-US" sz="1200" spc="-25" dirty="0">
                <a:latin typeface="+mn-lt"/>
                <a:cs typeface="Segoe UI"/>
              </a:rPr>
              <a:t>data</a:t>
            </a:r>
            <a:r>
              <a:rPr lang="en-US" sz="1200" spc="-25" dirty="0">
                <a:latin typeface="Segoe UI"/>
                <a:cs typeface="Segoe UI"/>
              </a:rPr>
              <a:t>.</a:t>
            </a:r>
            <a:endParaRPr lang="en-US" sz="1200" spc="-20" dirty="0">
              <a:latin typeface="Segoe UI"/>
              <a:cs typeface="Segoe UI"/>
            </a:endParaRPr>
          </a:p>
          <a:p>
            <a:endParaRPr lang="en-GB" dirty="0"/>
          </a:p>
          <a:p>
            <a:pPr marL="12700" marR="28575">
              <a:lnSpc>
                <a:spcPct val="100000"/>
              </a:lnSpc>
              <a:spcBef>
                <a:spcPts val="105"/>
              </a:spcBef>
            </a:pPr>
            <a:endParaRPr lang="en-GB" sz="1200" noProof="0" dirty="0">
              <a:latin typeface="Montserrat" panose="00000500000000000000" pitchFamily="2" charset="0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75FBD5F9-3F07-4319-B1E3-52795B99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713851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BE1F5F-BEC2-48D5-A890-C07C79853E2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2141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noProof="0" dirty="0">
                <a:latin typeface="+mn-lt"/>
              </a:rPr>
              <a:t> overwrites the output file if it already exists but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&gt;&gt; </a:t>
            </a:r>
            <a:r>
              <a:rPr lang="en-US" noProof="0" dirty="0">
                <a:latin typeface="+mn-lt"/>
              </a:rPr>
              <a:t>appends to the output file</a:t>
            </a:r>
          </a:p>
          <a:p>
            <a:pPr marL="228600" indent="-228600">
              <a:buFont typeface="+mj-lt"/>
              <a:buAutoNum type="alphaLcParenR"/>
            </a:pP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lang="en-US" noProof="0" dirty="0">
                <a:latin typeface="+mn-lt"/>
              </a:rPr>
              <a:t> redirects standard input from a file  and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&lt;&lt;</a:t>
            </a:r>
            <a:r>
              <a:rPr lang="en-US" noProof="0" dirty="0">
                <a:latin typeface="+mn-lt"/>
              </a:rPr>
              <a:t> redirects standard input from a shell here document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Separate pointers would be maintained for each stream, and sooner or later they would start overwriting each other.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Methods include:</a:t>
            </a:r>
          </a:p>
          <a:p>
            <a:pPr marL="685789" lvl="1" indent="-228600">
              <a:buFont typeface="Arial" panose="020B0604020202020204" pitchFamily="34" charset="0"/>
              <a:buChar char="•"/>
            </a:pPr>
            <a:r>
              <a:rPr lang="en-US" noProof="0" dirty="0">
                <a:latin typeface="+mn-lt"/>
              </a:rPr>
              <a:t>Traditional methods are: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1&gt; file 2&gt;&amp;1  </a:t>
            </a:r>
            <a:r>
              <a:rPr lang="en-US" noProof="0" dirty="0">
                <a:latin typeface="+mn-lt"/>
              </a:rPr>
              <a:t>or 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2&gt; file 1&gt;&amp;2</a:t>
            </a:r>
          </a:p>
          <a:p>
            <a:pPr marL="685789" lvl="1" indent="-228600">
              <a:buFont typeface="Arial" panose="020B0604020202020204" pitchFamily="34" charset="0"/>
              <a:buChar char="•"/>
            </a:pPr>
            <a:r>
              <a:rPr lang="en-US" noProof="0" dirty="0">
                <a:latin typeface="+mn-lt"/>
              </a:rPr>
              <a:t>Methods introduced in Bash are: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&amp;&gt;file  </a:t>
            </a:r>
            <a:r>
              <a:rPr lang="en-US" noProof="0" dirty="0">
                <a:latin typeface="+mn-lt"/>
              </a:rPr>
              <a:t>or 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&gt;&amp;file</a:t>
            </a:r>
          </a:p>
          <a:p>
            <a:pPr marL="228600" indent="-228600">
              <a:buFont typeface="+mj-lt"/>
              <a:buAutoNum type="alphaLcParenR"/>
            </a:pPr>
            <a:r>
              <a:rPr lang="en-US" noProof="0" dirty="0">
                <a:latin typeface="+mn-lt"/>
              </a:rPr>
              <a:t>Set the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noclobber</a:t>
            </a:r>
            <a:r>
              <a:rPr lang="en-US" noProof="0" dirty="0">
                <a:latin typeface="+mn-lt"/>
              </a:rPr>
              <a:t> option on the shell with </a:t>
            </a:r>
            <a:r>
              <a:rPr lang="en-US" b="1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 –o </a:t>
            </a:r>
            <a:r>
              <a:rPr lang="en-US" b="1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noclobber</a:t>
            </a:r>
            <a:endParaRPr lang="en-GB" b="1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504633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99CF3CE9-CF30-4828-9BEB-5EB5CFE56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9452587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37E3CDF4-8151-4C72-9D24-AEAE185BC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3082802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em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6.png"/><Relationship Id="rId4" Type="http://schemas.openxmlformats.org/officeDocument/2006/relationships/image" Target="../media/image30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6.png"/><Relationship Id="rId4" Type="http://schemas.openxmlformats.org/officeDocument/2006/relationships/image" Target="../media/image36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emf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26.png"/><Relationship Id="rId4" Type="http://schemas.openxmlformats.org/officeDocument/2006/relationships/image" Target="../media/image42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10" name="Picture 9" descr="A person holding an orange paper&#10;&#10;Description automatically generated">
            <a:extLst>
              <a:ext uri="{FF2B5EF4-FFF2-40B4-BE49-F238E27FC236}">
                <a16:creationId xmlns:a16="http://schemas.microsoft.com/office/drawing/2014/main" id="{04697691-3082-2ECF-DAB8-FE29E8E66D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49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373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talking to another person&#10;&#10;Description automatically generated">
            <a:extLst>
              <a:ext uri="{FF2B5EF4-FFF2-40B4-BE49-F238E27FC236}">
                <a16:creationId xmlns:a16="http://schemas.microsoft.com/office/drawing/2014/main" id="{BD578162-5FB4-6C6D-006A-D95E9BA25F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09" cy="68590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82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8" name="Picture 7" descr="A person and person standing in an office&#10;&#10;Description automatically generated">
            <a:extLst>
              <a:ext uri="{FF2B5EF4-FFF2-40B4-BE49-F238E27FC236}">
                <a16:creationId xmlns:a16="http://schemas.microsoft.com/office/drawing/2014/main" id="{5A656440-781D-FF89-A173-6F135D6EB4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18"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165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67CEBF45-943F-B807-5DB4-2E9C2442F6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89" y="0"/>
            <a:ext cx="566360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usiness/Marketing -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900" y="1013077"/>
            <a:ext cx="5322477" cy="2027835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lnSpc>
                <a:spcPct val="100000"/>
              </a:lnSpc>
              <a:defRPr sz="42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236157"/>
            <a:ext cx="5289439" cy="863600"/>
          </a:xfrm>
          <a:prstGeom prst="rect">
            <a:avLst/>
          </a:prstGeom>
          <a:ln>
            <a:noFill/>
          </a:ln>
        </p:spPr>
        <p:txBody>
          <a:bodyPr lIns="0" rIns="0" anchor="t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 descr="A person and person looking at a computer&#10;&#10;Description automatically generated">
            <a:extLst>
              <a:ext uri="{FF2B5EF4-FFF2-40B4-BE49-F238E27FC236}">
                <a16:creationId xmlns:a16="http://schemas.microsoft.com/office/drawing/2014/main" id="{10FDA179-75B5-61CF-9CC0-8277D61F4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8390" y="0"/>
            <a:ext cx="566361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0A4229-1351-3FFE-81FC-8041CD7C2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900" y="5100968"/>
            <a:ext cx="2360758" cy="119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710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u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900B100-2687-1806-91A0-1745BAAE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3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13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Yello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85F22E-218E-4306-C170-579CCBF0B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756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ed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217865-0F45-7305-80EA-583FC4204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50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urpl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0B8D50-2C63-2F2E-599F-E921BF1F7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4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range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C7FB40-8E4C-9F3C-39E4-77F63BEB7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9858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Green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CAA40E-1785-77D1-B497-23C4B7D0F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C96ABF-C649-123E-FBF1-598689C3D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8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02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/W_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3CB853B-6666-2B54-6421-F982E0932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898802"/>
            <a:ext cx="8062294" cy="1684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9D855A-1A49-ADBE-89C8-65ECAFD2AA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406" y="1118152"/>
            <a:ext cx="6777996" cy="1247916"/>
          </a:xfrm>
          <a:prstGeom prst="rect">
            <a:avLst/>
          </a:prstGeom>
          <a:ln>
            <a:noFill/>
          </a:ln>
        </p:spPr>
        <p:txBody>
          <a:bodyPr lIns="0" rIns="0" anchor="ctr"/>
          <a:lstStyle>
            <a:lvl1pPr algn="l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AF8D4-DACD-9AF9-364C-02C474BC62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406" y="2902689"/>
            <a:ext cx="6150678" cy="863600"/>
          </a:xfrm>
          <a:prstGeom prst="rect">
            <a:avLst/>
          </a:prstGeom>
          <a:ln>
            <a:noFill/>
          </a:ln>
        </p:spPr>
        <p:txBody>
          <a:bodyPr lIns="0" rIns="0" anchor="t"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6B79A-062B-09A4-399F-9A4F4ABCAA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406" y="5650087"/>
            <a:ext cx="1972082" cy="65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2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ck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923268F-18BB-EA9A-A601-DD97D746AC7D}"/>
              </a:ext>
            </a:extLst>
          </p:cNvPr>
          <p:cNvSpPr/>
          <p:nvPr userDrawn="1"/>
        </p:nvSpPr>
        <p:spPr>
          <a:xfrm flipH="1">
            <a:off x="0" y="512763"/>
            <a:ext cx="3863975" cy="615321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3B24FD-F975-8AFC-9607-A7F61051FC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1094400"/>
            <a:ext cx="2914134" cy="1166400"/>
          </a:xfrm>
          <a:ln>
            <a:noFill/>
          </a:ln>
        </p:spPr>
        <p:txBody>
          <a:bodyPr tIns="126000" bIns="46800" anchor="t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Agenda/ TOC title style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E7018EA-03DA-0C52-42A5-298818F40F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3725" y="1093788"/>
            <a:ext cx="7272338" cy="5214937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tabLst>
                <a:tab pos="5740400" algn="l"/>
              </a:tabLst>
              <a:defRPr/>
            </a:lvl1pPr>
            <a:lvl2pPr marL="457200" indent="0">
              <a:buNone/>
              <a:tabLst/>
              <a:defRPr/>
            </a:lvl2pPr>
            <a:lvl3pPr marL="914400" indent="0">
              <a:buNone/>
              <a:tabLst/>
              <a:defRPr/>
            </a:lvl3pPr>
            <a:lvl4pPr marL="1371600" indent="0">
              <a:buNone/>
              <a:tabLst/>
              <a:defRPr/>
            </a:lvl4pPr>
          </a:lstStyle>
          <a:p>
            <a:pPr lvl="0"/>
            <a:r>
              <a:rPr lang="en-US" dirty="0"/>
              <a:t>Click to edit Agenda/TOC styles</a:t>
            </a:r>
          </a:p>
        </p:txBody>
      </p:sp>
    </p:spTree>
    <p:extLst>
      <p:ext uri="{BB962C8B-B14F-4D97-AF65-F5344CB8AC3E}">
        <p14:creationId xmlns:p14="http://schemas.microsoft.com/office/powerpoint/2010/main" val="1737751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een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3pPr>
              <a:defRPr/>
            </a:lvl3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538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- Pl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72711D-C1D3-A4A4-66F7-B70A1F3906BE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52392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- Plus Symbol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71A99-398C-22FD-2BEF-6BB91DC23B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4350" y="1979999"/>
            <a:ext cx="11161713" cy="4328725"/>
          </a:xfrm>
          <a:prstGeom prst="rect">
            <a:avLst/>
          </a:prstGeom>
        </p:spPr>
        <p:txBody>
          <a:bodyPr/>
          <a:lstStyle>
            <a:lvl3pPr>
              <a:defRPr/>
            </a:lvl3pPr>
            <a:lvl4pPr>
              <a:defRPr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9C9C4-0A99-7B6F-643F-06022C89E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99" y="972000"/>
            <a:ext cx="11161263" cy="7200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50EB8-8B5E-27BB-F5B5-15E38895D8B5}"/>
              </a:ext>
            </a:extLst>
          </p:cNvPr>
          <p:cNvSpPr/>
          <p:nvPr userDrawn="1"/>
        </p:nvSpPr>
        <p:spPr>
          <a:xfrm>
            <a:off x="0" y="6663189"/>
            <a:ext cx="12192000" cy="1948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9856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AF83E-84C1-EB63-2AE6-A697F4B23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2975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9F038F-3F25-E2F9-C87A-21E6BA034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41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058DBC-ECFC-992C-B787-CF026CF7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374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3EADF05-6147-C359-65E0-0B6C167D1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A3EF1E2-21DA-1F1B-ED20-1E0CA14008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F1A10E-9321-C019-89DF-4455D5219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319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63F0D2-F250-3107-1483-DBDD26CD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1552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10531E-8BB5-02D6-AFEC-E5A33795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DA6B95-D3C8-78E5-07B4-FD97F67B4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7BC2-2F18-5323-A182-B58E5988F6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272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4599EA-33A9-714A-71F9-C9917BED5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570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D66C63-7725-D0B5-A2BA-B83166EDE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3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325625-45A1-4974-9E2F-ACF145796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7512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pl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974466-2D86-293F-6B05-5E0EFB384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953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A780B5-8449-24E7-03B6-02AD7F4C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0006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24F45-9A75-4C9D-D15D-D057CCC9F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726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E87028-CAF7-F5B7-4CB1-0D4C0319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61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655AB4C9-59BC-E224-FFFD-9DB88A07D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D352A76-8A6F-211C-DD74-EAF5EB388B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754DA5-0BF1-D01C-3093-2696272D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1889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01192-B93C-B441-2C51-0090D4461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321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9F417E-049D-9F48-46F8-DD8F31C8E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2826E8-5ACA-BF47-3E86-1B0C693CA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9F0EF-0BC7-6322-F985-33B730695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98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6A2FB5-0ABC-A1F1-BCBB-0E5B880F3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8553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1A4E5-3F16-939E-5F18-58B9992D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0935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30F107-C548-1F71-0328-0C05847A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6765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6BC58F-7098-6ED6-8197-0183DE87C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9820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+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320CCE-0666-0F0C-7744-F081564D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52ED4D-1FD8-8A85-D9F2-130947E5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A2B2ADB-E9C2-46B9-217D-95C46BD1C9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2" y="1733108"/>
            <a:ext cx="5744228" cy="43487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FC2D1BDC-8F98-CD0B-F342-F69276C053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59426" y="1733108"/>
            <a:ext cx="5532574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FBBDBF5-DBEB-9C3A-AA84-C6013F70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FDA6DA-A09B-E661-C701-83631A442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522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C07A9-8BAB-F929-717A-24BD0BCB0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1695"/>
          <a:stretch/>
        </p:blipFill>
        <p:spPr>
          <a:xfrm>
            <a:off x="8961679" y="1733108"/>
            <a:ext cx="3230321" cy="406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7686287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B6E4D2-0D65-2FC1-182E-9DA3C208A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3274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text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65470D-A001-7E84-A761-67044DBA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66104-3DE6-F072-0A88-D9D6777CD7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10800000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4CA626-3C65-B748-140A-844B79E46F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9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8E43A38-C814-1ECB-B0C2-350BCC4A5C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08121" y="1733108"/>
            <a:ext cx="5135800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08DA0-5295-D75C-0FE0-632E0C11E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2798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mage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D6AB3388-802E-7B9B-7386-5AF80CDF16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88393"/>
            <a:ext cx="8062124" cy="4238146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73B3AC-AF7F-86D1-5DB4-7B53B835C9B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06047" y="3514506"/>
            <a:ext cx="3685953" cy="785919"/>
          </a:xfrm>
          <a:prstGeom prst="rect">
            <a:avLst/>
          </a:prstGeom>
          <a:solidFill>
            <a:srgbClr val="5F5F5F"/>
          </a:solidFill>
        </p:spPr>
        <p:txBody>
          <a:bodyPr lIns="288000" tIns="251999" rIns="288000" bIns="251999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49F0CE-684B-DB8B-145F-C329BD62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146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icons+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F93977-4867-A718-5684-B7AE0372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92300"/>
            <a:ext cx="12192000" cy="381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3" y="500194"/>
            <a:ext cx="10146106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C8650218-E8C4-B267-B89C-CD94E6AC1D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84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BFAE9F9-5429-CFF8-597C-34C1D92EB7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84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2ECB421E-ABC7-A07A-7FBD-08786784AF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322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C9428658-31AB-5478-AB9C-2332ED08CF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322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58E79EAA-5AB5-1EC9-B4AE-C198BEE38B2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78799" y="2336800"/>
            <a:ext cx="927102" cy="838201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E4CF326-14CF-E04A-03AF-3867D47E3B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78799" y="3302001"/>
            <a:ext cx="3238501" cy="1943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39C6B-D41F-5AD8-64AA-312B1C2E4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2427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quo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CA076-EDFD-D91F-15A9-688C5B091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9112" y="613607"/>
            <a:ext cx="7772400" cy="38193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43ED6A-BB5E-C793-4091-0F75D5BF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4629819"/>
            <a:ext cx="6134101" cy="881899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7391170-BBCB-B41E-7EF3-11552AE093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1130300"/>
            <a:ext cx="6756400" cy="2832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b="0"/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C7E116B-D2FE-8029-F102-28482CED5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4759618"/>
            <a:ext cx="4686300" cy="6223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1800" b="0" i="1">
                <a:latin typeface="+mn-lt"/>
              </a:defRPr>
            </a:lvl1pPr>
          </a:lstStyle>
          <a:p>
            <a:pPr lvl="0"/>
            <a:r>
              <a:rPr lang="en-US" dirty="0"/>
              <a:t>Click to add the author’s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8542B-692B-0B4A-EA75-7BC9459A2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9901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highlighte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6029AD-1D32-685F-3152-0516E45BE4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297173"/>
            <a:ext cx="6683265" cy="21318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3600" b="1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F6843B-CBB4-1F01-0AEC-1BDA76C02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181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la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FD92BA1-52B2-AA53-5B3D-C6CCD294C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4D0FF90-1989-0773-3311-86B459E9F2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</a:lstStyle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084BB7-FD33-E999-BB00-95C0B46F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5398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5CCCEF-A174-E922-95A2-117B781C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2DAE0C-368F-9ED6-A0CD-43A480EF7A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6AE348E-DBD9-C0BD-924D-E8F93B3479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3646B1-67E4-C5BB-B642-8A82CEA57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  <a:prstGeom prst="rect">
            <a:avLst/>
          </a:prstGeom>
        </p:spPr>
        <p:txBody>
          <a:bodyPr anchor="ctr"/>
          <a:lstStyle>
            <a:lvl1pPr algn="r">
              <a:defRPr>
                <a:solidFill>
                  <a:srgbClr val="5F5F5F"/>
                </a:solidFill>
              </a:defRPr>
            </a:lvl1pPr>
          </a:lstStyle>
          <a:p>
            <a:fld id="{F3469444-D02B-D446-9CF8-19DEDDE073D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7CA38A-68D0-CAE1-B333-86E612110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2507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/W_break_fin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30D3FB5-8605-FDB1-1ABD-F61723E1C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479" y="1711845"/>
            <a:ext cx="5819073" cy="69111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60CAB47-BCE7-4DDF-B78D-31A001A2F5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01479" y="2445487"/>
            <a:ext cx="7166344" cy="85518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7200" b="1"/>
            </a:lvl1pPr>
          </a:lstStyle>
          <a:p>
            <a:pPr lvl="0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DCAF6C-3019-6F70-2286-C5792C436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B1F4-036A-EB96-EB90-23B4F2887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398" y="6326060"/>
            <a:ext cx="678452" cy="3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2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371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945" r:id="rId3"/>
    <p:sldLayoutId id="2147483946" r:id="rId4"/>
    <p:sldLayoutId id="214748394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  <p15:guide id="9" pos="325" userDrawn="1">
          <p15:clr>
            <a:srgbClr val="F26B43"/>
          </p15:clr>
        </p15:guide>
        <p15:guide id="10" orient="horz" pos="2478" userDrawn="1">
          <p15:clr>
            <a:srgbClr val="F26B43"/>
          </p15:clr>
        </p15:guide>
        <p15:guide id="11" orient="horz" pos="32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85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956" r:id="rId8"/>
    <p:sldLayoutId id="2147483957" r:id="rId9"/>
    <p:sldLayoutId id="2147483958" r:id="rId10"/>
    <p:sldLayoutId id="21474839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9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DA4E335-689A-BB63-649D-BD74FAB55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5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B5B76A2-CDFA-15D4-392F-10D970EB1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142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53B8D01-33E2-B6D7-43AD-647436D96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47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3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2434" userDrawn="1">
          <p15:clr>
            <a:srgbClr val="F26B43"/>
          </p15:clr>
        </p15:guide>
        <p15:guide id="4" pos="2774" userDrawn="1">
          <p15:clr>
            <a:srgbClr val="F26B43"/>
          </p15:clr>
        </p15:guide>
        <p15:guide id="5" pos="4906" userDrawn="1">
          <p15:clr>
            <a:srgbClr val="F26B43"/>
          </p15:clr>
        </p15:guide>
        <p15:guide id="6" pos="5246" userDrawn="1">
          <p15:clr>
            <a:srgbClr val="F26B43"/>
          </p15:clr>
        </p15:guide>
        <p15:guide id="7" pos="7355" userDrawn="1">
          <p15:clr>
            <a:srgbClr val="F26B43"/>
          </p15:clr>
        </p15:guide>
        <p15:guide id="8" orient="horz" pos="397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B5810-8C67-B742-B639-848419728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Module 8</a:t>
            </a:r>
            <a:r>
              <a:rPr lang="en-US" noProof="0"/>
              <a:t>: Managing Data </a:t>
            </a:r>
            <a:r>
              <a:rPr lang="en-US" noProof="0" dirty="0"/>
              <a:t>streams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E3AB11E-2CFF-AF98-9122-026B246920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FA9EF12-5EB5-C870-72E3-7343B69F8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672517"/>
              </p:ext>
            </p:extLst>
          </p:nvPr>
        </p:nvGraphicFramePr>
        <p:xfrm>
          <a:off x="473406" y="3766288"/>
          <a:ext cx="5317794" cy="130447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317794">
                  <a:extLst>
                    <a:ext uri="{9D8B030D-6E8A-4147-A177-3AD203B41FA5}">
                      <a16:colId xmlns:a16="http://schemas.microsoft.com/office/drawing/2014/main" val="2961166630"/>
                    </a:ext>
                  </a:extLst>
                </a:gridCol>
              </a:tblGrid>
              <a:tr h="4348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8: Managing Data streams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260948"/>
                  </a:ext>
                </a:extLst>
              </a:tr>
              <a:tr h="4348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9: Managing Processes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274740"/>
                  </a:ext>
                </a:extLst>
              </a:tr>
              <a:tr h="43482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n-lt"/>
                        </a:rPr>
                        <a:t>10: Job Control </a:t>
                      </a:r>
                      <a:r>
                        <a:rPr lang="en-US" sz="1800" noProof="0">
                          <a:solidFill>
                            <a:schemeClr val="tx1"/>
                          </a:solidFill>
                          <a:latin typeface="+mn-lt"/>
                        </a:rPr>
                        <a:t>and Scheduling</a:t>
                      </a:r>
                      <a:endParaRPr lang="en-US" sz="1800" noProof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42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891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Data streams of a process</a:t>
            </a:r>
          </a:p>
        </p:txBody>
      </p:sp>
    </p:spTree>
    <p:extLst>
      <p:ext uri="{BB962C8B-B14F-4D97-AF65-F5344CB8AC3E}">
        <p14:creationId xmlns:p14="http://schemas.microsoft.com/office/powerpoint/2010/main" val="2774453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D32BBC-8A3B-5FB1-DB0F-B65F461BDA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Data streams of a process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52DC21E-C007-C047-DEE2-0C86480B96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380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6CE2D7-715A-7E14-34F8-61D9DB7351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Data streams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3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All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Linux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devices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represented</a:t>
            </a:r>
            <a:r>
              <a:rPr lang="en-US" sz="1800" spc="8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files: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Including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devices,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together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with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keyboard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terminal(s).</a:t>
            </a:r>
          </a:p>
          <a:p>
            <a:pPr marL="284797" lvl="1" indent="0">
              <a:spcBef>
                <a:spcPts val="293"/>
              </a:spcBef>
              <a:buClr>
                <a:srgbClr val="000000"/>
              </a:buClr>
              <a:buNone/>
              <a:tabLst>
                <a:tab pos="517485" algn="l"/>
                <a:tab pos="518001" algn="l"/>
              </a:tabLst>
            </a:pP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780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All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Linux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processes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have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input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 output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These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normally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keyboard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screen,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respectively.</a:t>
            </a:r>
          </a:p>
          <a:p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4</a:t>
            </a:fld>
            <a:endParaRPr lang="en-US" noProof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4E74264-732A-43BC-3215-D0C662855B31}"/>
              </a:ext>
            </a:extLst>
          </p:cNvPr>
          <p:cNvGrpSpPr/>
          <p:nvPr/>
        </p:nvGrpSpPr>
        <p:grpSpPr>
          <a:xfrm>
            <a:off x="2390002" y="4134093"/>
            <a:ext cx="7410407" cy="1751907"/>
            <a:chOff x="1842716" y="3487181"/>
            <a:chExt cx="8051346" cy="1751907"/>
          </a:xfrm>
        </p:grpSpPr>
        <p:sp>
          <p:nvSpPr>
            <p:cNvPr id="7" name="AutoShape 67">
              <a:extLst>
                <a:ext uri="{FF2B5EF4-FFF2-40B4-BE49-F238E27FC236}">
                  <a16:creationId xmlns:a16="http://schemas.microsoft.com/office/drawing/2014/main" id="{05D3551E-ABCE-D2BF-EB27-7BA5E7E8D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6436" y="3671662"/>
              <a:ext cx="1976947" cy="675249"/>
            </a:xfrm>
            <a:prstGeom prst="rightArrow">
              <a:avLst>
                <a:gd name="adj1" fmla="val 50000"/>
                <a:gd name="adj2" fmla="val 79751"/>
              </a:avLst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0"/>
            </a:gra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2800" noProof="0" dirty="0"/>
                <a:t>     </a:t>
              </a:r>
              <a:r>
                <a:rPr lang="en-US" sz="2000" noProof="0" dirty="0" err="1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stdout</a:t>
              </a:r>
              <a:endParaRPr lang="en-US" sz="28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grpSp>
          <p:nvGrpSpPr>
            <p:cNvPr id="11" name="Group 7">
              <a:extLst>
                <a:ext uri="{FF2B5EF4-FFF2-40B4-BE49-F238E27FC236}">
                  <a16:creationId xmlns:a16="http://schemas.microsoft.com/office/drawing/2014/main" id="{CBB4761A-3801-E2DC-F30C-12007CE418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2716" y="3487181"/>
              <a:ext cx="1760844" cy="778830"/>
              <a:chOff x="449" y="1882"/>
              <a:chExt cx="1582" cy="378"/>
            </a:xfrm>
          </p:grpSpPr>
          <p:sp>
            <p:nvSpPr>
              <p:cNvPr id="26" name="Freeform 8">
                <a:extLst>
                  <a:ext uri="{FF2B5EF4-FFF2-40B4-BE49-F238E27FC236}">
                    <a16:creationId xmlns:a16="http://schemas.microsoft.com/office/drawing/2014/main" id="{A62FB77F-7769-237B-8B4B-5AD643AA61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" y="1882"/>
                <a:ext cx="1582" cy="322"/>
              </a:xfrm>
              <a:custGeom>
                <a:avLst/>
                <a:gdLst/>
                <a:ahLst/>
                <a:cxnLst>
                  <a:cxn ang="0">
                    <a:pos x="257" y="0"/>
                  </a:cxn>
                  <a:cxn ang="0">
                    <a:pos x="1581" y="131"/>
                  </a:cxn>
                  <a:cxn ang="0">
                    <a:pos x="1488" y="248"/>
                  </a:cxn>
                  <a:cxn ang="0">
                    <a:pos x="1397" y="321"/>
                  </a:cxn>
                  <a:cxn ang="0">
                    <a:pos x="0" y="160"/>
                  </a:cxn>
                  <a:cxn ang="0">
                    <a:pos x="105" y="115"/>
                  </a:cxn>
                  <a:cxn ang="0">
                    <a:pos x="257" y="0"/>
                  </a:cxn>
                </a:cxnLst>
                <a:rect l="0" t="0" r="r" b="b"/>
                <a:pathLst>
                  <a:path w="1582" h="322">
                    <a:moveTo>
                      <a:pt x="257" y="0"/>
                    </a:moveTo>
                    <a:lnTo>
                      <a:pt x="1581" y="131"/>
                    </a:lnTo>
                    <a:lnTo>
                      <a:pt x="1488" y="248"/>
                    </a:lnTo>
                    <a:lnTo>
                      <a:pt x="1397" y="321"/>
                    </a:lnTo>
                    <a:lnTo>
                      <a:pt x="0" y="160"/>
                    </a:lnTo>
                    <a:lnTo>
                      <a:pt x="105" y="115"/>
                    </a:lnTo>
                    <a:lnTo>
                      <a:pt x="257" y="0"/>
                    </a:lnTo>
                  </a:path>
                </a:pathLst>
              </a:custGeom>
              <a:solidFill>
                <a:srgbClr val="DFDFDF"/>
              </a:soli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27" name="Freeform 9">
                <a:extLst>
                  <a:ext uri="{FF2B5EF4-FFF2-40B4-BE49-F238E27FC236}">
                    <a16:creationId xmlns:a16="http://schemas.microsoft.com/office/drawing/2014/main" id="{AFBF24C0-E02B-63EC-ECB8-3B05BB669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008"/>
                <a:ext cx="380" cy="158"/>
              </a:xfrm>
              <a:custGeom>
                <a:avLst/>
                <a:gdLst/>
                <a:ahLst/>
                <a:cxnLst>
                  <a:cxn ang="0">
                    <a:pos x="147" y="0"/>
                  </a:cxn>
                  <a:cxn ang="0">
                    <a:pos x="58" y="92"/>
                  </a:cxn>
                  <a:cxn ang="0">
                    <a:pos x="0" y="131"/>
                  </a:cxn>
                  <a:cxn ang="0">
                    <a:pos x="249" y="157"/>
                  </a:cxn>
                  <a:cxn ang="0">
                    <a:pos x="306" y="108"/>
                  </a:cxn>
                  <a:cxn ang="0">
                    <a:pos x="379" y="21"/>
                  </a:cxn>
                  <a:cxn ang="0">
                    <a:pos x="147" y="0"/>
                  </a:cxn>
                </a:cxnLst>
                <a:rect l="0" t="0" r="r" b="b"/>
                <a:pathLst>
                  <a:path w="380" h="158">
                    <a:moveTo>
                      <a:pt x="147" y="0"/>
                    </a:moveTo>
                    <a:lnTo>
                      <a:pt x="58" y="92"/>
                    </a:lnTo>
                    <a:lnTo>
                      <a:pt x="0" y="131"/>
                    </a:lnTo>
                    <a:lnTo>
                      <a:pt x="249" y="157"/>
                    </a:lnTo>
                    <a:lnTo>
                      <a:pt x="306" y="108"/>
                    </a:lnTo>
                    <a:lnTo>
                      <a:pt x="379" y="21"/>
                    </a:lnTo>
                    <a:lnTo>
                      <a:pt x="147" y="0"/>
                    </a:lnTo>
                  </a:path>
                </a:pathLst>
              </a:custGeom>
              <a:solidFill>
                <a:srgbClr val="808080"/>
              </a:soli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 noProof="0" dirty="0"/>
              </a:p>
            </p:txBody>
          </p:sp>
          <p:grpSp>
            <p:nvGrpSpPr>
              <p:cNvPr id="28" name="Group 10">
                <a:extLst>
                  <a:ext uri="{FF2B5EF4-FFF2-40B4-BE49-F238E27FC236}">
                    <a16:creationId xmlns:a16="http://schemas.microsoft.com/office/drawing/2014/main" id="{18F5D778-B44A-457B-767E-D8EBA62E09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0" y="1911"/>
                <a:ext cx="1581" cy="349"/>
                <a:chOff x="450" y="1911"/>
                <a:chExt cx="1581" cy="349"/>
              </a:xfrm>
            </p:grpSpPr>
            <p:sp>
              <p:nvSpPr>
                <p:cNvPr id="29" name="Freeform 11">
                  <a:extLst>
                    <a:ext uri="{FF2B5EF4-FFF2-40B4-BE49-F238E27FC236}">
                      <a16:creationId xmlns:a16="http://schemas.microsoft.com/office/drawing/2014/main" id="{42BCE970-1A26-FA3D-F691-8D177875B7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0" y="2042"/>
                  <a:ext cx="1398" cy="21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56"/>
                    </a:cxn>
                    <a:cxn ang="0">
                      <a:pos x="1397" y="217"/>
                    </a:cxn>
                    <a:cxn ang="0">
                      <a:pos x="1396" y="16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398" h="218">
                      <a:moveTo>
                        <a:pt x="0" y="0"/>
                      </a:moveTo>
                      <a:lnTo>
                        <a:pt x="0" y="56"/>
                      </a:lnTo>
                      <a:lnTo>
                        <a:pt x="1397" y="217"/>
                      </a:lnTo>
                      <a:lnTo>
                        <a:pt x="1396" y="16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0C0C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30" name="Freeform 12">
                  <a:extLst>
                    <a:ext uri="{FF2B5EF4-FFF2-40B4-BE49-F238E27FC236}">
                      <a16:creationId xmlns:a16="http://schemas.microsoft.com/office/drawing/2014/main" id="{A70B5914-3577-86D0-57A5-FEE69694C3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6" y="2013"/>
                  <a:ext cx="185" cy="247"/>
                </a:xfrm>
                <a:custGeom>
                  <a:avLst/>
                  <a:gdLst/>
                  <a:ahLst/>
                  <a:cxnLst>
                    <a:cxn ang="0">
                      <a:pos x="0" y="190"/>
                    </a:cxn>
                    <a:cxn ang="0">
                      <a:pos x="0" y="246"/>
                    </a:cxn>
                    <a:cxn ang="0">
                      <a:pos x="80" y="189"/>
                    </a:cxn>
                    <a:cxn ang="0">
                      <a:pos x="113" y="156"/>
                    </a:cxn>
                    <a:cxn ang="0">
                      <a:pos x="184" y="69"/>
                    </a:cxn>
                    <a:cxn ang="0">
                      <a:pos x="184" y="0"/>
                    </a:cxn>
                    <a:cxn ang="0">
                      <a:pos x="91" y="117"/>
                    </a:cxn>
                    <a:cxn ang="0">
                      <a:pos x="0" y="190"/>
                    </a:cxn>
                  </a:cxnLst>
                  <a:rect l="0" t="0" r="r" b="b"/>
                  <a:pathLst>
                    <a:path w="185" h="247">
                      <a:moveTo>
                        <a:pt x="0" y="190"/>
                      </a:moveTo>
                      <a:lnTo>
                        <a:pt x="0" y="246"/>
                      </a:lnTo>
                      <a:lnTo>
                        <a:pt x="80" y="189"/>
                      </a:lnTo>
                      <a:lnTo>
                        <a:pt x="113" y="156"/>
                      </a:lnTo>
                      <a:lnTo>
                        <a:pt x="184" y="69"/>
                      </a:lnTo>
                      <a:lnTo>
                        <a:pt x="184" y="0"/>
                      </a:lnTo>
                      <a:lnTo>
                        <a:pt x="91" y="117"/>
                      </a:lnTo>
                      <a:lnTo>
                        <a:pt x="0" y="190"/>
                      </a:lnTo>
                    </a:path>
                  </a:pathLst>
                </a:custGeom>
                <a:solidFill>
                  <a:srgbClr val="5F5F5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43" name="Line 13">
                  <a:extLst>
                    <a:ext uri="{FF2B5EF4-FFF2-40B4-BE49-F238E27FC236}">
                      <a16:creationId xmlns:a16="http://schemas.microsoft.com/office/drawing/2014/main" id="{951497DD-10AD-E625-16DF-C7456BA010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2" y="2064"/>
                  <a:ext cx="1377" cy="136"/>
                </a:xfrm>
                <a:prstGeom prst="line">
                  <a:avLst/>
                </a:prstGeom>
                <a:noFill/>
                <a:ln w="12700">
                  <a:solidFill>
                    <a:srgbClr val="7F7F7F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 noProof="0" dirty="0"/>
                </a:p>
              </p:txBody>
            </p:sp>
            <p:grpSp>
              <p:nvGrpSpPr>
                <p:cNvPr id="44" name="Group 14">
                  <a:extLst>
                    <a:ext uri="{FF2B5EF4-FFF2-40B4-BE49-F238E27FC236}">
                      <a16:creationId xmlns:a16="http://schemas.microsoft.com/office/drawing/2014/main" id="{80BF041B-2364-7E7A-F537-51FC7D7863E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1" y="1911"/>
                  <a:ext cx="1346" cy="247"/>
                  <a:chOff x="541" y="1911"/>
                  <a:chExt cx="1346" cy="247"/>
                </a:xfrm>
              </p:grpSpPr>
              <p:sp>
                <p:nvSpPr>
                  <p:cNvPr id="48" name="Freeform 15">
                    <a:extLst>
                      <a:ext uri="{FF2B5EF4-FFF2-40B4-BE49-F238E27FC236}">
                        <a16:creationId xmlns:a16="http://schemas.microsoft.com/office/drawing/2014/main" id="{4C3DBF93-644D-6F1B-C110-9382DAF14B5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1" y="1912"/>
                    <a:ext cx="1036" cy="215"/>
                  </a:xfrm>
                  <a:custGeom>
                    <a:avLst/>
                    <a:gdLst/>
                    <a:ahLst/>
                    <a:cxnLst>
                      <a:cxn ang="0">
                        <a:pos x="178" y="0"/>
                      </a:cxn>
                      <a:cxn ang="0">
                        <a:pos x="55" y="94"/>
                      </a:cxn>
                      <a:cxn ang="0">
                        <a:pos x="0" y="123"/>
                      </a:cxn>
                      <a:cxn ang="0">
                        <a:pos x="878" y="214"/>
                      </a:cxn>
                      <a:cxn ang="0">
                        <a:pos x="941" y="172"/>
                      </a:cxn>
                      <a:cxn ang="0">
                        <a:pos x="1035" y="86"/>
                      </a:cxn>
                      <a:cxn ang="0">
                        <a:pos x="178" y="0"/>
                      </a:cxn>
                    </a:cxnLst>
                    <a:rect l="0" t="0" r="r" b="b"/>
                    <a:pathLst>
                      <a:path w="1036" h="215">
                        <a:moveTo>
                          <a:pt x="178" y="0"/>
                        </a:moveTo>
                        <a:lnTo>
                          <a:pt x="55" y="94"/>
                        </a:lnTo>
                        <a:lnTo>
                          <a:pt x="0" y="123"/>
                        </a:lnTo>
                        <a:lnTo>
                          <a:pt x="878" y="214"/>
                        </a:lnTo>
                        <a:lnTo>
                          <a:pt x="941" y="172"/>
                        </a:lnTo>
                        <a:lnTo>
                          <a:pt x="1035" y="86"/>
                        </a:lnTo>
                        <a:lnTo>
                          <a:pt x="178" y="0"/>
                        </a:lnTo>
                      </a:path>
                    </a:pathLst>
                  </a:custGeom>
                  <a:solidFill>
                    <a:srgbClr val="80808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 noProof="0" dirty="0"/>
                  </a:p>
                </p:txBody>
              </p:sp>
              <p:grpSp>
                <p:nvGrpSpPr>
                  <p:cNvPr id="49" name="Group 16">
                    <a:extLst>
                      <a:ext uri="{FF2B5EF4-FFF2-40B4-BE49-F238E27FC236}">
                        <a16:creationId xmlns:a16="http://schemas.microsoft.com/office/drawing/2014/main" id="{53F2D243-F447-6A4C-5114-6766C52516E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88" y="1911"/>
                    <a:ext cx="1299" cy="247"/>
                    <a:chOff x="588" y="1911"/>
                    <a:chExt cx="1299" cy="247"/>
                  </a:xfrm>
                </p:grpSpPr>
                <p:grpSp>
                  <p:nvGrpSpPr>
                    <p:cNvPr id="50" name="Group 17">
                      <a:extLst>
                        <a:ext uri="{FF2B5EF4-FFF2-40B4-BE49-F238E27FC236}">
                          <a16:creationId xmlns:a16="http://schemas.microsoft.com/office/drawing/2014/main" id="{9DF958B8-C275-E412-A25D-48AA81D71D6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98" y="1911"/>
                      <a:ext cx="944" cy="200"/>
                      <a:chOff x="598" y="1911"/>
                      <a:chExt cx="944" cy="200"/>
                    </a:xfrm>
                  </p:grpSpPr>
                  <p:grpSp>
                    <p:nvGrpSpPr>
                      <p:cNvPr id="64" name="Group 18">
                        <a:extLst>
                          <a:ext uri="{FF2B5EF4-FFF2-40B4-BE49-F238E27FC236}">
                            <a16:creationId xmlns:a16="http://schemas.microsoft.com/office/drawing/2014/main" id="{B7261E47-F5C0-5DAE-4F8D-F704A5FDD21D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98" y="1911"/>
                        <a:ext cx="182" cy="127"/>
                        <a:chOff x="598" y="1911"/>
                        <a:chExt cx="182" cy="127"/>
                      </a:xfrm>
                    </p:grpSpPr>
                    <p:sp>
                      <p:nvSpPr>
                        <p:cNvPr id="95" name="Line 19">
                          <a:extLst>
                            <a:ext uri="{FF2B5EF4-FFF2-40B4-BE49-F238E27FC236}">
                              <a16:creationId xmlns:a16="http://schemas.microsoft.com/office/drawing/2014/main" id="{A9167D38-E0B3-D2E0-C6AD-F8AA5DFCCAF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598" y="2024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96" name="Line 20">
                          <a:extLst>
                            <a:ext uri="{FF2B5EF4-FFF2-40B4-BE49-F238E27FC236}">
                              <a16:creationId xmlns:a16="http://schemas.microsoft.com/office/drawing/2014/main" id="{0E846877-6F2C-5F17-BC83-2527796E7C7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64" y="1911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65" name="Group 21">
                        <a:extLst>
                          <a:ext uri="{FF2B5EF4-FFF2-40B4-BE49-F238E27FC236}">
                            <a16:creationId xmlns:a16="http://schemas.microsoft.com/office/drawing/2014/main" id="{C0A36561-A951-9CD3-24FC-3D37B03A0BD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77" y="1919"/>
                        <a:ext cx="182" cy="126"/>
                        <a:chOff x="677" y="1919"/>
                        <a:chExt cx="182" cy="126"/>
                      </a:xfrm>
                    </p:grpSpPr>
                    <p:sp>
                      <p:nvSpPr>
                        <p:cNvPr id="93" name="Line 22">
                          <a:extLst>
                            <a:ext uri="{FF2B5EF4-FFF2-40B4-BE49-F238E27FC236}">
                              <a16:creationId xmlns:a16="http://schemas.microsoft.com/office/drawing/2014/main" id="{6DDF8F85-0EBD-9D80-0D4E-99AE6AF7014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77" y="2031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94" name="Line 23">
                          <a:extLst>
                            <a:ext uri="{FF2B5EF4-FFF2-40B4-BE49-F238E27FC236}">
                              <a16:creationId xmlns:a16="http://schemas.microsoft.com/office/drawing/2014/main" id="{B99FA817-37D8-6D57-9C7C-7DFA8D8CBBE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742" y="1919"/>
                          <a:ext cx="117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66" name="Group 24">
                        <a:extLst>
                          <a:ext uri="{FF2B5EF4-FFF2-40B4-BE49-F238E27FC236}">
                            <a16:creationId xmlns:a16="http://schemas.microsoft.com/office/drawing/2014/main" id="{B215DD31-EB99-7C8E-65C7-518FFEF5C7E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58" y="1924"/>
                        <a:ext cx="182" cy="127"/>
                        <a:chOff x="758" y="1924"/>
                        <a:chExt cx="182" cy="127"/>
                      </a:xfrm>
                    </p:grpSpPr>
                    <p:sp>
                      <p:nvSpPr>
                        <p:cNvPr id="91" name="Line 25">
                          <a:extLst>
                            <a:ext uri="{FF2B5EF4-FFF2-40B4-BE49-F238E27FC236}">
                              <a16:creationId xmlns:a16="http://schemas.microsoft.com/office/drawing/2014/main" id="{62025964-6D7F-6858-D29D-C46917BC976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758" y="2037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92" name="Line 26">
                          <a:extLst>
                            <a:ext uri="{FF2B5EF4-FFF2-40B4-BE49-F238E27FC236}">
                              <a16:creationId xmlns:a16="http://schemas.microsoft.com/office/drawing/2014/main" id="{A91215A0-E5CC-D643-3C0F-19293FE97BD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23" y="1924"/>
                          <a:ext cx="117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67" name="Group 27">
                        <a:extLst>
                          <a:ext uri="{FF2B5EF4-FFF2-40B4-BE49-F238E27FC236}">
                            <a16:creationId xmlns:a16="http://schemas.microsoft.com/office/drawing/2014/main" id="{DF58ECA8-FB24-3C7A-26AB-32B38681468A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831" y="1935"/>
                        <a:ext cx="183" cy="126"/>
                        <a:chOff x="831" y="1935"/>
                        <a:chExt cx="183" cy="126"/>
                      </a:xfrm>
                    </p:grpSpPr>
                    <p:sp>
                      <p:nvSpPr>
                        <p:cNvPr id="89" name="Line 28">
                          <a:extLst>
                            <a:ext uri="{FF2B5EF4-FFF2-40B4-BE49-F238E27FC236}">
                              <a16:creationId xmlns:a16="http://schemas.microsoft.com/office/drawing/2014/main" id="{47E5BC27-0D5B-ABF4-ABEA-94C28A59F4C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31" y="2047"/>
                          <a:ext cx="47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90" name="Line 29">
                          <a:extLst>
                            <a:ext uri="{FF2B5EF4-FFF2-40B4-BE49-F238E27FC236}">
                              <a16:creationId xmlns:a16="http://schemas.microsoft.com/office/drawing/2014/main" id="{D8ACF606-EB05-13B2-9B20-C67F92C76D1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98" y="1935"/>
                          <a:ext cx="116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68" name="Group 30">
                        <a:extLst>
                          <a:ext uri="{FF2B5EF4-FFF2-40B4-BE49-F238E27FC236}">
                            <a16:creationId xmlns:a16="http://schemas.microsoft.com/office/drawing/2014/main" id="{6818C7BE-5E2D-94A5-1D69-6B5EEF8E75A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913" y="1940"/>
                        <a:ext cx="182" cy="126"/>
                        <a:chOff x="913" y="1940"/>
                        <a:chExt cx="182" cy="126"/>
                      </a:xfrm>
                    </p:grpSpPr>
                    <p:sp>
                      <p:nvSpPr>
                        <p:cNvPr id="87" name="Line 31">
                          <a:extLst>
                            <a:ext uri="{FF2B5EF4-FFF2-40B4-BE49-F238E27FC236}">
                              <a16:creationId xmlns:a16="http://schemas.microsoft.com/office/drawing/2014/main" id="{03399CCC-BA2E-B27D-B508-D19F8DAD21F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913" y="2052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88" name="Line 32">
                          <a:extLst>
                            <a:ext uri="{FF2B5EF4-FFF2-40B4-BE49-F238E27FC236}">
                              <a16:creationId xmlns:a16="http://schemas.microsoft.com/office/drawing/2014/main" id="{5EBC7F8F-E72B-7BE5-3E33-CE71C01876B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979" y="1940"/>
                          <a:ext cx="116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69" name="Group 33">
                        <a:extLst>
                          <a:ext uri="{FF2B5EF4-FFF2-40B4-BE49-F238E27FC236}">
                            <a16:creationId xmlns:a16="http://schemas.microsoft.com/office/drawing/2014/main" id="{A0D33DE8-CB96-D318-5919-BCF77E7A7F6B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989" y="1945"/>
                        <a:ext cx="182" cy="127"/>
                        <a:chOff x="989" y="1945"/>
                        <a:chExt cx="182" cy="127"/>
                      </a:xfrm>
                    </p:grpSpPr>
                    <p:sp>
                      <p:nvSpPr>
                        <p:cNvPr id="85" name="Line 34">
                          <a:extLst>
                            <a:ext uri="{FF2B5EF4-FFF2-40B4-BE49-F238E27FC236}">
                              <a16:creationId xmlns:a16="http://schemas.microsoft.com/office/drawing/2014/main" id="{46FB3E6C-077B-6021-26EB-7E2EE6BC772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989" y="2058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86" name="Line 35">
                          <a:extLst>
                            <a:ext uri="{FF2B5EF4-FFF2-40B4-BE49-F238E27FC236}">
                              <a16:creationId xmlns:a16="http://schemas.microsoft.com/office/drawing/2014/main" id="{9C185EFE-BF78-6A91-80B2-AB3EB2CC853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055" y="1945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70" name="Group 36">
                        <a:extLst>
                          <a:ext uri="{FF2B5EF4-FFF2-40B4-BE49-F238E27FC236}">
                            <a16:creationId xmlns:a16="http://schemas.microsoft.com/office/drawing/2014/main" id="{858BC635-7C7A-B979-17D8-C78741A87F9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065" y="1953"/>
                        <a:ext cx="182" cy="126"/>
                        <a:chOff x="1065" y="1953"/>
                        <a:chExt cx="182" cy="126"/>
                      </a:xfrm>
                    </p:grpSpPr>
                    <p:sp>
                      <p:nvSpPr>
                        <p:cNvPr id="83" name="Line 37">
                          <a:extLst>
                            <a:ext uri="{FF2B5EF4-FFF2-40B4-BE49-F238E27FC236}">
                              <a16:creationId xmlns:a16="http://schemas.microsoft.com/office/drawing/2014/main" id="{2AFEEF2B-1F0D-CE8A-6087-0E826FCD635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065" y="2065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84" name="Line 38">
                          <a:extLst>
                            <a:ext uri="{FF2B5EF4-FFF2-40B4-BE49-F238E27FC236}">
                              <a16:creationId xmlns:a16="http://schemas.microsoft.com/office/drawing/2014/main" id="{58006DE0-D5AC-6037-1BD3-D2C3E32E756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130" y="1953"/>
                          <a:ext cx="117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71" name="Group 39">
                        <a:extLst>
                          <a:ext uri="{FF2B5EF4-FFF2-40B4-BE49-F238E27FC236}">
                            <a16:creationId xmlns:a16="http://schemas.microsoft.com/office/drawing/2014/main" id="{9852BB97-3134-C235-04CD-3FB4175114E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36" y="1963"/>
                        <a:ext cx="181" cy="127"/>
                        <a:chOff x="1136" y="1963"/>
                        <a:chExt cx="181" cy="127"/>
                      </a:xfrm>
                    </p:grpSpPr>
                    <p:sp>
                      <p:nvSpPr>
                        <p:cNvPr id="81" name="Line 40">
                          <a:extLst>
                            <a:ext uri="{FF2B5EF4-FFF2-40B4-BE49-F238E27FC236}">
                              <a16:creationId xmlns:a16="http://schemas.microsoft.com/office/drawing/2014/main" id="{6FAE3064-C76F-AA78-F358-769273A3700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136" y="2076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82" name="Line 41">
                          <a:extLst>
                            <a:ext uri="{FF2B5EF4-FFF2-40B4-BE49-F238E27FC236}">
                              <a16:creationId xmlns:a16="http://schemas.microsoft.com/office/drawing/2014/main" id="{5E7FC9A3-A45B-B362-1E1C-F7D4EA8226C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01" y="1963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72" name="Group 42">
                        <a:extLst>
                          <a:ext uri="{FF2B5EF4-FFF2-40B4-BE49-F238E27FC236}">
                            <a16:creationId xmlns:a16="http://schemas.microsoft.com/office/drawing/2014/main" id="{E19E14BA-F1C4-5CE9-1565-702998A5F03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212" y="1974"/>
                        <a:ext cx="181" cy="126"/>
                        <a:chOff x="1212" y="1974"/>
                        <a:chExt cx="181" cy="126"/>
                      </a:xfrm>
                    </p:grpSpPr>
                    <p:sp>
                      <p:nvSpPr>
                        <p:cNvPr id="79" name="Line 43">
                          <a:extLst>
                            <a:ext uri="{FF2B5EF4-FFF2-40B4-BE49-F238E27FC236}">
                              <a16:creationId xmlns:a16="http://schemas.microsoft.com/office/drawing/2014/main" id="{1E73DCF4-BBC5-649E-4AE7-0A08FCF5DFD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12" y="2086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80" name="Line 44">
                          <a:extLst>
                            <a:ext uri="{FF2B5EF4-FFF2-40B4-BE49-F238E27FC236}">
                              <a16:creationId xmlns:a16="http://schemas.microsoft.com/office/drawing/2014/main" id="{5BCCB541-0C9C-6548-D497-951B3EFD07F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77" y="1974"/>
                          <a:ext cx="116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73" name="Group 45">
                        <a:extLst>
                          <a:ext uri="{FF2B5EF4-FFF2-40B4-BE49-F238E27FC236}">
                            <a16:creationId xmlns:a16="http://schemas.microsoft.com/office/drawing/2014/main" id="{8A81764E-4DF7-1D4C-6C55-B7D709E079D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287" y="1979"/>
                        <a:ext cx="182" cy="127"/>
                        <a:chOff x="1287" y="1979"/>
                        <a:chExt cx="182" cy="127"/>
                      </a:xfrm>
                    </p:grpSpPr>
                    <p:sp>
                      <p:nvSpPr>
                        <p:cNvPr id="77" name="Line 46">
                          <a:extLst>
                            <a:ext uri="{FF2B5EF4-FFF2-40B4-BE49-F238E27FC236}">
                              <a16:creationId xmlns:a16="http://schemas.microsoft.com/office/drawing/2014/main" id="{35DB737B-E0DA-1AEB-72FE-485F008CEF7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87" y="2092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78" name="Line 47">
                          <a:extLst>
                            <a:ext uri="{FF2B5EF4-FFF2-40B4-BE49-F238E27FC236}">
                              <a16:creationId xmlns:a16="http://schemas.microsoft.com/office/drawing/2014/main" id="{EA601303-8461-CE61-F800-E3A078F138A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353" y="1979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74" name="Group 48">
                        <a:extLst>
                          <a:ext uri="{FF2B5EF4-FFF2-40B4-BE49-F238E27FC236}">
                            <a16:creationId xmlns:a16="http://schemas.microsoft.com/office/drawing/2014/main" id="{FC9C5423-2FA7-6C16-13D1-DCB68AF35C15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361" y="1984"/>
                        <a:ext cx="181" cy="127"/>
                        <a:chOff x="1361" y="1984"/>
                        <a:chExt cx="181" cy="127"/>
                      </a:xfrm>
                    </p:grpSpPr>
                    <p:sp>
                      <p:nvSpPr>
                        <p:cNvPr id="75" name="Line 49">
                          <a:extLst>
                            <a:ext uri="{FF2B5EF4-FFF2-40B4-BE49-F238E27FC236}">
                              <a16:creationId xmlns:a16="http://schemas.microsoft.com/office/drawing/2014/main" id="{FC38D215-10DD-0EBF-231A-C87473D13D5D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361" y="2097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76" name="Line 50">
                          <a:extLst>
                            <a:ext uri="{FF2B5EF4-FFF2-40B4-BE49-F238E27FC236}">
                              <a16:creationId xmlns:a16="http://schemas.microsoft.com/office/drawing/2014/main" id="{8B5370CA-C766-3D33-A4A6-66EEB26170E2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426" y="1984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</p:grpSp>
                <p:grpSp>
                  <p:nvGrpSpPr>
                    <p:cNvPr id="51" name="Group 51">
                      <a:extLst>
                        <a:ext uri="{FF2B5EF4-FFF2-40B4-BE49-F238E27FC236}">
                          <a16:creationId xmlns:a16="http://schemas.microsoft.com/office/drawing/2014/main" id="{C6AD2ADB-7E2A-CF02-3FD9-35AE1F9410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96" y="2008"/>
                      <a:ext cx="271" cy="150"/>
                      <a:chOff x="1596" y="2008"/>
                      <a:chExt cx="271" cy="150"/>
                    </a:xfrm>
                  </p:grpSpPr>
                  <p:grpSp>
                    <p:nvGrpSpPr>
                      <p:cNvPr id="55" name="Group 52">
                        <a:extLst>
                          <a:ext uri="{FF2B5EF4-FFF2-40B4-BE49-F238E27FC236}">
                            <a16:creationId xmlns:a16="http://schemas.microsoft.com/office/drawing/2014/main" id="{044A1F1C-75AA-74CD-AB9E-8E58B6E84CD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17" y="2018"/>
                        <a:ext cx="150" cy="140"/>
                        <a:chOff x="1717" y="2018"/>
                        <a:chExt cx="150" cy="140"/>
                      </a:xfrm>
                    </p:grpSpPr>
                    <p:sp>
                      <p:nvSpPr>
                        <p:cNvPr id="62" name="Line 53">
                          <a:extLst>
                            <a:ext uri="{FF2B5EF4-FFF2-40B4-BE49-F238E27FC236}">
                              <a16:creationId xmlns:a16="http://schemas.microsoft.com/office/drawing/2014/main" id="{C7DED7C2-20F4-AB91-5737-327B9FF778C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717" y="2136"/>
                          <a:ext cx="37" cy="2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63" name="Line 54">
                          <a:extLst>
                            <a:ext uri="{FF2B5EF4-FFF2-40B4-BE49-F238E27FC236}">
                              <a16:creationId xmlns:a16="http://schemas.microsoft.com/office/drawing/2014/main" id="{BA037654-FF3B-9627-4714-FCB63C4020D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774" y="2018"/>
                          <a:ext cx="93" cy="9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56" name="Group 55">
                        <a:extLst>
                          <a:ext uri="{FF2B5EF4-FFF2-40B4-BE49-F238E27FC236}">
                            <a16:creationId xmlns:a16="http://schemas.microsoft.com/office/drawing/2014/main" id="{80077B30-4229-140A-A0C8-DA77A016CF9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656" y="2011"/>
                        <a:ext cx="153" cy="142"/>
                        <a:chOff x="1656" y="2011"/>
                        <a:chExt cx="153" cy="142"/>
                      </a:xfrm>
                    </p:grpSpPr>
                    <p:sp>
                      <p:nvSpPr>
                        <p:cNvPr id="60" name="Line 56">
                          <a:extLst>
                            <a:ext uri="{FF2B5EF4-FFF2-40B4-BE49-F238E27FC236}">
                              <a16:creationId xmlns:a16="http://schemas.microsoft.com/office/drawing/2014/main" id="{1BB07348-BFD1-1B3E-DA42-FED25CBB930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656" y="2131"/>
                          <a:ext cx="38" cy="2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61" name="Line 57">
                          <a:extLst>
                            <a:ext uri="{FF2B5EF4-FFF2-40B4-BE49-F238E27FC236}">
                              <a16:creationId xmlns:a16="http://schemas.microsoft.com/office/drawing/2014/main" id="{20BB6E26-6304-2712-9A7B-7F482817D88F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714" y="2011"/>
                          <a:ext cx="95" cy="10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57" name="Group 58">
                        <a:extLst>
                          <a:ext uri="{FF2B5EF4-FFF2-40B4-BE49-F238E27FC236}">
                            <a16:creationId xmlns:a16="http://schemas.microsoft.com/office/drawing/2014/main" id="{F6203C9B-85BE-1D0E-9B5E-C6C2E3949C4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96" y="2008"/>
                        <a:ext cx="148" cy="137"/>
                        <a:chOff x="1596" y="2008"/>
                        <a:chExt cx="148" cy="137"/>
                      </a:xfrm>
                    </p:grpSpPr>
                    <p:sp>
                      <p:nvSpPr>
                        <p:cNvPr id="58" name="Line 59">
                          <a:extLst>
                            <a:ext uri="{FF2B5EF4-FFF2-40B4-BE49-F238E27FC236}">
                              <a16:creationId xmlns:a16="http://schemas.microsoft.com/office/drawing/2014/main" id="{3A55A632-662B-D45E-9F41-202ED88D2C2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596" y="2123"/>
                          <a:ext cx="38" cy="2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59" name="Line 60">
                          <a:extLst>
                            <a:ext uri="{FF2B5EF4-FFF2-40B4-BE49-F238E27FC236}">
                              <a16:creationId xmlns:a16="http://schemas.microsoft.com/office/drawing/2014/main" id="{340ED005-5A86-02B9-B1D8-EF794E1F4F6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654" y="2008"/>
                          <a:ext cx="90" cy="95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</p:grpSp>
                <p:sp>
                  <p:nvSpPr>
                    <p:cNvPr id="52" name="Line 61">
                      <a:extLst>
                        <a:ext uri="{FF2B5EF4-FFF2-40B4-BE49-F238E27FC236}">
                          <a16:creationId xmlns:a16="http://schemas.microsoft.com/office/drawing/2014/main" id="{1BD5CB7B-FC39-F2C0-79FC-2723A69EDB9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9" y="1966"/>
                      <a:ext cx="1208" cy="97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DFDFD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noProof="0" dirty="0"/>
                    </a:p>
                  </p:txBody>
                </p:sp>
                <p:sp>
                  <p:nvSpPr>
                    <p:cNvPr id="53" name="Line 62">
                      <a:extLst>
                        <a:ext uri="{FF2B5EF4-FFF2-40B4-BE49-F238E27FC236}">
                          <a16:creationId xmlns:a16="http://schemas.microsoft.com/office/drawing/2014/main" id="{4DFBAABF-EE6A-79C3-8724-5C0FDE1426C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35" y="1997"/>
                      <a:ext cx="1231" cy="10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DFDFD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noProof="0" dirty="0"/>
                    </a:p>
                  </p:txBody>
                </p:sp>
                <p:sp>
                  <p:nvSpPr>
                    <p:cNvPr id="54" name="Line 63">
                      <a:extLst>
                        <a:ext uri="{FF2B5EF4-FFF2-40B4-BE49-F238E27FC236}">
                          <a16:creationId xmlns:a16="http://schemas.microsoft.com/office/drawing/2014/main" id="{044D2748-AAA2-E746-EBF3-2A86F95BE93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88" y="2028"/>
                      <a:ext cx="1244" cy="11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DFDFD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noProof="0" dirty="0"/>
                    </a:p>
                  </p:txBody>
                </p:sp>
              </p:grpSp>
            </p:grpSp>
            <p:grpSp>
              <p:nvGrpSpPr>
                <p:cNvPr id="45" name="Group 64">
                  <a:extLst>
                    <a:ext uri="{FF2B5EF4-FFF2-40B4-BE49-F238E27FC236}">
                      <a16:creationId xmlns:a16="http://schemas.microsoft.com/office/drawing/2014/main" id="{EDB4497C-E98C-9A43-D11E-C4BF84A0DFC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8" y="2043"/>
                  <a:ext cx="160" cy="165"/>
                  <a:chOff x="1858" y="2043"/>
                  <a:chExt cx="160" cy="165"/>
                </a:xfrm>
              </p:grpSpPr>
              <p:sp>
                <p:nvSpPr>
                  <p:cNvPr id="46" name="Line 65">
                    <a:extLst>
                      <a:ext uri="{FF2B5EF4-FFF2-40B4-BE49-F238E27FC236}">
                        <a16:creationId xmlns:a16="http://schemas.microsoft.com/office/drawing/2014/main" id="{87C2423D-05D9-CEBA-5ABF-4416D9793A8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58" y="2149"/>
                    <a:ext cx="74" cy="59"/>
                  </a:xfrm>
                  <a:prstGeom prst="line">
                    <a:avLst/>
                  </a:prstGeom>
                  <a:noFill/>
                  <a:ln w="12700">
                    <a:solidFill>
                      <a:srgbClr val="3F3F3F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 noProof="0" dirty="0"/>
                  </a:p>
                </p:txBody>
              </p:sp>
              <p:sp>
                <p:nvSpPr>
                  <p:cNvPr id="47" name="Line 66">
                    <a:extLst>
                      <a:ext uri="{FF2B5EF4-FFF2-40B4-BE49-F238E27FC236}">
                        <a16:creationId xmlns:a16="http://schemas.microsoft.com/office/drawing/2014/main" id="{1DFEE59C-0206-E25A-2210-72AFCD40AB3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53" y="2043"/>
                    <a:ext cx="65" cy="86"/>
                  </a:xfrm>
                  <a:prstGeom prst="line">
                    <a:avLst/>
                  </a:prstGeom>
                  <a:noFill/>
                  <a:ln w="12700">
                    <a:solidFill>
                      <a:srgbClr val="3F3F3F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 noProof="0" dirty="0"/>
                  </a:p>
                </p:txBody>
              </p:sp>
            </p:grpSp>
          </p:grpSp>
        </p:grpSp>
        <p:sp>
          <p:nvSpPr>
            <p:cNvPr id="12" name="Rectangle 69">
              <a:extLst>
                <a:ext uri="{FF2B5EF4-FFF2-40B4-BE49-F238E27FC236}">
                  <a16:creationId xmlns:a16="http://schemas.microsoft.com/office/drawing/2014/main" id="{C4314C9D-D6F4-A2D4-CDD3-10D81E0AD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3297" y="4906733"/>
              <a:ext cx="3421278" cy="33235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13" name="Rectangle 70">
              <a:extLst>
                <a:ext uri="{FF2B5EF4-FFF2-40B4-BE49-F238E27FC236}">
                  <a16:creationId xmlns:a16="http://schemas.microsoft.com/office/drawing/2014/main" id="{EFFD8DF7-95DB-FDB7-607A-F75D3719C03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5632638" y="4625612"/>
              <a:ext cx="833438" cy="3828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14" name="AutoShape 71">
              <a:extLst>
                <a:ext uri="{FF2B5EF4-FFF2-40B4-BE49-F238E27FC236}">
                  <a16:creationId xmlns:a16="http://schemas.microsoft.com/office/drawing/2014/main" id="{E30475F5-C73E-46DB-60B4-4C19DCC69C8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8857669" y="4378980"/>
              <a:ext cx="497649" cy="759656"/>
            </a:xfrm>
            <a:prstGeom prst="rightArrow">
              <a:avLst>
                <a:gd name="adj1" fmla="val 50000"/>
                <a:gd name="adj2" fmla="val 418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noProof="0" dirty="0"/>
                <a:t>                       </a:t>
              </a:r>
            </a:p>
          </p:txBody>
        </p:sp>
        <p:sp>
          <p:nvSpPr>
            <p:cNvPr id="17" name="Oval 7">
              <a:extLst>
                <a:ext uri="{FF2B5EF4-FFF2-40B4-BE49-F238E27FC236}">
                  <a16:creationId xmlns:a16="http://schemas.microsoft.com/office/drawing/2014/main" id="{1B3D506D-3AB8-3FBC-803B-C10566265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455" y="3542169"/>
              <a:ext cx="1617774" cy="84808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buClr>
                  <a:srgbClr val="FF0000"/>
                </a:buClr>
                <a:tabLst>
                  <a:tab pos="2152650" algn="l"/>
                </a:tabLst>
              </a:pPr>
              <a:r>
                <a:rPr lang="en-US" sz="2400" noProof="0" dirty="0">
                  <a:solidFill>
                    <a:srgbClr val="7030A0"/>
                  </a:solidFill>
                  <a:ea typeface="Verdana" pitchFamily="34" charset="0"/>
                  <a:cs typeface="Verdana" pitchFamily="34" charset="0"/>
                </a:rPr>
                <a:t>process</a:t>
              </a:r>
              <a:endParaRPr lang="en-US" sz="2000" noProof="0" dirty="0">
                <a:solidFill>
                  <a:srgbClr val="7030A0"/>
                </a:solidFill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18" name="Rounded Rectangle 75">
              <a:extLst>
                <a:ext uri="{FF2B5EF4-FFF2-40B4-BE49-F238E27FC236}">
                  <a16:creationId xmlns:a16="http://schemas.microsoft.com/office/drawing/2014/main" id="{E9F1F35B-E7F6-A69B-FAEA-9530109BB7D2}"/>
                </a:ext>
              </a:extLst>
            </p:cNvPr>
            <p:cNvSpPr/>
            <p:nvPr/>
          </p:nvSpPr>
          <p:spPr>
            <a:xfrm>
              <a:off x="7129168" y="4875594"/>
              <a:ext cx="1116382" cy="319369"/>
            </a:xfrm>
            <a:prstGeom prst="roundRect">
              <a:avLst>
                <a:gd name="adj" fmla="val 18421"/>
              </a:avLst>
            </a:prstGeom>
            <a:noFill/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stderr</a:t>
              </a:r>
              <a:endParaRPr lang="en-US" sz="28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pic>
          <p:nvPicPr>
            <p:cNvPr id="19" name="Picture 2" descr="https://encrypted-tbn1.gstatic.com/images?q=tbn:ANd9GcTaHMulRB4RIh--rb1TKgNboxMqF2gIeBgTlR4RLef2Oy8-YLn0">
              <a:extLst>
                <a:ext uri="{FF2B5EF4-FFF2-40B4-BE49-F238E27FC236}">
                  <a16:creationId xmlns:a16="http://schemas.microsoft.com/office/drawing/2014/main" id="{44E96D96-979B-76CF-DFC3-92E4D41BAA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678838" y="3603558"/>
              <a:ext cx="1215224" cy="920759"/>
            </a:xfrm>
            <a:prstGeom prst="rect">
              <a:avLst/>
            </a:prstGeom>
            <a:noFill/>
          </p:spPr>
        </p:pic>
        <p:sp>
          <p:nvSpPr>
            <p:cNvPr id="22" name="AutoShape 67">
              <a:extLst>
                <a:ext uri="{FF2B5EF4-FFF2-40B4-BE49-F238E27FC236}">
                  <a16:creationId xmlns:a16="http://schemas.microsoft.com/office/drawing/2014/main" id="{CD42927E-CE34-F0AA-4A4E-A753373E29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936" y="3665155"/>
              <a:ext cx="1635891" cy="675249"/>
            </a:xfrm>
            <a:prstGeom prst="rightArrow">
              <a:avLst>
                <a:gd name="adj1" fmla="val 50000"/>
                <a:gd name="adj2" fmla="val 79751"/>
              </a:avLst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0"/>
            </a:gra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20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stdin</a:t>
              </a:r>
              <a:endParaRPr lang="en-US" sz="28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1546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0E9124-4A19-8AB0-592B-1FC7E34DE6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File descriptor (FD) numbers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Standard input (stdin) is file descriptor number </a:t>
            </a:r>
            <a:r>
              <a:rPr lang="en-US" sz="1800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0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Standard output (</a:t>
            </a:r>
            <a:r>
              <a:rPr lang="en-US" sz="1800" spc="-8" noProof="0" dirty="0" err="1">
                <a:solidFill>
                  <a:srgbClr val="2D2C2C"/>
                </a:solidFill>
                <a:cs typeface="Segoe UI"/>
              </a:rPr>
              <a:t>stdout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) is file descriptor number </a:t>
            </a:r>
            <a:r>
              <a:rPr lang="en-US" sz="1800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Standard error (stderr) is file descriptor number </a:t>
            </a:r>
            <a:r>
              <a:rPr lang="en-US" sz="1800" spc="-8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5</a:t>
            </a:fld>
            <a:endParaRPr lang="en-US" noProof="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25332F-F6BB-9179-756A-F103F210A92C}"/>
              </a:ext>
            </a:extLst>
          </p:cNvPr>
          <p:cNvGrpSpPr/>
          <p:nvPr/>
        </p:nvGrpSpPr>
        <p:grpSpPr>
          <a:xfrm>
            <a:off x="2390002" y="4134093"/>
            <a:ext cx="7410407" cy="1751907"/>
            <a:chOff x="1842716" y="3487181"/>
            <a:chExt cx="8051346" cy="1751907"/>
          </a:xfrm>
        </p:grpSpPr>
        <p:sp>
          <p:nvSpPr>
            <p:cNvPr id="16" name="AutoShape 67">
              <a:extLst>
                <a:ext uri="{FF2B5EF4-FFF2-40B4-BE49-F238E27FC236}">
                  <a16:creationId xmlns:a16="http://schemas.microsoft.com/office/drawing/2014/main" id="{71C4FAE9-063E-8429-E9A6-4F1D45545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6436" y="3671662"/>
              <a:ext cx="1976947" cy="675249"/>
            </a:xfrm>
            <a:prstGeom prst="rightArrow">
              <a:avLst>
                <a:gd name="adj1" fmla="val 50000"/>
                <a:gd name="adj2" fmla="val 79751"/>
              </a:avLst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0"/>
            </a:gra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2800" noProof="0" dirty="0"/>
                <a:t>      </a:t>
              </a:r>
              <a:r>
                <a:rPr lang="en-US" sz="2000" noProof="0" dirty="0" err="1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stdout</a:t>
              </a:r>
              <a:endParaRPr lang="en-US" sz="28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5942CF5E-C5DD-BDE2-0C56-BD64F60F17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2716" y="3487181"/>
              <a:ext cx="1760844" cy="778830"/>
              <a:chOff x="449" y="1882"/>
              <a:chExt cx="1582" cy="378"/>
            </a:xfrm>
          </p:grpSpPr>
          <p:sp>
            <p:nvSpPr>
              <p:cNvPr id="40" name="Freeform 8">
                <a:extLst>
                  <a:ext uri="{FF2B5EF4-FFF2-40B4-BE49-F238E27FC236}">
                    <a16:creationId xmlns:a16="http://schemas.microsoft.com/office/drawing/2014/main" id="{36D3DD66-E66A-F517-9B0D-1EC78066D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" y="1882"/>
                <a:ext cx="1582" cy="322"/>
              </a:xfrm>
              <a:custGeom>
                <a:avLst/>
                <a:gdLst/>
                <a:ahLst/>
                <a:cxnLst>
                  <a:cxn ang="0">
                    <a:pos x="257" y="0"/>
                  </a:cxn>
                  <a:cxn ang="0">
                    <a:pos x="1581" y="131"/>
                  </a:cxn>
                  <a:cxn ang="0">
                    <a:pos x="1488" y="248"/>
                  </a:cxn>
                  <a:cxn ang="0">
                    <a:pos x="1397" y="321"/>
                  </a:cxn>
                  <a:cxn ang="0">
                    <a:pos x="0" y="160"/>
                  </a:cxn>
                  <a:cxn ang="0">
                    <a:pos x="105" y="115"/>
                  </a:cxn>
                  <a:cxn ang="0">
                    <a:pos x="257" y="0"/>
                  </a:cxn>
                </a:cxnLst>
                <a:rect l="0" t="0" r="r" b="b"/>
                <a:pathLst>
                  <a:path w="1582" h="322">
                    <a:moveTo>
                      <a:pt x="257" y="0"/>
                    </a:moveTo>
                    <a:lnTo>
                      <a:pt x="1581" y="131"/>
                    </a:lnTo>
                    <a:lnTo>
                      <a:pt x="1488" y="248"/>
                    </a:lnTo>
                    <a:lnTo>
                      <a:pt x="1397" y="321"/>
                    </a:lnTo>
                    <a:lnTo>
                      <a:pt x="0" y="160"/>
                    </a:lnTo>
                    <a:lnTo>
                      <a:pt x="105" y="115"/>
                    </a:lnTo>
                    <a:lnTo>
                      <a:pt x="257" y="0"/>
                    </a:lnTo>
                  </a:path>
                </a:pathLst>
              </a:custGeom>
              <a:solidFill>
                <a:srgbClr val="DFDFDF"/>
              </a:soli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 noProof="0" dirty="0"/>
              </a:p>
            </p:txBody>
          </p:sp>
          <p:sp>
            <p:nvSpPr>
              <p:cNvPr id="41" name="Freeform 9">
                <a:extLst>
                  <a:ext uri="{FF2B5EF4-FFF2-40B4-BE49-F238E27FC236}">
                    <a16:creationId xmlns:a16="http://schemas.microsoft.com/office/drawing/2014/main" id="{E3A52F17-277D-5C51-8104-065156D0F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008"/>
                <a:ext cx="380" cy="158"/>
              </a:xfrm>
              <a:custGeom>
                <a:avLst/>
                <a:gdLst/>
                <a:ahLst/>
                <a:cxnLst>
                  <a:cxn ang="0">
                    <a:pos x="147" y="0"/>
                  </a:cxn>
                  <a:cxn ang="0">
                    <a:pos x="58" y="92"/>
                  </a:cxn>
                  <a:cxn ang="0">
                    <a:pos x="0" y="131"/>
                  </a:cxn>
                  <a:cxn ang="0">
                    <a:pos x="249" y="157"/>
                  </a:cxn>
                  <a:cxn ang="0">
                    <a:pos x="306" y="108"/>
                  </a:cxn>
                  <a:cxn ang="0">
                    <a:pos x="379" y="21"/>
                  </a:cxn>
                  <a:cxn ang="0">
                    <a:pos x="147" y="0"/>
                  </a:cxn>
                </a:cxnLst>
                <a:rect l="0" t="0" r="r" b="b"/>
                <a:pathLst>
                  <a:path w="380" h="158">
                    <a:moveTo>
                      <a:pt x="147" y="0"/>
                    </a:moveTo>
                    <a:lnTo>
                      <a:pt x="58" y="92"/>
                    </a:lnTo>
                    <a:lnTo>
                      <a:pt x="0" y="131"/>
                    </a:lnTo>
                    <a:lnTo>
                      <a:pt x="249" y="157"/>
                    </a:lnTo>
                    <a:lnTo>
                      <a:pt x="306" y="108"/>
                    </a:lnTo>
                    <a:lnTo>
                      <a:pt x="379" y="21"/>
                    </a:lnTo>
                    <a:lnTo>
                      <a:pt x="147" y="0"/>
                    </a:lnTo>
                  </a:path>
                </a:pathLst>
              </a:custGeom>
              <a:solidFill>
                <a:srgbClr val="808080"/>
              </a:solidFill>
              <a:ln w="9525" cap="rnd">
                <a:noFill/>
                <a:round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endParaRPr lang="en-US" noProof="0" dirty="0"/>
              </a:p>
            </p:txBody>
          </p:sp>
          <p:grpSp>
            <p:nvGrpSpPr>
              <p:cNvPr id="42" name="Group 10">
                <a:extLst>
                  <a:ext uri="{FF2B5EF4-FFF2-40B4-BE49-F238E27FC236}">
                    <a16:creationId xmlns:a16="http://schemas.microsoft.com/office/drawing/2014/main" id="{D2253657-BC0F-0D1E-AD32-3318FC5A37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0" y="1911"/>
                <a:ext cx="1581" cy="349"/>
                <a:chOff x="450" y="1911"/>
                <a:chExt cx="1581" cy="349"/>
              </a:xfrm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8602CE77-73BC-DE4F-AE92-6B8D95741A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0" y="2042"/>
                  <a:ext cx="1398" cy="21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56"/>
                    </a:cxn>
                    <a:cxn ang="0">
                      <a:pos x="1397" y="217"/>
                    </a:cxn>
                    <a:cxn ang="0">
                      <a:pos x="1396" y="160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398" h="218">
                      <a:moveTo>
                        <a:pt x="0" y="0"/>
                      </a:moveTo>
                      <a:lnTo>
                        <a:pt x="0" y="56"/>
                      </a:lnTo>
                      <a:lnTo>
                        <a:pt x="1397" y="217"/>
                      </a:lnTo>
                      <a:lnTo>
                        <a:pt x="1396" y="16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C0C0C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03097F2E-640B-7002-96D4-92AB9D5171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6" y="2013"/>
                  <a:ext cx="185" cy="247"/>
                </a:xfrm>
                <a:custGeom>
                  <a:avLst/>
                  <a:gdLst/>
                  <a:ahLst/>
                  <a:cxnLst>
                    <a:cxn ang="0">
                      <a:pos x="0" y="190"/>
                    </a:cxn>
                    <a:cxn ang="0">
                      <a:pos x="0" y="246"/>
                    </a:cxn>
                    <a:cxn ang="0">
                      <a:pos x="80" y="189"/>
                    </a:cxn>
                    <a:cxn ang="0">
                      <a:pos x="113" y="156"/>
                    </a:cxn>
                    <a:cxn ang="0">
                      <a:pos x="184" y="69"/>
                    </a:cxn>
                    <a:cxn ang="0">
                      <a:pos x="184" y="0"/>
                    </a:cxn>
                    <a:cxn ang="0">
                      <a:pos x="91" y="117"/>
                    </a:cxn>
                    <a:cxn ang="0">
                      <a:pos x="0" y="190"/>
                    </a:cxn>
                  </a:cxnLst>
                  <a:rect l="0" t="0" r="r" b="b"/>
                  <a:pathLst>
                    <a:path w="185" h="247">
                      <a:moveTo>
                        <a:pt x="0" y="190"/>
                      </a:moveTo>
                      <a:lnTo>
                        <a:pt x="0" y="246"/>
                      </a:lnTo>
                      <a:lnTo>
                        <a:pt x="80" y="189"/>
                      </a:lnTo>
                      <a:lnTo>
                        <a:pt x="113" y="156"/>
                      </a:lnTo>
                      <a:lnTo>
                        <a:pt x="184" y="69"/>
                      </a:lnTo>
                      <a:lnTo>
                        <a:pt x="184" y="0"/>
                      </a:lnTo>
                      <a:lnTo>
                        <a:pt x="91" y="117"/>
                      </a:lnTo>
                      <a:lnTo>
                        <a:pt x="0" y="190"/>
                      </a:lnTo>
                    </a:path>
                  </a:pathLst>
                </a:custGeom>
                <a:solidFill>
                  <a:srgbClr val="5F5F5F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  <a:effectLst/>
              </p:spPr>
              <p:txBody>
                <a:bodyPr/>
                <a:lstStyle/>
                <a:p>
                  <a:endParaRPr lang="en-US" noProof="0" dirty="0"/>
                </a:p>
              </p:txBody>
            </p:sp>
            <p:sp>
              <p:nvSpPr>
                <p:cNvPr id="97" name="Line 13">
                  <a:extLst>
                    <a:ext uri="{FF2B5EF4-FFF2-40B4-BE49-F238E27FC236}">
                      <a16:creationId xmlns:a16="http://schemas.microsoft.com/office/drawing/2014/main" id="{6B8846F5-8009-BCEB-90FB-033AC3E555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2" y="2064"/>
                  <a:ext cx="1377" cy="136"/>
                </a:xfrm>
                <a:prstGeom prst="line">
                  <a:avLst/>
                </a:prstGeom>
                <a:noFill/>
                <a:ln w="12700">
                  <a:solidFill>
                    <a:srgbClr val="7F7F7F"/>
                  </a:solidFill>
                  <a:round/>
                  <a:headEnd type="none" w="sm" len="sm"/>
                  <a:tailEnd type="none" w="sm" len="sm"/>
                </a:ln>
                <a:effectLst/>
              </p:spPr>
              <p:txBody>
                <a:bodyPr wrap="none" anchor="ctr"/>
                <a:lstStyle/>
                <a:p>
                  <a:endParaRPr lang="en-US" noProof="0" dirty="0"/>
                </a:p>
              </p:txBody>
            </p:sp>
            <p:grpSp>
              <p:nvGrpSpPr>
                <p:cNvPr id="98" name="Group 14">
                  <a:extLst>
                    <a:ext uri="{FF2B5EF4-FFF2-40B4-BE49-F238E27FC236}">
                      <a16:creationId xmlns:a16="http://schemas.microsoft.com/office/drawing/2014/main" id="{8C87BC42-9EB0-2B5E-8DC2-5D3C996DD7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1" y="1911"/>
                  <a:ext cx="1346" cy="247"/>
                  <a:chOff x="541" y="1911"/>
                  <a:chExt cx="1346" cy="247"/>
                </a:xfrm>
              </p:grpSpPr>
              <p:sp>
                <p:nvSpPr>
                  <p:cNvPr id="102" name="Freeform 15">
                    <a:extLst>
                      <a:ext uri="{FF2B5EF4-FFF2-40B4-BE49-F238E27FC236}">
                        <a16:creationId xmlns:a16="http://schemas.microsoft.com/office/drawing/2014/main" id="{F2F85D01-0D32-1CA9-23BD-908D7E972A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1" y="1912"/>
                    <a:ext cx="1036" cy="215"/>
                  </a:xfrm>
                  <a:custGeom>
                    <a:avLst/>
                    <a:gdLst/>
                    <a:ahLst/>
                    <a:cxnLst>
                      <a:cxn ang="0">
                        <a:pos x="178" y="0"/>
                      </a:cxn>
                      <a:cxn ang="0">
                        <a:pos x="55" y="94"/>
                      </a:cxn>
                      <a:cxn ang="0">
                        <a:pos x="0" y="123"/>
                      </a:cxn>
                      <a:cxn ang="0">
                        <a:pos x="878" y="214"/>
                      </a:cxn>
                      <a:cxn ang="0">
                        <a:pos x="941" y="172"/>
                      </a:cxn>
                      <a:cxn ang="0">
                        <a:pos x="1035" y="86"/>
                      </a:cxn>
                      <a:cxn ang="0">
                        <a:pos x="178" y="0"/>
                      </a:cxn>
                    </a:cxnLst>
                    <a:rect l="0" t="0" r="r" b="b"/>
                    <a:pathLst>
                      <a:path w="1036" h="215">
                        <a:moveTo>
                          <a:pt x="178" y="0"/>
                        </a:moveTo>
                        <a:lnTo>
                          <a:pt x="55" y="94"/>
                        </a:lnTo>
                        <a:lnTo>
                          <a:pt x="0" y="123"/>
                        </a:lnTo>
                        <a:lnTo>
                          <a:pt x="878" y="214"/>
                        </a:lnTo>
                        <a:lnTo>
                          <a:pt x="941" y="172"/>
                        </a:lnTo>
                        <a:lnTo>
                          <a:pt x="1035" y="86"/>
                        </a:lnTo>
                        <a:lnTo>
                          <a:pt x="178" y="0"/>
                        </a:lnTo>
                      </a:path>
                    </a:pathLst>
                  </a:custGeom>
                  <a:solidFill>
                    <a:srgbClr val="80808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/>
                  <a:lstStyle/>
                  <a:p>
                    <a:endParaRPr lang="en-US" noProof="0" dirty="0"/>
                  </a:p>
                </p:txBody>
              </p:sp>
              <p:grpSp>
                <p:nvGrpSpPr>
                  <p:cNvPr id="103" name="Group 16">
                    <a:extLst>
                      <a:ext uri="{FF2B5EF4-FFF2-40B4-BE49-F238E27FC236}">
                        <a16:creationId xmlns:a16="http://schemas.microsoft.com/office/drawing/2014/main" id="{2D3C8707-457D-F8F4-B0E0-6F3991A21D5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88" y="1911"/>
                    <a:ext cx="1299" cy="247"/>
                    <a:chOff x="588" y="1911"/>
                    <a:chExt cx="1299" cy="247"/>
                  </a:xfrm>
                </p:grpSpPr>
                <p:grpSp>
                  <p:nvGrpSpPr>
                    <p:cNvPr id="104" name="Group 17">
                      <a:extLst>
                        <a:ext uri="{FF2B5EF4-FFF2-40B4-BE49-F238E27FC236}">
                          <a16:creationId xmlns:a16="http://schemas.microsoft.com/office/drawing/2014/main" id="{7B74FFCB-A6DD-B69F-9902-65DC46AE2F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98" y="1911"/>
                      <a:ext cx="944" cy="200"/>
                      <a:chOff x="598" y="1911"/>
                      <a:chExt cx="944" cy="200"/>
                    </a:xfrm>
                  </p:grpSpPr>
                  <p:grpSp>
                    <p:nvGrpSpPr>
                      <p:cNvPr id="118" name="Group 18">
                        <a:extLst>
                          <a:ext uri="{FF2B5EF4-FFF2-40B4-BE49-F238E27FC236}">
                            <a16:creationId xmlns:a16="http://schemas.microsoft.com/office/drawing/2014/main" id="{A0178D56-63DE-07AA-572E-151BF4495CD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598" y="1911"/>
                        <a:ext cx="182" cy="127"/>
                        <a:chOff x="598" y="1911"/>
                        <a:chExt cx="182" cy="127"/>
                      </a:xfrm>
                    </p:grpSpPr>
                    <p:sp>
                      <p:nvSpPr>
                        <p:cNvPr id="149" name="Line 19">
                          <a:extLst>
                            <a:ext uri="{FF2B5EF4-FFF2-40B4-BE49-F238E27FC236}">
                              <a16:creationId xmlns:a16="http://schemas.microsoft.com/office/drawing/2014/main" id="{3D123EF9-3483-EBA7-77DB-ED477152A999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598" y="2024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50" name="Line 20">
                          <a:extLst>
                            <a:ext uri="{FF2B5EF4-FFF2-40B4-BE49-F238E27FC236}">
                              <a16:creationId xmlns:a16="http://schemas.microsoft.com/office/drawing/2014/main" id="{7566C512-0179-3C8E-E60E-C5927B76CD53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64" y="1911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19" name="Group 21">
                        <a:extLst>
                          <a:ext uri="{FF2B5EF4-FFF2-40B4-BE49-F238E27FC236}">
                            <a16:creationId xmlns:a16="http://schemas.microsoft.com/office/drawing/2014/main" id="{3259CB50-707D-0FF6-21B0-65E50EA02A1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677" y="1919"/>
                        <a:ext cx="182" cy="126"/>
                        <a:chOff x="677" y="1919"/>
                        <a:chExt cx="182" cy="126"/>
                      </a:xfrm>
                    </p:grpSpPr>
                    <p:sp>
                      <p:nvSpPr>
                        <p:cNvPr id="147" name="Line 22">
                          <a:extLst>
                            <a:ext uri="{FF2B5EF4-FFF2-40B4-BE49-F238E27FC236}">
                              <a16:creationId xmlns:a16="http://schemas.microsoft.com/office/drawing/2014/main" id="{516CB8D5-EFF3-9BBE-C294-7CF312594CE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677" y="2031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48" name="Line 23">
                          <a:extLst>
                            <a:ext uri="{FF2B5EF4-FFF2-40B4-BE49-F238E27FC236}">
                              <a16:creationId xmlns:a16="http://schemas.microsoft.com/office/drawing/2014/main" id="{4856A1EA-4DFA-7205-12EC-326C4995922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742" y="1919"/>
                          <a:ext cx="117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0" name="Group 24">
                        <a:extLst>
                          <a:ext uri="{FF2B5EF4-FFF2-40B4-BE49-F238E27FC236}">
                            <a16:creationId xmlns:a16="http://schemas.microsoft.com/office/drawing/2014/main" id="{A5160E0D-4BB3-D614-1402-9F2A7C6F66B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758" y="1924"/>
                        <a:ext cx="182" cy="127"/>
                        <a:chOff x="758" y="1924"/>
                        <a:chExt cx="182" cy="127"/>
                      </a:xfrm>
                    </p:grpSpPr>
                    <p:sp>
                      <p:nvSpPr>
                        <p:cNvPr id="145" name="Line 25">
                          <a:extLst>
                            <a:ext uri="{FF2B5EF4-FFF2-40B4-BE49-F238E27FC236}">
                              <a16:creationId xmlns:a16="http://schemas.microsoft.com/office/drawing/2014/main" id="{D6810F9A-1A89-91E3-1A5B-3BC1478BB65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758" y="2037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46" name="Line 26">
                          <a:extLst>
                            <a:ext uri="{FF2B5EF4-FFF2-40B4-BE49-F238E27FC236}">
                              <a16:creationId xmlns:a16="http://schemas.microsoft.com/office/drawing/2014/main" id="{1E2CB64A-9611-A2D2-DCD6-C9F939ED901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23" y="1924"/>
                          <a:ext cx="117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1" name="Group 27">
                        <a:extLst>
                          <a:ext uri="{FF2B5EF4-FFF2-40B4-BE49-F238E27FC236}">
                            <a16:creationId xmlns:a16="http://schemas.microsoft.com/office/drawing/2014/main" id="{7E1A54D4-DA1B-35DD-F6DC-71270C30601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831" y="1935"/>
                        <a:ext cx="183" cy="126"/>
                        <a:chOff x="831" y="1935"/>
                        <a:chExt cx="183" cy="126"/>
                      </a:xfrm>
                    </p:grpSpPr>
                    <p:sp>
                      <p:nvSpPr>
                        <p:cNvPr id="143" name="Line 28">
                          <a:extLst>
                            <a:ext uri="{FF2B5EF4-FFF2-40B4-BE49-F238E27FC236}">
                              <a16:creationId xmlns:a16="http://schemas.microsoft.com/office/drawing/2014/main" id="{2CEBEBAB-E53C-6746-0FDF-EDB1B51F4F9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31" y="2047"/>
                          <a:ext cx="47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44" name="Line 29">
                          <a:extLst>
                            <a:ext uri="{FF2B5EF4-FFF2-40B4-BE49-F238E27FC236}">
                              <a16:creationId xmlns:a16="http://schemas.microsoft.com/office/drawing/2014/main" id="{4D152FDA-0F18-4E60-AE7B-2C17D73F4CD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898" y="1935"/>
                          <a:ext cx="116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2" name="Group 30">
                        <a:extLst>
                          <a:ext uri="{FF2B5EF4-FFF2-40B4-BE49-F238E27FC236}">
                            <a16:creationId xmlns:a16="http://schemas.microsoft.com/office/drawing/2014/main" id="{B98A52EF-95C8-CD6E-0DCB-3A681FCB2CEA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913" y="1940"/>
                        <a:ext cx="182" cy="126"/>
                        <a:chOff x="913" y="1940"/>
                        <a:chExt cx="182" cy="126"/>
                      </a:xfrm>
                    </p:grpSpPr>
                    <p:sp>
                      <p:nvSpPr>
                        <p:cNvPr id="141" name="Line 31">
                          <a:extLst>
                            <a:ext uri="{FF2B5EF4-FFF2-40B4-BE49-F238E27FC236}">
                              <a16:creationId xmlns:a16="http://schemas.microsoft.com/office/drawing/2014/main" id="{93E4312A-7EB8-D66D-B2AE-BCB40910415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913" y="2052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42" name="Line 32">
                          <a:extLst>
                            <a:ext uri="{FF2B5EF4-FFF2-40B4-BE49-F238E27FC236}">
                              <a16:creationId xmlns:a16="http://schemas.microsoft.com/office/drawing/2014/main" id="{16686D79-02DC-BDA0-6B13-D466A4436D7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979" y="1940"/>
                          <a:ext cx="116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3" name="Group 33">
                        <a:extLst>
                          <a:ext uri="{FF2B5EF4-FFF2-40B4-BE49-F238E27FC236}">
                            <a16:creationId xmlns:a16="http://schemas.microsoft.com/office/drawing/2014/main" id="{35B7FB5B-3E05-FD6D-B41E-954854378F1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989" y="1945"/>
                        <a:ext cx="182" cy="127"/>
                        <a:chOff x="989" y="1945"/>
                        <a:chExt cx="182" cy="127"/>
                      </a:xfrm>
                    </p:grpSpPr>
                    <p:sp>
                      <p:nvSpPr>
                        <p:cNvPr id="139" name="Line 34">
                          <a:extLst>
                            <a:ext uri="{FF2B5EF4-FFF2-40B4-BE49-F238E27FC236}">
                              <a16:creationId xmlns:a16="http://schemas.microsoft.com/office/drawing/2014/main" id="{2B4C70F1-C374-92CE-7AA4-9FD6AE70592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989" y="2058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40" name="Line 35">
                          <a:extLst>
                            <a:ext uri="{FF2B5EF4-FFF2-40B4-BE49-F238E27FC236}">
                              <a16:creationId xmlns:a16="http://schemas.microsoft.com/office/drawing/2014/main" id="{222D75DF-0ECA-F5C8-973C-70F955FBFDB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055" y="1945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4" name="Group 36">
                        <a:extLst>
                          <a:ext uri="{FF2B5EF4-FFF2-40B4-BE49-F238E27FC236}">
                            <a16:creationId xmlns:a16="http://schemas.microsoft.com/office/drawing/2014/main" id="{3E9B1698-5CE0-6510-E839-715B5B678B61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065" y="1953"/>
                        <a:ext cx="182" cy="126"/>
                        <a:chOff x="1065" y="1953"/>
                        <a:chExt cx="182" cy="126"/>
                      </a:xfrm>
                    </p:grpSpPr>
                    <p:sp>
                      <p:nvSpPr>
                        <p:cNvPr id="137" name="Line 37">
                          <a:extLst>
                            <a:ext uri="{FF2B5EF4-FFF2-40B4-BE49-F238E27FC236}">
                              <a16:creationId xmlns:a16="http://schemas.microsoft.com/office/drawing/2014/main" id="{1EEB331B-D659-8B1E-9A10-EE87AA4C87AC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065" y="2065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38" name="Line 38">
                          <a:extLst>
                            <a:ext uri="{FF2B5EF4-FFF2-40B4-BE49-F238E27FC236}">
                              <a16:creationId xmlns:a16="http://schemas.microsoft.com/office/drawing/2014/main" id="{39A39138-1072-009F-077C-31A190D5BC2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130" y="1953"/>
                          <a:ext cx="117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5" name="Group 39">
                        <a:extLst>
                          <a:ext uri="{FF2B5EF4-FFF2-40B4-BE49-F238E27FC236}">
                            <a16:creationId xmlns:a16="http://schemas.microsoft.com/office/drawing/2014/main" id="{ACBA77D8-074D-1F90-3AC5-6157C65DF5BA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136" y="1963"/>
                        <a:ext cx="181" cy="127"/>
                        <a:chOff x="1136" y="1963"/>
                        <a:chExt cx="181" cy="127"/>
                      </a:xfrm>
                    </p:grpSpPr>
                    <p:sp>
                      <p:nvSpPr>
                        <p:cNvPr id="135" name="Line 40">
                          <a:extLst>
                            <a:ext uri="{FF2B5EF4-FFF2-40B4-BE49-F238E27FC236}">
                              <a16:creationId xmlns:a16="http://schemas.microsoft.com/office/drawing/2014/main" id="{D1003378-1D36-4E1C-A0ED-B30785DB6E60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136" y="2076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36" name="Line 41">
                          <a:extLst>
                            <a:ext uri="{FF2B5EF4-FFF2-40B4-BE49-F238E27FC236}">
                              <a16:creationId xmlns:a16="http://schemas.microsoft.com/office/drawing/2014/main" id="{5DB5E3A7-CF70-CF34-AC66-6752E219B8B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01" y="1963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6" name="Group 42">
                        <a:extLst>
                          <a:ext uri="{FF2B5EF4-FFF2-40B4-BE49-F238E27FC236}">
                            <a16:creationId xmlns:a16="http://schemas.microsoft.com/office/drawing/2014/main" id="{766FB569-293E-E4D1-3088-3EF31217431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212" y="1974"/>
                        <a:ext cx="181" cy="126"/>
                        <a:chOff x="1212" y="1974"/>
                        <a:chExt cx="181" cy="126"/>
                      </a:xfrm>
                    </p:grpSpPr>
                    <p:sp>
                      <p:nvSpPr>
                        <p:cNvPr id="133" name="Line 43">
                          <a:extLst>
                            <a:ext uri="{FF2B5EF4-FFF2-40B4-BE49-F238E27FC236}">
                              <a16:creationId xmlns:a16="http://schemas.microsoft.com/office/drawing/2014/main" id="{7ACBA2A1-2E2E-9FA5-71D0-7C6E9943795A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12" y="2086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34" name="Line 44">
                          <a:extLst>
                            <a:ext uri="{FF2B5EF4-FFF2-40B4-BE49-F238E27FC236}">
                              <a16:creationId xmlns:a16="http://schemas.microsoft.com/office/drawing/2014/main" id="{EBB0B716-F79A-28AC-BB2F-2D80CA3800F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77" y="1974"/>
                          <a:ext cx="116" cy="9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7" name="Group 45">
                        <a:extLst>
                          <a:ext uri="{FF2B5EF4-FFF2-40B4-BE49-F238E27FC236}">
                            <a16:creationId xmlns:a16="http://schemas.microsoft.com/office/drawing/2014/main" id="{85050685-A6B3-BAA8-EB14-16F5DE498A74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287" y="1979"/>
                        <a:ext cx="182" cy="127"/>
                        <a:chOff x="1287" y="1979"/>
                        <a:chExt cx="182" cy="127"/>
                      </a:xfrm>
                    </p:grpSpPr>
                    <p:sp>
                      <p:nvSpPr>
                        <p:cNvPr id="131" name="Line 46">
                          <a:extLst>
                            <a:ext uri="{FF2B5EF4-FFF2-40B4-BE49-F238E27FC236}">
                              <a16:creationId xmlns:a16="http://schemas.microsoft.com/office/drawing/2014/main" id="{7BA052A2-262E-49F3-1D6A-A218EC23F11B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287" y="2092"/>
                          <a:ext cx="46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32" name="Line 47">
                          <a:extLst>
                            <a:ext uri="{FF2B5EF4-FFF2-40B4-BE49-F238E27FC236}">
                              <a16:creationId xmlns:a16="http://schemas.microsoft.com/office/drawing/2014/main" id="{871B901F-4609-009F-1A00-26FB4C1A2A6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353" y="1979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28" name="Group 48">
                        <a:extLst>
                          <a:ext uri="{FF2B5EF4-FFF2-40B4-BE49-F238E27FC236}">
                            <a16:creationId xmlns:a16="http://schemas.microsoft.com/office/drawing/2014/main" id="{6F6A6537-C40D-7059-7CE2-0429A23E137F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361" y="1984"/>
                        <a:ext cx="181" cy="127"/>
                        <a:chOff x="1361" y="1984"/>
                        <a:chExt cx="181" cy="127"/>
                      </a:xfrm>
                    </p:grpSpPr>
                    <p:sp>
                      <p:nvSpPr>
                        <p:cNvPr id="129" name="Line 49">
                          <a:extLst>
                            <a:ext uri="{FF2B5EF4-FFF2-40B4-BE49-F238E27FC236}">
                              <a16:creationId xmlns:a16="http://schemas.microsoft.com/office/drawing/2014/main" id="{C0ABA669-0458-2EE2-3CB3-E0AF742AADC7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361" y="2097"/>
                          <a:ext cx="45" cy="1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30" name="Line 50">
                          <a:extLst>
                            <a:ext uri="{FF2B5EF4-FFF2-40B4-BE49-F238E27FC236}">
                              <a16:creationId xmlns:a16="http://schemas.microsoft.com/office/drawing/2014/main" id="{B7CD8BC0-AA73-8A1B-4E2A-724FA690B07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426" y="1984"/>
                          <a:ext cx="116" cy="9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</p:grpSp>
                <p:grpSp>
                  <p:nvGrpSpPr>
                    <p:cNvPr id="105" name="Group 51">
                      <a:extLst>
                        <a:ext uri="{FF2B5EF4-FFF2-40B4-BE49-F238E27FC236}">
                          <a16:creationId xmlns:a16="http://schemas.microsoft.com/office/drawing/2014/main" id="{08D0A7BB-6CE4-4AB8-4693-97C41F0CA05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596" y="2008"/>
                      <a:ext cx="271" cy="150"/>
                      <a:chOff x="1596" y="2008"/>
                      <a:chExt cx="271" cy="150"/>
                    </a:xfrm>
                  </p:grpSpPr>
                  <p:grpSp>
                    <p:nvGrpSpPr>
                      <p:cNvPr id="109" name="Group 52">
                        <a:extLst>
                          <a:ext uri="{FF2B5EF4-FFF2-40B4-BE49-F238E27FC236}">
                            <a16:creationId xmlns:a16="http://schemas.microsoft.com/office/drawing/2014/main" id="{B481E8F7-0707-EFC1-692B-28AEF7ADB2E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17" y="2018"/>
                        <a:ext cx="150" cy="140"/>
                        <a:chOff x="1717" y="2018"/>
                        <a:chExt cx="150" cy="140"/>
                      </a:xfrm>
                    </p:grpSpPr>
                    <p:sp>
                      <p:nvSpPr>
                        <p:cNvPr id="116" name="Line 53">
                          <a:extLst>
                            <a:ext uri="{FF2B5EF4-FFF2-40B4-BE49-F238E27FC236}">
                              <a16:creationId xmlns:a16="http://schemas.microsoft.com/office/drawing/2014/main" id="{2659D082-DB50-C31A-9BF3-71D049A067B8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717" y="2136"/>
                          <a:ext cx="37" cy="2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17" name="Line 54">
                          <a:extLst>
                            <a:ext uri="{FF2B5EF4-FFF2-40B4-BE49-F238E27FC236}">
                              <a16:creationId xmlns:a16="http://schemas.microsoft.com/office/drawing/2014/main" id="{9A10E5B2-3902-5C76-C352-071E1825C6C5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774" y="2018"/>
                          <a:ext cx="93" cy="9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10" name="Group 109">
                        <a:extLst>
                          <a:ext uri="{FF2B5EF4-FFF2-40B4-BE49-F238E27FC236}">
                            <a16:creationId xmlns:a16="http://schemas.microsoft.com/office/drawing/2014/main" id="{F9DC8039-2AC0-40C3-6633-65DBF0B0C559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656" y="2011"/>
                        <a:ext cx="153" cy="142"/>
                        <a:chOff x="1656" y="2011"/>
                        <a:chExt cx="153" cy="142"/>
                      </a:xfrm>
                    </p:grpSpPr>
                    <p:sp>
                      <p:nvSpPr>
                        <p:cNvPr id="114" name="Line 56">
                          <a:extLst>
                            <a:ext uri="{FF2B5EF4-FFF2-40B4-BE49-F238E27FC236}">
                              <a16:creationId xmlns:a16="http://schemas.microsoft.com/office/drawing/2014/main" id="{9ED1BB90-2BFE-B42B-E3CA-CE6CCA1FE2E1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656" y="2131"/>
                          <a:ext cx="38" cy="2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15" name="Line 57">
                          <a:extLst>
                            <a:ext uri="{FF2B5EF4-FFF2-40B4-BE49-F238E27FC236}">
                              <a16:creationId xmlns:a16="http://schemas.microsoft.com/office/drawing/2014/main" id="{236CA06D-998A-F00D-ABB7-B6B1C0F558E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714" y="2011"/>
                          <a:ext cx="95" cy="10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  <p:grpSp>
                    <p:nvGrpSpPr>
                      <p:cNvPr id="111" name="Group 58">
                        <a:extLst>
                          <a:ext uri="{FF2B5EF4-FFF2-40B4-BE49-F238E27FC236}">
                            <a16:creationId xmlns:a16="http://schemas.microsoft.com/office/drawing/2014/main" id="{ADDF8ACF-D7F7-F611-C001-C086389D5F56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596" y="2008"/>
                        <a:ext cx="148" cy="137"/>
                        <a:chOff x="1596" y="2008"/>
                        <a:chExt cx="148" cy="137"/>
                      </a:xfrm>
                    </p:grpSpPr>
                    <p:sp>
                      <p:nvSpPr>
                        <p:cNvPr id="112" name="Line 59">
                          <a:extLst>
                            <a:ext uri="{FF2B5EF4-FFF2-40B4-BE49-F238E27FC236}">
                              <a16:creationId xmlns:a16="http://schemas.microsoft.com/office/drawing/2014/main" id="{D1906572-A61C-F704-64B6-722EF04A5D9E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596" y="2123"/>
                          <a:ext cx="38" cy="2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  <p:sp>
                      <p:nvSpPr>
                        <p:cNvPr id="113" name="Line 60">
                          <a:extLst>
                            <a:ext uri="{FF2B5EF4-FFF2-40B4-BE49-F238E27FC236}">
                              <a16:creationId xmlns:a16="http://schemas.microsoft.com/office/drawing/2014/main" id="{756FE8EE-923D-50AC-92F8-9189F5E23F14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1654" y="2008"/>
                          <a:ext cx="90" cy="95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DFDFDF"/>
                          </a:solidFill>
                          <a:round/>
                          <a:headEnd type="none" w="sm" len="sm"/>
                          <a:tailEnd type="none" w="sm" len="sm"/>
                        </a:ln>
                        <a:effectLst/>
                      </p:spPr>
                      <p:txBody>
                        <a:bodyPr wrap="none" anchor="ctr"/>
                        <a:lstStyle/>
                        <a:p>
                          <a:endParaRPr lang="en-US" noProof="0" dirty="0"/>
                        </a:p>
                      </p:txBody>
                    </p:sp>
                  </p:grpSp>
                </p:grpSp>
                <p:sp>
                  <p:nvSpPr>
                    <p:cNvPr id="106" name="Line 61">
                      <a:extLst>
                        <a:ext uri="{FF2B5EF4-FFF2-40B4-BE49-F238E27FC236}">
                          <a16:creationId xmlns:a16="http://schemas.microsoft.com/office/drawing/2014/main" id="{E546F8F8-166C-3F79-A90D-7D457BAA8FE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9" y="1966"/>
                      <a:ext cx="1208" cy="97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DFDFD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noProof="0" dirty="0"/>
                    </a:p>
                  </p:txBody>
                </p:sp>
                <p:sp>
                  <p:nvSpPr>
                    <p:cNvPr id="107" name="Line 62">
                      <a:extLst>
                        <a:ext uri="{FF2B5EF4-FFF2-40B4-BE49-F238E27FC236}">
                          <a16:creationId xmlns:a16="http://schemas.microsoft.com/office/drawing/2014/main" id="{59771DEF-EEA2-ED66-7044-CBBBFB75F32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35" y="1997"/>
                      <a:ext cx="1231" cy="100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DFDFD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noProof="0" dirty="0"/>
                    </a:p>
                  </p:txBody>
                </p:sp>
                <p:sp>
                  <p:nvSpPr>
                    <p:cNvPr id="108" name="Line 63">
                      <a:extLst>
                        <a:ext uri="{FF2B5EF4-FFF2-40B4-BE49-F238E27FC236}">
                          <a16:creationId xmlns:a16="http://schemas.microsoft.com/office/drawing/2014/main" id="{58E3A1A3-833E-005F-1746-BF2ED078515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88" y="2028"/>
                      <a:ext cx="1244" cy="111"/>
                    </a:xfrm>
                    <a:prstGeom prst="line">
                      <a:avLst/>
                    </a:prstGeom>
                    <a:noFill/>
                    <a:ln w="12700">
                      <a:solidFill>
                        <a:srgbClr val="DFDFDF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</p:spPr>
                  <p:txBody>
                    <a:bodyPr wrap="none" anchor="ctr"/>
                    <a:lstStyle/>
                    <a:p>
                      <a:endParaRPr lang="en-US" noProof="0" dirty="0"/>
                    </a:p>
                  </p:txBody>
                </p:sp>
              </p:grpSp>
            </p:grpSp>
            <p:grpSp>
              <p:nvGrpSpPr>
                <p:cNvPr id="99" name="Group 64">
                  <a:extLst>
                    <a:ext uri="{FF2B5EF4-FFF2-40B4-BE49-F238E27FC236}">
                      <a16:creationId xmlns:a16="http://schemas.microsoft.com/office/drawing/2014/main" id="{279E2A75-6B46-4965-9C33-412EFAF292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58" y="2043"/>
                  <a:ext cx="160" cy="165"/>
                  <a:chOff x="1858" y="2043"/>
                  <a:chExt cx="160" cy="165"/>
                </a:xfrm>
              </p:grpSpPr>
              <p:sp>
                <p:nvSpPr>
                  <p:cNvPr id="100" name="Line 65">
                    <a:extLst>
                      <a:ext uri="{FF2B5EF4-FFF2-40B4-BE49-F238E27FC236}">
                        <a16:creationId xmlns:a16="http://schemas.microsoft.com/office/drawing/2014/main" id="{6A35D11B-EB8C-6C9D-DBC0-1BB4BE429F9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58" y="2149"/>
                    <a:ext cx="74" cy="59"/>
                  </a:xfrm>
                  <a:prstGeom prst="line">
                    <a:avLst/>
                  </a:prstGeom>
                  <a:noFill/>
                  <a:ln w="12700">
                    <a:solidFill>
                      <a:srgbClr val="3F3F3F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 noProof="0" dirty="0"/>
                  </a:p>
                </p:txBody>
              </p:sp>
              <p:sp>
                <p:nvSpPr>
                  <p:cNvPr id="101" name="Line 66">
                    <a:extLst>
                      <a:ext uri="{FF2B5EF4-FFF2-40B4-BE49-F238E27FC236}">
                        <a16:creationId xmlns:a16="http://schemas.microsoft.com/office/drawing/2014/main" id="{CE6E4C60-6B38-7063-7911-C5CA8AFA6B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53" y="2043"/>
                    <a:ext cx="65" cy="86"/>
                  </a:xfrm>
                  <a:prstGeom prst="line">
                    <a:avLst/>
                  </a:prstGeom>
                  <a:noFill/>
                  <a:ln w="12700">
                    <a:solidFill>
                      <a:srgbClr val="3F3F3F"/>
                    </a:solidFill>
                    <a:round/>
                    <a:headEnd type="none" w="sm" len="sm"/>
                    <a:tailEnd type="none" w="sm" len="sm"/>
                  </a:ln>
                  <a:effectLst/>
                </p:spPr>
                <p:txBody>
                  <a:bodyPr wrap="none" anchor="ctr"/>
                  <a:lstStyle/>
                  <a:p>
                    <a:endParaRPr lang="en-US" noProof="0" dirty="0"/>
                  </a:p>
                </p:txBody>
              </p:sp>
            </p:grpSp>
          </p:grpSp>
        </p:grpSp>
        <p:sp>
          <p:nvSpPr>
            <p:cNvPr id="22" name="Rectangle 69">
              <a:extLst>
                <a:ext uri="{FF2B5EF4-FFF2-40B4-BE49-F238E27FC236}">
                  <a16:creationId xmlns:a16="http://schemas.microsoft.com/office/drawing/2014/main" id="{88CC5095-0A6E-BAE8-3032-6289D767C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3297" y="4906733"/>
              <a:ext cx="3421278" cy="33235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31" name="Rectangle 70">
              <a:extLst>
                <a:ext uri="{FF2B5EF4-FFF2-40B4-BE49-F238E27FC236}">
                  <a16:creationId xmlns:a16="http://schemas.microsoft.com/office/drawing/2014/main" id="{0C0DD234-BE53-0E89-E37C-90896A456D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5632638" y="4625612"/>
              <a:ext cx="833438" cy="382846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endParaRPr lang="en-US" noProof="0" dirty="0"/>
            </a:p>
          </p:txBody>
        </p:sp>
        <p:sp>
          <p:nvSpPr>
            <p:cNvPr id="32" name="AutoShape 71">
              <a:extLst>
                <a:ext uri="{FF2B5EF4-FFF2-40B4-BE49-F238E27FC236}">
                  <a16:creationId xmlns:a16="http://schemas.microsoft.com/office/drawing/2014/main" id="{01395031-3E45-13D0-5C3D-CD3F0BB5EF3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V="1">
              <a:off x="8857669" y="4378980"/>
              <a:ext cx="497649" cy="759656"/>
            </a:xfrm>
            <a:prstGeom prst="rightArrow">
              <a:avLst>
                <a:gd name="adj1" fmla="val 50000"/>
                <a:gd name="adj2" fmla="val 41852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noProof="0" dirty="0"/>
                <a:t>                       </a:t>
              </a:r>
            </a:p>
          </p:txBody>
        </p:sp>
        <p:sp>
          <p:nvSpPr>
            <p:cNvPr id="33" name="Oval 7">
              <a:extLst>
                <a:ext uri="{FF2B5EF4-FFF2-40B4-BE49-F238E27FC236}">
                  <a16:creationId xmlns:a16="http://schemas.microsoft.com/office/drawing/2014/main" id="{F61C7A96-BFAC-879E-04AD-8D4C0D220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6455" y="3542169"/>
              <a:ext cx="1617774" cy="848082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buClr>
                  <a:srgbClr val="FF0000"/>
                </a:buClr>
                <a:tabLst>
                  <a:tab pos="2152650" algn="l"/>
                </a:tabLst>
              </a:pPr>
              <a:r>
                <a:rPr lang="en-US" sz="2400" noProof="0" dirty="0">
                  <a:solidFill>
                    <a:srgbClr val="0000C8"/>
                  </a:solidFill>
                  <a:ea typeface="Verdana" pitchFamily="34" charset="0"/>
                  <a:cs typeface="Verdana" pitchFamily="34" charset="0"/>
                </a:rPr>
                <a:t>process</a:t>
              </a:r>
              <a:endParaRPr lang="en-US" sz="2000" noProof="0" dirty="0">
                <a:solidFill>
                  <a:srgbClr val="0000C8"/>
                </a:solidFill>
                <a:ea typeface="Verdana" pitchFamily="34" charset="0"/>
                <a:cs typeface="Verdana" pitchFamily="34" charset="0"/>
              </a:endParaRPr>
            </a:p>
          </p:txBody>
        </p:sp>
        <p:sp>
          <p:nvSpPr>
            <p:cNvPr id="34" name="Rounded Rectangle 75">
              <a:extLst>
                <a:ext uri="{FF2B5EF4-FFF2-40B4-BE49-F238E27FC236}">
                  <a16:creationId xmlns:a16="http://schemas.microsoft.com/office/drawing/2014/main" id="{679F6379-1328-9903-5BEB-2F8562C6351F}"/>
                </a:ext>
              </a:extLst>
            </p:cNvPr>
            <p:cNvSpPr/>
            <p:nvPr/>
          </p:nvSpPr>
          <p:spPr>
            <a:xfrm>
              <a:off x="7129168" y="4875594"/>
              <a:ext cx="1116382" cy="319369"/>
            </a:xfrm>
            <a:prstGeom prst="roundRect">
              <a:avLst>
                <a:gd name="adj" fmla="val 18421"/>
              </a:avLst>
            </a:prstGeom>
            <a:noFill/>
            <a:ln w="9525" algn="ctr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0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stderr</a:t>
              </a:r>
            </a:p>
          </p:txBody>
        </p:sp>
        <p:pic>
          <p:nvPicPr>
            <p:cNvPr id="35" name="Picture 2" descr="https://encrypted-tbn1.gstatic.com/images?q=tbn:ANd9GcTaHMulRB4RIh--rb1TKgNboxMqF2gIeBgTlR4RLef2Oy8-YLn0">
              <a:extLst>
                <a:ext uri="{FF2B5EF4-FFF2-40B4-BE49-F238E27FC236}">
                  <a16:creationId xmlns:a16="http://schemas.microsoft.com/office/drawing/2014/main" id="{4A88E593-B415-04F8-4E7C-55ECD01973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678838" y="3603558"/>
              <a:ext cx="1215224" cy="920759"/>
            </a:xfrm>
            <a:prstGeom prst="rect">
              <a:avLst/>
            </a:prstGeom>
            <a:noFill/>
          </p:spPr>
        </p:pic>
        <p:sp>
          <p:nvSpPr>
            <p:cNvPr id="36" name="AutoShape 67">
              <a:extLst>
                <a:ext uri="{FF2B5EF4-FFF2-40B4-BE49-F238E27FC236}">
                  <a16:creationId xmlns:a16="http://schemas.microsoft.com/office/drawing/2014/main" id="{868805F8-271F-BF14-7507-2971D30C9C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936" y="3665155"/>
              <a:ext cx="1635891" cy="675249"/>
            </a:xfrm>
            <a:prstGeom prst="rightArrow">
              <a:avLst>
                <a:gd name="adj1" fmla="val 50000"/>
                <a:gd name="adj2" fmla="val 79751"/>
              </a:avLst>
            </a:prstGeom>
            <a:gradFill>
              <a:gsLst>
                <a:gs pos="0">
                  <a:srgbClr val="8488C4"/>
                </a:gs>
                <a:gs pos="53000">
                  <a:srgbClr val="D4DEFF"/>
                </a:gs>
                <a:gs pos="83000">
                  <a:srgbClr val="D4DEFF"/>
                </a:gs>
                <a:gs pos="100000">
                  <a:srgbClr val="96AB94"/>
                </a:gs>
              </a:gsLst>
              <a:lin ang="5400000" scaled="0"/>
            </a:gradFill>
            <a:ln w="254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r>
                <a:rPr lang="en-US" sz="2000" noProof="0" dirty="0">
                  <a:latin typeface="Hack" panose="020B0609030202020204" pitchFamily="49" charset="0"/>
                  <a:ea typeface="Hack" panose="020B0609030202020204" pitchFamily="49" charset="0"/>
                  <a:cs typeface="Hack" panose="020B0609030202020204" pitchFamily="49" charset="0"/>
                </a:rPr>
                <a:t>stdin</a:t>
              </a:r>
              <a:endParaRPr lang="en-US" sz="2800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endParaRPr>
            </a:p>
          </p:txBody>
        </p:sp>
        <p:sp>
          <p:nvSpPr>
            <p:cNvPr id="37" name="Heptagon 36">
              <a:extLst>
                <a:ext uri="{FF2B5EF4-FFF2-40B4-BE49-F238E27FC236}">
                  <a16:creationId xmlns:a16="http://schemas.microsoft.com/office/drawing/2014/main" id="{523B6E78-4F62-7F38-D8A9-1457DE8A6ECF}"/>
                </a:ext>
              </a:extLst>
            </p:cNvPr>
            <p:cNvSpPr/>
            <p:nvPr/>
          </p:nvSpPr>
          <p:spPr>
            <a:xfrm>
              <a:off x="6997360" y="3843927"/>
              <a:ext cx="324853" cy="300790"/>
            </a:xfrm>
            <a:prstGeom prst="hep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sz="1800" b="1" noProof="0" dirty="0">
                  <a:solidFill>
                    <a:schemeClr val="tx1"/>
                  </a:solidFill>
                  <a:cs typeface="Arial" pitchFamily="34" charset="0"/>
                </a:rPr>
                <a:t>1</a:t>
              </a:r>
            </a:p>
          </p:txBody>
        </p:sp>
        <p:sp>
          <p:nvSpPr>
            <p:cNvPr id="38" name="Heptagon 37">
              <a:extLst>
                <a:ext uri="{FF2B5EF4-FFF2-40B4-BE49-F238E27FC236}">
                  <a16:creationId xmlns:a16="http://schemas.microsoft.com/office/drawing/2014/main" id="{53654D91-88AC-8DEC-577A-4B28C48C5C4E}"/>
                </a:ext>
              </a:extLst>
            </p:cNvPr>
            <p:cNvSpPr/>
            <p:nvPr/>
          </p:nvSpPr>
          <p:spPr>
            <a:xfrm>
              <a:off x="5884840" y="4517677"/>
              <a:ext cx="324853" cy="300790"/>
            </a:xfrm>
            <a:prstGeom prst="hep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sz="1800" b="1" noProof="0" dirty="0">
                  <a:solidFill>
                    <a:schemeClr val="tx1"/>
                  </a:solidFill>
                  <a:cs typeface="Arial" pitchFamily="34" charset="0"/>
                </a:rPr>
                <a:t>2</a:t>
              </a:r>
            </a:p>
          </p:txBody>
        </p:sp>
        <p:sp>
          <p:nvSpPr>
            <p:cNvPr id="39" name="Heptagon 38">
              <a:extLst>
                <a:ext uri="{FF2B5EF4-FFF2-40B4-BE49-F238E27FC236}">
                  <a16:creationId xmlns:a16="http://schemas.microsoft.com/office/drawing/2014/main" id="{049B2F09-6FE6-3AD5-31EC-262D1696F7F3}"/>
                </a:ext>
              </a:extLst>
            </p:cNvPr>
            <p:cNvSpPr/>
            <p:nvPr/>
          </p:nvSpPr>
          <p:spPr>
            <a:xfrm>
              <a:off x="4635160" y="3847117"/>
              <a:ext cx="324853" cy="300790"/>
            </a:xfrm>
            <a:prstGeom prst="hep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rtlCol="0" anchor="ctr"/>
            <a:lstStyle/>
            <a:p>
              <a:pPr algn="ctr"/>
              <a:r>
                <a:rPr lang="en-US" sz="1800" b="1" noProof="0" dirty="0">
                  <a:solidFill>
                    <a:schemeClr val="tx1"/>
                  </a:solidFill>
                  <a:cs typeface="Arial" pitchFamily="34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590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6421F-3D01-727D-4E18-944BF7099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Redirection in general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D80FBF06-F495-11DE-B62C-4758CF3EE3C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redirect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its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streams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from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files.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This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occurs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child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process,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i="1" spc="-8" noProof="0" dirty="0">
                <a:solidFill>
                  <a:srgbClr val="2D2C2C"/>
                </a:solidFill>
                <a:cs typeface="Segoe UI"/>
              </a:rPr>
              <a:t>before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exec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new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then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inherits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altered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streams.</a:t>
            </a:r>
          </a:p>
          <a:p>
            <a:endParaRPr lang="en-US" sz="3200" noProof="0" dirty="0"/>
          </a:p>
        </p:txBody>
      </p:sp>
      <p:sp>
        <p:nvSpPr>
          <p:cNvPr id="37" name="Slide Number Placeholder 1">
            <a:extLst>
              <a:ext uri="{FF2B5EF4-FFF2-40B4-BE49-F238E27FC236}">
                <a16:creationId xmlns:a16="http://schemas.microsoft.com/office/drawing/2014/main" id="{AD2DA294-D7E7-67FE-0733-100D857F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6</a:t>
            </a:fld>
            <a:endParaRPr lang="en-US" noProof="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9E7A7B6-45E8-BC41-24AC-9BAE1E8148D6}"/>
              </a:ext>
            </a:extLst>
          </p:cNvPr>
          <p:cNvGrpSpPr/>
          <p:nvPr/>
        </p:nvGrpSpPr>
        <p:grpSpPr>
          <a:xfrm>
            <a:off x="7150813" y="1676210"/>
            <a:ext cx="3999190" cy="3841011"/>
            <a:chOff x="5228386" y="1833310"/>
            <a:chExt cx="4060442" cy="422253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5B825D7-B110-38C2-8B9C-AF409859F233}"/>
                </a:ext>
              </a:extLst>
            </p:cNvPr>
            <p:cNvGrpSpPr/>
            <p:nvPr/>
          </p:nvGrpSpPr>
          <p:grpSpPr>
            <a:xfrm>
              <a:off x="5228386" y="1833310"/>
              <a:ext cx="4060442" cy="4222531"/>
              <a:chOff x="4889413" y="284184"/>
              <a:chExt cx="4060442" cy="422253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FF3A1F0F-E62A-D624-6C55-E97C8F7CEA26}"/>
                  </a:ext>
                </a:extLst>
              </p:cNvPr>
              <p:cNvGrpSpPr/>
              <p:nvPr/>
            </p:nvGrpSpPr>
            <p:grpSpPr>
              <a:xfrm>
                <a:off x="4889413" y="734114"/>
                <a:ext cx="1286748" cy="1083411"/>
                <a:chOff x="9306753" y="679288"/>
                <a:chExt cx="1286748" cy="982985"/>
              </a:xfrm>
            </p:grpSpPr>
            <p:sp>
              <p:nvSpPr>
                <p:cNvPr id="23" name="object 9">
                  <a:extLst>
                    <a:ext uri="{FF2B5EF4-FFF2-40B4-BE49-F238E27FC236}">
                      <a16:creationId xmlns:a16="http://schemas.microsoft.com/office/drawing/2014/main" id="{7DD7F962-FE59-FE39-0E3C-CBF2B7D0FA60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b="1" spc="-37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00" b="1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00" b="1" spc="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00" b="1" spc="-4" noProof="0" dirty="0">
                      <a:solidFill>
                        <a:srgbClr val="0000C7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00" b="1" noProof="0" dirty="0"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00" noProof="0" dirty="0">
                    <a:cs typeface="Segoe UI"/>
                  </a:endParaRPr>
                </a:p>
              </p:txBody>
            </p:sp>
            <p:sp>
              <p:nvSpPr>
                <p:cNvPr id="24" name="object 12">
                  <a:extLst>
                    <a:ext uri="{FF2B5EF4-FFF2-40B4-BE49-F238E27FC236}">
                      <a16:creationId xmlns:a16="http://schemas.microsoft.com/office/drawing/2014/main" id="{4B896EA5-AD23-FFF2-E1D5-685A855F4537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5" name="object 14">
                  <a:extLst>
                    <a:ext uri="{FF2B5EF4-FFF2-40B4-BE49-F238E27FC236}">
                      <a16:creationId xmlns:a16="http://schemas.microsoft.com/office/drawing/2014/main" id="{0A2D9C34-6246-BE3A-8126-7D25456AA102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sp>
            <p:nvSpPr>
              <p:cNvPr id="7" name="object 16">
                <a:extLst>
                  <a:ext uri="{FF2B5EF4-FFF2-40B4-BE49-F238E27FC236}">
                    <a16:creationId xmlns:a16="http://schemas.microsoft.com/office/drawing/2014/main" id="{51FF51FB-FFDE-075D-457E-DF4528D3C5A6}"/>
                  </a:ext>
                </a:extLst>
              </p:cNvPr>
              <p:cNvSpPr txBox="1"/>
              <p:nvPr/>
            </p:nvSpPr>
            <p:spPr>
              <a:xfrm>
                <a:off x="5160653" y="290402"/>
                <a:ext cx="1015507" cy="332390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spc="-8" noProof="0" dirty="0">
                    <a:cs typeface="Segoe UI"/>
                  </a:rPr>
                  <a:t>parent</a:t>
                </a:r>
                <a:endParaRPr lang="en-US" sz="1950" noProof="0" dirty="0">
                  <a:cs typeface="Segoe UI"/>
                </a:endParaRPr>
              </a:p>
            </p:txBody>
          </p:sp>
          <p:sp>
            <p:nvSpPr>
              <p:cNvPr id="8" name="object 17">
                <a:extLst>
                  <a:ext uri="{FF2B5EF4-FFF2-40B4-BE49-F238E27FC236}">
                    <a16:creationId xmlns:a16="http://schemas.microsoft.com/office/drawing/2014/main" id="{6F4C12C0-25D3-0A76-3694-F2A4E845FE8E}"/>
                  </a:ext>
                </a:extLst>
              </p:cNvPr>
              <p:cNvSpPr txBox="1"/>
              <p:nvPr/>
            </p:nvSpPr>
            <p:spPr>
              <a:xfrm>
                <a:off x="7984319" y="284184"/>
                <a:ext cx="857394" cy="364718"/>
              </a:xfrm>
              <a:prstGeom prst="rect">
                <a:avLst/>
              </a:prstGeom>
            </p:spPr>
            <p:txBody>
              <a:bodyPr vert="horz" wrap="square" lIns="0" tIns="10319" rIns="0" bIns="0" rtlCol="0">
                <a:spAutoFit/>
              </a:bodyPr>
              <a:lstStyle/>
              <a:p>
                <a:pPr marL="10319">
                  <a:spcBef>
                    <a:spcPts val="81"/>
                  </a:spcBef>
                </a:pPr>
                <a:r>
                  <a:rPr lang="en-US" sz="1950" noProof="0" dirty="0">
                    <a:cs typeface="Segoe UI"/>
                  </a:rPr>
                  <a:t>child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E9842796-00F5-2791-2FDA-F3BA0D26A627}"/>
                  </a:ext>
                </a:extLst>
              </p:cNvPr>
              <p:cNvGrpSpPr/>
              <p:nvPr/>
            </p:nvGrpSpPr>
            <p:grpSpPr>
              <a:xfrm>
                <a:off x="7663107" y="3366383"/>
                <a:ext cx="1286748" cy="1140332"/>
                <a:chOff x="9306753" y="679288"/>
                <a:chExt cx="1286748" cy="982985"/>
              </a:xfrm>
            </p:grpSpPr>
            <p:sp>
              <p:nvSpPr>
                <p:cNvPr id="20" name="object 9">
                  <a:extLst>
                    <a:ext uri="{FF2B5EF4-FFF2-40B4-BE49-F238E27FC236}">
                      <a16:creationId xmlns:a16="http://schemas.microsoft.com/office/drawing/2014/main" id="{292ECA2B-E890-E725-AACB-362AE8C783B9}"/>
                    </a:ext>
                  </a:extLst>
                </p:cNvPr>
                <p:cNvSpPr txBox="1"/>
                <p:nvPr/>
              </p:nvSpPr>
              <p:spPr>
                <a:xfrm>
                  <a:off x="9402733" y="876192"/>
                  <a:ext cx="1112725" cy="589668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b="1" spc="-37" noProof="0" dirty="0">
                      <a:solidFill>
                        <a:schemeClr val="bg1">
                          <a:lumMod val="75000"/>
                        </a:schemeClr>
                      </a:solidFill>
                      <a:cs typeface="Segoe UI"/>
                    </a:rPr>
                    <a:t>Program</a:t>
                  </a: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25" spc="-8" noProof="0" dirty="0">
                      <a:solidFill>
                        <a:schemeClr val="bg1">
                          <a:lumMod val="75000"/>
                        </a:schemeClr>
                      </a:solidFill>
                      <a:latin typeface="Segoe UI"/>
                      <a:cs typeface="Segoe UI"/>
                    </a:rPr>
                    <a:t>env</a:t>
                  </a:r>
                  <a:endParaRPr lang="en-US" sz="1625" noProof="0" dirty="0">
                    <a:solidFill>
                      <a:schemeClr val="bg1">
                        <a:lumMod val="75000"/>
                      </a:schemeClr>
                    </a:solidFill>
                    <a:latin typeface="Segoe UI"/>
                    <a:cs typeface="Segoe UI"/>
                  </a:endParaRPr>
                </a:p>
              </p:txBody>
            </p:sp>
            <p:sp>
              <p:nvSpPr>
                <p:cNvPr id="21" name="object 12">
                  <a:extLst>
                    <a:ext uri="{FF2B5EF4-FFF2-40B4-BE49-F238E27FC236}">
                      <a16:creationId xmlns:a16="http://schemas.microsoft.com/office/drawing/2014/main" id="{F436C494-0167-13AA-F1E3-807DC6F884A1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00B05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22" name="object 14">
                  <a:extLst>
                    <a:ext uri="{FF2B5EF4-FFF2-40B4-BE49-F238E27FC236}">
                      <a16:creationId xmlns:a16="http://schemas.microsoft.com/office/drawing/2014/main" id="{4AA7ECCE-AD2A-DEB4-4B12-6782DBC72354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A6DDB37-5D54-D06D-C741-003A14ED5739}"/>
                  </a:ext>
                </a:extLst>
              </p:cNvPr>
              <p:cNvGrpSpPr/>
              <p:nvPr/>
            </p:nvGrpSpPr>
            <p:grpSpPr>
              <a:xfrm>
                <a:off x="7651028" y="734113"/>
                <a:ext cx="1286748" cy="1083411"/>
                <a:chOff x="9306753" y="679288"/>
                <a:chExt cx="1286748" cy="982985"/>
              </a:xfrm>
            </p:grpSpPr>
            <p:sp>
              <p:nvSpPr>
                <p:cNvPr id="17" name="object 9">
                  <a:extLst>
                    <a:ext uri="{FF2B5EF4-FFF2-40B4-BE49-F238E27FC236}">
                      <a16:creationId xmlns:a16="http://schemas.microsoft.com/office/drawing/2014/main" id="{0834A03F-A917-A6A5-6CFD-490084402651}"/>
                    </a:ext>
                  </a:extLst>
                </p:cNvPr>
                <p:cNvSpPr txBox="1"/>
                <p:nvPr/>
              </p:nvSpPr>
              <p:spPr>
                <a:xfrm>
                  <a:off x="9606709" y="879594"/>
                  <a:ext cx="760164" cy="528389"/>
                </a:xfrm>
                <a:prstGeom prst="rect">
                  <a:avLst/>
                </a:prstGeom>
              </p:spPr>
              <p:txBody>
                <a:bodyPr vert="horz" wrap="square" lIns="0" tIns="43339" rIns="0" bIns="0" rtlCol="0">
                  <a:spAutoFit/>
                </a:bodyPr>
                <a:lstStyle/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b="1" spc="-37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b</a:t>
                  </a:r>
                  <a:r>
                    <a:rPr lang="en-US" sz="1600" b="1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a</a:t>
                  </a:r>
                  <a:r>
                    <a:rPr lang="en-US" sz="1600" b="1" spc="4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s</a:t>
                  </a:r>
                  <a:r>
                    <a:rPr lang="en-US" sz="1600" b="1" spc="-4" noProof="0" dirty="0">
                      <a:solidFill>
                        <a:srgbClr val="FF0000"/>
                      </a:solidFill>
                      <a:latin typeface="Hack" panose="020B0609030202020204" pitchFamily="49" charset="0"/>
                      <a:ea typeface="Hack" panose="020B0609030202020204" pitchFamily="49" charset="0"/>
                      <a:cs typeface="Hack" panose="020B0609030202020204" pitchFamily="49" charset="0"/>
                    </a:rPr>
                    <a:t>h</a:t>
                  </a:r>
                  <a:endParaRPr lang="en-US" sz="1600" b="1" noProof="0" dirty="0">
                    <a:solidFill>
                      <a:srgbClr val="FF0000"/>
                    </a:solidFill>
                    <a:latin typeface="Hack" panose="020B0609030202020204" pitchFamily="49" charset="0"/>
                    <a:ea typeface="Hack" panose="020B0609030202020204" pitchFamily="49" charset="0"/>
                    <a:cs typeface="Hack" panose="020B0609030202020204" pitchFamily="49" charset="0"/>
                  </a:endParaRPr>
                </a:p>
                <a:p>
                  <a:pPr marL="10319" algn="ctr">
                    <a:spcBef>
                      <a:spcPts val="341"/>
                    </a:spcBef>
                  </a:pPr>
                  <a:r>
                    <a:rPr lang="en-US" sz="1600" spc="-8" noProof="0" dirty="0">
                      <a:solidFill>
                        <a:srgbClr val="C70000"/>
                      </a:solidFill>
                      <a:cs typeface="Segoe UI"/>
                    </a:rPr>
                    <a:t>env</a:t>
                  </a:r>
                  <a:endParaRPr lang="en-US" sz="1600" noProof="0" dirty="0">
                    <a:cs typeface="Segoe UI"/>
                  </a:endParaRPr>
                </a:p>
              </p:txBody>
            </p:sp>
            <p:sp>
              <p:nvSpPr>
                <p:cNvPr id="18" name="object 12">
                  <a:extLst>
                    <a:ext uri="{FF2B5EF4-FFF2-40B4-BE49-F238E27FC236}">
                      <a16:creationId xmlns:a16="http://schemas.microsoft.com/office/drawing/2014/main" id="{69A98151-3AD6-A415-3DE0-683808B99A7C}"/>
                    </a:ext>
                  </a:extLst>
                </p:cNvPr>
                <p:cNvSpPr/>
                <p:nvPr/>
              </p:nvSpPr>
              <p:spPr>
                <a:xfrm>
                  <a:off x="9306753" y="679288"/>
                  <a:ext cx="1286748" cy="982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3690" h="883919">
                      <a:moveTo>
                        <a:pt x="0" y="441960"/>
                      </a:moveTo>
                      <a:lnTo>
                        <a:pt x="9410" y="373607"/>
                      </a:lnTo>
                      <a:lnTo>
                        <a:pt x="36703" y="308557"/>
                      </a:lnTo>
                      <a:lnTo>
                        <a:pt x="80472" y="247594"/>
                      </a:lnTo>
                      <a:lnTo>
                        <a:pt x="108095" y="218891"/>
                      </a:lnTo>
                      <a:lnTo>
                        <a:pt x="139309" y="191505"/>
                      </a:lnTo>
                      <a:lnTo>
                        <a:pt x="173939" y="165533"/>
                      </a:lnTo>
                      <a:lnTo>
                        <a:pt x="211807" y="141075"/>
                      </a:lnTo>
                      <a:lnTo>
                        <a:pt x="252739" y="118228"/>
                      </a:lnTo>
                      <a:lnTo>
                        <a:pt x="296559" y="97091"/>
                      </a:lnTo>
                      <a:lnTo>
                        <a:pt x="343090" y="77762"/>
                      </a:lnTo>
                      <a:lnTo>
                        <a:pt x="392157" y="60339"/>
                      </a:lnTo>
                      <a:lnTo>
                        <a:pt x="443583" y="44920"/>
                      </a:lnTo>
                      <a:lnTo>
                        <a:pt x="497193" y="31603"/>
                      </a:lnTo>
                      <a:lnTo>
                        <a:pt x="552811" y="20488"/>
                      </a:lnTo>
                      <a:lnTo>
                        <a:pt x="610262" y="11672"/>
                      </a:lnTo>
                      <a:lnTo>
                        <a:pt x="669368" y="5253"/>
                      </a:lnTo>
                      <a:lnTo>
                        <a:pt x="729954" y="1329"/>
                      </a:lnTo>
                      <a:lnTo>
                        <a:pt x="791845" y="0"/>
                      </a:lnTo>
                      <a:lnTo>
                        <a:pt x="853719" y="1329"/>
                      </a:lnTo>
                      <a:lnTo>
                        <a:pt x="914292" y="5253"/>
                      </a:lnTo>
                      <a:lnTo>
                        <a:pt x="973387" y="11672"/>
                      </a:lnTo>
                      <a:lnTo>
                        <a:pt x="1030830" y="20488"/>
                      </a:lnTo>
                      <a:lnTo>
                        <a:pt x="1086443" y="31603"/>
                      </a:lnTo>
                      <a:lnTo>
                        <a:pt x="1140050" y="44920"/>
                      </a:lnTo>
                      <a:lnTo>
                        <a:pt x="1191476" y="60339"/>
                      </a:lnTo>
                      <a:lnTo>
                        <a:pt x="1240543" y="77762"/>
                      </a:lnTo>
                      <a:lnTo>
                        <a:pt x="1287077" y="97091"/>
                      </a:lnTo>
                      <a:lnTo>
                        <a:pt x="1330900" y="118228"/>
                      </a:lnTo>
                      <a:lnTo>
                        <a:pt x="1371836" y="141075"/>
                      </a:lnTo>
                      <a:lnTo>
                        <a:pt x="1409710" y="165533"/>
                      </a:lnTo>
                      <a:lnTo>
                        <a:pt x="1444345" y="191505"/>
                      </a:lnTo>
                      <a:lnTo>
                        <a:pt x="1475565" y="218891"/>
                      </a:lnTo>
                      <a:lnTo>
                        <a:pt x="1503194" y="247594"/>
                      </a:lnTo>
                      <a:lnTo>
                        <a:pt x="1527056" y="277515"/>
                      </a:lnTo>
                      <a:lnTo>
                        <a:pt x="1562773" y="340620"/>
                      </a:lnTo>
                      <a:lnTo>
                        <a:pt x="1581307" y="407420"/>
                      </a:lnTo>
                      <a:lnTo>
                        <a:pt x="1583690" y="441960"/>
                      </a:lnTo>
                      <a:lnTo>
                        <a:pt x="1581307" y="476499"/>
                      </a:lnTo>
                      <a:lnTo>
                        <a:pt x="1574276" y="510312"/>
                      </a:lnTo>
                      <a:lnTo>
                        <a:pt x="1546974" y="575362"/>
                      </a:lnTo>
                      <a:lnTo>
                        <a:pt x="1503194" y="636325"/>
                      </a:lnTo>
                      <a:lnTo>
                        <a:pt x="1475565" y="665028"/>
                      </a:lnTo>
                      <a:lnTo>
                        <a:pt x="1444345" y="692414"/>
                      </a:lnTo>
                      <a:lnTo>
                        <a:pt x="1409710" y="718386"/>
                      </a:lnTo>
                      <a:lnTo>
                        <a:pt x="1371836" y="742844"/>
                      </a:lnTo>
                      <a:lnTo>
                        <a:pt x="1330900" y="765691"/>
                      </a:lnTo>
                      <a:lnTo>
                        <a:pt x="1287077" y="786828"/>
                      </a:lnTo>
                      <a:lnTo>
                        <a:pt x="1240543" y="806157"/>
                      </a:lnTo>
                      <a:lnTo>
                        <a:pt x="1191476" y="823580"/>
                      </a:lnTo>
                      <a:lnTo>
                        <a:pt x="1140050" y="838999"/>
                      </a:lnTo>
                      <a:lnTo>
                        <a:pt x="1086443" y="852316"/>
                      </a:lnTo>
                      <a:lnTo>
                        <a:pt x="1030830" y="863431"/>
                      </a:lnTo>
                      <a:lnTo>
                        <a:pt x="973387" y="872247"/>
                      </a:lnTo>
                      <a:lnTo>
                        <a:pt x="914292" y="878666"/>
                      </a:lnTo>
                      <a:lnTo>
                        <a:pt x="853719" y="882590"/>
                      </a:lnTo>
                      <a:lnTo>
                        <a:pt x="791845" y="883920"/>
                      </a:lnTo>
                      <a:lnTo>
                        <a:pt x="729954" y="882590"/>
                      </a:lnTo>
                      <a:lnTo>
                        <a:pt x="669368" y="878666"/>
                      </a:lnTo>
                      <a:lnTo>
                        <a:pt x="610262" y="872247"/>
                      </a:lnTo>
                      <a:lnTo>
                        <a:pt x="552811" y="863431"/>
                      </a:lnTo>
                      <a:lnTo>
                        <a:pt x="497193" y="852316"/>
                      </a:lnTo>
                      <a:lnTo>
                        <a:pt x="443583" y="838999"/>
                      </a:lnTo>
                      <a:lnTo>
                        <a:pt x="392157" y="823580"/>
                      </a:lnTo>
                      <a:lnTo>
                        <a:pt x="343090" y="806157"/>
                      </a:lnTo>
                      <a:lnTo>
                        <a:pt x="296559" y="786828"/>
                      </a:lnTo>
                      <a:lnTo>
                        <a:pt x="252739" y="765691"/>
                      </a:lnTo>
                      <a:lnTo>
                        <a:pt x="211807" y="742844"/>
                      </a:lnTo>
                      <a:lnTo>
                        <a:pt x="173939" y="718386"/>
                      </a:lnTo>
                      <a:lnTo>
                        <a:pt x="139309" y="692414"/>
                      </a:lnTo>
                      <a:lnTo>
                        <a:pt x="108095" y="665028"/>
                      </a:lnTo>
                      <a:lnTo>
                        <a:pt x="80472" y="636325"/>
                      </a:lnTo>
                      <a:lnTo>
                        <a:pt x="56616" y="606404"/>
                      </a:lnTo>
                      <a:lnTo>
                        <a:pt x="20909" y="543299"/>
                      </a:lnTo>
                      <a:lnTo>
                        <a:pt x="2381" y="476499"/>
                      </a:lnTo>
                      <a:lnTo>
                        <a:pt x="0" y="441960"/>
                      </a:lnTo>
                      <a:close/>
                    </a:path>
                  </a:pathLst>
                </a:custGeom>
                <a:ln w="12600">
                  <a:solidFill>
                    <a:srgbClr val="FF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  <p:sp>
              <p:nvSpPr>
                <p:cNvPr id="19" name="object 14">
                  <a:extLst>
                    <a:ext uri="{FF2B5EF4-FFF2-40B4-BE49-F238E27FC236}">
                      <a16:creationId xmlns:a16="http://schemas.microsoft.com/office/drawing/2014/main" id="{DA6F94D3-2B87-01B5-E8A1-8645B644DA6A}"/>
                    </a:ext>
                  </a:extLst>
                </p:cNvPr>
                <p:cNvSpPr/>
                <p:nvPr/>
              </p:nvSpPr>
              <p:spPr>
                <a:xfrm>
                  <a:off x="9468697" y="1177132"/>
                  <a:ext cx="980797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7134">
                      <a:moveTo>
                        <a:pt x="0" y="0"/>
                      </a:moveTo>
                      <a:lnTo>
                        <a:pt x="1207007" y="0"/>
                      </a:lnTo>
                    </a:path>
                  </a:pathLst>
                </a:custGeom>
                <a:ln w="12600">
                  <a:solidFill>
                    <a:srgbClr val="000066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lang="en-US" sz="1463" noProof="0" dirty="0"/>
                </a:p>
              </p:txBody>
            </p:sp>
          </p:grp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D34B95B-7B3A-4C15-A125-9471678140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8565" y="1249286"/>
                <a:ext cx="109583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D6AE3729-0FE3-B5B4-6997-85C9890632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85554" y="1936845"/>
                <a:ext cx="8848" cy="133049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945A9A0-15CC-2987-4995-10802E24E9D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719205" y="1874851"/>
                <a:ext cx="1823681" cy="19149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bject 9">
                <a:extLst>
                  <a:ext uri="{FF2B5EF4-FFF2-40B4-BE49-F238E27FC236}">
                    <a16:creationId xmlns:a16="http://schemas.microsoft.com/office/drawing/2014/main" id="{59FE4BF5-7F3E-9F49-5F28-925F9DF7F4D4}"/>
                  </a:ext>
                </a:extLst>
              </p:cNvPr>
              <p:cNvSpPr txBox="1"/>
              <p:nvPr/>
            </p:nvSpPr>
            <p:spPr>
              <a:xfrm>
                <a:off x="6194582" y="853777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00" b="1" spc="-37" noProof="0" dirty="0">
                    <a:solidFill>
                      <a:srgbClr val="FF0000"/>
                    </a:solidFill>
                    <a:cs typeface="Segoe UI"/>
                  </a:rPr>
                  <a:t>fork (clone</a:t>
                </a:r>
                <a:r>
                  <a:rPr lang="en-US" sz="1600" b="1" spc="-37" noProof="0" dirty="0">
                    <a:solidFill>
                      <a:srgbClr val="FF0000"/>
                    </a:solidFill>
                    <a:latin typeface="Segoe UI"/>
                    <a:cs typeface="Segoe UI"/>
                  </a:rPr>
                  <a:t>)</a:t>
                </a:r>
                <a:endParaRPr lang="en-US" sz="1600" noProof="0" dirty="0">
                  <a:solidFill>
                    <a:srgbClr val="FF0000"/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C9D6D373-D4C4-8B49-C0C4-49009AC8B093}"/>
                  </a:ext>
                </a:extLst>
              </p:cNvPr>
              <p:cNvSpPr txBox="1"/>
              <p:nvPr/>
            </p:nvSpPr>
            <p:spPr>
              <a:xfrm rot="5400000">
                <a:off x="8150583" y="2437970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00" b="1" spc="-37" noProof="0" dirty="0">
                    <a:solidFill>
                      <a:schemeClr val="bg1">
                        <a:lumMod val="75000"/>
                      </a:schemeClr>
                    </a:solidFill>
                    <a:latin typeface="Segoe UI"/>
                    <a:cs typeface="Segoe UI"/>
                  </a:rPr>
                  <a:t>exec </a:t>
                </a:r>
                <a:r>
                  <a:rPr lang="en-US" sz="1600" b="1" i="1" spc="-37" noProof="0" dirty="0">
                    <a:solidFill>
                      <a:schemeClr val="bg1">
                        <a:lumMod val="75000"/>
                      </a:schemeClr>
                    </a:solidFill>
                    <a:latin typeface="Segoe UI"/>
                    <a:cs typeface="Segoe UI"/>
                  </a:rPr>
                  <a:t>Program</a:t>
                </a:r>
                <a:endParaRPr lang="en-US" sz="1600" i="1" noProof="0" dirty="0">
                  <a:solidFill>
                    <a:schemeClr val="bg1">
                      <a:lumMod val="75000"/>
                    </a:schemeClr>
                  </a:solidFill>
                  <a:latin typeface="Segoe UI"/>
                  <a:cs typeface="Segoe UI"/>
                </a:endParaRPr>
              </a:p>
            </p:txBody>
          </p:sp>
          <p:sp>
            <p:nvSpPr>
              <p:cNvPr id="16" name="object 9">
                <a:extLst>
                  <a:ext uri="{FF2B5EF4-FFF2-40B4-BE49-F238E27FC236}">
                    <a16:creationId xmlns:a16="http://schemas.microsoft.com/office/drawing/2014/main" id="{2728E7FB-39F3-25E1-6095-0F56CE9E5D07}"/>
                  </a:ext>
                </a:extLst>
              </p:cNvPr>
              <p:cNvSpPr txBox="1"/>
              <p:nvPr/>
            </p:nvSpPr>
            <p:spPr>
              <a:xfrm rot="2852273">
                <a:off x="6093935" y="2437969"/>
                <a:ext cx="1286747" cy="293831"/>
              </a:xfrm>
              <a:prstGeom prst="rect">
                <a:avLst/>
              </a:prstGeom>
            </p:spPr>
            <p:txBody>
              <a:bodyPr vert="horz" wrap="square" lIns="0" tIns="43339" rIns="0" bIns="0" rtlCol="0">
                <a:spAutoFit/>
              </a:bodyPr>
              <a:lstStyle/>
              <a:p>
                <a:pPr marL="10319" algn="ctr">
                  <a:spcBef>
                    <a:spcPts val="341"/>
                  </a:spcBef>
                </a:pPr>
                <a:r>
                  <a:rPr lang="en-US" sz="1600" b="1" spc="-37" noProof="0" dirty="0">
                    <a:solidFill>
                      <a:schemeClr val="bg1">
                        <a:lumMod val="75000"/>
                      </a:schemeClr>
                    </a:solidFill>
                    <a:latin typeface="Segoe UI"/>
                    <a:cs typeface="Segoe UI"/>
                  </a:rPr>
                  <a:t>exit [n]</a:t>
                </a:r>
                <a:endParaRPr lang="en-US" sz="1600" noProof="0" dirty="0">
                  <a:solidFill>
                    <a:schemeClr val="bg1">
                      <a:lumMod val="75000"/>
                    </a:schemeClr>
                  </a:solidFill>
                  <a:latin typeface="Segoe UI"/>
                  <a:cs typeface="Segoe UI"/>
                </a:endParaRPr>
              </a:p>
            </p:txBody>
          </p:sp>
        </p:grpSp>
        <p:sp>
          <p:nvSpPr>
            <p:cNvPr id="27" name="object 9">
              <a:extLst>
                <a:ext uri="{FF2B5EF4-FFF2-40B4-BE49-F238E27FC236}">
                  <a16:creationId xmlns:a16="http://schemas.microsoft.com/office/drawing/2014/main" id="{6AB54F5C-C286-EC95-854E-9289F5B0CBBB}"/>
                </a:ext>
              </a:extLst>
            </p:cNvPr>
            <p:cNvSpPr txBox="1"/>
            <p:nvPr/>
          </p:nvSpPr>
          <p:spPr>
            <a:xfrm>
              <a:off x="6515134" y="2981758"/>
              <a:ext cx="1491247" cy="543899"/>
            </a:xfrm>
            <a:prstGeom prst="rect">
              <a:avLst/>
            </a:prstGeom>
          </p:spPr>
          <p:txBody>
            <a:bodyPr vert="horz" wrap="square" lIns="0" tIns="43339" rIns="0" bIns="0" rtlCol="0">
              <a:spAutoFit/>
            </a:bodyPr>
            <a:lstStyle/>
            <a:p>
              <a:pPr marL="10319" algn="ctr">
                <a:spcBef>
                  <a:spcPts val="341"/>
                </a:spcBef>
              </a:pPr>
              <a:r>
                <a:rPr lang="en-US" sz="1600" b="1" spc="-37" noProof="0" dirty="0">
                  <a:cs typeface="Segoe UI"/>
                </a:rPr>
                <a:t>Redirect </a:t>
              </a:r>
              <a:r>
                <a:rPr lang="en-US" sz="1600" b="1" spc="-37" noProof="0" dirty="0" err="1">
                  <a:cs typeface="Segoe UI"/>
                </a:rPr>
                <a:t>i</a:t>
              </a:r>
              <a:r>
                <a:rPr lang="en-US" sz="1600" b="1" spc="-37" noProof="0" dirty="0">
                  <a:cs typeface="Segoe UI"/>
                </a:rPr>
                <a:t>/o streams</a:t>
              </a:r>
              <a:endParaRPr lang="en-US" sz="1600" b="1" noProof="0" dirty="0">
                <a:cs typeface="Sego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7740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5C7965F-2EAC-9968-4C4A-74C75D0ABD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File descriptor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104801">
              <a:spcBef>
                <a:spcPts val="488"/>
              </a:spcBef>
              <a:buClr>
                <a:srgbClr val="000000"/>
              </a:buClr>
              <a:tabLst>
                <a:tab pos="517485" algn="l"/>
                <a:tab pos="518001" algn="l"/>
              </a:tabLst>
            </a:pP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fd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is the file descriptor number (</a:t>
            </a:r>
            <a:r>
              <a:rPr lang="en-US" sz="1800" spc="-12" noProof="0" dirty="0">
                <a:solidFill>
                  <a:srgbClr val="FF0000"/>
                </a:solidFill>
                <a:cs typeface="Segoe UI"/>
              </a:rPr>
              <a:t>channel number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).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Redirect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new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fd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file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If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exists,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clobbered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(overwritten).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If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does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exist,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created.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If omitted the default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descriptor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redirection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Append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 a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fd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&gt;&gt;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US" spc="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If</a:t>
            </a:r>
            <a:r>
              <a:rPr lang="en-US" sz="1800" spc="-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does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exist,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it will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created.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If omitted the default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descriptor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redirection</a:t>
            </a:r>
            <a:r>
              <a:rPr lang="en-US" sz="1800" spc="6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Redirect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standard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input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file</a:t>
            </a:r>
            <a:r>
              <a:rPr lang="en-US" spc="-4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637444-41A1-9E0B-A2D1-2C3F78F41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208" y="462261"/>
            <a:ext cx="1860359" cy="179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922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5387C7-4313-04B8-8920-F97E139AFA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FD=1: Redirecting standard output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Redirect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i="1" spc="-8" noProof="0" dirty="0" err="1">
                <a:solidFill>
                  <a:srgbClr val="2D2C2C"/>
                </a:solidFill>
                <a:cs typeface="Segoe UI"/>
              </a:rPr>
              <a:t>stdout</a:t>
            </a:r>
            <a:r>
              <a:rPr lang="en-US" sz="1800" b="1" i="1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file</a:t>
            </a:r>
            <a:r>
              <a:rPr lang="en-US" sz="1800" b="1" spc="-12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1&gt;&gt;</a:t>
            </a:r>
            <a:r>
              <a:rPr lang="en-US" sz="1800" b="1" spc="-16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</a:t>
            </a:r>
            <a:r>
              <a:rPr lang="en-US" sz="1800" spc="-20" noProof="0" dirty="0">
                <a:solidFill>
                  <a:srgbClr val="2D2C2C"/>
                </a:solidFill>
                <a:cs typeface="Segoe UI"/>
              </a:rPr>
              <a:t>escriptor</a:t>
            </a:r>
            <a:r>
              <a:rPr lang="en-US" sz="1800" spc="8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sz="1800" b="1" spc="4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default and </a:t>
            </a:r>
            <a:r>
              <a:rPr lang="en-US" spc="-8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often omitted.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If redirected to the special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file,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/dev/null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, it will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discard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data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(but only for this channel - </a:t>
            </a:r>
            <a:r>
              <a:rPr lang="en-US" sz="1800" b="1" spc="-12" noProof="0" dirty="0">
                <a:solidFill>
                  <a:srgbClr val="2D2C2C"/>
                </a:solidFill>
                <a:cs typeface="Segoe UI"/>
              </a:rPr>
              <a:t>stderr</a:t>
            </a:r>
            <a:r>
              <a:rPr lang="en-US" sz="1800" b="1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affected).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Notice that the space after the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is optional.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4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changes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stream.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existing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clobbered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before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runs.</a:t>
            </a:r>
            <a:endParaRPr lang="en-US" sz="1800" noProof="0" dirty="0">
              <a:cs typeface="Segoe UI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Some programs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detect</a:t>
            </a:r>
            <a:r>
              <a:rPr lang="en-US" sz="1800" spc="5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they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writing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screen.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Compare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output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from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sz="1800" b="1" spc="-61" noProof="0" dirty="0">
                <a:solidFill>
                  <a:srgbClr val="0000C7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sz="1800" b="1" spc="-37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5E7882D-0867-372C-C3A9-DF932C5EF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8197" y="3291745"/>
            <a:ext cx="6770077" cy="97462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2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date</a:t>
            </a:r>
            <a:r>
              <a:rPr lang="en-US" b="1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/report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pwd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&gt;&gt;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/report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77391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tty</a:t>
            </a:r>
            <a:r>
              <a:rPr lang="en-US" b="1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&gt;&gt;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/report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6" name="Picture 5" descr="A cartoon of a pink letter&#10;&#10;AI-generated content may be incorrect.">
            <a:extLst>
              <a:ext uri="{FF2B5EF4-FFF2-40B4-BE49-F238E27FC236}">
                <a16:creationId xmlns:a16="http://schemas.microsoft.com/office/drawing/2014/main" id="{B7F4E392-053C-956E-C94D-7AA2B45B1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34" y="704235"/>
            <a:ext cx="86893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56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0C08A8-F870-C3E1-C7E4-21118BABEA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FD=2: Redirecting standard error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Redirect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stderr</a:t>
            </a:r>
            <a:r>
              <a:rPr lang="en-US" sz="1800" b="1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using</a:t>
            </a:r>
            <a:r>
              <a:rPr lang="en-US" sz="1800" spc="4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file</a:t>
            </a:r>
            <a:r>
              <a:rPr lang="en-US" sz="1800" b="1" spc="-12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or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2&gt;&gt;</a:t>
            </a:r>
            <a:r>
              <a:rPr lang="en-US" sz="1800" b="1" spc="-16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file</a:t>
            </a:r>
            <a:r>
              <a:rPr lang="en-US" spc="-16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If directed to the special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file,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/dev/null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, it will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discard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the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data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(</a:t>
            </a:r>
            <a:r>
              <a:rPr lang="en-US" spc="-12" dirty="0">
                <a:solidFill>
                  <a:srgbClr val="2D2C2C"/>
                </a:solidFill>
                <a:cs typeface="Segoe UI"/>
              </a:rPr>
              <a:t>but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only for this channel - </a:t>
            </a:r>
            <a:r>
              <a:rPr lang="en-US" sz="1800" b="1" spc="-12" noProof="0" dirty="0" err="1">
                <a:solidFill>
                  <a:srgbClr val="2D2C2C"/>
                </a:solidFill>
                <a:cs typeface="Segoe UI"/>
              </a:rPr>
              <a:t>stdout</a:t>
            </a:r>
            <a:r>
              <a:rPr lang="en-US" sz="1800" b="1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pc="-12" dirty="0">
                <a:solidFill>
                  <a:srgbClr val="2D2C2C"/>
                </a:solidFill>
                <a:cs typeface="Segoe UI"/>
              </a:rPr>
              <a:t>is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not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affected).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Notice the space after the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is optional.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cs typeface="Segoe UI"/>
            </a:endParaRPr>
          </a:p>
          <a:p>
            <a:pPr marL="289957" indent="-280154">
              <a:spcBef>
                <a:spcPts val="4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shell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cs typeface="Segoe UI"/>
              </a:rPr>
              <a:t>creates</a:t>
            </a:r>
            <a:r>
              <a:rPr lang="en-US" sz="1800" spc="5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2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and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changes</a:t>
            </a:r>
            <a:r>
              <a:rPr lang="en-US" sz="1800" spc="49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stream.</a:t>
            </a:r>
            <a:endParaRPr lang="en-US" sz="1800" noProof="0" dirty="0"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An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existing</a:t>
            </a:r>
            <a:r>
              <a:rPr lang="en-US" sz="1800" spc="41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file</a:t>
            </a:r>
            <a:r>
              <a:rPr lang="en-US" sz="1800" spc="33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will</a:t>
            </a:r>
            <a:r>
              <a:rPr lang="en-US" sz="1800" spc="2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clobbered</a:t>
            </a:r>
            <a:r>
              <a:rPr lang="en-US" sz="1800" spc="65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b="1" spc="-8" noProof="0" dirty="0">
                <a:solidFill>
                  <a:srgbClr val="2D2C2C"/>
                </a:solidFill>
                <a:cs typeface="Segoe UI"/>
              </a:rPr>
              <a:t>before</a:t>
            </a:r>
            <a:r>
              <a:rPr lang="en-US" sz="1800" spc="16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program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runs.</a:t>
            </a:r>
            <a:endParaRPr lang="en-US" sz="1800" noProof="0" dirty="0">
              <a:cs typeface="Segoe UI"/>
            </a:endParaRPr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5E7882D-0867-372C-C3A9-DF932C5EF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562" y="2951562"/>
            <a:ext cx="6770077" cy="38728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2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 /home/* 2&gt;/dev/null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4" name="Picture 3" descr="A cartoon of a pink letter&#10;&#10;AI-generated content may be incorrect.">
            <a:extLst>
              <a:ext uri="{FF2B5EF4-FFF2-40B4-BE49-F238E27FC236}">
                <a16:creationId xmlns:a16="http://schemas.microsoft.com/office/drawing/2014/main" id="{1D155287-6476-708E-3A31-EDC1DE9124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34" y="704235"/>
            <a:ext cx="86893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430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926835-984B-BC92-3080-3C957A87BC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Redirecting FD=1 and FD=2 to different files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Redirection</a:t>
            </a:r>
            <a:r>
              <a:rPr lang="en-US" sz="1800" spc="37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can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be</a:t>
            </a:r>
            <a:r>
              <a:rPr lang="en-US" sz="1800" spc="-8" noProof="0" dirty="0">
                <a:solidFill>
                  <a:srgbClr val="2D2C2C"/>
                </a:solidFill>
                <a:cs typeface="Segoe UI"/>
              </a:rPr>
              <a:t> applied</a:t>
            </a:r>
            <a:r>
              <a:rPr lang="en-US" sz="1800" spc="24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cs typeface="Segoe UI"/>
              </a:rPr>
              <a:t>to both</a:t>
            </a:r>
            <a:r>
              <a:rPr lang="en-US" sz="1800" spc="12" noProof="0" dirty="0">
                <a:solidFill>
                  <a:srgbClr val="2D2C2C"/>
                </a:solidFill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cs typeface="Segoe UI"/>
              </a:rPr>
              <a:t>streams, in this case to separate targets.</a:t>
            </a: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DD33B2D-7407-E695-BE5C-CDA3D673F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799" y="3522693"/>
            <a:ext cx="6761460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32"/>
              </a:spcBef>
            </a:pPr>
            <a:r>
              <a:rPr lang="en-US" sz="1600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z="1600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-l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dir1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&gt;&gt;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my_list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2&gt;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/dev/null</a:t>
            </a:r>
            <a:endParaRPr lang="en-US" sz="1600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31F386B-D287-2328-9188-BC410B1AA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799" y="2494052"/>
            <a:ext cx="6761460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3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src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/boot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&gt;out.txt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2&gt;err.txt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pic>
        <p:nvPicPr>
          <p:cNvPr id="4" name="Picture 3" descr="A cartoon of a pink letter&#10;&#10;AI-generated content may be incorrect.">
            <a:extLst>
              <a:ext uri="{FF2B5EF4-FFF2-40B4-BE49-F238E27FC236}">
                <a16:creationId xmlns:a16="http://schemas.microsoft.com/office/drawing/2014/main" id="{47F2AD7E-DADD-1647-C652-D768E2144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34" y="704235"/>
            <a:ext cx="86893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041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1D1E99-400B-4CC4-E876-D05B17549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2" y="500194"/>
            <a:ext cx="11303577" cy="858985"/>
          </a:xfrm>
        </p:spPr>
        <p:txBody>
          <a:bodyPr/>
          <a:lstStyle/>
          <a:p>
            <a:r>
              <a:rPr lang="en-US" noProof="0" dirty="0"/>
              <a:t>Redirecting FD=1 and FD=2 to the same file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3922" y="1733108"/>
            <a:ext cx="11303578" cy="4348715"/>
          </a:xfrm>
        </p:spPr>
        <p:txBody>
          <a:bodyPr/>
          <a:lstStyle/>
          <a:p>
            <a:r>
              <a:rPr lang="en-US" noProof="0" dirty="0">
                <a:solidFill>
                  <a:schemeClr val="tx1"/>
                </a:solidFill>
              </a:rPr>
              <a:t>You cannot simply use the same filename for both channels</a:t>
            </a:r>
            <a:r>
              <a:rPr lang="en-US" dirty="0">
                <a:solidFill>
                  <a:schemeClr val="tx1"/>
                </a:solidFill>
              </a:rPr>
              <a:t>.  If you do, you</a:t>
            </a:r>
            <a:r>
              <a:rPr lang="en-US" noProof="0" dirty="0">
                <a:solidFill>
                  <a:schemeClr val="tx1"/>
                </a:solidFill>
              </a:rPr>
              <a:t> will get unpredictable results.</a:t>
            </a:r>
          </a:p>
          <a:p>
            <a:r>
              <a:rPr lang="en-US" noProof="0" dirty="0">
                <a:solidFill>
                  <a:schemeClr val="tx1"/>
                </a:solidFill>
              </a:rPr>
              <a:t>Instead, we can merge the two streams, in various ways.</a:t>
            </a:r>
          </a:p>
          <a:p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5513" y="6398855"/>
            <a:ext cx="2743200" cy="365125"/>
          </a:xfr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A6CCE4-EEF8-F77B-3E7E-D6FBB0573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048" y="2814262"/>
            <a:ext cx="6770687" cy="3267561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# send 2 to the same place as 1 is sent to</a:t>
            </a:r>
          </a:p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src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/boot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out.txt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2&gt;&amp;1</a:t>
            </a:r>
          </a:p>
          <a:p>
            <a:pPr marL="10319">
              <a:spcBef>
                <a:spcPts val="73"/>
              </a:spcBef>
            </a:pPr>
            <a:endParaRPr lang="en-US" b="1" spc="-4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73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# send 1 to the same place as 2 is sent to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73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src</a:t>
            </a:r>
            <a:r>
              <a:rPr lang="en-US" b="1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/boot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2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out.txt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1&gt;&amp;2</a:t>
            </a:r>
          </a:p>
          <a:p>
            <a:pPr marL="10319">
              <a:spcBef>
                <a:spcPts val="73"/>
              </a:spcBef>
            </a:pPr>
            <a:endParaRPr lang="en-US" b="1" spc="-4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73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# send both to out.txt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4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src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/boot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&amp;&gt;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out.txt</a:t>
            </a:r>
          </a:p>
          <a:p>
            <a:pPr marL="10319">
              <a:spcBef>
                <a:spcPts val="4"/>
              </a:spcBef>
            </a:pPr>
            <a:endParaRPr lang="en-US" b="1" spc="-4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>
              <a:spcBef>
                <a:spcPts val="4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# also send both to out.txt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10319"/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16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src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/boot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&gt;&amp;</a:t>
            </a:r>
            <a:r>
              <a:rPr lang="en-US" b="1" spc="-12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out.txt</a:t>
            </a:r>
          </a:p>
        </p:txBody>
      </p:sp>
      <p:pic>
        <p:nvPicPr>
          <p:cNvPr id="4" name="Picture 3" descr="A cartoon of a pink letter&#10;&#10;AI-generated content may be incorrect.">
            <a:extLst>
              <a:ext uri="{FF2B5EF4-FFF2-40B4-BE49-F238E27FC236}">
                <a16:creationId xmlns:a16="http://schemas.microsoft.com/office/drawing/2014/main" id="{D44062BB-375F-5C3D-6326-C3570897C0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34" y="704235"/>
            <a:ext cx="86893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50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4EC49D-7815-D243-57FD-5609B481E5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Collecting streams within a subshell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20913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320913" algn="l"/>
                <a:tab pos="321429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Subshells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group</a:t>
            </a:r>
            <a:r>
              <a:rPr lang="en-US" sz="1800" b="1" spc="-8" noProof="0" dirty="0">
                <a:solidFill>
                  <a:srgbClr val="2D2C2C"/>
                </a:solidFill>
                <a:latin typeface="+mn-lt"/>
                <a:cs typeface="Segoe UI"/>
              </a:rPr>
              <a:t> commands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.</a:t>
            </a:r>
            <a:endParaRPr lang="en-US" sz="1800" noProof="0" dirty="0">
              <a:latin typeface="+mn-lt"/>
              <a:cs typeface="Segoe UI"/>
            </a:endParaRPr>
          </a:p>
          <a:p>
            <a:pPr marL="548958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48442" algn="l"/>
                <a:tab pos="548958" algn="l"/>
              </a:tabLst>
            </a:pPr>
            <a:r>
              <a:rPr lang="en-US" sz="1800" spc="-98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invoke,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surround</a:t>
            </a:r>
            <a:r>
              <a:rPr lang="en-US" sz="1800" spc="3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parentheses.</a:t>
            </a:r>
            <a:endParaRPr lang="en-US" sz="1800" noProof="0" dirty="0">
              <a:latin typeface="+mn-lt"/>
              <a:cs typeface="Segoe UI"/>
            </a:endParaRPr>
          </a:p>
          <a:p>
            <a:pPr marL="320913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320913" algn="l"/>
                <a:tab pos="321429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Subshells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used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to:</a:t>
            </a:r>
            <a:endParaRPr lang="en-US" sz="1800" noProof="0" dirty="0">
              <a:latin typeface="+mn-lt"/>
              <a:cs typeface="Segoe UI"/>
            </a:endParaRPr>
          </a:p>
          <a:p>
            <a:pPr marL="548958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48442" algn="l"/>
                <a:tab pos="548958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Prevent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from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affecting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the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current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environment.</a:t>
            </a:r>
            <a:endParaRPr lang="en-US" sz="1800" noProof="0" dirty="0">
              <a:latin typeface="+mn-lt"/>
              <a:cs typeface="Segoe UI"/>
            </a:endParaRPr>
          </a:p>
          <a:p>
            <a:pPr marL="548958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48442" algn="l"/>
                <a:tab pos="548958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Combine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output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several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common</a:t>
            </a:r>
            <a:r>
              <a:rPr lang="en-US" sz="1800" spc="6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redirection.</a:t>
            </a:r>
            <a:endParaRPr lang="en-US" sz="1800" noProof="0" dirty="0">
              <a:latin typeface="+mn-lt"/>
              <a:cs typeface="Segoe UI"/>
            </a:endParaRPr>
          </a:p>
          <a:p>
            <a:pPr marL="315754" lvl="1" indent="0">
              <a:spcBef>
                <a:spcPts val="1743"/>
              </a:spcBef>
              <a:buClr>
                <a:srgbClr val="000000"/>
              </a:buClr>
              <a:buNone/>
              <a:tabLst>
                <a:tab pos="548442" algn="l"/>
                <a:tab pos="548958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48958" lvl="1" indent="-233204">
              <a:spcBef>
                <a:spcPts val="1743"/>
              </a:spcBef>
              <a:buClr>
                <a:srgbClr val="000000"/>
              </a:buClr>
              <a:buFont typeface="Arial"/>
              <a:buChar char="•"/>
              <a:tabLst>
                <a:tab pos="548442" algn="l"/>
                <a:tab pos="548958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Combine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outputs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for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further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processing.</a:t>
            </a:r>
            <a:endParaRPr lang="en-US" sz="1800" noProof="0" dirty="0">
              <a:latin typeface="+mn-lt"/>
              <a:cs typeface="Segoe UI"/>
            </a:endParaRPr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A6CCE4-EEF8-F77B-3E7E-D6FBB0573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523" y="3429000"/>
            <a:ext cx="6770687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(date;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pwd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;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tty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 1&gt;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tmp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/report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D95D101-4019-AF4A-3E88-E140F1571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522" y="4390393"/>
            <a:ext cx="6770687" cy="648896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10319">
              <a:spcBef>
                <a:spcPts val="73"/>
              </a:spcBef>
            </a:pPr>
            <a:r>
              <a:rPr lang="en-US" b="1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(ls -l /bin; ls -l /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usr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/include) | </a:t>
            </a:r>
            <a:r>
              <a:rPr lang="en-US" b="1" spc="-4" noProof="0" dirty="0" err="1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wc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–l</a:t>
            </a:r>
          </a:p>
          <a:p>
            <a:pPr marL="10319">
              <a:spcBef>
                <a:spcPts val="73"/>
              </a:spcBef>
            </a:pPr>
            <a:r>
              <a:rPr lang="en-US" sz="1400" b="1" spc="-4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664</a:t>
            </a:r>
          </a:p>
        </p:txBody>
      </p:sp>
      <p:pic>
        <p:nvPicPr>
          <p:cNvPr id="6" name="Picture 5" descr="A cartoon of a pink letter&#10;&#10;AI-generated content may be incorrect.">
            <a:extLst>
              <a:ext uri="{FF2B5EF4-FFF2-40B4-BE49-F238E27FC236}">
                <a16:creationId xmlns:a16="http://schemas.microsoft.com/office/drawing/2014/main" id="{FA43D509-F5AB-334E-213F-B6CA074E2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34" y="704235"/>
            <a:ext cx="86893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76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FE5549-C3F8-41FE-9750-93D17E11C8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Protecting existing files from clobbering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289957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Redirecting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output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clears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file before the program is run.</a:t>
            </a:r>
          </a:p>
          <a:p>
            <a:pPr marL="289957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469953" lvl="1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This means that a second redirect to the same file will cause the first set of data to disappear.</a:t>
            </a:r>
          </a:p>
          <a:p>
            <a:pPr marL="289957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39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89957" indent="-280154">
              <a:spcBef>
                <a:spcPts val="39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You can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force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 shell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not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clear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existing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files by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setting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one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shell's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options: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set</a:t>
            </a:r>
            <a:r>
              <a:rPr lang="en-US" sz="1800" b="1" spc="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-o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noclobber</a:t>
            </a:r>
            <a:r>
              <a:rPr lang="en-US" spc="-12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 this case, commands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where </a:t>
            </a:r>
            <a:r>
              <a:rPr lang="en-US" sz="1800" b="1" spc="-4" noProof="0" dirty="0" err="1">
                <a:solidFill>
                  <a:srgbClr val="2D2C2C"/>
                </a:solidFill>
                <a:latin typeface="+mn-lt"/>
                <a:cs typeface="Segoe UI"/>
              </a:rPr>
              <a:t>stdout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or </a:t>
            </a:r>
            <a:r>
              <a:rPr lang="en-US" sz="1800" b="1" spc="-4" noProof="0" dirty="0">
                <a:solidFill>
                  <a:srgbClr val="2D2C2C"/>
                </a:solidFill>
                <a:latin typeface="+mn-lt"/>
                <a:cs typeface="Segoe UI"/>
              </a:rPr>
              <a:t>stderr </a:t>
            </a:r>
            <a:r>
              <a:rPr lang="en-US" spc="-4" dirty="0">
                <a:solidFill>
                  <a:srgbClr val="2D2C2C"/>
                </a:solidFill>
                <a:cs typeface="Segoe UI"/>
              </a:rPr>
              <a:t>are redirected to an existing file</a:t>
            </a:r>
            <a:r>
              <a:rPr lang="en-US" sz="1800" spc="6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will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not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executed.</a:t>
            </a: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12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43007" indent="-233204">
              <a:lnSpc>
                <a:spcPts val="1763"/>
              </a:lnSpc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243007" indent="-233204">
              <a:lnSpc>
                <a:spcPts val="1763"/>
              </a:lnSpc>
              <a:spcBef>
                <a:spcPts val="77"/>
              </a:spcBef>
              <a:buClr>
                <a:srgbClr val="000000"/>
              </a:buClr>
              <a:buFont typeface="Arial"/>
              <a:buChar char="•"/>
              <a:tabLst>
                <a:tab pos="243007" algn="l"/>
                <a:tab pos="243523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You can override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noclobber</a:t>
            </a:r>
            <a:r>
              <a:rPr lang="en-US" sz="1800" b="1" spc="12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option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&gt;|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  This override applies only to this command.</a:t>
            </a:r>
          </a:p>
          <a:p>
            <a:pPr marL="518001" lvl="1" indent="-233204">
              <a:spcBef>
                <a:spcPts val="293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600" noProof="0" dirty="0">
              <a:latin typeface="Segoe UI"/>
              <a:cs typeface="Segoe UI"/>
            </a:endParaRPr>
          </a:p>
          <a:p>
            <a:endParaRPr lang="en-US" sz="3200" noProof="0" dirty="0"/>
          </a:p>
          <a:p>
            <a:endParaRPr lang="en-US" sz="32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4C501A-5D6B-9A38-C410-08CA384BF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261" y="2081870"/>
            <a:ext cx="6761460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3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  –l  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 out.txt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BEC91C-1E62-BC38-92A3-1C9615772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261" y="2878413"/>
            <a:ext cx="6761460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3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who  </a:t>
            </a:r>
            <a:r>
              <a:rPr lang="en-US" b="1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b="1" spc="-4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 out.txt</a:t>
            </a:r>
            <a:endParaRPr lang="en-US" noProof="0" dirty="0">
              <a:solidFill>
                <a:schemeClr val="bg1"/>
              </a:solidFill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DAA58E-7E40-72E3-81E0-B8A2F4F37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261" y="4296351"/>
            <a:ext cx="6761460" cy="692497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3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  –l  </a:t>
            </a:r>
            <a:r>
              <a:rPr lang="en-US" b="1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b="1" spc="-4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 out.txt</a:t>
            </a:r>
          </a:p>
          <a:p>
            <a:pPr marL="77391">
              <a:spcBef>
                <a:spcPts val="232"/>
              </a:spcBef>
            </a:pPr>
            <a:r>
              <a:rPr lang="en-US" sz="1600" noProof="0" dirty="0">
                <a:solidFill>
                  <a:schemeClr val="bg1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bash: cannot create listing: File exists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7E9A35-C8A5-0DF8-7492-52112DA5D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261" y="5638839"/>
            <a:ext cx="6761460" cy="420628"/>
          </a:xfrm>
          <a:prstGeom prst="rect">
            <a:avLst/>
          </a:prstGeom>
          <a:solidFill>
            <a:schemeClr val="tx1"/>
          </a:solidFill>
          <a:ln w="12700" algn="ctr">
            <a:solidFill>
              <a:schemeClr val="bg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spcBef>
                <a:spcPts val="232"/>
              </a:spcBef>
            </a:pPr>
            <a:r>
              <a:rPr lang="en-US" spc="-4" noProof="0" dirty="0">
                <a:solidFill>
                  <a:srgbClr val="FFFF0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</a:t>
            </a:r>
            <a:r>
              <a:rPr lang="en-US" spc="-8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</a:t>
            </a:r>
            <a:r>
              <a:rPr lang="en-US" b="1" spc="-4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ls  –l  </a:t>
            </a:r>
            <a:r>
              <a:rPr lang="en-US" b="1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1</a:t>
            </a:r>
            <a:r>
              <a:rPr lang="en-US" b="1" spc="-4" noProof="0" dirty="0">
                <a:solidFill>
                  <a:schemeClr val="bg2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&gt;| out.txt</a:t>
            </a:r>
          </a:p>
        </p:txBody>
      </p:sp>
      <p:pic>
        <p:nvPicPr>
          <p:cNvPr id="6" name="Picture 5" descr="A cartoon of a pink letter&#10;&#10;AI-generated content may be incorrect.">
            <a:extLst>
              <a:ext uri="{FF2B5EF4-FFF2-40B4-BE49-F238E27FC236}">
                <a16:creationId xmlns:a16="http://schemas.microsoft.com/office/drawing/2014/main" id="{76C980B2-E646-DA62-4655-45946CEDB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9934" y="704235"/>
            <a:ext cx="868938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898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8443FA-06F0-7EE0-A54B-AEF3CE1F08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FD=0: Redirecting standard input</a:t>
            </a:r>
            <a:endParaRPr lang="en-US" sz="2800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8ED3D-B755-43C9-BCB1-DCF495C0C9D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Redirect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stdin</a:t>
            </a:r>
            <a:r>
              <a:rPr lang="en-US" sz="1800" b="1" i="1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+mn-lt"/>
                <a:cs typeface="Segoe UI"/>
              </a:rPr>
              <a:t>file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No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need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specify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descriptor,</a:t>
            </a:r>
            <a:r>
              <a:rPr lang="en-US" sz="1800" spc="8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0</a:t>
            </a:r>
            <a:r>
              <a:rPr lang="en-US" sz="1800" b="1" spc="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default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input.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spc="-8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Notice this would require two files and create two others.</a:t>
            </a:r>
          </a:p>
          <a:p>
            <a:pPr marL="289957" indent="-280154">
              <a:spcBef>
                <a:spcPts val="573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Redirect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6" noProof="0" dirty="0">
                <a:solidFill>
                  <a:srgbClr val="2D2C2C"/>
                </a:solidFill>
                <a:latin typeface="+mn-lt"/>
                <a:cs typeface="Segoe UI"/>
              </a:rPr>
              <a:t>stdin</a:t>
            </a:r>
            <a:r>
              <a:rPr lang="en-US" sz="1800" b="1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&lt;&lt;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label</a:t>
            </a:r>
            <a:r>
              <a:rPr lang="en-US" spc="-8" noProof="0" dirty="0">
                <a:solidFill>
                  <a:srgbClr val="2D2C2C"/>
                </a:solidFill>
                <a:cs typeface="Segoe UI"/>
              </a:rPr>
              <a:t>.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Commonly known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as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12" noProof="0" dirty="0">
                <a:solidFill>
                  <a:srgbClr val="2D2C2C"/>
                </a:solidFill>
                <a:latin typeface="+mn-lt"/>
                <a:cs typeface="Segoe UI"/>
              </a:rPr>
              <a:t>Here</a:t>
            </a:r>
            <a:r>
              <a:rPr lang="en-US" sz="1800" b="1" spc="-4" noProof="0" dirty="0">
                <a:solidFill>
                  <a:srgbClr val="2D2C2C"/>
                </a:solidFill>
                <a:latin typeface="+mn-lt"/>
                <a:cs typeface="Segoe UI"/>
              </a:rPr>
              <a:t> Document</a:t>
            </a: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endParaRPr lang="en-US" sz="1800" b="1" i="1" spc="-4" noProof="0" dirty="0">
              <a:solidFill>
                <a:srgbClr val="2D2C2C"/>
              </a:solidFill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Notice this only requires one file, creating two others.</a:t>
            </a:r>
          </a:p>
          <a:p>
            <a:pPr marL="0" indent="0">
              <a:buNone/>
            </a:pPr>
            <a:endParaRPr lang="en-US" sz="18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A6FF77-D641-4417-92E7-11CC6238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5E7882D-0867-372C-C3A9-DF932C5EF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22" y="2329553"/>
            <a:ext cx="6770077" cy="656590"/>
          </a:xfrm>
          <a:prstGeom prst="rect">
            <a:avLst/>
          </a:prstGeom>
          <a:solidFill>
            <a:srgbClr val="0FEEB9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600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#!/bin/bash</a:t>
            </a:r>
          </a:p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600" spc="-4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mysql</a:t>
            </a:r>
            <a:r>
              <a:rPr lang="en-US" sz="1600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whisky &lt; </a:t>
            </a:r>
            <a:r>
              <a:rPr lang="en-US" sz="1600" spc="-4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query.sql</a:t>
            </a:r>
            <a:r>
              <a:rPr lang="en-US" sz="1600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1&gt; whq1.txt 2&gt; wherr.txt</a:t>
            </a:r>
            <a:endParaRPr lang="en-US" sz="16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C3BFF42-74BC-02ED-99B2-471C2A509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8211" y="3694673"/>
            <a:ext cx="6047423" cy="1733808"/>
          </a:xfrm>
          <a:prstGeom prst="rect">
            <a:avLst/>
          </a:prstGeom>
          <a:solidFill>
            <a:srgbClr val="0FEEB9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blurRad="50800" dist="50800" dir="2700000" algn="ctr" rotWithShape="0">
              <a:schemeClr val="bg2">
                <a:lumMod val="90000"/>
              </a:schemeClr>
            </a:outerShdw>
          </a:effectLst>
        </p:spPr>
        <p:txBody>
          <a:bodyPr wrap="square" lIns="95250" tIns="91440" rIns="95250" bIns="50800">
            <a:spAutoFit/>
          </a:bodyPr>
          <a:lstStyle/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400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#!/bin/bash</a:t>
            </a:r>
          </a:p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400" spc="-4" noProof="0" dirty="0" err="1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mysql</a:t>
            </a:r>
            <a:r>
              <a:rPr lang="en-US" sz="1400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whisky 1&gt; whq1.txt 2&gt; wherr.txt &lt;&lt; _END_</a:t>
            </a:r>
          </a:p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400" spc="-4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SELECT BRANDS.BNAME, REGION.RNAME FROM BRANDS,REGION</a:t>
            </a:r>
          </a:p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400" spc="-4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WHERE REGION.ID = BRANDS.ID ORDER BY BRANDS.BNAME;</a:t>
            </a:r>
          </a:p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400" spc="-4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quit</a:t>
            </a:r>
          </a:p>
          <a:p>
            <a:pPr marL="77391">
              <a:lnSpc>
                <a:spcPts val="1873"/>
              </a:lnSpc>
              <a:spcBef>
                <a:spcPts val="223"/>
              </a:spcBef>
            </a:pPr>
            <a:r>
              <a:rPr lang="en-US" sz="1400" spc="-4" noProof="0" dirty="0"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_END_</a:t>
            </a:r>
          </a:p>
        </p:txBody>
      </p:sp>
      <p:pic>
        <p:nvPicPr>
          <p:cNvPr id="8" name="Picture 7" descr="A cartoon of a letter&#10;&#10;AI-generated content may be incorrect.">
            <a:extLst>
              <a:ext uri="{FF2B5EF4-FFF2-40B4-BE49-F238E27FC236}">
                <a16:creationId xmlns:a16="http://schemas.microsoft.com/office/drawing/2014/main" id="{27CEE6C3-898B-9F8A-23F2-924F57733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192" y="692602"/>
            <a:ext cx="925442" cy="8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13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5B2355-F2E1-C667-7191-8D7188DBD9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and lab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758EEDB-F501-B3CE-C8A0-4FB89E29E1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0FCE1-0304-7E55-F523-26332F15855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99213"/>
            <a:ext cx="2743200" cy="365125"/>
          </a:xfrm>
          <a:prstGeom prst="rect">
            <a:avLst/>
          </a:prstGeom>
        </p:spPr>
        <p:txBody>
          <a:bodyPr/>
          <a:lstStyle/>
          <a:p>
            <a:fld id="{F3469444-D02B-D446-9CF8-19DEDDE073D1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23788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B6292F4-1986-CE9F-04C1-ED20F08AC8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Review questions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file descriptor (</a:t>
            </a:r>
            <a:r>
              <a:rPr lang="en-US" sz="1800" b="1" noProof="0" dirty="0">
                <a:solidFill>
                  <a:srgbClr val="7030A0"/>
                </a:solidFill>
              </a:rPr>
              <a:t>FD</a:t>
            </a:r>
            <a:r>
              <a:rPr lang="en-US" sz="1800" noProof="0" dirty="0"/>
              <a:t>) number for standard error?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difference between the two output redirection symbols </a:t>
            </a:r>
            <a:r>
              <a:rPr lang="en-US" sz="1800" b="1" noProof="0" dirty="0"/>
              <a:t>&gt;</a:t>
            </a:r>
            <a:r>
              <a:rPr lang="en-US" sz="1800" noProof="0" dirty="0"/>
              <a:t> and </a:t>
            </a:r>
            <a:r>
              <a:rPr lang="en-US" sz="1800" b="1" noProof="0" dirty="0"/>
              <a:t>&gt;&gt;</a:t>
            </a:r>
            <a:r>
              <a:rPr lang="en-US" sz="1800" noProof="0" dirty="0"/>
              <a:t>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is the difference between the two input redirection symbols </a:t>
            </a:r>
            <a:r>
              <a:rPr lang="en-US" sz="1800" b="1" noProof="0" dirty="0"/>
              <a:t>&lt;</a:t>
            </a:r>
            <a:r>
              <a:rPr lang="en-US" sz="1800" noProof="0" dirty="0"/>
              <a:t> and </a:t>
            </a:r>
            <a:r>
              <a:rPr lang="en-US" sz="1800" b="1" noProof="0" dirty="0"/>
              <a:t>&lt;&lt;</a:t>
            </a:r>
            <a:r>
              <a:rPr lang="en-US" sz="1800" noProof="0" dirty="0"/>
              <a:t>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Why is </a:t>
            </a:r>
            <a:r>
              <a:rPr lang="en-US" sz="1800" b="1" noProof="0" dirty="0" err="1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cmd</a:t>
            </a:r>
            <a:r>
              <a:rPr lang="en-US" sz="1800" b="1" noProof="0" dirty="0">
                <a:solidFill>
                  <a:srgbClr val="7030A0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  1&gt;file  2&gt;file</a:t>
            </a:r>
            <a:r>
              <a:rPr lang="en-US" sz="1800" noProof="0" dirty="0"/>
              <a:t> not a good idea 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What are available in Bash to merge standard output and standard error streams ?</a:t>
            </a:r>
          </a:p>
          <a:p>
            <a:pPr marL="342900" lvl="4" indent="-342900">
              <a:lnSpc>
                <a:spcPct val="150000"/>
              </a:lnSpc>
              <a:spcAft>
                <a:spcPts val="0"/>
              </a:spcAft>
              <a:buFont typeface="+mj-lt"/>
              <a:buAutoNum type="alphaLcParenR"/>
            </a:pPr>
            <a:r>
              <a:rPr lang="en-US" sz="1800" noProof="0" dirty="0"/>
              <a:t>How do you protect files from being overwritten through redirection?</a:t>
            </a:r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21231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84B8EFC-6D9A-EDD3-A096-51F3F0B36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21" y="500194"/>
            <a:ext cx="6679721" cy="858985"/>
          </a:xfrm>
        </p:spPr>
        <p:txBody>
          <a:bodyPr/>
          <a:lstStyle/>
          <a:p>
            <a:r>
              <a:rPr lang="en-US" noProof="0" dirty="0"/>
              <a:t>Practical exercise 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5A723-C0B1-124B-8CB6-AA3105C9A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21" y="1733108"/>
            <a:ext cx="6679721" cy="406140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In the accompanying Exercise Guide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C235F-614F-714E-A97F-4FF50EFF14F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07775" y="6511925"/>
            <a:ext cx="784225" cy="179388"/>
          </a:xfrm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4937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C3AA5F-B1EA-50BA-8892-C208AF03FE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Summary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CDB192-E59C-C44D-B6D5-3E31ED808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9957" indent="-280154">
              <a:spcBef>
                <a:spcPts val="56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All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processes</a:t>
            </a:r>
            <a:r>
              <a:rPr lang="en-US" sz="1800" spc="5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have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three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standard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IO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streams: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descriptor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0: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stdin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descriptor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1: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 err="1">
                <a:solidFill>
                  <a:srgbClr val="0000C7"/>
                </a:solidFill>
                <a:latin typeface="+mn-lt"/>
                <a:cs typeface="Segoe UI"/>
              </a:rPr>
              <a:t>stdout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descriptor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2: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stderr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All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are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connected</a:t>
            </a:r>
            <a:r>
              <a:rPr lang="en-US" sz="1800" spc="8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terminal</a:t>
            </a:r>
            <a:r>
              <a:rPr lang="en-US" sz="1800" spc="7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by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default.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Streams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redirected: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  <a:tab pos="2026087" algn="l"/>
              </a:tabLst>
            </a:pPr>
            <a:r>
              <a:rPr lang="en-US" sz="1800" spc="-98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refer</a:t>
            </a:r>
            <a:r>
              <a:rPr lang="en-US" sz="1800" spc="5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files: </a:t>
            </a:r>
            <a:r>
              <a:rPr lang="en-US" sz="1800" b="1" spc="-8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create</a:t>
            </a:r>
            <a:r>
              <a:rPr lang="en-US" sz="1800" spc="45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new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file,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&gt;&gt;</a:t>
            </a:r>
            <a:r>
              <a:rPr lang="en-US" sz="1800" b="1" spc="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to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append to an existing file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92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  <a:tab pos="5303322" algn="l"/>
              </a:tabLst>
            </a:pPr>
            <a:r>
              <a:rPr lang="en-US" sz="1800" spc="-191" noProof="0" dirty="0">
                <a:solidFill>
                  <a:srgbClr val="2D2C2C"/>
                </a:solidFill>
                <a:latin typeface="+mn-lt"/>
                <a:cs typeface="Segoe UI"/>
              </a:rPr>
              <a:t>T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t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anoth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4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file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d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e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c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rip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t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o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(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s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</a:t>
            </a:r>
            <a:r>
              <a:rPr lang="en-US" sz="1800" spc="-28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e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m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me</a:t>
            </a:r>
            <a:r>
              <a:rPr lang="en-US" sz="1800" spc="-24" noProof="0" dirty="0">
                <a:solidFill>
                  <a:srgbClr val="2D2C2C"/>
                </a:solidFill>
                <a:latin typeface="+mn-lt"/>
                <a:cs typeface="Segoe UI"/>
              </a:rPr>
              <a:t>r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ging):</a:t>
            </a:r>
            <a:r>
              <a:rPr lang="en-US" spc="-4" noProof="0" dirty="0">
                <a:solidFill>
                  <a:srgbClr val="2D2C2C"/>
                </a:solidFill>
                <a:latin typeface="Hack" panose="020B0609030202020204" pitchFamily="49" charset="0"/>
                <a:cs typeface="Segoe UI"/>
              </a:rPr>
              <a:t> </a:t>
            </a:r>
            <a:r>
              <a:rPr lang="en-US" sz="1800" b="1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&gt;&amp;</a:t>
            </a:r>
            <a:r>
              <a:rPr lang="en-US" sz="1800" b="1" spc="-4" noProof="0" dirty="0" err="1">
                <a:solidFill>
                  <a:srgbClr val="0000C7"/>
                </a:solidFill>
                <a:latin typeface="+mn-lt"/>
                <a:cs typeface="Segoe UI"/>
              </a:rPr>
              <a:t>fd</a:t>
            </a:r>
            <a:endParaRPr lang="en-US" sz="1800" noProof="0" dirty="0">
              <a:latin typeface="+mn-lt"/>
              <a:cs typeface="Segoe UI"/>
            </a:endParaRPr>
          </a:p>
          <a:p>
            <a:pPr marL="289957" indent="-280154">
              <a:spcBef>
                <a:spcPts val="975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Standard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output</a:t>
            </a:r>
            <a:r>
              <a:rPr lang="en-US" sz="1800" spc="2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redirected</a:t>
            </a:r>
            <a:r>
              <a:rPr lang="en-US" sz="1800" spc="61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into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12" noProof="0" dirty="0">
                <a:solidFill>
                  <a:srgbClr val="2D2C2C"/>
                </a:solidFill>
                <a:latin typeface="+mn-lt"/>
                <a:cs typeface="Segoe UI"/>
              </a:rPr>
              <a:t>command.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substitution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syntax:</a:t>
            </a:r>
            <a:r>
              <a:rPr lang="en-US" sz="1800" spc="2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$(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command-line</a:t>
            </a:r>
            <a:r>
              <a:rPr lang="en-US" sz="1800" b="1" spc="-4" noProof="0" dirty="0">
                <a:solidFill>
                  <a:srgbClr val="0000C7"/>
                </a:solidFill>
                <a:latin typeface="Hack" panose="020B0609030202020204" pitchFamily="49" charset="0"/>
                <a:ea typeface="Hack" panose="020B0609030202020204" pitchFamily="49" charset="0"/>
                <a:cs typeface="Hack" panose="020B0609030202020204" pitchFamily="49" charset="0"/>
              </a:rPr>
              <a:t>)</a:t>
            </a:r>
            <a:endParaRPr lang="en-US" sz="1800" noProof="0" dirty="0">
              <a:latin typeface="Hack" panose="020B0609030202020204" pitchFamily="49" charset="0"/>
              <a:ea typeface="Hack" panose="020B0609030202020204" pitchFamily="49" charset="0"/>
              <a:cs typeface="Hack" panose="020B0609030202020204" pitchFamily="49" charset="0"/>
            </a:endParaRPr>
          </a:p>
          <a:p>
            <a:pPr marL="289957" indent="-280154">
              <a:spcBef>
                <a:spcPts val="979"/>
              </a:spcBef>
              <a:buClr>
                <a:srgbClr val="000000"/>
              </a:buClr>
              <a:buFont typeface="Arial"/>
              <a:buChar char="•"/>
              <a:tabLst>
                <a:tab pos="289957" algn="l"/>
                <a:tab pos="290473" algn="l"/>
              </a:tabLst>
            </a:pPr>
            <a:r>
              <a:rPr lang="en-US" sz="1800" spc="-16" noProof="0" dirty="0">
                <a:solidFill>
                  <a:srgbClr val="2D2C2C"/>
                </a:solidFill>
                <a:latin typeface="+mn-lt"/>
                <a:cs typeface="Segoe UI"/>
              </a:rPr>
              <a:t>Standard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 output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20" noProof="0" dirty="0">
                <a:solidFill>
                  <a:srgbClr val="2D2C2C"/>
                </a:solidFill>
                <a:latin typeface="+mn-lt"/>
                <a:cs typeface="Segoe UI"/>
              </a:rPr>
              <a:t>of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several</a:t>
            </a:r>
            <a:r>
              <a:rPr lang="en-US" sz="1800" spc="33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commands</a:t>
            </a:r>
            <a:r>
              <a:rPr lang="en-US" sz="1800" spc="49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can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be</a:t>
            </a:r>
            <a:r>
              <a:rPr lang="en-US" sz="1800" spc="12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grouped.</a:t>
            </a:r>
            <a:endParaRPr lang="en-US" sz="1800" noProof="0" dirty="0">
              <a:latin typeface="+mn-lt"/>
              <a:cs typeface="Segoe UI"/>
            </a:endParaRPr>
          </a:p>
          <a:p>
            <a:pPr marL="518001" lvl="1" indent="-233204">
              <a:spcBef>
                <a:spcPts val="488"/>
              </a:spcBef>
              <a:buClr>
                <a:srgbClr val="000000"/>
              </a:buClr>
              <a:buFont typeface="Arial"/>
              <a:buChar char="•"/>
              <a:tabLst>
                <a:tab pos="517485" algn="l"/>
                <a:tab pos="518001" algn="l"/>
              </a:tabLst>
            </a:pP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Using</a:t>
            </a:r>
            <a:r>
              <a:rPr lang="en-US" sz="1800" spc="4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a</a:t>
            </a:r>
            <a:r>
              <a:rPr lang="en-US" sz="180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subshell,</a:t>
            </a:r>
            <a:r>
              <a:rPr lang="en-US" sz="1800" spc="77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with</a:t>
            </a:r>
            <a:r>
              <a:rPr lang="en-US" sz="1800" spc="16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4" noProof="0" dirty="0">
                <a:solidFill>
                  <a:srgbClr val="2D2C2C"/>
                </a:solidFill>
                <a:latin typeface="+mn-lt"/>
                <a:cs typeface="Segoe UI"/>
              </a:rPr>
              <a:t>the</a:t>
            </a:r>
            <a:r>
              <a:rPr lang="en-US" sz="1800" spc="8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spc="-8" noProof="0" dirty="0">
                <a:solidFill>
                  <a:srgbClr val="2D2C2C"/>
                </a:solidFill>
                <a:latin typeface="+mn-lt"/>
                <a:cs typeface="Segoe UI"/>
              </a:rPr>
              <a:t>syntax:</a:t>
            </a:r>
            <a:r>
              <a:rPr lang="en-US" sz="1800" spc="20" noProof="0" dirty="0">
                <a:solidFill>
                  <a:srgbClr val="2D2C2C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(cmd1;</a:t>
            </a:r>
            <a:r>
              <a:rPr lang="en-US" sz="1800" b="1" spc="8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cmd2;</a:t>
            </a:r>
            <a:r>
              <a:rPr lang="en-US" sz="1800" b="1" spc="2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8" noProof="0" dirty="0">
                <a:solidFill>
                  <a:srgbClr val="0000C7"/>
                </a:solidFill>
                <a:latin typeface="+mn-lt"/>
                <a:cs typeface="Segoe UI"/>
              </a:rPr>
              <a:t>cmd3</a:t>
            </a:r>
            <a:r>
              <a:rPr lang="en-US" sz="1800" b="1" spc="24" noProof="0" dirty="0">
                <a:solidFill>
                  <a:srgbClr val="0000C7"/>
                </a:solidFill>
                <a:latin typeface="+mn-lt"/>
                <a:cs typeface="Segoe UI"/>
              </a:rPr>
              <a:t> </a:t>
            </a:r>
            <a:r>
              <a:rPr lang="en-US" sz="1800" b="1" spc="-4" noProof="0" dirty="0">
                <a:solidFill>
                  <a:srgbClr val="0000C7"/>
                </a:solidFill>
                <a:latin typeface="+mn-lt"/>
                <a:cs typeface="Segoe UI"/>
              </a:rPr>
              <a:t>…)</a:t>
            </a:r>
            <a:endParaRPr lang="en-US" sz="1800" noProof="0" dirty="0"/>
          </a:p>
          <a:p>
            <a:endParaRPr lang="en-US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11C5DB-635E-4576-A4C3-837B7E45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F892D59-8F09-EF4B-AD6D-DA609442F868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277503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s - Business/Marketing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CD9A05-B13E-4324-B75B-08409513F687}"/>
    </a:ext>
  </a:extLst>
</a:theme>
</file>

<file path=ppt/theme/theme2.xml><?xml version="1.0" encoding="utf-8"?>
<a:theme xmlns:a="http://schemas.openxmlformats.org/drawingml/2006/main" name="Divider Slides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6E6B1516-6D1C-4FBD-AF93-6EEE726A80B9}"/>
    </a:ext>
  </a:extLst>
</a:theme>
</file>

<file path=ppt/theme/theme3.xml><?xml version="1.0" encoding="utf-8"?>
<a:theme xmlns:a="http://schemas.openxmlformats.org/drawingml/2006/main" name="Purpl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4.xml><?xml version="1.0" encoding="utf-8"?>
<a:theme xmlns:a="http://schemas.openxmlformats.org/drawingml/2006/main" name="Orange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5.xml><?xml version="1.0" encoding="utf-8"?>
<a:theme xmlns:a="http://schemas.openxmlformats.org/drawingml/2006/main" name="B/W Module">
  <a:themeElements>
    <a:clrScheme name="QA new">
      <a:dk1>
        <a:srgbClr val="0D0D0D"/>
      </a:dk1>
      <a:lt1>
        <a:sysClr val="window" lastClr="FFFFFF"/>
      </a:lt1>
      <a:dk2>
        <a:srgbClr val="0D0D0D"/>
      </a:dk2>
      <a:lt2>
        <a:srgbClr val="F2F2F2"/>
      </a:lt2>
      <a:accent1>
        <a:srgbClr val="2FB7DA"/>
      </a:accent1>
      <a:accent2>
        <a:srgbClr val="FCAC69"/>
      </a:accent2>
      <a:accent3>
        <a:srgbClr val="9E84F5"/>
      </a:accent3>
      <a:accent4>
        <a:srgbClr val="FC5B61"/>
      </a:accent4>
      <a:accent5>
        <a:srgbClr val="82CAAE"/>
      </a:accent5>
      <a:accent6>
        <a:srgbClr val="FFDC57"/>
      </a:accent6>
      <a:hlink>
        <a:srgbClr val="467886"/>
      </a:hlink>
      <a:folHlink>
        <a:srgbClr val="96607D"/>
      </a:folHlink>
    </a:clrScheme>
    <a:fontScheme name="QA - Theme font Figtree">
      <a:majorFont>
        <a:latin typeface="Figtree ExtraBold"/>
        <a:ea typeface=""/>
        <a:cs typeface=""/>
      </a:majorFont>
      <a:minorFont>
        <a:latin typeface="Figtre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QAPPTDeck_07June2024_Draft10_WIP" id="{31718AEA-A993-4BB7-B3DF-78738FFB6F18}" vid="{99BD60D0-E4C9-4F6E-BF4B-1B224EC6A5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e7f57a-cc1d-4bce-9b60-d9dd785361c7" xsi:nil="true"/>
    <lcf76f155ced4ddcb4097134ff3c332f xmlns="4851bab5-d36a-4f24-a761-998180967d1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6BBB1E4FF9742A33FBD8267A09A09" ma:contentTypeVersion="20" ma:contentTypeDescription="Create a new document." ma:contentTypeScope="" ma:versionID="20b712914e31333b2350e8d9f89ed109">
  <xsd:schema xmlns:xsd="http://www.w3.org/2001/XMLSchema" xmlns:xs="http://www.w3.org/2001/XMLSchema" xmlns:p="http://schemas.microsoft.com/office/2006/metadata/properties" xmlns:ns2="4851bab5-d36a-4f24-a761-998180967d12" xmlns:ns3="52e7f57a-cc1d-4bce-9b60-d9dd785361c7" targetNamespace="http://schemas.microsoft.com/office/2006/metadata/properties" ma:root="true" ma:fieldsID="2b6d7960c137aa88f38dc03ba7d04627" ns2:_="" ns3:_="">
    <xsd:import namespace="4851bab5-d36a-4f24-a761-998180967d12"/>
    <xsd:import namespace="52e7f57a-cc1d-4bce-9b60-d9dd785361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51bab5-d36a-4f24-a761-998180967d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85f1f1f9-0179-4c93-b971-8e9741e045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e7f57a-cc1d-4bce-9b60-d9dd785361c7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d87296d-c167-4d27-bd74-7208a540dcb7}" ma:internalName="TaxCatchAll" ma:showField="CatchAllData" ma:web="52e7f57a-cc1d-4bce-9b60-d9dd785361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CF5967-01BD-40C1-B1E3-8E6CDE2BF8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C71F1D-A98C-43DF-A986-061295C23702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52e7f57a-cc1d-4bce-9b60-d9dd785361c7"/>
    <ds:schemaRef ds:uri="http://schemas.openxmlformats.org/package/2006/metadata/core-properties"/>
    <ds:schemaRef ds:uri="4851bab5-d36a-4f24-a761-998180967d1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5EC4E0F-9D58-4792-B66B-076551BA2D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51bab5-d36a-4f24-a761-998180967d12"/>
    <ds:schemaRef ds:uri="52e7f57a-cc1d-4bce-9b60-d9dd785361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QAPPTDeck_Jun2024_v1Main</Template>
  <TotalTime>19400</TotalTime>
  <Words>2356</Words>
  <Application>Microsoft Office PowerPoint</Application>
  <PresentationFormat>Widescreen</PresentationFormat>
  <Paragraphs>264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Aptos</vt:lpstr>
      <vt:lpstr>Arial</vt:lpstr>
      <vt:lpstr>Figtree</vt:lpstr>
      <vt:lpstr>Hack</vt:lpstr>
      <vt:lpstr>Montserrat</vt:lpstr>
      <vt:lpstr>Segoe UI</vt:lpstr>
      <vt:lpstr>Verdana</vt:lpstr>
      <vt:lpstr>Cover Slides - Business/Marketing</vt:lpstr>
      <vt:lpstr>Divider Slides</vt:lpstr>
      <vt:lpstr>Purple Module</vt:lpstr>
      <vt:lpstr>Orange Module</vt:lpstr>
      <vt:lpstr>B/W Module</vt:lpstr>
      <vt:lpstr>Module 8: Managing Data streams</vt:lpstr>
      <vt:lpstr>Contents</vt:lpstr>
      <vt:lpstr>Data streams of a process</vt:lpstr>
      <vt:lpstr>Data streams</vt:lpstr>
      <vt:lpstr>File descriptor (FD) numbers</vt:lpstr>
      <vt:lpstr>Redirection in general</vt:lpstr>
      <vt:lpstr>File descriptor</vt:lpstr>
      <vt:lpstr>FD=1: Redirecting standard output</vt:lpstr>
      <vt:lpstr>FD=2: Redirecting standard error</vt:lpstr>
      <vt:lpstr>Redirecting FD=1 and FD=2 to different files</vt:lpstr>
      <vt:lpstr>Redirecting FD=1 and FD=2 to the same file</vt:lpstr>
      <vt:lpstr>Collecting streams within a subshell</vt:lpstr>
      <vt:lpstr>Protecting existing files from clobbering</vt:lpstr>
      <vt:lpstr>FD=0: Redirecting standard input</vt:lpstr>
      <vt:lpstr>Review and lab</vt:lpstr>
      <vt:lpstr>Review questions</vt:lpstr>
      <vt:lpstr>Practical exercise 8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 cover slide</dc:title>
  <dc:creator>Haynes, Amanda</dc:creator>
  <cp:lastModifiedBy>Cameron, Donald</cp:lastModifiedBy>
  <cp:revision>47</cp:revision>
  <dcterms:created xsi:type="dcterms:W3CDTF">2024-06-24T11:44:08Z</dcterms:created>
  <dcterms:modified xsi:type="dcterms:W3CDTF">2026-06-05T09:00:53Z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0x010100075BAD9D95F28D4EB8D45E8498D5AAA1</vt:lpwstr>
  </property>
  <property fmtid="{D5CDD505-2E9C-101B-9397-08002B2CF9AE}" pid="3" name="MediaServiceImageTags">
    <vt:lpwstr/>
  </property>
</Properties>
</file>