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6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4"/>
    <p:sldMasterId id="2147483809" r:id="rId5"/>
    <p:sldMasterId id="2147483874" r:id="rId6"/>
    <p:sldMasterId id="2147483885" r:id="rId7"/>
    <p:sldMasterId id="2147483908" r:id="rId8"/>
    <p:sldMasterId id="2147483919" r:id="rId9"/>
    <p:sldMasterId id="2147483930" r:id="rId10"/>
  </p:sldMasterIdLst>
  <p:notesMasterIdLst>
    <p:notesMasterId r:id="rId37"/>
  </p:notesMasterIdLst>
  <p:sldIdLst>
    <p:sldId id="1517" r:id="rId11"/>
    <p:sldId id="1518" r:id="rId12"/>
    <p:sldId id="1519" r:id="rId13"/>
    <p:sldId id="1520" r:id="rId14"/>
    <p:sldId id="1521" r:id="rId15"/>
    <p:sldId id="1522" r:id="rId16"/>
    <p:sldId id="1523" r:id="rId17"/>
    <p:sldId id="1525" r:id="rId18"/>
    <p:sldId id="1526" r:id="rId19"/>
    <p:sldId id="1527" r:id="rId20"/>
    <p:sldId id="1528" r:id="rId21"/>
    <p:sldId id="1529" r:id="rId22"/>
    <p:sldId id="1530" r:id="rId23"/>
    <p:sldId id="1531" r:id="rId24"/>
    <p:sldId id="1532" r:id="rId25"/>
    <p:sldId id="1533" r:id="rId26"/>
    <p:sldId id="1534" r:id="rId27"/>
    <p:sldId id="1535" r:id="rId28"/>
    <p:sldId id="1536" r:id="rId29"/>
    <p:sldId id="1537" r:id="rId30"/>
    <p:sldId id="1538" r:id="rId31"/>
    <p:sldId id="1539" r:id="rId32"/>
    <p:sldId id="1543" r:id="rId33"/>
    <p:sldId id="1540" r:id="rId34"/>
    <p:sldId id="1541" r:id="rId35"/>
    <p:sldId id="1542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3EC420FF-67B5-2B43-B8B0-31C326A878BA}">
          <p14:sldIdLst/>
        </p14:section>
        <p14:section name="Master" id="{86F55D6F-F04C-C141-A3B2-B81D9F14C13E}">
          <p14:sldIdLst/>
        </p14:section>
        <p14:section name="Cover slides" id="{A8F06CE1-BECE-433A-A682-4C071F90D966}">
          <p14:sldIdLst/>
        </p14:section>
        <p14:section name="Introduction" id="{D71C3838-11FC-3F44-90EC-9E7C8FE30A48}">
          <p14:sldIdLst/>
        </p14:section>
        <p14:section name="Content Slides" id="{05C53EB9-C633-4D6D-B3BC-F573E1DB951E}">
          <p14:sldIdLst>
            <p14:sldId id="1517"/>
            <p14:sldId id="1518"/>
            <p14:sldId id="1519"/>
            <p14:sldId id="1520"/>
            <p14:sldId id="1521"/>
            <p14:sldId id="1522"/>
            <p14:sldId id="1523"/>
            <p14:sldId id="1525"/>
            <p14:sldId id="1526"/>
            <p14:sldId id="1527"/>
            <p14:sldId id="1528"/>
            <p14:sldId id="1529"/>
            <p14:sldId id="1530"/>
            <p14:sldId id="1531"/>
            <p14:sldId id="1532"/>
            <p14:sldId id="1533"/>
            <p14:sldId id="1534"/>
            <p14:sldId id="1535"/>
            <p14:sldId id="1536"/>
            <p14:sldId id="1537"/>
            <p14:sldId id="1538"/>
            <p14:sldId id="1539"/>
            <p14:sldId id="1543"/>
            <p14:sldId id="1540"/>
            <p14:sldId id="1541"/>
            <p14:sldId id="154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038381-4C18-EEB2-D798-E55F33345695}" name="Haynes, Amanda" initials="HA" userId="S::ahaynes@qa.com::f3044909-ea02-4a80-b124-5c683d29f1e5" providerId="AD"/>
  <p188:author id="{34F02186-A83D-147B-1AD3-CAE41537E927}" name="O'Flynn, Sarah" initials="SO" userId="S::SOFlynn@qa.com::c5bd941b-3572-499d-9953-9da6030055ca" providerId="AD"/>
  <p188:author id="{570EC78B-0B85-CC25-1293-AD5F30C7BB59}" name="Huskisson, Harry" initials="HH" userId="S::HHuskisson@qa.com::5d0a9b6a-71d8-408a-a551-20cf3a498200" providerId="AD"/>
  <p188:author id="{29DB2DE1-A6DA-284A-0775-8BA18A27BFDD}" name="Renang, Antonia" initials="AR" userId="S::ARenang@qa.com::6d248bc4-c380-4929-8d38-4b7a6af76729" providerId="AD"/>
  <p188:author id="{14A6B2E2-577F-2DC9-8598-664F7D3C9407}" name="Evans, Josie" initials="JE" userId="S::JEvans3@qa.com::aaea60dd-eaa6-4fde-a2ae-3576d6b832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333333"/>
    <a:srgbClr val="575757"/>
    <a:srgbClr val="000000"/>
    <a:srgbClr val="0D0D0D"/>
    <a:srgbClr val="161616"/>
    <a:srgbClr val="FEBDC0"/>
    <a:srgbClr val="FEDEC3"/>
    <a:srgbClr val="ACE2F0"/>
    <a:srgbClr val="0E4B5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BEFD2A-EA71-4B33-936C-2947BC99D48C}" v="2" dt="2025-05-30T13:36:50.115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65"/>
    <p:restoredTop sz="91387"/>
  </p:normalViewPr>
  <p:slideViewPr>
    <p:cSldViewPr snapToGrid="0">
      <p:cViewPr>
        <p:scale>
          <a:sx n="50" d="100"/>
          <a:sy n="50" d="100"/>
        </p:scale>
        <p:origin x="867" y="-103"/>
      </p:cViewPr>
      <p:guideLst/>
    </p:cSldViewPr>
  </p:slideViewPr>
  <p:outlineViewPr>
    <p:cViewPr>
      <p:scale>
        <a:sx n="33" d="100"/>
        <a:sy n="33" d="100"/>
      </p:scale>
      <p:origin x="0" y="-15912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200" d="100"/>
          <a:sy n="200" d="100"/>
        </p:scale>
        <p:origin x="-1176" y="-208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viewProps" Target="viewProps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microsoft.com/office/2015/10/relationships/revisionInfo" Target="revisionInfo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st, Ella" userId="992bbaf2-811d-42cb-a4d6-e7fc45e325e8" providerId="ADAL" clId="{627ADF9B-F87F-458C-BCC9-8C7CC43FE28E}"/>
    <pc:docChg chg="custSel modSld delMainMaster">
      <pc:chgData name="Feist, Ella" userId="992bbaf2-811d-42cb-a4d6-e7fc45e325e8" providerId="ADAL" clId="{627ADF9B-F87F-458C-BCC9-8C7CC43FE28E}" dt="2025-05-29T12:24:31.917" v="153" actId="20577"/>
      <pc:docMkLst>
        <pc:docMk/>
      </pc:docMkLst>
      <pc:sldChg chg="modSp mod">
        <pc:chgData name="Feist, Ella" userId="992bbaf2-811d-42cb-a4d6-e7fc45e325e8" providerId="ADAL" clId="{627ADF9B-F87F-458C-BCC9-8C7CC43FE28E}" dt="2025-05-29T12:03:25.445" v="41" actId="790"/>
        <pc:sldMkLst>
          <pc:docMk/>
          <pc:sldMk cId="1154008416" sldId="1517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154008416" sldId="1517"/>
            <ac:spMk id="2" creationId="{B39ED136-E9FA-A551-DCA1-F66F296C7CB1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154008416" sldId="1517"/>
            <ac:spMk id="4" creationId="{441B5810-8C67-B742-B639-848419728702}"/>
          </ac:spMkLst>
        </pc:spChg>
        <pc:graphicFrameChg chg="modGraphic">
          <ac:chgData name="Feist, Ella" userId="992bbaf2-811d-42cb-a4d6-e7fc45e325e8" providerId="ADAL" clId="{627ADF9B-F87F-458C-BCC9-8C7CC43FE28E}" dt="2025-05-29T12:03:25.445" v="41" actId="790"/>
          <ac:graphicFrameMkLst>
            <pc:docMk/>
            <pc:sldMk cId="1154008416" sldId="1517"/>
            <ac:graphicFrameMk id="3" creationId="{396825E9-7AFD-E152-5F9A-79AAC0D2B2E2}"/>
          </ac:graphicFrameMkLst>
        </pc:graphicFrameChg>
      </pc:sldChg>
      <pc:sldChg chg="modSp mod">
        <pc:chgData name="Feist, Ella" userId="992bbaf2-811d-42cb-a4d6-e7fc45e325e8" providerId="ADAL" clId="{627ADF9B-F87F-458C-BCC9-8C7CC43FE28E}" dt="2025-05-29T12:03:25.445" v="41" actId="790"/>
        <pc:sldMkLst>
          <pc:docMk/>
          <pc:sldMk cId="4193201197" sldId="1518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4193201197" sldId="1518"/>
            <ac:spMk id="4" creationId="{00000000-0000-0000-0000-000000000000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4193201197" sldId="1518"/>
            <ac:spMk id="6" creationId="{00000000-0000-0000-0000-000000000000}"/>
          </ac:spMkLst>
        </pc:spChg>
      </pc:sldChg>
      <pc:sldChg chg="addSp delSp modSp mod chgLayout">
        <pc:chgData name="Feist, Ella" userId="992bbaf2-811d-42cb-a4d6-e7fc45e325e8" providerId="ADAL" clId="{627ADF9B-F87F-458C-BCC9-8C7CC43FE28E}" dt="2025-05-29T12:03:25.445" v="41" actId="790"/>
        <pc:sldMkLst>
          <pc:docMk/>
          <pc:sldMk cId="405859254" sldId="1519"/>
        </pc:sldMkLst>
        <pc:spChg chg="add del mod">
          <ac:chgData name="Feist, Ella" userId="992bbaf2-811d-42cb-a4d6-e7fc45e325e8" providerId="ADAL" clId="{627ADF9B-F87F-458C-BCC9-8C7CC43FE28E}" dt="2025-05-29T12:02:13.504" v="14" actId="6264"/>
          <ac:spMkLst>
            <pc:docMk/>
            <pc:sldMk cId="405859254" sldId="1519"/>
            <ac:spMk id="2" creationId="{215FA2C0-C5D7-FAEC-27BB-45C1F4DDC0E3}"/>
          </ac:spMkLst>
        </pc:spChg>
        <pc:spChg chg="del">
          <ac:chgData name="Feist, Ella" userId="992bbaf2-811d-42cb-a4d6-e7fc45e325e8" providerId="ADAL" clId="{627ADF9B-F87F-458C-BCC9-8C7CC43FE28E}" dt="2025-05-29T12:02:13.504" v="14" actId="6264"/>
          <ac:spMkLst>
            <pc:docMk/>
            <pc:sldMk cId="405859254" sldId="1519"/>
            <ac:spMk id="3" creationId="{39066D93-4549-0C66-E50C-8C850A22B203}"/>
          </ac:spMkLst>
        </pc:spChg>
        <pc:spChg chg="mod ord">
          <ac:chgData name="Feist, Ella" userId="992bbaf2-811d-42cb-a4d6-e7fc45e325e8" providerId="ADAL" clId="{627ADF9B-F87F-458C-BCC9-8C7CC43FE28E}" dt="2025-05-29T12:03:25.445" v="41" actId="790"/>
          <ac:spMkLst>
            <pc:docMk/>
            <pc:sldMk cId="405859254" sldId="1519"/>
            <ac:spMk id="4" creationId="{9ED32BBC-8A3B-5FB1-DB0F-B65F461BDA2D}"/>
          </ac:spMkLst>
        </pc:spChg>
        <pc:spChg chg="add mod ord">
          <ac:chgData name="Feist, Ella" userId="992bbaf2-811d-42cb-a4d6-e7fc45e325e8" providerId="ADAL" clId="{627ADF9B-F87F-458C-BCC9-8C7CC43FE28E}" dt="2025-05-29T12:03:25.445" v="41" actId="790"/>
          <ac:spMkLst>
            <pc:docMk/>
            <pc:sldMk cId="405859254" sldId="1519"/>
            <ac:spMk id="5" creationId="{E4B8A454-D78A-D6F4-717C-7019526DAF86}"/>
          </ac:spMkLst>
        </pc:spChg>
      </pc:sldChg>
      <pc:sldChg chg="modSp mod modClrScheme chgLayout">
        <pc:chgData name="Feist, Ella" userId="992bbaf2-811d-42cb-a4d6-e7fc45e325e8" providerId="ADAL" clId="{627ADF9B-F87F-458C-BCC9-8C7CC43FE28E}" dt="2025-05-29T12:03:25.445" v="41" actId="790"/>
        <pc:sldMkLst>
          <pc:docMk/>
          <pc:sldMk cId="3871315065" sldId="1520"/>
        </pc:sldMkLst>
        <pc:spChg chg="mod or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871315065" sldId="1520"/>
            <ac:spMk id="2" creationId="{A9A6FF77-D641-4417-92E7-11CC6238BF20}"/>
          </ac:spMkLst>
        </pc:spChg>
        <pc:spChg chg="mod or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871315065" sldId="1520"/>
            <ac:spMk id="3" creationId="{909802A6-6603-EF9E-F595-08AC4F135125}"/>
          </ac:spMkLst>
        </pc:spChg>
        <pc:spChg chg="mod or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871315065" sldId="1520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627ADF9B-F87F-458C-BCC9-8C7CC43FE28E}" dt="2025-05-29T12:03:25.445" v="41" actId="790"/>
        <pc:sldMkLst>
          <pc:docMk/>
          <pc:sldMk cId="1046894923" sldId="1521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046894923" sldId="1521"/>
            <ac:spMk id="2" creationId="{A9A6FF77-D641-4417-92E7-11CC6238BF20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046894923" sldId="1521"/>
            <ac:spMk id="3" creationId="{CAB88D39-CBAC-BE97-7EA7-A45490A0165E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046894923" sldId="1521"/>
            <ac:spMk id="4" creationId="{A065268C-493B-4CDD-D55C-B9D6FF853E22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046894923" sldId="1521"/>
            <ac:spMk id="5" creationId="{91A8ED3D-B755-43C9-BCB1-DCF495C0C9DB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046894923" sldId="1521"/>
            <ac:spMk id="7" creationId="{0E3DD311-E823-D337-94F6-F290A3609890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046894923" sldId="1521"/>
            <ac:spMk id="8" creationId="{7DC8A9C7-E00B-AEC1-801B-7B6AAC9792B8}"/>
          </ac:spMkLst>
        </pc:spChg>
      </pc:sldChg>
      <pc:sldChg chg="modSp mod">
        <pc:chgData name="Feist, Ella" userId="992bbaf2-811d-42cb-a4d6-e7fc45e325e8" providerId="ADAL" clId="{627ADF9B-F87F-458C-BCC9-8C7CC43FE28E}" dt="2025-05-29T12:03:25.445" v="41" actId="790"/>
        <pc:sldMkLst>
          <pc:docMk/>
          <pc:sldMk cId="1227633019" sldId="1522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227633019" sldId="1522"/>
            <ac:spMk id="3" creationId="{AAE54895-A2A0-595B-0AB5-6341FAD471F7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227633019" sldId="1522"/>
            <ac:spMk id="4" creationId="{9ED32BBC-8A3B-5FB1-DB0F-B65F461BDA2D}"/>
          </ac:spMkLst>
        </pc:spChg>
      </pc:sldChg>
      <pc:sldChg chg="modSp mod modClrScheme chgLayout">
        <pc:chgData name="Feist, Ella" userId="992bbaf2-811d-42cb-a4d6-e7fc45e325e8" providerId="ADAL" clId="{627ADF9B-F87F-458C-BCC9-8C7CC43FE28E}" dt="2025-05-29T12:03:32.349" v="46" actId="20577"/>
        <pc:sldMkLst>
          <pc:docMk/>
          <pc:sldMk cId="149514034" sldId="1523"/>
        </pc:sldMkLst>
        <pc:spChg chg="mod or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49514034" sldId="1523"/>
            <ac:spMk id="2" creationId="{A9A6FF77-D641-4417-92E7-11CC6238BF20}"/>
          </ac:spMkLst>
        </pc:spChg>
        <pc:spChg chg="mod or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49514034" sldId="1523"/>
            <ac:spMk id="3" creationId="{C216D0FC-6040-6C2D-5FB5-58CB7AFBFF09}"/>
          </ac:spMkLst>
        </pc:spChg>
        <pc:spChg chg="mod ord">
          <ac:chgData name="Feist, Ella" userId="992bbaf2-811d-42cb-a4d6-e7fc45e325e8" providerId="ADAL" clId="{627ADF9B-F87F-458C-BCC9-8C7CC43FE28E}" dt="2025-05-29T12:03:32.349" v="46" actId="20577"/>
          <ac:spMkLst>
            <pc:docMk/>
            <pc:sldMk cId="149514034" sldId="1523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627ADF9B-F87F-458C-BCC9-8C7CC43FE28E}" dt="2025-05-29T12:04:11.318" v="55" actId="20577"/>
        <pc:sldMkLst>
          <pc:docMk/>
          <pc:sldMk cId="1770650253" sldId="1525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770650253" sldId="1525"/>
            <ac:spMk id="2" creationId="{A9A6FF77-D641-4417-92E7-11CC6238BF20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770650253" sldId="1525"/>
            <ac:spMk id="3" creationId="{C315A119-057D-E361-0F96-31EE96AF7963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770650253" sldId="1525"/>
            <ac:spMk id="4" creationId="{D0A861F5-F06B-AFEB-3A9B-6B5E730565CB}"/>
          </ac:spMkLst>
        </pc:spChg>
        <pc:spChg chg="mod">
          <ac:chgData name="Feist, Ella" userId="992bbaf2-811d-42cb-a4d6-e7fc45e325e8" providerId="ADAL" clId="{627ADF9B-F87F-458C-BCC9-8C7CC43FE28E}" dt="2025-05-29T12:04:11.318" v="55" actId="20577"/>
          <ac:spMkLst>
            <pc:docMk/>
            <pc:sldMk cId="1770650253" sldId="1525"/>
            <ac:spMk id="5" creationId="{91A8ED3D-B755-43C9-BCB1-DCF495C0C9DB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770650253" sldId="1525"/>
            <ac:spMk id="7" creationId="{650B206B-9D74-B2A1-BA8C-53BCF17531D1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770650253" sldId="1525"/>
            <ac:spMk id="8" creationId="{DCD4031F-DC97-DC00-EC10-E996CFC47DE7}"/>
          </ac:spMkLst>
        </pc:spChg>
        <pc:spChg chg="mod">
          <ac:chgData name="Feist, Ella" userId="992bbaf2-811d-42cb-a4d6-e7fc45e325e8" providerId="ADAL" clId="{627ADF9B-F87F-458C-BCC9-8C7CC43FE28E}" dt="2025-05-29T12:03:45.549" v="47"/>
          <ac:spMkLst>
            <pc:docMk/>
            <pc:sldMk cId="1770650253" sldId="1525"/>
            <ac:spMk id="9" creationId="{6B1522B6-62BB-CDB7-9E4F-B1C533B754E9}"/>
          </ac:spMkLst>
        </pc:spChg>
      </pc:sldChg>
      <pc:sldChg chg="modSp mod">
        <pc:chgData name="Feist, Ella" userId="992bbaf2-811d-42cb-a4d6-e7fc45e325e8" providerId="ADAL" clId="{627ADF9B-F87F-458C-BCC9-8C7CC43FE28E}" dt="2025-05-29T12:04:16.340" v="56" actId="20577"/>
        <pc:sldMkLst>
          <pc:docMk/>
          <pc:sldMk cId="1122200226" sldId="1526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122200226" sldId="1526"/>
            <ac:spMk id="2" creationId="{96FAAE6B-ECC2-3AC6-A749-01EFBBA49D96}"/>
          </ac:spMkLst>
        </pc:spChg>
        <pc:spChg chg="mod">
          <ac:chgData name="Feist, Ella" userId="992bbaf2-811d-42cb-a4d6-e7fc45e325e8" providerId="ADAL" clId="{627ADF9B-F87F-458C-BCC9-8C7CC43FE28E}" dt="2025-05-29T12:04:16.340" v="56" actId="20577"/>
          <ac:spMkLst>
            <pc:docMk/>
            <pc:sldMk cId="1122200226" sldId="1526"/>
            <ac:spMk id="4" creationId="{9ED32BBC-8A3B-5FB1-DB0F-B65F461BDA2D}"/>
          </ac:spMkLst>
        </pc:spChg>
      </pc:sldChg>
      <pc:sldChg chg="modSp mod">
        <pc:chgData name="Feist, Ella" userId="992bbaf2-811d-42cb-a4d6-e7fc45e325e8" providerId="ADAL" clId="{627ADF9B-F87F-458C-BCC9-8C7CC43FE28E}" dt="2025-05-29T12:04:22.695" v="59" actId="20577"/>
        <pc:sldMkLst>
          <pc:docMk/>
          <pc:sldMk cId="2366931252" sldId="1527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366931252" sldId="1527"/>
            <ac:spMk id="2" creationId="{A9A6FF77-D641-4417-92E7-11CC6238BF20}"/>
          </ac:spMkLst>
        </pc:spChg>
        <pc:spChg chg="mod">
          <ac:chgData name="Feist, Ella" userId="992bbaf2-811d-42cb-a4d6-e7fc45e325e8" providerId="ADAL" clId="{627ADF9B-F87F-458C-BCC9-8C7CC43FE28E}" dt="2025-05-29T12:04:22.695" v="59" actId="20577"/>
          <ac:spMkLst>
            <pc:docMk/>
            <pc:sldMk cId="2366931252" sldId="1527"/>
            <ac:spMk id="5" creationId="{91A8ED3D-B755-43C9-BCB1-DCF495C0C9DB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366931252" sldId="1527"/>
            <ac:spMk id="7" creationId="{495EF2FD-C8E9-B913-57B4-0D5AB2A4CC6A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366931252" sldId="1527"/>
            <ac:spMk id="8" creationId="{9DBDF463-9AF9-1276-8E59-A4C99FDE26D0}"/>
          </ac:spMkLst>
        </pc:spChg>
        <pc:spChg chg="mod">
          <ac:chgData name="Feist, Ella" userId="992bbaf2-811d-42cb-a4d6-e7fc45e325e8" providerId="ADAL" clId="{627ADF9B-F87F-458C-BCC9-8C7CC43FE28E}" dt="2025-05-29T12:04:19.015" v="57" actId="20577"/>
          <ac:spMkLst>
            <pc:docMk/>
            <pc:sldMk cId="2366931252" sldId="1527"/>
            <ac:spMk id="9" creationId="{4C231CA4-6BCD-7CE6-AE9E-7906EB193815}"/>
          </ac:spMkLst>
        </pc:spChg>
      </pc:sldChg>
      <pc:sldChg chg="modSp mod">
        <pc:chgData name="Feist, Ella" userId="992bbaf2-811d-42cb-a4d6-e7fc45e325e8" providerId="ADAL" clId="{627ADF9B-F87F-458C-BCC9-8C7CC43FE28E}" dt="2025-05-29T12:05:02.112" v="72" actId="20577"/>
        <pc:sldMkLst>
          <pc:docMk/>
          <pc:sldMk cId="3899565303" sldId="1528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899565303" sldId="1528"/>
            <ac:spMk id="2" creationId="{A9A6FF77-D641-4417-92E7-11CC6238BF20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899565303" sldId="1528"/>
            <ac:spMk id="3" creationId="{9FD24331-0EAC-AA69-CF55-18215480B392}"/>
          </ac:spMkLst>
        </pc:spChg>
        <pc:spChg chg="mod">
          <ac:chgData name="Feist, Ella" userId="992bbaf2-811d-42cb-a4d6-e7fc45e325e8" providerId="ADAL" clId="{627ADF9B-F87F-458C-BCC9-8C7CC43FE28E}" dt="2025-05-29T12:05:02.112" v="72" actId="20577"/>
          <ac:spMkLst>
            <pc:docMk/>
            <pc:sldMk cId="3899565303" sldId="1528"/>
            <ac:spMk id="5" creationId="{91A8ED3D-B755-43C9-BCB1-DCF495C0C9DB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899565303" sldId="1528"/>
            <ac:spMk id="10" creationId="{CEF980C1-B78E-D38A-E430-13DE938F83E0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899565303" sldId="1528"/>
            <ac:spMk id="11" creationId="{6656D9B5-9213-001B-2736-E394B8816C8D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899565303" sldId="1528"/>
            <ac:spMk id="12" creationId="{6663E649-259C-F9F7-5E86-A116E7AB42F6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899565303" sldId="1528"/>
            <ac:spMk id="13" creationId="{5587ECE5-D309-E309-1D2D-19B8942F88DC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899565303" sldId="1528"/>
            <ac:spMk id="16" creationId="{F378CE91-4D21-BED5-D0C7-2495F1B1E501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899565303" sldId="1528"/>
            <ac:spMk id="18" creationId="{DCC391C1-4655-3FAB-D53C-07CE221D9237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899565303" sldId="1528"/>
            <ac:spMk id="21" creationId="{A5162D5E-A1AC-C7FF-4131-18C1E57155AE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899565303" sldId="1528"/>
            <ac:spMk id="23" creationId="{A9DBBA98-39EA-E92E-165D-60B6CCACF9A4}"/>
          </ac:spMkLst>
        </pc:spChg>
      </pc:sldChg>
      <pc:sldChg chg="modSp mod">
        <pc:chgData name="Feist, Ella" userId="992bbaf2-811d-42cb-a4d6-e7fc45e325e8" providerId="ADAL" clId="{627ADF9B-F87F-458C-BCC9-8C7CC43FE28E}" dt="2025-05-29T12:05:56.879" v="89" actId="2711"/>
        <pc:sldMkLst>
          <pc:docMk/>
          <pc:sldMk cId="3269554992" sldId="1529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269554992" sldId="1529"/>
            <ac:spMk id="2" creationId="{A9A6FF77-D641-4417-92E7-11CC6238BF20}"/>
          </ac:spMkLst>
        </pc:spChg>
        <pc:spChg chg="mod">
          <ac:chgData name="Feist, Ella" userId="992bbaf2-811d-42cb-a4d6-e7fc45e325e8" providerId="ADAL" clId="{627ADF9B-F87F-458C-BCC9-8C7CC43FE28E}" dt="2025-05-29T12:05:28.707" v="79" actId="1076"/>
          <ac:spMkLst>
            <pc:docMk/>
            <pc:sldMk cId="3269554992" sldId="1529"/>
            <ac:spMk id="4" creationId="{94264FB6-AD89-A77B-6BE4-D6B83203EF12}"/>
          </ac:spMkLst>
        </pc:spChg>
        <pc:spChg chg="mod">
          <ac:chgData name="Feist, Ella" userId="992bbaf2-811d-42cb-a4d6-e7fc45e325e8" providerId="ADAL" clId="{627ADF9B-F87F-458C-BCC9-8C7CC43FE28E}" dt="2025-05-29T12:05:25.514" v="78" actId="20577"/>
          <ac:spMkLst>
            <pc:docMk/>
            <pc:sldMk cId="3269554992" sldId="1529"/>
            <ac:spMk id="5" creationId="{91A8ED3D-B755-43C9-BCB1-DCF495C0C9DB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269554992" sldId="1529"/>
            <ac:spMk id="7" creationId="{0D3A8100-9584-F344-7505-BEC5ACA2704B}"/>
          </ac:spMkLst>
        </pc:spChg>
        <pc:graphicFrameChg chg="mod modGraphic">
          <ac:chgData name="Feist, Ella" userId="992bbaf2-811d-42cb-a4d6-e7fc45e325e8" providerId="ADAL" clId="{627ADF9B-F87F-458C-BCC9-8C7CC43FE28E}" dt="2025-05-29T12:05:56.879" v="89" actId="2711"/>
          <ac:graphicFrameMkLst>
            <pc:docMk/>
            <pc:sldMk cId="3269554992" sldId="1529"/>
            <ac:graphicFrameMk id="6" creationId="{D01739E8-0BA2-9538-6021-35DCD2D4DAF7}"/>
          </ac:graphicFrameMkLst>
        </pc:graphicFrameChg>
      </pc:sldChg>
      <pc:sldChg chg="modSp mod">
        <pc:chgData name="Feist, Ella" userId="992bbaf2-811d-42cb-a4d6-e7fc45e325e8" providerId="ADAL" clId="{627ADF9B-F87F-458C-BCC9-8C7CC43FE28E}" dt="2025-05-29T12:06:01.292" v="90" actId="20577"/>
        <pc:sldMkLst>
          <pc:docMk/>
          <pc:sldMk cId="3309187027" sldId="1530"/>
        </pc:sldMkLst>
        <pc:spChg chg="mod">
          <ac:chgData name="Feist, Ella" userId="992bbaf2-811d-42cb-a4d6-e7fc45e325e8" providerId="ADAL" clId="{627ADF9B-F87F-458C-BCC9-8C7CC43FE28E}" dt="2025-05-29T12:06:01.292" v="90" actId="20577"/>
          <ac:spMkLst>
            <pc:docMk/>
            <pc:sldMk cId="3309187027" sldId="1530"/>
            <ac:spMk id="4" creationId="{9ED32BBC-8A3B-5FB1-DB0F-B65F461BDA2D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309187027" sldId="1530"/>
            <ac:spMk id="5" creationId="{996DDF4F-C722-BCFF-06EA-FB1B210457EB}"/>
          </ac:spMkLst>
        </pc:spChg>
      </pc:sldChg>
      <pc:sldChg chg="modSp mod">
        <pc:chgData name="Feist, Ella" userId="992bbaf2-811d-42cb-a4d6-e7fc45e325e8" providerId="ADAL" clId="{627ADF9B-F87F-458C-BCC9-8C7CC43FE28E}" dt="2025-05-29T12:06:16.773" v="98" actId="20577"/>
        <pc:sldMkLst>
          <pc:docMk/>
          <pc:sldMk cId="2424727966" sldId="1531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424727966" sldId="1531"/>
            <ac:spMk id="2" creationId="{A9A6FF77-D641-4417-92E7-11CC6238BF20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424727966" sldId="1531"/>
            <ac:spMk id="3" creationId="{17F3DEAE-6F92-4C5D-7F40-E81F3F52B05D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424727966" sldId="1531"/>
            <ac:spMk id="4" creationId="{2CADDBCF-9BD0-9CD2-5B2F-97A84F86B725}"/>
          </ac:spMkLst>
        </pc:spChg>
        <pc:spChg chg="mod">
          <ac:chgData name="Feist, Ella" userId="992bbaf2-811d-42cb-a4d6-e7fc45e325e8" providerId="ADAL" clId="{627ADF9B-F87F-458C-BCC9-8C7CC43FE28E}" dt="2025-05-29T12:06:16.773" v="98" actId="20577"/>
          <ac:spMkLst>
            <pc:docMk/>
            <pc:sldMk cId="2424727966" sldId="1531"/>
            <ac:spMk id="5" creationId="{91A8ED3D-B755-43C9-BCB1-DCF495C0C9DB}"/>
          </ac:spMkLst>
        </pc:spChg>
        <pc:spChg chg="mod">
          <ac:chgData name="Feist, Ella" userId="992bbaf2-811d-42cb-a4d6-e7fc45e325e8" providerId="ADAL" clId="{627ADF9B-F87F-458C-BCC9-8C7CC43FE28E}" dt="2025-05-29T12:06:05.538" v="91" actId="20577"/>
          <ac:spMkLst>
            <pc:docMk/>
            <pc:sldMk cId="2424727966" sldId="1531"/>
            <ac:spMk id="7" creationId="{33B89253-9B64-C4F7-03EB-01B28065DCB5}"/>
          </ac:spMkLst>
        </pc:spChg>
      </pc:sldChg>
      <pc:sldChg chg="modSp mod">
        <pc:chgData name="Feist, Ella" userId="992bbaf2-811d-42cb-a4d6-e7fc45e325e8" providerId="ADAL" clId="{627ADF9B-F87F-458C-BCC9-8C7CC43FE28E}" dt="2025-05-29T12:06:21.279" v="99"/>
        <pc:sldMkLst>
          <pc:docMk/>
          <pc:sldMk cId="2527771466" sldId="1532"/>
        </pc:sldMkLst>
        <pc:spChg chg="mod">
          <ac:chgData name="Feist, Ella" userId="992bbaf2-811d-42cb-a4d6-e7fc45e325e8" providerId="ADAL" clId="{627ADF9B-F87F-458C-BCC9-8C7CC43FE28E}" dt="2025-05-29T12:06:21.279" v="99"/>
          <ac:spMkLst>
            <pc:docMk/>
            <pc:sldMk cId="2527771466" sldId="1532"/>
            <ac:spMk id="3" creationId="{8B158EBF-EEFA-F1EE-752B-3955A0FEE089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527771466" sldId="1532"/>
            <ac:spMk id="8" creationId="{C2EFA937-43A7-7259-581B-7D3AA3FC4A7D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527771466" sldId="1532"/>
            <ac:spMk id="16" creationId="{A05B6BFD-6E6B-8D2D-C412-10404132CDB2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527771466" sldId="1532"/>
            <ac:spMk id="21" creationId="{346537AB-4135-BC4F-B885-883F073A9BCC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527771466" sldId="1532"/>
            <ac:spMk id="22" creationId="{EE5B1901-F0F8-CAD4-E486-C2395C245691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527771466" sldId="1532"/>
            <ac:spMk id="26" creationId="{6932B451-9519-3D81-D74A-D27E3B858BE5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527771466" sldId="1532"/>
            <ac:spMk id="30" creationId="{BF4A1943-97AF-024D-17C9-4BF4BE142DFD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527771466" sldId="1532"/>
            <ac:spMk id="34" creationId="{9812C0D0-C4B0-DE80-03FB-C295AABC68E5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527771466" sldId="1532"/>
            <ac:spMk id="69" creationId="{D6FD9D1E-6DEC-2826-F000-99A68555150C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527771466" sldId="1532"/>
            <ac:spMk id="78" creationId="{21C1F0BD-E2B5-1089-C2E9-12A020C03260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527771466" sldId="1532"/>
            <ac:spMk id="80" creationId="{22B747F9-0754-ACD5-26B1-212617DE6354}"/>
          </ac:spMkLst>
        </pc:spChg>
      </pc:sldChg>
      <pc:sldChg chg="modSp mod">
        <pc:chgData name="Feist, Ella" userId="992bbaf2-811d-42cb-a4d6-e7fc45e325e8" providerId="ADAL" clId="{627ADF9B-F87F-458C-BCC9-8C7CC43FE28E}" dt="2025-05-29T12:06:31.131" v="100"/>
        <pc:sldMkLst>
          <pc:docMk/>
          <pc:sldMk cId="2688513010" sldId="1533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688513010" sldId="1533"/>
            <ac:spMk id="2" creationId="{A9A6FF77-D641-4417-92E7-11CC6238BF20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688513010" sldId="1533"/>
            <ac:spMk id="3" creationId="{2DEC9B3E-5B9A-697C-56F8-19B137BF4444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688513010" sldId="1533"/>
            <ac:spMk id="5" creationId="{91A8ED3D-B755-43C9-BCB1-DCF495C0C9DB}"/>
          </ac:spMkLst>
        </pc:spChg>
        <pc:spChg chg="mod">
          <ac:chgData name="Feist, Ella" userId="992bbaf2-811d-42cb-a4d6-e7fc45e325e8" providerId="ADAL" clId="{627ADF9B-F87F-458C-BCC9-8C7CC43FE28E}" dt="2025-05-29T12:06:31.131" v="100"/>
          <ac:spMkLst>
            <pc:docMk/>
            <pc:sldMk cId="2688513010" sldId="1533"/>
            <ac:spMk id="7" creationId="{DD6F447C-8C26-5DEC-8C7F-280C9B14EDB2}"/>
          </ac:spMkLst>
        </pc:spChg>
      </pc:sldChg>
      <pc:sldChg chg="modSp mod">
        <pc:chgData name="Feist, Ella" userId="992bbaf2-811d-42cb-a4d6-e7fc45e325e8" providerId="ADAL" clId="{627ADF9B-F87F-458C-BCC9-8C7CC43FE28E}" dt="2025-05-29T12:06:36.376" v="101" actId="20577"/>
        <pc:sldMkLst>
          <pc:docMk/>
          <pc:sldMk cId="42470478" sldId="1534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42470478" sldId="1534"/>
            <ac:spMk id="3" creationId="{EC4081DE-4882-FCD1-AECF-6BA7DF572F8A}"/>
          </ac:spMkLst>
        </pc:spChg>
        <pc:spChg chg="mod">
          <ac:chgData name="Feist, Ella" userId="992bbaf2-811d-42cb-a4d6-e7fc45e325e8" providerId="ADAL" clId="{627ADF9B-F87F-458C-BCC9-8C7CC43FE28E}" dt="2025-05-29T12:06:36.376" v="101" actId="20577"/>
          <ac:spMkLst>
            <pc:docMk/>
            <pc:sldMk cId="42470478" sldId="1534"/>
            <ac:spMk id="4" creationId="{9ED32BBC-8A3B-5FB1-DB0F-B65F461BDA2D}"/>
          </ac:spMkLst>
        </pc:spChg>
      </pc:sldChg>
      <pc:sldChg chg="modSp mod modClrScheme chgLayout">
        <pc:chgData name="Feist, Ella" userId="992bbaf2-811d-42cb-a4d6-e7fc45e325e8" providerId="ADAL" clId="{627ADF9B-F87F-458C-BCC9-8C7CC43FE28E}" dt="2025-05-29T12:06:50.201" v="104" actId="20577"/>
        <pc:sldMkLst>
          <pc:docMk/>
          <pc:sldMk cId="1036329529" sldId="1535"/>
        </pc:sldMkLst>
        <pc:spChg chg="mod ord">
          <ac:chgData name="Feist, Ella" userId="992bbaf2-811d-42cb-a4d6-e7fc45e325e8" providerId="ADAL" clId="{627ADF9B-F87F-458C-BCC9-8C7CC43FE28E}" dt="2025-05-29T12:06:42.977" v="103" actId="700"/>
          <ac:spMkLst>
            <pc:docMk/>
            <pc:sldMk cId="1036329529" sldId="1535"/>
            <ac:spMk id="2" creationId="{A9A6FF77-D641-4417-92E7-11CC6238BF20}"/>
          </ac:spMkLst>
        </pc:spChg>
        <pc:spChg chg="mod ord">
          <ac:chgData name="Feist, Ella" userId="992bbaf2-811d-42cb-a4d6-e7fc45e325e8" providerId="ADAL" clId="{627ADF9B-F87F-458C-BCC9-8C7CC43FE28E}" dt="2025-05-29T12:06:42.977" v="103" actId="700"/>
          <ac:spMkLst>
            <pc:docMk/>
            <pc:sldMk cId="1036329529" sldId="1535"/>
            <ac:spMk id="3" creationId="{576736C6-0783-7A2C-8D01-B56C2EFF3F4E}"/>
          </ac:spMkLst>
        </pc:spChg>
        <pc:spChg chg="mod ord">
          <ac:chgData name="Feist, Ella" userId="992bbaf2-811d-42cb-a4d6-e7fc45e325e8" providerId="ADAL" clId="{627ADF9B-F87F-458C-BCC9-8C7CC43FE28E}" dt="2025-05-29T12:06:50.201" v="104" actId="20577"/>
          <ac:spMkLst>
            <pc:docMk/>
            <pc:sldMk cId="1036329529" sldId="1535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627ADF9B-F87F-458C-BCC9-8C7CC43FE28E}" dt="2025-05-29T12:22:43.943" v="109" actId="20577"/>
        <pc:sldMkLst>
          <pc:docMk/>
          <pc:sldMk cId="3917484530" sldId="1536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917484530" sldId="1536"/>
            <ac:spMk id="2" creationId="{A9A6FF77-D641-4417-92E7-11CC6238BF20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917484530" sldId="1536"/>
            <ac:spMk id="3" creationId="{7E774424-842E-E337-D48F-3FF99D2E1EB3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917484530" sldId="1536"/>
            <ac:spMk id="4" creationId="{E881002C-156A-3E15-A9E2-75533E0A7961}"/>
          </ac:spMkLst>
        </pc:spChg>
        <pc:spChg chg="mod">
          <ac:chgData name="Feist, Ella" userId="992bbaf2-811d-42cb-a4d6-e7fc45e325e8" providerId="ADAL" clId="{627ADF9B-F87F-458C-BCC9-8C7CC43FE28E}" dt="2025-05-29T12:22:43.943" v="109" actId="20577"/>
          <ac:spMkLst>
            <pc:docMk/>
            <pc:sldMk cId="3917484530" sldId="1536"/>
            <ac:spMk id="5" creationId="{91A8ED3D-B755-43C9-BCB1-DCF495C0C9DB}"/>
          </ac:spMkLst>
        </pc:spChg>
        <pc:spChg chg="mod">
          <ac:chgData name="Feist, Ella" userId="992bbaf2-811d-42cb-a4d6-e7fc45e325e8" providerId="ADAL" clId="{627ADF9B-F87F-458C-BCC9-8C7CC43FE28E}" dt="2025-05-29T12:06:59.445" v="105" actId="20577"/>
          <ac:spMkLst>
            <pc:docMk/>
            <pc:sldMk cId="3917484530" sldId="1536"/>
            <ac:spMk id="7" creationId="{A20EF26B-EF5A-471E-FF69-284C50544F42}"/>
          </ac:spMkLst>
        </pc:spChg>
      </pc:sldChg>
      <pc:sldChg chg="modSp mod">
        <pc:chgData name="Feist, Ella" userId="992bbaf2-811d-42cb-a4d6-e7fc45e325e8" providerId="ADAL" clId="{627ADF9B-F87F-458C-BCC9-8C7CC43FE28E}" dt="2025-05-29T12:22:55.789" v="114" actId="20577"/>
        <pc:sldMkLst>
          <pc:docMk/>
          <pc:sldMk cId="276478826" sldId="1537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76478826" sldId="1537"/>
            <ac:spMk id="2" creationId="{A9A6FF77-D641-4417-92E7-11CC6238BF20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76478826" sldId="1537"/>
            <ac:spMk id="3" creationId="{E0D202A1-5745-CF75-8CB3-1F6DB88D1F7C}"/>
          </ac:spMkLst>
        </pc:spChg>
        <pc:spChg chg="mod">
          <ac:chgData name="Feist, Ella" userId="992bbaf2-811d-42cb-a4d6-e7fc45e325e8" providerId="ADAL" clId="{627ADF9B-F87F-458C-BCC9-8C7CC43FE28E}" dt="2025-05-29T12:22:55.789" v="114" actId="20577"/>
          <ac:spMkLst>
            <pc:docMk/>
            <pc:sldMk cId="276478826" sldId="1537"/>
            <ac:spMk id="5" creationId="{91A8ED3D-B755-43C9-BCB1-DCF495C0C9DB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76478826" sldId="1537"/>
            <ac:spMk id="8" creationId="{AFD477F3-DE52-9A2E-D2FC-693B03EDF382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76478826" sldId="1537"/>
            <ac:spMk id="9" creationId="{0CDE5E32-2086-6E1A-B8D7-7FE2D3C02E8B}"/>
          </ac:spMkLst>
        </pc:spChg>
      </pc:sldChg>
      <pc:sldChg chg="modSp mod">
        <pc:chgData name="Feist, Ella" userId="992bbaf2-811d-42cb-a4d6-e7fc45e325e8" providerId="ADAL" clId="{627ADF9B-F87F-458C-BCC9-8C7CC43FE28E}" dt="2025-05-29T12:23:26.196" v="122" actId="20577"/>
        <pc:sldMkLst>
          <pc:docMk/>
          <pc:sldMk cId="2493111637" sldId="1538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493111637" sldId="1538"/>
            <ac:spMk id="2" creationId="{A9A6FF77-D641-4417-92E7-11CC6238BF20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493111637" sldId="1538"/>
            <ac:spMk id="3" creationId="{47856206-A078-7E50-5E51-AD68CCC76535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493111637" sldId="1538"/>
            <ac:spMk id="4" creationId="{0B39902F-9C5B-4510-1C7B-B53608F2F1B5}"/>
          </ac:spMkLst>
        </pc:spChg>
        <pc:spChg chg="mod">
          <ac:chgData name="Feist, Ella" userId="992bbaf2-811d-42cb-a4d6-e7fc45e325e8" providerId="ADAL" clId="{627ADF9B-F87F-458C-BCC9-8C7CC43FE28E}" dt="2025-05-29T12:23:26.196" v="122" actId="20577"/>
          <ac:spMkLst>
            <pc:docMk/>
            <pc:sldMk cId="2493111637" sldId="1538"/>
            <ac:spMk id="5" creationId="{91A8ED3D-B755-43C9-BCB1-DCF495C0C9DB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493111637" sldId="1538"/>
            <ac:spMk id="7" creationId="{2C1DEB36-4BE7-7667-C173-AC16DF42A2EC}"/>
          </ac:spMkLst>
        </pc:spChg>
      </pc:sldChg>
      <pc:sldChg chg="modSp mod">
        <pc:chgData name="Feist, Ella" userId="992bbaf2-811d-42cb-a4d6-e7fc45e325e8" providerId="ADAL" clId="{627ADF9B-F87F-458C-BCC9-8C7CC43FE28E}" dt="2025-05-29T12:23:35.006" v="125" actId="20577"/>
        <pc:sldMkLst>
          <pc:docMk/>
          <pc:sldMk cId="334166673" sldId="1539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34166673" sldId="1539"/>
            <ac:spMk id="2" creationId="{A9A6FF77-D641-4417-92E7-11CC6238BF20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34166673" sldId="1539"/>
            <ac:spMk id="3" creationId="{292B3EA4-507B-CA2F-13B5-578D430AC4F4}"/>
          </ac:spMkLst>
        </pc:spChg>
        <pc:spChg chg="mod">
          <ac:chgData name="Feist, Ella" userId="992bbaf2-811d-42cb-a4d6-e7fc45e325e8" providerId="ADAL" clId="{627ADF9B-F87F-458C-BCC9-8C7CC43FE28E}" dt="2025-05-29T12:23:35.006" v="125" actId="20577"/>
          <ac:spMkLst>
            <pc:docMk/>
            <pc:sldMk cId="334166673" sldId="1539"/>
            <ac:spMk id="5" creationId="{91A8ED3D-B755-43C9-BCB1-DCF495C0C9DB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34166673" sldId="1539"/>
            <ac:spMk id="8" creationId="{5763AACC-74E6-34A4-60C8-190986189303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34166673" sldId="1539"/>
            <ac:spMk id="10" creationId="{56C9F4E7-7558-C078-DFAF-AD656FE07719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34166673" sldId="1539"/>
            <ac:spMk id="11" creationId="{E09853FB-DB72-28F0-5834-EC2532B09805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34166673" sldId="1539"/>
            <ac:spMk id="15" creationId="{943DA06D-ABED-9B9E-712C-8C2F638502E6}"/>
          </ac:spMkLst>
        </pc:spChg>
      </pc:sldChg>
      <pc:sldChg chg="delSp modSp mod modClrScheme chgLayout">
        <pc:chgData name="Feist, Ella" userId="992bbaf2-811d-42cb-a4d6-e7fc45e325e8" providerId="ADAL" clId="{627ADF9B-F87F-458C-BCC9-8C7CC43FE28E}" dt="2025-05-29T12:23:55.198" v="138" actId="20577"/>
        <pc:sldMkLst>
          <pc:docMk/>
          <pc:sldMk cId="4207125293" sldId="1540"/>
        </pc:sldMkLst>
        <pc:spChg chg="mod ord">
          <ac:chgData name="Feist, Ella" userId="992bbaf2-811d-42cb-a4d6-e7fc45e325e8" providerId="ADAL" clId="{627ADF9B-F87F-458C-BCC9-8C7CC43FE28E}" dt="2025-05-29T12:23:46.913" v="135" actId="700"/>
          <ac:spMkLst>
            <pc:docMk/>
            <pc:sldMk cId="4207125293" sldId="1540"/>
            <ac:spMk id="2" creationId="{D7EC235F-614F-714E-A97F-4FF50EFF14FD}"/>
          </ac:spMkLst>
        </pc:spChg>
        <pc:spChg chg="mod ord">
          <ac:chgData name="Feist, Ella" userId="992bbaf2-811d-42cb-a4d6-e7fc45e325e8" providerId="ADAL" clId="{627ADF9B-F87F-458C-BCC9-8C7CC43FE28E}" dt="2025-05-29T12:23:55.198" v="138" actId="20577"/>
          <ac:spMkLst>
            <pc:docMk/>
            <pc:sldMk cId="4207125293" sldId="1540"/>
            <ac:spMk id="4" creationId="{E9C5A723-C0B1-124B-8CB6-AA3105C9A4E6}"/>
          </ac:spMkLst>
        </pc:spChg>
        <pc:spChg chg="del mod">
          <ac:chgData name="Feist, Ella" userId="992bbaf2-811d-42cb-a4d6-e7fc45e325e8" providerId="ADAL" clId="{627ADF9B-F87F-458C-BCC9-8C7CC43FE28E}" dt="2025-05-29T12:23:43.856" v="134" actId="478"/>
          <ac:spMkLst>
            <pc:docMk/>
            <pc:sldMk cId="4207125293" sldId="1540"/>
            <ac:spMk id="6" creationId="{E323EF94-A32C-D5FC-A88C-DADE259A9171}"/>
          </ac:spMkLst>
        </pc:spChg>
        <pc:spChg chg="mod ord">
          <ac:chgData name="Feist, Ella" userId="992bbaf2-811d-42cb-a4d6-e7fc45e325e8" providerId="ADAL" clId="{627ADF9B-F87F-458C-BCC9-8C7CC43FE28E}" dt="2025-05-29T12:23:49.083" v="136" actId="20577"/>
          <ac:spMkLst>
            <pc:docMk/>
            <pc:sldMk cId="4207125293" sldId="1540"/>
            <ac:spMk id="7" creationId="{950974A4-F19E-2627-0FF2-CC6E7346BB47}"/>
          </ac:spMkLst>
        </pc:spChg>
        <pc:picChg chg="del">
          <ac:chgData name="Feist, Ella" userId="992bbaf2-811d-42cb-a4d6-e7fc45e325e8" providerId="ADAL" clId="{627ADF9B-F87F-458C-BCC9-8C7CC43FE28E}" dt="2025-05-29T12:23:43.086" v="133" actId="478"/>
          <ac:picMkLst>
            <pc:docMk/>
            <pc:sldMk cId="4207125293" sldId="1540"/>
            <ac:picMk id="5" creationId="{806360AA-B24F-5919-CE82-D8A17CF5C2C0}"/>
          </ac:picMkLst>
        </pc:picChg>
      </pc:sldChg>
      <pc:sldChg chg="addSp delSp modSp mod chgLayout">
        <pc:chgData name="Feist, Ella" userId="992bbaf2-811d-42cb-a4d6-e7fc45e325e8" providerId="ADAL" clId="{627ADF9B-F87F-458C-BCC9-8C7CC43FE28E}" dt="2025-05-29T12:24:11.709" v="146" actId="20577"/>
        <pc:sldMkLst>
          <pc:docMk/>
          <pc:sldMk cId="868225356" sldId="1541"/>
        </pc:sldMkLst>
        <pc:spChg chg="mod ord">
          <ac:chgData name="Feist, Ella" userId="992bbaf2-811d-42cb-a4d6-e7fc45e325e8" providerId="ADAL" clId="{627ADF9B-F87F-458C-BCC9-8C7CC43FE28E}" dt="2025-05-29T12:24:04.393" v="141" actId="6264"/>
          <ac:spMkLst>
            <pc:docMk/>
            <pc:sldMk cId="868225356" sldId="1541"/>
            <ac:spMk id="2" creationId="{D7EC235F-614F-714E-A97F-4FF50EFF14FD}"/>
          </ac:spMkLst>
        </pc:spChg>
        <pc:spChg chg="mod ord">
          <ac:chgData name="Feist, Ella" userId="992bbaf2-811d-42cb-a4d6-e7fc45e325e8" providerId="ADAL" clId="{627ADF9B-F87F-458C-BCC9-8C7CC43FE28E}" dt="2025-05-29T12:24:11.709" v="146" actId="20577"/>
          <ac:spMkLst>
            <pc:docMk/>
            <pc:sldMk cId="868225356" sldId="1541"/>
            <ac:spMk id="3" creationId="{C11C96F1-44B3-2AB8-C861-43D090FA4567}"/>
          </ac:spMkLst>
        </pc:spChg>
        <pc:spChg chg="add del mod">
          <ac:chgData name="Feist, Ella" userId="992bbaf2-811d-42cb-a4d6-e7fc45e325e8" providerId="ADAL" clId="{627ADF9B-F87F-458C-BCC9-8C7CC43FE28E}" dt="2025-05-29T12:24:04.393" v="141" actId="6264"/>
          <ac:spMkLst>
            <pc:docMk/>
            <pc:sldMk cId="868225356" sldId="1541"/>
            <ac:spMk id="4" creationId="{29985BAD-3623-E0D6-57BF-FB103623F2F9}"/>
          </ac:spMkLst>
        </pc:spChg>
        <pc:spChg chg="mod ord">
          <ac:chgData name="Feist, Ella" userId="992bbaf2-811d-42cb-a4d6-e7fc45e325e8" providerId="ADAL" clId="{627ADF9B-F87F-458C-BCC9-8C7CC43FE28E}" dt="2025-05-29T12:24:07.157" v="143" actId="20577"/>
          <ac:spMkLst>
            <pc:docMk/>
            <pc:sldMk cId="868225356" sldId="1541"/>
            <ac:spMk id="5" creationId="{B156E28E-BFDA-F968-3825-F3C922FDBA92}"/>
          </ac:spMkLst>
        </pc:spChg>
        <pc:spChg chg="add del mod">
          <ac:chgData name="Feist, Ella" userId="992bbaf2-811d-42cb-a4d6-e7fc45e325e8" providerId="ADAL" clId="{627ADF9B-F87F-458C-BCC9-8C7CC43FE28E}" dt="2025-05-29T12:24:04.393" v="141" actId="6264"/>
          <ac:spMkLst>
            <pc:docMk/>
            <pc:sldMk cId="868225356" sldId="1541"/>
            <ac:spMk id="7" creationId="{FA2715FD-4D2C-2B67-B5F7-3A8F749B1BA8}"/>
          </ac:spMkLst>
        </pc:spChg>
        <pc:spChg chg="del mod">
          <ac:chgData name="Feist, Ella" userId="992bbaf2-811d-42cb-a4d6-e7fc45e325e8" providerId="ADAL" clId="{627ADF9B-F87F-458C-BCC9-8C7CC43FE28E}" dt="2025-05-29T12:24:02.691" v="140" actId="478"/>
          <ac:spMkLst>
            <pc:docMk/>
            <pc:sldMk cId="868225356" sldId="1541"/>
            <ac:spMk id="9" creationId="{352AF3D1-2A4B-FD28-D0BA-EF2630A36F07}"/>
          </ac:spMkLst>
        </pc:spChg>
        <pc:picChg chg="del">
          <ac:chgData name="Feist, Ella" userId="992bbaf2-811d-42cb-a4d6-e7fc45e325e8" providerId="ADAL" clId="{627ADF9B-F87F-458C-BCC9-8C7CC43FE28E}" dt="2025-05-29T12:24:00.086" v="139" actId="478"/>
          <ac:picMkLst>
            <pc:docMk/>
            <pc:sldMk cId="868225356" sldId="1541"/>
            <ac:picMk id="6" creationId="{2631F246-C72F-4BCD-834A-7A4EF04D0404}"/>
          </ac:picMkLst>
        </pc:picChg>
      </pc:sldChg>
      <pc:sldChg chg="modSp mod modClrScheme chgLayout">
        <pc:chgData name="Feist, Ella" userId="992bbaf2-811d-42cb-a4d6-e7fc45e325e8" providerId="ADAL" clId="{627ADF9B-F87F-458C-BCC9-8C7CC43FE28E}" dt="2025-05-29T12:24:31.917" v="153" actId="20577"/>
        <pc:sldMkLst>
          <pc:docMk/>
          <pc:sldMk cId="3632392432" sldId="1542"/>
        </pc:sldMkLst>
        <pc:spChg chg="mod ord">
          <ac:chgData name="Feist, Ella" userId="992bbaf2-811d-42cb-a4d6-e7fc45e325e8" providerId="ADAL" clId="{627ADF9B-F87F-458C-BCC9-8C7CC43FE28E}" dt="2025-05-29T12:24:14.899" v="147" actId="700"/>
          <ac:spMkLst>
            <pc:docMk/>
            <pc:sldMk cId="3632392432" sldId="1542"/>
            <ac:spMk id="2" creationId="{F111C5DB-635E-4576-A4C3-837B7E452E1E}"/>
          </ac:spMkLst>
        </pc:spChg>
        <pc:spChg chg="mod ord">
          <ac:chgData name="Feist, Ella" userId="992bbaf2-811d-42cb-a4d6-e7fc45e325e8" providerId="ADAL" clId="{627ADF9B-F87F-458C-BCC9-8C7CC43FE28E}" dt="2025-05-29T12:24:14.899" v="147" actId="700"/>
          <ac:spMkLst>
            <pc:docMk/>
            <pc:sldMk cId="3632392432" sldId="1542"/>
            <ac:spMk id="3" creationId="{C5F22557-CDA6-4A2C-CD7A-31ED7462B16D}"/>
          </ac:spMkLst>
        </pc:spChg>
        <pc:spChg chg="mod ord">
          <ac:chgData name="Feist, Ella" userId="992bbaf2-811d-42cb-a4d6-e7fc45e325e8" providerId="ADAL" clId="{627ADF9B-F87F-458C-BCC9-8C7CC43FE28E}" dt="2025-05-29T12:24:31.917" v="153" actId="20577"/>
          <ac:spMkLst>
            <pc:docMk/>
            <pc:sldMk cId="3632392432" sldId="1542"/>
            <ac:spMk id="6" creationId="{9ECDB192-E59C-C44D-B6D5-3E31ED8088B5}"/>
          </ac:spMkLst>
        </pc:spChg>
      </pc:sldChg>
      <pc:sldChg chg="modSp mod">
        <pc:chgData name="Feist, Ella" userId="992bbaf2-811d-42cb-a4d6-e7fc45e325e8" providerId="ADAL" clId="{627ADF9B-F87F-458C-BCC9-8C7CC43FE28E}" dt="2025-05-29T12:23:39.919" v="132" actId="6549"/>
        <pc:sldMkLst>
          <pc:docMk/>
          <pc:sldMk cId="707527873" sldId="1543"/>
        </pc:sldMkLst>
        <pc:spChg chg="mod">
          <ac:chgData name="Feist, Ella" userId="992bbaf2-811d-42cb-a4d6-e7fc45e325e8" providerId="ADAL" clId="{627ADF9B-F87F-458C-BCC9-8C7CC43FE28E}" dt="2025-05-29T12:23:39.919" v="132" actId="6549"/>
          <ac:spMkLst>
            <pc:docMk/>
            <pc:sldMk cId="707527873" sldId="1543"/>
            <ac:spMk id="5" creationId="{42C19DE9-24B1-8306-9244-BC6B2069A8AA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707527873" sldId="1543"/>
            <ac:spMk id="6" creationId="{826BE83A-13AB-09B1-CBE8-1BA9FE6035E6}"/>
          </ac:spMkLst>
        </pc:spChg>
      </pc:sldChg>
      <pc:sldMasterChg chg="del delSldLayout">
        <pc:chgData name="Feist, Ella" userId="992bbaf2-811d-42cb-a4d6-e7fc45e325e8" providerId="ADAL" clId="{627ADF9B-F87F-458C-BCC9-8C7CC43FE28E}" dt="2025-05-29T12:01:39.780" v="1"/>
        <pc:sldMasterMkLst>
          <pc:docMk/>
          <pc:sldMasterMk cId="2217866481" sldId="2147483660"/>
        </pc:sldMasterMkLst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2217866481" sldId="2147483660"/>
            <pc:sldLayoutMk cId="1785230785" sldId="2147483777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2217866481" sldId="2147483660"/>
            <pc:sldLayoutMk cId="3151091117" sldId="2147483780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2217866481" sldId="2147483660"/>
            <pc:sldLayoutMk cId="2670422055" sldId="2147483781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2217866481" sldId="2147483660"/>
            <pc:sldLayoutMk cId="3910812132" sldId="2147483786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2217866481" sldId="2147483660"/>
            <pc:sldLayoutMk cId="3389854272" sldId="2147483788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2217866481" sldId="2147483660"/>
            <pc:sldLayoutMk cId="844404885" sldId="2147483796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2217866481" sldId="2147483660"/>
            <pc:sldLayoutMk cId="2238072026" sldId="2147483797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2217866481" sldId="2147483660"/>
            <pc:sldLayoutMk cId="2785161596" sldId="2147483798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2217866481" sldId="2147483660"/>
            <pc:sldLayoutMk cId="1958520897" sldId="2147483872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2217866481" sldId="2147483660"/>
            <pc:sldLayoutMk cId="472251335" sldId="2147483873"/>
          </pc:sldLayoutMkLst>
        </pc:sldLayoutChg>
      </pc:sldMasterChg>
      <pc:sldMasterChg chg="del delSldLayout">
        <pc:chgData name="Feist, Ella" userId="992bbaf2-811d-42cb-a4d6-e7fc45e325e8" providerId="ADAL" clId="{627ADF9B-F87F-458C-BCC9-8C7CC43FE28E}" dt="2025-05-29T12:01:39.780" v="1"/>
        <pc:sldMasterMkLst>
          <pc:docMk/>
          <pc:sldMasterMk cId="1433300368" sldId="2147483799"/>
        </pc:sldMasterMkLst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433300368" sldId="2147483799"/>
            <pc:sldLayoutMk cId="1527291370" sldId="2147483818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433300368" sldId="2147483799"/>
            <pc:sldLayoutMk cId="3562340024" sldId="2147483819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433300368" sldId="2147483799"/>
            <pc:sldLayoutMk cId="520181862" sldId="2147483820"/>
          </pc:sldLayoutMkLst>
        </pc:sldLayoutChg>
      </pc:sldMasterChg>
      <pc:sldMasterChg chg="del delSldLayout">
        <pc:chgData name="Feist, Ella" userId="992bbaf2-811d-42cb-a4d6-e7fc45e325e8" providerId="ADAL" clId="{627ADF9B-F87F-458C-BCC9-8C7CC43FE28E}" dt="2025-05-29T12:01:39.780" v="1"/>
        <pc:sldMasterMkLst>
          <pc:docMk/>
          <pc:sldMasterMk cId="4045664613" sldId="2147483821"/>
        </pc:sldMasterMkLst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045664613" sldId="2147483821"/>
            <pc:sldLayoutMk cId="1659487629" sldId="2147483822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045664613" sldId="2147483821"/>
            <pc:sldLayoutMk cId="3209770388" sldId="2147483823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045664613" sldId="2147483821"/>
            <pc:sldLayoutMk cId="2989585299" sldId="2147483824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045664613" sldId="2147483821"/>
            <pc:sldLayoutMk cId="771702010" sldId="2147483825"/>
          </pc:sldLayoutMkLst>
        </pc:sldLayoutChg>
      </pc:sldMasterChg>
      <pc:sldMasterChg chg="del delSldLayout">
        <pc:chgData name="Feist, Ella" userId="992bbaf2-811d-42cb-a4d6-e7fc45e325e8" providerId="ADAL" clId="{627ADF9B-F87F-458C-BCC9-8C7CC43FE28E}" dt="2025-05-29T12:01:39.780" v="1"/>
        <pc:sldMasterMkLst>
          <pc:docMk/>
          <pc:sldMasterMk cId="3391850710" sldId="2147483826"/>
        </pc:sldMasterMkLst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3391850710" sldId="2147483826"/>
            <pc:sldLayoutMk cId="186167143" sldId="2147483827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3391850710" sldId="2147483826"/>
            <pc:sldLayoutMk cId="4273777609" sldId="2147483828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3391850710" sldId="2147483826"/>
            <pc:sldLayoutMk cId="928190420" sldId="2147483829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3391850710" sldId="2147483826"/>
            <pc:sldLayoutMk cId="778525727" sldId="2147483830"/>
          </pc:sldLayoutMkLst>
        </pc:sldLayoutChg>
      </pc:sldMasterChg>
      <pc:sldMasterChg chg="del delSldLayout">
        <pc:chgData name="Feist, Ella" userId="992bbaf2-811d-42cb-a4d6-e7fc45e325e8" providerId="ADAL" clId="{627ADF9B-F87F-458C-BCC9-8C7CC43FE28E}" dt="2025-05-29T12:01:39.780" v="1"/>
        <pc:sldMasterMkLst>
          <pc:docMk/>
          <pc:sldMasterMk cId="3899971177" sldId="2147483831"/>
        </pc:sldMasterMkLst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3899971177" sldId="2147483831"/>
            <pc:sldLayoutMk cId="1296847754" sldId="2147483832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3899971177" sldId="2147483831"/>
            <pc:sldLayoutMk cId="2124554007" sldId="2147483833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3899971177" sldId="2147483831"/>
            <pc:sldLayoutMk cId="2692646997" sldId="2147483834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3899971177" sldId="2147483831"/>
            <pc:sldLayoutMk cId="164223612" sldId="2147483835"/>
          </pc:sldLayoutMkLst>
        </pc:sldLayoutChg>
      </pc:sldMasterChg>
      <pc:sldMasterChg chg="del delSldLayout">
        <pc:chgData name="Feist, Ella" userId="992bbaf2-811d-42cb-a4d6-e7fc45e325e8" providerId="ADAL" clId="{627ADF9B-F87F-458C-BCC9-8C7CC43FE28E}" dt="2025-05-29T12:01:39.780" v="1"/>
        <pc:sldMasterMkLst>
          <pc:docMk/>
          <pc:sldMasterMk cId="4061346496" sldId="2147483836"/>
        </pc:sldMasterMkLst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061346496" sldId="2147483836"/>
            <pc:sldLayoutMk cId="1342340652" sldId="2147483837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061346496" sldId="2147483836"/>
            <pc:sldLayoutMk cId="1129306061" sldId="2147483838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061346496" sldId="2147483836"/>
            <pc:sldLayoutMk cId="291058354" sldId="2147483839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061346496" sldId="2147483836"/>
            <pc:sldLayoutMk cId="1057880355" sldId="2147483840"/>
          </pc:sldLayoutMkLst>
        </pc:sldLayoutChg>
      </pc:sldMasterChg>
      <pc:sldMasterChg chg="del delSldLayout">
        <pc:chgData name="Feist, Ella" userId="992bbaf2-811d-42cb-a4d6-e7fc45e325e8" providerId="ADAL" clId="{627ADF9B-F87F-458C-BCC9-8C7CC43FE28E}" dt="2025-05-29T12:01:39.780" v="1"/>
        <pc:sldMasterMkLst>
          <pc:docMk/>
          <pc:sldMasterMk cId="1513994161" sldId="2147483841"/>
        </pc:sldMasterMkLst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513994161" sldId="2147483841"/>
            <pc:sldLayoutMk cId="2408842378" sldId="2147483842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513994161" sldId="2147483841"/>
            <pc:sldLayoutMk cId="3257542985" sldId="2147483843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513994161" sldId="2147483841"/>
            <pc:sldLayoutMk cId="57802930" sldId="2147483844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513994161" sldId="2147483841"/>
            <pc:sldLayoutMk cId="892830820" sldId="2147483845"/>
          </pc:sldLayoutMkLst>
        </pc:sldLayoutChg>
      </pc:sldMasterChg>
      <pc:sldMasterChg chg="del delSldLayout">
        <pc:chgData name="Feist, Ella" userId="992bbaf2-811d-42cb-a4d6-e7fc45e325e8" providerId="ADAL" clId="{627ADF9B-F87F-458C-BCC9-8C7CC43FE28E}" dt="2025-05-29T12:01:39.780" v="1"/>
        <pc:sldMasterMkLst>
          <pc:docMk/>
          <pc:sldMasterMk cId="1256176808" sldId="2147483846"/>
        </pc:sldMasterMkLst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256176808" sldId="2147483846"/>
            <pc:sldLayoutMk cId="1930662052" sldId="2147483847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256176808" sldId="2147483846"/>
            <pc:sldLayoutMk cId="2862166332" sldId="2147483848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256176808" sldId="2147483846"/>
            <pc:sldLayoutMk cId="4243011970" sldId="2147483849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256176808" sldId="2147483846"/>
            <pc:sldLayoutMk cId="787685289" sldId="2147483850"/>
          </pc:sldLayoutMkLst>
        </pc:sldLayoutChg>
      </pc:sldMasterChg>
      <pc:sldMasterChg chg="del delSldLayout">
        <pc:chgData name="Feist, Ella" userId="992bbaf2-811d-42cb-a4d6-e7fc45e325e8" providerId="ADAL" clId="{627ADF9B-F87F-458C-BCC9-8C7CC43FE28E}" dt="2025-05-29T12:01:39.780" v="1"/>
        <pc:sldMasterMkLst>
          <pc:docMk/>
          <pc:sldMasterMk cId="4100756167" sldId="2147483897"/>
        </pc:sldMasterMkLst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100756167" sldId="2147483897"/>
            <pc:sldLayoutMk cId="3265297551" sldId="2147483898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100756167" sldId="2147483897"/>
            <pc:sldLayoutMk cId="3991041670" sldId="2147483899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100756167" sldId="2147483897"/>
            <pc:sldLayoutMk cId="2632637445" sldId="2147483900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100756167" sldId="2147483897"/>
            <pc:sldLayoutMk cId="2611431978" sldId="2147483901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100756167" sldId="2147483897"/>
            <pc:sldLayoutMk cId="2285155211" sldId="2147483902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100756167" sldId="2147483897"/>
            <pc:sldLayoutMk cId="3662927230" sldId="2147483903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100756167" sldId="2147483897"/>
            <pc:sldLayoutMk cId="1968557072" sldId="2147483904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100756167" sldId="2147483897"/>
            <pc:sldLayoutMk cId="41028302" sldId="2147483905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100756167" sldId="2147483897"/>
            <pc:sldLayoutMk cId="2312751237" sldId="2147483906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100756167" sldId="2147483897"/>
            <pc:sldLayoutMk cId="557095359" sldId="2147483907"/>
          </pc:sldLayoutMkLst>
        </pc:sldLayoutChg>
      </pc:sldMasterChg>
      <pc:sldMasterChg chg="del delSldLayout">
        <pc:chgData name="Feist, Ella" userId="992bbaf2-811d-42cb-a4d6-e7fc45e325e8" providerId="ADAL" clId="{627ADF9B-F87F-458C-BCC9-8C7CC43FE28E}" dt="2025-05-29T12:01:39.780" v="1"/>
        <pc:sldMasterMkLst>
          <pc:docMk/>
          <pc:sldMasterMk cId="537580445" sldId="2147483941"/>
        </pc:sldMasterMkLst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537580445" sldId="2147483941"/>
            <pc:sldLayoutMk cId="3655050728" sldId="2147483942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537580445" sldId="2147483941"/>
            <pc:sldLayoutMk cId="191104469" sldId="2147483948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537580445" sldId="2147483941"/>
            <pc:sldLayoutMk cId="3106673082" sldId="2147483949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537580445" sldId="2147483941"/>
            <pc:sldLayoutMk cId="2883798060" sldId="2147483950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537580445" sldId="2147483941"/>
            <pc:sldLayoutMk cId="4228679101" sldId="2147483951"/>
          </pc:sldLayoutMkLst>
        </pc:sldLayoutChg>
      </pc:sldMasterChg>
      <pc:sldMasterChg chg="del delSldLayout">
        <pc:chgData name="Feist, Ella" userId="992bbaf2-811d-42cb-a4d6-e7fc45e325e8" providerId="ADAL" clId="{627ADF9B-F87F-458C-BCC9-8C7CC43FE28E}" dt="2025-05-29T12:01:39.780" v="1"/>
        <pc:sldMasterMkLst>
          <pc:docMk/>
          <pc:sldMasterMk cId="1502784078" sldId="2147483943"/>
        </pc:sldMasterMkLst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502784078" sldId="2147483943"/>
            <pc:sldLayoutMk cId="3733918436" sldId="2147483944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502784078" sldId="2147483943"/>
            <pc:sldLayoutMk cId="714599208" sldId="2147483952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502784078" sldId="2147483943"/>
            <pc:sldLayoutMk cId="785506021" sldId="2147483953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502784078" sldId="2147483943"/>
            <pc:sldLayoutMk cId="1326846653" sldId="2147483954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502784078" sldId="2147483943"/>
            <pc:sldLayoutMk cId="1638070405" sldId="2147483955"/>
          </pc:sldLayoutMkLst>
        </pc:sldLayoutChg>
      </pc:sldMasterChg>
    </pc:docChg>
  </pc:docChgLst>
  <pc:docChgLst>
    <pc:chgData name="Feist, Ella" userId="992bbaf2-811d-42cb-a4d6-e7fc45e325e8" providerId="ADAL" clId="{F9BEFD2A-EA71-4B33-936C-2947BC99D48C}"/>
    <pc:docChg chg="custSel modSld">
      <pc:chgData name="Feist, Ella" userId="992bbaf2-811d-42cb-a4d6-e7fc45e325e8" providerId="ADAL" clId="{F9BEFD2A-EA71-4B33-936C-2947BC99D48C}" dt="2025-05-30T13:38:06.024" v="30" actId="207"/>
      <pc:docMkLst>
        <pc:docMk/>
      </pc:docMkLst>
      <pc:sldChg chg="modNotes">
        <pc:chgData name="Feist, Ella" userId="992bbaf2-811d-42cb-a4d6-e7fc45e325e8" providerId="ADAL" clId="{F9BEFD2A-EA71-4B33-936C-2947BC99D48C}" dt="2025-05-30T13:36:44.906" v="2" actId="20577"/>
        <pc:sldMkLst>
          <pc:docMk/>
          <pc:sldMk cId="3871315065" sldId="1520"/>
        </pc:sldMkLst>
      </pc:sldChg>
      <pc:sldChg chg="modNotes">
        <pc:chgData name="Feist, Ella" userId="992bbaf2-811d-42cb-a4d6-e7fc45e325e8" providerId="ADAL" clId="{F9BEFD2A-EA71-4B33-936C-2947BC99D48C}" dt="2025-05-30T13:37:07.789" v="8" actId="20577"/>
        <pc:sldMkLst>
          <pc:docMk/>
          <pc:sldMk cId="149514034" sldId="1523"/>
        </pc:sldMkLst>
      </pc:sldChg>
      <pc:sldChg chg="modNotes">
        <pc:chgData name="Feist, Ella" userId="992bbaf2-811d-42cb-a4d6-e7fc45e325e8" providerId="ADAL" clId="{F9BEFD2A-EA71-4B33-936C-2947BC99D48C}" dt="2025-05-30T13:37:12.361" v="9" actId="207"/>
        <pc:sldMkLst>
          <pc:docMk/>
          <pc:sldMk cId="3899565303" sldId="1528"/>
        </pc:sldMkLst>
      </pc:sldChg>
      <pc:sldChg chg="modNotes">
        <pc:chgData name="Feist, Ella" userId="992bbaf2-811d-42cb-a4d6-e7fc45e325e8" providerId="ADAL" clId="{F9BEFD2A-EA71-4B33-936C-2947BC99D48C}" dt="2025-05-30T13:37:16.814" v="10" actId="207"/>
        <pc:sldMkLst>
          <pc:docMk/>
          <pc:sldMk cId="2424727966" sldId="1531"/>
        </pc:sldMkLst>
      </pc:sldChg>
      <pc:sldChg chg="modNotes">
        <pc:chgData name="Feist, Ella" userId="992bbaf2-811d-42cb-a4d6-e7fc45e325e8" providerId="ADAL" clId="{F9BEFD2A-EA71-4B33-936C-2947BC99D48C}" dt="2025-05-30T13:37:33.355" v="16" actId="20577"/>
        <pc:sldMkLst>
          <pc:docMk/>
          <pc:sldMk cId="2527771466" sldId="1532"/>
        </pc:sldMkLst>
      </pc:sldChg>
      <pc:sldChg chg="modNotes">
        <pc:chgData name="Feist, Ella" userId="992bbaf2-811d-42cb-a4d6-e7fc45e325e8" providerId="ADAL" clId="{F9BEFD2A-EA71-4B33-936C-2947BC99D48C}" dt="2025-05-30T13:37:38.252" v="17" actId="207"/>
        <pc:sldMkLst>
          <pc:docMk/>
          <pc:sldMk cId="2688513010" sldId="1533"/>
        </pc:sldMkLst>
      </pc:sldChg>
      <pc:sldChg chg="modNotes">
        <pc:chgData name="Feist, Ella" userId="992bbaf2-811d-42cb-a4d6-e7fc45e325e8" providerId="ADAL" clId="{F9BEFD2A-EA71-4B33-936C-2947BC99D48C}" dt="2025-05-30T13:37:43.680" v="19" actId="20577"/>
        <pc:sldMkLst>
          <pc:docMk/>
          <pc:sldMk cId="1036329529" sldId="1535"/>
        </pc:sldMkLst>
      </pc:sldChg>
      <pc:sldChg chg="modNotes">
        <pc:chgData name="Feist, Ella" userId="992bbaf2-811d-42cb-a4d6-e7fc45e325e8" providerId="ADAL" clId="{F9BEFD2A-EA71-4B33-936C-2947BC99D48C}" dt="2025-05-30T13:37:46.461" v="20" actId="207"/>
        <pc:sldMkLst>
          <pc:docMk/>
          <pc:sldMk cId="3917484530" sldId="1536"/>
        </pc:sldMkLst>
      </pc:sldChg>
      <pc:sldChg chg="modNotes">
        <pc:chgData name="Feist, Ella" userId="992bbaf2-811d-42cb-a4d6-e7fc45e325e8" providerId="ADAL" clId="{F9BEFD2A-EA71-4B33-936C-2947BC99D48C}" dt="2025-05-30T13:38:00.149" v="28" actId="14100"/>
        <pc:sldMkLst>
          <pc:docMk/>
          <pc:sldMk cId="276478826" sldId="1537"/>
        </pc:sldMkLst>
      </pc:sldChg>
      <pc:sldChg chg="modNotes">
        <pc:chgData name="Feist, Ella" userId="992bbaf2-811d-42cb-a4d6-e7fc45e325e8" providerId="ADAL" clId="{F9BEFD2A-EA71-4B33-936C-2947BC99D48C}" dt="2025-05-30T13:38:03.862" v="29" actId="207"/>
        <pc:sldMkLst>
          <pc:docMk/>
          <pc:sldMk cId="2493111637" sldId="1538"/>
        </pc:sldMkLst>
      </pc:sldChg>
      <pc:sldChg chg="modNotes">
        <pc:chgData name="Feist, Ella" userId="992bbaf2-811d-42cb-a4d6-e7fc45e325e8" providerId="ADAL" clId="{F9BEFD2A-EA71-4B33-936C-2947BC99D48C}" dt="2025-05-30T13:38:06.024" v="30" actId="207"/>
        <pc:sldMkLst>
          <pc:docMk/>
          <pc:sldMk cId="334166673" sldId="15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08F72-D084-4C96-B297-285B2ED0D15C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E1F5F-BEC2-48D5-A890-C07C79853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3DDB46D8-F250-4382-BB9F-ED8824C6D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1DD67D11-198C-4FB2-8FBB-0C1DD9E26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0905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E9E46E42-99A9-42F8-996F-71F172C43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AC7ABEA7-3AE7-4A57-B02A-AA99E2A56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605"/>
              </a:spcBef>
            </a:pPr>
            <a:endParaRPr lang="en-GB" sz="1200" noProof="0" dirty="0">
              <a:latin typeface="Montserrat" panose="00000500000000000000" pitchFamily="2" charset="0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78789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7892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X was, historically, always run as a client/server application.</a:t>
            </a:r>
          </a:p>
          <a:p>
            <a:r>
              <a:rPr lang="en-GB" noProof="0" dirty="0"/>
              <a:t>All applications will be X clients, which means that they generate commands that are passed to an X server to display things on the screen, and they accept X  messages from the server that describe all input events and where the cursor is.</a:t>
            </a:r>
          </a:p>
          <a:p>
            <a:r>
              <a:rPr lang="en-GB" noProof="0" dirty="0"/>
              <a:t>When an X client wants to draw something on the screen, it makes a network connection (either locally, or  over the LAN) to the X Server, which processes the request and draws on the screen.</a:t>
            </a:r>
          </a:p>
          <a:p>
            <a:r>
              <a:rPr lang="en-GB" noProof="0" dirty="0"/>
              <a:t>As the X protocol is  independent of Unix/Linux, applications and servers can be run on any combination of operating system.</a:t>
            </a:r>
          </a:p>
          <a:p>
            <a:r>
              <a:rPr lang="en-GB" noProof="0" dirty="0"/>
              <a:t>Thus, a Linux client application could display its output using a server on an, say, Windows machine, and  vice-versa.</a:t>
            </a:r>
          </a:p>
          <a:p>
            <a:r>
              <a:rPr lang="en-GB" noProof="0" dirty="0"/>
              <a:t>X Clients can run anywhere; they can run on the same machine the X Server is on, or they can run across  town; the only requirement is that there be a reasonably fast network connection between the host  running the X Server and the client.</a:t>
            </a:r>
          </a:p>
          <a:p>
            <a:r>
              <a:rPr lang="en-GB" noProof="0" dirty="0"/>
              <a:t>This is now considered bad for security, and of course slow on systems with built-in graphics, so a non client/server implementation has now replaced x.org this is known as Wayland.</a:t>
            </a:r>
          </a:p>
          <a:p>
            <a:endParaRPr lang="en-GB" noProof="0" dirty="0"/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48901C6-1DA1-FB44-ABEE-06A0FEB7738E}" type="slidenum">
              <a:rPr lang="en-GB" noProof="0" smtClean="0"/>
              <a:pPr lvl="0"/>
              <a:t>4</a:t>
            </a:fld>
            <a:endParaRPr lang="en-GB" noProof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0BEAC260-6C34-FA5D-3B5C-023723D33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10011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In early Linux installations, one had to configure X manually. Although this is no longer an issue, configuring the card to match the monitor can still be troublesome.</a:t>
            </a:r>
          </a:p>
          <a:p>
            <a:endParaRPr lang="en-GB" noProof="0" dirty="0"/>
          </a:p>
          <a:p>
            <a:r>
              <a:rPr lang="en-GB" noProof="0" dirty="0"/>
              <a:t>Number of additional, helper tools exist to assist you in interrogating current setting, and to diagnose and fix any display problems.</a:t>
            </a:r>
          </a:p>
          <a:p>
            <a:endParaRPr lang="en-GB" noProof="0" dirty="0"/>
          </a:p>
          <a:p>
            <a:r>
              <a:rPr lang="en-GB" noProof="0" dirty="0" err="1"/>
              <a:t>xrandr</a:t>
            </a:r>
            <a:r>
              <a:rPr lang="en-GB" noProof="0" dirty="0"/>
              <a:t> is one of the most useful </a:t>
            </a:r>
            <a:r>
              <a:rPr lang="en-GB" noProof="0" dirty="0" err="1"/>
              <a:t>Xorg</a:t>
            </a:r>
            <a:r>
              <a:rPr lang="en-GB" noProof="0" dirty="0"/>
              <a:t> tools. It is a set of libraries that help in detecting and configuring the  screens.</a:t>
            </a:r>
          </a:p>
          <a:p>
            <a:r>
              <a:rPr lang="en-GB" noProof="0" dirty="0"/>
              <a:t>It is powerful in exploring the available settings as well as adding and implementing new modes.</a:t>
            </a:r>
          </a:p>
          <a:p>
            <a:r>
              <a:rPr lang="en-GB" noProof="0" dirty="0"/>
              <a:t>It’s often used to fine-tune configuration of dual-monitors.</a:t>
            </a:r>
          </a:p>
          <a:p>
            <a:r>
              <a:rPr lang="en-GB" noProof="0" dirty="0" err="1"/>
              <a:t>xrandr</a:t>
            </a:r>
            <a:r>
              <a:rPr lang="en-GB" noProof="0" dirty="0"/>
              <a:t> can also be used to set the size,  orientation and/or reflection of the outputs for a screen.</a:t>
            </a:r>
          </a:p>
          <a:p>
            <a:endParaRPr lang="en-GB" noProof="0" dirty="0"/>
          </a:p>
          <a:p>
            <a:r>
              <a:rPr lang="en-GB" noProof="0" dirty="0"/>
              <a:t>An associate tools, </a:t>
            </a:r>
            <a:r>
              <a:rPr lang="en-GB" noProof="0" dirty="0" err="1"/>
              <a:t>gtf</a:t>
            </a:r>
            <a:r>
              <a:rPr lang="en-GB" noProof="0" dirty="0"/>
              <a:t> (for calculating VESA </a:t>
            </a:r>
            <a:r>
              <a:rPr lang="en-GB" noProof="0" dirty="0" err="1"/>
              <a:t>modelines</a:t>
            </a:r>
            <a:r>
              <a:rPr lang="en-GB" noProof="0" dirty="0"/>
              <a:t>) and </a:t>
            </a:r>
            <a:r>
              <a:rPr lang="en-GB" noProof="0" dirty="0" err="1"/>
              <a:t>cvt</a:t>
            </a:r>
            <a:r>
              <a:rPr lang="en-GB" noProof="0" dirty="0"/>
              <a:t> (for calculating VESA Coordinated Video  Timing </a:t>
            </a:r>
            <a:r>
              <a:rPr lang="en-GB" noProof="0" dirty="0" err="1"/>
              <a:t>modelines</a:t>
            </a:r>
            <a:r>
              <a:rPr lang="en-GB" noProof="0" dirty="0"/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48901C6-1DA1-FB44-ABEE-06A0FEB7738E}" type="slidenum">
              <a:rPr lang="en-GB" noProof="0" smtClean="0"/>
              <a:pPr lvl="0"/>
              <a:t>5</a:t>
            </a:fld>
            <a:endParaRPr lang="en-GB" noProof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60DED3A3-E8DA-740E-4AA0-441477664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767973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25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29539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Linux is </a:t>
            </a:r>
            <a:r>
              <a:rPr lang="en-GB" sz="1200" spc="-20" noProof="0" dirty="0">
                <a:latin typeface="+mn-lt"/>
                <a:cs typeface="Segoe UI"/>
              </a:rPr>
              <a:t>renowned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0" noProof="0" dirty="0">
                <a:latin typeface="+mn-lt"/>
                <a:cs typeface="Segoe UI"/>
              </a:rPr>
              <a:t>its richness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0" noProof="0" dirty="0">
                <a:latin typeface="+mn-lt"/>
                <a:cs typeface="Segoe UI"/>
              </a:rPr>
              <a:t>choices.</a:t>
            </a:r>
          </a:p>
          <a:p>
            <a:pPr marL="12700" marR="129539">
              <a:lnSpc>
                <a:spcPct val="100000"/>
              </a:lnSpc>
              <a:spcBef>
                <a:spcPts val="105"/>
              </a:spcBef>
            </a:pPr>
            <a:r>
              <a:rPr lang="en-GB" sz="1200" spc="-25" noProof="0" dirty="0">
                <a:latin typeface="+mn-lt"/>
                <a:cs typeface="Segoe UI"/>
              </a:rPr>
              <a:t>Each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Linux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manages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graphical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display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servers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handles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graphical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logins.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03505">
              <a:lnSpc>
                <a:spcPct val="100000"/>
              </a:lnSpc>
              <a:spcBef>
                <a:spcPts val="605"/>
              </a:spcBef>
            </a:pPr>
            <a:r>
              <a:rPr lang="en-GB" sz="1200" spc="-20" noProof="0" dirty="0">
                <a:latin typeface="+mn-lt"/>
                <a:cs typeface="Segoe UI"/>
              </a:rPr>
              <a:t>Popular</a:t>
            </a:r>
            <a:r>
              <a:rPr lang="en-GB" sz="1200" spc="-9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display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managers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based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Gnome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KDE,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often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providing</a:t>
            </a:r>
            <a:r>
              <a:rPr lang="en-GB" sz="1200" spc="-10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additional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“shell”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top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them</a:t>
            </a:r>
            <a:r>
              <a:rPr lang="en-GB" sz="1200" spc="-15" noProof="0" dirty="0">
                <a:latin typeface="+mn-lt"/>
                <a:cs typeface="Segoe UI"/>
              </a:rPr>
              <a:t>.</a:t>
            </a:r>
            <a:endParaRPr lang="en-GB" sz="1200" noProof="0" dirty="0">
              <a:latin typeface="+mn-lt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582084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29539">
              <a:lnSpc>
                <a:spcPct val="100000"/>
              </a:lnSpc>
              <a:spcBef>
                <a:spcPts val="105"/>
              </a:spcBef>
            </a:pPr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1446562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37517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29539">
              <a:lnSpc>
                <a:spcPct val="100000"/>
              </a:lnSpc>
              <a:spcBef>
                <a:spcPts val="105"/>
              </a:spcBef>
            </a:pPr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5384509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xwd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tool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must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simplest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oldest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screenshot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utility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available,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provided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1985,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 err="1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early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X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Window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System</a:t>
            </a:r>
            <a:r>
              <a:rPr lang="en-GB" sz="1200" spc="-20" noProof="0" dirty="0">
                <a:latin typeface="+mn-lt"/>
                <a:cs typeface="Segoe UI"/>
              </a:rPr>
              <a:t> releases.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 err="1">
                <a:latin typeface="+mn-lt"/>
                <a:cs typeface="Segoe UI"/>
              </a:rPr>
              <a:t>xwd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take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simple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snapshot,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subsequently</a:t>
            </a:r>
            <a:r>
              <a:rPr lang="en-GB" sz="1200" spc="-9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viewed.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42563914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29539">
              <a:lnSpc>
                <a:spcPct val="100000"/>
              </a:lnSpc>
              <a:spcBef>
                <a:spcPts val="105"/>
              </a:spcBef>
            </a:pPr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8798230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04721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9685">
              <a:lnSpc>
                <a:spcPct val="100000"/>
              </a:lnSpc>
              <a:spcBef>
                <a:spcPts val="105"/>
              </a:spcBef>
            </a:pPr>
            <a:r>
              <a:rPr lang="en-GB" sz="1200" spc="-25" noProof="0" dirty="0">
                <a:latin typeface="+mn-lt"/>
                <a:cs typeface="Segoe UI"/>
              </a:rPr>
              <a:t>Normally,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start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X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application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displayed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front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you.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If you are using x.org,</a:t>
            </a:r>
            <a:r>
              <a:rPr lang="en-GB" sz="1200" spc="-20" noProof="0" dirty="0">
                <a:latin typeface="+mn-lt"/>
                <a:cs typeface="Segoe UI"/>
              </a:rPr>
              <a:t>,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may choose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display the </a:t>
            </a:r>
            <a:r>
              <a:rPr lang="en-GB" sz="1200" spc="-25" noProof="0" dirty="0">
                <a:latin typeface="+mn-lt"/>
                <a:cs typeface="Segoe UI"/>
              </a:rPr>
              <a:t>application </a:t>
            </a:r>
            <a:r>
              <a:rPr lang="en-GB" sz="1200" spc="-5" noProof="0" dirty="0">
                <a:latin typeface="+mn-lt"/>
                <a:cs typeface="Segoe UI"/>
              </a:rPr>
              <a:t>on </a:t>
            </a:r>
            <a:r>
              <a:rPr lang="en-GB" sz="1200" spc="5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different </a:t>
            </a:r>
            <a:r>
              <a:rPr lang="en-GB" sz="1200" spc="-25" noProof="0" dirty="0">
                <a:latin typeface="+mn-lt"/>
                <a:cs typeface="Segoe UI"/>
              </a:rPr>
              <a:t>machine, </a:t>
            </a:r>
            <a:r>
              <a:rPr lang="en-GB" sz="1200" spc="-20" noProof="0" dirty="0">
                <a:latin typeface="+mn-lt"/>
                <a:cs typeface="Segoe UI"/>
              </a:rPr>
              <a:t>which </a:t>
            </a:r>
            <a:r>
              <a:rPr lang="en-GB" sz="1200" noProof="0" dirty="0">
                <a:latin typeface="+mn-lt"/>
                <a:cs typeface="Segoe UI"/>
              </a:rPr>
              <a:t>- </a:t>
            </a:r>
            <a:r>
              <a:rPr lang="en-GB" sz="1200" spc="-15" noProof="0" dirty="0">
                <a:latin typeface="+mn-lt"/>
                <a:cs typeface="Segoe UI"/>
              </a:rPr>
              <a:t>perhaps </a:t>
            </a:r>
            <a:r>
              <a:rPr lang="en-GB" sz="1200" noProof="0" dirty="0">
                <a:latin typeface="+mn-lt"/>
                <a:cs typeface="Segoe UI"/>
              </a:rPr>
              <a:t>- </a:t>
            </a:r>
            <a:r>
              <a:rPr lang="en-GB" sz="1200" spc="-15" noProof="0" dirty="0">
                <a:latin typeface="+mn-lt"/>
                <a:cs typeface="Segoe UI"/>
              </a:rPr>
              <a:t>has </a:t>
            </a:r>
            <a:r>
              <a:rPr lang="en-GB" sz="1200" spc="-20" noProof="0" dirty="0">
                <a:latin typeface="+mn-lt"/>
                <a:cs typeface="Segoe UI"/>
              </a:rPr>
              <a:t>better graphics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capabilities(*).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35560">
              <a:lnSpc>
                <a:spcPct val="100000"/>
              </a:lnSpc>
              <a:spcBef>
                <a:spcPts val="605"/>
              </a:spcBef>
            </a:pPr>
            <a:r>
              <a:rPr lang="en-GB" sz="1200" spc="-20" noProof="0" dirty="0">
                <a:latin typeface="+mn-lt"/>
                <a:cs typeface="Segoe UI"/>
              </a:rPr>
              <a:t>For this to work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number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0" noProof="0" dirty="0">
                <a:latin typeface="+mn-lt"/>
                <a:cs typeface="Segoe UI"/>
              </a:rPr>
              <a:t>access-control settings, which </a:t>
            </a:r>
            <a:r>
              <a:rPr lang="en-GB" sz="1200" spc="-15" noProof="0" dirty="0">
                <a:latin typeface="+mn-lt"/>
                <a:cs typeface="Segoe UI"/>
              </a:rPr>
              <a:t>must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5" noProof="0" dirty="0">
                <a:latin typeface="+mn-lt"/>
                <a:cs typeface="Segoe UI"/>
              </a:rPr>
              <a:t>initiated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user </a:t>
            </a:r>
            <a:r>
              <a:rPr lang="en-GB" sz="1200" spc="-10" noProof="0" dirty="0">
                <a:latin typeface="+mn-lt"/>
                <a:cs typeface="Segoe UI"/>
              </a:rPr>
              <a:t>on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machine with </a:t>
            </a:r>
            <a:r>
              <a:rPr lang="en-GB" sz="1200" spc="-15" noProof="0" dirty="0">
                <a:latin typeface="+mn-lt"/>
                <a:cs typeface="Segoe UI"/>
              </a:rPr>
              <a:t> the </a:t>
            </a:r>
            <a:r>
              <a:rPr lang="en-GB" sz="1200" noProof="0" dirty="0">
                <a:latin typeface="+mn-lt"/>
                <a:cs typeface="Segoe UI"/>
              </a:rPr>
              <a:t>X </a:t>
            </a:r>
            <a:r>
              <a:rPr lang="en-GB" sz="1200" spc="-20" noProof="0" dirty="0">
                <a:latin typeface="+mn-lt"/>
                <a:cs typeface="Segoe UI"/>
              </a:rPr>
              <a:t>server, that </a:t>
            </a:r>
            <a:r>
              <a:rPr lang="en-GB" sz="1200" spc="-25" noProof="0" dirty="0">
                <a:latin typeface="+mn-lt"/>
                <a:cs typeface="Segoe UI"/>
              </a:rPr>
              <a:t>specifies </a:t>
            </a:r>
            <a:r>
              <a:rPr lang="en-GB" sz="1200" spc="-20" noProof="0" dirty="0">
                <a:latin typeface="+mn-lt"/>
                <a:cs typeface="Segoe UI"/>
              </a:rPr>
              <a:t>which </a:t>
            </a:r>
            <a:r>
              <a:rPr lang="en-GB" sz="1200" spc="-25" noProof="0" dirty="0">
                <a:latin typeface="+mn-lt"/>
                <a:cs typeface="Segoe UI"/>
              </a:rPr>
              <a:t>machines </a:t>
            </a:r>
            <a:r>
              <a:rPr lang="en-GB" sz="1200" spc="-20" noProof="0" dirty="0">
                <a:latin typeface="+mn-lt"/>
                <a:cs typeface="Segoe UI"/>
              </a:rPr>
              <a:t>can </a:t>
            </a:r>
            <a:r>
              <a:rPr lang="en-GB" sz="1200" spc="-25" noProof="0" dirty="0">
                <a:latin typeface="+mn-lt"/>
                <a:cs typeface="Segoe UI"/>
              </a:rPr>
              <a:t>access </a:t>
            </a:r>
            <a:r>
              <a:rPr lang="en-GB" sz="1200" spc="-20" noProof="0" dirty="0">
                <a:latin typeface="+mn-lt"/>
                <a:cs typeface="Segoe UI"/>
              </a:rPr>
              <a:t>that server. </a:t>
            </a:r>
          </a:p>
          <a:p>
            <a:pPr marL="12700" marR="3556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First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5" noProof="0" dirty="0">
                <a:latin typeface="+mn-lt"/>
                <a:cs typeface="Segoe UI"/>
              </a:rPr>
              <a:t>all, </a:t>
            </a:r>
            <a:r>
              <a:rPr lang="en-GB" sz="1200" spc="-15" noProof="0" dirty="0">
                <a:latin typeface="+mn-lt"/>
                <a:cs typeface="Segoe UI"/>
              </a:rPr>
              <a:t>your </a:t>
            </a:r>
            <a:r>
              <a:rPr lang="en-GB" sz="1200" spc="-25" noProof="0" dirty="0">
                <a:latin typeface="+mn-lt"/>
                <a:cs typeface="Segoe UI"/>
              </a:rPr>
              <a:t>firewall </a:t>
            </a:r>
            <a:r>
              <a:rPr lang="en-GB" sz="1200" spc="-15" noProof="0" dirty="0">
                <a:latin typeface="+mn-lt"/>
                <a:cs typeface="Segoe UI"/>
              </a:rPr>
              <a:t>needs to open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relevant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ports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6000</a:t>
            </a:r>
            <a:r>
              <a:rPr lang="en-GB" sz="1200" spc="-9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range).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start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 err="1">
                <a:latin typeface="+mn-lt"/>
                <a:cs typeface="Segoe UI"/>
              </a:rPr>
              <a:t>Xorg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server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 -listen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tcp</a:t>
            </a:r>
            <a:r>
              <a:rPr lang="en-GB" sz="1200" spc="-20" noProof="0" dirty="0">
                <a:latin typeface="+mn-lt"/>
                <a:cs typeface="Segoe UI"/>
              </a:rPr>
              <a:t> option,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explicitly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enable </a:t>
            </a:r>
            <a:r>
              <a:rPr lang="en-GB" sz="1200" spc="-10" noProof="0" dirty="0">
                <a:latin typeface="+mn-lt"/>
                <a:cs typeface="Segoe UI"/>
              </a:rPr>
              <a:t>port 6000 </a:t>
            </a:r>
            <a:r>
              <a:rPr lang="en-GB" sz="1200" spc="-25" noProof="0" dirty="0">
                <a:latin typeface="+mn-lt"/>
                <a:cs typeface="Segoe UI"/>
              </a:rPr>
              <a:t>listening. </a:t>
            </a:r>
            <a:r>
              <a:rPr lang="en-GB" sz="1200" spc="-15" noProof="0" dirty="0">
                <a:latin typeface="+mn-lt"/>
                <a:cs typeface="Segoe UI"/>
              </a:rPr>
              <a:t>Your </a:t>
            </a:r>
            <a:r>
              <a:rPr lang="en-GB" sz="1200" spc="-20" noProof="0" dirty="0">
                <a:latin typeface="+mn-lt"/>
                <a:cs typeface="Segoe UI"/>
              </a:rPr>
              <a:t>distribution may </a:t>
            </a:r>
            <a:r>
              <a:rPr lang="en-GB" sz="1200" spc="-30" noProof="0" dirty="0">
                <a:latin typeface="+mn-lt"/>
                <a:cs typeface="Segoe UI"/>
              </a:rPr>
              <a:t>facilitate </a:t>
            </a:r>
            <a:r>
              <a:rPr lang="en-GB" sz="1200" spc="-20" noProof="0" dirty="0">
                <a:latin typeface="+mn-lt"/>
                <a:cs typeface="Segoe UI"/>
              </a:rPr>
              <a:t>this </a:t>
            </a:r>
            <a:r>
              <a:rPr lang="en-GB" sz="1200" spc="-5" noProof="0" dirty="0">
                <a:latin typeface="+mn-lt"/>
                <a:cs typeface="Segoe UI"/>
              </a:rPr>
              <a:t>by </a:t>
            </a:r>
            <a:r>
              <a:rPr lang="en-GB" sz="1200" spc="-25" noProof="0" dirty="0">
                <a:latin typeface="+mn-lt"/>
                <a:cs typeface="Segoe UI"/>
              </a:rPr>
              <a:t>allowing </a:t>
            </a:r>
            <a:r>
              <a:rPr lang="en-GB" sz="1200" spc="-20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-listen </a:t>
            </a:r>
            <a:r>
              <a:rPr lang="en-GB" sz="1200" spc="-20" noProof="0" dirty="0" err="1">
                <a:latin typeface="+mn-lt"/>
                <a:cs typeface="Segoe UI"/>
              </a:rPr>
              <a:t>tcp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 </a:t>
            </a:r>
            <a:r>
              <a:rPr lang="en-GB" sz="1200" spc="-20" noProof="0" dirty="0">
                <a:latin typeface="+mn-lt"/>
                <a:cs typeface="Segoe UI"/>
              </a:rPr>
              <a:t>parameter </a:t>
            </a:r>
            <a:r>
              <a:rPr lang="en-GB" sz="1200" spc="-15" noProof="0" dirty="0">
                <a:latin typeface="+mn-lt"/>
                <a:cs typeface="Segoe UI"/>
              </a:rPr>
              <a:t> used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run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time,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through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configuration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file.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</a:p>
          <a:p>
            <a:pPr marL="12700" marR="35560">
              <a:lnSpc>
                <a:spcPct val="100000"/>
              </a:lnSpc>
              <a:spcBef>
                <a:spcPts val="605"/>
              </a:spcBef>
            </a:pPr>
            <a:r>
              <a:rPr lang="en-GB" sz="1200" spc="-25" noProof="0" dirty="0">
                <a:latin typeface="+mn-lt"/>
                <a:cs typeface="Segoe UI"/>
              </a:rPr>
              <a:t>Finally,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run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tool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-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plus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list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machine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add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them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list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machines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allowed access,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10" noProof="0" dirty="0">
                <a:latin typeface="+mn-lt"/>
                <a:cs typeface="Segoe UI"/>
              </a:rPr>
              <a:t>use </a:t>
            </a:r>
            <a:r>
              <a:rPr lang="en-GB" sz="1200" spc="-20" noProof="0" dirty="0">
                <a:latin typeface="+mn-lt"/>
                <a:cs typeface="Segoe UI"/>
              </a:rPr>
              <a:t>minus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remove </a:t>
            </a:r>
            <a:r>
              <a:rPr lang="en-GB" sz="1200" spc="-15" noProof="0" dirty="0">
                <a:latin typeface="+mn-lt"/>
                <a:cs typeface="Segoe UI"/>
              </a:rPr>
              <a:t>them from the </a:t>
            </a:r>
            <a:r>
              <a:rPr lang="en-GB" sz="1200" spc="-20" noProof="0" dirty="0">
                <a:latin typeface="+mn-lt"/>
                <a:cs typeface="Segoe UI"/>
              </a:rPr>
              <a:t>list. </a:t>
            </a:r>
            <a:r>
              <a:rPr lang="en-GB" sz="1200" spc="-15" noProof="0" dirty="0">
                <a:latin typeface="+mn-lt"/>
                <a:cs typeface="Segoe UI"/>
              </a:rPr>
              <a:t>Use </a:t>
            </a:r>
            <a:r>
              <a:rPr lang="en-GB" sz="1200" spc="-20" noProof="0" dirty="0" err="1">
                <a:latin typeface="+mn-lt"/>
                <a:cs typeface="Segoe UI"/>
              </a:rPr>
              <a:t>xhost</a:t>
            </a:r>
            <a:r>
              <a:rPr lang="en-GB" sz="1200" spc="-20" noProof="0" dirty="0">
                <a:latin typeface="+mn-lt"/>
                <a:cs typeface="Segoe UI"/>
              </a:rPr>
              <a:t> with </a:t>
            </a:r>
            <a:r>
              <a:rPr lang="en-GB" sz="1200" spc="-10" noProof="0" dirty="0">
                <a:latin typeface="+mn-lt"/>
                <a:cs typeface="Segoe UI"/>
              </a:rPr>
              <a:t>no </a:t>
            </a:r>
            <a:r>
              <a:rPr lang="en-GB" sz="1200" spc="-20" noProof="0" dirty="0">
                <a:latin typeface="+mn-lt"/>
                <a:cs typeface="Segoe UI"/>
              </a:rPr>
              <a:t>arguments </a:t>
            </a:r>
            <a:r>
              <a:rPr lang="en-GB" sz="1200" spc="-15" noProof="0" dirty="0">
                <a:latin typeface="+mn-lt"/>
                <a:cs typeface="Segoe UI"/>
              </a:rPr>
              <a:t>to see the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current</a:t>
            </a:r>
            <a:r>
              <a:rPr lang="en-GB" sz="1200" spc="-9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settings.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488188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30" noProof="0" dirty="0">
                <a:latin typeface="+mn-lt"/>
                <a:cs typeface="Segoe UI"/>
              </a:rPr>
              <a:t>Di</a:t>
            </a:r>
            <a:r>
              <a:rPr lang="en-GB" sz="1200" spc="-20" noProof="0" dirty="0">
                <a:latin typeface="+mn-lt"/>
                <a:cs typeface="Segoe UI"/>
              </a:rPr>
              <a:t>sp</a:t>
            </a:r>
            <a:r>
              <a:rPr lang="en-GB" sz="1200" spc="-30" noProof="0" dirty="0">
                <a:latin typeface="+mn-lt"/>
                <a:cs typeface="Segoe UI"/>
              </a:rPr>
              <a:t>l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noProof="0" dirty="0">
                <a:latin typeface="+mn-lt"/>
                <a:cs typeface="Segoe UI"/>
              </a:rPr>
              <a:t>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spc="-25" noProof="0" dirty="0">
                <a:latin typeface="+mn-lt"/>
                <a:cs typeface="Segoe UI"/>
              </a:rPr>
              <a:t>me</a:t>
            </a:r>
            <a:r>
              <a:rPr lang="en-GB" sz="1200" noProof="0" dirty="0">
                <a:latin typeface="+mn-lt"/>
                <a:cs typeface="Segoe UI"/>
              </a:rPr>
              <a:t>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spc="-30" noProof="0" dirty="0">
                <a:latin typeface="+mn-lt"/>
                <a:cs typeface="Segoe UI"/>
              </a:rPr>
              <a:t>v</a:t>
            </a:r>
            <a:r>
              <a:rPr lang="en-GB" sz="1200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noProof="0" dirty="0">
                <a:latin typeface="+mn-lt"/>
                <a:cs typeface="Segoe UI"/>
              </a:rPr>
              <a:t>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s</a:t>
            </a:r>
            <a:r>
              <a:rPr lang="en-GB" sz="1200" noProof="0" dirty="0">
                <a:latin typeface="+mn-lt"/>
                <a:cs typeface="Segoe UI"/>
              </a:rPr>
              <a:t>: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GB" sz="1200" spc="-20" noProof="0" dirty="0">
                <a:latin typeface="+mn-lt"/>
                <a:cs typeface="Segoe UI"/>
              </a:rPr>
              <a:t>Firstly,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hostname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IP</a:t>
            </a:r>
            <a:r>
              <a:rPr lang="en-GB" sz="1200" spc="-20" noProof="0" dirty="0">
                <a:latin typeface="+mn-lt"/>
                <a:cs typeface="Segoe UI"/>
              </a:rPr>
              <a:t> address.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62560">
              <a:lnSpc>
                <a:spcPct val="100000"/>
              </a:lnSpc>
            </a:pPr>
            <a:r>
              <a:rPr lang="en-GB" sz="1200" spc="-15" noProof="0" dirty="0">
                <a:latin typeface="+mn-lt"/>
                <a:cs typeface="Segoe UI"/>
              </a:rPr>
              <a:t>Then the </a:t>
            </a:r>
            <a:r>
              <a:rPr lang="en-GB" sz="1200" spc="-20" noProof="0" dirty="0">
                <a:latin typeface="+mn-lt"/>
                <a:cs typeface="Segoe UI"/>
              </a:rPr>
              <a:t>display </a:t>
            </a:r>
            <a:r>
              <a:rPr lang="en-GB" sz="1200" spc="-15" noProof="0" dirty="0">
                <a:latin typeface="+mn-lt"/>
                <a:cs typeface="Segoe UI"/>
              </a:rPr>
              <a:t>number: </a:t>
            </a:r>
            <a:r>
              <a:rPr lang="en-GB" sz="1200" noProof="0" dirty="0">
                <a:latin typeface="+mn-lt"/>
                <a:cs typeface="Segoe UI"/>
              </a:rPr>
              <a:t>0 </a:t>
            </a:r>
            <a:r>
              <a:rPr lang="en-GB" sz="1200" spc="-20" noProof="0" dirty="0">
                <a:latin typeface="+mn-lt"/>
                <a:cs typeface="Segoe UI"/>
              </a:rPr>
              <a:t>unless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machine </a:t>
            </a:r>
            <a:r>
              <a:rPr lang="en-GB" sz="1200" spc="-15" noProof="0" dirty="0">
                <a:latin typeface="+mn-lt"/>
                <a:cs typeface="Segoe UI"/>
              </a:rPr>
              <a:t>has more </a:t>
            </a:r>
            <a:r>
              <a:rPr lang="en-GB" sz="1200" spc="-20" noProof="0" dirty="0">
                <a:latin typeface="+mn-lt"/>
                <a:cs typeface="Segoe UI"/>
              </a:rPr>
              <a:t>than </a:t>
            </a:r>
            <a:r>
              <a:rPr lang="en-GB" sz="1200" spc="-10" noProof="0" dirty="0">
                <a:latin typeface="+mn-lt"/>
                <a:cs typeface="Segoe UI"/>
              </a:rPr>
              <a:t>one </a:t>
            </a:r>
            <a:r>
              <a:rPr lang="en-GB" sz="1200" spc="-20" noProof="0" dirty="0">
                <a:latin typeface="+mn-lt"/>
                <a:cs typeface="Segoe UI"/>
              </a:rPr>
              <a:t>display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/keyboard </a:t>
            </a:r>
            <a:r>
              <a:rPr lang="en-GB" sz="1200" spc="-25" noProof="0" dirty="0">
                <a:latin typeface="+mn-lt"/>
                <a:cs typeface="Segoe UI"/>
              </a:rPr>
              <a:t>combination. 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Finally,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 </a:t>
            </a:r>
            <a:r>
              <a:rPr lang="en-GB" sz="1200" spc="-15" noProof="0" dirty="0">
                <a:latin typeface="+mn-lt"/>
                <a:cs typeface="Segoe UI"/>
              </a:rPr>
              <a:t>number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(optional),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machines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where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keyboard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controls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more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noProof="0" dirty="0">
                <a:latin typeface="+mn-lt"/>
                <a:cs typeface="Segoe UI"/>
              </a:rPr>
              <a:t>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xa</a:t>
            </a:r>
            <a:r>
              <a:rPr lang="en-GB" sz="1200" spc="-25" noProof="0" dirty="0">
                <a:latin typeface="+mn-lt"/>
                <a:cs typeface="Segoe UI"/>
              </a:rPr>
              <a:t>m</a:t>
            </a:r>
            <a:r>
              <a:rPr lang="en-GB" sz="1200" spc="-20" noProof="0" dirty="0">
                <a:latin typeface="+mn-lt"/>
                <a:cs typeface="Segoe UI"/>
              </a:rPr>
              <a:t>p</a:t>
            </a:r>
            <a:r>
              <a:rPr lang="en-GB" sz="1200" spc="-30" noProof="0" dirty="0">
                <a:latin typeface="+mn-lt"/>
                <a:cs typeface="Segoe UI"/>
              </a:rPr>
              <a:t>l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noProof="0" dirty="0">
                <a:latin typeface="+mn-lt"/>
                <a:cs typeface="Segoe UI"/>
              </a:rPr>
              <a:t>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spc="-20" noProof="0" dirty="0">
                <a:latin typeface="+mn-lt"/>
                <a:cs typeface="Segoe UI"/>
              </a:rPr>
              <a:t>bo</a:t>
            </a:r>
            <a:r>
              <a:rPr lang="en-GB" sz="1200" spc="-30" noProof="0" dirty="0">
                <a:latin typeface="+mn-lt"/>
                <a:cs typeface="Segoe UI"/>
              </a:rPr>
              <a:t>v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noProof="0" dirty="0">
                <a:latin typeface="+mn-lt"/>
                <a:cs typeface="Segoe UI"/>
              </a:rPr>
              <a:t>:</a:t>
            </a:r>
          </a:p>
          <a:p>
            <a:pPr marL="240665" indent="-228600">
              <a:lnSpc>
                <a:spcPct val="100000"/>
              </a:lnSpc>
              <a:spcBef>
                <a:spcPts val="290"/>
              </a:spcBef>
              <a:buFont typeface="+mj-lt"/>
              <a:buAutoNum type="arabicPeriod"/>
              <a:tabLst>
                <a:tab pos="180975" algn="l"/>
              </a:tabLst>
            </a:pPr>
            <a:r>
              <a:rPr lang="en-GB" sz="1200" noProof="0" dirty="0">
                <a:latin typeface="+mn-lt"/>
                <a:cs typeface="Segoe UI"/>
              </a:rPr>
              <a:t>-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run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 err="1">
                <a:latin typeface="+mn-lt"/>
                <a:cs typeface="Segoe UI"/>
              </a:rPr>
              <a:t>xclock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local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(this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default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behaviour)</a:t>
            </a:r>
            <a:endParaRPr lang="en-GB" sz="1200" noProof="0" dirty="0">
              <a:latin typeface="+mn-lt"/>
              <a:cs typeface="Segoe UI"/>
            </a:endParaRPr>
          </a:p>
          <a:p>
            <a:pPr marL="240665" indent="-228600">
              <a:lnSpc>
                <a:spcPct val="100000"/>
              </a:lnSpc>
              <a:buFont typeface="+mj-lt"/>
              <a:buAutoNum type="arabicPeriod"/>
              <a:tabLst>
                <a:tab pos="180975" algn="l"/>
              </a:tabLst>
            </a:pPr>
            <a:r>
              <a:rPr lang="en-GB" sz="1200" noProof="0" dirty="0">
                <a:latin typeface="+mn-lt"/>
                <a:cs typeface="Segoe UI"/>
              </a:rPr>
              <a:t>-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run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 err="1">
                <a:latin typeface="+mn-lt"/>
                <a:cs typeface="Segoe UI"/>
              </a:rPr>
              <a:t>xclock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main screen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m2;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display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definition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applies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only</a:t>
            </a:r>
            <a:endParaRPr lang="en-GB" sz="1200" noProof="0" dirty="0">
              <a:latin typeface="+mn-lt"/>
              <a:cs typeface="Segoe UI"/>
            </a:endParaRPr>
          </a:p>
          <a:p>
            <a:pPr marL="240665" indent="-228600">
              <a:lnSpc>
                <a:spcPct val="100000"/>
              </a:lnSpc>
              <a:buFont typeface="+mj-lt"/>
              <a:buAutoNum type="arabicPeriod"/>
              <a:tabLst>
                <a:tab pos="180975" algn="l"/>
              </a:tabLst>
            </a:pPr>
            <a:r>
              <a:rPr lang="en-GB" sz="1200" noProof="0" dirty="0">
                <a:latin typeface="+mn-lt"/>
                <a:cs typeface="Segoe UI"/>
              </a:rPr>
              <a:t>-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run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 err="1">
                <a:latin typeface="+mn-lt"/>
                <a:cs typeface="Segoe UI"/>
              </a:rPr>
              <a:t>xclock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main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m3;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DISPLAY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definition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applies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X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commands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x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c</a:t>
            </a:r>
            <a:r>
              <a:rPr lang="en-GB" sz="1200" spc="-20" noProof="0" dirty="0">
                <a:latin typeface="+mn-lt"/>
                <a:cs typeface="Segoe UI"/>
              </a:rPr>
              <a:t>u</a:t>
            </a: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noProof="0" dirty="0">
                <a:latin typeface="+mn-lt"/>
                <a:cs typeface="Segoe UI"/>
              </a:rPr>
              <a:t>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subs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45" noProof="0" dirty="0">
                <a:latin typeface="+mn-lt"/>
                <a:cs typeface="Segoe UI"/>
              </a:rPr>
              <a:t>q</a:t>
            </a:r>
            <a:r>
              <a:rPr lang="en-GB" sz="1200" spc="-20" noProof="0" dirty="0">
                <a:latin typeface="+mn-lt"/>
                <a:cs typeface="Segoe UI"/>
              </a:rPr>
              <a:t>u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20" noProof="0" dirty="0">
                <a:latin typeface="+mn-lt"/>
                <a:cs typeface="Segoe UI"/>
              </a:rPr>
              <a:t>n</a:t>
            </a:r>
            <a:r>
              <a:rPr lang="en-GB" sz="1200" spc="-30" noProof="0" dirty="0">
                <a:latin typeface="+mn-lt"/>
                <a:cs typeface="Segoe UI"/>
              </a:rPr>
              <a:t>tl</a:t>
            </a:r>
            <a:r>
              <a:rPr lang="en-GB" sz="1200" noProof="0" dirty="0">
                <a:latin typeface="+mn-lt"/>
                <a:cs typeface="Segoe UI"/>
              </a:rPr>
              <a:t>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noProof="0" dirty="0">
                <a:latin typeface="+mn-lt"/>
                <a:cs typeface="Segoe UI"/>
              </a:rPr>
              <a:t>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noProof="0" dirty="0">
                <a:latin typeface="+mn-lt"/>
                <a:cs typeface="Segoe UI"/>
              </a:rPr>
              <a:t>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45" noProof="0" dirty="0">
                <a:latin typeface="+mn-lt"/>
                <a:cs typeface="Segoe UI"/>
              </a:rPr>
              <a:t>s</a:t>
            </a:r>
            <a:r>
              <a:rPr lang="en-GB" sz="1200" spc="-20" noProof="0" dirty="0">
                <a:latin typeface="+mn-lt"/>
                <a:cs typeface="Segoe UI"/>
              </a:rPr>
              <a:t>s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spc="-20" noProof="0" dirty="0">
                <a:latin typeface="+mn-lt"/>
                <a:cs typeface="Segoe UI"/>
              </a:rPr>
              <a:t>o</a:t>
            </a:r>
            <a:r>
              <a:rPr lang="en-GB" sz="1200" spc="-45" noProof="0" dirty="0">
                <a:latin typeface="+mn-lt"/>
                <a:cs typeface="Segoe UI"/>
              </a:rPr>
              <a:t>n</a:t>
            </a:r>
            <a:r>
              <a:rPr lang="en-GB" sz="1200" noProof="0" dirty="0">
                <a:latin typeface="+mn-lt"/>
                <a:cs typeface="Segoe UI"/>
              </a:rPr>
              <a:t>).</a:t>
            </a:r>
          </a:p>
          <a:p>
            <a:pPr marL="12700" marR="5080">
              <a:lnSpc>
                <a:spcPct val="100000"/>
              </a:lnSpc>
              <a:spcBef>
                <a:spcPts val="310"/>
              </a:spcBef>
            </a:pPr>
            <a:r>
              <a:rPr lang="en-GB" sz="1200" spc="-10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permanently display </a:t>
            </a:r>
            <a:r>
              <a:rPr lang="en-GB" sz="1200" spc="-15" noProof="0" dirty="0">
                <a:latin typeface="+mn-lt"/>
                <a:cs typeface="Segoe UI"/>
              </a:rPr>
              <a:t>your </a:t>
            </a:r>
            <a:r>
              <a:rPr lang="en-GB" sz="1200" noProof="0" dirty="0">
                <a:latin typeface="+mn-lt"/>
                <a:cs typeface="Segoe UI"/>
              </a:rPr>
              <a:t>X </a:t>
            </a:r>
            <a:r>
              <a:rPr lang="en-GB" sz="1200" spc="-25" noProof="0" dirty="0">
                <a:latin typeface="+mn-lt"/>
                <a:cs typeface="Segoe UI"/>
              </a:rPr>
              <a:t>applications </a:t>
            </a:r>
            <a:r>
              <a:rPr lang="en-GB" sz="1200" spc="-10" noProof="0" dirty="0">
                <a:latin typeface="+mn-lt"/>
                <a:cs typeface="Segoe UI"/>
              </a:rPr>
              <a:t>on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remote </a:t>
            </a:r>
            <a:r>
              <a:rPr lang="en-GB" sz="1200" spc="-15" noProof="0" dirty="0">
                <a:latin typeface="+mn-lt"/>
                <a:cs typeface="Segoe UI"/>
              </a:rPr>
              <a:t>host, you </a:t>
            </a:r>
            <a:r>
              <a:rPr lang="en-GB" sz="1200" spc="-20" noProof="0" dirty="0">
                <a:latin typeface="+mn-lt"/>
                <a:cs typeface="Segoe UI"/>
              </a:rPr>
              <a:t>may </a:t>
            </a:r>
            <a:r>
              <a:rPr lang="en-GB" sz="1200" spc="-15" noProof="0" dirty="0">
                <a:latin typeface="+mn-lt"/>
                <a:cs typeface="Segoe UI"/>
              </a:rPr>
              <a:t>set (and </a:t>
            </a:r>
            <a:r>
              <a:rPr lang="en-GB" sz="1200" spc="-20" noProof="0" dirty="0">
                <a:latin typeface="+mn-lt"/>
                <a:cs typeface="Segoe UI"/>
              </a:rPr>
              <a:t>export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DISPLAY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its value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pointing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X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server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use.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Place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definition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your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start-up file (~/.</a:t>
            </a:r>
            <a:r>
              <a:rPr lang="en-GB" sz="1200" spc="-20" noProof="0" dirty="0" err="1">
                <a:latin typeface="+mn-lt"/>
                <a:cs typeface="Segoe UI"/>
              </a:rPr>
              <a:t>bash_profile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 </a:t>
            </a:r>
            <a:r>
              <a:rPr lang="en-GB" sz="1200" spc="-20" noProof="0" dirty="0">
                <a:latin typeface="+mn-lt"/>
                <a:cs typeface="Segoe UI"/>
              </a:rPr>
              <a:t>~/.</a:t>
            </a:r>
            <a:r>
              <a:rPr lang="en-GB" sz="1200" spc="-20" noProof="0" dirty="0" err="1">
                <a:latin typeface="+mn-lt"/>
                <a:cs typeface="Segoe UI"/>
              </a:rPr>
              <a:t>basrhrc</a:t>
            </a:r>
            <a:r>
              <a:rPr lang="en-GB" sz="1200" spc="-20" noProof="0" dirty="0">
                <a:latin typeface="+mn-lt"/>
                <a:cs typeface="Segoe UI"/>
              </a:rPr>
              <a:t>), </a:t>
            </a:r>
            <a:r>
              <a:rPr lang="en-GB" sz="1200" spc="-15" noProof="0" dirty="0">
                <a:latin typeface="+mn-lt"/>
                <a:cs typeface="Segoe UI"/>
              </a:rPr>
              <a:t>for your own use, </a:t>
            </a:r>
            <a:r>
              <a:rPr lang="en-GB" sz="1200" spc="-10" noProof="0" dirty="0">
                <a:latin typeface="+mn-lt"/>
                <a:cs typeface="Segoe UI"/>
              </a:rPr>
              <a:t>or </a:t>
            </a:r>
            <a:r>
              <a:rPr lang="en-GB" sz="1200" spc="-15" noProof="0" dirty="0">
                <a:latin typeface="+mn-lt"/>
                <a:cs typeface="Segoe UI"/>
              </a:rPr>
              <a:t>in the </a:t>
            </a:r>
            <a:r>
              <a:rPr lang="en-GB" sz="1200" spc="-25" noProof="0" dirty="0">
                <a:latin typeface="+mn-lt"/>
                <a:cs typeface="Segoe UI"/>
              </a:rPr>
              <a:t>/etc/profile </a:t>
            </a:r>
            <a:r>
              <a:rPr lang="en-GB" sz="1200" noProof="0" dirty="0">
                <a:latin typeface="+mn-lt"/>
                <a:cs typeface="Segoe UI"/>
              </a:rPr>
              <a:t>-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0" noProof="0" dirty="0">
                <a:latin typeface="+mn-lt"/>
                <a:cs typeface="Segoe UI"/>
              </a:rPr>
              <a:t>applied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every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user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machine.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sz="1200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6719938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0" noProof="0" dirty="0" err="1">
                <a:latin typeface="+mn-lt"/>
                <a:cs typeface="Segoe UI"/>
              </a:rPr>
              <a:t>ssh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0" noProof="0" dirty="0">
                <a:latin typeface="+mn-lt"/>
                <a:cs typeface="Segoe UI"/>
              </a:rPr>
              <a:t> better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known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secure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replacement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other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remote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login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programs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(such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 </a:t>
            </a:r>
            <a:r>
              <a:rPr lang="en-GB" sz="1200" spc="-35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e</a:t>
            </a:r>
            <a:r>
              <a:rPr lang="en-GB" sz="1200" spc="-30" noProof="0" dirty="0">
                <a:latin typeface="+mn-lt"/>
                <a:cs typeface="Segoe UI"/>
              </a:rPr>
              <a:t>l</a:t>
            </a:r>
            <a:r>
              <a:rPr lang="en-GB" sz="1200" spc="-20" noProof="0" dirty="0">
                <a:latin typeface="+mn-lt"/>
                <a:cs typeface="Segoe UI"/>
              </a:rPr>
              <a:t>ne</a:t>
            </a:r>
            <a:r>
              <a:rPr lang="en-GB" sz="1200" spc="-35" noProof="0" dirty="0">
                <a:latin typeface="+mn-lt"/>
                <a:cs typeface="Segoe UI"/>
              </a:rPr>
              <a:t>t</a:t>
            </a:r>
            <a:r>
              <a:rPr lang="en-GB" sz="1200" noProof="0" dirty="0">
                <a:latin typeface="+mn-lt"/>
                <a:cs typeface="Segoe UI"/>
              </a:rPr>
              <a:t>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</a:t>
            </a:r>
            <a:r>
              <a:rPr lang="en-GB" sz="1200" noProof="0" dirty="0">
                <a:latin typeface="+mn-lt"/>
                <a:cs typeface="Segoe UI"/>
              </a:rPr>
              <a:t>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30" noProof="0" dirty="0">
                <a:latin typeface="+mn-lt"/>
                <a:cs typeface="Segoe UI"/>
              </a:rPr>
              <a:t>l</a:t>
            </a:r>
            <a:r>
              <a:rPr lang="en-GB" sz="1200" spc="-15" noProof="0" dirty="0">
                <a:latin typeface="+mn-lt"/>
                <a:cs typeface="Segoe UI"/>
              </a:rPr>
              <a:t>og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spc="-20" noProof="0" dirty="0">
                <a:latin typeface="+mn-lt"/>
                <a:cs typeface="Segoe UI"/>
              </a:rPr>
              <a:t>n)</a:t>
            </a:r>
            <a:r>
              <a:rPr lang="en-GB" sz="1200" noProof="0" dirty="0">
                <a:latin typeface="+mn-lt"/>
                <a:cs typeface="Segoe UI"/>
              </a:rPr>
              <a:t>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same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 err="1">
                <a:latin typeface="+mn-lt"/>
                <a:cs typeface="Segoe UI"/>
              </a:rPr>
              <a:t>ssh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also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purpose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forwarding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X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programs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over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-X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option).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 </a:t>
            </a:r>
            <a:r>
              <a:rPr lang="en-GB" sz="1200" spc="-25" noProof="0" dirty="0">
                <a:latin typeface="+mn-lt"/>
                <a:cs typeface="Segoe UI"/>
              </a:rPr>
              <a:t>allows </a:t>
            </a:r>
            <a:r>
              <a:rPr lang="en-GB" sz="1200" spc="-15" noProof="0" dirty="0">
                <a:latin typeface="+mn-lt"/>
                <a:cs typeface="Segoe UI"/>
              </a:rPr>
              <a:t>any </a:t>
            </a:r>
            <a:r>
              <a:rPr lang="en-GB" sz="1200" noProof="0" dirty="0">
                <a:latin typeface="+mn-lt"/>
                <a:cs typeface="Segoe UI"/>
              </a:rPr>
              <a:t>X </a:t>
            </a:r>
            <a:r>
              <a:rPr lang="en-GB" sz="1200" spc="-15" noProof="0" dirty="0">
                <a:latin typeface="+mn-lt"/>
                <a:cs typeface="Segoe UI"/>
              </a:rPr>
              <a:t>program to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5" noProof="0" dirty="0">
                <a:latin typeface="+mn-lt"/>
                <a:cs typeface="Segoe UI"/>
              </a:rPr>
              <a:t>displayed </a:t>
            </a:r>
            <a:r>
              <a:rPr lang="en-GB" sz="1200" spc="-10" noProof="0" dirty="0">
                <a:latin typeface="+mn-lt"/>
                <a:cs typeface="Segoe UI"/>
              </a:rPr>
              <a:t>on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remote </a:t>
            </a:r>
            <a:r>
              <a:rPr lang="en-GB" sz="1200" spc="-15" noProof="0" dirty="0">
                <a:latin typeface="+mn-lt"/>
                <a:cs typeface="Segoe UI"/>
              </a:rPr>
              <a:t>host </a:t>
            </a:r>
            <a:r>
              <a:rPr lang="en-GB" sz="1200" spc="-20" noProof="0" dirty="0">
                <a:latin typeface="+mn-lt"/>
                <a:cs typeface="Segoe UI"/>
              </a:rPr>
              <a:t>securely, </a:t>
            </a:r>
            <a:r>
              <a:rPr lang="en-GB" sz="1200" spc="-15" noProof="0" dirty="0">
                <a:latin typeface="+mn-lt"/>
                <a:cs typeface="Segoe UI"/>
              </a:rPr>
              <a:t>as </a:t>
            </a:r>
            <a:r>
              <a:rPr lang="en-GB" sz="1200" spc="-10" noProof="0" dirty="0" err="1">
                <a:latin typeface="+mn-lt"/>
                <a:cs typeface="Segoe UI"/>
              </a:rPr>
              <a:t>ssh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 </a:t>
            </a:r>
            <a:r>
              <a:rPr lang="en-GB" sz="1200" spc="-20" noProof="0" dirty="0">
                <a:latin typeface="+mn-lt"/>
                <a:cs typeface="Segoe UI"/>
              </a:rPr>
              <a:t>encrypt all data </a:t>
            </a:r>
            <a:r>
              <a:rPr lang="en-GB" sz="1200" spc="-15" noProof="0" dirty="0">
                <a:latin typeface="+mn-lt"/>
                <a:cs typeface="Segoe UI"/>
              </a:rPr>
              <a:t>being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forwarded.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59690" algn="just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example </a:t>
            </a:r>
            <a:r>
              <a:rPr lang="en-GB" sz="1200" spc="-20" noProof="0" dirty="0">
                <a:latin typeface="+mn-lt"/>
                <a:cs typeface="Segoe UI"/>
              </a:rPr>
              <a:t>above,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gnome-system-monitor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remote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host,</a:t>
            </a:r>
            <a:r>
              <a:rPr lang="en-GB" sz="1200" spc="-55" noProof="0" dirty="0">
                <a:latin typeface="+mn-lt"/>
                <a:cs typeface="Segoe UI"/>
              </a:rPr>
              <a:t>  but i</a:t>
            </a:r>
            <a:r>
              <a:rPr lang="en-GB" sz="1200" spc="-15" noProof="0" dirty="0">
                <a:latin typeface="+mn-lt"/>
                <a:cs typeface="Segoe UI"/>
              </a:rPr>
              <a:t>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displayed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the local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5437114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31735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lang="en-GB" sz="1200" spc="-25" noProof="0" dirty="0">
                <a:latin typeface="+mn-lt"/>
                <a:cs typeface="Segoe UI"/>
              </a:rPr>
              <a:t>Application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designers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prepare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programs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certain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pre-defined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look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>
                <a:latin typeface="+mn-lt"/>
                <a:cs typeface="Segoe UI"/>
              </a:rPr>
              <a:t>feel.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number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those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settings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however,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modified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suit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your</a:t>
            </a:r>
            <a:r>
              <a:rPr lang="en-GB" sz="1200" spc="-20" noProof="0" dirty="0">
                <a:latin typeface="+mn-lt"/>
                <a:cs typeface="Segoe UI"/>
              </a:rPr>
              <a:t> requirement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taste.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These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settings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referred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resources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0" noProof="0" dirty="0">
                <a:latin typeface="+mn-lt"/>
                <a:cs typeface="Segoe UI"/>
              </a:rPr>
              <a:t> include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most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window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drawing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attributes.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sz="1200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2068270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X</a:t>
            </a:r>
            <a:r>
              <a:rPr lang="en-GB" sz="1200" spc="-20" noProof="0" dirty="0">
                <a:latin typeface="+mn-lt"/>
                <a:cs typeface="Segoe UI"/>
              </a:rPr>
              <a:t> server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pick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resources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pre-defined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locations. </a:t>
            </a:r>
            <a:r>
              <a:rPr lang="en-GB" sz="1200" spc="-15" noProof="0" dirty="0">
                <a:latin typeface="+mn-lt"/>
                <a:cs typeface="Segoe UI"/>
              </a:rPr>
              <a:t>These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Xdefaults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Xresources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GB" sz="1200" spc="-30" noProof="0" dirty="0">
                <a:latin typeface="+mn-lt"/>
                <a:cs typeface="Segoe UI"/>
              </a:rPr>
              <a:t>fil</a:t>
            </a:r>
            <a:r>
              <a:rPr lang="en-GB" sz="1200" spc="-25" noProof="0" dirty="0">
                <a:latin typeface="+mn-lt"/>
                <a:cs typeface="Segoe UI"/>
              </a:rPr>
              <a:t>es</a:t>
            </a:r>
            <a:r>
              <a:rPr lang="en-GB" sz="1200" noProof="0" dirty="0">
                <a:latin typeface="+mn-lt"/>
                <a:cs typeface="Segoe UI"/>
              </a:rPr>
              <a:t>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</a:t>
            </a:r>
            <a:r>
              <a:rPr lang="en-GB" sz="1200" spc="-35" noProof="0" dirty="0">
                <a:latin typeface="+mn-lt"/>
                <a:cs typeface="Segoe UI"/>
              </a:rPr>
              <a:t>t</a:t>
            </a:r>
            <a:r>
              <a:rPr lang="en-GB" sz="1200" spc="-15" noProof="0" dirty="0">
                <a:latin typeface="+mn-lt"/>
                <a:cs typeface="Segoe UI"/>
              </a:rPr>
              <a:t>or</a:t>
            </a:r>
            <a:r>
              <a:rPr lang="en-GB" sz="1200" spc="-20" noProof="0" dirty="0">
                <a:latin typeface="+mn-lt"/>
                <a:cs typeface="Segoe UI"/>
              </a:rPr>
              <a:t>e</a:t>
            </a:r>
            <a:r>
              <a:rPr lang="en-GB" sz="1200" spc="5" noProof="0" dirty="0">
                <a:latin typeface="+mn-lt"/>
                <a:cs typeface="Segoe UI"/>
              </a:rPr>
              <a:t>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un</a:t>
            </a:r>
            <a:r>
              <a:rPr lang="en-GB" sz="1200" spc="-15" noProof="0" dirty="0">
                <a:latin typeface="+mn-lt"/>
                <a:cs typeface="Segoe UI"/>
              </a:rPr>
              <a:t>d</a:t>
            </a:r>
            <a:r>
              <a:rPr lang="en-GB" sz="1200" spc="-20" noProof="0" dirty="0">
                <a:latin typeface="+mn-lt"/>
                <a:cs typeface="Segoe UI"/>
              </a:rPr>
              <a:t>e</a:t>
            </a:r>
            <a:r>
              <a:rPr lang="en-GB" sz="1200" noProof="0" dirty="0">
                <a:latin typeface="+mn-lt"/>
                <a:cs typeface="Segoe UI"/>
              </a:rPr>
              <a:t>r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35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spc="5" noProof="0" dirty="0">
                <a:latin typeface="+mn-lt"/>
                <a:cs typeface="Segoe UI"/>
              </a:rPr>
              <a:t>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35" noProof="0" dirty="0">
                <a:latin typeface="+mn-lt"/>
                <a:cs typeface="Segoe UI"/>
              </a:rPr>
              <a:t>/</a:t>
            </a:r>
            <a:r>
              <a:rPr lang="en-GB" sz="1200" spc="-20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tc/</a:t>
            </a:r>
            <a:r>
              <a:rPr lang="en-GB" sz="1200" spc="-20" noProof="0" dirty="0">
                <a:latin typeface="+mn-lt"/>
                <a:cs typeface="Segoe UI"/>
              </a:rPr>
              <a:t>X</a:t>
            </a:r>
            <a:r>
              <a:rPr lang="en-GB" sz="1200" spc="-15" noProof="0" dirty="0">
                <a:latin typeface="+mn-lt"/>
                <a:cs typeface="Segoe UI"/>
              </a:rPr>
              <a:t>1</a:t>
            </a:r>
            <a:r>
              <a:rPr lang="en-GB" sz="1200" spc="5" noProof="0" dirty="0">
                <a:latin typeface="+mn-lt"/>
                <a:cs typeface="Segoe UI"/>
              </a:rPr>
              <a:t>1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20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ct</a:t>
            </a:r>
            <a:r>
              <a:rPr lang="en-GB" sz="1200" spc="-15" noProof="0" dirty="0">
                <a:latin typeface="+mn-lt"/>
                <a:cs typeface="Segoe UI"/>
              </a:rPr>
              <a:t>or</a:t>
            </a:r>
            <a:r>
              <a:rPr lang="en-GB" sz="1200" spc="-30" noProof="0" dirty="0">
                <a:latin typeface="+mn-lt"/>
                <a:cs typeface="Segoe UI"/>
              </a:rPr>
              <a:t>y</a:t>
            </a:r>
            <a:r>
              <a:rPr lang="en-GB" sz="1200" noProof="0" dirty="0">
                <a:latin typeface="+mn-lt"/>
                <a:cs typeface="Segoe UI"/>
              </a:rPr>
              <a:t>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Users,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so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choose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may </a:t>
            </a:r>
            <a:r>
              <a:rPr lang="en-GB" sz="1200" spc="-15" noProof="0" dirty="0">
                <a:latin typeface="+mn-lt"/>
                <a:cs typeface="Segoe UI"/>
              </a:rPr>
              <a:t>add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(or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modify)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defaults,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creating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equivalent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'dot'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files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their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home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directory.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40322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Using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 err="1">
                <a:latin typeface="+mn-lt"/>
                <a:cs typeface="Segoe UI"/>
              </a:rPr>
              <a:t>xrdb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-merge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applied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add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customised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resources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global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database.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Properties</a:t>
            </a:r>
            <a:r>
              <a:rPr lang="en-GB" sz="1200" spc="-10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added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existing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ones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5" noProof="0" dirty="0">
                <a:latin typeface="+mn-lt"/>
                <a:cs typeface="Segoe UI"/>
              </a:rPr>
              <a:t> lexicographically</a:t>
            </a:r>
            <a:r>
              <a:rPr lang="en-GB" sz="1200" spc="-20" noProof="0" dirty="0">
                <a:latin typeface="+mn-lt"/>
                <a:cs typeface="Segoe UI"/>
              </a:rPr>
              <a:t> sorted.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24384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 err="1">
                <a:latin typeface="+mn-lt"/>
                <a:cs typeface="Segoe UI"/>
              </a:rPr>
              <a:t>xrdb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(X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server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resource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database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utility) </a:t>
            </a:r>
            <a:r>
              <a:rPr lang="en-GB" sz="1200" spc="-20" noProof="0" dirty="0">
                <a:latin typeface="+mn-lt"/>
                <a:cs typeface="Segoe UI"/>
              </a:rPr>
              <a:t>command 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both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viewing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currently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resources,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rebuild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database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after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changes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(or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20" noProof="0" dirty="0">
                <a:latin typeface="+mn-lt"/>
                <a:cs typeface="Segoe UI"/>
              </a:rPr>
              <a:t> want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add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additional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resource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file).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4030581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4081599"/>
          </a:xfrm>
        </p:spPr>
        <p:txBody>
          <a:bodyPr/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There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literally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thousands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fonts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available</a:t>
            </a:r>
            <a:r>
              <a:rPr lang="en-GB" sz="1200" spc="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Linux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programmers.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Unfortunately,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there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guarantee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fonts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developers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chose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available</a:t>
            </a:r>
            <a:r>
              <a:rPr lang="en-GB" sz="1200" spc="-5" noProof="0" dirty="0">
                <a:latin typeface="+mn-lt"/>
                <a:cs typeface="Segoe UI"/>
              </a:rPr>
              <a:t> on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your </a:t>
            </a:r>
            <a:r>
              <a:rPr lang="en-GB" sz="1200" spc="-25" noProof="0" dirty="0">
                <a:latin typeface="+mn-lt"/>
                <a:cs typeface="Segoe UI"/>
              </a:rPr>
              <a:t>system.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 err="1">
                <a:latin typeface="+mn-lt"/>
                <a:cs typeface="Segoe UI"/>
              </a:rPr>
              <a:t>xlsfonts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allows </a:t>
            </a:r>
            <a:r>
              <a:rPr lang="en-GB" sz="1200" spc="-15" noProof="0" dirty="0">
                <a:latin typeface="+mn-lt"/>
                <a:cs typeface="Segoe UI"/>
              </a:rPr>
              <a:t>you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check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installed </a:t>
            </a:r>
            <a:r>
              <a:rPr lang="en-GB" sz="1200" spc="-20" noProof="0" dirty="0">
                <a:latin typeface="+mn-lt"/>
                <a:cs typeface="Segoe UI"/>
              </a:rPr>
              <a:t>fonts. </a:t>
            </a:r>
            <a:r>
              <a:rPr lang="en-GB" sz="1200" spc="-15" noProof="0" dirty="0">
                <a:latin typeface="+mn-lt"/>
                <a:cs typeface="Segoe UI"/>
              </a:rPr>
              <a:t>If you are </a:t>
            </a:r>
            <a:r>
              <a:rPr lang="en-GB" sz="1200" spc="-20" noProof="0" dirty="0">
                <a:latin typeface="+mn-lt"/>
                <a:cs typeface="Segoe UI"/>
              </a:rPr>
              <a:t>trying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confirm </a:t>
            </a:r>
            <a:r>
              <a:rPr lang="en-GB" sz="1200" spc="-15" noProof="0" dirty="0">
                <a:latin typeface="+mn-lt"/>
                <a:cs typeface="Segoe UI"/>
              </a:rPr>
              <a:t>if any </a:t>
            </a:r>
            <a:r>
              <a:rPr lang="en-GB" sz="1200" spc="-25" noProof="0" dirty="0">
                <a:latin typeface="+mn-lt"/>
                <a:cs typeface="Segoe UI"/>
              </a:rPr>
              <a:t>particular </a:t>
            </a:r>
            <a:r>
              <a:rPr lang="en-GB" sz="1200" spc="-15" noProof="0" dirty="0">
                <a:latin typeface="+mn-lt"/>
                <a:cs typeface="Segoe UI"/>
              </a:rPr>
              <a:t>font </a:t>
            </a:r>
            <a:r>
              <a:rPr lang="en-GB" sz="1200" spc="-20" noProof="0" dirty="0">
                <a:latin typeface="+mn-lt"/>
                <a:cs typeface="Segoe UI"/>
              </a:rPr>
              <a:t>exists, </a:t>
            </a:r>
            <a:r>
              <a:rPr lang="en-GB" sz="1200" spc="-15" noProof="0" dirty="0">
                <a:latin typeface="+mn-lt"/>
                <a:cs typeface="Segoe UI"/>
              </a:rPr>
              <a:t>you </a:t>
            </a:r>
            <a:r>
              <a:rPr lang="en-GB" sz="1200" spc="-20" noProof="0" dirty="0">
                <a:latin typeface="+mn-lt"/>
                <a:cs typeface="Segoe UI"/>
              </a:rPr>
              <a:t>could </a:t>
            </a:r>
            <a:r>
              <a:rPr lang="en-GB" sz="1200" spc="-15" noProof="0" dirty="0">
                <a:latin typeface="+mn-lt"/>
                <a:cs typeface="Segoe UI"/>
              </a:rPr>
              <a:t>pipe the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output</a:t>
            </a:r>
            <a:r>
              <a:rPr lang="en-GB" sz="1200" spc="-9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xlsfonts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grep:</a:t>
            </a:r>
            <a:endParaRPr lang="en-GB" sz="1200" noProof="0" dirty="0">
              <a:latin typeface="+mn-lt"/>
              <a:cs typeface="Segoe UI"/>
            </a:endParaRPr>
          </a:p>
          <a:p>
            <a:pPr marL="287020">
              <a:lnSpc>
                <a:spcPct val="100000"/>
              </a:lnSpc>
              <a:spcBef>
                <a:spcPts val="605"/>
              </a:spcBef>
            </a:pPr>
            <a:r>
              <a:rPr lang="en-GB" sz="11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z="1100" spc="-7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100" spc="-35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</a:t>
            </a:r>
            <a:r>
              <a:rPr lang="en-GB" sz="1100" spc="-3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</a:t>
            </a:r>
            <a:r>
              <a:rPr lang="en-GB" sz="1100" spc="-2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</a:t>
            </a:r>
            <a:r>
              <a:rPr lang="en-GB" sz="1100" spc="-3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</a:t>
            </a:r>
            <a:r>
              <a:rPr lang="en-GB" sz="1100" spc="-2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on</a:t>
            </a:r>
            <a:r>
              <a:rPr lang="en-GB" sz="1100" spc="-3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</a:t>
            </a:r>
            <a:r>
              <a:rPr lang="en-GB" sz="11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</a:t>
            </a:r>
            <a:r>
              <a:rPr lang="en-GB" sz="1100" spc="-3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1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|</a:t>
            </a:r>
            <a:r>
              <a:rPr lang="en-GB" sz="1100" spc="-6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100" spc="-2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</a:t>
            </a:r>
            <a:r>
              <a:rPr lang="en-GB" sz="1100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</a:t>
            </a:r>
            <a:r>
              <a:rPr lang="en-GB" sz="1100" spc="-2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</a:t>
            </a:r>
            <a:r>
              <a:rPr lang="en-GB" sz="11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</a:t>
            </a:r>
            <a:r>
              <a:rPr lang="en-GB" sz="1100" spc="-5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100" spc="-3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</a:t>
            </a:r>
            <a:r>
              <a:rPr lang="en-GB" sz="1100" spc="-2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onso</a:t>
            </a:r>
            <a:r>
              <a:rPr lang="en-GB" sz="1100" spc="-3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</a:t>
            </a:r>
            <a:r>
              <a:rPr lang="en-GB" sz="11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</a:t>
            </a:r>
          </a:p>
          <a:p>
            <a:pPr marL="287020">
              <a:lnSpc>
                <a:spcPct val="100000"/>
              </a:lnSpc>
              <a:spcBef>
                <a:spcPts val="600"/>
              </a:spcBef>
            </a:pPr>
            <a:r>
              <a:rPr lang="en-GB" sz="1100" spc="-2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GB" sz="1100" spc="-25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misc</a:t>
            </a:r>
            <a:r>
              <a:rPr lang="en-GB" sz="1100" spc="-2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-console-medium-r-normal--0-0-72-72-c-0-iso10646-1</a:t>
            </a:r>
            <a:endParaRPr lang="en-GB" sz="11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7020">
              <a:lnSpc>
                <a:spcPct val="100000"/>
              </a:lnSpc>
              <a:spcBef>
                <a:spcPts val="600"/>
              </a:spcBef>
            </a:pPr>
            <a:r>
              <a:rPr lang="en-GB" sz="1100" spc="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…</a:t>
            </a:r>
            <a:endParaRPr lang="en-GB" sz="11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2700" marR="3492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Most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time,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15" noProof="0" dirty="0">
                <a:latin typeface="+mn-lt"/>
                <a:cs typeface="Segoe UI"/>
              </a:rPr>
              <a:t> require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fixed-spaced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font.</a:t>
            </a:r>
            <a:r>
              <a:rPr lang="en-GB" spc="204" dirty="0"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Choose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font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fourth-from-last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field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long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font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either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‘c’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‘m’.</a:t>
            </a:r>
          </a:p>
          <a:p>
            <a:pPr marL="12700" marR="34925">
              <a:lnSpc>
                <a:spcPct val="100000"/>
              </a:lnSpc>
              <a:spcBef>
                <a:spcPts val="600"/>
              </a:spcBef>
            </a:pP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proportionally-spaced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font,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 </a:t>
            </a:r>
            <a:r>
              <a:rPr lang="en-GB" sz="1200" spc="-15" noProof="0" dirty="0">
                <a:latin typeface="+mn-lt"/>
                <a:cs typeface="Segoe UI"/>
              </a:rPr>
              <a:t>has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‘p’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same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field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look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very </a:t>
            </a:r>
            <a:r>
              <a:rPr lang="en-GB" sz="1200" spc="-20" noProof="0" dirty="0">
                <a:latin typeface="+mn-lt"/>
                <a:cs typeface="Segoe UI"/>
              </a:rPr>
              <a:t>strange when </a:t>
            </a:r>
            <a:r>
              <a:rPr lang="en-GB" sz="1200" spc="-25" noProof="0" dirty="0">
                <a:latin typeface="+mn-lt"/>
                <a:cs typeface="Segoe UI"/>
              </a:rPr>
              <a:t>viewing </a:t>
            </a:r>
            <a:r>
              <a:rPr lang="en-GB" sz="1200" spc="-15" noProof="0" dirty="0">
                <a:latin typeface="+mn-lt"/>
                <a:cs typeface="Segoe UI"/>
              </a:rPr>
              <a:t>any </a:t>
            </a:r>
            <a:r>
              <a:rPr lang="en-GB" sz="1200" spc="-25" noProof="0" dirty="0">
                <a:latin typeface="+mn-lt"/>
                <a:cs typeface="Segoe UI"/>
              </a:rPr>
              <a:t>tabulated </a:t>
            </a:r>
            <a:r>
              <a:rPr lang="en-GB" sz="1200" spc="-20" noProof="0" dirty="0">
                <a:latin typeface="+mn-lt"/>
                <a:cs typeface="Segoe UI"/>
              </a:rPr>
              <a:t>output.</a:t>
            </a:r>
          </a:p>
          <a:p>
            <a:pPr marL="12700" marR="34925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‘fixed’ </a:t>
            </a:r>
            <a:r>
              <a:rPr lang="en-GB" sz="1200" spc="-15" noProof="0" dirty="0">
                <a:latin typeface="+mn-lt"/>
                <a:cs typeface="Segoe UI"/>
              </a:rPr>
              <a:t>in the </a:t>
            </a:r>
            <a:r>
              <a:rPr lang="en-GB" sz="1200" spc="-20" noProof="0" dirty="0">
                <a:latin typeface="+mn-lt"/>
                <a:cs typeface="Segoe UI"/>
              </a:rPr>
              <a:t>second field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also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good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indication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fixed-width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fonts,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although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some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fixed-width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fonts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do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contain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25" noProof="0" dirty="0">
                <a:latin typeface="+mn-lt"/>
                <a:cs typeface="Segoe UI"/>
              </a:rPr>
              <a:t>Alias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fonts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defined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 </a:t>
            </a:r>
            <a:r>
              <a:rPr lang="en-GB" sz="1200" spc="-25" noProof="0" dirty="0" err="1">
                <a:latin typeface="+mn-lt"/>
                <a:cs typeface="Segoe UI"/>
              </a:rPr>
              <a:t>fonts.alias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directories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containing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fonts.</a:t>
            </a:r>
            <a:r>
              <a:rPr lang="en-GB" dirty="0"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‘</a:t>
            </a:r>
            <a:r>
              <a:rPr lang="en-GB" sz="1200" spc="-20" noProof="0" dirty="0" err="1">
                <a:latin typeface="+mn-lt"/>
                <a:cs typeface="Segoe UI"/>
              </a:rPr>
              <a:t>xset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-q’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directories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font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path</a:t>
            </a:r>
            <a:r>
              <a:rPr lang="en-GB" sz="1200" spc="-20" noProof="0" dirty="0">
                <a:cs typeface="Segoe UI"/>
              </a:rPr>
              <a:t>.</a:t>
            </a:r>
            <a:endParaRPr lang="en-GB" sz="1200" noProof="0" dirty="0"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8981493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Every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X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application </a:t>
            </a:r>
            <a:r>
              <a:rPr lang="en-GB" sz="1200" spc="-15" noProof="0" dirty="0">
                <a:latin typeface="+mn-lt"/>
                <a:cs typeface="Segoe UI"/>
              </a:rPr>
              <a:t>uses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common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definitions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relating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handling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GUI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objects.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available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GB" sz="1200" spc="-20" noProof="0" dirty="0">
                <a:latin typeface="+mn-lt"/>
                <a:cs typeface="Segoe UI"/>
              </a:rPr>
              <a:t>fonts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>
                <a:latin typeface="+mn-lt"/>
                <a:cs typeface="Segoe UI"/>
              </a:rPr>
              <a:t>colour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definitions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25" noProof="0" dirty="0">
                <a:latin typeface="+mn-lt"/>
                <a:cs typeface="Segoe UI"/>
              </a:rPr>
              <a:t> fundamental examples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such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resources.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24130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Other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definitions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may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include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features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like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size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new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window,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position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new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window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display,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text that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appear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title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bar,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etc.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Some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applications </a:t>
            </a:r>
            <a:r>
              <a:rPr lang="en-GB" sz="1200" spc="-20" noProof="0" dirty="0">
                <a:latin typeface="+mn-lt"/>
                <a:cs typeface="Segoe UI"/>
              </a:rPr>
              <a:t>may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configured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start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without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scroll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bar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side,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so</a:t>
            </a:r>
            <a:r>
              <a:rPr lang="en-GB" sz="1200" spc="-20" noProof="0" dirty="0">
                <a:latin typeface="+mn-lt"/>
                <a:cs typeface="Segoe UI"/>
              </a:rPr>
              <a:t> on...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5389722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position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window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1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manipulated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geometry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options.</a:t>
            </a:r>
          </a:p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lang="en-GB" sz="1200" spc="-25" noProof="0" dirty="0">
                <a:latin typeface="+mn-lt"/>
                <a:cs typeface="Segoe UI"/>
              </a:rPr>
              <a:t>Practical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application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be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placement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application </a:t>
            </a:r>
            <a:r>
              <a:rPr lang="en-GB" sz="1200" spc="-5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corner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ensure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doesn't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obstruct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another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window.</a:t>
            </a:r>
            <a:endParaRPr lang="en-GB" sz="1200" noProof="0" dirty="0">
              <a:latin typeface="+mn-lt"/>
              <a:cs typeface="Segoe UI"/>
            </a:endParaRPr>
          </a:p>
          <a:p>
            <a:pPr marL="12700" algn="just">
              <a:lnSpc>
                <a:spcPct val="100000"/>
              </a:lnSpc>
              <a:spcBef>
                <a:spcPts val="605"/>
              </a:spcBef>
            </a:pPr>
            <a:r>
              <a:rPr lang="en-GB" sz="1200" spc="-25" noProof="0" dirty="0">
                <a:latin typeface="+mn-lt"/>
                <a:cs typeface="Segoe UI"/>
              </a:rPr>
              <a:t>Notice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15" noProof="0" dirty="0">
                <a:latin typeface="+mn-lt"/>
                <a:cs typeface="Segoe UI"/>
              </a:rPr>
              <a:t> both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-geometry,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single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letter</a:t>
            </a:r>
            <a:r>
              <a:rPr lang="en-GB" sz="1200" spc="-20" noProof="0" dirty="0">
                <a:latin typeface="+mn-lt"/>
                <a:cs typeface="Segoe UI"/>
              </a:rPr>
              <a:t> option,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-g,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equally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effective.</a:t>
            </a:r>
            <a:endParaRPr lang="en-GB" sz="1200" noProof="0" dirty="0">
              <a:latin typeface="+mn-lt"/>
              <a:cs typeface="Segoe UI"/>
            </a:endParaRPr>
          </a:p>
          <a:p>
            <a:pPr marL="12700" algn="just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Omitting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"Width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0" noProof="0" dirty="0">
                <a:latin typeface="+mn-lt"/>
                <a:cs typeface="Segoe UI"/>
              </a:rPr>
              <a:t> Height"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"Offsets"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give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default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value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application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specific.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40444121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08747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It is called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</a:t>
            </a:r>
            <a:r>
              <a:rPr lang="en-US" noProof="0" dirty="0">
                <a:latin typeface="+mn-lt"/>
              </a:rPr>
              <a:t>, until recently the main implementation was X.org, this is being superseded by Wayland.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The </a:t>
            </a:r>
            <a:r>
              <a:rPr lang="en-US" noProof="0" dirty="0" err="1">
                <a:latin typeface="+mn-lt"/>
              </a:rPr>
              <a:t>colour</a:t>
            </a:r>
            <a:r>
              <a:rPr lang="en-US" noProof="0" dirty="0">
                <a:latin typeface="+mn-lt"/>
              </a:rPr>
              <a:t> of text is controlled by the </a:t>
            </a:r>
            <a:r>
              <a:rPr lang="en-US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–foreground </a:t>
            </a:r>
            <a:r>
              <a:rPr lang="en-US" noProof="0" dirty="0">
                <a:latin typeface="+mn-lt"/>
              </a:rPr>
              <a:t>(or </a:t>
            </a:r>
            <a:r>
              <a:rPr lang="en-US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</a:t>
            </a:r>
            <a:r>
              <a:rPr lang="en-US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fg</a:t>
            </a:r>
            <a:r>
              <a:rPr lang="en-US" noProof="0" dirty="0">
                <a:latin typeface="+mn-lt"/>
              </a:rPr>
              <a:t>) option.</a:t>
            </a:r>
          </a:p>
          <a:p>
            <a:pPr marL="228600" indent="-228600">
              <a:buFont typeface="+mj-lt"/>
              <a:buAutoNum type="alphaLcParenR"/>
            </a:pP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XDMCP</a:t>
            </a:r>
            <a:r>
              <a:rPr lang="en-US" noProof="0" dirty="0">
                <a:latin typeface="+mn-lt"/>
              </a:rPr>
              <a:t> stands for X Desktop Management Control Protocol – it's a network protocol that facilitates client-server X logons.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XDM</a:t>
            </a:r>
            <a:r>
              <a:rPr lang="en-US" noProof="0" dirty="0">
                <a:latin typeface="+mn-lt"/>
              </a:rPr>
              <a:t> is one of the desktop manager programs, building on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XDMCP</a:t>
            </a:r>
            <a:r>
              <a:rPr lang="en-US" noProof="0" dirty="0">
                <a:latin typeface="+mn-lt"/>
              </a:rPr>
              <a:t> abilities.</a:t>
            </a:r>
          </a:p>
          <a:p>
            <a:pPr marL="228600" indent="-228600">
              <a:buFont typeface="+mj-lt"/>
              <a:buAutoNum type="alphaLcParenR"/>
            </a:pP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 export DISPLAY=”linux1:0.0”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You would </a:t>
            </a:r>
            <a:r>
              <a:rPr lang="en-US" noProof="0">
                <a:latin typeface="+mn-lt"/>
              </a:rPr>
              <a:t>tunnel </a:t>
            </a:r>
            <a:r>
              <a:rPr lang="en-US" b="1" noProof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</a:t>
            </a:r>
            <a:r>
              <a:rPr lang="en-US" noProof="0">
                <a:latin typeface="+mn-lt"/>
              </a:rPr>
              <a:t> </a:t>
            </a:r>
            <a:r>
              <a:rPr lang="en-US" noProof="0" dirty="0">
                <a:latin typeface="+mn-lt"/>
              </a:rPr>
              <a:t>over </a:t>
            </a:r>
            <a:r>
              <a:rPr lang="en-US" noProof="0" dirty="0" err="1">
                <a:latin typeface="+mn-lt"/>
              </a:rPr>
              <a:t>ssh</a:t>
            </a:r>
            <a:r>
              <a:rPr lang="en-US" noProof="0" dirty="0">
                <a:latin typeface="+mn-lt"/>
              </a:rPr>
              <a:t>.</a:t>
            </a:r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2231476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2100259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37E3CDF4-8151-4C72-9D24-AEAE185BC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656383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6.png"/><Relationship Id="rId4" Type="http://schemas.openxmlformats.org/officeDocument/2006/relationships/image" Target="../media/image30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6.png"/><Relationship Id="rId4" Type="http://schemas.openxmlformats.org/officeDocument/2006/relationships/image" Target="../media/image36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6.png"/><Relationship Id="rId4" Type="http://schemas.openxmlformats.org/officeDocument/2006/relationships/image" Target="../media/image42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26.png"/><Relationship Id="rId4" Type="http://schemas.openxmlformats.org/officeDocument/2006/relationships/image" Target="../media/image48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6.png"/><Relationship Id="rId4" Type="http://schemas.openxmlformats.org/officeDocument/2006/relationships/image" Target="../media/image54.emf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0" name="Picture 9" descr="A person holding an orange paper&#10;&#10;Description automatically generated">
            <a:extLst>
              <a:ext uri="{FF2B5EF4-FFF2-40B4-BE49-F238E27FC236}">
                <a16:creationId xmlns:a16="http://schemas.microsoft.com/office/drawing/2014/main" id="{04697691-3082-2ECF-DAB8-FE29E8E66DD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49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73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talking to another person&#10;&#10;Description automatically generated">
            <a:extLst>
              <a:ext uri="{FF2B5EF4-FFF2-40B4-BE49-F238E27FC236}">
                <a16:creationId xmlns:a16="http://schemas.microsoft.com/office/drawing/2014/main" id="{BD578162-5FB4-6C6D-006A-D95E9BA25F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59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2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8" name="Picture 7" descr="A person and person standing in an office&#10;&#10;Description automatically generated">
            <a:extLst>
              <a:ext uri="{FF2B5EF4-FFF2-40B4-BE49-F238E27FC236}">
                <a16:creationId xmlns:a16="http://schemas.microsoft.com/office/drawing/2014/main" id="{5A656440-781D-FF89-A173-6F135D6EB4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8"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16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67CEBF45-943F-B807-5DB4-2E9C2442F6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89" y="0"/>
            <a:ext cx="566360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10FDA179-75B5-61CF-9CC0-8277D61F40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10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900B100-2687-1806-91A0-1745BAAE2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3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13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Yello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85F22E-218E-4306-C170-579CCBF0B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756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ed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217865-0F45-7305-80EA-583FC4204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50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urpl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0B8D50-2C63-2F2E-599F-E921BF1F7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4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rang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C7FB40-8E4C-9F3C-39E4-77F63BEB7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858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reen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CAA40E-1785-77D1-B497-23C4B7D0F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0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/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CB853B-6666-2B54-6421-F982E0932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6B79A-062B-09A4-399F-9A4F4ABCA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7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49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23268F-18BB-EA9A-A601-DD97D746AC7D}"/>
              </a:ext>
            </a:extLst>
          </p:cNvPr>
          <p:cNvSpPr/>
          <p:nvPr userDrawn="1"/>
        </p:nvSpPr>
        <p:spPr>
          <a:xfrm flipH="1">
            <a:off x="0" y="512763"/>
            <a:ext cx="3863975" cy="615321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3B24FD-F975-8AFC-9607-A7F61051F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1094400"/>
            <a:ext cx="2914134" cy="1166400"/>
          </a:xfrm>
          <a:ln>
            <a:noFill/>
          </a:ln>
        </p:spPr>
        <p:txBody>
          <a:bodyPr tIns="126000" bIns="46800" anchor="t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Agenda/ TOC title style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E7018EA-03DA-0C52-42A5-298818F40F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03725" y="1093788"/>
            <a:ext cx="7272338" cy="5214937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tabLst>
                <a:tab pos="5740400" algn="l"/>
              </a:tabLst>
              <a:defRPr/>
            </a:lvl1pPr>
            <a:lvl2pPr marL="457200" indent="0">
              <a:buNone/>
              <a:tabLst/>
              <a:defRPr/>
            </a:lvl2pPr>
            <a:lvl3pPr marL="914400" indent="0">
              <a:buNone/>
              <a:tabLst/>
              <a:defRPr/>
            </a:lvl3pPr>
            <a:lvl4pPr marL="1371600" indent="0">
              <a:buNone/>
              <a:tabLst/>
              <a:defRPr/>
            </a:lvl4pPr>
          </a:lstStyle>
          <a:p>
            <a:pPr lvl="0"/>
            <a:r>
              <a:rPr lang="en-US" dirty="0"/>
              <a:t>Click to edit Agenda/TOC styles</a:t>
            </a:r>
          </a:p>
        </p:txBody>
      </p:sp>
    </p:spTree>
    <p:extLst>
      <p:ext uri="{BB962C8B-B14F-4D97-AF65-F5344CB8AC3E}">
        <p14:creationId xmlns:p14="http://schemas.microsoft.com/office/powerpoint/2010/main" val="2903778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ange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36416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ellow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53690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een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3pPr>
              <a:defRPr/>
            </a:lvl3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04016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80955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d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7451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d - Plus Symbol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750EB8-8B5E-27BB-F5B5-15E38895D8B5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46795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9CFEDB-1653-0EED-46D8-475B98465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1191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3730F2-6DEC-D896-1430-336050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9478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A2D6B-ABC5-BCE1-3725-0A105BCE6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5687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image+text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02858F-B20D-C124-765A-91E5E5C49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DA1C70-139A-A7C6-8271-6F38BBB4B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80A5B11-85BD-B494-600D-3402BBF9D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EA56FB2-667C-DAC6-0BC5-0F43E110DB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D56FE-21A4-046E-1FD0-FA742B410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661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8B625F-2939-0076-EE39-F5E9774F0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8190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EB9C0-B1BF-F2F0-CFBD-DBAA3B7E8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1BCE8B-B415-2BED-F4E1-46E84CF60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6D993C-5A39-AF81-154F-95170C32D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7983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6264FC-E45E-4A65-ECA6-F6E6C78FF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506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BBE13A-E1A6-9F15-F402-BD17E7192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3552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86B467-B6E6-07FD-82C2-C8A720A2F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3026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50924B-6CC7-5CA4-2459-E85A3EB99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2802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174DD2-79E4-DA24-0FFC-AA922A467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5420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CA14C3-7ED5-46A2-17DF-41AE41BFC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089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1A2384-AB6C-1FB5-35F0-9F0E3D0A4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9081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5E7C4392-7068-04E6-20E1-4BBCA1386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F91432-260F-83D5-486C-E3B551E2AC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FEABEF-5D6F-38BC-0E0A-DA96D971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84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063FAD-08EF-BC2C-950C-16B3F0DE1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8261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96FEF6-B591-9B6F-F783-763A926B7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DEBD8F-B578-3E5F-0F06-19261497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1EE01A-23C2-F8D5-2384-023AC8FA9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4858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56DBB-84CC-C614-857B-C35C00C4A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989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5CAE40-06A7-714E-722E-1EB095B8F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833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B6BAC1-D792-8826-2337-B6A97D9A6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918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1F8BED-FE48-CDF0-DEFB-8F7954964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2443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A780B5-8449-24E7-03B6-02AD7F4CF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0006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824F45-9A75-4C9D-D15D-D057CCC9F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726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E87028-CAF7-F5B7-4CB1-0D4C0319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8061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55AB4C9-59BC-E224-FFFD-9DB88A07D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D352A76-8A6F-211C-DD74-EAF5EB388B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754DA5-0BF1-D01C-3093-2696272D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1889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B01192-B93C-B441-2C51-0090D4461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321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9F417E-049D-9F48-46F8-DD8F31C8E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2826E8-5ACA-BF47-3E86-1B0C693CA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D9F0EF-0BC7-6322-F985-33B730695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1981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6A2FB5-0ABC-A1F1-BCBB-0E5B880F3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553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81A4E5-3F16-939E-5F18-58B9992D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0935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30F107-C548-1F71-0328-0C05847A3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7652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6BC58F-7098-6ED6-8197-0183DE87C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8201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630461-FF09-AE3A-830B-60852F9A8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04766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BBDAFE-3463-2F49-E910-428222427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186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5DD92F-2C07-73B9-B390-73B004796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548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8C62C48-B4FC-0C92-2FD2-2D4AACC4D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D711B9-F295-7F9C-3A4F-1116B45B62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5278A0-C5E7-0F91-FA5D-B53388E5F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02766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364825-0C99-1A6F-72FE-EBD3B38B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611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C243CC-3824-5807-3C69-6EEB0749E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80F448F-030F-0DD7-92C5-68D5DB7D0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002736-0B0C-97D2-6858-41E62A667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9571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FE57C0-8EB6-2F8A-9E5B-3DC9F8E1D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7228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E64E92-AD3E-BA76-4490-B706C44AC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7272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363842-446F-A21D-AB60-B1E5997B0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530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EBBC7E-E4F7-506B-BF90-CAA82E820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7224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FDA6DA-A09B-E661-C701-83631A442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5224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B6E4D2-0D65-2FC1-182E-9DA3C208A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32740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008DA0-5295-D75C-0FE0-632E0C11E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7985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6AB3388-802E-7B9B-7386-5AF80CDF1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73B3AC-AF7F-86D1-5DB4-7B53B835C9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49F0CE-684B-DB8B-145F-C329BD62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8146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E39C6B-D41F-5AD8-64AA-312B1C2E4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24270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CCA076-EDFD-D91F-15A9-688C5B091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43ED6A-BB5E-C793-4091-0F75D5BF6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38542B-692B-0B4A-EA75-7BC9459A2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9012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F6843B-CBB4-1F01-0AEC-1BDA76C02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1813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084BB7-FD33-E999-BB00-95C0B46F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3986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7CA38A-68D0-CAE1-B333-86E612110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25073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EB1F4-036A-EB96-EB90-23B4F2887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9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7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945" r:id="rId3"/>
    <p:sldLayoutId id="2147483946" r:id="rId4"/>
    <p:sldLayoutId id="214748394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  <p15:guide id="9" pos="325" userDrawn="1">
          <p15:clr>
            <a:srgbClr val="F26B43"/>
          </p15:clr>
        </p15:guide>
        <p15:guide id="10" orient="horz" pos="2478" userDrawn="1">
          <p15:clr>
            <a:srgbClr val="F26B43"/>
          </p15:clr>
        </p15:guide>
        <p15:guide id="11" orient="horz" pos="32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85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48A3F5E-1236-23F6-5236-3FAD012CB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537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59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683F0D5-4147-71E2-B2A7-09736BD6E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251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B5B76A2-CDFA-15D4-392F-10D970EB1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428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F2D64E5-DE40-8B2B-7400-731C8C1F4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50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53B8D01-33E2-B6D7-43AD-647436D96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4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0.png"/><Relationship Id="rId3" Type="http://schemas.openxmlformats.org/officeDocument/2006/relationships/image" Target="../media/image61.jpg"/><Relationship Id="rId7" Type="http://schemas.openxmlformats.org/officeDocument/2006/relationships/image" Target="../media/image65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64.png"/><Relationship Id="rId11" Type="http://schemas.openxmlformats.org/officeDocument/2006/relationships/image" Target="../media/image68.png"/><Relationship Id="rId5" Type="http://schemas.openxmlformats.org/officeDocument/2006/relationships/image" Target="../media/image63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4" Type="http://schemas.openxmlformats.org/officeDocument/2006/relationships/image" Target="../media/image62.png"/><Relationship Id="rId9" Type="http://schemas.openxmlformats.org/officeDocument/2006/relationships/image" Target="../media/image58.png"/><Relationship Id="rId14" Type="http://schemas.openxmlformats.org/officeDocument/2006/relationships/image" Target="../media/image7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8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1B5810-8C67-B742-B639-8484197287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Module 17: Introduction to the X </a:t>
            </a:r>
            <a:r>
              <a:rPr lang="en-US" noProof="0"/>
              <a:t>Window System</a:t>
            </a:r>
            <a:endParaRPr lang="en-US" noProof="0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B39ED136-E9FA-A551-DCA1-F66F296C7C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96825E9-7AFD-E152-5F9A-79AAC0D2B2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525199"/>
              </p:ext>
            </p:extLst>
          </p:nvPr>
        </p:nvGraphicFramePr>
        <p:xfrm>
          <a:off x="473406" y="3766289"/>
          <a:ext cx="6150678" cy="7416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6150678">
                  <a:extLst>
                    <a:ext uri="{9D8B030D-6E8A-4147-A177-3AD203B41FA5}">
                      <a16:colId xmlns:a16="http://schemas.microsoft.com/office/drawing/2014/main" val="296116663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17: Introduction to the X Window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26094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18: Writing Shell Scripts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274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4008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Contents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Display managers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X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Remote display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Configuring X-apps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93201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</p:spPr>
        <p:txBody>
          <a:bodyPr/>
          <a:lstStyle/>
          <a:p>
            <a:r>
              <a:rPr lang="en-US" noProof="0" dirty="0"/>
              <a:t>X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4B8A454-D78A-D6F4-717C-7019526DAF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5859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9802A6-6603-EF9E-F595-08AC4F1351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Text vs. Gui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Historically, systems were text based: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The typical connection was over a serial connection to a text-based terminal.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With the advent of networking, other methods could begin.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This ushered in client/server-based graphics.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This came to be known as </a:t>
            </a:r>
            <a:r>
              <a:rPr lang="en-US" sz="1800" b="1" spc="-20" noProof="0" dirty="0">
                <a:solidFill>
                  <a:srgbClr val="2D2C2C"/>
                </a:solidFill>
                <a:latin typeface="+mn-lt"/>
                <a:cs typeface="Segoe UI"/>
              </a:rPr>
              <a:t>X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 or </a:t>
            </a:r>
            <a:r>
              <a:rPr lang="en-US" sz="1800" b="1" spc="-20" noProof="0" dirty="0">
                <a:solidFill>
                  <a:srgbClr val="2D2C2C"/>
                </a:solidFill>
                <a:latin typeface="+mn-lt"/>
                <a:cs typeface="Segoe UI"/>
              </a:rPr>
              <a:t>X Windows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.</a:t>
            </a:r>
            <a:endParaRPr lang="en-US" sz="1800" b="1" spc="-20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Until recently the most likely implementation is from X.org.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To improve security and speed a new system without client / server was developed.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This implementation is known as Wayland.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Newer systems use this.</a:t>
            </a:r>
            <a:endParaRPr lang="en-US" sz="1800" noProof="0" dirty="0">
              <a:latin typeface="+mn-lt"/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1315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DC8A9C7-E00B-AEC1-801B-7B6AAC9792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x.org tools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The traditional tool was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xvidtune</a:t>
            </a:r>
            <a:r>
              <a:rPr lang="en-US" spc="-20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This eventually became replaced by tools such as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gtf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,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cvt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, and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xrandr</a:t>
            </a:r>
            <a:r>
              <a:rPr lang="en-US" spc="-20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AB88D39-CBAC-BE97-7EA7-A45490A01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0497" y="5209238"/>
            <a:ext cx="7387278" cy="852349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 marR="0" lvl="0" indent="0" algn="l" defTabSz="914400" rtl="0" eaLnBrk="1" fontAlgn="auto" latinLnBrk="0" hangingPunct="1">
              <a:lnSpc>
                <a:spcPct val="100000"/>
              </a:lnSpc>
              <a:spcBef>
                <a:spcPts val="8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cvt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1920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1080</a:t>
            </a:r>
            <a:r>
              <a:rPr kumimoji="0" lang="en-US" sz="1800" b="1" i="0" u="none" strike="noStrike" kern="1200" cap="none" spc="-4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60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 marR="0" lvl="0" indent="0" algn="l" defTabSz="914400" rtl="0" eaLnBrk="1" fontAlgn="auto" latinLnBrk="0" hangingPunct="1">
              <a:lnSpc>
                <a:spcPts val="1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[...]</a:t>
            </a:r>
            <a:r>
              <a:rPr kumimoji="0" lang="en-US" sz="1200" b="0" i="0" u="none" strike="noStrike" kern="1200" cap="none" spc="-3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Modeline</a:t>
            </a:r>
            <a:r>
              <a:rPr kumimoji="0" lang="en-US" sz="1200" b="0" i="0" u="none" strike="noStrike" kern="1200" cap="none" spc="-3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"1920x1080_60.00" 173.00 </a:t>
            </a:r>
            <a:r>
              <a:rPr kumimoji="0" lang="en-US" sz="1200" b="0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1920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2048</a:t>
            </a:r>
            <a:r>
              <a:rPr kumimoji="0" lang="en-US" sz="1200" b="0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2248</a:t>
            </a:r>
            <a:r>
              <a:rPr kumimoji="0" lang="en-US" sz="1200" b="0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2576 </a:t>
            </a:r>
            <a:r>
              <a:rPr kumimoji="0" lang="en-US" sz="1200" b="0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1080</a:t>
            </a:r>
            <a:r>
              <a:rPr kumimoji="0" lang="en-US" sz="1200" b="0" i="0" u="none" strike="noStrike" kern="1200" cap="none" spc="-8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1083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 marR="0" lvl="0" indent="0" algn="l" defTabSz="914400" rtl="0" eaLnBrk="1" fontAlgn="auto" latinLnBrk="0" hangingPunct="1">
              <a:lnSpc>
                <a:spcPts val="16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3607" algn="l"/>
              </a:tabLst>
              <a:defRPr/>
            </a:pP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1084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1118	</a:t>
            </a:r>
            <a:r>
              <a:rPr kumimoji="0" lang="en-US" sz="1200" b="0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kumimoji="0" lang="en-US" sz="1200" b="0" i="0" u="none" strike="noStrike" kern="1200" cap="none" spc="-12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hSync</a:t>
            </a:r>
            <a:r>
              <a:rPr kumimoji="0" lang="en-US" sz="1200" b="0" i="0" u="none" strike="noStrike" kern="1200" cap="none" spc="-3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+</a:t>
            </a:r>
            <a:r>
              <a:rPr kumimoji="0" lang="en-US" sz="1200" b="0" i="0" u="none" strike="noStrike" kern="1200" cap="none" spc="-12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vsync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65268C-493B-4CDD-D55C-B9D6FF853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2765950"/>
            <a:ext cx="7387278" cy="823302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 marR="0" lvl="0" indent="0" algn="l" defTabSz="914400" rtl="0" eaLnBrk="1" fontAlgn="auto" latinLnBrk="0" hangingPunct="1">
              <a:lnSpc>
                <a:spcPts val="1844"/>
              </a:lnSpc>
              <a:spcBef>
                <a:spcPts val="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gtf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1920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1080</a:t>
            </a:r>
            <a:r>
              <a:rPr kumimoji="0" lang="en-US" sz="1800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60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 marR="0" lvl="0" indent="0" algn="l" defTabSz="914400" rtl="0" eaLnBrk="1" fontAlgn="auto" latinLnBrk="0" hangingPunct="1">
              <a:lnSpc>
                <a:spcPts val="1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[...]</a:t>
            </a:r>
            <a:r>
              <a:rPr kumimoji="0" lang="en-US" sz="1200" b="0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Modeline</a:t>
            </a:r>
            <a:r>
              <a:rPr kumimoji="0" lang="en-US" sz="1200" b="0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"1920x1080_60.00" 172.80 </a:t>
            </a:r>
            <a:r>
              <a:rPr kumimoji="0" lang="en-US" sz="1200" b="0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1920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2040</a:t>
            </a:r>
            <a:r>
              <a:rPr kumimoji="0" lang="en-US" sz="1200" b="0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2248</a:t>
            </a:r>
            <a:r>
              <a:rPr kumimoji="0" lang="en-US" sz="1200" b="0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2576 </a:t>
            </a:r>
            <a:r>
              <a:rPr kumimoji="0" lang="en-US" sz="1200" b="0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1080</a:t>
            </a:r>
            <a:r>
              <a:rPr kumimoji="0" lang="en-US" sz="1200" b="0" i="0" u="none" strike="noStrike" kern="1200" cap="none" spc="-8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1081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 marR="0" lvl="0" indent="0" algn="l" defTabSz="914400" rtl="0" eaLnBrk="1" fontAlgn="auto" latinLnBrk="0" hangingPunct="1">
              <a:lnSpc>
                <a:spcPts val="16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3607" algn="l"/>
              </a:tabLst>
              <a:defRPr/>
            </a:pP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1084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1118	</a:t>
            </a:r>
            <a:r>
              <a:rPr kumimoji="0" lang="en-US" sz="1200" b="0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kumimoji="0" lang="en-US" sz="1200" b="0" i="0" u="none" strike="noStrike" kern="1200" cap="none" spc="-12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HSync</a:t>
            </a:r>
            <a:r>
              <a:rPr kumimoji="0" lang="en-US" sz="1200" b="0" i="0" u="none" strike="noStrike" kern="1200" cap="none" spc="-3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+</a:t>
            </a:r>
            <a:r>
              <a:rPr kumimoji="0" lang="en-US" sz="1200" b="0" i="0" u="none" strike="noStrike" kern="1200" cap="none" spc="-12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Vsync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E3DD311-E823-D337-94F6-F290A3609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6418" y="3911932"/>
            <a:ext cx="7387278" cy="974626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ts val="190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xrandr</a:t>
            </a:r>
            <a:r>
              <a:rPr kumimoji="0" lang="en-US" sz="1800" b="1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|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grep</a:t>
            </a:r>
            <a:r>
              <a:rPr kumimoji="0" lang="en-US" sz="1800" b="1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connected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 marR="0" lvl="0" indent="0" algn="l" defTabSz="914400" rtl="0" eaLnBrk="1" fontAlgn="auto" latinLnBrk="0" hangingPunct="1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eDP-1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connected</a:t>
            </a:r>
            <a:r>
              <a:rPr kumimoji="0" 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primary 1920x1080+0+0</a:t>
            </a:r>
            <a:r>
              <a:rPr kumimoji="0" 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(normal </a:t>
            </a: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left</a:t>
            </a:r>
            <a:r>
              <a:rPr kumimoji="0" 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inv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right</a:t>
            </a:r>
            <a:r>
              <a:rPr kumimoji="0" 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</a:t>
            </a: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axis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y</a:t>
            </a: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axis)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293mm</a:t>
            </a:r>
            <a:r>
              <a:rPr kumimoji="0" lang="en-US" sz="1200" b="0" i="0" u="none" strike="noStrike" kern="1200" cap="none" spc="-2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</a:t>
            </a:r>
            <a:r>
              <a:rPr kumimoji="0" lang="en-US" sz="1200" b="0" i="0" u="none" strike="noStrike" kern="1200" cap="none" spc="-5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165mm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HDMI-1</a:t>
            </a:r>
            <a:r>
              <a:rPr kumimoji="0" lang="en-US" sz="1200" b="0" i="0" u="none" strike="noStrike" kern="1200" cap="none" spc="-2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disconnected (normal left</a:t>
            </a: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inverted </a:t>
            </a:r>
            <a:r>
              <a:rPr kumimoji="0" lang="en-US" sz="1200" b="0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right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axis</a:t>
            </a: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y</a:t>
            </a:r>
            <a:r>
              <a:rPr kumimoji="0" lang="en-US" sz="1200" b="0" i="0" u="none" strike="noStrike" kern="1200" cap="none" spc="-2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axis)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894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Display managers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E54895-A2A0-595B-0AB5-6341FAD471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27633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16D0FC-6040-6C2D-5FB5-58CB7AFBFF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What is a display manager?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b="1" spc="-8" noProof="0" dirty="0">
                <a:solidFill>
                  <a:srgbClr val="0000C7"/>
                </a:solidFill>
                <a:latin typeface="+mn-lt"/>
                <a:cs typeface="Segoe UI"/>
              </a:rPr>
              <a:t>X</a:t>
            </a:r>
            <a:r>
              <a:rPr lang="en-US" b="1" spc="-4" noProof="0" dirty="0">
                <a:solidFill>
                  <a:srgbClr val="0000C7"/>
                </a:solidFill>
                <a:latin typeface="+mn-lt"/>
                <a:cs typeface="Segoe UI"/>
              </a:rPr>
              <a:t> (x.org)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client-server</a:t>
            </a:r>
            <a:r>
              <a:rPr lang="en-US" spc="8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(network)</a:t>
            </a:r>
            <a:r>
              <a:rPr lang="en-US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application.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It did not support resizable, moveable, overlapping windows.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Or minimizing / maximizing.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To enable this, display managers were written.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98" noProof="0" dirty="0">
                <a:solidFill>
                  <a:srgbClr val="2D2C2C"/>
                </a:solidFill>
                <a:latin typeface="+mn-lt"/>
                <a:cs typeface="Segoe UI"/>
              </a:rPr>
              <a:t>They use the </a:t>
            </a:r>
            <a:r>
              <a:rPr lang="en-US" b="1" spc="-12" noProof="0" dirty="0">
                <a:solidFill>
                  <a:srgbClr val="0000C7"/>
                </a:solidFill>
                <a:latin typeface="+mn-lt"/>
                <a:cs typeface="Segoe UI"/>
              </a:rPr>
              <a:t>XDMCP</a:t>
            </a:r>
            <a:r>
              <a:rPr lang="en-US" b="1" spc="45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protocol.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b="1" spc="-8" noProof="0" dirty="0">
                <a:solidFill>
                  <a:srgbClr val="0000C7"/>
                </a:solidFill>
                <a:latin typeface="+mn-lt"/>
                <a:cs typeface="Segoe UI"/>
              </a:rPr>
              <a:t>X</a:t>
            </a:r>
            <a:r>
              <a:rPr lang="en-US" b="1" spc="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display</a:t>
            </a:r>
            <a:r>
              <a:rPr lang="en-US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managers</a:t>
            </a:r>
            <a:r>
              <a:rPr lang="en-US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include:</a:t>
            </a:r>
            <a:endParaRPr lang="en-US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b="1" spc="-12" noProof="0" dirty="0">
                <a:solidFill>
                  <a:srgbClr val="0000C7"/>
                </a:solidFill>
                <a:latin typeface="+mn-lt"/>
                <a:cs typeface="Segoe UI"/>
              </a:rPr>
              <a:t>XDM</a:t>
            </a:r>
            <a:r>
              <a:rPr lang="en-US" b="1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-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basic,</a:t>
            </a:r>
            <a:r>
              <a:rPr lang="en-US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original</a:t>
            </a:r>
            <a:r>
              <a:rPr lang="en-US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b="1" spc="-4" noProof="0" dirty="0">
                <a:solidFill>
                  <a:srgbClr val="0000C7"/>
                </a:solidFill>
                <a:latin typeface="+mn-lt"/>
                <a:cs typeface="Segoe UI"/>
              </a:rPr>
              <a:t>X</a:t>
            </a:r>
            <a:r>
              <a:rPr lang="en-US" b="1" spc="8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display</a:t>
            </a:r>
            <a:r>
              <a:rPr lang="en-US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manager.</a:t>
            </a:r>
            <a:endParaRPr lang="en-US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b="1" spc="-8" noProof="0" dirty="0">
                <a:solidFill>
                  <a:srgbClr val="0000C7"/>
                </a:solidFill>
                <a:latin typeface="+mn-lt"/>
                <a:cs typeface="Segoe UI"/>
              </a:rPr>
              <a:t>KDM</a:t>
            </a:r>
            <a:r>
              <a:rPr lang="en-US" b="1" spc="-16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-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KDE</a:t>
            </a:r>
            <a:r>
              <a:rPr lang="en-US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display</a:t>
            </a:r>
            <a:r>
              <a:rPr lang="en-US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manager.</a:t>
            </a:r>
            <a:endParaRPr lang="en-US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b="1" spc="-8" noProof="0" dirty="0">
                <a:solidFill>
                  <a:srgbClr val="0000C7"/>
                </a:solidFill>
                <a:latin typeface="+mn-lt"/>
                <a:cs typeface="Segoe UI"/>
              </a:rPr>
              <a:t>GDM</a:t>
            </a:r>
            <a:r>
              <a:rPr lang="en-US" b="1" spc="-20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–</a:t>
            </a:r>
            <a:r>
              <a:rPr lang="en-US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GNOME display</a:t>
            </a:r>
            <a:r>
              <a:rPr lang="en-US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manager.</a:t>
            </a:r>
            <a:endParaRPr lang="en-US" noProof="0" dirty="0">
              <a:latin typeface="+mn-lt"/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514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B1522B6-62BB-CDB7-9E4F-B1C533B754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Switching display managers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Virtual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terminals</a:t>
            </a:r>
            <a:r>
              <a:rPr lang="en-US" sz="1800" spc="7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(CLI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terminals)</a:t>
            </a:r>
            <a:r>
              <a:rPr lang="en-US" sz="1800" spc="8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available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on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function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keys: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24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240" noProof="0" dirty="0">
                <a:solidFill>
                  <a:srgbClr val="2D2C2C"/>
                </a:solidFill>
                <a:latin typeface="+mn-lt"/>
                <a:cs typeface="Segoe UI"/>
              </a:rPr>
              <a:t>&lt;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F1&gt;</a:t>
            </a:r>
            <a:r>
              <a:rPr lang="en-US" sz="1800" b="1" spc="-12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–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noProof="0" dirty="0">
                <a:solidFill>
                  <a:srgbClr val="2D2C2C"/>
                </a:solidFill>
                <a:latin typeface="+mn-lt"/>
                <a:cs typeface="Segoe UI"/>
              </a:rPr>
              <a:t>&lt;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F7&gt;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X Windows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(GUI)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associated</a:t>
            </a:r>
            <a:r>
              <a:rPr lang="en-US" sz="1800" spc="8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with one of these, varying with system and sometimes version.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  <a:tab pos="595495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older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systems</a:t>
            </a:r>
            <a:r>
              <a:rPr lang="en-US" sz="1800" spc="61" noProof="0" dirty="0">
                <a:solidFill>
                  <a:srgbClr val="2D2C2C"/>
                </a:solidFill>
                <a:latin typeface="+mn-lt"/>
                <a:cs typeface="Segoe UI"/>
              </a:rPr>
              <a:t>,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pre-</a:t>
            </a:r>
            <a:r>
              <a:rPr lang="en-US" sz="1800" b="1" spc="-4" noProof="0" dirty="0" err="1">
                <a:solidFill>
                  <a:srgbClr val="0000C7"/>
                </a:solidFill>
                <a:latin typeface="+mn-lt"/>
                <a:cs typeface="Segoe UI"/>
              </a:rPr>
              <a:t>systemd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,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GUI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restarted</a:t>
            </a:r>
            <a:r>
              <a:rPr lang="en-US" sz="1800" spc="6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with 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Verdana"/>
              </a:rPr>
              <a:t>&lt;Ctrl&gt;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+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Verdana"/>
              </a:rPr>
              <a:t>&lt;Alt&gt;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+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Verdana"/>
              </a:rPr>
              <a:t>&lt;Backspace&gt;</a:t>
            </a:r>
            <a:r>
              <a:rPr lang="en-US" spc="-4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Since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Verdana"/>
              </a:rPr>
              <a:t>RHEL</a:t>
            </a:r>
            <a:r>
              <a:rPr lang="en-US" sz="1800" b="1" spc="16" noProof="0" dirty="0">
                <a:solidFill>
                  <a:srgbClr val="0000C7"/>
                </a:solidFill>
                <a:latin typeface="+mn-lt"/>
                <a:cs typeface="Verdana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Verdana"/>
              </a:rPr>
              <a:t>7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,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0000C7"/>
                </a:solidFill>
                <a:latin typeface="+mn-lt"/>
                <a:cs typeface="Verdana"/>
              </a:rPr>
              <a:t>Ubuntu</a:t>
            </a:r>
            <a:r>
              <a:rPr lang="en-US" sz="1800" b="1" spc="45" noProof="0" dirty="0">
                <a:solidFill>
                  <a:srgbClr val="0000C7"/>
                </a:solidFill>
                <a:latin typeface="+mn-lt"/>
                <a:cs typeface="Verdana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Verdana"/>
              </a:rPr>
              <a:t>17.10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,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0000C7"/>
                </a:solidFill>
                <a:latin typeface="+mn-lt"/>
                <a:cs typeface="Verdana"/>
              </a:rPr>
              <a:t>SUSE</a:t>
            </a:r>
            <a:r>
              <a:rPr lang="en-US" sz="1800" b="1" spc="37" noProof="0" dirty="0">
                <a:solidFill>
                  <a:srgbClr val="0000C7"/>
                </a:solidFill>
                <a:latin typeface="+mn-lt"/>
                <a:cs typeface="Verdana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Verdana"/>
              </a:rPr>
              <a:t>12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,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GUI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 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service</a:t>
            </a:r>
            <a:r>
              <a:rPr lang="en-US" sz="18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managed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by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systemctl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8" noProof="0" dirty="0">
              <a:solidFill>
                <a:srgbClr val="0000C7"/>
              </a:solidFill>
              <a:latin typeface="+mn-lt"/>
              <a:cs typeface="Verdana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8" noProof="0" dirty="0">
              <a:solidFill>
                <a:srgbClr val="0000C7"/>
              </a:solidFill>
              <a:latin typeface="+mn-lt"/>
              <a:cs typeface="Verdana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8" noProof="0" dirty="0">
              <a:solidFill>
                <a:srgbClr val="0000C7"/>
              </a:solidFill>
              <a:cs typeface="Verdana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8" noProof="0" dirty="0">
              <a:solidFill>
                <a:srgbClr val="0000C7"/>
              </a:solidFill>
              <a:latin typeface="+mn-lt"/>
              <a:cs typeface="Verdana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8" noProof="0" dirty="0">
              <a:solidFill>
                <a:srgbClr val="0000C7"/>
              </a:solidFill>
              <a:latin typeface="+mn-lt"/>
              <a:cs typeface="Verdana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chemeClr val="tx1"/>
                </a:solidFill>
                <a:latin typeface="+mn-lt"/>
                <a:cs typeface="Verdana"/>
              </a:rPr>
              <a:t>To switch between text and graphics:</a:t>
            </a:r>
            <a:endParaRPr lang="en-US" sz="1800" noProof="0" dirty="0">
              <a:solidFill>
                <a:schemeClr val="tx1"/>
              </a:solidFill>
              <a:latin typeface="+mn-lt"/>
              <a:cs typeface="Verdana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315A119-057D-E361-0F96-31EE96AF7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4828701"/>
            <a:ext cx="6770687" cy="389850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6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6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kumimoji="0" lang="en-US" sz="16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6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systemctl</a:t>
            </a:r>
            <a:r>
              <a:rPr kumimoji="0" lang="en-US" sz="16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6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restart</a:t>
            </a:r>
            <a:r>
              <a:rPr kumimoji="0" lang="en-US" sz="16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6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display-</a:t>
            </a:r>
            <a:r>
              <a:rPr kumimoji="0" lang="en-US" sz="16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manager.service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A861F5-F06B-AFEB-3A9B-6B5E73056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210" y="4314220"/>
            <a:ext cx="6770687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systemctl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restart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lightdm.service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50B206B-9D74-B2A1-BA8C-53BCF1753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467" y="3863180"/>
            <a:ext cx="6770687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systemctl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restart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gdm.service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CD4031F-DC97-DC00-EC10-E996CFC47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6" y="5421760"/>
            <a:ext cx="6770686" cy="601447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 marR="0" lvl="0" indent="0" algn="l" defTabSz="914400" rtl="0" eaLnBrk="1" fontAlgn="auto" latinLnBrk="0" hangingPunct="1">
              <a:lnSpc>
                <a:spcPts val="1844"/>
              </a:lnSpc>
              <a:spcBef>
                <a:spcPts val="7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systemctl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isolate</a:t>
            </a:r>
            <a:r>
              <a:rPr kumimoji="0" lang="en-US" sz="1800" b="1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multi-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user.target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 marR="0" lvl="0" indent="0" algn="l" defTabSz="914400" rtl="0" eaLnBrk="1" fontAlgn="auto" latinLnBrk="0" hangingPunct="1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systemctl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isolate</a:t>
            </a:r>
            <a:r>
              <a:rPr kumimoji="0" lang="en-US" sz="1800" b="1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graphical.target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650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X applications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FAAE6B-ECC2-3AC6-A749-01EFBBA49D9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2200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C231CA4-6BCD-7CE6-AE9E-7906EB1938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Running X applications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X</a:t>
            </a:r>
            <a:r>
              <a:rPr lang="en-US" spc="-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applications</a:t>
            </a:r>
            <a:r>
              <a:rPr lang="en-US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may</a:t>
            </a:r>
            <a:r>
              <a:rPr lang="en-US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be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started</a:t>
            </a:r>
            <a:r>
              <a:rPr lang="en-US" spc="6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from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menus.</a:t>
            </a:r>
            <a:endParaRPr lang="en-US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45" noProof="0" dirty="0">
                <a:solidFill>
                  <a:srgbClr val="2D2C2C"/>
                </a:solidFill>
                <a:latin typeface="+mn-lt"/>
                <a:cs typeface="Segoe UI"/>
              </a:rPr>
              <a:t>Or,</a:t>
            </a:r>
            <a:r>
              <a:rPr lang="en-US" spc="-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invoked</a:t>
            </a:r>
            <a:r>
              <a:rPr lang="en-US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from</a:t>
            </a:r>
            <a:r>
              <a:rPr lang="en-US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shell</a:t>
            </a:r>
            <a:r>
              <a:rPr lang="en-US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prompt,</a:t>
            </a:r>
            <a:r>
              <a:rPr lang="en-US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usually</a:t>
            </a:r>
            <a:r>
              <a:rPr lang="en-US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background.</a:t>
            </a:r>
            <a:endParaRPr lang="en-US" noProof="0" dirty="0">
              <a:latin typeface="+mn-lt"/>
              <a:cs typeface="Segoe U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  <p:pic>
        <p:nvPicPr>
          <p:cNvPr id="3" name="object 15">
            <a:extLst>
              <a:ext uri="{FF2B5EF4-FFF2-40B4-BE49-F238E27FC236}">
                <a16:creationId xmlns:a16="http://schemas.microsoft.com/office/drawing/2014/main" id="{7CE70411-478C-58F0-9030-765C8C0219F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46818" y="4112381"/>
            <a:ext cx="618763" cy="581440"/>
          </a:xfrm>
          <a:prstGeom prst="rect">
            <a:avLst/>
          </a:prstGeom>
        </p:spPr>
      </p:pic>
      <p:pic>
        <p:nvPicPr>
          <p:cNvPr id="4" name="object 16">
            <a:extLst>
              <a:ext uri="{FF2B5EF4-FFF2-40B4-BE49-F238E27FC236}">
                <a16:creationId xmlns:a16="http://schemas.microsoft.com/office/drawing/2014/main" id="{00AE2AB2-8BFD-D7A0-D76F-8D60A1AC0FD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49858" y="2729155"/>
            <a:ext cx="841005" cy="575790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495EF2FD-C8E9-B913-57B4-0D5AB2A4C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2740465"/>
            <a:ext cx="6770077" cy="601447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ts val="181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xeyes</a:t>
            </a:r>
            <a:r>
              <a:rPr kumimoji="0" lang="en-US" sz="1800" b="1" i="0" u="none" strike="noStrike" kern="1200" cap="none" spc="-2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 marR="0" lvl="0" indent="0" algn="l" defTabSz="914400" rtl="0" eaLnBrk="1" fontAlgn="auto" latinLnBrk="0" hangingPunct="1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[2]</a:t>
            </a:r>
            <a:r>
              <a:rPr kumimoji="0" lang="en-US" sz="1400" b="0" i="0" u="none" strike="noStrike" kern="1200" cap="none" spc="-49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5015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DBDF463-9AF9-1276-8E59-A4C99FDE2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810" y="4102378"/>
            <a:ext cx="6770077" cy="601447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ts val="181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xclock</a:t>
            </a:r>
            <a:r>
              <a:rPr kumimoji="0" lang="en-US" sz="1800" b="1" i="0" u="none" strike="noStrike" kern="1200" cap="none" spc="-2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 marR="0" lvl="0" indent="0" algn="l" defTabSz="914400" rtl="0" eaLnBrk="1" fontAlgn="auto" latinLnBrk="0" hangingPunct="1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[1]</a:t>
            </a:r>
            <a:r>
              <a:rPr kumimoji="0" lang="en-US" sz="1400" b="0" i="0" u="none" strike="noStrike" kern="1200" cap="none" spc="-49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4496</a:t>
            </a:r>
          </a:p>
        </p:txBody>
      </p:sp>
    </p:spTree>
    <p:extLst>
      <p:ext uri="{BB962C8B-B14F-4D97-AF65-F5344CB8AC3E}">
        <p14:creationId xmlns:p14="http://schemas.microsoft.com/office/powerpoint/2010/main" val="2366931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D24331-0EAC-AA69-CF55-18215480B3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Screenshots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1056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X</a:t>
            </a:r>
            <a:r>
              <a:rPr lang="en-US" sz="1800" b="1" spc="-12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provides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simple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screen</a:t>
            </a:r>
            <a:r>
              <a:rPr lang="en-US" sz="1800" spc="5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capture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facility.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Use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xwd</a:t>
            </a:r>
            <a:r>
              <a:rPr lang="en-US" sz="1800" b="1" spc="8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capture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image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write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it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disk: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It can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used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write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directly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printer.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98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create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snapshot:</a:t>
            </a:r>
            <a:endParaRPr lang="en-US" sz="1800" noProof="0" dirty="0">
              <a:latin typeface="+mn-lt"/>
              <a:cs typeface="Segoe UI"/>
            </a:endParaRPr>
          </a:p>
          <a:p>
            <a:pPr marL="518001" indent="-233204">
              <a:spcBef>
                <a:spcPts val="1060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Run the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command,</a:t>
            </a:r>
            <a:r>
              <a:rPr lang="en-US" sz="18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specifying</a:t>
            </a:r>
            <a:r>
              <a:rPr lang="en-US" sz="1800" spc="5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destination.</a:t>
            </a:r>
          </a:p>
          <a:p>
            <a:pPr marL="518001" indent="-233204">
              <a:spcBef>
                <a:spcPts val="1060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indent="-233204">
              <a:spcBef>
                <a:spcPts val="1060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indent="-233204">
              <a:spcBef>
                <a:spcPts val="1060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Click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on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window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you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want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captured.</a:t>
            </a:r>
          </a:p>
          <a:p>
            <a:pPr marL="469953" lvl="1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9" noProof="0" dirty="0">
                <a:solidFill>
                  <a:srgbClr val="2D2C2C"/>
                </a:solidFill>
                <a:latin typeface="+mn-lt"/>
                <a:cs typeface="Segoe UI"/>
              </a:rPr>
              <a:t>You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view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saved image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xwud</a:t>
            </a:r>
            <a:r>
              <a:rPr lang="en-US" sz="1800" b="1" spc="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tool.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600" spc="-8" noProof="0" dirty="0">
              <a:solidFill>
                <a:srgbClr val="2D2C2C"/>
              </a:solidFill>
              <a:latin typeface="Montserrat" panose="00000500000000000000" pitchFamily="2" charset="0"/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EF980C1-B78E-D38A-E430-13DE938F8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879" y="3835593"/>
            <a:ext cx="3047910" cy="380232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400" b="0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xwd</a:t>
            </a:r>
            <a:r>
              <a:rPr kumimoji="0" lang="en-US" sz="1400" b="1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-out</a:t>
            </a:r>
            <a:r>
              <a:rPr kumimoji="0" lang="en-US" sz="14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clock-</a:t>
            </a:r>
            <a:r>
              <a:rPr kumimoji="0" lang="en-US" sz="14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img.xwd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656D9B5-9213-001B-2736-E394B8816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879" y="5507044"/>
            <a:ext cx="3047910" cy="380232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400" b="0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xwud</a:t>
            </a:r>
            <a:r>
              <a:rPr kumimoji="0" lang="en-US" sz="1400" b="1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-in</a:t>
            </a:r>
            <a:r>
              <a:rPr kumimoji="0" lang="en-US" sz="14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clock-</a:t>
            </a:r>
            <a:r>
              <a:rPr kumimoji="0" lang="en-US" sz="14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img.xwd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663E649-259C-F9F7-5E86-A116E7AB4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0624" y="3824181"/>
            <a:ext cx="2740333" cy="380232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400" b="0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xwd</a:t>
            </a:r>
            <a:r>
              <a:rPr kumimoji="0" lang="en-US" sz="1400" b="1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kumimoji="0" lang="en-US" sz="14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clock-</a:t>
            </a:r>
            <a:r>
              <a:rPr kumimoji="0" lang="en-US" sz="14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img.xwd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5587ECE5-D309-E309-1D2D-19B8942F8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8526" y="5510101"/>
            <a:ext cx="2740333" cy="380232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400" b="0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xwud</a:t>
            </a:r>
            <a:r>
              <a:rPr kumimoji="0" lang="en-US" sz="1400" b="1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</a:t>
            </a:r>
            <a:r>
              <a:rPr kumimoji="0" lang="en-US" sz="14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clock-</a:t>
            </a:r>
            <a:r>
              <a:rPr kumimoji="0" lang="en-US" sz="14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img.xwd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5852FFE-F1AB-EC59-6FCE-2647A6C896F6}"/>
              </a:ext>
            </a:extLst>
          </p:cNvPr>
          <p:cNvGrpSpPr/>
          <p:nvPr/>
        </p:nvGrpSpPr>
        <p:grpSpPr>
          <a:xfrm>
            <a:off x="4297613" y="3883561"/>
            <a:ext cx="502007" cy="332264"/>
            <a:chOff x="5686759" y="3631867"/>
            <a:chExt cx="502007" cy="332264"/>
          </a:xfrm>
        </p:grpSpPr>
        <p:grpSp>
          <p:nvGrpSpPr>
            <p:cNvPr id="15" name="object 17">
              <a:extLst>
                <a:ext uri="{FF2B5EF4-FFF2-40B4-BE49-F238E27FC236}">
                  <a16:creationId xmlns:a16="http://schemas.microsoft.com/office/drawing/2014/main" id="{CDBBB58D-31AB-A36D-04B3-374533B235A8}"/>
                </a:ext>
              </a:extLst>
            </p:cNvPr>
            <p:cNvGrpSpPr/>
            <p:nvPr/>
          </p:nvGrpSpPr>
          <p:grpSpPr>
            <a:xfrm>
              <a:off x="5686759" y="3631867"/>
              <a:ext cx="502007" cy="332264"/>
              <a:chOff x="5592317" y="3678682"/>
              <a:chExt cx="617855" cy="408940"/>
            </a:xfrm>
          </p:grpSpPr>
          <p:pic>
            <p:nvPicPr>
              <p:cNvPr id="17" name="object 18">
                <a:extLst>
                  <a:ext uri="{FF2B5EF4-FFF2-40B4-BE49-F238E27FC236}">
                    <a16:creationId xmlns:a16="http://schemas.microsoft.com/office/drawing/2014/main" id="{583EE1F7-DACF-02D7-26B7-8B84C8EB6822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598667" y="3685032"/>
                <a:ext cx="604774" cy="395859"/>
              </a:xfrm>
              <a:prstGeom prst="rect">
                <a:avLst/>
              </a:prstGeom>
            </p:spPr>
          </p:pic>
          <p:sp>
            <p:nvSpPr>
              <p:cNvPr id="18" name="object 19">
                <a:extLst>
                  <a:ext uri="{FF2B5EF4-FFF2-40B4-BE49-F238E27FC236}">
                    <a16:creationId xmlns:a16="http://schemas.microsoft.com/office/drawing/2014/main" id="{DCC391C1-4655-3FAB-D53C-07CE221D9237}"/>
                  </a:ext>
                </a:extLst>
              </p:cNvPr>
              <p:cNvSpPr/>
              <p:nvPr/>
            </p:nvSpPr>
            <p:spPr>
              <a:xfrm>
                <a:off x="5598667" y="3685032"/>
                <a:ext cx="605155" cy="396240"/>
              </a:xfrm>
              <a:custGeom>
                <a:avLst/>
                <a:gdLst/>
                <a:ahLst/>
                <a:cxnLst/>
                <a:rect l="l" t="t" r="r" b="b"/>
                <a:pathLst>
                  <a:path w="605154" h="396239">
                    <a:moveTo>
                      <a:pt x="0" y="197993"/>
                    </a:moveTo>
                    <a:lnTo>
                      <a:pt x="98933" y="0"/>
                    </a:lnTo>
                    <a:lnTo>
                      <a:pt x="505841" y="0"/>
                    </a:lnTo>
                    <a:lnTo>
                      <a:pt x="604774" y="197993"/>
                    </a:lnTo>
                    <a:lnTo>
                      <a:pt x="505841" y="395859"/>
                    </a:lnTo>
                    <a:lnTo>
                      <a:pt x="98933" y="395859"/>
                    </a:lnTo>
                    <a:lnTo>
                      <a:pt x="0" y="197993"/>
                    </a:lnTo>
                    <a:close/>
                  </a:path>
                </a:pathLst>
              </a:custGeom>
              <a:ln w="1270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16" name="object 20">
              <a:extLst>
                <a:ext uri="{FF2B5EF4-FFF2-40B4-BE49-F238E27FC236}">
                  <a16:creationId xmlns:a16="http://schemas.microsoft.com/office/drawing/2014/main" id="{F378CE91-4D21-BED5-D0C7-2495F1B1E501}"/>
                </a:ext>
              </a:extLst>
            </p:cNvPr>
            <p:cNvSpPr txBox="1"/>
            <p:nvPr/>
          </p:nvSpPr>
          <p:spPr>
            <a:xfrm>
              <a:off x="5775604" y="3665093"/>
              <a:ext cx="324009" cy="259446"/>
            </a:xfrm>
            <a:prstGeom prst="rect">
              <a:avLst/>
            </a:prstGeom>
          </p:spPr>
          <p:txBody>
            <a:bodyPr vert="horz" wrap="square" lIns="0" tIns="9287" rIns="0" bIns="0" rtlCol="0">
              <a:spAutoFit/>
            </a:bodyPr>
            <a:lstStyle/>
            <a:p>
              <a:pPr marL="1031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25" b="0" i="0" u="none" strike="noStrike" kern="1200" cap="none" spc="-16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OR</a:t>
              </a:r>
              <a:endParaRPr kumimoji="0" lang="en-US" sz="1625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7138DDE-9902-314E-7F72-7D638F42CB1F}"/>
              </a:ext>
            </a:extLst>
          </p:cNvPr>
          <p:cNvGrpSpPr/>
          <p:nvPr/>
        </p:nvGrpSpPr>
        <p:grpSpPr>
          <a:xfrm>
            <a:off x="4337654" y="5507044"/>
            <a:ext cx="502007" cy="332264"/>
            <a:chOff x="5686759" y="3631867"/>
            <a:chExt cx="502007" cy="332264"/>
          </a:xfrm>
        </p:grpSpPr>
        <p:grpSp>
          <p:nvGrpSpPr>
            <p:cNvPr id="20" name="object 17">
              <a:extLst>
                <a:ext uri="{FF2B5EF4-FFF2-40B4-BE49-F238E27FC236}">
                  <a16:creationId xmlns:a16="http://schemas.microsoft.com/office/drawing/2014/main" id="{7C873751-C5C4-3233-3C31-FE933A6E3224}"/>
                </a:ext>
              </a:extLst>
            </p:cNvPr>
            <p:cNvGrpSpPr/>
            <p:nvPr/>
          </p:nvGrpSpPr>
          <p:grpSpPr>
            <a:xfrm>
              <a:off x="5686759" y="3631867"/>
              <a:ext cx="502007" cy="332264"/>
              <a:chOff x="5592317" y="3678682"/>
              <a:chExt cx="617855" cy="408940"/>
            </a:xfrm>
          </p:grpSpPr>
          <p:pic>
            <p:nvPicPr>
              <p:cNvPr id="22" name="object 18">
                <a:extLst>
                  <a:ext uri="{FF2B5EF4-FFF2-40B4-BE49-F238E27FC236}">
                    <a16:creationId xmlns:a16="http://schemas.microsoft.com/office/drawing/2014/main" id="{B65A7401-F83E-A63A-12C9-13F14DEBB59B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598667" y="3685032"/>
                <a:ext cx="604774" cy="395859"/>
              </a:xfrm>
              <a:prstGeom prst="rect">
                <a:avLst/>
              </a:prstGeom>
            </p:spPr>
          </p:pic>
          <p:sp>
            <p:nvSpPr>
              <p:cNvPr id="23" name="object 19">
                <a:extLst>
                  <a:ext uri="{FF2B5EF4-FFF2-40B4-BE49-F238E27FC236}">
                    <a16:creationId xmlns:a16="http://schemas.microsoft.com/office/drawing/2014/main" id="{A9DBBA98-39EA-E92E-165D-60B6CCACF9A4}"/>
                  </a:ext>
                </a:extLst>
              </p:cNvPr>
              <p:cNvSpPr/>
              <p:nvPr/>
            </p:nvSpPr>
            <p:spPr>
              <a:xfrm>
                <a:off x="5598667" y="3685032"/>
                <a:ext cx="605155" cy="396240"/>
              </a:xfrm>
              <a:custGeom>
                <a:avLst/>
                <a:gdLst/>
                <a:ahLst/>
                <a:cxnLst/>
                <a:rect l="l" t="t" r="r" b="b"/>
                <a:pathLst>
                  <a:path w="605154" h="396239">
                    <a:moveTo>
                      <a:pt x="0" y="197993"/>
                    </a:moveTo>
                    <a:lnTo>
                      <a:pt x="98933" y="0"/>
                    </a:lnTo>
                    <a:lnTo>
                      <a:pt x="505841" y="0"/>
                    </a:lnTo>
                    <a:lnTo>
                      <a:pt x="604774" y="197993"/>
                    </a:lnTo>
                    <a:lnTo>
                      <a:pt x="505841" y="395859"/>
                    </a:lnTo>
                    <a:lnTo>
                      <a:pt x="98933" y="395859"/>
                    </a:lnTo>
                    <a:lnTo>
                      <a:pt x="0" y="197993"/>
                    </a:lnTo>
                    <a:close/>
                  </a:path>
                </a:pathLst>
              </a:custGeom>
              <a:ln w="1270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21" name="object 20">
              <a:extLst>
                <a:ext uri="{FF2B5EF4-FFF2-40B4-BE49-F238E27FC236}">
                  <a16:creationId xmlns:a16="http://schemas.microsoft.com/office/drawing/2014/main" id="{A5162D5E-A1AC-C7FF-4131-18C1E57155AE}"/>
                </a:ext>
              </a:extLst>
            </p:cNvPr>
            <p:cNvSpPr txBox="1"/>
            <p:nvPr/>
          </p:nvSpPr>
          <p:spPr>
            <a:xfrm>
              <a:off x="5775604" y="3665093"/>
              <a:ext cx="324009" cy="259446"/>
            </a:xfrm>
            <a:prstGeom prst="rect">
              <a:avLst/>
            </a:prstGeom>
          </p:spPr>
          <p:txBody>
            <a:bodyPr vert="horz" wrap="square" lIns="0" tIns="9287" rIns="0" bIns="0" rtlCol="0">
              <a:spAutoFit/>
            </a:bodyPr>
            <a:lstStyle/>
            <a:p>
              <a:pPr marL="1031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25" b="0" i="0" u="none" strike="noStrike" kern="1200" cap="none" spc="-16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OR</a:t>
              </a:r>
              <a:endParaRPr kumimoji="0" lang="en-US" sz="1625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9565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D3A8100-9584-F344-7505-BEC5ACA270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Controlling X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chemeClr val="tx1"/>
                </a:solidFill>
                <a:cs typeface="Segoe UI"/>
              </a:rPr>
              <a:t>Many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 tools</a:t>
            </a:r>
            <a:r>
              <a:rPr lang="en-US" sz="1800" spc="16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exist</a:t>
            </a:r>
            <a:r>
              <a:rPr lang="en-US" sz="1800" spc="20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chemeClr val="tx1"/>
                </a:solidFill>
                <a:cs typeface="Segoe UI"/>
              </a:rPr>
              <a:t>to</a:t>
            </a:r>
            <a:r>
              <a:rPr lang="en-US" sz="1800" spc="28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configure</a:t>
            </a:r>
            <a:r>
              <a:rPr lang="en-US" sz="1800" spc="61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Montserrat" panose="00000500000000000000" pitchFamily="2" charset="0"/>
                <a:cs typeface="Segoe UI"/>
              </a:rPr>
              <a:t>X</a:t>
            </a:r>
            <a:r>
              <a:rPr lang="en-US" sz="1800" b="1" spc="-4" noProof="0" dirty="0">
                <a:solidFill>
                  <a:srgbClr val="0000C7"/>
                </a:solidFill>
                <a:latin typeface="Montserrat" panose="00000500000000000000" pitchFamily="2" charset="0"/>
                <a:cs typeface="Segoe UI"/>
              </a:rPr>
              <a:t> </a:t>
            </a:r>
            <a:r>
              <a:rPr lang="en-US" sz="1800" spc="-4" noProof="0" dirty="0">
                <a:solidFill>
                  <a:schemeClr val="tx1"/>
                </a:solidFill>
                <a:cs typeface="Segoe UI"/>
              </a:rPr>
              <a:t>and</a:t>
            </a:r>
            <a:r>
              <a:rPr lang="en-US" sz="1800" spc="16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manipulate</a:t>
            </a:r>
            <a:r>
              <a:rPr lang="en-US" sz="1800" spc="73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chemeClr val="tx1"/>
                </a:solidFill>
                <a:cs typeface="Segoe UI"/>
              </a:rPr>
              <a:t>windows</a:t>
            </a:r>
            <a:r>
              <a:rPr lang="en-US" sz="1800" spc="41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applications.</a:t>
            </a:r>
          </a:p>
          <a:p>
            <a:pPr marL="289957" indent="-280154">
              <a:spcBef>
                <a:spcPts val="73"/>
              </a:spcBef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chemeClr val="tx1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chemeClr val="tx1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chemeClr val="tx1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chemeClr val="tx1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chemeClr val="tx1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chemeClr val="tx1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chemeClr val="tx1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chemeClr val="tx1"/>
              </a:solidFill>
              <a:cs typeface="Segoe UI"/>
            </a:endParaRPr>
          </a:p>
          <a:p>
            <a:pPr marL="9803">
              <a:spcBef>
                <a:spcPts val="73"/>
              </a:spcBef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chemeClr val="tx1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Example</a:t>
            </a:r>
            <a:r>
              <a:rPr lang="en-US" sz="1800" spc="12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chemeClr val="tx1"/>
                </a:solidFill>
                <a:cs typeface="Segoe UI"/>
              </a:rPr>
              <a:t>of</a:t>
            </a:r>
            <a:r>
              <a:rPr lang="en-US" sz="1800" spc="24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remapping</a:t>
            </a:r>
            <a:r>
              <a:rPr lang="en-US" sz="1800" spc="49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mouse</a:t>
            </a:r>
            <a:r>
              <a:rPr lang="en-US" sz="1800" spc="28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buttons,</a:t>
            </a:r>
            <a:r>
              <a:rPr lang="en-US" sz="1800" spc="41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chemeClr val="tx1"/>
                </a:solidFill>
                <a:cs typeface="Segoe UI"/>
              </a:rPr>
              <a:t>to</a:t>
            </a:r>
            <a:r>
              <a:rPr lang="en-US" sz="1800" spc="28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chemeClr val="tx1"/>
                </a:solidFill>
                <a:cs typeface="Segoe UI"/>
              </a:rPr>
              <a:t>make</a:t>
            </a:r>
            <a:r>
              <a:rPr lang="en-US" sz="1800" spc="28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chemeClr val="tx1"/>
                </a:solidFill>
                <a:cs typeface="Segoe UI"/>
              </a:rPr>
              <a:t>the</a:t>
            </a:r>
            <a:r>
              <a:rPr lang="en-US" sz="1800" spc="12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mouse</a:t>
            </a:r>
            <a:r>
              <a:rPr lang="en-US" sz="1800" spc="49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suitable</a:t>
            </a:r>
            <a:r>
              <a:rPr lang="en-US" sz="1800" spc="33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chemeClr val="tx1"/>
                </a:solidFill>
                <a:cs typeface="Segoe UI"/>
              </a:rPr>
              <a:t>for</a:t>
            </a:r>
            <a:r>
              <a:rPr lang="en-US" sz="1800" spc="8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noProof="0" dirty="0">
                <a:solidFill>
                  <a:schemeClr val="tx1"/>
                </a:solidFill>
                <a:cs typeface="Segoe UI"/>
              </a:rPr>
              <a:t>left-handed</a:t>
            </a:r>
            <a:r>
              <a:rPr lang="en-US" sz="1800" spc="65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chemeClr val="tx1"/>
                </a:solidFill>
                <a:cs typeface="Segoe UI"/>
              </a:rPr>
              <a:t>operation:</a:t>
            </a:r>
          </a:p>
          <a:p>
            <a:pPr marL="423003" lvl="1" indent="-233204">
              <a:lnSpc>
                <a:spcPct val="100000"/>
              </a:lnSpc>
              <a:spcBef>
                <a:spcPts val="77"/>
              </a:spcBef>
              <a:buFont typeface="Arial"/>
              <a:buChar char="•"/>
              <a:tabLst>
                <a:tab pos="243007" algn="l"/>
                <a:tab pos="243523" algn="l"/>
              </a:tabLst>
            </a:pPr>
            <a:r>
              <a:rPr lang="en-US" sz="1800" spc="-98" noProof="0" dirty="0">
                <a:cs typeface="Segoe UI"/>
              </a:rPr>
              <a:t>To</a:t>
            </a:r>
            <a:r>
              <a:rPr lang="en-US" sz="1800" spc="-4" noProof="0" dirty="0">
                <a:cs typeface="Segoe UI"/>
              </a:rPr>
              <a:t> </a:t>
            </a:r>
            <a:r>
              <a:rPr lang="en-US" sz="1800" spc="-8" noProof="0" dirty="0">
                <a:cs typeface="Segoe UI"/>
              </a:rPr>
              <a:t>swap</a:t>
            </a:r>
            <a:r>
              <a:rPr lang="en-US" sz="1800" spc="16" noProof="0" dirty="0">
                <a:cs typeface="Segoe UI"/>
              </a:rPr>
              <a:t> </a:t>
            </a:r>
            <a:r>
              <a:rPr lang="en-US" sz="1800" spc="-4" noProof="0" dirty="0">
                <a:cs typeface="Segoe UI"/>
              </a:rPr>
              <a:t>the</a:t>
            </a:r>
            <a:r>
              <a:rPr lang="en-US" sz="1800" spc="4" noProof="0" dirty="0">
                <a:cs typeface="Segoe UI"/>
              </a:rPr>
              <a:t> </a:t>
            </a:r>
            <a:r>
              <a:rPr lang="en-US" sz="1800" spc="-8" noProof="0" dirty="0">
                <a:cs typeface="Segoe UI"/>
              </a:rPr>
              <a:t>meaning</a:t>
            </a:r>
            <a:r>
              <a:rPr lang="en-US" sz="1800" spc="53" noProof="0" dirty="0">
                <a:cs typeface="Segoe UI"/>
              </a:rPr>
              <a:t> </a:t>
            </a:r>
            <a:r>
              <a:rPr lang="en-US" sz="1800" spc="-20" noProof="0" dirty="0">
                <a:cs typeface="Segoe UI"/>
              </a:rPr>
              <a:t>of</a:t>
            </a:r>
            <a:r>
              <a:rPr lang="en-US" sz="1800" spc="-8" noProof="0" dirty="0">
                <a:cs typeface="Segoe UI"/>
              </a:rPr>
              <a:t> button</a:t>
            </a:r>
            <a:r>
              <a:rPr lang="en-US" sz="1800" spc="33" noProof="0" dirty="0">
                <a:cs typeface="Segoe UI"/>
              </a:rPr>
              <a:t> </a:t>
            </a:r>
            <a:r>
              <a:rPr lang="en-US" sz="1800" spc="-4" noProof="0" dirty="0">
                <a:cs typeface="Segoe UI"/>
              </a:rPr>
              <a:t>1</a:t>
            </a:r>
            <a:r>
              <a:rPr lang="en-US" sz="1800" spc="-20" noProof="0" dirty="0">
                <a:cs typeface="Segoe UI"/>
              </a:rPr>
              <a:t> </a:t>
            </a:r>
            <a:r>
              <a:rPr lang="en-US" sz="1800" spc="-8" noProof="0" dirty="0">
                <a:cs typeface="Segoe UI"/>
              </a:rPr>
              <a:t>and</a:t>
            </a:r>
            <a:r>
              <a:rPr lang="en-US" sz="1800" spc="16" noProof="0" dirty="0">
                <a:cs typeface="Segoe UI"/>
              </a:rPr>
              <a:t> </a:t>
            </a:r>
            <a:r>
              <a:rPr lang="en-US" sz="1800" spc="-8" noProof="0" dirty="0">
                <a:cs typeface="Segoe UI"/>
              </a:rPr>
              <a:t>3,</a:t>
            </a:r>
            <a:r>
              <a:rPr lang="en-US" sz="1800" noProof="0" dirty="0">
                <a:cs typeface="Segoe UI"/>
              </a:rPr>
              <a:t> </a:t>
            </a:r>
            <a:r>
              <a:rPr lang="en-US" sz="1800" spc="-8" noProof="0" dirty="0">
                <a:cs typeface="Segoe UI"/>
              </a:rPr>
              <a:t>using</a:t>
            </a:r>
            <a:r>
              <a:rPr lang="en-US" sz="1800" spc="-4" noProof="0" dirty="0">
                <a:cs typeface="Segoe UI"/>
              </a:rPr>
              <a:t> the</a:t>
            </a:r>
            <a:r>
              <a:rPr lang="en-US" sz="1800" spc="28" noProof="0" dirty="0"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xmodmap</a:t>
            </a:r>
            <a:r>
              <a:rPr lang="en-US" sz="1800" b="1" spc="8" noProof="0" dirty="0">
                <a:solidFill>
                  <a:srgbClr val="0000C7"/>
                </a:solidFill>
                <a:latin typeface="Montserrat" panose="00000500000000000000" pitchFamily="2" charset="0"/>
                <a:cs typeface="Segoe UI"/>
              </a:rPr>
              <a:t> </a:t>
            </a:r>
            <a:r>
              <a:rPr lang="en-US" sz="1800" spc="-8" noProof="0" dirty="0">
                <a:cs typeface="Segoe UI"/>
              </a:rPr>
              <a:t>utility:</a:t>
            </a:r>
            <a:endParaRPr lang="en-US" sz="1800" noProof="0" dirty="0">
              <a:cs typeface="Segoe UI"/>
            </a:endParaRPr>
          </a:p>
          <a:p>
            <a:pPr marL="9803">
              <a:spcBef>
                <a:spcPts val="73"/>
              </a:spcBef>
              <a:tabLst>
                <a:tab pos="289957" algn="l"/>
                <a:tab pos="290473" algn="l"/>
              </a:tabLst>
            </a:pPr>
            <a:endParaRPr lang="en-US" sz="1600" noProof="0" dirty="0">
              <a:solidFill>
                <a:schemeClr val="tx1"/>
              </a:solidFill>
              <a:latin typeface="Montserrat" panose="00000500000000000000" pitchFamily="2" charset="0"/>
              <a:cs typeface="Segoe UI"/>
            </a:endParaRPr>
          </a:p>
          <a:p>
            <a:pPr marL="289957" indent="-280154">
              <a:spcBef>
                <a:spcPts val="73"/>
              </a:spcBef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spc="-8" noProof="0" dirty="0">
              <a:solidFill>
                <a:schemeClr val="tx1"/>
              </a:solidFill>
              <a:latin typeface="Montserrat" panose="00000500000000000000" pitchFamily="2" charset="0"/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264FB6-AD89-A77B-6BE4-D6B83203E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0670" y="5147669"/>
            <a:ext cx="6770077" cy="601447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 marR="0" lvl="0" indent="0" algn="l" defTabSz="914400" rtl="0" eaLnBrk="1" fontAlgn="auto" latinLnBrk="0" hangingPunct="1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8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xmodmap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-e 'pointer = 3 2 1</a:t>
            </a:r>
            <a:r>
              <a:rPr kumimoji="0" lang="en-US" sz="1800" b="1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4 5'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8423" marR="0" lvl="0" indent="0" algn="l" defTabSz="914400" rtl="0" eaLnBrk="1" fontAlgn="auto" latinLnBrk="0" hangingPunct="1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[...]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D01739E8-0BA2-9538-6021-35DCD2D4D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742114"/>
              </p:ext>
            </p:extLst>
          </p:nvPr>
        </p:nvGraphicFramePr>
        <p:xfrm>
          <a:off x="2340880" y="2191173"/>
          <a:ext cx="7509656" cy="19224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62104">
                  <a:extLst>
                    <a:ext uri="{9D8B030D-6E8A-4147-A177-3AD203B41FA5}">
                      <a16:colId xmlns:a16="http://schemas.microsoft.com/office/drawing/2014/main" val="3212181496"/>
                    </a:ext>
                  </a:extLst>
                </a:gridCol>
                <a:gridCol w="5647552">
                  <a:extLst>
                    <a:ext uri="{9D8B030D-6E8A-4147-A177-3AD203B41FA5}">
                      <a16:colId xmlns:a16="http://schemas.microsoft.com/office/drawing/2014/main" val="19067573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587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spc="-8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xwininfo</a:t>
                      </a:r>
                      <a:endParaRPr lang="en-US" sz="1800" noProof="0" dirty="0">
                        <a:latin typeface="Hack" panose="020B060903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Window display 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428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xprop</a:t>
                      </a:r>
                      <a:endParaRPr lang="en-US" sz="1800" noProof="0" dirty="0">
                        <a:latin typeface="Hack" panose="020B060903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Display detail for font or window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796257"/>
                  </a:ext>
                </a:extLst>
              </a:tr>
              <a:tr h="444190">
                <a:tc>
                  <a:txBody>
                    <a:bodyPr/>
                    <a:lstStyle/>
                    <a:p>
                      <a:r>
                        <a:rPr lang="en-US" sz="1800" b="1" spc="-4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xrdb</a:t>
                      </a:r>
                      <a:endParaRPr lang="en-US" sz="1800" noProof="0" dirty="0">
                        <a:latin typeface="Hack" panose="020B060903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X resource database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883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spc="-8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x</a:t>
                      </a:r>
                      <a:r>
                        <a:rPr lang="en-US" sz="1800" b="1" spc="4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m</a:t>
                      </a:r>
                      <a:r>
                        <a:rPr lang="en-US" sz="1800" b="1" spc="-4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o</a:t>
                      </a:r>
                      <a:r>
                        <a:rPr lang="en-US" sz="1800" b="1" spc="-8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d</a:t>
                      </a:r>
                      <a:r>
                        <a:rPr lang="en-US" sz="1800" b="1" spc="4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m</a:t>
                      </a:r>
                      <a:r>
                        <a:rPr lang="en-US" sz="1800" b="1" spc="-8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a</a:t>
                      </a:r>
                      <a:r>
                        <a:rPr lang="en-US" sz="1800" b="1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p</a:t>
                      </a:r>
                      <a:endParaRPr lang="en-US" sz="1800" noProof="0" dirty="0">
                        <a:latin typeface="Hack" panose="020B060903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/>
                        <a:t>To modify keymaps and pointer button mappings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507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9554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Remote display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96DDF4F-C722-BCFF-06EA-FB1B210457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09187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3B89253-9B64-C4F7-03EB-01B28065DC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Displaying on other machines (x.org only)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Use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0000C7"/>
                </a:solidFill>
                <a:latin typeface="GungsuhChe" panose="02030609000101010101" pitchFamily="49" charset="-127"/>
                <a:ea typeface="GungsuhChe" panose="02030609000101010101" pitchFamily="49" charset="-127"/>
                <a:cs typeface="Segoe UI"/>
              </a:rPr>
              <a:t>xhost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control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remote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access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your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display</a:t>
            </a:r>
            <a:r>
              <a:rPr lang="en-US" spc="-4" dirty="0">
                <a:solidFill>
                  <a:srgbClr val="2D2C2C"/>
                </a:solidFill>
                <a:cs typeface="Segoe UI"/>
              </a:rPr>
              <a:t>:</a:t>
            </a:r>
            <a:endParaRPr lang="en-US" sz="1800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Consider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other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access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control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methods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techniques: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MAC</a:t>
            </a:r>
            <a:r>
              <a:rPr lang="en-US" sz="1800" spc="-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configuration</a:t>
            </a:r>
            <a:r>
              <a:rPr lang="en-US" sz="18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+mn-lt"/>
                <a:cs typeface="Segoe UI"/>
              </a:rPr>
              <a:t>SELinux</a:t>
            </a:r>
            <a:r>
              <a:rPr lang="en-US" sz="1800" b="1" spc="20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or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+mn-lt"/>
                <a:cs typeface="Segoe UI"/>
              </a:rPr>
              <a:t>AppArmour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Firewall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rules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(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firewalld</a:t>
            </a:r>
            <a:r>
              <a:rPr lang="en-US" sz="1800" b="1" spc="-20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and/or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iptables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)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b="1" spc="-8" noProof="0" dirty="0" err="1">
                <a:solidFill>
                  <a:srgbClr val="0000C7"/>
                </a:solidFill>
                <a:latin typeface="+mn-lt"/>
                <a:cs typeface="Segoe UI"/>
              </a:rPr>
              <a:t>Xorg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parameters</a:t>
            </a:r>
            <a:r>
              <a:rPr lang="en-US" sz="1800" spc="6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(port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listening,</a:t>
            </a:r>
            <a:r>
              <a:rPr lang="en-US" sz="1800" spc="8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0000C7"/>
                </a:solidFill>
                <a:latin typeface="+mn-lt"/>
                <a:cs typeface="Segoe UI"/>
              </a:rPr>
              <a:t>XDMPC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)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Any</a:t>
            </a:r>
            <a:r>
              <a:rPr lang="en-US" sz="1800" spc="-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additional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(e.g.,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xauth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) settings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Desktop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manager's</a:t>
            </a:r>
            <a:r>
              <a:rPr lang="en-US" sz="18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(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gdm</a:t>
            </a:r>
            <a:r>
              <a:rPr lang="en-US" sz="1800" spc="-8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800" spc="41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16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kde</a:t>
            </a:r>
            <a:r>
              <a:rPr lang="en-US" sz="1800" spc="-16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800" spc="41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lxde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,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etc.)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setting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and configuration</a:t>
            </a:r>
            <a:endParaRPr lang="en-US" sz="1800" noProof="0" dirty="0">
              <a:latin typeface="+mn-lt"/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7F3DEAE-6F92-4C5D-7F40-E81F3F52B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937" y="2867643"/>
            <a:ext cx="6770077" cy="601447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 marR="0" lvl="0" indent="0" algn="l" defTabSz="914400" rtl="0" eaLnBrk="1" fontAlgn="auto" latinLnBrk="0" hangingPunct="1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4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xhost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+yogi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8423" marR="0" lvl="0" indent="0" algn="l" defTabSz="914400" rtl="0" eaLnBrk="1" fontAlgn="auto" latinLnBrk="0" hangingPunct="1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You are being added to access control list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ADDBCF-9BD0-9CD2-5B2F-97A84F86B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938" y="2150014"/>
            <a:ext cx="6770077" cy="601447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 marR="0" lvl="0" indent="0" algn="l" defTabSz="914400" rtl="0" eaLnBrk="1" fontAlgn="auto" latinLnBrk="0" hangingPunct="1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4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xhost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+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8423" marR="0" lvl="0" indent="0" algn="l" defTabSz="914400" rtl="0" eaLnBrk="1" fontAlgn="auto" latinLnBrk="0" hangingPunct="1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access control disabled, clients can connect from any host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727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158EBF-EEFA-F1EE-752B-3955A0FEE0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Specifying other machines displays (x.org only)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Using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local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remote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hosts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display</a:t>
            </a:r>
            <a:r>
              <a:rPr lang="en-US" sz="1800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cs typeface="Segoe UI"/>
              </a:rPr>
              <a:t>X</a:t>
            </a:r>
            <a:r>
              <a:rPr lang="en-US" sz="1800" b="1" spc="-4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applications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For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this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session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only,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or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permanently</a:t>
            </a:r>
            <a:endParaRPr lang="en-US" sz="1800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827E9C4-BC4B-0F91-B96D-52FFA7E4A9A4}"/>
              </a:ext>
            </a:extLst>
          </p:cNvPr>
          <p:cNvGrpSpPr/>
          <p:nvPr/>
        </p:nvGrpSpPr>
        <p:grpSpPr>
          <a:xfrm>
            <a:off x="2322942" y="2863202"/>
            <a:ext cx="7544527" cy="3119065"/>
            <a:chOff x="1574572" y="2678486"/>
            <a:chExt cx="8903626" cy="3119065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C2EFA937-43A7-7259-581B-7D3AA3FC4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5537" y="5180715"/>
              <a:ext cx="6765178" cy="616836"/>
            </a:xfrm>
            <a:prstGeom prst="rect">
              <a:avLst/>
            </a:prstGeom>
            <a:solidFill>
              <a:schemeClr val="tx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>
              <a:outerShdw blurRad="50800" dist="50800" dir="2700000" algn="ctr" rotWithShape="0">
                <a:schemeClr val="bg2">
                  <a:lumMod val="90000"/>
                </a:schemeClr>
              </a:outerShdw>
            </a:effectLst>
          </p:spPr>
          <p:txBody>
            <a:bodyPr wrap="square" lIns="95250" tIns="91440" rIns="95250" bIns="50800">
              <a:spAutoFit/>
            </a:bodyPr>
            <a:lstStyle/>
            <a:p>
              <a:pPr marL="78423" marR="0" lvl="0" indent="0" algn="l" defTabSz="914400" rtl="0" eaLnBrk="1" fontAlgn="auto" latinLnBrk="0" hangingPunct="1">
                <a:lnSpc>
                  <a:spcPts val="182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-4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$</a:t>
              </a:r>
              <a:r>
                <a:rPr kumimoji="0" lang="en-US" sz="1800" b="0" i="0" u="none" strike="noStrike" kern="1200" cap="none" spc="-8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kumimoji="0" lang="en-US" sz="1800" b="1" i="0" u="none" strike="noStrike" kern="1200" cap="none" spc="-4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export DISPLAY=m3:0</a:t>
              </a:r>
            </a:p>
            <a:p>
              <a:pPr marL="78423" marR="0" lvl="0" indent="0" algn="l" defTabSz="914400" rtl="0" eaLnBrk="1" fontAlgn="auto" latinLnBrk="0" hangingPunct="1">
                <a:lnSpc>
                  <a:spcPts val="182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-4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$</a:t>
              </a:r>
              <a:r>
                <a:rPr kumimoji="0" lang="en-US" sz="1800" b="0" i="0" u="none" strike="noStrike" kern="1200" cap="none" spc="-8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kumimoji="0" lang="en-US" sz="1800" b="1" i="0" u="none" strike="noStrike" kern="1200" cap="none" spc="-4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xclock</a:t>
              </a:r>
              <a:r>
                <a:rPr kumimoji="0" lang="en-US" sz="1800" b="1" i="0" u="none" strike="noStrike" kern="1200" cap="none" spc="-4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&amp;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35C04744-854C-8B5F-2130-777F20973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7952" y="4657011"/>
              <a:ext cx="6765178" cy="386003"/>
            </a:xfrm>
            <a:prstGeom prst="rect">
              <a:avLst/>
            </a:prstGeom>
            <a:solidFill>
              <a:schemeClr val="tx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>
              <a:outerShdw blurRad="50800" dist="50800" dir="2700000" algn="ctr" rotWithShape="0">
                <a:schemeClr val="bg2">
                  <a:lumMod val="90000"/>
                </a:schemeClr>
              </a:outerShdw>
            </a:effectLst>
          </p:spPr>
          <p:txBody>
            <a:bodyPr wrap="square" lIns="95250" tIns="91440" rIns="95250" bIns="50800">
              <a:spAutoFit/>
            </a:bodyPr>
            <a:lstStyle/>
            <a:p>
              <a:pPr marL="78423" marR="0" lvl="0" indent="0" algn="l" defTabSz="914400" rtl="0" eaLnBrk="1" fontAlgn="auto" latinLnBrk="0" hangingPunct="1">
                <a:lnSpc>
                  <a:spcPts val="182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-4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$</a:t>
              </a:r>
              <a:r>
                <a:rPr kumimoji="0" lang="en-US" sz="1800" b="0" i="0" u="none" strike="noStrike" kern="1200" cap="none" spc="-8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kumimoji="0" lang="en-US" sz="1800" b="1" i="0" u="none" strike="noStrike" kern="1200" cap="none" spc="-4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xclock</a:t>
              </a:r>
              <a:r>
                <a:rPr kumimoji="0" lang="en-US" sz="1800" b="1" i="0" u="none" strike="noStrike" kern="1200" cap="none" spc="-4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–display m2:0 &amp;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90335313-6B45-ACB2-6E0B-92080356F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0741" y="4133308"/>
              <a:ext cx="6765178" cy="386003"/>
            </a:xfrm>
            <a:prstGeom prst="rect">
              <a:avLst/>
            </a:prstGeom>
            <a:solidFill>
              <a:schemeClr val="tx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>
              <a:outerShdw blurRad="50800" dist="50800" dir="2700000" algn="ctr" rotWithShape="0">
                <a:schemeClr val="bg2">
                  <a:lumMod val="90000"/>
                </a:schemeClr>
              </a:outerShdw>
            </a:effectLst>
          </p:spPr>
          <p:txBody>
            <a:bodyPr wrap="square" lIns="95250" tIns="91440" rIns="95250" bIns="50800">
              <a:spAutoFit/>
            </a:bodyPr>
            <a:lstStyle/>
            <a:p>
              <a:pPr marL="78423" marR="0" lvl="0" indent="0" algn="l" defTabSz="914400" rtl="0" eaLnBrk="1" fontAlgn="auto" latinLnBrk="0" hangingPunct="1">
                <a:lnSpc>
                  <a:spcPts val="182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-4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$</a:t>
              </a:r>
              <a:r>
                <a:rPr kumimoji="0" lang="en-US" sz="1800" b="0" i="0" u="none" strike="noStrike" kern="1200" cap="none" spc="-8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kumimoji="0" lang="en-US" sz="1800" b="1" i="0" u="none" strike="noStrike" kern="1200" cap="none" spc="-4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xclock</a:t>
              </a:r>
              <a:r>
                <a:rPr kumimoji="0" lang="en-US" sz="1800" b="1" i="0" u="none" strike="noStrike" kern="1200" cap="none" spc="-4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&amp;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grpSp>
          <p:nvGrpSpPr>
            <p:cNvPr id="11" name="object 10">
              <a:extLst>
                <a:ext uri="{FF2B5EF4-FFF2-40B4-BE49-F238E27FC236}">
                  <a16:creationId xmlns:a16="http://schemas.microsoft.com/office/drawing/2014/main" id="{DB7F46DF-F40E-A924-04A3-D98722096D23}"/>
                </a:ext>
              </a:extLst>
            </p:cNvPr>
            <p:cNvGrpSpPr/>
            <p:nvPr/>
          </p:nvGrpSpPr>
          <p:grpSpPr>
            <a:xfrm>
              <a:off x="1595302" y="2695687"/>
              <a:ext cx="8882896" cy="912178"/>
              <a:chOff x="556679" y="2526461"/>
              <a:chExt cx="10932795" cy="1122680"/>
            </a:xfrm>
          </p:grpSpPr>
          <p:sp>
            <p:nvSpPr>
              <p:cNvPr id="78" name="object 11">
                <a:extLst>
                  <a:ext uri="{FF2B5EF4-FFF2-40B4-BE49-F238E27FC236}">
                    <a16:creationId xmlns:a16="http://schemas.microsoft.com/office/drawing/2014/main" id="{21C1F0BD-E2B5-1089-C2E9-12A020C03260}"/>
                  </a:ext>
                </a:extLst>
              </p:cNvPr>
              <p:cNvSpPr/>
              <p:nvPr/>
            </p:nvSpPr>
            <p:spPr>
              <a:xfrm>
                <a:off x="556679" y="3331718"/>
                <a:ext cx="10932795" cy="90805"/>
              </a:xfrm>
              <a:custGeom>
                <a:avLst/>
                <a:gdLst/>
                <a:ahLst/>
                <a:cxnLst/>
                <a:rect l="l" t="t" r="r" b="b"/>
                <a:pathLst>
                  <a:path w="10932795" h="90804">
                    <a:moveTo>
                      <a:pt x="12" y="0"/>
                    </a:moveTo>
                    <a:lnTo>
                      <a:pt x="12" y="29591"/>
                    </a:lnTo>
                    <a:lnTo>
                      <a:pt x="10932629" y="31115"/>
                    </a:lnTo>
                    <a:lnTo>
                      <a:pt x="10932629" y="1524"/>
                    </a:lnTo>
                    <a:lnTo>
                      <a:pt x="12" y="0"/>
                    </a:lnTo>
                    <a:close/>
                  </a:path>
                  <a:path w="10932795" h="90804">
                    <a:moveTo>
                      <a:pt x="0" y="59182"/>
                    </a:moveTo>
                    <a:lnTo>
                      <a:pt x="0" y="88900"/>
                    </a:lnTo>
                    <a:lnTo>
                      <a:pt x="10932629" y="90424"/>
                    </a:lnTo>
                    <a:lnTo>
                      <a:pt x="10932629" y="60833"/>
                    </a:lnTo>
                    <a:lnTo>
                      <a:pt x="0" y="59182"/>
                    </a:lnTo>
                    <a:close/>
                  </a:path>
                </a:pathLst>
              </a:custGeom>
              <a:solidFill>
                <a:srgbClr val="00284E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  <p:pic>
            <p:nvPicPr>
              <p:cNvPr id="79" name="object 12">
                <a:extLst>
                  <a:ext uri="{FF2B5EF4-FFF2-40B4-BE49-F238E27FC236}">
                    <a16:creationId xmlns:a16="http://schemas.microsoft.com/office/drawing/2014/main" id="{2A9BF047-0CCA-D232-1CF9-CFF57A8BB429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020521" y="2526461"/>
                <a:ext cx="1870329" cy="1122629"/>
              </a:xfrm>
              <a:prstGeom prst="rect">
                <a:avLst/>
              </a:prstGeom>
            </p:spPr>
          </p:pic>
          <p:sp>
            <p:nvSpPr>
              <p:cNvPr id="80" name="object 13">
                <a:extLst>
                  <a:ext uri="{FF2B5EF4-FFF2-40B4-BE49-F238E27FC236}">
                    <a16:creationId xmlns:a16="http://schemas.microsoft.com/office/drawing/2014/main" id="{22B747F9-0754-ACD5-26B1-212617DE6354}"/>
                  </a:ext>
                </a:extLst>
              </p:cNvPr>
              <p:cNvSpPr/>
              <p:nvPr/>
            </p:nvSpPr>
            <p:spPr>
              <a:xfrm>
                <a:off x="1338452" y="2604389"/>
                <a:ext cx="1187450" cy="552450"/>
              </a:xfrm>
              <a:custGeom>
                <a:avLst/>
                <a:gdLst/>
                <a:ahLst/>
                <a:cxnLst/>
                <a:rect l="l" t="t" r="r" b="b"/>
                <a:pathLst>
                  <a:path w="1187450" h="552450">
                    <a:moveTo>
                      <a:pt x="1165860" y="0"/>
                    </a:moveTo>
                    <a:lnTo>
                      <a:pt x="21335" y="0"/>
                    </a:lnTo>
                    <a:lnTo>
                      <a:pt x="13019" y="1670"/>
                    </a:lnTo>
                    <a:lnTo>
                      <a:pt x="6238" y="6223"/>
                    </a:lnTo>
                    <a:lnTo>
                      <a:pt x="1672" y="12965"/>
                    </a:lnTo>
                    <a:lnTo>
                      <a:pt x="0" y="21209"/>
                    </a:lnTo>
                    <a:lnTo>
                      <a:pt x="0" y="530987"/>
                    </a:lnTo>
                    <a:lnTo>
                      <a:pt x="1672" y="539230"/>
                    </a:lnTo>
                    <a:lnTo>
                      <a:pt x="6238" y="545973"/>
                    </a:lnTo>
                    <a:lnTo>
                      <a:pt x="13019" y="550525"/>
                    </a:lnTo>
                    <a:lnTo>
                      <a:pt x="21335" y="552196"/>
                    </a:lnTo>
                    <a:lnTo>
                      <a:pt x="1165860" y="552196"/>
                    </a:lnTo>
                    <a:lnTo>
                      <a:pt x="1174176" y="550525"/>
                    </a:lnTo>
                    <a:lnTo>
                      <a:pt x="1180957" y="545973"/>
                    </a:lnTo>
                    <a:lnTo>
                      <a:pt x="1185523" y="539230"/>
                    </a:lnTo>
                    <a:lnTo>
                      <a:pt x="1187196" y="530987"/>
                    </a:lnTo>
                    <a:lnTo>
                      <a:pt x="1187196" y="21209"/>
                    </a:lnTo>
                    <a:lnTo>
                      <a:pt x="1185523" y="12965"/>
                    </a:lnTo>
                    <a:lnTo>
                      <a:pt x="1180957" y="6223"/>
                    </a:lnTo>
                    <a:lnTo>
                      <a:pt x="1174176" y="1670"/>
                    </a:lnTo>
                    <a:lnTo>
                      <a:pt x="1165860" y="0"/>
                    </a:lnTo>
                    <a:close/>
                  </a:path>
                </a:pathLst>
              </a:custGeom>
              <a:solidFill>
                <a:srgbClr val="00519C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  <p:sp>
            <p:nvSpPr>
              <p:cNvPr id="81" name="object 14">
                <a:extLst>
                  <a:ext uri="{FF2B5EF4-FFF2-40B4-BE49-F238E27FC236}">
                    <a16:creationId xmlns:a16="http://schemas.microsoft.com/office/drawing/2014/main" id="{C1514A4C-1CB6-A8D9-23D5-947B9A2D2B67}"/>
                  </a:ext>
                </a:extLst>
              </p:cNvPr>
              <p:cNvSpPr/>
              <p:nvPr/>
            </p:nvSpPr>
            <p:spPr>
              <a:xfrm>
                <a:off x="1338452" y="2604389"/>
                <a:ext cx="1187450" cy="552450"/>
              </a:xfrm>
              <a:custGeom>
                <a:avLst/>
                <a:gdLst/>
                <a:ahLst/>
                <a:cxnLst/>
                <a:rect l="l" t="t" r="r" b="b"/>
                <a:pathLst>
                  <a:path w="1187450" h="552450">
                    <a:moveTo>
                      <a:pt x="0" y="21209"/>
                    </a:moveTo>
                    <a:lnTo>
                      <a:pt x="1672" y="12965"/>
                    </a:lnTo>
                    <a:lnTo>
                      <a:pt x="6238" y="6223"/>
                    </a:lnTo>
                    <a:lnTo>
                      <a:pt x="13019" y="1670"/>
                    </a:lnTo>
                    <a:lnTo>
                      <a:pt x="21335" y="0"/>
                    </a:lnTo>
                    <a:lnTo>
                      <a:pt x="1165860" y="0"/>
                    </a:lnTo>
                    <a:lnTo>
                      <a:pt x="1174176" y="1670"/>
                    </a:lnTo>
                    <a:lnTo>
                      <a:pt x="1180957" y="6222"/>
                    </a:lnTo>
                    <a:lnTo>
                      <a:pt x="1185523" y="12965"/>
                    </a:lnTo>
                    <a:lnTo>
                      <a:pt x="1187196" y="21209"/>
                    </a:lnTo>
                    <a:lnTo>
                      <a:pt x="1187196" y="530987"/>
                    </a:lnTo>
                    <a:lnTo>
                      <a:pt x="1185523" y="539230"/>
                    </a:lnTo>
                    <a:lnTo>
                      <a:pt x="1180957" y="545973"/>
                    </a:lnTo>
                    <a:lnTo>
                      <a:pt x="1174176" y="550525"/>
                    </a:lnTo>
                    <a:lnTo>
                      <a:pt x="1165860" y="552196"/>
                    </a:lnTo>
                    <a:lnTo>
                      <a:pt x="21335" y="552196"/>
                    </a:lnTo>
                    <a:lnTo>
                      <a:pt x="13019" y="550525"/>
                    </a:lnTo>
                    <a:lnTo>
                      <a:pt x="6238" y="545973"/>
                    </a:lnTo>
                    <a:lnTo>
                      <a:pt x="1672" y="539230"/>
                    </a:lnTo>
                    <a:lnTo>
                      <a:pt x="0" y="530987"/>
                    </a:lnTo>
                    <a:lnTo>
                      <a:pt x="0" y="21209"/>
                    </a:lnTo>
                    <a:close/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  <p:sp>
            <p:nvSpPr>
              <p:cNvPr id="82" name="object 15">
                <a:extLst>
                  <a:ext uri="{FF2B5EF4-FFF2-40B4-BE49-F238E27FC236}">
                    <a16:creationId xmlns:a16="http://schemas.microsoft.com/office/drawing/2014/main" id="{DAFC6FA4-0715-D26C-8FC3-D901572D70FA}"/>
                  </a:ext>
                </a:extLst>
              </p:cNvPr>
              <p:cNvSpPr/>
              <p:nvPr/>
            </p:nvSpPr>
            <p:spPr>
              <a:xfrm>
                <a:off x="1432941" y="2704858"/>
                <a:ext cx="912494" cy="271780"/>
              </a:xfrm>
              <a:custGeom>
                <a:avLst/>
                <a:gdLst/>
                <a:ahLst/>
                <a:cxnLst/>
                <a:rect l="l" t="t" r="r" b="b"/>
                <a:pathLst>
                  <a:path w="912494" h="271780">
                    <a:moveTo>
                      <a:pt x="912279" y="0"/>
                    </a:moveTo>
                    <a:lnTo>
                      <a:pt x="0" y="0"/>
                    </a:lnTo>
                    <a:lnTo>
                      <a:pt x="0" y="271640"/>
                    </a:lnTo>
                    <a:lnTo>
                      <a:pt x="912279" y="271640"/>
                    </a:lnTo>
                    <a:lnTo>
                      <a:pt x="912279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  <p:sp>
            <p:nvSpPr>
              <p:cNvPr id="83" name="object 16">
                <a:extLst>
                  <a:ext uri="{FF2B5EF4-FFF2-40B4-BE49-F238E27FC236}">
                    <a16:creationId xmlns:a16="http://schemas.microsoft.com/office/drawing/2014/main" id="{E97526E2-7403-6D89-6E0C-A2DFC6B40C47}"/>
                  </a:ext>
                </a:extLst>
              </p:cNvPr>
              <p:cNvSpPr/>
              <p:nvPr/>
            </p:nvSpPr>
            <p:spPr>
              <a:xfrm>
                <a:off x="1432941" y="2704858"/>
                <a:ext cx="912494" cy="271780"/>
              </a:xfrm>
              <a:custGeom>
                <a:avLst/>
                <a:gdLst/>
                <a:ahLst/>
                <a:cxnLst/>
                <a:rect l="l" t="t" r="r" b="b"/>
                <a:pathLst>
                  <a:path w="912494" h="271780">
                    <a:moveTo>
                      <a:pt x="0" y="271640"/>
                    </a:moveTo>
                    <a:lnTo>
                      <a:pt x="912279" y="271640"/>
                    </a:lnTo>
                    <a:lnTo>
                      <a:pt x="912279" y="0"/>
                    </a:lnTo>
                    <a:lnTo>
                      <a:pt x="0" y="0"/>
                    </a:lnTo>
                    <a:lnTo>
                      <a:pt x="0" y="271640"/>
                    </a:lnTo>
                    <a:close/>
                  </a:path>
                </a:pathLst>
              </a:custGeom>
              <a:ln w="12600">
                <a:solidFill>
                  <a:srgbClr val="000066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object 30">
              <a:extLst>
                <a:ext uri="{FF2B5EF4-FFF2-40B4-BE49-F238E27FC236}">
                  <a16:creationId xmlns:a16="http://schemas.microsoft.com/office/drawing/2014/main" id="{E1C084F8-970F-71CD-ADA0-6B3D90D87A32}"/>
                </a:ext>
              </a:extLst>
            </p:cNvPr>
            <p:cNvGrpSpPr/>
            <p:nvPr/>
          </p:nvGrpSpPr>
          <p:grpSpPr>
            <a:xfrm>
              <a:off x="6402778" y="4189978"/>
              <a:ext cx="2581751" cy="287377"/>
              <a:chOff x="6473571" y="4365587"/>
              <a:chExt cx="3177540" cy="353695"/>
            </a:xfrm>
          </p:grpSpPr>
          <p:pic>
            <p:nvPicPr>
              <p:cNvPr id="76" name="object 31">
                <a:extLst>
                  <a:ext uri="{FF2B5EF4-FFF2-40B4-BE49-F238E27FC236}">
                    <a16:creationId xmlns:a16="http://schemas.microsoft.com/office/drawing/2014/main" id="{C338C03F-4283-C0ED-C568-358377F2E101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479921" y="4371937"/>
                <a:ext cx="3164458" cy="340652"/>
              </a:xfrm>
              <a:prstGeom prst="rect">
                <a:avLst/>
              </a:prstGeom>
            </p:spPr>
          </p:pic>
          <p:sp>
            <p:nvSpPr>
              <p:cNvPr id="77" name="object 32">
                <a:extLst>
                  <a:ext uri="{FF2B5EF4-FFF2-40B4-BE49-F238E27FC236}">
                    <a16:creationId xmlns:a16="http://schemas.microsoft.com/office/drawing/2014/main" id="{8F7C76A8-3250-323C-9242-7BC623741D55}"/>
                  </a:ext>
                </a:extLst>
              </p:cNvPr>
              <p:cNvSpPr/>
              <p:nvPr/>
            </p:nvSpPr>
            <p:spPr>
              <a:xfrm>
                <a:off x="6479921" y="4371937"/>
                <a:ext cx="3164840" cy="340995"/>
              </a:xfrm>
              <a:custGeom>
                <a:avLst/>
                <a:gdLst/>
                <a:ahLst/>
                <a:cxnLst/>
                <a:rect l="l" t="t" r="r" b="b"/>
                <a:pathLst>
                  <a:path w="3164840" h="340995">
                    <a:moveTo>
                      <a:pt x="0" y="340652"/>
                    </a:moveTo>
                    <a:lnTo>
                      <a:pt x="3164458" y="340652"/>
                    </a:lnTo>
                    <a:lnTo>
                      <a:pt x="3164458" y="0"/>
                    </a:lnTo>
                    <a:lnTo>
                      <a:pt x="0" y="0"/>
                    </a:lnTo>
                    <a:lnTo>
                      <a:pt x="0" y="340652"/>
                    </a:lnTo>
                    <a:close/>
                  </a:path>
                </a:pathLst>
              </a:custGeom>
              <a:ln w="1270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13" name="object 33">
              <a:extLst>
                <a:ext uri="{FF2B5EF4-FFF2-40B4-BE49-F238E27FC236}">
                  <a16:creationId xmlns:a16="http://schemas.microsoft.com/office/drawing/2014/main" id="{5243AEF6-6C2B-7718-2B7E-D1CEB1DFB680}"/>
                </a:ext>
              </a:extLst>
            </p:cNvPr>
            <p:cNvSpPr txBox="1"/>
            <p:nvPr/>
          </p:nvSpPr>
          <p:spPr>
            <a:xfrm>
              <a:off x="6413096" y="4206931"/>
              <a:ext cx="2570401" cy="210996"/>
            </a:xfrm>
            <a:prstGeom prst="rect">
              <a:avLst/>
            </a:prstGeom>
          </p:spPr>
          <p:txBody>
            <a:bodyPr vert="horz" wrap="square" lIns="0" tIns="10835" rIns="0" bIns="0" rtlCol="0">
              <a:spAutoFit/>
            </a:bodyPr>
            <a:lstStyle/>
            <a:p>
              <a:pPr marL="53863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8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-4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will</a:t>
              </a:r>
              <a:r>
                <a:rPr kumimoji="0" lang="en-US" sz="1300" b="0" i="0" u="none" strike="noStrike" kern="1200" cap="none" spc="-28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 </a:t>
              </a:r>
              <a:r>
                <a:rPr kumimoji="0" lang="en-US" sz="1300" b="0" i="0" u="none" strike="noStrike" kern="1200" cap="none" spc="-4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display</a:t>
              </a:r>
              <a:r>
                <a:rPr kumimoji="0" lang="en-US" sz="1300" b="0" i="0" u="none" strike="noStrike" kern="1200" cap="none" spc="-12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 </a:t>
              </a:r>
              <a:r>
                <a:rPr kumimoji="0" lang="en-US" sz="1300" b="0" i="0" u="none" strike="noStrike" kern="1200" cap="none" spc="-4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locally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  <p:grpSp>
          <p:nvGrpSpPr>
            <p:cNvPr id="14" name="object 34">
              <a:extLst>
                <a:ext uri="{FF2B5EF4-FFF2-40B4-BE49-F238E27FC236}">
                  <a16:creationId xmlns:a16="http://schemas.microsoft.com/office/drawing/2014/main" id="{E50A68FB-2D37-6556-C4BF-624F4EDEE301}"/>
                </a:ext>
              </a:extLst>
            </p:cNvPr>
            <p:cNvGrpSpPr/>
            <p:nvPr/>
          </p:nvGrpSpPr>
          <p:grpSpPr>
            <a:xfrm>
              <a:off x="7319597" y="5200173"/>
              <a:ext cx="2956322" cy="335359"/>
              <a:chOff x="7601966" y="5608904"/>
              <a:chExt cx="3638550" cy="412750"/>
            </a:xfrm>
          </p:grpSpPr>
          <p:pic>
            <p:nvPicPr>
              <p:cNvPr id="74" name="object 35">
                <a:extLst>
                  <a:ext uri="{FF2B5EF4-FFF2-40B4-BE49-F238E27FC236}">
                    <a16:creationId xmlns:a16="http://schemas.microsoft.com/office/drawing/2014/main" id="{4ABCB63C-523C-9A4C-020D-22866D4AF3A6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7608316" y="5615254"/>
                <a:ext cx="3625723" cy="399770"/>
              </a:xfrm>
              <a:prstGeom prst="rect">
                <a:avLst/>
              </a:prstGeom>
            </p:spPr>
          </p:pic>
          <p:sp>
            <p:nvSpPr>
              <p:cNvPr id="75" name="object 36">
                <a:extLst>
                  <a:ext uri="{FF2B5EF4-FFF2-40B4-BE49-F238E27FC236}">
                    <a16:creationId xmlns:a16="http://schemas.microsoft.com/office/drawing/2014/main" id="{208A940B-8C73-4F23-8FFB-206A18A5ECDA}"/>
                  </a:ext>
                </a:extLst>
              </p:cNvPr>
              <p:cNvSpPr/>
              <p:nvPr/>
            </p:nvSpPr>
            <p:spPr>
              <a:xfrm>
                <a:off x="7608316" y="5615254"/>
                <a:ext cx="36258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3625850" h="400050">
                    <a:moveTo>
                      <a:pt x="0" y="399770"/>
                    </a:moveTo>
                    <a:lnTo>
                      <a:pt x="3625723" y="399770"/>
                    </a:lnTo>
                    <a:lnTo>
                      <a:pt x="3625723" y="0"/>
                    </a:lnTo>
                    <a:lnTo>
                      <a:pt x="0" y="0"/>
                    </a:lnTo>
                    <a:lnTo>
                      <a:pt x="0" y="399770"/>
                    </a:lnTo>
                    <a:close/>
                  </a:path>
                </a:pathLst>
              </a:custGeom>
              <a:ln w="12699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15" name="object 37">
              <a:extLst>
                <a:ext uri="{FF2B5EF4-FFF2-40B4-BE49-F238E27FC236}">
                  <a16:creationId xmlns:a16="http://schemas.microsoft.com/office/drawing/2014/main" id="{931C08D4-21A4-33A7-E827-3EE1C94D2722}"/>
                </a:ext>
              </a:extLst>
            </p:cNvPr>
            <p:cNvSpPr txBox="1"/>
            <p:nvPr/>
          </p:nvSpPr>
          <p:spPr>
            <a:xfrm>
              <a:off x="7329917" y="5225783"/>
              <a:ext cx="2949099" cy="210996"/>
            </a:xfrm>
            <a:prstGeom prst="rect">
              <a:avLst/>
            </a:prstGeom>
          </p:spPr>
          <p:txBody>
            <a:bodyPr vert="horz" wrap="square" lIns="0" tIns="10835" rIns="0" bIns="0" rtlCol="0">
              <a:spAutoFit/>
            </a:bodyPr>
            <a:lstStyle/>
            <a:p>
              <a:pPr marL="23939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8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-4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will</a:t>
              </a:r>
              <a:r>
                <a:rPr kumimoji="0" lang="en-US" sz="1300" b="0" i="0" u="none" strike="noStrike" kern="1200" cap="none" spc="-24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 </a:t>
              </a:r>
              <a:r>
                <a:rPr kumimoji="0" lang="en-US" sz="1300" b="0" i="0" u="none" strike="noStrike" kern="1200" cap="none" spc="-8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always</a:t>
              </a:r>
              <a:r>
                <a:rPr kumimoji="0" lang="en-US" sz="1300" b="0" i="0" u="none" strike="noStrike" kern="1200" cap="none" spc="4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 </a:t>
              </a:r>
              <a:r>
                <a:rPr kumimoji="0" lang="en-US" sz="1300" b="0" i="0" u="none" strike="noStrike" kern="1200" cap="none" spc="-4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display</a:t>
              </a:r>
              <a:r>
                <a:rPr kumimoji="0" lang="en-US" sz="1300" b="0" i="0" u="none" strike="noStrike" kern="1200" cap="none" spc="-8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 </a:t>
              </a:r>
              <a:r>
                <a:rPr kumimoji="0" lang="en-US" sz="1300" b="0" i="0" u="none" strike="noStrike" kern="1200" cap="none" spc="4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on</a:t>
              </a:r>
              <a:r>
                <a:rPr kumimoji="0" lang="en-US" sz="1300" b="0" i="0" u="none" strike="noStrike" kern="1200" cap="none" spc="-16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 </a:t>
              </a:r>
              <a:r>
                <a:rPr kumimoji="0" lang="en-US" sz="1300" b="0" i="0" u="none" strike="noStrike" kern="1200" cap="none" spc="4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m3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  <p:sp>
          <p:nvSpPr>
            <p:cNvPr id="16" name="object 38">
              <a:extLst>
                <a:ext uri="{FF2B5EF4-FFF2-40B4-BE49-F238E27FC236}">
                  <a16:creationId xmlns:a16="http://schemas.microsoft.com/office/drawing/2014/main" id="{A05B6BFD-6E6B-8D2D-C412-10404132CDB2}"/>
                </a:ext>
              </a:extLst>
            </p:cNvPr>
            <p:cNvSpPr txBox="1"/>
            <p:nvPr/>
          </p:nvSpPr>
          <p:spPr>
            <a:xfrm>
              <a:off x="2380734" y="2876618"/>
              <a:ext cx="305435" cy="176018"/>
            </a:xfrm>
            <a:prstGeom prst="rect">
              <a:avLst/>
            </a:prstGeom>
          </p:spPr>
          <p:txBody>
            <a:bodyPr vert="horz" wrap="square" lIns="0" tIns="516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4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x</a:t>
              </a:r>
              <a:r>
                <a:rPr kumimoji="0" lang="en-US" sz="163" b="0" i="0" u="none" strike="noStrike" kern="1200" cap="none" spc="-8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-4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&amp;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x</a:t>
              </a:r>
              <a:r>
                <a:rPr kumimoji="0" lang="en-US" sz="163" b="0" i="0" u="none" strike="noStrike" kern="1200" cap="none" spc="-8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-4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-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d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i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s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l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y 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booboo: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0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&amp;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41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D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I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S</a:t>
              </a:r>
              <a:r>
                <a:rPr kumimoji="0" lang="en-US" sz="163" b="0" i="0" u="none" strike="noStrike" kern="1200" cap="none" spc="-16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L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-16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Y=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y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og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i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: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0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;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e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xpor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t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D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I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S</a:t>
              </a:r>
              <a:r>
                <a:rPr kumimoji="0" lang="en-US" sz="163" b="0" i="0" u="none" strike="noStrike" kern="1200" cap="none" spc="-16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L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Y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x</a:t>
              </a:r>
              <a:r>
                <a:rPr kumimoji="0" lang="en-US" sz="163" b="0" i="0" u="none" strike="noStrike" kern="1200" cap="none" spc="-8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-4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&amp;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6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</p:txBody>
        </p:sp>
        <p:grpSp>
          <p:nvGrpSpPr>
            <p:cNvPr id="17" name="object 39">
              <a:extLst>
                <a:ext uri="{FF2B5EF4-FFF2-40B4-BE49-F238E27FC236}">
                  <a16:creationId xmlns:a16="http://schemas.microsoft.com/office/drawing/2014/main" id="{A0223DFA-3213-F094-2A80-13EB3EA9AF43}"/>
                </a:ext>
              </a:extLst>
            </p:cNvPr>
            <p:cNvGrpSpPr/>
            <p:nvPr/>
          </p:nvGrpSpPr>
          <p:grpSpPr>
            <a:xfrm>
              <a:off x="4660248" y="2704283"/>
              <a:ext cx="1519952" cy="954484"/>
              <a:chOff x="4328921" y="2537040"/>
              <a:chExt cx="1870710" cy="1174750"/>
            </a:xfrm>
          </p:grpSpPr>
          <p:pic>
            <p:nvPicPr>
              <p:cNvPr id="70" name="object 40">
                <a:extLst>
                  <a:ext uri="{FF2B5EF4-FFF2-40B4-BE49-F238E27FC236}">
                    <a16:creationId xmlns:a16="http://schemas.microsoft.com/office/drawing/2014/main" id="{BD17FE89-7868-5256-F797-BD25885ACD31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328921" y="2537040"/>
                <a:ext cx="1870328" cy="1174407"/>
              </a:xfrm>
              <a:prstGeom prst="rect">
                <a:avLst/>
              </a:prstGeom>
            </p:spPr>
          </p:pic>
          <p:sp>
            <p:nvSpPr>
              <p:cNvPr id="71" name="object 41">
                <a:extLst>
                  <a:ext uri="{FF2B5EF4-FFF2-40B4-BE49-F238E27FC236}">
                    <a16:creationId xmlns:a16="http://schemas.microsoft.com/office/drawing/2014/main" id="{432D8866-7494-52F4-E57F-F2FEEE10A0E2}"/>
                  </a:ext>
                </a:extLst>
              </p:cNvPr>
              <p:cNvSpPr/>
              <p:nvPr/>
            </p:nvSpPr>
            <p:spPr>
              <a:xfrm>
                <a:off x="4646802" y="2618485"/>
                <a:ext cx="1187450" cy="577850"/>
              </a:xfrm>
              <a:custGeom>
                <a:avLst/>
                <a:gdLst/>
                <a:ahLst/>
                <a:cxnLst/>
                <a:rect l="l" t="t" r="r" b="b"/>
                <a:pathLst>
                  <a:path w="1187450" h="577850">
                    <a:moveTo>
                      <a:pt x="1164971" y="0"/>
                    </a:moveTo>
                    <a:lnTo>
                      <a:pt x="22225" y="0"/>
                    </a:lnTo>
                    <a:lnTo>
                      <a:pt x="13608" y="1740"/>
                    </a:lnTo>
                    <a:lnTo>
                      <a:pt x="6540" y="6492"/>
                    </a:lnTo>
                    <a:lnTo>
                      <a:pt x="1758" y="13555"/>
                    </a:lnTo>
                    <a:lnTo>
                      <a:pt x="0" y="22225"/>
                    </a:lnTo>
                    <a:lnTo>
                      <a:pt x="0" y="555498"/>
                    </a:lnTo>
                    <a:lnTo>
                      <a:pt x="1758" y="564167"/>
                    </a:lnTo>
                    <a:lnTo>
                      <a:pt x="6540" y="571230"/>
                    </a:lnTo>
                    <a:lnTo>
                      <a:pt x="13608" y="575982"/>
                    </a:lnTo>
                    <a:lnTo>
                      <a:pt x="22225" y="577723"/>
                    </a:lnTo>
                    <a:lnTo>
                      <a:pt x="1164971" y="577723"/>
                    </a:lnTo>
                    <a:lnTo>
                      <a:pt x="1173587" y="575982"/>
                    </a:lnTo>
                    <a:lnTo>
                      <a:pt x="1180655" y="571230"/>
                    </a:lnTo>
                    <a:lnTo>
                      <a:pt x="1185437" y="564167"/>
                    </a:lnTo>
                    <a:lnTo>
                      <a:pt x="1187196" y="555498"/>
                    </a:lnTo>
                    <a:lnTo>
                      <a:pt x="1187196" y="22225"/>
                    </a:lnTo>
                    <a:lnTo>
                      <a:pt x="1185437" y="13555"/>
                    </a:lnTo>
                    <a:lnTo>
                      <a:pt x="1180655" y="6492"/>
                    </a:lnTo>
                    <a:lnTo>
                      <a:pt x="1173587" y="1740"/>
                    </a:lnTo>
                    <a:lnTo>
                      <a:pt x="1164971" y="0"/>
                    </a:lnTo>
                    <a:close/>
                  </a:path>
                </a:pathLst>
              </a:custGeom>
              <a:solidFill>
                <a:srgbClr val="00519C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  <p:sp>
            <p:nvSpPr>
              <p:cNvPr id="72" name="object 42">
                <a:extLst>
                  <a:ext uri="{FF2B5EF4-FFF2-40B4-BE49-F238E27FC236}">
                    <a16:creationId xmlns:a16="http://schemas.microsoft.com/office/drawing/2014/main" id="{B8E55FBD-4FA7-8A83-3D88-286F4E54F426}"/>
                  </a:ext>
                </a:extLst>
              </p:cNvPr>
              <p:cNvSpPr/>
              <p:nvPr/>
            </p:nvSpPr>
            <p:spPr>
              <a:xfrm>
                <a:off x="4646802" y="2618485"/>
                <a:ext cx="1187450" cy="577850"/>
              </a:xfrm>
              <a:custGeom>
                <a:avLst/>
                <a:gdLst/>
                <a:ahLst/>
                <a:cxnLst/>
                <a:rect l="l" t="t" r="r" b="b"/>
                <a:pathLst>
                  <a:path w="1187450" h="577850">
                    <a:moveTo>
                      <a:pt x="0" y="22225"/>
                    </a:moveTo>
                    <a:lnTo>
                      <a:pt x="1758" y="13555"/>
                    </a:lnTo>
                    <a:lnTo>
                      <a:pt x="6540" y="6492"/>
                    </a:lnTo>
                    <a:lnTo>
                      <a:pt x="13608" y="1740"/>
                    </a:lnTo>
                    <a:lnTo>
                      <a:pt x="22225" y="0"/>
                    </a:lnTo>
                    <a:lnTo>
                      <a:pt x="1164971" y="0"/>
                    </a:lnTo>
                    <a:lnTo>
                      <a:pt x="1173587" y="1740"/>
                    </a:lnTo>
                    <a:lnTo>
                      <a:pt x="1180655" y="6492"/>
                    </a:lnTo>
                    <a:lnTo>
                      <a:pt x="1185437" y="13555"/>
                    </a:lnTo>
                    <a:lnTo>
                      <a:pt x="1187196" y="22225"/>
                    </a:lnTo>
                    <a:lnTo>
                      <a:pt x="1187196" y="555498"/>
                    </a:lnTo>
                    <a:lnTo>
                      <a:pt x="1185437" y="564167"/>
                    </a:lnTo>
                    <a:lnTo>
                      <a:pt x="1180655" y="571230"/>
                    </a:lnTo>
                    <a:lnTo>
                      <a:pt x="1173587" y="575982"/>
                    </a:lnTo>
                    <a:lnTo>
                      <a:pt x="1164971" y="577723"/>
                    </a:lnTo>
                    <a:lnTo>
                      <a:pt x="22225" y="577723"/>
                    </a:lnTo>
                    <a:lnTo>
                      <a:pt x="13608" y="575982"/>
                    </a:lnTo>
                    <a:lnTo>
                      <a:pt x="6540" y="571230"/>
                    </a:lnTo>
                    <a:lnTo>
                      <a:pt x="1758" y="564167"/>
                    </a:lnTo>
                    <a:lnTo>
                      <a:pt x="0" y="555498"/>
                    </a:lnTo>
                    <a:lnTo>
                      <a:pt x="0" y="22225"/>
                    </a:lnTo>
                    <a:close/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  <p:sp>
            <p:nvSpPr>
              <p:cNvPr id="73" name="object 43">
                <a:extLst>
                  <a:ext uri="{FF2B5EF4-FFF2-40B4-BE49-F238E27FC236}">
                    <a16:creationId xmlns:a16="http://schemas.microsoft.com/office/drawing/2014/main" id="{B58DD272-FD81-7B0D-E976-D48F8AD17883}"/>
                  </a:ext>
                </a:extLst>
              </p:cNvPr>
              <p:cNvSpPr/>
              <p:nvPr/>
            </p:nvSpPr>
            <p:spPr>
              <a:xfrm>
                <a:off x="4741290" y="2723705"/>
                <a:ext cx="912494" cy="284480"/>
              </a:xfrm>
              <a:custGeom>
                <a:avLst/>
                <a:gdLst/>
                <a:ahLst/>
                <a:cxnLst/>
                <a:rect l="l" t="t" r="r" b="b"/>
                <a:pathLst>
                  <a:path w="912495" h="284480">
                    <a:moveTo>
                      <a:pt x="912279" y="0"/>
                    </a:moveTo>
                    <a:lnTo>
                      <a:pt x="0" y="0"/>
                    </a:lnTo>
                    <a:lnTo>
                      <a:pt x="0" y="284162"/>
                    </a:lnTo>
                    <a:lnTo>
                      <a:pt x="912279" y="284162"/>
                    </a:lnTo>
                    <a:lnTo>
                      <a:pt x="912279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18" name="object 44">
              <a:extLst>
                <a:ext uri="{FF2B5EF4-FFF2-40B4-BE49-F238E27FC236}">
                  <a16:creationId xmlns:a16="http://schemas.microsoft.com/office/drawing/2014/main" id="{55433820-72ED-2497-DF26-D6B7D05AA5FB}"/>
                </a:ext>
              </a:extLst>
            </p:cNvPr>
            <p:cNvSpPr txBox="1"/>
            <p:nvPr/>
          </p:nvSpPr>
          <p:spPr>
            <a:xfrm>
              <a:off x="5084350" y="2891788"/>
              <a:ext cx="290989" cy="128761"/>
            </a:xfrm>
            <a:prstGeom prst="rect">
              <a:avLst/>
            </a:prstGeom>
          </p:spPr>
          <p:txBody>
            <a:bodyPr vert="horz" wrap="square" lIns="0" tIns="516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4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x</a:t>
              </a:r>
              <a:r>
                <a:rPr kumimoji="0" lang="en-US" sz="163" b="0" i="0" u="none" strike="noStrike" kern="1200" cap="none" spc="-8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-4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&amp;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4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x</a:t>
              </a:r>
              <a:r>
                <a:rPr kumimoji="0" lang="en-US" sz="163" b="0" i="0" u="none" strike="noStrike" kern="1200" cap="none" spc="-8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-4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-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d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i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s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l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y 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booboo: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0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&amp;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16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DISPLAY=yogi:0;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export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DISPLAY 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4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xapp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&amp;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</p:txBody>
        </p:sp>
        <p:sp>
          <p:nvSpPr>
            <p:cNvPr id="19" name="object 45">
              <a:extLst>
                <a:ext uri="{FF2B5EF4-FFF2-40B4-BE49-F238E27FC236}">
                  <a16:creationId xmlns:a16="http://schemas.microsoft.com/office/drawing/2014/main" id="{25BCB1EA-4D3A-7BF8-BE7C-FFB78A66AA79}"/>
                </a:ext>
              </a:extLst>
            </p:cNvPr>
            <p:cNvSpPr txBox="1"/>
            <p:nvPr/>
          </p:nvSpPr>
          <p:spPr>
            <a:xfrm>
              <a:off x="4995299" y="2855948"/>
              <a:ext cx="741401" cy="163250"/>
            </a:xfrm>
            <a:prstGeom prst="rect">
              <a:avLst/>
            </a:prstGeom>
            <a:ln w="12600">
              <a:solidFill>
                <a:srgbClr val="000066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endParaRPr>
            </a:p>
            <a:p>
              <a:pPr marL="7377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2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7377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7377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41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7377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6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7377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</p:txBody>
        </p:sp>
        <p:grpSp>
          <p:nvGrpSpPr>
            <p:cNvPr id="20" name="object 46">
              <a:extLst>
                <a:ext uri="{FF2B5EF4-FFF2-40B4-BE49-F238E27FC236}">
                  <a16:creationId xmlns:a16="http://schemas.microsoft.com/office/drawing/2014/main" id="{6FE291AE-7E4A-0161-4575-A13DA330E5D0}"/>
                </a:ext>
              </a:extLst>
            </p:cNvPr>
            <p:cNvGrpSpPr/>
            <p:nvPr/>
          </p:nvGrpSpPr>
          <p:grpSpPr>
            <a:xfrm>
              <a:off x="8080914" y="2678486"/>
              <a:ext cx="1519952" cy="954484"/>
              <a:chOff x="8538971" y="2505290"/>
              <a:chExt cx="1870710" cy="1174750"/>
            </a:xfrm>
          </p:grpSpPr>
          <p:pic>
            <p:nvPicPr>
              <p:cNvPr id="66" name="object 47">
                <a:extLst>
                  <a:ext uri="{FF2B5EF4-FFF2-40B4-BE49-F238E27FC236}">
                    <a16:creationId xmlns:a16="http://schemas.microsoft.com/office/drawing/2014/main" id="{AA229420-41C1-59C5-34C1-1B9A449DD6D7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538971" y="2505290"/>
                <a:ext cx="1870328" cy="1174407"/>
              </a:xfrm>
              <a:prstGeom prst="rect">
                <a:avLst/>
              </a:prstGeom>
            </p:spPr>
          </p:pic>
          <p:sp>
            <p:nvSpPr>
              <p:cNvPr id="67" name="object 48">
                <a:extLst>
                  <a:ext uri="{FF2B5EF4-FFF2-40B4-BE49-F238E27FC236}">
                    <a16:creationId xmlns:a16="http://schemas.microsoft.com/office/drawing/2014/main" id="{0CDFB45E-D52C-E5A8-E308-44302818A6D3}"/>
                  </a:ext>
                </a:extLst>
              </p:cNvPr>
              <p:cNvSpPr/>
              <p:nvPr/>
            </p:nvSpPr>
            <p:spPr>
              <a:xfrm>
                <a:off x="8856852" y="2586735"/>
                <a:ext cx="1187450" cy="577850"/>
              </a:xfrm>
              <a:custGeom>
                <a:avLst/>
                <a:gdLst/>
                <a:ahLst/>
                <a:cxnLst/>
                <a:rect l="l" t="t" r="r" b="b"/>
                <a:pathLst>
                  <a:path w="1187450" h="577850">
                    <a:moveTo>
                      <a:pt x="1164971" y="0"/>
                    </a:moveTo>
                    <a:lnTo>
                      <a:pt x="22225" y="0"/>
                    </a:lnTo>
                    <a:lnTo>
                      <a:pt x="13608" y="1740"/>
                    </a:lnTo>
                    <a:lnTo>
                      <a:pt x="6540" y="6492"/>
                    </a:lnTo>
                    <a:lnTo>
                      <a:pt x="1758" y="13555"/>
                    </a:lnTo>
                    <a:lnTo>
                      <a:pt x="0" y="22225"/>
                    </a:lnTo>
                    <a:lnTo>
                      <a:pt x="0" y="555498"/>
                    </a:lnTo>
                    <a:lnTo>
                      <a:pt x="1758" y="564167"/>
                    </a:lnTo>
                    <a:lnTo>
                      <a:pt x="6540" y="571230"/>
                    </a:lnTo>
                    <a:lnTo>
                      <a:pt x="13608" y="575982"/>
                    </a:lnTo>
                    <a:lnTo>
                      <a:pt x="22225" y="577723"/>
                    </a:lnTo>
                    <a:lnTo>
                      <a:pt x="1164971" y="577723"/>
                    </a:lnTo>
                    <a:lnTo>
                      <a:pt x="1173587" y="575982"/>
                    </a:lnTo>
                    <a:lnTo>
                      <a:pt x="1180655" y="571230"/>
                    </a:lnTo>
                    <a:lnTo>
                      <a:pt x="1185437" y="564167"/>
                    </a:lnTo>
                    <a:lnTo>
                      <a:pt x="1187196" y="555498"/>
                    </a:lnTo>
                    <a:lnTo>
                      <a:pt x="1187196" y="22225"/>
                    </a:lnTo>
                    <a:lnTo>
                      <a:pt x="1185437" y="13555"/>
                    </a:lnTo>
                    <a:lnTo>
                      <a:pt x="1180655" y="6492"/>
                    </a:lnTo>
                    <a:lnTo>
                      <a:pt x="1173587" y="1740"/>
                    </a:lnTo>
                    <a:lnTo>
                      <a:pt x="1164971" y="0"/>
                    </a:lnTo>
                    <a:close/>
                  </a:path>
                </a:pathLst>
              </a:custGeom>
              <a:solidFill>
                <a:srgbClr val="00519C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  <p:sp>
            <p:nvSpPr>
              <p:cNvPr id="68" name="object 49">
                <a:extLst>
                  <a:ext uri="{FF2B5EF4-FFF2-40B4-BE49-F238E27FC236}">
                    <a16:creationId xmlns:a16="http://schemas.microsoft.com/office/drawing/2014/main" id="{16E2A6D9-891F-85E2-96A0-6E0D80F192F7}"/>
                  </a:ext>
                </a:extLst>
              </p:cNvPr>
              <p:cNvSpPr/>
              <p:nvPr/>
            </p:nvSpPr>
            <p:spPr>
              <a:xfrm>
                <a:off x="8856852" y="2586735"/>
                <a:ext cx="1187450" cy="577850"/>
              </a:xfrm>
              <a:custGeom>
                <a:avLst/>
                <a:gdLst/>
                <a:ahLst/>
                <a:cxnLst/>
                <a:rect l="l" t="t" r="r" b="b"/>
                <a:pathLst>
                  <a:path w="1187450" h="577850">
                    <a:moveTo>
                      <a:pt x="0" y="22225"/>
                    </a:moveTo>
                    <a:lnTo>
                      <a:pt x="1758" y="13555"/>
                    </a:lnTo>
                    <a:lnTo>
                      <a:pt x="6540" y="6492"/>
                    </a:lnTo>
                    <a:lnTo>
                      <a:pt x="13608" y="1740"/>
                    </a:lnTo>
                    <a:lnTo>
                      <a:pt x="22225" y="0"/>
                    </a:lnTo>
                    <a:lnTo>
                      <a:pt x="1164971" y="0"/>
                    </a:lnTo>
                    <a:lnTo>
                      <a:pt x="1173587" y="1740"/>
                    </a:lnTo>
                    <a:lnTo>
                      <a:pt x="1180655" y="6492"/>
                    </a:lnTo>
                    <a:lnTo>
                      <a:pt x="1185437" y="13555"/>
                    </a:lnTo>
                    <a:lnTo>
                      <a:pt x="1187196" y="22225"/>
                    </a:lnTo>
                    <a:lnTo>
                      <a:pt x="1187196" y="555498"/>
                    </a:lnTo>
                    <a:lnTo>
                      <a:pt x="1185437" y="564167"/>
                    </a:lnTo>
                    <a:lnTo>
                      <a:pt x="1180655" y="571230"/>
                    </a:lnTo>
                    <a:lnTo>
                      <a:pt x="1173587" y="575982"/>
                    </a:lnTo>
                    <a:lnTo>
                      <a:pt x="1164971" y="577723"/>
                    </a:lnTo>
                    <a:lnTo>
                      <a:pt x="22225" y="577723"/>
                    </a:lnTo>
                    <a:lnTo>
                      <a:pt x="13608" y="575982"/>
                    </a:lnTo>
                    <a:lnTo>
                      <a:pt x="6540" y="571230"/>
                    </a:lnTo>
                    <a:lnTo>
                      <a:pt x="1758" y="564167"/>
                    </a:lnTo>
                    <a:lnTo>
                      <a:pt x="0" y="555498"/>
                    </a:lnTo>
                    <a:lnTo>
                      <a:pt x="0" y="22225"/>
                    </a:lnTo>
                    <a:close/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  <p:sp>
            <p:nvSpPr>
              <p:cNvPr id="69" name="object 50">
                <a:extLst>
                  <a:ext uri="{FF2B5EF4-FFF2-40B4-BE49-F238E27FC236}">
                    <a16:creationId xmlns:a16="http://schemas.microsoft.com/office/drawing/2014/main" id="{D6FD9D1E-6DEC-2826-F000-99A68555150C}"/>
                  </a:ext>
                </a:extLst>
              </p:cNvPr>
              <p:cNvSpPr/>
              <p:nvPr/>
            </p:nvSpPr>
            <p:spPr>
              <a:xfrm>
                <a:off x="8951340" y="2691955"/>
                <a:ext cx="912494" cy="284480"/>
              </a:xfrm>
              <a:custGeom>
                <a:avLst/>
                <a:gdLst/>
                <a:ahLst/>
                <a:cxnLst/>
                <a:rect l="l" t="t" r="r" b="b"/>
                <a:pathLst>
                  <a:path w="912495" h="284480">
                    <a:moveTo>
                      <a:pt x="912279" y="0"/>
                    </a:moveTo>
                    <a:lnTo>
                      <a:pt x="0" y="0"/>
                    </a:lnTo>
                    <a:lnTo>
                      <a:pt x="0" y="284162"/>
                    </a:lnTo>
                    <a:lnTo>
                      <a:pt x="912279" y="284162"/>
                    </a:lnTo>
                    <a:lnTo>
                      <a:pt x="912279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21" name="object 51">
              <a:extLst>
                <a:ext uri="{FF2B5EF4-FFF2-40B4-BE49-F238E27FC236}">
                  <a16:creationId xmlns:a16="http://schemas.microsoft.com/office/drawing/2014/main" id="{346537AB-4135-BC4F-B885-883F073A9BCC}"/>
                </a:ext>
              </a:extLst>
            </p:cNvPr>
            <p:cNvSpPr txBox="1"/>
            <p:nvPr/>
          </p:nvSpPr>
          <p:spPr>
            <a:xfrm>
              <a:off x="8562800" y="2890756"/>
              <a:ext cx="233720" cy="75734"/>
            </a:xfrm>
            <a:prstGeom prst="rect">
              <a:avLst/>
            </a:prstGeom>
          </p:spPr>
          <p:txBody>
            <a:bodyPr vert="horz" wrap="square" lIns="0" tIns="516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4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d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i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s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l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y 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booboo: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0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&amp;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14446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41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2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=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y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og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i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: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0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;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e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xpor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t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D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I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S</a:t>
              </a:r>
              <a:r>
                <a:rPr kumimoji="0" lang="en-US" sz="163" b="0" i="0" u="none" strike="noStrike" kern="1200" cap="none" spc="-16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L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Y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</p:txBody>
        </p:sp>
        <p:sp>
          <p:nvSpPr>
            <p:cNvPr id="22" name="object 52">
              <a:extLst>
                <a:ext uri="{FF2B5EF4-FFF2-40B4-BE49-F238E27FC236}">
                  <a16:creationId xmlns:a16="http://schemas.microsoft.com/office/drawing/2014/main" id="{EE5B1901-F0F8-CAD4-E486-C2395C245691}"/>
                </a:ext>
              </a:extLst>
            </p:cNvPr>
            <p:cNvSpPr txBox="1"/>
            <p:nvPr/>
          </p:nvSpPr>
          <p:spPr>
            <a:xfrm>
              <a:off x="8415966" y="2830151"/>
              <a:ext cx="741401" cy="163250"/>
            </a:xfrm>
            <a:prstGeom prst="rect">
              <a:avLst/>
            </a:prstGeom>
            <a:ln w="12600">
              <a:solidFill>
                <a:srgbClr val="000066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endParaRPr>
            </a:p>
            <a:p>
              <a:pPr marL="74811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2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x</a:t>
              </a:r>
              <a:r>
                <a:rPr kumimoji="0" lang="en-US" sz="163" b="0" i="0" u="none" strike="noStrike" kern="1200" cap="none" spc="-8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-4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&amp;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74811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x</a:t>
              </a:r>
              <a:r>
                <a:rPr kumimoji="0" lang="en-US" sz="163" b="0" i="0" u="none" strike="noStrike" kern="1200" cap="none" spc="-8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-4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-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74811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7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D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I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S</a:t>
              </a:r>
              <a:r>
                <a:rPr kumimoji="0" lang="en-US" sz="163" b="0" i="0" u="none" strike="noStrike" kern="1200" cap="none" spc="-16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L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Y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74811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x</a:t>
              </a:r>
              <a:r>
                <a:rPr kumimoji="0" lang="en-US" sz="163" b="0" i="0" u="none" strike="noStrike" kern="1200" cap="none" spc="-8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-4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&amp;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74811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</p:txBody>
        </p:sp>
        <p:grpSp>
          <p:nvGrpSpPr>
            <p:cNvPr id="23" name="object 53">
              <a:extLst>
                <a:ext uri="{FF2B5EF4-FFF2-40B4-BE49-F238E27FC236}">
                  <a16:creationId xmlns:a16="http://schemas.microsoft.com/office/drawing/2014/main" id="{124D3A8A-BC58-3288-9F3F-831893E956DC}"/>
                </a:ext>
              </a:extLst>
            </p:cNvPr>
            <p:cNvGrpSpPr/>
            <p:nvPr/>
          </p:nvGrpSpPr>
          <p:grpSpPr>
            <a:xfrm>
              <a:off x="8184103" y="3646828"/>
              <a:ext cx="1229479" cy="229076"/>
              <a:chOff x="8665971" y="3697096"/>
              <a:chExt cx="1513205" cy="281940"/>
            </a:xfrm>
          </p:grpSpPr>
          <p:pic>
            <p:nvPicPr>
              <p:cNvPr id="64" name="object 54">
                <a:extLst>
                  <a:ext uri="{FF2B5EF4-FFF2-40B4-BE49-F238E27FC236}">
                    <a16:creationId xmlns:a16="http://schemas.microsoft.com/office/drawing/2014/main" id="{99E21CAE-DADB-11C4-1F8E-745C13305EC1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672321" y="3703446"/>
                <a:ext cx="1500504" cy="268858"/>
              </a:xfrm>
              <a:prstGeom prst="rect">
                <a:avLst/>
              </a:prstGeom>
            </p:spPr>
          </p:pic>
          <p:sp>
            <p:nvSpPr>
              <p:cNvPr id="65" name="object 55">
                <a:extLst>
                  <a:ext uri="{FF2B5EF4-FFF2-40B4-BE49-F238E27FC236}">
                    <a16:creationId xmlns:a16="http://schemas.microsoft.com/office/drawing/2014/main" id="{4DB5FD5D-E6E0-3A2C-13E1-66EAFE1F7CF8}"/>
                  </a:ext>
                </a:extLst>
              </p:cNvPr>
              <p:cNvSpPr/>
              <p:nvPr/>
            </p:nvSpPr>
            <p:spPr>
              <a:xfrm>
                <a:off x="8672321" y="3703446"/>
                <a:ext cx="1500505" cy="269240"/>
              </a:xfrm>
              <a:custGeom>
                <a:avLst/>
                <a:gdLst/>
                <a:ahLst/>
                <a:cxnLst/>
                <a:rect l="l" t="t" r="r" b="b"/>
                <a:pathLst>
                  <a:path w="1500504" h="269239">
                    <a:moveTo>
                      <a:pt x="0" y="44830"/>
                    </a:moveTo>
                    <a:lnTo>
                      <a:pt x="3522" y="27378"/>
                    </a:lnTo>
                    <a:lnTo>
                      <a:pt x="13128" y="13128"/>
                    </a:lnTo>
                    <a:lnTo>
                      <a:pt x="27378" y="3522"/>
                    </a:lnTo>
                    <a:lnTo>
                      <a:pt x="44830" y="0"/>
                    </a:lnTo>
                    <a:lnTo>
                      <a:pt x="1455674" y="0"/>
                    </a:lnTo>
                    <a:lnTo>
                      <a:pt x="1473126" y="3522"/>
                    </a:lnTo>
                    <a:lnTo>
                      <a:pt x="1487376" y="13128"/>
                    </a:lnTo>
                    <a:lnTo>
                      <a:pt x="1496982" y="27378"/>
                    </a:lnTo>
                    <a:lnTo>
                      <a:pt x="1500504" y="44830"/>
                    </a:lnTo>
                    <a:lnTo>
                      <a:pt x="1500504" y="224154"/>
                    </a:lnTo>
                    <a:lnTo>
                      <a:pt x="1496982" y="241534"/>
                    </a:lnTo>
                    <a:lnTo>
                      <a:pt x="1487376" y="255746"/>
                    </a:lnTo>
                    <a:lnTo>
                      <a:pt x="1473126" y="265338"/>
                    </a:lnTo>
                    <a:lnTo>
                      <a:pt x="1455674" y="268858"/>
                    </a:lnTo>
                    <a:lnTo>
                      <a:pt x="44830" y="268858"/>
                    </a:lnTo>
                    <a:lnTo>
                      <a:pt x="27378" y="265338"/>
                    </a:lnTo>
                    <a:lnTo>
                      <a:pt x="13128" y="255746"/>
                    </a:lnTo>
                    <a:lnTo>
                      <a:pt x="3522" y="241534"/>
                    </a:lnTo>
                    <a:lnTo>
                      <a:pt x="0" y="224154"/>
                    </a:lnTo>
                    <a:lnTo>
                      <a:pt x="0" y="44830"/>
                    </a:lnTo>
                    <a:close/>
                  </a:path>
                </a:pathLst>
              </a:custGeom>
              <a:ln w="1270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24" name="object 56">
              <a:extLst>
                <a:ext uri="{FF2B5EF4-FFF2-40B4-BE49-F238E27FC236}">
                  <a16:creationId xmlns:a16="http://schemas.microsoft.com/office/drawing/2014/main" id="{53BBCD1D-E269-5630-86C1-86E687830978}"/>
                </a:ext>
              </a:extLst>
            </p:cNvPr>
            <p:cNvSpPr txBox="1"/>
            <p:nvPr/>
          </p:nvSpPr>
          <p:spPr>
            <a:xfrm>
              <a:off x="8446818" y="3638367"/>
              <a:ext cx="707350" cy="235546"/>
            </a:xfrm>
            <a:prstGeom prst="rect">
              <a:avLst/>
            </a:prstGeom>
          </p:spPr>
          <p:txBody>
            <a:bodyPr vert="horz" wrap="square" lIns="0" tIns="10319" rIns="0" bIns="0" rtlCol="0">
              <a:spAutoFit/>
            </a:bodyPr>
            <a:lstStyle/>
            <a:p>
              <a:pPr marL="1031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81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m3</a:t>
              </a: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  <p:grpSp>
          <p:nvGrpSpPr>
            <p:cNvPr id="25" name="object 57">
              <a:extLst>
                <a:ext uri="{FF2B5EF4-FFF2-40B4-BE49-F238E27FC236}">
                  <a16:creationId xmlns:a16="http://schemas.microsoft.com/office/drawing/2014/main" id="{F841C1E7-8F59-CDC3-6680-74F554F0D38C}"/>
                </a:ext>
              </a:extLst>
            </p:cNvPr>
            <p:cNvGrpSpPr/>
            <p:nvPr/>
          </p:nvGrpSpPr>
          <p:grpSpPr>
            <a:xfrm>
              <a:off x="4786447" y="3654051"/>
              <a:ext cx="1167051" cy="265708"/>
              <a:chOff x="4484242" y="3705986"/>
              <a:chExt cx="1436370" cy="327025"/>
            </a:xfrm>
          </p:grpSpPr>
          <p:pic>
            <p:nvPicPr>
              <p:cNvPr id="62" name="object 58">
                <a:extLst>
                  <a:ext uri="{FF2B5EF4-FFF2-40B4-BE49-F238E27FC236}">
                    <a16:creationId xmlns:a16="http://schemas.microsoft.com/office/drawing/2014/main" id="{5ECA5499-2678-D071-41CD-D69561447026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4490592" y="3712336"/>
                <a:ext cx="1423416" cy="313817"/>
              </a:xfrm>
              <a:prstGeom prst="rect">
                <a:avLst/>
              </a:prstGeom>
            </p:spPr>
          </p:pic>
          <p:sp>
            <p:nvSpPr>
              <p:cNvPr id="63" name="object 59">
                <a:extLst>
                  <a:ext uri="{FF2B5EF4-FFF2-40B4-BE49-F238E27FC236}">
                    <a16:creationId xmlns:a16="http://schemas.microsoft.com/office/drawing/2014/main" id="{5E222E7F-9B3A-0E92-B7FA-89B66C78E5A2}"/>
                  </a:ext>
                </a:extLst>
              </p:cNvPr>
              <p:cNvSpPr/>
              <p:nvPr/>
            </p:nvSpPr>
            <p:spPr>
              <a:xfrm>
                <a:off x="4490592" y="3712336"/>
                <a:ext cx="1423670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1423670" h="314325">
                    <a:moveTo>
                      <a:pt x="0" y="52324"/>
                    </a:moveTo>
                    <a:lnTo>
                      <a:pt x="4121" y="31986"/>
                    </a:lnTo>
                    <a:lnTo>
                      <a:pt x="15351" y="15351"/>
                    </a:lnTo>
                    <a:lnTo>
                      <a:pt x="31986" y="4121"/>
                    </a:lnTo>
                    <a:lnTo>
                      <a:pt x="52324" y="0"/>
                    </a:lnTo>
                    <a:lnTo>
                      <a:pt x="1371092" y="0"/>
                    </a:lnTo>
                    <a:lnTo>
                      <a:pt x="1391429" y="4121"/>
                    </a:lnTo>
                    <a:lnTo>
                      <a:pt x="1408064" y="15351"/>
                    </a:lnTo>
                    <a:lnTo>
                      <a:pt x="1419294" y="31986"/>
                    </a:lnTo>
                    <a:lnTo>
                      <a:pt x="1423416" y="52324"/>
                    </a:lnTo>
                    <a:lnTo>
                      <a:pt x="1423416" y="261493"/>
                    </a:lnTo>
                    <a:lnTo>
                      <a:pt x="1419294" y="281884"/>
                    </a:lnTo>
                    <a:lnTo>
                      <a:pt x="1408064" y="298513"/>
                    </a:lnTo>
                    <a:lnTo>
                      <a:pt x="1391429" y="309713"/>
                    </a:lnTo>
                    <a:lnTo>
                      <a:pt x="1371092" y="313817"/>
                    </a:lnTo>
                    <a:lnTo>
                      <a:pt x="52324" y="313817"/>
                    </a:lnTo>
                    <a:lnTo>
                      <a:pt x="31986" y="309713"/>
                    </a:lnTo>
                    <a:lnTo>
                      <a:pt x="15351" y="298513"/>
                    </a:lnTo>
                    <a:lnTo>
                      <a:pt x="4121" y="281884"/>
                    </a:lnTo>
                    <a:lnTo>
                      <a:pt x="0" y="261493"/>
                    </a:lnTo>
                    <a:lnTo>
                      <a:pt x="0" y="52324"/>
                    </a:lnTo>
                    <a:close/>
                  </a:path>
                </a:pathLst>
              </a:custGeom>
              <a:ln w="1270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26" name="object 60">
              <a:extLst>
                <a:ext uri="{FF2B5EF4-FFF2-40B4-BE49-F238E27FC236}">
                  <a16:creationId xmlns:a16="http://schemas.microsoft.com/office/drawing/2014/main" id="{6932B451-9519-3D81-D74A-D27E3B858BE5}"/>
                </a:ext>
              </a:extLst>
            </p:cNvPr>
            <p:cNvSpPr txBox="1"/>
            <p:nvPr/>
          </p:nvSpPr>
          <p:spPr>
            <a:xfrm>
              <a:off x="4803003" y="3663855"/>
              <a:ext cx="1134031" cy="235546"/>
            </a:xfrm>
            <a:prstGeom prst="rect">
              <a:avLst/>
            </a:prstGeom>
          </p:spPr>
          <p:txBody>
            <a:bodyPr vert="horz" wrap="square" lIns="0" tIns="10319" rIns="0" bIns="0" rtlCol="0">
              <a:spAutoFit/>
            </a:bodyPr>
            <a:lstStyle/>
            <a:p>
              <a:pPr marL="25177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81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m2</a:t>
              </a: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  <p:grpSp>
          <p:nvGrpSpPr>
            <p:cNvPr id="27" name="object 61">
              <a:extLst>
                <a:ext uri="{FF2B5EF4-FFF2-40B4-BE49-F238E27FC236}">
                  <a16:creationId xmlns:a16="http://schemas.microsoft.com/office/drawing/2014/main" id="{DA66D93C-F9AB-01FE-7B40-1539DB668E43}"/>
                </a:ext>
              </a:extLst>
            </p:cNvPr>
            <p:cNvGrpSpPr/>
            <p:nvPr/>
          </p:nvGrpSpPr>
          <p:grpSpPr>
            <a:xfrm>
              <a:off x="2123952" y="3603077"/>
              <a:ext cx="1167051" cy="265708"/>
              <a:chOff x="1207325" y="3643248"/>
              <a:chExt cx="1436370" cy="327025"/>
            </a:xfrm>
          </p:grpSpPr>
          <p:pic>
            <p:nvPicPr>
              <p:cNvPr id="60" name="object 62">
                <a:extLst>
                  <a:ext uri="{FF2B5EF4-FFF2-40B4-BE49-F238E27FC236}">
                    <a16:creationId xmlns:a16="http://schemas.microsoft.com/office/drawing/2014/main" id="{82C7FF35-D293-52AF-27E9-8C794083CFE6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213675" y="3649598"/>
                <a:ext cx="1423352" cy="313817"/>
              </a:xfrm>
              <a:prstGeom prst="rect">
                <a:avLst/>
              </a:prstGeom>
            </p:spPr>
          </p:pic>
          <p:sp>
            <p:nvSpPr>
              <p:cNvPr id="61" name="object 63">
                <a:extLst>
                  <a:ext uri="{FF2B5EF4-FFF2-40B4-BE49-F238E27FC236}">
                    <a16:creationId xmlns:a16="http://schemas.microsoft.com/office/drawing/2014/main" id="{DB9E2A29-51C8-D2D4-AB5B-DDAB2F1A6B84}"/>
                  </a:ext>
                </a:extLst>
              </p:cNvPr>
              <p:cNvSpPr/>
              <p:nvPr/>
            </p:nvSpPr>
            <p:spPr>
              <a:xfrm>
                <a:off x="1213675" y="3649598"/>
                <a:ext cx="1423670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1423670" h="314325">
                    <a:moveTo>
                      <a:pt x="0" y="52324"/>
                    </a:moveTo>
                    <a:lnTo>
                      <a:pt x="4110" y="31986"/>
                    </a:lnTo>
                    <a:lnTo>
                      <a:pt x="15319" y="15351"/>
                    </a:lnTo>
                    <a:lnTo>
                      <a:pt x="31943" y="4121"/>
                    </a:lnTo>
                    <a:lnTo>
                      <a:pt x="52298" y="0"/>
                    </a:lnTo>
                    <a:lnTo>
                      <a:pt x="1371028" y="0"/>
                    </a:lnTo>
                    <a:lnTo>
                      <a:pt x="1391366" y="4121"/>
                    </a:lnTo>
                    <a:lnTo>
                      <a:pt x="1408001" y="15351"/>
                    </a:lnTo>
                    <a:lnTo>
                      <a:pt x="1419230" y="31986"/>
                    </a:lnTo>
                    <a:lnTo>
                      <a:pt x="1423352" y="52324"/>
                    </a:lnTo>
                    <a:lnTo>
                      <a:pt x="1423352" y="261493"/>
                    </a:lnTo>
                    <a:lnTo>
                      <a:pt x="1419230" y="281884"/>
                    </a:lnTo>
                    <a:lnTo>
                      <a:pt x="1408001" y="298513"/>
                    </a:lnTo>
                    <a:lnTo>
                      <a:pt x="1391366" y="309713"/>
                    </a:lnTo>
                    <a:lnTo>
                      <a:pt x="1371028" y="313817"/>
                    </a:lnTo>
                    <a:lnTo>
                      <a:pt x="52298" y="313817"/>
                    </a:lnTo>
                    <a:lnTo>
                      <a:pt x="31943" y="309713"/>
                    </a:lnTo>
                    <a:lnTo>
                      <a:pt x="15319" y="298513"/>
                    </a:lnTo>
                    <a:lnTo>
                      <a:pt x="4110" y="281884"/>
                    </a:lnTo>
                    <a:lnTo>
                      <a:pt x="0" y="261493"/>
                    </a:lnTo>
                    <a:lnTo>
                      <a:pt x="0" y="52324"/>
                    </a:lnTo>
                    <a:close/>
                  </a:path>
                </a:pathLst>
              </a:custGeom>
              <a:ln w="1270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28" name="object 64">
              <a:extLst>
                <a:ext uri="{FF2B5EF4-FFF2-40B4-BE49-F238E27FC236}">
                  <a16:creationId xmlns:a16="http://schemas.microsoft.com/office/drawing/2014/main" id="{9945831A-A9E5-E170-F979-FD00C069F1A8}"/>
                </a:ext>
              </a:extLst>
            </p:cNvPr>
            <p:cNvSpPr txBox="1"/>
            <p:nvPr/>
          </p:nvSpPr>
          <p:spPr>
            <a:xfrm>
              <a:off x="2140495" y="3612880"/>
              <a:ext cx="1134031" cy="235546"/>
            </a:xfrm>
            <a:prstGeom prst="rect">
              <a:avLst/>
            </a:prstGeom>
          </p:spPr>
          <p:txBody>
            <a:bodyPr vert="horz" wrap="square" lIns="0" tIns="10319" rIns="0" bIns="0" rtlCol="0">
              <a:spAutoFit/>
            </a:bodyPr>
            <a:lstStyle/>
            <a:p>
              <a:pPr marL="373023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81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m1</a:t>
              </a: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  <p:grpSp>
          <p:nvGrpSpPr>
            <p:cNvPr id="29" name="object 65">
              <a:extLst>
                <a:ext uri="{FF2B5EF4-FFF2-40B4-BE49-F238E27FC236}">
                  <a16:creationId xmlns:a16="http://schemas.microsoft.com/office/drawing/2014/main" id="{6D65018A-3003-1FB3-4659-E7E46371BE36}"/>
                </a:ext>
              </a:extLst>
            </p:cNvPr>
            <p:cNvGrpSpPr/>
            <p:nvPr/>
          </p:nvGrpSpPr>
          <p:grpSpPr>
            <a:xfrm>
              <a:off x="1574572" y="2798772"/>
              <a:ext cx="7404735" cy="394692"/>
              <a:chOff x="531164" y="2653334"/>
              <a:chExt cx="9113520" cy="485775"/>
            </a:xfrm>
          </p:grpSpPr>
          <p:pic>
            <p:nvPicPr>
              <p:cNvPr id="55" name="object 66">
                <a:extLst>
                  <a:ext uri="{FF2B5EF4-FFF2-40B4-BE49-F238E27FC236}">
                    <a16:creationId xmlns:a16="http://schemas.microsoft.com/office/drawing/2014/main" id="{0953A3AF-BA58-4179-8065-A7F424A1F2FC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78153" y="2653334"/>
                <a:ext cx="503923" cy="442163"/>
              </a:xfrm>
              <a:prstGeom prst="rect">
                <a:avLst/>
              </a:prstGeom>
            </p:spPr>
          </p:pic>
          <p:pic>
            <p:nvPicPr>
              <p:cNvPr id="56" name="object 67">
                <a:extLst>
                  <a:ext uri="{FF2B5EF4-FFF2-40B4-BE49-F238E27FC236}">
                    <a16:creationId xmlns:a16="http://schemas.microsoft.com/office/drawing/2014/main" id="{37A73ADC-CC0D-0F64-D3FC-43395E4A2E6B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4857241" y="2696514"/>
                <a:ext cx="503923" cy="442163"/>
              </a:xfrm>
              <a:prstGeom prst="rect">
                <a:avLst/>
              </a:prstGeom>
            </p:spPr>
          </p:pic>
          <p:pic>
            <p:nvPicPr>
              <p:cNvPr id="57" name="object 68">
                <a:extLst>
                  <a:ext uri="{FF2B5EF4-FFF2-40B4-BE49-F238E27FC236}">
                    <a16:creationId xmlns:a16="http://schemas.microsoft.com/office/drawing/2014/main" id="{507AEDDD-8928-5A61-D6C1-B30695373D34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9140443" y="2655493"/>
                <a:ext cx="503923" cy="442163"/>
              </a:xfrm>
              <a:prstGeom prst="rect">
                <a:avLst/>
              </a:prstGeom>
            </p:spPr>
          </p:pic>
          <p:pic>
            <p:nvPicPr>
              <p:cNvPr id="58" name="object 69">
                <a:extLst>
                  <a:ext uri="{FF2B5EF4-FFF2-40B4-BE49-F238E27FC236}">
                    <a16:creationId xmlns:a16="http://schemas.microsoft.com/office/drawing/2014/main" id="{206AA254-B8EF-48C4-E17C-9DC432E487A3}"/>
                  </a:ext>
                </a:extLst>
              </p:cNvPr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537514" y="2672841"/>
                <a:ext cx="604697" cy="395859"/>
              </a:xfrm>
              <a:prstGeom prst="rect">
                <a:avLst/>
              </a:prstGeom>
            </p:spPr>
          </p:pic>
          <p:sp>
            <p:nvSpPr>
              <p:cNvPr id="59" name="object 70">
                <a:extLst>
                  <a:ext uri="{FF2B5EF4-FFF2-40B4-BE49-F238E27FC236}">
                    <a16:creationId xmlns:a16="http://schemas.microsoft.com/office/drawing/2014/main" id="{5BEDA00B-7D67-5A1A-D281-7BE8AB7A695F}"/>
                  </a:ext>
                </a:extLst>
              </p:cNvPr>
              <p:cNvSpPr/>
              <p:nvPr/>
            </p:nvSpPr>
            <p:spPr>
              <a:xfrm>
                <a:off x="537514" y="2672841"/>
                <a:ext cx="605155" cy="396240"/>
              </a:xfrm>
              <a:custGeom>
                <a:avLst/>
                <a:gdLst/>
                <a:ahLst/>
                <a:cxnLst/>
                <a:rect l="l" t="t" r="r" b="b"/>
                <a:pathLst>
                  <a:path w="605155" h="396239">
                    <a:moveTo>
                      <a:pt x="0" y="197993"/>
                    </a:moveTo>
                    <a:lnTo>
                      <a:pt x="98945" y="0"/>
                    </a:lnTo>
                    <a:lnTo>
                      <a:pt x="505752" y="0"/>
                    </a:lnTo>
                    <a:lnTo>
                      <a:pt x="604697" y="197993"/>
                    </a:lnTo>
                    <a:lnTo>
                      <a:pt x="505752" y="395859"/>
                    </a:lnTo>
                    <a:lnTo>
                      <a:pt x="98945" y="395859"/>
                    </a:lnTo>
                    <a:lnTo>
                      <a:pt x="0" y="197993"/>
                    </a:lnTo>
                    <a:close/>
                  </a:path>
                </a:pathLst>
              </a:custGeom>
              <a:ln w="1270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30" name="object 71">
              <a:extLst>
                <a:ext uri="{FF2B5EF4-FFF2-40B4-BE49-F238E27FC236}">
                  <a16:creationId xmlns:a16="http://schemas.microsoft.com/office/drawing/2014/main" id="{BF4A1943-97AF-024D-17C9-4BF4BE142DFD}"/>
                </a:ext>
              </a:extLst>
            </p:cNvPr>
            <p:cNvSpPr txBox="1"/>
            <p:nvPr/>
          </p:nvSpPr>
          <p:spPr>
            <a:xfrm>
              <a:off x="1749082" y="2842133"/>
              <a:ext cx="151686" cy="259967"/>
            </a:xfrm>
            <a:prstGeom prst="rect">
              <a:avLst/>
            </a:prstGeom>
          </p:spPr>
          <p:txBody>
            <a:bodyPr vert="horz" wrap="square" lIns="0" tIns="9803" rIns="0" bIns="0" rtlCol="0">
              <a:spAutoFit/>
            </a:bodyPr>
            <a:lstStyle/>
            <a:p>
              <a:pPr marL="1031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7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25" b="0" i="0" u="none" strike="noStrike" kern="1200" cap="none" spc="-4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1</a:t>
              </a:r>
              <a:endParaRPr kumimoji="0" lang="en-US" sz="1625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  <p:grpSp>
          <p:nvGrpSpPr>
            <p:cNvPr id="31" name="object 72">
              <a:extLst>
                <a:ext uri="{FF2B5EF4-FFF2-40B4-BE49-F238E27FC236}">
                  <a16:creationId xmlns:a16="http://schemas.microsoft.com/office/drawing/2014/main" id="{9A56BC34-5A3B-C6E4-F23B-9D4903A3253A}"/>
                </a:ext>
              </a:extLst>
            </p:cNvPr>
            <p:cNvGrpSpPr/>
            <p:nvPr/>
          </p:nvGrpSpPr>
          <p:grpSpPr>
            <a:xfrm>
              <a:off x="4251834" y="2844648"/>
              <a:ext cx="502007" cy="332264"/>
              <a:chOff x="3826255" y="2709798"/>
              <a:chExt cx="617855" cy="408940"/>
            </a:xfrm>
          </p:grpSpPr>
          <p:pic>
            <p:nvPicPr>
              <p:cNvPr id="53" name="object 73">
                <a:extLst>
                  <a:ext uri="{FF2B5EF4-FFF2-40B4-BE49-F238E27FC236}">
                    <a16:creationId xmlns:a16="http://schemas.microsoft.com/office/drawing/2014/main" id="{75866632-5B91-36FD-DEE4-EE041DFBB5CA}"/>
                  </a:ext>
                </a:extLst>
              </p:cNvPr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3832605" y="2716148"/>
                <a:ext cx="604647" cy="395731"/>
              </a:xfrm>
              <a:prstGeom prst="rect">
                <a:avLst/>
              </a:prstGeom>
            </p:spPr>
          </p:pic>
          <p:sp>
            <p:nvSpPr>
              <p:cNvPr id="54" name="object 74">
                <a:extLst>
                  <a:ext uri="{FF2B5EF4-FFF2-40B4-BE49-F238E27FC236}">
                    <a16:creationId xmlns:a16="http://schemas.microsoft.com/office/drawing/2014/main" id="{548DCB17-8229-2C22-57D8-0E0E16C1677D}"/>
                  </a:ext>
                </a:extLst>
              </p:cNvPr>
              <p:cNvSpPr/>
              <p:nvPr/>
            </p:nvSpPr>
            <p:spPr>
              <a:xfrm>
                <a:off x="3832605" y="2716148"/>
                <a:ext cx="605155" cy="396240"/>
              </a:xfrm>
              <a:custGeom>
                <a:avLst/>
                <a:gdLst/>
                <a:ahLst/>
                <a:cxnLst/>
                <a:rect l="l" t="t" r="r" b="b"/>
                <a:pathLst>
                  <a:path w="605154" h="396239">
                    <a:moveTo>
                      <a:pt x="0" y="197865"/>
                    </a:moveTo>
                    <a:lnTo>
                      <a:pt x="98933" y="0"/>
                    </a:lnTo>
                    <a:lnTo>
                      <a:pt x="505714" y="0"/>
                    </a:lnTo>
                    <a:lnTo>
                      <a:pt x="604647" y="197865"/>
                    </a:lnTo>
                    <a:lnTo>
                      <a:pt x="505714" y="395731"/>
                    </a:lnTo>
                    <a:lnTo>
                      <a:pt x="98933" y="395731"/>
                    </a:lnTo>
                    <a:lnTo>
                      <a:pt x="0" y="197865"/>
                    </a:lnTo>
                    <a:close/>
                  </a:path>
                </a:pathLst>
              </a:custGeom>
              <a:ln w="1270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32" name="object 75">
              <a:extLst>
                <a:ext uri="{FF2B5EF4-FFF2-40B4-BE49-F238E27FC236}">
                  <a16:creationId xmlns:a16="http://schemas.microsoft.com/office/drawing/2014/main" id="{938BAF52-31CC-6B6B-099C-426F0B9DAC51}"/>
                </a:ext>
              </a:extLst>
            </p:cNvPr>
            <p:cNvSpPr txBox="1"/>
            <p:nvPr/>
          </p:nvSpPr>
          <p:spPr>
            <a:xfrm>
              <a:off x="4427148" y="2877320"/>
              <a:ext cx="151686" cy="259967"/>
            </a:xfrm>
            <a:prstGeom prst="rect">
              <a:avLst/>
            </a:prstGeom>
          </p:spPr>
          <p:txBody>
            <a:bodyPr vert="horz" wrap="square" lIns="0" tIns="9803" rIns="0" bIns="0" rtlCol="0">
              <a:spAutoFit/>
            </a:bodyPr>
            <a:lstStyle/>
            <a:p>
              <a:pPr marL="1031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7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25" b="0" i="0" u="none" strike="noStrike" kern="1200" cap="none" spc="-4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2</a:t>
              </a:r>
              <a:endParaRPr kumimoji="0" lang="en-US" sz="1625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  <p:grpSp>
          <p:nvGrpSpPr>
            <p:cNvPr id="33" name="object 76">
              <a:extLst>
                <a:ext uri="{FF2B5EF4-FFF2-40B4-BE49-F238E27FC236}">
                  <a16:creationId xmlns:a16="http://schemas.microsoft.com/office/drawing/2014/main" id="{2A6BB232-E471-825D-0C21-5EE406536DA5}"/>
                </a:ext>
              </a:extLst>
            </p:cNvPr>
            <p:cNvGrpSpPr/>
            <p:nvPr/>
          </p:nvGrpSpPr>
          <p:grpSpPr>
            <a:xfrm>
              <a:off x="1761342" y="4168235"/>
              <a:ext cx="502007" cy="332264"/>
              <a:chOff x="761034" y="4338828"/>
              <a:chExt cx="617855" cy="408940"/>
            </a:xfrm>
          </p:grpSpPr>
          <p:pic>
            <p:nvPicPr>
              <p:cNvPr id="51" name="object 77">
                <a:extLst>
                  <a:ext uri="{FF2B5EF4-FFF2-40B4-BE49-F238E27FC236}">
                    <a16:creationId xmlns:a16="http://schemas.microsoft.com/office/drawing/2014/main" id="{1F5282B5-11A0-165B-89D5-C14D1128E71B}"/>
                  </a:ext>
                </a:extLst>
              </p:cNvPr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767384" y="4345178"/>
                <a:ext cx="604723" cy="395859"/>
              </a:xfrm>
              <a:prstGeom prst="rect">
                <a:avLst/>
              </a:prstGeom>
            </p:spPr>
          </p:pic>
          <p:sp>
            <p:nvSpPr>
              <p:cNvPr id="52" name="object 78">
                <a:extLst>
                  <a:ext uri="{FF2B5EF4-FFF2-40B4-BE49-F238E27FC236}">
                    <a16:creationId xmlns:a16="http://schemas.microsoft.com/office/drawing/2014/main" id="{6F271A0E-3EE7-FDD9-5965-24E5A5E26A25}"/>
                  </a:ext>
                </a:extLst>
              </p:cNvPr>
              <p:cNvSpPr/>
              <p:nvPr/>
            </p:nvSpPr>
            <p:spPr>
              <a:xfrm>
                <a:off x="767384" y="4345178"/>
                <a:ext cx="605155" cy="396240"/>
              </a:xfrm>
              <a:custGeom>
                <a:avLst/>
                <a:gdLst/>
                <a:ahLst/>
                <a:cxnLst/>
                <a:rect l="l" t="t" r="r" b="b"/>
                <a:pathLst>
                  <a:path w="605155" h="396239">
                    <a:moveTo>
                      <a:pt x="0" y="197993"/>
                    </a:moveTo>
                    <a:lnTo>
                      <a:pt x="98945" y="0"/>
                    </a:lnTo>
                    <a:lnTo>
                      <a:pt x="505790" y="0"/>
                    </a:lnTo>
                    <a:lnTo>
                      <a:pt x="604723" y="197993"/>
                    </a:lnTo>
                    <a:lnTo>
                      <a:pt x="505790" y="395859"/>
                    </a:lnTo>
                    <a:lnTo>
                      <a:pt x="98945" y="395859"/>
                    </a:lnTo>
                    <a:lnTo>
                      <a:pt x="0" y="197993"/>
                    </a:lnTo>
                    <a:close/>
                  </a:path>
                </a:pathLst>
              </a:custGeom>
              <a:ln w="1270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34" name="object 79">
              <a:extLst>
                <a:ext uri="{FF2B5EF4-FFF2-40B4-BE49-F238E27FC236}">
                  <a16:creationId xmlns:a16="http://schemas.microsoft.com/office/drawing/2014/main" id="{9812C0D0-C4B0-DE80-03FB-C295AABC68E5}"/>
                </a:ext>
              </a:extLst>
            </p:cNvPr>
            <p:cNvSpPr txBox="1"/>
            <p:nvPr/>
          </p:nvSpPr>
          <p:spPr>
            <a:xfrm>
              <a:off x="1936058" y="4201525"/>
              <a:ext cx="151686" cy="259967"/>
            </a:xfrm>
            <a:prstGeom prst="rect">
              <a:avLst/>
            </a:prstGeom>
          </p:spPr>
          <p:txBody>
            <a:bodyPr vert="horz" wrap="square" lIns="0" tIns="9803" rIns="0" bIns="0" rtlCol="0">
              <a:spAutoFit/>
            </a:bodyPr>
            <a:lstStyle/>
            <a:p>
              <a:pPr marL="1031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7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25" b="0" i="0" u="none" strike="noStrike" kern="1200" cap="none" spc="-4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1</a:t>
              </a:r>
              <a:endParaRPr kumimoji="0" lang="en-US" sz="1625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  <p:grpSp>
          <p:nvGrpSpPr>
            <p:cNvPr id="35" name="object 80">
              <a:extLst>
                <a:ext uri="{FF2B5EF4-FFF2-40B4-BE49-F238E27FC236}">
                  <a16:creationId xmlns:a16="http://schemas.microsoft.com/office/drawing/2014/main" id="{37CCAC0A-594A-A544-F4DF-A80EC232D455}"/>
                </a:ext>
              </a:extLst>
            </p:cNvPr>
            <p:cNvGrpSpPr/>
            <p:nvPr/>
          </p:nvGrpSpPr>
          <p:grpSpPr>
            <a:xfrm>
              <a:off x="2234209" y="4670138"/>
              <a:ext cx="502007" cy="332264"/>
              <a:chOff x="1343025" y="4956555"/>
              <a:chExt cx="617855" cy="408940"/>
            </a:xfrm>
          </p:grpSpPr>
          <p:pic>
            <p:nvPicPr>
              <p:cNvPr id="49" name="object 81">
                <a:extLst>
                  <a:ext uri="{FF2B5EF4-FFF2-40B4-BE49-F238E27FC236}">
                    <a16:creationId xmlns:a16="http://schemas.microsoft.com/office/drawing/2014/main" id="{1622FA07-3343-6037-F50B-6EB716F6E419}"/>
                  </a:ext>
                </a:extLst>
              </p:cNvPr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1349375" y="4962905"/>
                <a:ext cx="604647" cy="395859"/>
              </a:xfrm>
              <a:prstGeom prst="rect">
                <a:avLst/>
              </a:prstGeom>
            </p:spPr>
          </p:pic>
          <p:sp>
            <p:nvSpPr>
              <p:cNvPr id="50" name="object 82">
                <a:extLst>
                  <a:ext uri="{FF2B5EF4-FFF2-40B4-BE49-F238E27FC236}">
                    <a16:creationId xmlns:a16="http://schemas.microsoft.com/office/drawing/2014/main" id="{85DD4914-AC9B-EAA8-8A72-76FDDEB6F97E}"/>
                  </a:ext>
                </a:extLst>
              </p:cNvPr>
              <p:cNvSpPr/>
              <p:nvPr/>
            </p:nvSpPr>
            <p:spPr>
              <a:xfrm>
                <a:off x="1349375" y="4962905"/>
                <a:ext cx="605155" cy="396240"/>
              </a:xfrm>
              <a:custGeom>
                <a:avLst/>
                <a:gdLst/>
                <a:ahLst/>
                <a:cxnLst/>
                <a:rect l="l" t="t" r="r" b="b"/>
                <a:pathLst>
                  <a:path w="605155" h="396239">
                    <a:moveTo>
                      <a:pt x="0" y="197866"/>
                    </a:moveTo>
                    <a:lnTo>
                      <a:pt x="98933" y="0"/>
                    </a:lnTo>
                    <a:lnTo>
                      <a:pt x="505713" y="0"/>
                    </a:lnTo>
                    <a:lnTo>
                      <a:pt x="604647" y="197866"/>
                    </a:lnTo>
                    <a:lnTo>
                      <a:pt x="505713" y="395859"/>
                    </a:lnTo>
                    <a:lnTo>
                      <a:pt x="98933" y="395859"/>
                    </a:lnTo>
                    <a:lnTo>
                      <a:pt x="0" y="197866"/>
                    </a:lnTo>
                    <a:close/>
                  </a:path>
                </a:pathLst>
              </a:custGeom>
              <a:ln w="1270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36" name="object 83">
              <a:extLst>
                <a:ext uri="{FF2B5EF4-FFF2-40B4-BE49-F238E27FC236}">
                  <a16:creationId xmlns:a16="http://schemas.microsoft.com/office/drawing/2014/main" id="{874A431B-4D5F-2C72-85E8-E863FD358249}"/>
                </a:ext>
              </a:extLst>
            </p:cNvPr>
            <p:cNvSpPr txBox="1"/>
            <p:nvPr/>
          </p:nvSpPr>
          <p:spPr>
            <a:xfrm>
              <a:off x="2409110" y="4703778"/>
              <a:ext cx="151686" cy="259446"/>
            </a:xfrm>
            <a:prstGeom prst="rect">
              <a:avLst/>
            </a:prstGeom>
          </p:spPr>
          <p:txBody>
            <a:bodyPr vert="horz" wrap="square" lIns="0" tIns="9287" rIns="0" bIns="0" rtlCol="0">
              <a:spAutoFit/>
            </a:bodyPr>
            <a:lstStyle/>
            <a:p>
              <a:pPr marL="1031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25" b="0" i="0" u="none" strike="noStrike" kern="1200" cap="none" spc="-8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2</a:t>
              </a:r>
              <a:endParaRPr kumimoji="0" lang="en-US" sz="1625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  <p:grpSp>
          <p:nvGrpSpPr>
            <p:cNvPr id="37" name="object 84">
              <a:extLst>
                <a:ext uri="{FF2B5EF4-FFF2-40B4-BE49-F238E27FC236}">
                  <a16:creationId xmlns:a16="http://schemas.microsoft.com/office/drawing/2014/main" id="{3B2CD402-5625-6490-19DF-166B35E7B28C}"/>
                </a:ext>
              </a:extLst>
            </p:cNvPr>
            <p:cNvGrpSpPr/>
            <p:nvPr/>
          </p:nvGrpSpPr>
          <p:grpSpPr>
            <a:xfrm>
              <a:off x="2711966" y="5190152"/>
              <a:ext cx="491688" cy="321947"/>
              <a:chOff x="1931035" y="5596570"/>
              <a:chExt cx="605155" cy="396242"/>
            </a:xfrm>
          </p:grpSpPr>
          <p:pic>
            <p:nvPicPr>
              <p:cNvPr id="47" name="object 85">
                <a:extLst>
                  <a:ext uri="{FF2B5EF4-FFF2-40B4-BE49-F238E27FC236}">
                    <a16:creationId xmlns:a16="http://schemas.microsoft.com/office/drawing/2014/main" id="{86D1F871-2CCE-0C07-54B6-E926C4BAA9EA}"/>
                  </a:ext>
                </a:extLst>
              </p:cNvPr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931035" y="5596570"/>
                <a:ext cx="604772" cy="395782"/>
              </a:xfrm>
              <a:prstGeom prst="rect">
                <a:avLst/>
              </a:prstGeom>
            </p:spPr>
          </p:pic>
          <p:sp>
            <p:nvSpPr>
              <p:cNvPr id="48" name="object 86">
                <a:extLst>
                  <a:ext uri="{FF2B5EF4-FFF2-40B4-BE49-F238E27FC236}">
                    <a16:creationId xmlns:a16="http://schemas.microsoft.com/office/drawing/2014/main" id="{AEB32765-2A08-88BD-DE59-5D8F506FF3A7}"/>
                  </a:ext>
                </a:extLst>
              </p:cNvPr>
              <p:cNvSpPr/>
              <p:nvPr/>
            </p:nvSpPr>
            <p:spPr>
              <a:xfrm>
                <a:off x="1931035" y="5596572"/>
                <a:ext cx="605155" cy="396240"/>
              </a:xfrm>
              <a:custGeom>
                <a:avLst/>
                <a:gdLst/>
                <a:ahLst/>
                <a:cxnLst/>
                <a:rect l="l" t="t" r="r" b="b"/>
                <a:pathLst>
                  <a:path w="605155" h="396239">
                    <a:moveTo>
                      <a:pt x="0" y="197891"/>
                    </a:moveTo>
                    <a:lnTo>
                      <a:pt x="98932" y="0"/>
                    </a:lnTo>
                    <a:lnTo>
                      <a:pt x="505840" y="0"/>
                    </a:lnTo>
                    <a:lnTo>
                      <a:pt x="604773" y="197891"/>
                    </a:lnTo>
                    <a:lnTo>
                      <a:pt x="505840" y="395782"/>
                    </a:lnTo>
                    <a:lnTo>
                      <a:pt x="98932" y="395782"/>
                    </a:lnTo>
                    <a:lnTo>
                      <a:pt x="0" y="197891"/>
                    </a:lnTo>
                    <a:close/>
                  </a:path>
                </a:pathLst>
              </a:custGeom>
              <a:ln w="1270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38" name="object 87">
              <a:extLst>
                <a:ext uri="{FF2B5EF4-FFF2-40B4-BE49-F238E27FC236}">
                  <a16:creationId xmlns:a16="http://schemas.microsoft.com/office/drawing/2014/main" id="{D95484C3-B17D-8391-0B37-1973E533B8FA}"/>
                </a:ext>
              </a:extLst>
            </p:cNvPr>
            <p:cNvSpPr txBox="1"/>
            <p:nvPr/>
          </p:nvSpPr>
          <p:spPr>
            <a:xfrm>
              <a:off x="2881812" y="5218849"/>
              <a:ext cx="151686" cy="259446"/>
            </a:xfrm>
            <a:prstGeom prst="rect">
              <a:avLst/>
            </a:prstGeom>
          </p:spPr>
          <p:txBody>
            <a:bodyPr vert="horz" wrap="square" lIns="0" tIns="9287" rIns="0" bIns="0" rtlCol="0">
              <a:spAutoFit/>
            </a:bodyPr>
            <a:lstStyle/>
            <a:p>
              <a:pPr marL="1031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25" b="0" i="0" u="none" strike="noStrike" kern="1200" cap="none" spc="-8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3</a:t>
              </a:r>
              <a:endParaRPr kumimoji="0" lang="en-US" sz="1625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  <p:grpSp>
          <p:nvGrpSpPr>
            <p:cNvPr id="39" name="object 88">
              <a:extLst>
                <a:ext uri="{FF2B5EF4-FFF2-40B4-BE49-F238E27FC236}">
                  <a16:creationId xmlns:a16="http://schemas.microsoft.com/office/drawing/2014/main" id="{8C664758-F0E8-8092-22C5-3521F0483F8B}"/>
                </a:ext>
              </a:extLst>
            </p:cNvPr>
            <p:cNvGrpSpPr/>
            <p:nvPr/>
          </p:nvGrpSpPr>
          <p:grpSpPr>
            <a:xfrm>
              <a:off x="7629677" y="2827933"/>
              <a:ext cx="502007" cy="332264"/>
              <a:chOff x="7983601" y="2689225"/>
              <a:chExt cx="617855" cy="408940"/>
            </a:xfrm>
          </p:grpSpPr>
          <p:pic>
            <p:nvPicPr>
              <p:cNvPr id="45" name="object 89">
                <a:extLst>
                  <a:ext uri="{FF2B5EF4-FFF2-40B4-BE49-F238E27FC236}">
                    <a16:creationId xmlns:a16="http://schemas.microsoft.com/office/drawing/2014/main" id="{E511ACCC-0786-84EB-A4B1-F4B7FE50C7B1}"/>
                  </a:ext>
                </a:extLst>
              </p:cNvPr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7989951" y="2695575"/>
                <a:ext cx="604647" cy="395859"/>
              </a:xfrm>
              <a:prstGeom prst="rect">
                <a:avLst/>
              </a:prstGeom>
            </p:spPr>
          </p:pic>
          <p:sp>
            <p:nvSpPr>
              <p:cNvPr id="46" name="object 90">
                <a:extLst>
                  <a:ext uri="{FF2B5EF4-FFF2-40B4-BE49-F238E27FC236}">
                    <a16:creationId xmlns:a16="http://schemas.microsoft.com/office/drawing/2014/main" id="{D140F220-4AEC-3FAE-04BA-03D8261D89F3}"/>
                  </a:ext>
                </a:extLst>
              </p:cNvPr>
              <p:cNvSpPr/>
              <p:nvPr/>
            </p:nvSpPr>
            <p:spPr>
              <a:xfrm>
                <a:off x="7989951" y="2695575"/>
                <a:ext cx="605155" cy="396240"/>
              </a:xfrm>
              <a:custGeom>
                <a:avLst/>
                <a:gdLst/>
                <a:ahLst/>
                <a:cxnLst/>
                <a:rect l="l" t="t" r="r" b="b"/>
                <a:pathLst>
                  <a:path w="605154" h="396239">
                    <a:moveTo>
                      <a:pt x="0" y="197992"/>
                    </a:moveTo>
                    <a:lnTo>
                      <a:pt x="98932" y="0"/>
                    </a:lnTo>
                    <a:lnTo>
                      <a:pt x="505714" y="0"/>
                    </a:lnTo>
                    <a:lnTo>
                      <a:pt x="604647" y="197992"/>
                    </a:lnTo>
                    <a:lnTo>
                      <a:pt x="505714" y="395859"/>
                    </a:lnTo>
                    <a:lnTo>
                      <a:pt x="98932" y="395859"/>
                    </a:lnTo>
                    <a:lnTo>
                      <a:pt x="0" y="197992"/>
                    </a:lnTo>
                    <a:close/>
                  </a:path>
                </a:pathLst>
              </a:custGeom>
              <a:ln w="1270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40" name="object 91">
              <a:extLst>
                <a:ext uri="{FF2B5EF4-FFF2-40B4-BE49-F238E27FC236}">
                  <a16:creationId xmlns:a16="http://schemas.microsoft.com/office/drawing/2014/main" id="{7F4AF3CB-92A3-5FD5-3D98-8CEABFCAEB2E}"/>
                </a:ext>
              </a:extLst>
            </p:cNvPr>
            <p:cNvSpPr txBox="1"/>
            <p:nvPr/>
          </p:nvSpPr>
          <p:spPr>
            <a:xfrm>
              <a:off x="7805817" y="2860747"/>
              <a:ext cx="151686" cy="259446"/>
            </a:xfrm>
            <a:prstGeom prst="rect">
              <a:avLst/>
            </a:prstGeom>
          </p:spPr>
          <p:txBody>
            <a:bodyPr vert="horz" wrap="square" lIns="0" tIns="9287" rIns="0" bIns="0" rtlCol="0">
              <a:spAutoFit/>
            </a:bodyPr>
            <a:lstStyle/>
            <a:p>
              <a:pPr marL="1031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25" b="0" i="0" u="none" strike="noStrike" kern="1200" cap="none" spc="-8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3</a:t>
              </a:r>
              <a:endParaRPr kumimoji="0" lang="en-US" sz="1625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  <p:grpSp>
          <p:nvGrpSpPr>
            <p:cNvPr id="41" name="object 92">
              <a:extLst>
                <a:ext uri="{FF2B5EF4-FFF2-40B4-BE49-F238E27FC236}">
                  <a16:creationId xmlns:a16="http://schemas.microsoft.com/office/drawing/2014/main" id="{30C44A2D-57D9-9AA2-4796-3C862D2FDD85}"/>
                </a:ext>
              </a:extLst>
            </p:cNvPr>
            <p:cNvGrpSpPr/>
            <p:nvPr/>
          </p:nvGrpSpPr>
          <p:grpSpPr>
            <a:xfrm>
              <a:off x="7172245" y="4694152"/>
              <a:ext cx="2493526" cy="287377"/>
              <a:chOff x="7420609" y="4986108"/>
              <a:chExt cx="3068955" cy="353695"/>
            </a:xfrm>
          </p:grpSpPr>
          <p:pic>
            <p:nvPicPr>
              <p:cNvPr id="43" name="object 93">
                <a:extLst>
                  <a:ext uri="{FF2B5EF4-FFF2-40B4-BE49-F238E27FC236}">
                    <a16:creationId xmlns:a16="http://schemas.microsoft.com/office/drawing/2014/main" id="{28D15AD4-2296-2557-779E-2C5D153F6EB7}"/>
                  </a:ext>
                </a:extLst>
              </p:cNvPr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7426959" y="4992458"/>
                <a:ext cx="3056001" cy="340652"/>
              </a:xfrm>
              <a:prstGeom prst="rect">
                <a:avLst/>
              </a:prstGeom>
            </p:spPr>
          </p:pic>
          <p:sp>
            <p:nvSpPr>
              <p:cNvPr id="44" name="object 94">
                <a:extLst>
                  <a:ext uri="{FF2B5EF4-FFF2-40B4-BE49-F238E27FC236}">
                    <a16:creationId xmlns:a16="http://schemas.microsoft.com/office/drawing/2014/main" id="{1758538A-9F1E-BC3F-BFD6-6D393CD5F2B8}"/>
                  </a:ext>
                </a:extLst>
              </p:cNvPr>
              <p:cNvSpPr/>
              <p:nvPr/>
            </p:nvSpPr>
            <p:spPr>
              <a:xfrm>
                <a:off x="7426959" y="4992458"/>
                <a:ext cx="3056255" cy="340995"/>
              </a:xfrm>
              <a:custGeom>
                <a:avLst/>
                <a:gdLst/>
                <a:ahLst/>
                <a:cxnLst/>
                <a:rect l="l" t="t" r="r" b="b"/>
                <a:pathLst>
                  <a:path w="3056254" h="340995">
                    <a:moveTo>
                      <a:pt x="0" y="340652"/>
                    </a:moveTo>
                    <a:lnTo>
                      <a:pt x="3056001" y="340652"/>
                    </a:lnTo>
                    <a:lnTo>
                      <a:pt x="3056001" y="0"/>
                    </a:lnTo>
                    <a:lnTo>
                      <a:pt x="0" y="0"/>
                    </a:lnTo>
                    <a:lnTo>
                      <a:pt x="0" y="340652"/>
                    </a:lnTo>
                    <a:close/>
                  </a:path>
                </a:pathLst>
              </a:custGeom>
              <a:ln w="1270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42" name="object 95">
              <a:extLst>
                <a:ext uri="{FF2B5EF4-FFF2-40B4-BE49-F238E27FC236}">
                  <a16:creationId xmlns:a16="http://schemas.microsoft.com/office/drawing/2014/main" id="{F6C22984-851B-671A-D7F9-40A1AE18EBA6}"/>
                </a:ext>
              </a:extLst>
            </p:cNvPr>
            <p:cNvSpPr txBox="1"/>
            <p:nvPr/>
          </p:nvSpPr>
          <p:spPr>
            <a:xfrm>
              <a:off x="7182564" y="4711168"/>
              <a:ext cx="2490430" cy="211517"/>
            </a:xfrm>
            <a:prstGeom prst="rect">
              <a:avLst/>
            </a:prstGeom>
          </p:spPr>
          <p:txBody>
            <a:bodyPr vert="horz" wrap="square" lIns="0" tIns="11351" rIns="0" bIns="0" rtlCol="0">
              <a:spAutoFit/>
            </a:bodyPr>
            <a:lstStyle/>
            <a:p>
              <a:pPr marL="343614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89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-4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will</a:t>
              </a:r>
              <a:r>
                <a:rPr kumimoji="0" lang="en-US" sz="1300" b="0" i="0" u="none" strike="noStrike" kern="1200" cap="none" spc="-37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 </a:t>
              </a:r>
              <a:r>
                <a:rPr kumimoji="0" lang="en-US" sz="1300" b="0" i="0" u="none" strike="noStrike" kern="1200" cap="none" spc="-4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display</a:t>
              </a:r>
              <a:r>
                <a:rPr kumimoji="0" lang="en-US" sz="1300" b="0" i="0" u="none" strike="noStrike" kern="1200" cap="none" spc="-16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 </a:t>
              </a:r>
              <a:r>
                <a:rPr kumimoji="0" lang="en-US" sz="1300" b="0" i="0" u="none" strike="noStrike" kern="1200" cap="none" spc="4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on</a:t>
              </a:r>
              <a:r>
                <a:rPr kumimoji="0" lang="en-US" sz="1300" b="0" i="0" u="none" strike="noStrike" kern="1200" cap="none" spc="-33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 </a:t>
              </a:r>
              <a:r>
                <a:rPr kumimoji="0" lang="en-US" sz="1300" b="0" i="0" u="none" strike="noStrike" kern="1200" cap="none" spc="-4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m2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7771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6F447C-8C26-5DEC-8C7F-280C9B14ED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GUI apps across machines: More securely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1800" b="1" spc="-8" noProof="0" dirty="0">
                <a:solidFill>
                  <a:srgbClr val="0000C7"/>
                </a:solidFill>
                <a:cs typeface="Segoe UI"/>
              </a:rPr>
              <a:t>X</a:t>
            </a:r>
            <a:r>
              <a:rPr lang="en-US" sz="1800" b="1" spc="-24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data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tunneled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inside </a:t>
            </a:r>
            <a:r>
              <a:rPr lang="en-US" sz="1800" spc="-43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-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secure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noProof="0" dirty="0">
                <a:solidFill>
                  <a:srgbClr val="0000C7"/>
                </a:solidFill>
                <a:cs typeface="Segoe UI"/>
              </a:rPr>
              <a:t>ssh</a:t>
            </a:r>
            <a:r>
              <a:rPr lang="en-US" sz="1800" b="1" spc="-24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packet</a:t>
            </a:r>
          </a:p>
          <a:p>
            <a:endParaRPr lang="en-US" sz="1800" noProof="0" dirty="0"/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DEC9B3E-5B9A-697C-56F8-19B137BF4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99" y="2374638"/>
            <a:ext cx="7510636" cy="359073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907" marR="0" lvl="0" indent="0" algn="l" defTabSz="914400" rtl="0" eaLnBrk="1" fontAlgn="auto" latinLnBrk="0" hangingPunct="1">
              <a:lnSpc>
                <a:spcPct val="100000"/>
              </a:lnSpc>
              <a:spcBef>
                <a:spcPts val="337"/>
              </a:spcBef>
              <a:spcAft>
                <a:spcPts val="0"/>
              </a:spcAft>
              <a:buClrTx/>
              <a:buSzTx/>
              <a:buFontTx/>
              <a:buNone/>
              <a:tabLst>
                <a:tab pos="1316673" algn="l"/>
                <a:tab pos="2306757" algn="l"/>
              </a:tabLst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ssh</a:t>
            </a:r>
            <a:r>
              <a:rPr kumimoji="0" lang="en-US" sz="1400" b="1" i="0" u="none" strike="noStrike" kern="1200" cap="none" spc="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–X </a:t>
            </a:r>
            <a:r>
              <a:rPr kumimoji="0" lang="en-US" sz="14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remoteuser@remotemachine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/</a:t>
            </a:r>
            <a:r>
              <a:rPr kumimoji="0" lang="en-US" sz="14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/bin/gnome-system-manager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6F9207E5-8F49-CCA1-E942-DB71277CE20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20017" y="3055517"/>
            <a:ext cx="6456045" cy="325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513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Configuring X-apps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081DE-4882-FCD1-AECF-6BA7DF572F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470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6736C6-0783-7A2C-8D01-B56C2EFF3F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Resources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9957" indent="-280154">
              <a:spcBef>
                <a:spcPts val="1056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X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applications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are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highly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configurable.</a:t>
            </a:r>
            <a:endParaRPr lang="en-US" sz="18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Aspects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of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appearance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and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behavior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are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controlled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through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resources.</a:t>
            </a: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Examples</a:t>
            </a:r>
            <a:r>
              <a:rPr lang="en-US" sz="1800" spc="12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20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of</a:t>
            </a:r>
            <a:r>
              <a:rPr lang="en-US" sz="1800" spc="-16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2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resources:</a:t>
            </a:r>
            <a:endParaRPr lang="en-US" sz="1800" noProof="0" dirty="0">
              <a:solidFill>
                <a:schemeClr val="tx1"/>
              </a:solidFill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Colors</a:t>
            </a:r>
            <a:endParaRPr lang="en-US" sz="18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Fonts</a:t>
            </a:r>
            <a:endParaRPr lang="en-US" sz="18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Initial</a:t>
            </a:r>
            <a:r>
              <a:rPr lang="en-US" sz="18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position</a:t>
            </a:r>
            <a:r>
              <a:rPr lang="en-US" sz="1800" spc="12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and</a:t>
            </a:r>
            <a:r>
              <a:rPr lang="en-US" sz="1800" spc="4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size</a:t>
            </a:r>
            <a:endParaRPr lang="en-US" sz="18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Behavior</a:t>
            </a:r>
            <a:r>
              <a:rPr lang="en-US" sz="1800" spc="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US" sz="1800" spc="12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response</a:t>
            </a:r>
            <a:r>
              <a:rPr lang="en-US" sz="1800" spc="24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6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to</a:t>
            </a:r>
            <a:r>
              <a:rPr lang="en-US" sz="1800" spc="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certain</a:t>
            </a:r>
            <a:r>
              <a:rPr lang="en-US" sz="1800" spc="53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events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6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Resources</a:t>
            </a:r>
            <a:r>
              <a:rPr lang="en-US" sz="1800" spc="28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can</a:t>
            </a:r>
            <a:r>
              <a:rPr lang="en-US" sz="1800" spc="12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be</a:t>
            </a:r>
            <a:r>
              <a:rPr lang="en-US" sz="1800" spc="16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2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r>
              <a:rPr lang="en-US" sz="1800" spc="12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US" sz="1800" spc="-4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different</a:t>
            </a:r>
            <a:r>
              <a:rPr lang="en-US" sz="1800" spc="53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ways:</a:t>
            </a:r>
            <a:endParaRPr lang="en-US" sz="1800" noProof="0" dirty="0">
              <a:solidFill>
                <a:schemeClr val="tx1"/>
              </a:solidFill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From</a:t>
            </a:r>
            <a:r>
              <a:rPr lang="en-US" sz="18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the</a:t>
            </a:r>
            <a:r>
              <a:rPr lang="en-US" sz="1800" spc="12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command</a:t>
            </a:r>
            <a:r>
              <a:rPr lang="en-US" sz="1800" spc="2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line</a:t>
            </a:r>
            <a:endParaRPr lang="en-US" sz="18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From</a:t>
            </a:r>
            <a:r>
              <a:rPr lang="en-US" sz="1800" spc="-37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2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special</a:t>
            </a:r>
            <a:r>
              <a:rPr lang="en-US" sz="1800" spc="49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configuration</a:t>
            </a:r>
            <a:r>
              <a:rPr lang="en-US" sz="1800" spc="57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files</a:t>
            </a:r>
            <a:endParaRPr lang="en-US" sz="18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Many</a:t>
            </a:r>
            <a:r>
              <a:rPr lang="en-US" sz="1800" spc="-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2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systems</a:t>
            </a:r>
            <a:r>
              <a:rPr lang="en-US" sz="1800" spc="53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allow</a:t>
            </a:r>
            <a:r>
              <a:rPr lang="en-US" sz="1800" spc="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2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basic</a:t>
            </a:r>
            <a:r>
              <a:rPr lang="en-US" sz="1800" spc="12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2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resources</a:t>
            </a:r>
            <a:r>
              <a:rPr lang="en-US" sz="1800" spc="73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6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to</a:t>
            </a:r>
            <a:r>
              <a:rPr lang="en-US" sz="18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be</a:t>
            </a:r>
            <a:r>
              <a:rPr lang="en-US" sz="1800" spc="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2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examined</a:t>
            </a:r>
            <a:r>
              <a:rPr lang="en-US" sz="1800" spc="61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and</a:t>
            </a:r>
            <a:r>
              <a:rPr lang="en-US" sz="1800" spc="4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2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endParaRPr lang="en-US" sz="18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6329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20EF26B-EF5A-471E-FF69-284C50544F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Resource management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Inside</a:t>
            </a:r>
            <a:r>
              <a:rPr lang="en-US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b="1" spc="-8" noProof="0" dirty="0">
                <a:solidFill>
                  <a:srgbClr val="0000C7"/>
                </a:solidFill>
                <a:latin typeface="+mn-lt"/>
                <a:cs typeface="Segoe UI"/>
              </a:rPr>
              <a:t>X</a:t>
            </a:r>
            <a:r>
              <a:rPr lang="en-US" b="1" spc="8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system</a:t>
            </a:r>
            <a:r>
              <a:rPr lang="en-US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resource</a:t>
            </a:r>
            <a:r>
              <a:rPr lang="en-US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manager.</a:t>
            </a:r>
            <a:endParaRPr lang="en-US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Holds</a:t>
            </a:r>
            <a:r>
              <a:rPr lang="en-US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configuration</a:t>
            </a:r>
            <a:r>
              <a:rPr lang="en-US" spc="6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information</a:t>
            </a:r>
            <a:r>
              <a:rPr lang="en-US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passed</a:t>
            </a:r>
            <a:r>
              <a:rPr lang="en-US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b="1" spc="-8" noProof="0" dirty="0">
                <a:solidFill>
                  <a:srgbClr val="0000C7"/>
                </a:solidFill>
                <a:latin typeface="+mn-lt"/>
                <a:cs typeface="Segoe UI"/>
              </a:rPr>
              <a:t>X</a:t>
            </a:r>
            <a:r>
              <a:rPr lang="en-US" b="1" spc="12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applications</a:t>
            </a:r>
            <a:endParaRPr lang="en-US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16" noProof="0" dirty="0">
                <a:solidFill>
                  <a:srgbClr val="2D2C2C"/>
                </a:solidFill>
                <a:latin typeface="+mn-lt"/>
                <a:cs typeface="Segoe UI"/>
              </a:rPr>
              <a:t>System-wide</a:t>
            </a:r>
            <a:r>
              <a:rPr lang="en-US" spc="8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definitions</a:t>
            </a:r>
            <a:r>
              <a:rPr lang="en-US" spc="6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Xdefaults</a:t>
            </a:r>
            <a:r>
              <a:rPr lang="en-US" b="1" spc="41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or</a:t>
            </a:r>
            <a:r>
              <a:rPr lang="en-US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Xresources</a:t>
            </a:r>
            <a:endParaRPr lang="en-US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Users</a:t>
            </a:r>
            <a:r>
              <a:rPr lang="en-US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may</a:t>
            </a:r>
            <a:r>
              <a:rPr lang="en-US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have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their</a:t>
            </a:r>
            <a:r>
              <a:rPr lang="en-US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own</a:t>
            </a:r>
            <a:r>
              <a:rPr lang="en-US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resources.</a:t>
            </a:r>
            <a:endParaRPr lang="en-US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either</a:t>
            </a:r>
            <a:r>
              <a:rPr lang="en-US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US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Xdefaults</a:t>
            </a:r>
            <a:r>
              <a:rPr lang="en-US" b="1" spc="37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or</a:t>
            </a:r>
            <a:r>
              <a:rPr lang="en-US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US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Xresources</a:t>
            </a:r>
            <a:r>
              <a:rPr lang="en-US" b="1" spc="6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file</a:t>
            </a:r>
            <a:r>
              <a:rPr lang="en-US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their</a:t>
            </a:r>
            <a:r>
              <a:rPr lang="en-US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home</a:t>
            </a:r>
            <a:r>
              <a:rPr lang="en-US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directory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pc="-4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pc="-4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KDE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GNOME</a:t>
            </a:r>
            <a:r>
              <a:rPr lang="en-US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may</a:t>
            </a:r>
            <a:r>
              <a:rPr lang="en-US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have</a:t>
            </a:r>
            <a:r>
              <a:rPr lang="en-US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their</a:t>
            </a:r>
            <a:r>
              <a:rPr lang="en-US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own</a:t>
            </a:r>
            <a:r>
              <a:rPr lang="en-US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configuration.</a:t>
            </a:r>
            <a:endParaRPr lang="en-US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Global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resource</a:t>
            </a:r>
            <a:r>
              <a:rPr lang="en-US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definition</a:t>
            </a:r>
            <a:r>
              <a:rPr lang="en-US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repository</a:t>
            </a:r>
            <a:r>
              <a:rPr lang="en-US" spc="5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/X11</a:t>
            </a:r>
            <a:r>
              <a:rPr lang="en-US" b="1" spc="2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or</a:t>
            </a:r>
            <a:r>
              <a:rPr lang="en-US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/opt</a:t>
            </a:r>
            <a:endParaRPr lang="en-US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New</a:t>
            </a:r>
            <a:r>
              <a:rPr lang="en-US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definitions</a:t>
            </a:r>
            <a:r>
              <a:rPr lang="en-US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be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written</a:t>
            </a:r>
            <a:r>
              <a:rPr lang="en-US" spc="6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resource</a:t>
            </a:r>
            <a:r>
              <a:rPr lang="en-US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manager</a:t>
            </a:r>
            <a:endParaRPr lang="en-US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E774424-842E-E337-D48F-3FF99D2E1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7138" y="3571770"/>
            <a:ext cx="6770077" cy="92781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95250" marR="0" lvl="0" indent="0" algn="l" defTabSz="914400" rtl="0" eaLnBrk="1" fontAlgn="auto" latinLnBrk="0" hangingPunct="1">
              <a:lnSpc>
                <a:spcPts val="20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3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5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xrdb</a:t>
            </a:r>
            <a:r>
              <a:rPr kumimoji="0" lang="en-US" sz="1800" b="1" i="0" u="none" strike="noStrike" kern="1200" cap="none" spc="-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–query   #to view current resource settings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95250" marR="0" lvl="0" indent="0" algn="l" defTabSz="914400" rtl="0" eaLnBrk="1" fontAlgn="auto" latinLnBrk="0" hangingPunct="1">
              <a:lnSpc>
                <a:spcPts val="21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...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81002C-156A-3E15-A9E2-75533E0A7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7138" y="5668889"/>
            <a:ext cx="6770077" cy="412934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95250" marR="0" lvl="0" indent="0" algn="l" defTabSz="914400" rtl="0" eaLnBrk="1" fontAlgn="auto" latinLnBrk="0" hangingPunct="1">
              <a:lnSpc>
                <a:spcPts val="20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3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5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xrdb</a:t>
            </a:r>
            <a:r>
              <a:rPr kumimoji="0" lang="en-US" sz="1800" b="1" i="0" u="none" strike="noStrike" kern="1200" cap="none" spc="-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5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Xdefaults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4845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D202A1-5745-CF75-8CB3-1F6DB88D1F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Fonts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X</a:t>
            </a:r>
            <a:r>
              <a:rPr lang="en-US" sz="1800" b="1" spc="-16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supports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large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range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fonts.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Use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xlsfonts</a:t>
            </a:r>
            <a:r>
              <a:rPr lang="en-US" sz="1800" b="1" spc="-12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list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fonts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available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on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your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system.</a:t>
            </a:r>
          </a:p>
          <a:p>
            <a:pPr marL="284797" lvl="1" indent="0">
              <a:spcBef>
                <a:spcPts val="488"/>
              </a:spcBef>
              <a:buClr>
                <a:srgbClr val="000000"/>
              </a:buClr>
              <a:buNone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6080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Many apps have a switch to specify font: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latin typeface="+mn-lt"/>
              <a:cs typeface="Segoe U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FD477F3-DE52-9A2E-D2FC-693B03EDF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42" y="2511384"/>
            <a:ext cx="6769773" cy="867545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ts val="19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xlsfonts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|</a:t>
            </a:r>
            <a:r>
              <a:rPr kumimoji="0" lang="en-US" sz="1800" b="1" i="0" u="none" strike="noStrike" kern="1200" cap="none" spc="-2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more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 marR="0" lvl="0" indent="0" algn="l" defTabSz="914400" rtl="0" eaLnBrk="1" fontAlgn="auto" latinLnBrk="0" hangingPunct="1">
              <a:lnSpc>
                <a:spcPts val="19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-adobe-utopia-bold-</a:t>
            </a:r>
            <a:r>
              <a:rPr kumimoji="0" lang="en-US" sz="1400" b="0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i</a:t>
            </a: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-normal--0-0-0-0-p-0-iso8859-1</a:t>
            </a:r>
          </a:p>
          <a:p>
            <a:pPr marL="77391" marR="0" lvl="0" indent="0" algn="l" defTabSz="914400" rtl="0" eaLnBrk="1" fontAlgn="auto" latinLnBrk="0" hangingPunct="1">
              <a:lnSpc>
                <a:spcPts val="19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[...]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CDE5E32-2086-6E1A-B8D7-7FE2D3C02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42" y="4303176"/>
            <a:ext cx="6769773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ct val="100000"/>
              </a:lnSpc>
              <a:spcBef>
                <a:spcPts val="1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xedit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fontname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courier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78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C1DEB36-4BE7-7667-C173-AC16DF42A2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Colours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Many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aspects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application’s</a:t>
            </a:r>
            <a:r>
              <a:rPr lang="en-US" sz="1800" spc="6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colors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set.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Foreground,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background,</a:t>
            </a:r>
            <a:r>
              <a:rPr lang="en-US" sz="1800" spc="5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text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color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79638" marR="100608" indent="-279638">
              <a:spcBef>
                <a:spcPts val="77"/>
              </a:spcBef>
              <a:buClr>
                <a:srgbClr val="000000"/>
              </a:buClr>
              <a:buFont typeface="Arial"/>
              <a:buChar char="•"/>
              <a:tabLst>
                <a:tab pos="279638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X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uses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RGB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model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for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specifying</a:t>
            </a:r>
            <a:r>
              <a:rPr lang="en-US" sz="1800" spc="7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color,</a:t>
            </a:r>
            <a:r>
              <a:rPr lang="en-US" sz="1800" noProof="0" dirty="0"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composed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different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intensities</a:t>
            </a:r>
            <a:r>
              <a:rPr lang="en-US" sz="1800" spc="6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of: </a:t>
            </a:r>
            <a:r>
              <a:rPr lang="en-US" sz="1800" b="1" noProof="0" dirty="0">
                <a:solidFill>
                  <a:srgbClr val="C70000"/>
                </a:solidFill>
                <a:latin typeface="+mn-lt"/>
                <a:cs typeface="Segoe UI"/>
              </a:rPr>
              <a:t>Red </a:t>
            </a:r>
            <a:r>
              <a:rPr lang="en-US" sz="1800" b="1" noProof="0" dirty="0">
                <a:solidFill>
                  <a:srgbClr val="01C20A"/>
                </a:solidFill>
                <a:latin typeface="+mn-lt"/>
                <a:cs typeface="Segoe UI"/>
              </a:rPr>
              <a:t>Green </a:t>
            </a:r>
            <a:r>
              <a:rPr lang="en-US" sz="1800" b="1" noProof="0" dirty="0">
                <a:solidFill>
                  <a:srgbClr val="0000C7"/>
                </a:solidFill>
                <a:latin typeface="+mn-lt"/>
                <a:cs typeface="Segoe UI"/>
              </a:rPr>
              <a:t>Blue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98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display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an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RGB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color-name</a:t>
            </a:r>
            <a:r>
              <a:rPr lang="en-US" sz="18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database:</a:t>
            </a:r>
          </a:p>
          <a:p>
            <a:pPr marL="9803" indent="0">
              <a:spcBef>
                <a:spcPts val="975"/>
              </a:spcBef>
              <a:buClr>
                <a:srgbClr val="000000"/>
              </a:buClr>
              <a:buNone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96069" indent="-285750">
              <a:spcBef>
                <a:spcPts val="77"/>
              </a:spcBef>
              <a:buFont typeface="Arial" panose="020B0604020202020204" pitchFamily="34" charset="0"/>
              <a:buChar char="•"/>
              <a:tabLst>
                <a:tab pos="1729423" algn="l"/>
              </a:tabLst>
            </a:pPr>
            <a:r>
              <a:rPr lang="en-US" sz="1800" spc="-16" noProof="0" dirty="0">
                <a:latin typeface="Montserrat" panose="00000500000000000000" pitchFamily="2" charset="0"/>
                <a:cs typeface="Segoe UI"/>
              </a:rPr>
              <a:t>stored</a:t>
            </a:r>
            <a:r>
              <a:rPr lang="en-US" sz="1800" spc="28" noProof="0" dirty="0">
                <a:latin typeface="Montserrat" panose="00000500000000000000" pitchFamily="2" charset="0"/>
                <a:cs typeface="Segoe UI"/>
              </a:rPr>
              <a:t> </a:t>
            </a:r>
            <a:r>
              <a:rPr lang="en-US" sz="1800" spc="-4" noProof="0" dirty="0">
                <a:latin typeface="Montserrat" panose="00000500000000000000" pitchFamily="2" charset="0"/>
                <a:cs typeface="Segoe UI"/>
              </a:rPr>
              <a:t>in</a:t>
            </a:r>
            <a:r>
              <a:rPr lang="en-US" sz="1800" spc="4" noProof="0" dirty="0">
                <a:latin typeface="Montserrat" panose="00000500000000000000" pitchFamily="2" charset="0"/>
                <a:cs typeface="Segoe UI"/>
              </a:rPr>
              <a:t> </a:t>
            </a:r>
            <a:r>
              <a:rPr lang="en-US" sz="1800" noProof="0" dirty="0">
                <a:latin typeface="Montserrat" panose="00000500000000000000" pitchFamily="2" charset="0"/>
                <a:cs typeface="Segoe UI"/>
              </a:rPr>
              <a:t>either:	</a:t>
            </a:r>
          </a:p>
          <a:p>
            <a:pPr marL="476065" lvl="1" indent="-285750">
              <a:spcBef>
                <a:spcPts val="77"/>
              </a:spcBef>
              <a:tabLst>
                <a:tab pos="1729423" algn="l"/>
              </a:tabLst>
            </a:pP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/X11/rgb.txt</a:t>
            </a:r>
          </a:p>
          <a:p>
            <a:pPr marL="476065" lvl="1" indent="-285750">
              <a:spcBef>
                <a:spcPts val="77"/>
              </a:spcBef>
              <a:tabLst>
                <a:tab pos="1729423" algn="l"/>
              </a:tabLst>
            </a:pPr>
            <a:r>
              <a:rPr lang="en-US" sz="1800" spc="16" noProof="0" dirty="0">
                <a:latin typeface="Montserrat" panose="00000500000000000000" pitchFamily="2" charset="0"/>
                <a:cs typeface="Segoe UI"/>
              </a:rPr>
              <a:t>or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/share/X11/rgb.txt</a:t>
            </a:r>
            <a:endParaRPr lang="en-US" sz="20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7856206-A078-7E50-5E51-AD68CCC76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4332897"/>
            <a:ext cx="6770077" cy="601447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 marR="0" lvl="0" indent="0" algn="l" defTabSz="914400" rtl="0" eaLnBrk="1" fontAlgn="auto" latinLnBrk="0" hangingPunct="1">
              <a:lnSpc>
                <a:spcPts val="1844"/>
              </a:lnSpc>
              <a:spcBef>
                <a:spcPts val="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showrgb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|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grep</a:t>
            </a:r>
            <a:r>
              <a:rPr kumimoji="0" lang="en-US" sz="1800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olive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 marR="0" lvl="0" indent="0" algn="l" defTabSz="914400" rtl="0" eaLnBrk="1" fontAlgn="auto" latinLnBrk="0" hangingPunct="1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128</a:t>
            </a:r>
            <a:r>
              <a:rPr kumimoji="0" lang="en-US" sz="1400" b="0" i="0" u="none" strike="noStrike" kern="1200" cap="none" spc="-3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128</a:t>
            </a:r>
            <a:r>
              <a:rPr kumimoji="0" lang="en-US" sz="1400" b="0" i="0" u="none" strike="noStrike" kern="1200" cap="none" spc="-3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39902F-9C5B-4510-1C7B-B53608F2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49" y="2513830"/>
            <a:ext cx="6770077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ct val="100000"/>
              </a:lnSpc>
              <a:spcBef>
                <a:spcPts val="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xterm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fg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gold</a:t>
            </a:r>
            <a:r>
              <a:rPr kumimoji="0" lang="en-US" sz="1800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–</a:t>
            </a:r>
            <a:r>
              <a:rPr kumimoji="0" lang="en-US" sz="1800" b="1" i="0" u="none" strike="noStrike" kern="1200" cap="none" spc="-2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bg</a:t>
            </a:r>
            <a:r>
              <a:rPr kumimoji="0" lang="en-US" sz="1800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blue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111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63AACC-74E6-34A4-60C8-1909861893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Geometry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2" noProof="0" dirty="0">
                <a:solidFill>
                  <a:schemeClr val="tx1"/>
                </a:solidFill>
                <a:cs typeface="Segoe UI"/>
              </a:rPr>
              <a:t>You can specify an</a:t>
            </a:r>
            <a:r>
              <a:rPr lang="en-US" sz="1800" spc="33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chemeClr val="tx1"/>
                </a:solidFill>
                <a:cs typeface="Segoe UI"/>
              </a:rPr>
              <a:t>application's</a:t>
            </a:r>
            <a:r>
              <a:rPr lang="en-US" sz="1800" spc="53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size</a:t>
            </a:r>
            <a:r>
              <a:rPr lang="en-US" sz="1800" spc="12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chemeClr val="tx1"/>
                </a:solidFill>
                <a:cs typeface="Segoe UI"/>
              </a:rPr>
              <a:t>and</a:t>
            </a:r>
            <a:r>
              <a:rPr lang="en-US" sz="1800" spc="16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location</a:t>
            </a:r>
            <a:r>
              <a:rPr lang="en-US" sz="1800" spc="24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chemeClr val="tx1"/>
                </a:solidFill>
                <a:cs typeface="Segoe UI"/>
              </a:rPr>
              <a:t>on</a:t>
            </a:r>
            <a:r>
              <a:rPr lang="en-US" sz="1800" spc="20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chemeClr val="tx1"/>
                </a:solidFill>
                <a:cs typeface="Segoe UI"/>
              </a:rPr>
              <a:t>screen.</a:t>
            </a:r>
            <a:endParaRPr lang="en-US" sz="1800" noProof="0" dirty="0">
              <a:solidFill>
                <a:schemeClr val="tx1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cs typeface="Segoe UI"/>
              </a:rPr>
              <a:t>These</a:t>
            </a:r>
            <a:r>
              <a:rPr lang="en-US" sz="1800" spc="33" noProof="0" dirty="0">
                <a:cs typeface="Segoe UI"/>
              </a:rPr>
              <a:t> </a:t>
            </a:r>
            <a:r>
              <a:rPr lang="en-US" sz="1800" spc="-8" noProof="0" dirty="0">
                <a:cs typeface="Segoe UI"/>
              </a:rPr>
              <a:t>can</a:t>
            </a:r>
            <a:r>
              <a:rPr lang="en-US" sz="1800" spc="24" noProof="0" dirty="0">
                <a:cs typeface="Segoe UI"/>
              </a:rPr>
              <a:t> </a:t>
            </a:r>
            <a:r>
              <a:rPr lang="en-US" sz="1800" spc="-4" noProof="0" dirty="0">
                <a:cs typeface="Segoe UI"/>
              </a:rPr>
              <a:t>be</a:t>
            </a:r>
            <a:r>
              <a:rPr lang="en-US" sz="1800" spc="20" noProof="0" dirty="0">
                <a:cs typeface="Segoe UI"/>
              </a:rPr>
              <a:t> </a:t>
            </a:r>
            <a:r>
              <a:rPr lang="en-US" sz="1800" spc="-8" noProof="0" dirty="0">
                <a:cs typeface="Segoe UI"/>
              </a:rPr>
              <a:t>changed</a:t>
            </a:r>
            <a:r>
              <a:rPr lang="en-US" sz="1800" spc="49" noProof="0" dirty="0">
                <a:cs typeface="Segoe UI"/>
              </a:rPr>
              <a:t> </a:t>
            </a:r>
            <a:r>
              <a:rPr lang="en-US" sz="1800" spc="-4" noProof="0" dirty="0">
                <a:cs typeface="Segoe UI"/>
              </a:rPr>
              <a:t>afterwards</a:t>
            </a:r>
            <a:r>
              <a:rPr lang="en-US" sz="1800" spc="45" noProof="0" dirty="0">
                <a:cs typeface="Segoe UI"/>
              </a:rPr>
              <a:t> </a:t>
            </a:r>
            <a:r>
              <a:rPr lang="en-US" sz="1800" spc="-8" noProof="0" dirty="0">
                <a:cs typeface="Segoe UI"/>
              </a:rPr>
              <a:t>using</a:t>
            </a:r>
            <a:r>
              <a:rPr lang="en-US" sz="1800" spc="49" noProof="0" dirty="0">
                <a:cs typeface="Segoe UI"/>
              </a:rPr>
              <a:t> </a:t>
            </a:r>
            <a:r>
              <a:rPr lang="en-US" sz="1800" spc="-4" noProof="0" dirty="0">
                <a:cs typeface="Segoe UI"/>
              </a:rPr>
              <a:t>window</a:t>
            </a:r>
            <a:r>
              <a:rPr lang="en-US" sz="1800" spc="24" noProof="0" dirty="0">
                <a:cs typeface="Segoe UI"/>
              </a:rPr>
              <a:t> </a:t>
            </a:r>
            <a:r>
              <a:rPr lang="en-US" sz="1800" spc="-12" noProof="0" dirty="0">
                <a:cs typeface="Segoe UI"/>
              </a:rPr>
              <a:t>manager.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cs typeface="Segoe UI"/>
            </a:endParaRPr>
          </a:p>
          <a:p>
            <a:pPr marL="296069" indent="-285750">
              <a:spcBef>
                <a:spcPts val="77"/>
              </a:spcBef>
              <a:buFont typeface="Arial" panose="020B0604020202020204" pitchFamily="34" charset="0"/>
              <a:buChar char="•"/>
            </a:pPr>
            <a:r>
              <a:rPr lang="en-US" sz="1800" spc="-16" noProof="0" dirty="0">
                <a:solidFill>
                  <a:schemeClr val="tx1"/>
                </a:solidFill>
                <a:cs typeface="Segoe UI"/>
              </a:rPr>
              <a:t>Resource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specification syntax:</a:t>
            </a:r>
          </a:p>
          <a:p>
            <a:pPr marL="753269" lvl="1" indent="-285750">
              <a:spcBef>
                <a:spcPts val="77"/>
              </a:spcBef>
            </a:pPr>
            <a:r>
              <a:rPr lang="en-US" sz="1800" b="1" noProof="0" dirty="0">
                <a:solidFill>
                  <a:srgbClr val="0000C7"/>
                </a:solidFill>
                <a:ea typeface="Hack" panose="020B0609030202020204" pitchFamily="49" charset="0"/>
                <a:cs typeface="Hack" panose="020B0609030202020204" pitchFamily="49" charset="0"/>
              </a:rPr>
              <a:t>Width</a:t>
            </a:r>
            <a:r>
              <a:rPr lang="en-US" sz="1800" b="1" spc="12" noProof="0" dirty="0">
                <a:solidFill>
                  <a:srgbClr val="0000C7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ea typeface="Hack" panose="020B0609030202020204" pitchFamily="49" charset="0"/>
                <a:cs typeface="Hack" panose="020B0609030202020204" pitchFamily="49" charset="0"/>
              </a:rPr>
              <a:t>x</a:t>
            </a:r>
            <a:r>
              <a:rPr lang="en-US" sz="1800" b="1" spc="12" noProof="0" dirty="0">
                <a:solidFill>
                  <a:srgbClr val="0000C7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ea typeface="Hack" panose="020B0609030202020204" pitchFamily="49" charset="0"/>
                <a:cs typeface="Hack" panose="020B0609030202020204" pitchFamily="49" charset="0"/>
              </a:rPr>
              <a:t>Height	±</a:t>
            </a:r>
            <a:r>
              <a:rPr lang="en-US" sz="1800" b="1" spc="-61" noProof="0" dirty="0">
                <a:solidFill>
                  <a:srgbClr val="0000C7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noProof="0" dirty="0" err="1">
                <a:solidFill>
                  <a:srgbClr val="0000C7"/>
                </a:solidFill>
                <a:ea typeface="Hack" panose="020B0609030202020204" pitchFamily="49" charset="0"/>
                <a:cs typeface="Hack" panose="020B0609030202020204" pitchFamily="49" charset="0"/>
              </a:rPr>
              <a:t>Xoffset</a:t>
            </a:r>
            <a:r>
              <a:rPr lang="en-US" sz="1800" b="1" noProof="0" dirty="0">
                <a:solidFill>
                  <a:srgbClr val="0000C7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ea typeface="Hack" panose="020B0609030202020204" pitchFamily="49" charset="0"/>
                <a:cs typeface="Hack" panose="020B0609030202020204" pitchFamily="49" charset="0"/>
              </a:rPr>
              <a:t>±</a:t>
            </a:r>
            <a:r>
              <a:rPr lang="en-US" sz="1800" b="1" spc="-81" noProof="0" dirty="0">
                <a:solidFill>
                  <a:srgbClr val="0000C7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noProof="0" dirty="0" err="1">
                <a:solidFill>
                  <a:srgbClr val="0000C7"/>
                </a:solidFill>
                <a:ea typeface="Hack" panose="020B0609030202020204" pitchFamily="49" charset="0"/>
                <a:cs typeface="Hack" panose="020B0609030202020204" pitchFamily="49" charset="0"/>
              </a:rPr>
              <a:t>Yoffset</a:t>
            </a:r>
            <a:endParaRPr lang="en-US" sz="1800" b="1" noProof="0" dirty="0">
              <a:solidFill>
                <a:srgbClr val="0000C7"/>
              </a:solidFill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210469" lvl="2" indent="-285750">
              <a:spcBef>
                <a:spcPts val="77"/>
              </a:spcBef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Offsets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pixels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from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corners of the display</a:t>
            </a:r>
            <a:endParaRPr lang="en-US" sz="1800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92B3EA4-507B-CA2F-13B5-578D430AC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4723130"/>
            <a:ext cx="6770077" cy="1251625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ct val="100000"/>
              </a:lnSpc>
              <a:spcBef>
                <a:spcPts val="1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xterm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-g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'80x24+0+0'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xterm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-geometry</a:t>
            </a:r>
            <a:r>
              <a:rPr kumimoji="0" lang="en-US" sz="1800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'80x24'</a:t>
            </a:r>
            <a:r>
              <a:rPr kumimoji="0" lang="en-US" sz="1800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xclock</a:t>
            </a:r>
            <a:r>
              <a:rPr kumimoji="0" lang="en-US" sz="1800" b="1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-g</a:t>
            </a:r>
            <a:r>
              <a:rPr kumimoji="0" lang="en-US" sz="1800" b="1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'700x500-0-0'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xclock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-geometry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'+50-50'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957638C-430F-838E-554F-254BC01DFF06}"/>
              </a:ext>
            </a:extLst>
          </p:cNvPr>
          <p:cNvGrpSpPr/>
          <p:nvPr/>
        </p:nvGrpSpPr>
        <p:grpSpPr>
          <a:xfrm>
            <a:off x="8400645" y="1895201"/>
            <a:ext cx="3399242" cy="2132712"/>
            <a:chOff x="7964019" y="3760404"/>
            <a:chExt cx="2323267" cy="1734066"/>
          </a:xfrm>
        </p:grpSpPr>
        <p:grpSp>
          <p:nvGrpSpPr>
            <p:cNvPr id="7" name="object 14">
              <a:extLst>
                <a:ext uri="{FF2B5EF4-FFF2-40B4-BE49-F238E27FC236}">
                  <a16:creationId xmlns:a16="http://schemas.microsoft.com/office/drawing/2014/main" id="{84A1DAC8-C050-6C0F-8B4A-AE892479B516}"/>
                </a:ext>
              </a:extLst>
            </p:cNvPr>
            <p:cNvGrpSpPr/>
            <p:nvPr/>
          </p:nvGrpSpPr>
          <p:grpSpPr>
            <a:xfrm>
              <a:off x="7964019" y="3760404"/>
              <a:ext cx="2323267" cy="1734066"/>
              <a:chOff x="8395099" y="3836881"/>
              <a:chExt cx="2859405" cy="2134235"/>
            </a:xfrm>
          </p:grpSpPr>
          <p:pic>
            <p:nvPicPr>
              <p:cNvPr id="12" name="object 15">
                <a:extLst>
                  <a:ext uri="{FF2B5EF4-FFF2-40B4-BE49-F238E27FC236}">
                    <a16:creationId xmlns:a16="http://schemas.microsoft.com/office/drawing/2014/main" id="{4EAB2BE6-1B08-8A36-C579-688E423BFDA0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395099" y="3836881"/>
                <a:ext cx="2859005" cy="2134227"/>
              </a:xfrm>
              <a:prstGeom prst="rect">
                <a:avLst/>
              </a:prstGeom>
            </p:spPr>
          </p:pic>
          <p:pic>
            <p:nvPicPr>
              <p:cNvPr id="13" name="object 16">
                <a:extLst>
                  <a:ext uri="{FF2B5EF4-FFF2-40B4-BE49-F238E27FC236}">
                    <a16:creationId xmlns:a16="http://schemas.microsoft.com/office/drawing/2014/main" id="{854A3FD6-690E-0B48-8850-036F77C715FF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790432" y="3934967"/>
                <a:ext cx="1953768" cy="1127760"/>
              </a:xfrm>
              <a:prstGeom prst="rect">
                <a:avLst/>
              </a:prstGeom>
            </p:spPr>
          </p:pic>
          <p:pic>
            <p:nvPicPr>
              <p:cNvPr id="14" name="object 17">
                <a:extLst>
                  <a:ext uri="{FF2B5EF4-FFF2-40B4-BE49-F238E27FC236}">
                    <a16:creationId xmlns:a16="http://schemas.microsoft.com/office/drawing/2014/main" id="{13077279-2787-76DC-784F-BC32EC31B0EF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878824" y="4017174"/>
                <a:ext cx="1775968" cy="964018"/>
              </a:xfrm>
              <a:prstGeom prst="rect">
                <a:avLst/>
              </a:prstGeom>
            </p:spPr>
          </p:pic>
          <p:sp>
            <p:nvSpPr>
              <p:cNvPr id="15" name="object 18">
                <a:extLst>
                  <a:ext uri="{FF2B5EF4-FFF2-40B4-BE49-F238E27FC236}">
                    <a16:creationId xmlns:a16="http://schemas.microsoft.com/office/drawing/2014/main" id="{943DA06D-ABED-9B9E-712C-8C2F638502E6}"/>
                  </a:ext>
                </a:extLst>
              </p:cNvPr>
              <p:cNvSpPr/>
              <p:nvPr/>
            </p:nvSpPr>
            <p:spPr>
              <a:xfrm>
                <a:off x="8878824" y="4017174"/>
                <a:ext cx="1776095" cy="964565"/>
              </a:xfrm>
              <a:custGeom>
                <a:avLst/>
                <a:gdLst/>
                <a:ahLst/>
                <a:cxnLst/>
                <a:rect l="l" t="t" r="r" b="b"/>
                <a:pathLst>
                  <a:path w="1776095" h="964564">
                    <a:moveTo>
                      <a:pt x="0" y="964018"/>
                    </a:moveTo>
                    <a:lnTo>
                      <a:pt x="1775968" y="964018"/>
                    </a:lnTo>
                    <a:lnTo>
                      <a:pt x="1775968" y="0"/>
                    </a:lnTo>
                    <a:lnTo>
                      <a:pt x="0" y="0"/>
                    </a:lnTo>
                    <a:lnTo>
                      <a:pt x="0" y="964018"/>
                    </a:lnTo>
                    <a:close/>
                  </a:path>
                </a:pathLst>
              </a:custGeom>
              <a:ln w="9525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10" name="object 19">
              <a:extLst>
                <a:ext uri="{FF2B5EF4-FFF2-40B4-BE49-F238E27FC236}">
                  <a16:creationId xmlns:a16="http://schemas.microsoft.com/office/drawing/2014/main" id="{56C9F4E7-7558-C078-DFAF-AD656FE07719}"/>
                </a:ext>
              </a:extLst>
            </p:cNvPr>
            <p:cNvSpPr txBox="1"/>
            <p:nvPr/>
          </p:nvSpPr>
          <p:spPr>
            <a:xfrm>
              <a:off x="8422775" y="3846394"/>
              <a:ext cx="1349693" cy="310502"/>
            </a:xfrm>
            <a:prstGeom prst="rect">
              <a:avLst/>
            </a:prstGeom>
          </p:spPr>
          <p:txBody>
            <a:bodyPr vert="horz" wrap="square" lIns="0" tIns="10319" rIns="0" bIns="0" rtlCol="0">
              <a:spAutoFit/>
            </a:bodyPr>
            <a:lstStyle/>
            <a:p>
              <a:pPr marL="1031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81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889476" algn="l"/>
                </a:tabLst>
                <a:defRPr/>
              </a:pPr>
              <a:r>
                <a:rPr kumimoji="0" lang="en-US" sz="1950" b="1" i="0" u="none" strike="noStrike" kern="1200" cap="none" spc="-4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Lucida Console"/>
                  <a:ea typeface="+mn-ea"/>
                  <a:cs typeface="Lucida Console"/>
                </a:rPr>
                <a:t>+</a:t>
              </a:r>
              <a:r>
                <a:rPr kumimoji="0" lang="en-US" sz="1950" b="1" i="0" u="none" strike="noStrike" kern="1200" cap="none" spc="12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Lucida Console"/>
                  <a:ea typeface="+mn-ea"/>
                  <a:cs typeface="Lucida Console"/>
                </a:rPr>
                <a:t> </a:t>
              </a:r>
              <a:r>
                <a:rPr kumimoji="0" lang="en-US" sz="1950" b="1" i="0" u="none" strike="noStrike" kern="1200" cap="none" spc="-4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Lucida Console"/>
                  <a:ea typeface="+mn-ea"/>
                  <a:cs typeface="Lucida Console"/>
                </a:rPr>
                <a:t>+	-</a:t>
              </a:r>
              <a:r>
                <a:rPr kumimoji="0" lang="en-US" sz="1950" b="1" i="0" u="none" strike="noStrike" kern="1200" cap="none" spc="-61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Lucida Console"/>
                  <a:ea typeface="+mn-ea"/>
                  <a:cs typeface="Lucida Console"/>
                </a:rPr>
                <a:t> </a:t>
              </a:r>
              <a:r>
                <a:rPr kumimoji="0" lang="en-US" sz="1950" b="1" i="0" u="none" strike="noStrike" kern="1200" cap="none" spc="-4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Lucida Console"/>
                  <a:ea typeface="+mn-ea"/>
                  <a:cs typeface="Lucida Console"/>
                </a:rPr>
                <a:t>+</a:t>
              </a:r>
              <a:endPara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Lucida Console"/>
                <a:ea typeface="+mn-ea"/>
                <a:cs typeface="Lucida Console"/>
              </a:endParaRPr>
            </a:p>
          </p:txBody>
        </p:sp>
        <p:sp>
          <p:nvSpPr>
            <p:cNvPr id="11" name="object 20">
              <a:extLst>
                <a:ext uri="{FF2B5EF4-FFF2-40B4-BE49-F238E27FC236}">
                  <a16:creationId xmlns:a16="http://schemas.microsoft.com/office/drawing/2014/main" id="{E09853FB-DB72-28F0-5834-EC2532B09805}"/>
                </a:ext>
              </a:extLst>
            </p:cNvPr>
            <p:cNvSpPr txBox="1"/>
            <p:nvPr/>
          </p:nvSpPr>
          <p:spPr>
            <a:xfrm>
              <a:off x="8422775" y="4411242"/>
              <a:ext cx="1349693" cy="310502"/>
            </a:xfrm>
            <a:prstGeom prst="rect">
              <a:avLst/>
            </a:prstGeom>
          </p:spPr>
          <p:txBody>
            <a:bodyPr vert="horz" wrap="square" lIns="0" tIns="10319" rIns="0" bIns="0" rtlCol="0">
              <a:spAutoFit/>
            </a:bodyPr>
            <a:lstStyle/>
            <a:p>
              <a:pPr marL="1031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81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889476" algn="l"/>
                </a:tabLst>
                <a:defRPr/>
              </a:pPr>
              <a:r>
                <a:rPr kumimoji="0" lang="en-US" sz="1950" b="1" i="0" u="none" strike="noStrike" kern="1200" cap="none" spc="-4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Lucida Console"/>
                  <a:ea typeface="+mn-ea"/>
                  <a:cs typeface="Lucida Console"/>
                </a:rPr>
                <a:t>+</a:t>
              </a:r>
              <a:r>
                <a:rPr kumimoji="0" lang="en-US" sz="1950" b="1" i="0" u="none" strike="noStrike" kern="1200" cap="none" spc="8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Lucida Console"/>
                  <a:ea typeface="+mn-ea"/>
                  <a:cs typeface="Lucida Console"/>
                </a:rPr>
                <a:t> </a:t>
              </a:r>
              <a:r>
                <a:rPr kumimoji="0" lang="en-US" sz="1950" b="1" i="0" u="none" strike="noStrike" kern="1200" cap="none" spc="-4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Lucida Console"/>
                  <a:ea typeface="+mn-ea"/>
                  <a:cs typeface="Lucida Console"/>
                </a:rPr>
                <a:t>-	-</a:t>
              </a:r>
              <a:r>
                <a:rPr kumimoji="0" lang="en-US" sz="1950" b="1" i="0" u="none" strike="noStrike" kern="1200" cap="none" spc="-61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Lucida Console"/>
                  <a:ea typeface="+mn-ea"/>
                  <a:cs typeface="Lucida Console"/>
                </a:rPr>
                <a:t> </a:t>
              </a:r>
              <a:r>
                <a:rPr kumimoji="0" lang="en-US" sz="1950" b="1" i="0" u="none" strike="noStrike" kern="1200" cap="none" spc="-4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Lucida Console"/>
                  <a:ea typeface="+mn-ea"/>
                  <a:cs typeface="Lucida Console"/>
                </a:rPr>
                <a:t>-</a:t>
              </a:r>
              <a:endPara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Lucida Console"/>
                <a:ea typeface="+mn-ea"/>
                <a:cs typeface="Lucida Consol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1666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2C19DE9-24B1-8306-9244-BC6B2069A8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Review and lab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26BE83A-13AB-09B1-CBE8-1BA9FE6035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75278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50974A4-F19E-2627-0FF2-CC6E7346BB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Review questions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is the name of the graphics software used by Linux?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Which option is used to request X client to display red text?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is the difference between XDMCP and XDM?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On your machine, what command would you have to type to display all your subsequent X applications on another machine (X.org)?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How would you run graphics apps from a remote machine so that they would display onto your local machine (</a:t>
            </a:r>
            <a:r>
              <a:rPr lang="en-US" sz="1800" noProof="0" dirty="0" err="1"/>
              <a:t>wayland</a:t>
            </a:r>
            <a:r>
              <a:rPr lang="en-US" sz="1800" noProof="0" dirty="0"/>
              <a:t>)?</a:t>
            </a:r>
          </a:p>
          <a:p>
            <a:pPr marL="0" indent="0">
              <a:buNone/>
            </a:pPr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71252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156E28E-BFDA-F968-3825-F3C922FDB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</p:spPr>
        <p:txBody>
          <a:bodyPr/>
          <a:lstStyle/>
          <a:p>
            <a:r>
              <a:rPr lang="en-US" noProof="0" dirty="0"/>
              <a:t>Practical exercise 17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C96F1-44B3-2AB8-C861-43D090FA4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In the accompanying Exercise Guide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511925"/>
            <a:ext cx="784225" cy="17938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2253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F22557-CDA6-4A2C-CD7A-31ED7462B1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Summary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CDB192-E59C-C44D-B6D5-3E31ED808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 X Window System allows Linux to operate in a GUI environment.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 X.org X Window System was a client-server application.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On the whole supplanted by Wayland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On x.org use </a:t>
            </a:r>
            <a:r>
              <a:rPr lang="en-US" sz="1800" b="1" spc="-4" noProof="0" dirty="0" err="1">
                <a:solidFill>
                  <a:srgbClr val="0070C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xhost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command to set display access rights.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Use </a:t>
            </a:r>
            <a:r>
              <a:rPr lang="en-US" sz="1800" b="1" spc="-4" noProof="0" dirty="0">
                <a:solidFill>
                  <a:srgbClr val="0070C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-display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option or </a:t>
            </a:r>
            <a:r>
              <a:rPr lang="en-US" sz="1800" b="1" spc="-4" noProof="0" dirty="0">
                <a:solidFill>
                  <a:srgbClr val="0070C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DISPLAY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variable to define where application is to be displayed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There are numerous window managers available.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GNOME, KDE, and more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X applications allow manipulation of attributes.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Referred to as resources: fonts</a:t>
            </a:r>
            <a:r>
              <a:rPr lang="en-US" sz="1800" spc="-4" noProof="0">
                <a:solidFill>
                  <a:srgbClr val="2D2C2C"/>
                </a:solidFill>
                <a:latin typeface="+mn-lt"/>
                <a:cs typeface="Segoe UI"/>
              </a:rPr>
              <a:t>, colors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, geometry</a:t>
            </a:r>
            <a:endParaRPr lang="en-US" sz="18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endParaRPr lang="en-US" sz="1800" noProof="0" dirty="0"/>
          </a:p>
          <a:p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11C5DB-635E-4576-A4C3-837B7E45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2392432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Slides - Business/Marketing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CD9A05-B13E-4324-B75B-08409513F687}"/>
    </a:ext>
  </a:extLst>
</a:theme>
</file>

<file path=ppt/theme/theme2.xml><?xml version="1.0" encoding="utf-8"?>
<a:theme xmlns:a="http://schemas.openxmlformats.org/drawingml/2006/main" name="Divider Slides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6B1516-6D1C-4FBD-AF93-6EEE726A80B9}"/>
    </a:ext>
  </a:extLst>
</a:theme>
</file>

<file path=ppt/theme/theme3.xml><?xml version="1.0" encoding="utf-8"?>
<a:theme xmlns:a="http://schemas.openxmlformats.org/drawingml/2006/main" name="Yellow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4.xml><?xml version="1.0" encoding="utf-8"?>
<a:theme xmlns:a="http://schemas.openxmlformats.org/drawingml/2006/main" name="Red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5.xml><?xml version="1.0" encoding="utf-8"?>
<a:theme xmlns:a="http://schemas.openxmlformats.org/drawingml/2006/main" name="Orang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6.xml><?xml version="1.0" encoding="utf-8"?>
<a:theme xmlns:a="http://schemas.openxmlformats.org/drawingml/2006/main" name="Green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7.xml><?xml version="1.0" encoding="utf-8"?>
<a:theme xmlns:a="http://schemas.openxmlformats.org/drawingml/2006/main" name="B/W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e7f57a-cc1d-4bce-9b60-d9dd785361c7" xsi:nil="true"/>
    <lcf76f155ced4ddcb4097134ff3c332f xmlns="4851bab5-d36a-4f24-a761-998180967d1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56BBB1E4FF9742A33FBD8267A09A09" ma:contentTypeVersion="20" ma:contentTypeDescription="Create a new document." ma:contentTypeScope="" ma:versionID="20b712914e31333b2350e8d9f89ed109">
  <xsd:schema xmlns:xsd="http://www.w3.org/2001/XMLSchema" xmlns:xs="http://www.w3.org/2001/XMLSchema" xmlns:p="http://schemas.microsoft.com/office/2006/metadata/properties" xmlns:ns2="4851bab5-d36a-4f24-a761-998180967d12" xmlns:ns3="52e7f57a-cc1d-4bce-9b60-d9dd785361c7" targetNamespace="http://schemas.microsoft.com/office/2006/metadata/properties" ma:root="true" ma:fieldsID="2b6d7960c137aa88f38dc03ba7d04627" ns2:_="" ns3:_="">
    <xsd:import namespace="4851bab5-d36a-4f24-a761-998180967d12"/>
    <xsd:import namespace="52e7f57a-cc1d-4bce-9b60-d9dd785361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51bab5-d36a-4f24-a761-998180967d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5f1f1f9-0179-4c93-b971-8e9741e045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e7f57a-cc1d-4bce-9b60-d9dd785361c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d87296d-c167-4d27-bd74-7208a540dcb7}" ma:internalName="TaxCatchAll" ma:showField="CatchAllData" ma:web="52e7f57a-cc1d-4bce-9b60-d9dd785361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C71F1D-A98C-43DF-A986-061295C23702}">
  <ds:schemaRefs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4851bab5-d36a-4f24-a761-998180967d12"/>
    <ds:schemaRef ds:uri="http://purl.org/dc/elements/1.1/"/>
    <ds:schemaRef ds:uri="http://schemas.openxmlformats.org/package/2006/metadata/core-properties"/>
    <ds:schemaRef ds:uri="http://purl.org/dc/terms/"/>
    <ds:schemaRef ds:uri="52e7f57a-cc1d-4bce-9b60-d9dd785361c7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0CF5967-01BD-40C1-B1E3-8E6CDE2BF8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EC4E0F-9D58-4792-B66B-076551BA2D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51bab5-d36a-4f24-a761-998180967d12"/>
    <ds:schemaRef ds:uri="52e7f57a-cc1d-4bce-9b60-d9dd785361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QAPPTDeck_Jun2024_v1Main</Template>
  <TotalTime>19314</TotalTime>
  <Words>3059</Words>
  <Application>Microsoft Office PowerPoint</Application>
  <PresentationFormat>Widescreen</PresentationFormat>
  <Paragraphs>388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26</vt:i4>
      </vt:variant>
    </vt:vector>
  </HeadingPairs>
  <TitlesOfParts>
    <vt:vector size="44" baseType="lpstr">
      <vt:lpstr>GungsuhChe</vt:lpstr>
      <vt:lpstr>Aptos</vt:lpstr>
      <vt:lpstr>Arial</vt:lpstr>
      <vt:lpstr>Courier New</vt:lpstr>
      <vt:lpstr>Figtree</vt:lpstr>
      <vt:lpstr>Hack</vt:lpstr>
      <vt:lpstr>Lucida Console</vt:lpstr>
      <vt:lpstr>Montserrat</vt:lpstr>
      <vt:lpstr>Segoe UI</vt:lpstr>
      <vt:lpstr>Times New Roman</vt:lpstr>
      <vt:lpstr>Verdana</vt:lpstr>
      <vt:lpstr>Cover Slides - Business/Marketing</vt:lpstr>
      <vt:lpstr>Divider Slides</vt:lpstr>
      <vt:lpstr>Yellow Module</vt:lpstr>
      <vt:lpstr>Red Module</vt:lpstr>
      <vt:lpstr>Orange Module</vt:lpstr>
      <vt:lpstr>Green Module</vt:lpstr>
      <vt:lpstr>B/W Module</vt:lpstr>
      <vt:lpstr>Module 17: Introduction to the X Window System</vt:lpstr>
      <vt:lpstr>Contents</vt:lpstr>
      <vt:lpstr>X</vt:lpstr>
      <vt:lpstr>Text vs. Gui</vt:lpstr>
      <vt:lpstr>x.org tools</vt:lpstr>
      <vt:lpstr>Display managers</vt:lpstr>
      <vt:lpstr>What is a display manager?</vt:lpstr>
      <vt:lpstr>Switching display managers</vt:lpstr>
      <vt:lpstr>X applications</vt:lpstr>
      <vt:lpstr>Running X applications</vt:lpstr>
      <vt:lpstr>Screenshots</vt:lpstr>
      <vt:lpstr>Controlling X</vt:lpstr>
      <vt:lpstr>Remote display</vt:lpstr>
      <vt:lpstr>Displaying on other machines (x.org only)</vt:lpstr>
      <vt:lpstr>Specifying other machines displays (x.org only)</vt:lpstr>
      <vt:lpstr>GUI apps across machines: More securely</vt:lpstr>
      <vt:lpstr>Configuring X-apps</vt:lpstr>
      <vt:lpstr>Resources</vt:lpstr>
      <vt:lpstr>Resource management</vt:lpstr>
      <vt:lpstr>Fonts</vt:lpstr>
      <vt:lpstr>Colours</vt:lpstr>
      <vt:lpstr>Geometry</vt:lpstr>
      <vt:lpstr>Review and lab</vt:lpstr>
      <vt:lpstr>Review questions</vt:lpstr>
      <vt:lpstr>Practical exercise 17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cover slide</dc:title>
  <dc:creator>Haynes, Amanda</dc:creator>
  <cp:lastModifiedBy>Cameron, Donald</cp:lastModifiedBy>
  <cp:revision>45</cp:revision>
  <dcterms:created xsi:type="dcterms:W3CDTF">2024-06-24T11:44:08Z</dcterms:created>
  <dcterms:modified xsi:type="dcterms:W3CDTF">2026-06-01T16:53:59Z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0x010100075BAD9D95F28D4EB8D45E8498D5AAA1</vt:lpwstr>
  </property>
  <property fmtid="{D5CDD505-2E9C-101B-9397-08002B2CF9AE}" pid="3" name="MediaServiceImageTags">
    <vt:lpwstr/>
  </property>
</Properties>
</file>