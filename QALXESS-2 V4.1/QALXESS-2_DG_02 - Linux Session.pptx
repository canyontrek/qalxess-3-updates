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3.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4.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5.xml" ContentType="application/vnd.openxmlformats-officedocument.theme+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6.xml" ContentType="application/vnd.openxmlformats-officedocument.theme+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7.xml" ContentType="application/vnd.openxmlformats-officedocument.theme+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8.xml" ContentType="application/vnd.openxmlformats-officedocument.theme+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82" r:id="rId4"/>
    <p:sldMasterId id="2147483809" r:id="rId5"/>
    <p:sldMasterId id="2147483660" r:id="rId6"/>
    <p:sldMasterId id="2147483874" r:id="rId7"/>
    <p:sldMasterId id="2147483885" r:id="rId8"/>
    <p:sldMasterId id="2147483897" r:id="rId9"/>
    <p:sldMasterId id="2147483908" r:id="rId10"/>
    <p:sldMasterId id="2147483919" r:id="rId11"/>
    <p:sldMasterId id="2147483930" r:id="rId12"/>
  </p:sldMasterIdLst>
  <p:notesMasterIdLst>
    <p:notesMasterId r:id="rId43"/>
  </p:notesMasterIdLst>
  <p:sldIdLst>
    <p:sldId id="1151" r:id="rId13"/>
    <p:sldId id="1649" r:id="rId14"/>
    <p:sldId id="657" r:id="rId15"/>
    <p:sldId id="1153" r:id="rId16"/>
    <p:sldId id="1154" r:id="rId17"/>
    <p:sldId id="1155" r:id="rId18"/>
    <p:sldId id="1656" r:id="rId19"/>
    <p:sldId id="1157" r:id="rId20"/>
    <p:sldId id="1158" r:id="rId21"/>
    <p:sldId id="1658" r:id="rId22"/>
    <p:sldId id="1657" r:id="rId23"/>
    <p:sldId id="1163" r:id="rId24"/>
    <p:sldId id="649" r:id="rId25"/>
    <p:sldId id="650" r:id="rId26"/>
    <p:sldId id="766" r:id="rId27"/>
    <p:sldId id="698" r:id="rId28"/>
    <p:sldId id="1165" r:id="rId29"/>
    <p:sldId id="1166" r:id="rId30"/>
    <p:sldId id="709" r:id="rId31"/>
    <p:sldId id="1167" r:id="rId32"/>
    <p:sldId id="1168" r:id="rId33"/>
    <p:sldId id="1170" r:id="rId34"/>
    <p:sldId id="714" r:id="rId35"/>
    <p:sldId id="710" r:id="rId36"/>
    <p:sldId id="651" r:id="rId37"/>
    <p:sldId id="1172" r:id="rId38"/>
    <p:sldId id="1173" r:id="rId39"/>
    <p:sldId id="713" r:id="rId40"/>
    <p:sldId id="1655" r:id="rId41"/>
    <p:sldId id="1175"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id="{3EC420FF-67B5-2B43-B8B0-31C326A878BA}">
          <p14:sldIdLst/>
        </p14:section>
        <p14:section name="Master" id="{86F55D6F-F04C-C141-A3B2-B81D9F14C13E}">
          <p14:sldIdLst/>
        </p14:section>
        <p14:section name="Cover slides" id="{A8F06CE1-BECE-433A-A682-4C071F90D966}">
          <p14:sldIdLst/>
        </p14:section>
        <p14:section name="Introduction" id="{D71C3838-11FC-3F44-90EC-9E7C8FE30A48}">
          <p14:sldIdLst/>
        </p14:section>
        <p14:section name="Content Slides" id="{05C53EB9-C633-4D6D-B3BC-F573E1DB951E}">
          <p14:sldIdLst>
            <p14:sldId id="1151"/>
            <p14:sldId id="1649"/>
            <p14:sldId id="657"/>
            <p14:sldId id="1153"/>
            <p14:sldId id="1154"/>
            <p14:sldId id="1155"/>
            <p14:sldId id="1656"/>
            <p14:sldId id="1157"/>
            <p14:sldId id="1158"/>
            <p14:sldId id="1658"/>
            <p14:sldId id="1657"/>
            <p14:sldId id="1163"/>
            <p14:sldId id="649"/>
            <p14:sldId id="650"/>
            <p14:sldId id="766"/>
            <p14:sldId id="698"/>
            <p14:sldId id="1165"/>
            <p14:sldId id="1166"/>
            <p14:sldId id="709"/>
            <p14:sldId id="1167"/>
            <p14:sldId id="1168"/>
            <p14:sldId id="1170"/>
            <p14:sldId id="714"/>
            <p14:sldId id="710"/>
            <p14:sldId id="651"/>
            <p14:sldId id="1172"/>
            <p14:sldId id="1173"/>
            <p14:sldId id="713"/>
            <p14:sldId id="1655"/>
            <p14:sldId id="117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B038381-4C18-EEB2-D798-E55F33345695}" name="Haynes, Amanda" initials="HA" userId="S::ahaynes@qa.com::f3044909-ea02-4a80-b124-5c683d29f1e5" providerId="AD"/>
  <p188:author id="{34F02186-A83D-147B-1AD3-CAE41537E927}" name="O'Flynn, Sarah" initials="SO" userId="S::SOFlynn@qa.com::c5bd941b-3572-499d-9953-9da6030055ca" providerId="AD"/>
  <p188:author id="{570EC78B-0B85-CC25-1293-AD5F30C7BB59}" name="Huskisson, Harry" initials="HH" userId="S::HHuskisson@qa.com::5d0a9b6a-71d8-408a-a551-20cf3a498200" providerId="AD"/>
  <p188:author id="{29DB2DE1-A6DA-284A-0775-8BA18A27BFDD}" name="Renang, Antonia" initials="AR" userId="S::ARenang@qa.com::6d248bc4-c380-4929-8d38-4b7a6af76729" providerId="AD"/>
  <p188:author id="{14A6B2E2-577F-2DC9-8598-664F7D3C9407}" name="Evans, Josie" initials="JE" userId="S::JEvans3@qa.com::aaea60dd-eaa6-4fde-a2ae-3576d6b832c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F5F5F"/>
    <a:srgbClr val="333333"/>
    <a:srgbClr val="575757"/>
    <a:srgbClr val="000000"/>
    <a:srgbClr val="0D0D0D"/>
    <a:srgbClr val="161616"/>
    <a:srgbClr val="FEBDC0"/>
    <a:srgbClr val="FEDEC3"/>
    <a:srgbClr val="ACE2F0"/>
    <a:srgbClr val="0E4B5B"/>
  </p:clrMru>
  <p:extLst>
    <p:ext uri="{E76CE94A-603C-4142-B9EB-6D1370010A27}">
      <p14:discardImageEditData xmlns:p14="http://schemas.microsoft.com/office/powerpoint/2010/main" val="1"/>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FC6AB2A-DEB0-4E81-8338-A3DB8EFD6F2E}" v="9" dt="2025-05-30T10:22:33.684"/>
  </p1510:revLst>
</p1510:revInfo>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127" autoAdjust="0"/>
    <p:restoredTop sz="83471" autoAdjust="0"/>
  </p:normalViewPr>
  <p:slideViewPr>
    <p:cSldViewPr snapToGrid="0">
      <p:cViewPr>
        <p:scale>
          <a:sx n="125" d="100"/>
          <a:sy n="125" d="100"/>
        </p:scale>
        <p:origin x="51" y="-1166"/>
      </p:cViewPr>
      <p:guideLst/>
    </p:cSldViewPr>
  </p:slideViewPr>
  <p:outlineViewPr>
    <p:cViewPr>
      <p:scale>
        <a:sx n="33" d="100"/>
        <a:sy n="33" d="100"/>
      </p:scale>
      <p:origin x="0" y="-15912"/>
    </p:cViewPr>
  </p:outlineViewPr>
  <p:notesTextViewPr>
    <p:cViewPr>
      <p:scale>
        <a:sx n="1" d="1"/>
        <a:sy n="1" d="1"/>
      </p:scale>
      <p:origin x="0" y="0"/>
    </p:cViewPr>
  </p:notesTextViewPr>
  <p:sorterViewPr>
    <p:cViewPr>
      <p:scale>
        <a:sx n="100" d="100"/>
        <a:sy n="100" d="100"/>
      </p:scale>
      <p:origin x="0" y="-4052"/>
    </p:cViewPr>
  </p:sorterViewPr>
  <p:notesViewPr>
    <p:cSldViewPr snapToGrid="0">
      <p:cViewPr>
        <p:scale>
          <a:sx n="150" d="100"/>
          <a:sy n="150" d="100"/>
        </p:scale>
        <p:origin x="638" y="-1565"/>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xml"/><Relationship Id="rId18" Type="http://schemas.openxmlformats.org/officeDocument/2006/relationships/slide" Target="slides/slide6.xml"/><Relationship Id="rId26" Type="http://schemas.openxmlformats.org/officeDocument/2006/relationships/slide" Target="slides/slide14.xml"/><Relationship Id="rId39" Type="http://schemas.openxmlformats.org/officeDocument/2006/relationships/slide" Target="slides/slide27.xml"/><Relationship Id="rId21" Type="http://schemas.openxmlformats.org/officeDocument/2006/relationships/slide" Target="slides/slide9.xml"/><Relationship Id="rId34" Type="http://schemas.openxmlformats.org/officeDocument/2006/relationships/slide" Target="slides/slide22.xml"/><Relationship Id="rId42" Type="http://schemas.openxmlformats.org/officeDocument/2006/relationships/slide" Target="slides/slide30.xml"/><Relationship Id="rId47" Type="http://schemas.openxmlformats.org/officeDocument/2006/relationships/tableStyles" Target="tableStyles.xml"/><Relationship Id="rId50" Type="http://schemas.microsoft.com/office/2018/10/relationships/authors" Target="author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4.xml"/><Relationship Id="rId29" Type="http://schemas.openxmlformats.org/officeDocument/2006/relationships/slide" Target="slides/slide17.xml"/><Relationship Id="rId11" Type="http://schemas.openxmlformats.org/officeDocument/2006/relationships/slideMaster" Target="slideMasters/slideMaster8.xml"/><Relationship Id="rId24" Type="http://schemas.openxmlformats.org/officeDocument/2006/relationships/slide" Target="slides/slide12.xml"/><Relationship Id="rId32" Type="http://schemas.openxmlformats.org/officeDocument/2006/relationships/slide" Target="slides/slide20.xml"/><Relationship Id="rId37" Type="http://schemas.openxmlformats.org/officeDocument/2006/relationships/slide" Target="slides/slide25.xml"/><Relationship Id="rId40" Type="http://schemas.openxmlformats.org/officeDocument/2006/relationships/slide" Target="slides/slide28.xml"/><Relationship Id="rId45"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3.xml"/><Relationship Id="rId23" Type="http://schemas.openxmlformats.org/officeDocument/2006/relationships/slide" Target="slides/slide11.xml"/><Relationship Id="rId28" Type="http://schemas.openxmlformats.org/officeDocument/2006/relationships/slide" Target="slides/slide16.xml"/><Relationship Id="rId36" Type="http://schemas.openxmlformats.org/officeDocument/2006/relationships/slide" Target="slides/slide24.xml"/><Relationship Id="rId49" Type="http://schemas.microsoft.com/office/2015/10/relationships/revisionInfo" Target="revisionInfo.xml"/><Relationship Id="rId10" Type="http://schemas.openxmlformats.org/officeDocument/2006/relationships/slideMaster" Target="slideMasters/slideMaster7.xml"/><Relationship Id="rId19" Type="http://schemas.openxmlformats.org/officeDocument/2006/relationships/slide" Target="slides/slide7.xml"/><Relationship Id="rId31" Type="http://schemas.openxmlformats.org/officeDocument/2006/relationships/slide" Target="slides/slide19.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slide" Target="slides/slide15.xml"/><Relationship Id="rId30" Type="http://schemas.openxmlformats.org/officeDocument/2006/relationships/slide" Target="slides/slide18.xml"/><Relationship Id="rId35" Type="http://schemas.openxmlformats.org/officeDocument/2006/relationships/slide" Target="slides/slide23.xml"/><Relationship Id="rId43" Type="http://schemas.openxmlformats.org/officeDocument/2006/relationships/notesMaster" Target="notesMasters/notesMaster1.xml"/><Relationship Id="rId48" Type="http://schemas.microsoft.com/office/2016/11/relationships/changesInfo" Target="changesInfos/changesInfo1.xml"/><Relationship Id="rId8" Type="http://schemas.openxmlformats.org/officeDocument/2006/relationships/slideMaster" Target="slideMasters/slideMaster5.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5.xml"/><Relationship Id="rId25" Type="http://schemas.openxmlformats.org/officeDocument/2006/relationships/slide" Target="slides/slide13.xml"/><Relationship Id="rId33" Type="http://schemas.openxmlformats.org/officeDocument/2006/relationships/slide" Target="slides/slide21.xml"/><Relationship Id="rId38" Type="http://schemas.openxmlformats.org/officeDocument/2006/relationships/slide" Target="slides/slide26.xml"/><Relationship Id="rId46" Type="http://schemas.openxmlformats.org/officeDocument/2006/relationships/theme" Target="theme/theme1.xml"/><Relationship Id="rId20" Type="http://schemas.openxmlformats.org/officeDocument/2006/relationships/slide" Target="slides/slide8.xml"/><Relationship Id="rId41" Type="http://schemas.openxmlformats.org/officeDocument/2006/relationships/slide" Target="slides/slide29.xml"/><Relationship Id="rId1" Type="http://schemas.openxmlformats.org/officeDocument/2006/relationships/customXml" Target="../customXml/item1.xml"/><Relationship Id="rId6" Type="http://schemas.openxmlformats.org/officeDocument/2006/relationships/slideMaster" Target="slideMasters/slideMaster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ist, Ella" userId="992bbaf2-811d-42cb-a4d6-e7fc45e325e8" providerId="ADAL" clId="{DFC6AB2A-DEB0-4E81-8338-A3DB8EFD6F2E}"/>
    <pc:docChg chg="undo custSel modSld">
      <pc:chgData name="Feist, Ella" userId="992bbaf2-811d-42cb-a4d6-e7fc45e325e8" providerId="ADAL" clId="{DFC6AB2A-DEB0-4E81-8338-A3DB8EFD6F2E}" dt="2025-05-30T10:21:44.024" v="302" actId="14100"/>
      <pc:docMkLst>
        <pc:docMk/>
      </pc:docMkLst>
      <pc:sldChg chg="modSp mod modNotes">
        <pc:chgData name="Feist, Ella" userId="992bbaf2-811d-42cb-a4d6-e7fc45e325e8" providerId="ADAL" clId="{DFC6AB2A-DEB0-4E81-8338-A3DB8EFD6F2E}" dt="2025-05-30T10:15:18.341" v="87" actId="790"/>
        <pc:sldMkLst>
          <pc:docMk/>
          <pc:sldMk cId="1130896116" sldId="644"/>
        </pc:sldMkLst>
        <pc:spChg chg="mod">
          <ac:chgData name="Feist, Ella" userId="992bbaf2-811d-42cb-a4d6-e7fc45e325e8" providerId="ADAL" clId="{DFC6AB2A-DEB0-4E81-8338-A3DB8EFD6F2E}" dt="2025-05-30T10:15:18.341" v="87" actId="790"/>
          <ac:spMkLst>
            <pc:docMk/>
            <pc:sldMk cId="1130896116" sldId="644"/>
            <ac:spMk id="3" creationId="{D35373CA-9820-08AE-D197-442E6D961BD8}"/>
          </ac:spMkLst>
        </pc:spChg>
        <pc:spChg chg="mod">
          <ac:chgData name="Feist, Ella" userId="992bbaf2-811d-42cb-a4d6-e7fc45e325e8" providerId="ADAL" clId="{DFC6AB2A-DEB0-4E81-8338-A3DB8EFD6F2E}" dt="2025-05-30T10:15:18.341" v="87" actId="790"/>
          <ac:spMkLst>
            <pc:docMk/>
            <pc:sldMk cId="1130896116" sldId="644"/>
            <ac:spMk id="31" creationId="{7C6CDF29-696C-244B-2DDD-7A278C20981A}"/>
          </ac:spMkLst>
        </pc:spChg>
        <pc:spChg chg="mod">
          <ac:chgData name="Feist, Ella" userId="992bbaf2-811d-42cb-a4d6-e7fc45e325e8" providerId="ADAL" clId="{DFC6AB2A-DEB0-4E81-8338-A3DB8EFD6F2E}" dt="2025-05-30T10:15:18.341" v="87" actId="790"/>
          <ac:spMkLst>
            <pc:docMk/>
            <pc:sldMk cId="1130896116" sldId="644"/>
            <ac:spMk id="34" creationId="{93667A20-C2D8-3859-3A62-A0AB5B17337A}"/>
          </ac:spMkLst>
        </pc:spChg>
        <pc:spChg chg="mod">
          <ac:chgData name="Feist, Ella" userId="992bbaf2-811d-42cb-a4d6-e7fc45e325e8" providerId="ADAL" clId="{DFC6AB2A-DEB0-4E81-8338-A3DB8EFD6F2E}" dt="2025-05-30T10:15:18.341" v="87" actId="790"/>
          <ac:spMkLst>
            <pc:docMk/>
            <pc:sldMk cId="1130896116" sldId="644"/>
            <ac:spMk id="35" creationId="{6A943796-A726-B2B1-B523-BE76AABD7837}"/>
          </ac:spMkLst>
        </pc:spChg>
        <pc:spChg chg="mod">
          <ac:chgData name="Feist, Ella" userId="992bbaf2-811d-42cb-a4d6-e7fc45e325e8" providerId="ADAL" clId="{DFC6AB2A-DEB0-4E81-8338-A3DB8EFD6F2E}" dt="2025-05-30T10:15:18.341" v="87" actId="790"/>
          <ac:spMkLst>
            <pc:docMk/>
            <pc:sldMk cId="1130896116" sldId="644"/>
            <ac:spMk id="36" creationId="{22F05168-9CDA-B5E1-1480-60046A181CBE}"/>
          </ac:spMkLst>
        </pc:spChg>
        <pc:spChg chg="mod">
          <ac:chgData name="Feist, Ella" userId="992bbaf2-811d-42cb-a4d6-e7fc45e325e8" providerId="ADAL" clId="{DFC6AB2A-DEB0-4E81-8338-A3DB8EFD6F2E}" dt="2025-05-30T10:15:18.341" v="87" actId="790"/>
          <ac:spMkLst>
            <pc:docMk/>
            <pc:sldMk cId="1130896116" sldId="644"/>
            <ac:spMk id="37" creationId="{418A6C55-4351-FFB8-1591-5E4559F16C7E}"/>
          </ac:spMkLst>
        </pc:spChg>
        <pc:spChg chg="mod">
          <ac:chgData name="Feist, Ella" userId="992bbaf2-811d-42cb-a4d6-e7fc45e325e8" providerId="ADAL" clId="{DFC6AB2A-DEB0-4E81-8338-A3DB8EFD6F2E}" dt="2025-05-30T10:15:18.341" v="87" actId="790"/>
          <ac:spMkLst>
            <pc:docMk/>
            <pc:sldMk cId="1130896116" sldId="644"/>
            <ac:spMk id="38" creationId="{1AB4524B-98ED-9B89-DF2C-A8A11125D904}"/>
          </ac:spMkLst>
        </pc:spChg>
        <pc:spChg chg="mod">
          <ac:chgData name="Feist, Ella" userId="992bbaf2-811d-42cb-a4d6-e7fc45e325e8" providerId="ADAL" clId="{DFC6AB2A-DEB0-4E81-8338-A3DB8EFD6F2E}" dt="2025-05-30T10:15:18.341" v="87" actId="790"/>
          <ac:spMkLst>
            <pc:docMk/>
            <pc:sldMk cId="1130896116" sldId="644"/>
            <ac:spMk id="39" creationId="{D9FBBDD5-733A-0AAD-CF32-E25C1154984E}"/>
          </ac:spMkLst>
        </pc:spChg>
        <pc:spChg chg="mod">
          <ac:chgData name="Feist, Ella" userId="992bbaf2-811d-42cb-a4d6-e7fc45e325e8" providerId="ADAL" clId="{DFC6AB2A-DEB0-4E81-8338-A3DB8EFD6F2E}" dt="2025-05-30T10:15:18.341" v="87" actId="790"/>
          <ac:spMkLst>
            <pc:docMk/>
            <pc:sldMk cId="1130896116" sldId="644"/>
            <ac:spMk id="40" creationId="{4186A695-0AD3-97DE-ABB9-42A4FCCC2CC9}"/>
          </ac:spMkLst>
        </pc:spChg>
        <pc:spChg chg="mod">
          <ac:chgData name="Feist, Ella" userId="992bbaf2-811d-42cb-a4d6-e7fc45e325e8" providerId="ADAL" clId="{DFC6AB2A-DEB0-4E81-8338-A3DB8EFD6F2E}" dt="2025-05-30T10:15:18.341" v="87" actId="790"/>
          <ac:spMkLst>
            <pc:docMk/>
            <pc:sldMk cId="1130896116" sldId="644"/>
            <ac:spMk id="42" creationId="{7EF97C18-BAF9-3BF0-5AE6-B378D092F754}"/>
          </ac:spMkLst>
        </pc:spChg>
      </pc:sldChg>
      <pc:sldChg chg="modSp mod modNotes">
        <pc:chgData name="Feist, Ella" userId="992bbaf2-811d-42cb-a4d6-e7fc45e325e8" providerId="ADAL" clId="{DFC6AB2A-DEB0-4E81-8338-A3DB8EFD6F2E}" dt="2025-05-30T10:15:18.341" v="87" actId="790"/>
        <pc:sldMkLst>
          <pc:docMk/>
          <pc:sldMk cId="912246801" sldId="646"/>
        </pc:sldMkLst>
        <pc:spChg chg="mod">
          <ac:chgData name="Feist, Ella" userId="992bbaf2-811d-42cb-a4d6-e7fc45e325e8" providerId="ADAL" clId="{DFC6AB2A-DEB0-4E81-8338-A3DB8EFD6F2E}" dt="2025-05-30T10:15:18.341" v="87" actId="790"/>
          <ac:spMkLst>
            <pc:docMk/>
            <pc:sldMk cId="912246801" sldId="646"/>
            <ac:spMk id="5" creationId="{91A8ED3D-B755-43C9-BCB1-DCF495C0C9DB}"/>
          </ac:spMkLst>
        </pc:spChg>
        <pc:spChg chg="mod">
          <ac:chgData name="Feist, Ella" userId="992bbaf2-811d-42cb-a4d6-e7fc45e325e8" providerId="ADAL" clId="{DFC6AB2A-DEB0-4E81-8338-A3DB8EFD6F2E}" dt="2025-05-30T10:15:18.341" v="87" actId="790"/>
          <ac:spMkLst>
            <pc:docMk/>
            <pc:sldMk cId="912246801" sldId="646"/>
            <ac:spMk id="8" creationId="{B1803911-292C-73CE-E456-BB406E658126}"/>
          </ac:spMkLst>
        </pc:spChg>
        <pc:spChg chg="mod">
          <ac:chgData name="Feist, Ella" userId="992bbaf2-811d-42cb-a4d6-e7fc45e325e8" providerId="ADAL" clId="{DFC6AB2A-DEB0-4E81-8338-A3DB8EFD6F2E}" dt="2025-05-30T10:15:18.341" v="87" actId="790"/>
          <ac:spMkLst>
            <pc:docMk/>
            <pc:sldMk cId="912246801" sldId="646"/>
            <ac:spMk id="10" creationId="{268775E6-6BD9-A612-FBF8-77CED3FE16AE}"/>
          </ac:spMkLst>
        </pc:spChg>
        <pc:spChg chg="mod">
          <ac:chgData name="Feist, Ella" userId="992bbaf2-811d-42cb-a4d6-e7fc45e325e8" providerId="ADAL" clId="{DFC6AB2A-DEB0-4E81-8338-A3DB8EFD6F2E}" dt="2025-05-30T10:15:18.341" v="87" actId="790"/>
          <ac:spMkLst>
            <pc:docMk/>
            <pc:sldMk cId="912246801" sldId="646"/>
            <ac:spMk id="11" creationId="{710E0823-2648-A9A4-CA2A-EF59906D0E7C}"/>
          </ac:spMkLst>
        </pc:spChg>
        <pc:spChg chg="mod">
          <ac:chgData name="Feist, Ella" userId="992bbaf2-811d-42cb-a4d6-e7fc45e325e8" providerId="ADAL" clId="{DFC6AB2A-DEB0-4E81-8338-A3DB8EFD6F2E}" dt="2025-05-30T10:15:18.341" v="87" actId="790"/>
          <ac:spMkLst>
            <pc:docMk/>
            <pc:sldMk cId="912246801" sldId="646"/>
            <ac:spMk id="12" creationId="{7F895A04-3869-8B72-FFF4-38FD28CAE4D6}"/>
          </ac:spMkLst>
        </pc:spChg>
        <pc:spChg chg="mod">
          <ac:chgData name="Feist, Ella" userId="992bbaf2-811d-42cb-a4d6-e7fc45e325e8" providerId="ADAL" clId="{DFC6AB2A-DEB0-4E81-8338-A3DB8EFD6F2E}" dt="2025-05-30T10:15:18.341" v="87" actId="790"/>
          <ac:spMkLst>
            <pc:docMk/>
            <pc:sldMk cId="912246801" sldId="646"/>
            <ac:spMk id="13" creationId="{A31DBFB3-0B5B-A702-9F6B-4FE31553D37F}"/>
          </ac:spMkLst>
        </pc:spChg>
        <pc:spChg chg="mod">
          <ac:chgData name="Feist, Ella" userId="992bbaf2-811d-42cb-a4d6-e7fc45e325e8" providerId="ADAL" clId="{DFC6AB2A-DEB0-4E81-8338-A3DB8EFD6F2E}" dt="2025-05-30T10:15:18.341" v="87" actId="790"/>
          <ac:spMkLst>
            <pc:docMk/>
            <pc:sldMk cId="912246801" sldId="646"/>
            <ac:spMk id="14" creationId="{A88B8586-25EC-3688-0E11-44B5EB2199D0}"/>
          </ac:spMkLst>
        </pc:spChg>
        <pc:spChg chg="mod">
          <ac:chgData name="Feist, Ella" userId="992bbaf2-811d-42cb-a4d6-e7fc45e325e8" providerId="ADAL" clId="{DFC6AB2A-DEB0-4E81-8338-A3DB8EFD6F2E}" dt="2025-05-30T10:15:18.341" v="87" actId="790"/>
          <ac:spMkLst>
            <pc:docMk/>
            <pc:sldMk cId="912246801" sldId="646"/>
            <ac:spMk id="15" creationId="{1D28D0C8-6617-5943-1A42-90864D76EF33}"/>
          </ac:spMkLst>
        </pc:spChg>
        <pc:spChg chg="mod">
          <ac:chgData name="Feist, Ella" userId="992bbaf2-811d-42cb-a4d6-e7fc45e325e8" providerId="ADAL" clId="{DFC6AB2A-DEB0-4E81-8338-A3DB8EFD6F2E}" dt="2025-05-30T10:15:18.341" v="87" actId="790"/>
          <ac:spMkLst>
            <pc:docMk/>
            <pc:sldMk cId="912246801" sldId="646"/>
            <ac:spMk id="17" creationId="{53512A17-812C-3BE0-A4C3-FCE715283873}"/>
          </ac:spMkLst>
        </pc:spChg>
        <pc:spChg chg="mod">
          <ac:chgData name="Feist, Ella" userId="992bbaf2-811d-42cb-a4d6-e7fc45e325e8" providerId="ADAL" clId="{DFC6AB2A-DEB0-4E81-8338-A3DB8EFD6F2E}" dt="2025-05-30T10:15:18.341" v="87" actId="790"/>
          <ac:spMkLst>
            <pc:docMk/>
            <pc:sldMk cId="912246801" sldId="646"/>
            <ac:spMk id="20" creationId="{11498213-C100-875B-9DB4-A10EE25B8CC8}"/>
          </ac:spMkLst>
        </pc:spChg>
      </pc:sldChg>
      <pc:sldChg chg="modSp mod modNotes">
        <pc:chgData name="Feist, Ella" userId="992bbaf2-811d-42cb-a4d6-e7fc45e325e8" providerId="ADAL" clId="{DFC6AB2A-DEB0-4E81-8338-A3DB8EFD6F2E}" dt="2025-05-30T10:15:18.341" v="87" actId="790"/>
        <pc:sldMkLst>
          <pc:docMk/>
          <pc:sldMk cId="2510037033" sldId="647"/>
        </pc:sldMkLst>
        <pc:spChg chg="mod">
          <ac:chgData name="Feist, Ella" userId="992bbaf2-811d-42cb-a4d6-e7fc45e325e8" providerId="ADAL" clId="{DFC6AB2A-DEB0-4E81-8338-A3DB8EFD6F2E}" dt="2025-05-30T10:15:18.341" v="87" actId="790"/>
          <ac:spMkLst>
            <pc:docMk/>
            <pc:sldMk cId="2510037033" sldId="647"/>
            <ac:spMk id="2" creationId="{A9A6FF77-D641-4417-92E7-11CC6238BF20}"/>
          </ac:spMkLst>
        </pc:spChg>
        <pc:spChg chg="mod">
          <ac:chgData name="Feist, Ella" userId="992bbaf2-811d-42cb-a4d6-e7fc45e325e8" providerId="ADAL" clId="{DFC6AB2A-DEB0-4E81-8338-A3DB8EFD6F2E}" dt="2025-05-30T10:15:18.341" v="87" actId="790"/>
          <ac:spMkLst>
            <pc:docMk/>
            <pc:sldMk cId="2510037033" sldId="647"/>
            <ac:spMk id="4" creationId="{4624E907-36E2-0652-6482-2F184A10313A}"/>
          </ac:spMkLst>
        </pc:spChg>
        <pc:spChg chg="mod">
          <ac:chgData name="Feist, Ella" userId="992bbaf2-811d-42cb-a4d6-e7fc45e325e8" providerId="ADAL" clId="{DFC6AB2A-DEB0-4E81-8338-A3DB8EFD6F2E}" dt="2025-05-30T10:15:18.341" v="87" actId="790"/>
          <ac:spMkLst>
            <pc:docMk/>
            <pc:sldMk cId="2510037033" sldId="647"/>
            <ac:spMk id="5" creationId="{91A8ED3D-B755-43C9-BCB1-DCF495C0C9DB}"/>
          </ac:spMkLst>
        </pc:spChg>
        <pc:spChg chg="mod">
          <ac:chgData name="Feist, Ella" userId="992bbaf2-811d-42cb-a4d6-e7fc45e325e8" providerId="ADAL" clId="{DFC6AB2A-DEB0-4E81-8338-A3DB8EFD6F2E}" dt="2025-05-30T10:15:18.341" v="87" actId="790"/>
          <ac:spMkLst>
            <pc:docMk/>
            <pc:sldMk cId="2510037033" sldId="647"/>
            <ac:spMk id="7" creationId="{34940097-F352-7D0A-91F8-38A5C7A22570}"/>
          </ac:spMkLst>
        </pc:spChg>
        <pc:spChg chg="mod">
          <ac:chgData name="Feist, Ella" userId="992bbaf2-811d-42cb-a4d6-e7fc45e325e8" providerId="ADAL" clId="{DFC6AB2A-DEB0-4E81-8338-A3DB8EFD6F2E}" dt="2025-05-30T10:15:18.341" v="87" actId="790"/>
          <ac:spMkLst>
            <pc:docMk/>
            <pc:sldMk cId="2510037033" sldId="647"/>
            <ac:spMk id="8" creationId="{4A3CBEAF-F0EF-5A1D-AF9F-0E9CF1F3CC4E}"/>
          </ac:spMkLst>
        </pc:spChg>
        <pc:spChg chg="mod">
          <ac:chgData name="Feist, Ella" userId="992bbaf2-811d-42cb-a4d6-e7fc45e325e8" providerId="ADAL" clId="{DFC6AB2A-DEB0-4E81-8338-A3DB8EFD6F2E}" dt="2025-05-30T10:15:18.341" v="87" actId="790"/>
          <ac:spMkLst>
            <pc:docMk/>
            <pc:sldMk cId="2510037033" sldId="647"/>
            <ac:spMk id="9" creationId="{10ADEBEF-842F-14F2-DEF6-9B797795306C}"/>
          </ac:spMkLst>
        </pc:spChg>
        <pc:spChg chg="mod">
          <ac:chgData name="Feist, Ella" userId="992bbaf2-811d-42cb-a4d6-e7fc45e325e8" providerId="ADAL" clId="{DFC6AB2A-DEB0-4E81-8338-A3DB8EFD6F2E}" dt="2025-05-30T10:15:18.341" v="87" actId="790"/>
          <ac:spMkLst>
            <pc:docMk/>
            <pc:sldMk cId="2510037033" sldId="647"/>
            <ac:spMk id="10" creationId="{35423245-5547-2199-5A94-16F7ED9F24C7}"/>
          </ac:spMkLst>
        </pc:spChg>
        <pc:spChg chg="mod">
          <ac:chgData name="Feist, Ella" userId="992bbaf2-811d-42cb-a4d6-e7fc45e325e8" providerId="ADAL" clId="{DFC6AB2A-DEB0-4E81-8338-A3DB8EFD6F2E}" dt="2025-05-30T10:15:18.341" v="87" actId="790"/>
          <ac:spMkLst>
            <pc:docMk/>
            <pc:sldMk cId="2510037033" sldId="647"/>
            <ac:spMk id="11" creationId="{CA39E9D4-E8DD-91C1-FD47-08084397275C}"/>
          </ac:spMkLst>
        </pc:spChg>
        <pc:spChg chg="mod">
          <ac:chgData name="Feist, Ella" userId="992bbaf2-811d-42cb-a4d6-e7fc45e325e8" providerId="ADAL" clId="{DFC6AB2A-DEB0-4E81-8338-A3DB8EFD6F2E}" dt="2025-05-30T10:15:18.341" v="87" actId="790"/>
          <ac:spMkLst>
            <pc:docMk/>
            <pc:sldMk cId="2510037033" sldId="647"/>
            <ac:spMk id="15" creationId="{2D98D714-FBE0-6423-1877-7BBEB515AB81}"/>
          </ac:spMkLst>
        </pc:spChg>
        <pc:spChg chg="mod">
          <ac:chgData name="Feist, Ella" userId="992bbaf2-811d-42cb-a4d6-e7fc45e325e8" providerId="ADAL" clId="{DFC6AB2A-DEB0-4E81-8338-A3DB8EFD6F2E}" dt="2025-05-30T10:15:18.341" v="87" actId="790"/>
          <ac:spMkLst>
            <pc:docMk/>
            <pc:sldMk cId="2510037033" sldId="647"/>
            <ac:spMk id="16" creationId="{37FE17F3-A5FE-38DE-FDB9-8F685B93AF86}"/>
          </ac:spMkLst>
        </pc:spChg>
      </pc:sldChg>
      <pc:sldChg chg="modSp mod modNotes">
        <pc:chgData name="Feist, Ella" userId="992bbaf2-811d-42cb-a4d6-e7fc45e325e8" providerId="ADAL" clId="{DFC6AB2A-DEB0-4E81-8338-A3DB8EFD6F2E}" dt="2025-05-30T10:15:18.341" v="87" actId="790"/>
        <pc:sldMkLst>
          <pc:docMk/>
          <pc:sldMk cId="1533357357" sldId="649"/>
        </pc:sldMkLst>
        <pc:spChg chg="mod">
          <ac:chgData name="Feist, Ella" userId="992bbaf2-811d-42cb-a4d6-e7fc45e325e8" providerId="ADAL" clId="{DFC6AB2A-DEB0-4E81-8338-A3DB8EFD6F2E}" dt="2025-05-30T10:15:18.341" v="87" actId="790"/>
          <ac:spMkLst>
            <pc:docMk/>
            <pc:sldMk cId="1533357357" sldId="649"/>
            <ac:spMk id="2" creationId="{A9A6FF77-D641-4417-92E7-11CC6238BF20}"/>
          </ac:spMkLst>
        </pc:spChg>
        <pc:spChg chg="mod">
          <ac:chgData name="Feist, Ella" userId="992bbaf2-811d-42cb-a4d6-e7fc45e325e8" providerId="ADAL" clId="{DFC6AB2A-DEB0-4E81-8338-A3DB8EFD6F2E}" dt="2025-05-30T10:15:18.341" v="87" actId="790"/>
          <ac:spMkLst>
            <pc:docMk/>
            <pc:sldMk cId="1533357357" sldId="649"/>
            <ac:spMk id="3" creationId="{72B755A4-8B7C-B601-0C64-B562D5D8D085}"/>
          </ac:spMkLst>
        </pc:spChg>
        <pc:spChg chg="mod">
          <ac:chgData name="Feist, Ella" userId="992bbaf2-811d-42cb-a4d6-e7fc45e325e8" providerId="ADAL" clId="{DFC6AB2A-DEB0-4E81-8338-A3DB8EFD6F2E}" dt="2025-05-30T10:15:18.341" v="87" actId="790"/>
          <ac:spMkLst>
            <pc:docMk/>
            <pc:sldMk cId="1533357357" sldId="649"/>
            <ac:spMk id="5" creationId="{91A8ED3D-B755-43C9-BCB1-DCF495C0C9DB}"/>
          </ac:spMkLst>
        </pc:spChg>
        <pc:spChg chg="mod">
          <ac:chgData name="Feist, Ella" userId="992bbaf2-811d-42cb-a4d6-e7fc45e325e8" providerId="ADAL" clId="{DFC6AB2A-DEB0-4E81-8338-A3DB8EFD6F2E}" dt="2025-05-30T10:15:18.341" v="87" actId="790"/>
          <ac:spMkLst>
            <pc:docMk/>
            <pc:sldMk cId="1533357357" sldId="649"/>
            <ac:spMk id="7" creationId="{E3009414-9083-7955-81A7-038AE27D7D45}"/>
          </ac:spMkLst>
        </pc:spChg>
        <pc:spChg chg="mod">
          <ac:chgData name="Feist, Ella" userId="992bbaf2-811d-42cb-a4d6-e7fc45e325e8" providerId="ADAL" clId="{DFC6AB2A-DEB0-4E81-8338-A3DB8EFD6F2E}" dt="2025-05-30T10:15:18.341" v="87" actId="790"/>
          <ac:spMkLst>
            <pc:docMk/>
            <pc:sldMk cId="1533357357" sldId="649"/>
            <ac:spMk id="8" creationId="{359A53FA-9269-BC7B-693A-582B80DE5FD7}"/>
          </ac:spMkLst>
        </pc:spChg>
      </pc:sldChg>
      <pc:sldChg chg="modSp mod modNotes">
        <pc:chgData name="Feist, Ella" userId="992bbaf2-811d-42cb-a4d6-e7fc45e325e8" providerId="ADAL" clId="{DFC6AB2A-DEB0-4E81-8338-A3DB8EFD6F2E}" dt="2025-05-30T10:16:06.375" v="105" actId="20577"/>
        <pc:sldMkLst>
          <pc:docMk/>
          <pc:sldMk cId="1709417567" sldId="650"/>
        </pc:sldMkLst>
        <pc:spChg chg="mod">
          <ac:chgData name="Feist, Ella" userId="992bbaf2-811d-42cb-a4d6-e7fc45e325e8" providerId="ADAL" clId="{DFC6AB2A-DEB0-4E81-8338-A3DB8EFD6F2E}" dt="2025-05-30T10:15:18.341" v="87" actId="790"/>
          <ac:spMkLst>
            <pc:docMk/>
            <pc:sldMk cId="1709417567" sldId="650"/>
            <ac:spMk id="2" creationId="{A9A6FF77-D641-4417-92E7-11CC6238BF20}"/>
          </ac:spMkLst>
        </pc:spChg>
        <pc:spChg chg="mod">
          <ac:chgData name="Feist, Ella" userId="992bbaf2-811d-42cb-a4d6-e7fc45e325e8" providerId="ADAL" clId="{DFC6AB2A-DEB0-4E81-8338-A3DB8EFD6F2E}" dt="2025-05-30T10:15:18.341" v="87" actId="790"/>
          <ac:spMkLst>
            <pc:docMk/>
            <pc:sldMk cId="1709417567" sldId="650"/>
            <ac:spMk id="4" creationId="{159A6D96-4C8B-29FE-70EB-94827050E017}"/>
          </ac:spMkLst>
        </pc:spChg>
        <pc:spChg chg="mod">
          <ac:chgData name="Feist, Ella" userId="992bbaf2-811d-42cb-a4d6-e7fc45e325e8" providerId="ADAL" clId="{DFC6AB2A-DEB0-4E81-8338-A3DB8EFD6F2E}" dt="2025-05-30T10:15:18.341" v="87" actId="790"/>
          <ac:spMkLst>
            <pc:docMk/>
            <pc:sldMk cId="1709417567" sldId="650"/>
            <ac:spMk id="5" creationId="{91A8ED3D-B755-43C9-BCB1-DCF495C0C9DB}"/>
          </ac:spMkLst>
        </pc:spChg>
        <pc:spChg chg="mod">
          <ac:chgData name="Feist, Ella" userId="992bbaf2-811d-42cb-a4d6-e7fc45e325e8" providerId="ADAL" clId="{DFC6AB2A-DEB0-4E81-8338-A3DB8EFD6F2E}" dt="2025-05-30T10:15:18.341" v="87" actId="790"/>
          <ac:spMkLst>
            <pc:docMk/>
            <pc:sldMk cId="1709417567" sldId="650"/>
            <ac:spMk id="16" creationId="{643447A0-C1D3-2AA9-B276-299C912293C4}"/>
          </ac:spMkLst>
        </pc:spChg>
        <pc:graphicFrameChg chg="modGraphic">
          <ac:chgData name="Feist, Ella" userId="992bbaf2-811d-42cb-a4d6-e7fc45e325e8" providerId="ADAL" clId="{DFC6AB2A-DEB0-4E81-8338-A3DB8EFD6F2E}" dt="2025-05-30T10:15:18.341" v="87" actId="790"/>
          <ac:graphicFrameMkLst>
            <pc:docMk/>
            <pc:sldMk cId="1709417567" sldId="650"/>
            <ac:graphicFrameMk id="7" creationId="{AA64E8A2-679F-66C5-93CB-12B934A1F076}"/>
          </ac:graphicFrameMkLst>
        </pc:graphicFrameChg>
      </pc:sldChg>
      <pc:sldChg chg="modSp mod modNotes">
        <pc:chgData name="Feist, Ella" userId="992bbaf2-811d-42cb-a4d6-e7fc45e325e8" providerId="ADAL" clId="{DFC6AB2A-DEB0-4E81-8338-A3DB8EFD6F2E}" dt="2025-05-30T10:19:15.401" v="232" actId="20577"/>
        <pc:sldMkLst>
          <pc:docMk/>
          <pc:sldMk cId="2477608469" sldId="651"/>
        </pc:sldMkLst>
        <pc:spChg chg="mod">
          <ac:chgData name="Feist, Ella" userId="992bbaf2-811d-42cb-a4d6-e7fc45e325e8" providerId="ADAL" clId="{DFC6AB2A-DEB0-4E81-8338-A3DB8EFD6F2E}" dt="2025-05-30T10:15:18.341" v="87" actId="790"/>
          <ac:spMkLst>
            <pc:docMk/>
            <pc:sldMk cId="2477608469" sldId="651"/>
            <ac:spMk id="2" creationId="{A9A6FF77-D641-4417-92E7-11CC6238BF20}"/>
          </ac:spMkLst>
        </pc:spChg>
        <pc:spChg chg="mod">
          <ac:chgData name="Feist, Ella" userId="992bbaf2-811d-42cb-a4d6-e7fc45e325e8" providerId="ADAL" clId="{DFC6AB2A-DEB0-4E81-8338-A3DB8EFD6F2E}" dt="2025-05-30T10:15:18.341" v="87" actId="790"/>
          <ac:spMkLst>
            <pc:docMk/>
            <pc:sldMk cId="2477608469" sldId="651"/>
            <ac:spMk id="3" creationId="{08913357-C225-C780-A1D7-E4E616E15BE5}"/>
          </ac:spMkLst>
        </pc:spChg>
        <pc:spChg chg="mod">
          <ac:chgData name="Feist, Ella" userId="992bbaf2-811d-42cb-a4d6-e7fc45e325e8" providerId="ADAL" clId="{DFC6AB2A-DEB0-4E81-8338-A3DB8EFD6F2E}" dt="2025-05-30T10:15:18.341" v="87" actId="790"/>
          <ac:spMkLst>
            <pc:docMk/>
            <pc:sldMk cId="2477608469" sldId="651"/>
            <ac:spMk id="5" creationId="{91A8ED3D-B755-43C9-BCB1-DCF495C0C9DB}"/>
          </ac:spMkLst>
        </pc:spChg>
        <pc:spChg chg="mod">
          <ac:chgData name="Feist, Ella" userId="992bbaf2-811d-42cb-a4d6-e7fc45e325e8" providerId="ADAL" clId="{DFC6AB2A-DEB0-4E81-8338-A3DB8EFD6F2E}" dt="2025-05-30T10:15:18.341" v="87" actId="790"/>
          <ac:spMkLst>
            <pc:docMk/>
            <pc:sldMk cId="2477608469" sldId="651"/>
            <ac:spMk id="14" creationId="{14ADD6D0-FA2D-10F3-D08E-C60DAE8A89AA}"/>
          </ac:spMkLst>
        </pc:spChg>
        <pc:graphicFrameChg chg="modGraphic">
          <ac:chgData name="Feist, Ella" userId="992bbaf2-811d-42cb-a4d6-e7fc45e325e8" providerId="ADAL" clId="{DFC6AB2A-DEB0-4E81-8338-A3DB8EFD6F2E}" dt="2025-05-30T10:15:18.341" v="87" actId="790"/>
          <ac:graphicFrameMkLst>
            <pc:docMk/>
            <pc:sldMk cId="2477608469" sldId="651"/>
            <ac:graphicFrameMk id="6" creationId="{6A8F6B68-235B-5FC1-C6CE-BF92D14CC013}"/>
          </ac:graphicFrameMkLst>
        </pc:graphicFrameChg>
      </pc:sldChg>
      <pc:sldChg chg="modSp mod">
        <pc:chgData name="Feist, Ella" userId="992bbaf2-811d-42cb-a4d6-e7fc45e325e8" providerId="ADAL" clId="{DFC6AB2A-DEB0-4E81-8338-A3DB8EFD6F2E}" dt="2025-05-30T10:15:18.341" v="87" actId="790"/>
        <pc:sldMkLst>
          <pc:docMk/>
          <pc:sldMk cId="3103920379" sldId="657"/>
        </pc:sldMkLst>
        <pc:spChg chg="mod">
          <ac:chgData name="Feist, Ella" userId="992bbaf2-811d-42cb-a4d6-e7fc45e325e8" providerId="ADAL" clId="{DFC6AB2A-DEB0-4E81-8338-A3DB8EFD6F2E}" dt="2025-05-30T10:15:18.341" v="87" actId="790"/>
          <ac:spMkLst>
            <pc:docMk/>
            <pc:sldMk cId="3103920379" sldId="657"/>
            <ac:spMk id="3" creationId="{FEBE0F35-BC56-2011-008B-0247BF2B388D}"/>
          </ac:spMkLst>
        </pc:spChg>
        <pc:spChg chg="mod">
          <ac:chgData name="Feist, Ella" userId="992bbaf2-811d-42cb-a4d6-e7fc45e325e8" providerId="ADAL" clId="{DFC6AB2A-DEB0-4E81-8338-A3DB8EFD6F2E}" dt="2025-05-30T10:15:18.341" v="87" actId="790"/>
          <ac:spMkLst>
            <pc:docMk/>
            <pc:sldMk cId="3103920379" sldId="657"/>
            <ac:spMk id="4" creationId="{9ED32BBC-8A3B-5FB1-DB0F-B65F461BDA2D}"/>
          </ac:spMkLst>
        </pc:spChg>
      </pc:sldChg>
      <pc:sldChg chg="modSp mod">
        <pc:chgData name="Feist, Ella" userId="992bbaf2-811d-42cb-a4d6-e7fc45e325e8" providerId="ADAL" clId="{DFC6AB2A-DEB0-4E81-8338-A3DB8EFD6F2E}" dt="2025-05-30T10:15:18.341" v="87" actId="790"/>
        <pc:sldMkLst>
          <pc:docMk/>
          <pc:sldMk cId="3452270255" sldId="658"/>
        </pc:sldMkLst>
        <pc:spChg chg="mod">
          <ac:chgData name="Feist, Ella" userId="992bbaf2-811d-42cb-a4d6-e7fc45e325e8" providerId="ADAL" clId="{DFC6AB2A-DEB0-4E81-8338-A3DB8EFD6F2E}" dt="2025-05-30T10:15:18.341" v="87" actId="790"/>
          <ac:spMkLst>
            <pc:docMk/>
            <pc:sldMk cId="3452270255" sldId="658"/>
            <ac:spMk id="3" creationId="{0807C8D6-FDE7-7149-63B5-4070B57EF53C}"/>
          </ac:spMkLst>
        </pc:spChg>
        <pc:spChg chg="mod">
          <ac:chgData name="Feist, Ella" userId="992bbaf2-811d-42cb-a4d6-e7fc45e325e8" providerId="ADAL" clId="{DFC6AB2A-DEB0-4E81-8338-A3DB8EFD6F2E}" dt="2025-05-30T10:15:18.341" v="87" actId="790"/>
          <ac:spMkLst>
            <pc:docMk/>
            <pc:sldMk cId="3452270255" sldId="658"/>
            <ac:spMk id="4" creationId="{9ED32BBC-8A3B-5FB1-DB0F-B65F461BDA2D}"/>
          </ac:spMkLst>
        </pc:spChg>
      </pc:sldChg>
      <pc:sldChg chg="modSp mod modNotes">
        <pc:chgData name="Feist, Ella" userId="992bbaf2-811d-42cb-a4d6-e7fc45e325e8" providerId="ADAL" clId="{DFC6AB2A-DEB0-4E81-8338-A3DB8EFD6F2E}" dt="2025-05-30T10:17:03.517" v="149" actId="113"/>
        <pc:sldMkLst>
          <pc:docMk/>
          <pc:sldMk cId="2715747870" sldId="698"/>
        </pc:sldMkLst>
        <pc:spChg chg="mod">
          <ac:chgData name="Feist, Ella" userId="992bbaf2-811d-42cb-a4d6-e7fc45e325e8" providerId="ADAL" clId="{DFC6AB2A-DEB0-4E81-8338-A3DB8EFD6F2E}" dt="2025-05-30T10:15:18.341" v="87" actId="790"/>
          <ac:spMkLst>
            <pc:docMk/>
            <pc:sldMk cId="2715747870" sldId="698"/>
            <ac:spMk id="3" creationId="{3F19EF83-78EC-CA18-5A61-2818F6A0CA72}"/>
          </ac:spMkLst>
        </pc:spChg>
        <pc:spChg chg="mod">
          <ac:chgData name="Feist, Ella" userId="992bbaf2-811d-42cb-a4d6-e7fc45e325e8" providerId="ADAL" clId="{DFC6AB2A-DEB0-4E81-8338-A3DB8EFD6F2E}" dt="2025-05-30T10:15:18.341" v="87" actId="790"/>
          <ac:spMkLst>
            <pc:docMk/>
            <pc:sldMk cId="2715747870" sldId="698"/>
            <ac:spMk id="5" creationId="{91A8ED3D-B755-43C9-BCB1-DCF495C0C9DB}"/>
          </ac:spMkLst>
        </pc:spChg>
      </pc:sldChg>
      <pc:sldChg chg="modSp mod modNotes">
        <pc:chgData name="Feist, Ella" userId="992bbaf2-811d-42cb-a4d6-e7fc45e325e8" providerId="ADAL" clId="{DFC6AB2A-DEB0-4E81-8338-A3DB8EFD6F2E}" dt="2025-05-30T10:17:43.155" v="169" actId="20577"/>
        <pc:sldMkLst>
          <pc:docMk/>
          <pc:sldMk cId="1456281920" sldId="709"/>
        </pc:sldMkLst>
        <pc:spChg chg="mod">
          <ac:chgData name="Feist, Ella" userId="992bbaf2-811d-42cb-a4d6-e7fc45e325e8" providerId="ADAL" clId="{DFC6AB2A-DEB0-4E81-8338-A3DB8EFD6F2E}" dt="2025-05-30T10:15:18.341" v="87" actId="790"/>
          <ac:spMkLst>
            <pc:docMk/>
            <pc:sldMk cId="1456281920" sldId="709"/>
            <ac:spMk id="2" creationId="{A9A6FF77-D641-4417-92E7-11CC6238BF20}"/>
          </ac:spMkLst>
        </pc:spChg>
        <pc:spChg chg="mod">
          <ac:chgData name="Feist, Ella" userId="992bbaf2-811d-42cb-a4d6-e7fc45e325e8" providerId="ADAL" clId="{DFC6AB2A-DEB0-4E81-8338-A3DB8EFD6F2E}" dt="2025-05-30T10:15:18.341" v="87" actId="790"/>
          <ac:spMkLst>
            <pc:docMk/>
            <pc:sldMk cId="1456281920" sldId="709"/>
            <ac:spMk id="5" creationId="{91A8ED3D-B755-43C9-BCB1-DCF495C0C9DB}"/>
          </ac:spMkLst>
        </pc:spChg>
        <pc:spChg chg="mod">
          <ac:chgData name="Feist, Ella" userId="992bbaf2-811d-42cb-a4d6-e7fc45e325e8" providerId="ADAL" clId="{DFC6AB2A-DEB0-4E81-8338-A3DB8EFD6F2E}" dt="2025-05-30T10:15:18.341" v="87" actId="790"/>
          <ac:spMkLst>
            <pc:docMk/>
            <pc:sldMk cId="1456281920" sldId="709"/>
            <ac:spMk id="7" creationId="{ED3A9772-AE80-5CB6-DF13-BB247D75677B}"/>
          </ac:spMkLst>
        </pc:spChg>
        <pc:spChg chg="mod">
          <ac:chgData name="Feist, Ella" userId="992bbaf2-811d-42cb-a4d6-e7fc45e325e8" providerId="ADAL" clId="{DFC6AB2A-DEB0-4E81-8338-A3DB8EFD6F2E}" dt="2025-05-30T10:15:18.341" v="87" actId="790"/>
          <ac:spMkLst>
            <pc:docMk/>
            <pc:sldMk cId="1456281920" sldId="709"/>
            <ac:spMk id="8" creationId="{36BE8344-B507-5E6C-95AC-46AA5EF41856}"/>
          </ac:spMkLst>
        </pc:spChg>
        <pc:spChg chg="mod">
          <ac:chgData name="Feist, Ella" userId="992bbaf2-811d-42cb-a4d6-e7fc45e325e8" providerId="ADAL" clId="{DFC6AB2A-DEB0-4E81-8338-A3DB8EFD6F2E}" dt="2025-05-30T10:15:18.341" v="87" actId="790"/>
          <ac:spMkLst>
            <pc:docMk/>
            <pc:sldMk cId="1456281920" sldId="709"/>
            <ac:spMk id="9" creationId="{5E2F1D11-001C-CC80-81BE-19CE9585367D}"/>
          </ac:spMkLst>
        </pc:spChg>
        <pc:spChg chg="mod">
          <ac:chgData name="Feist, Ella" userId="992bbaf2-811d-42cb-a4d6-e7fc45e325e8" providerId="ADAL" clId="{DFC6AB2A-DEB0-4E81-8338-A3DB8EFD6F2E}" dt="2025-05-30T10:15:18.341" v="87" actId="790"/>
          <ac:spMkLst>
            <pc:docMk/>
            <pc:sldMk cId="1456281920" sldId="709"/>
            <ac:spMk id="10" creationId="{6B1344F8-7CBD-5443-DEFB-615527DA22DD}"/>
          </ac:spMkLst>
        </pc:spChg>
        <pc:spChg chg="mod">
          <ac:chgData name="Feist, Ella" userId="992bbaf2-811d-42cb-a4d6-e7fc45e325e8" providerId="ADAL" clId="{DFC6AB2A-DEB0-4E81-8338-A3DB8EFD6F2E}" dt="2025-05-30T10:15:18.341" v="87" actId="790"/>
          <ac:spMkLst>
            <pc:docMk/>
            <pc:sldMk cId="1456281920" sldId="709"/>
            <ac:spMk id="11" creationId="{968AF3BD-161C-0E08-902D-7A00823706E6}"/>
          </ac:spMkLst>
        </pc:spChg>
        <pc:spChg chg="mod">
          <ac:chgData name="Feist, Ella" userId="992bbaf2-811d-42cb-a4d6-e7fc45e325e8" providerId="ADAL" clId="{DFC6AB2A-DEB0-4E81-8338-A3DB8EFD6F2E}" dt="2025-05-30T10:15:18.341" v="87" actId="790"/>
          <ac:spMkLst>
            <pc:docMk/>
            <pc:sldMk cId="1456281920" sldId="709"/>
            <ac:spMk id="12" creationId="{DB9BB7D4-9E4D-57DD-E9FF-35A7BEC9AD02}"/>
          </ac:spMkLst>
        </pc:spChg>
        <pc:spChg chg="mod">
          <ac:chgData name="Feist, Ella" userId="992bbaf2-811d-42cb-a4d6-e7fc45e325e8" providerId="ADAL" clId="{DFC6AB2A-DEB0-4E81-8338-A3DB8EFD6F2E}" dt="2025-05-30T10:15:18.341" v="87" actId="790"/>
          <ac:spMkLst>
            <pc:docMk/>
            <pc:sldMk cId="1456281920" sldId="709"/>
            <ac:spMk id="15" creationId="{9F4EFB27-9BFA-BA66-B6B0-320F0632154C}"/>
          </ac:spMkLst>
        </pc:spChg>
      </pc:sldChg>
      <pc:sldChg chg="modSp mod">
        <pc:chgData name="Feist, Ella" userId="992bbaf2-811d-42cb-a4d6-e7fc45e325e8" providerId="ADAL" clId="{DFC6AB2A-DEB0-4E81-8338-A3DB8EFD6F2E}" dt="2025-05-30T10:15:18.341" v="87" actId="790"/>
        <pc:sldMkLst>
          <pc:docMk/>
          <pc:sldMk cId="297215533" sldId="710"/>
        </pc:sldMkLst>
        <pc:spChg chg="mod">
          <ac:chgData name="Feist, Ella" userId="992bbaf2-811d-42cb-a4d6-e7fc45e325e8" providerId="ADAL" clId="{DFC6AB2A-DEB0-4E81-8338-A3DB8EFD6F2E}" dt="2025-05-30T10:15:18.341" v="87" actId="790"/>
          <ac:spMkLst>
            <pc:docMk/>
            <pc:sldMk cId="297215533" sldId="710"/>
            <ac:spMk id="3" creationId="{400223EC-021C-8C1F-AB05-8FC151270DE0}"/>
          </ac:spMkLst>
        </pc:spChg>
        <pc:spChg chg="mod">
          <ac:chgData name="Feist, Ella" userId="992bbaf2-811d-42cb-a4d6-e7fc45e325e8" providerId="ADAL" clId="{DFC6AB2A-DEB0-4E81-8338-A3DB8EFD6F2E}" dt="2025-05-30T10:15:18.341" v="87" actId="790"/>
          <ac:spMkLst>
            <pc:docMk/>
            <pc:sldMk cId="297215533" sldId="710"/>
            <ac:spMk id="4" creationId="{9ED32BBC-8A3B-5FB1-DB0F-B65F461BDA2D}"/>
          </ac:spMkLst>
        </pc:spChg>
      </pc:sldChg>
      <pc:sldChg chg="modSp mod modNotes">
        <pc:chgData name="Feist, Ella" userId="992bbaf2-811d-42cb-a4d6-e7fc45e325e8" providerId="ADAL" clId="{DFC6AB2A-DEB0-4E81-8338-A3DB8EFD6F2E}" dt="2025-05-30T10:21:44.024" v="302" actId="14100"/>
        <pc:sldMkLst>
          <pc:docMk/>
          <pc:sldMk cId="2545151752" sldId="713"/>
        </pc:sldMkLst>
        <pc:spChg chg="mod">
          <ac:chgData name="Feist, Ella" userId="992bbaf2-811d-42cb-a4d6-e7fc45e325e8" providerId="ADAL" clId="{DFC6AB2A-DEB0-4E81-8338-A3DB8EFD6F2E}" dt="2025-05-30T10:15:18.341" v="87" actId="790"/>
          <ac:spMkLst>
            <pc:docMk/>
            <pc:sldMk cId="2545151752" sldId="713"/>
            <ac:spMk id="2" creationId="{D7EC235F-614F-714E-A97F-4FF50EFF14FD}"/>
          </ac:spMkLst>
        </pc:spChg>
        <pc:spChg chg="mod">
          <ac:chgData name="Feist, Ella" userId="992bbaf2-811d-42cb-a4d6-e7fc45e325e8" providerId="ADAL" clId="{DFC6AB2A-DEB0-4E81-8338-A3DB8EFD6F2E}" dt="2025-05-30T10:15:18.341" v="87" actId="790"/>
          <ac:spMkLst>
            <pc:docMk/>
            <pc:sldMk cId="2545151752" sldId="713"/>
            <ac:spMk id="7" creationId="{F2EEAC36-E734-BD6E-F831-EC60D753CE0E}"/>
          </ac:spMkLst>
        </pc:spChg>
        <pc:spChg chg="mod">
          <ac:chgData name="Feist, Ella" userId="992bbaf2-811d-42cb-a4d6-e7fc45e325e8" providerId="ADAL" clId="{DFC6AB2A-DEB0-4E81-8338-A3DB8EFD6F2E}" dt="2025-05-30T10:15:18.341" v="87" actId="790"/>
          <ac:spMkLst>
            <pc:docMk/>
            <pc:sldMk cId="2545151752" sldId="713"/>
            <ac:spMk id="11" creationId="{BC7087D8-A380-C70E-F3BC-21ED9C807F36}"/>
          </ac:spMkLst>
        </pc:spChg>
      </pc:sldChg>
      <pc:sldChg chg="modSp mod">
        <pc:chgData name="Feist, Ella" userId="992bbaf2-811d-42cb-a4d6-e7fc45e325e8" providerId="ADAL" clId="{DFC6AB2A-DEB0-4E81-8338-A3DB8EFD6F2E}" dt="2025-05-30T10:15:18.341" v="87" actId="790"/>
        <pc:sldMkLst>
          <pc:docMk/>
          <pc:sldMk cId="3403585875" sldId="714"/>
        </pc:sldMkLst>
        <pc:spChg chg="mod">
          <ac:chgData name="Feist, Ella" userId="992bbaf2-811d-42cb-a4d6-e7fc45e325e8" providerId="ADAL" clId="{DFC6AB2A-DEB0-4E81-8338-A3DB8EFD6F2E}" dt="2025-05-30T10:15:18.341" v="87" actId="790"/>
          <ac:spMkLst>
            <pc:docMk/>
            <pc:sldMk cId="3403585875" sldId="714"/>
            <ac:spMk id="4" creationId="{E9C5A723-C0B1-124B-8CB6-AA3105C9A4E6}"/>
          </ac:spMkLst>
        </pc:spChg>
        <pc:spChg chg="mod">
          <ac:chgData name="Feist, Ella" userId="992bbaf2-811d-42cb-a4d6-e7fc45e325e8" providerId="ADAL" clId="{DFC6AB2A-DEB0-4E81-8338-A3DB8EFD6F2E}" dt="2025-05-30T10:15:18.341" v="87" actId="790"/>
          <ac:spMkLst>
            <pc:docMk/>
            <pc:sldMk cId="3403585875" sldId="714"/>
            <ac:spMk id="5" creationId="{EDC045F9-074A-BFE7-CA0E-B53E2B7463E5}"/>
          </ac:spMkLst>
        </pc:spChg>
      </pc:sldChg>
      <pc:sldChg chg="modSp mod modNotes">
        <pc:chgData name="Feist, Ella" userId="992bbaf2-811d-42cb-a4d6-e7fc45e325e8" providerId="ADAL" clId="{DFC6AB2A-DEB0-4E81-8338-A3DB8EFD6F2E}" dt="2025-05-30T10:15:25.341" v="88" actId="207"/>
        <pc:sldMkLst>
          <pc:docMk/>
          <pc:sldMk cId="1543059182" sldId="766"/>
        </pc:sldMkLst>
        <pc:spChg chg="mod">
          <ac:chgData name="Feist, Ella" userId="992bbaf2-811d-42cb-a4d6-e7fc45e325e8" providerId="ADAL" clId="{DFC6AB2A-DEB0-4E81-8338-A3DB8EFD6F2E}" dt="2025-05-30T10:15:18.341" v="87" actId="790"/>
          <ac:spMkLst>
            <pc:docMk/>
            <pc:sldMk cId="1543059182" sldId="766"/>
            <ac:spMk id="2" creationId="{A9A6FF77-D641-4417-92E7-11CC6238BF20}"/>
          </ac:spMkLst>
        </pc:spChg>
        <pc:spChg chg="mod">
          <ac:chgData name="Feist, Ella" userId="992bbaf2-811d-42cb-a4d6-e7fc45e325e8" providerId="ADAL" clId="{DFC6AB2A-DEB0-4E81-8338-A3DB8EFD6F2E}" dt="2025-05-30T10:15:18.341" v="87" actId="790"/>
          <ac:spMkLst>
            <pc:docMk/>
            <pc:sldMk cId="1543059182" sldId="766"/>
            <ac:spMk id="3" creationId="{922C7BCD-CE97-457A-6E93-984CD6F0509E}"/>
          </ac:spMkLst>
        </pc:spChg>
        <pc:spChg chg="mod">
          <ac:chgData name="Feist, Ella" userId="992bbaf2-811d-42cb-a4d6-e7fc45e325e8" providerId="ADAL" clId="{DFC6AB2A-DEB0-4E81-8338-A3DB8EFD6F2E}" dt="2025-05-30T10:15:18.341" v="87" actId="790"/>
          <ac:spMkLst>
            <pc:docMk/>
            <pc:sldMk cId="1543059182" sldId="766"/>
            <ac:spMk id="5" creationId="{91A8ED3D-B755-43C9-BCB1-DCF495C0C9DB}"/>
          </ac:spMkLst>
        </pc:spChg>
        <pc:spChg chg="mod">
          <ac:chgData name="Feist, Ella" userId="992bbaf2-811d-42cb-a4d6-e7fc45e325e8" providerId="ADAL" clId="{DFC6AB2A-DEB0-4E81-8338-A3DB8EFD6F2E}" dt="2025-05-30T10:15:18.341" v="87" actId="790"/>
          <ac:spMkLst>
            <pc:docMk/>
            <pc:sldMk cId="1543059182" sldId="766"/>
            <ac:spMk id="7" creationId="{00000000-0000-0000-0000-000000000000}"/>
          </ac:spMkLst>
        </pc:spChg>
        <pc:spChg chg="mod">
          <ac:chgData name="Feist, Ella" userId="992bbaf2-811d-42cb-a4d6-e7fc45e325e8" providerId="ADAL" clId="{DFC6AB2A-DEB0-4E81-8338-A3DB8EFD6F2E}" dt="2025-05-30T10:15:18.341" v="87" actId="790"/>
          <ac:spMkLst>
            <pc:docMk/>
            <pc:sldMk cId="1543059182" sldId="766"/>
            <ac:spMk id="8" creationId="{485E5C4D-C470-0D33-01EE-B7563110879E}"/>
          </ac:spMkLst>
        </pc:spChg>
        <pc:spChg chg="mod">
          <ac:chgData name="Feist, Ella" userId="992bbaf2-811d-42cb-a4d6-e7fc45e325e8" providerId="ADAL" clId="{DFC6AB2A-DEB0-4E81-8338-A3DB8EFD6F2E}" dt="2025-05-30T10:15:18.341" v="87" actId="790"/>
          <ac:spMkLst>
            <pc:docMk/>
            <pc:sldMk cId="1543059182" sldId="766"/>
            <ac:spMk id="10" creationId="{C3FC5204-D864-C3A2-7765-0442868820AE}"/>
          </ac:spMkLst>
        </pc:spChg>
        <pc:spChg chg="mod">
          <ac:chgData name="Feist, Ella" userId="992bbaf2-811d-42cb-a4d6-e7fc45e325e8" providerId="ADAL" clId="{DFC6AB2A-DEB0-4E81-8338-A3DB8EFD6F2E}" dt="2025-05-30T10:15:18.341" v="87" actId="790"/>
          <ac:spMkLst>
            <pc:docMk/>
            <pc:sldMk cId="1543059182" sldId="766"/>
            <ac:spMk id="11" creationId="{5D7CD2D4-888D-9991-E747-29598016602D}"/>
          </ac:spMkLst>
        </pc:spChg>
        <pc:spChg chg="mod">
          <ac:chgData name="Feist, Ella" userId="992bbaf2-811d-42cb-a4d6-e7fc45e325e8" providerId="ADAL" clId="{DFC6AB2A-DEB0-4E81-8338-A3DB8EFD6F2E}" dt="2025-05-30T10:15:18.341" v="87" actId="790"/>
          <ac:spMkLst>
            <pc:docMk/>
            <pc:sldMk cId="1543059182" sldId="766"/>
            <ac:spMk id="13" creationId="{BFF15CF8-8A2A-85D3-2631-5D02BC41C685}"/>
          </ac:spMkLst>
        </pc:spChg>
        <pc:spChg chg="mod">
          <ac:chgData name="Feist, Ella" userId="992bbaf2-811d-42cb-a4d6-e7fc45e325e8" providerId="ADAL" clId="{DFC6AB2A-DEB0-4E81-8338-A3DB8EFD6F2E}" dt="2025-05-30T10:15:18.341" v="87" actId="790"/>
          <ac:spMkLst>
            <pc:docMk/>
            <pc:sldMk cId="1543059182" sldId="766"/>
            <ac:spMk id="16" creationId="{6903E908-3A61-337E-31AD-D4C4FF4C2813}"/>
          </ac:spMkLst>
        </pc:spChg>
      </pc:sldChg>
      <pc:sldChg chg="modSp mod modNotes">
        <pc:chgData name="Feist, Ella" userId="992bbaf2-811d-42cb-a4d6-e7fc45e325e8" providerId="ADAL" clId="{DFC6AB2A-DEB0-4E81-8338-A3DB8EFD6F2E}" dt="2025-05-30T10:15:49.642" v="98" actId="5793"/>
        <pc:sldMkLst>
          <pc:docMk/>
          <pc:sldMk cId="780160742" sldId="767"/>
        </pc:sldMkLst>
        <pc:spChg chg="mod">
          <ac:chgData name="Feist, Ella" userId="992bbaf2-811d-42cb-a4d6-e7fc45e325e8" providerId="ADAL" clId="{DFC6AB2A-DEB0-4E81-8338-A3DB8EFD6F2E}" dt="2025-05-30T10:15:18.341" v="87" actId="790"/>
          <ac:spMkLst>
            <pc:docMk/>
            <pc:sldMk cId="780160742" sldId="767"/>
            <ac:spMk id="2" creationId="{A9A6FF77-D641-4417-92E7-11CC6238BF20}"/>
          </ac:spMkLst>
        </pc:spChg>
        <pc:spChg chg="mod">
          <ac:chgData name="Feist, Ella" userId="992bbaf2-811d-42cb-a4d6-e7fc45e325e8" providerId="ADAL" clId="{DFC6AB2A-DEB0-4E81-8338-A3DB8EFD6F2E}" dt="2025-05-30T10:15:18.341" v="87" actId="790"/>
          <ac:spMkLst>
            <pc:docMk/>
            <pc:sldMk cId="780160742" sldId="767"/>
            <ac:spMk id="3" creationId="{7899E23F-A80F-0A0B-BB1A-26939CD7ABD5}"/>
          </ac:spMkLst>
        </pc:spChg>
        <pc:spChg chg="mod">
          <ac:chgData name="Feist, Ella" userId="992bbaf2-811d-42cb-a4d6-e7fc45e325e8" providerId="ADAL" clId="{DFC6AB2A-DEB0-4E81-8338-A3DB8EFD6F2E}" dt="2025-05-30T10:15:18.341" v="87" actId="790"/>
          <ac:spMkLst>
            <pc:docMk/>
            <pc:sldMk cId="780160742" sldId="767"/>
            <ac:spMk id="5" creationId="{91A8ED3D-B755-43C9-BCB1-DCF495C0C9DB}"/>
          </ac:spMkLst>
        </pc:spChg>
        <pc:spChg chg="mod">
          <ac:chgData name="Feist, Ella" userId="992bbaf2-811d-42cb-a4d6-e7fc45e325e8" providerId="ADAL" clId="{DFC6AB2A-DEB0-4E81-8338-A3DB8EFD6F2E}" dt="2025-05-30T10:15:18.341" v="87" actId="790"/>
          <ac:spMkLst>
            <pc:docMk/>
            <pc:sldMk cId="780160742" sldId="767"/>
            <ac:spMk id="404484" creationId="{00000000-0000-0000-0000-000000000000}"/>
          </ac:spMkLst>
        </pc:spChg>
      </pc:sldChg>
      <pc:sldChg chg="modSp mod">
        <pc:chgData name="Feist, Ella" userId="992bbaf2-811d-42cb-a4d6-e7fc45e325e8" providerId="ADAL" clId="{DFC6AB2A-DEB0-4E81-8338-A3DB8EFD6F2E}" dt="2025-05-30T10:15:18.341" v="87" actId="790"/>
        <pc:sldMkLst>
          <pc:docMk/>
          <pc:sldMk cId="1325346937" sldId="1151"/>
        </pc:sldMkLst>
        <pc:spChg chg="mod">
          <ac:chgData name="Feist, Ella" userId="992bbaf2-811d-42cb-a4d6-e7fc45e325e8" providerId="ADAL" clId="{DFC6AB2A-DEB0-4E81-8338-A3DB8EFD6F2E}" dt="2025-05-30T10:15:18.341" v="87" actId="790"/>
          <ac:spMkLst>
            <pc:docMk/>
            <pc:sldMk cId="1325346937" sldId="1151"/>
            <ac:spMk id="4" creationId="{441B5810-8C67-B742-B639-848419728702}"/>
          </ac:spMkLst>
        </pc:spChg>
        <pc:spChg chg="mod">
          <ac:chgData name="Feist, Ella" userId="992bbaf2-811d-42cb-a4d6-e7fc45e325e8" providerId="ADAL" clId="{DFC6AB2A-DEB0-4E81-8338-A3DB8EFD6F2E}" dt="2025-05-30T10:15:18.341" v="87" actId="790"/>
          <ac:spMkLst>
            <pc:docMk/>
            <pc:sldMk cId="1325346937" sldId="1151"/>
            <ac:spMk id="5" creationId="{65964E6B-5B03-8C0C-EA6E-E79997BF1316}"/>
          </ac:spMkLst>
        </pc:spChg>
        <pc:graphicFrameChg chg="modGraphic">
          <ac:chgData name="Feist, Ella" userId="992bbaf2-811d-42cb-a4d6-e7fc45e325e8" providerId="ADAL" clId="{DFC6AB2A-DEB0-4E81-8338-A3DB8EFD6F2E}" dt="2025-05-30T10:15:18.341" v="87" actId="790"/>
          <ac:graphicFrameMkLst>
            <pc:docMk/>
            <pc:sldMk cId="1325346937" sldId="1151"/>
            <ac:graphicFrameMk id="2" creationId="{E129B1E7-2EFF-7B12-0256-10C7C18C3636}"/>
          </ac:graphicFrameMkLst>
        </pc:graphicFrameChg>
      </pc:sldChg>
      <pc:sldChg chg="modSp mod modNotes">
        <pc:chgData name="Feist, Ella" userId="992bbaf2-811d-42cb-a4d6-e7fc45e325e8" providerId="ADAL" clId="{DFC6AB2A-DEB0-4E81-8338-A3DB8EFD6F2E}" dt="2025-05-30T10:15:18.341" v="87" actId="790"/>
        <pc:sldMkLst>
          <pc:docMk/>
          <pc:sldMk cId="2663884006" sldId="1153"/>
        </pc:sldMkLst>
        <pc:spChg chg="mod">
          <ac:chgData name="Feist, Ella" userId="992bbaf2-811d-42cb-a4d6-e7fc45e325e8" providerId="ADAL" clId="{DFC6AB2A-DEB0-4E81-8338-A3DB8EFD6F2E}" dt="2025-05-30T10:15:18.341" v="87" actId="790"/>
          <ac:spMkLst>
            <pc:docMk/>
            <pc:sldMk cId="2663884006" sldId="1153"/>
            <ac:spMk id="2" creationId="{9A495923-579B-8F47-840B-3F6C4A56DE24}"/>
          </ac:spMkLst>
        </pc:spChg>
        <pc:spChg chg="mod">
          <ac:chgData name="Feist, Ella" userId="992bbaf2-811d-42cb-a4d6-e7fc45e325e8" providerId="ADAL" clId="{DFC6AB2A-DEB0-4E81-8338-A3DB8EFD6F2E}" dt="2025-05-30T10:15:18.341" v="87" actId="790"/>
          <ac:spMkLst>
            <pc:docMk/>
            <pc:sldMk cId="2663884006" sldId="1153"/>
            <ac:spMk id="4" creationId="{EEDC6C38-4D6F-CEFE-7936-B60D342C3C97}"/>
          </ac:spMkLst>
        </pc:spChg>
      </pc:sldChg>
      <pc:sldChg chg="modSp mod">
        <pc:chgData name="Feist, Ella" userId="992bbaf2-811d-42cb-a4d6-e7fc45e325e8" providerId="ADAL" clId="{DFC6AB2A-DEB0-4E81-8338-A3DB8EFD6F2E}" dt="2025-05-30T10:15:18.341" v="87" actId="790"/>
        <pc:sldMkLst>
          <pc:docMk/>
          <pc:sldMk cId="3316419014" sldId="1154"/>
        </pc:sldMkLst>
        <pc:spChg chg="mod">
          <ac:chgData name="Feist, Ella" userId="992bbaf2-811d-42cb-a4d6-e7fc45e325e8" providerId="ADAL" clId="{DFC6AB2A-DEB0-4E81-8338-A3DB8EFD6F2E}" dt="2025-05-30T10:15:18.341" v="87" actId="790"/>
          <ac:spMkLst>
            <pc:docMk/>
            <pc:sldMk cId="3316419014" sldId="1154"/>
            <ac:spMk id="2" creationId="{A9A6FF77-D641-4417-92E7-11CC6238BF20}"/>
          </ac:spMkLst>
        </pc:spChg>
        <pc:spChg chg="mod">
          <ac:chgData name="Feist, Ella" userId="992bbaf2-811d-42cb-a4d6-e7fc45e325e8" providerId="ADAL" clId="{DFC6AB2A-DEB0-4E81-8338-A3DB8EFD6F2E}" dt="2025-05-30T10:15:18.341" v="87" actId="790"/>
          <ac:spMkLst>
            <pc:docMk/>
            <pc:sldMk cId="3316419014" sldId="1154"/>
            <ac:spMk id="3" creationId="{658A760A-7B31-6F4A-5947-C13CE0CC1758}"/>
          </ac:spMkLst>
        </pc:spChg>
        <pc:spChg chg="mod">
          <ac:chgData name="Feist, Ella" userId="992bbaf2-811d-42cb-a4d6-e7fc45e325e8" providerId="ADAL" clId="{DFC6AB2A-DEB0-4E81-8338-A3DB8EFD6F2E}" dt="2025-05-30T10:15:18.341" v="87" actId="790"/>
          <ac:spMkLst>
            <pc:docMk/>
            <pc:sldMk cId="3316419014" sldId="1154"/>
            <ac:spMk id="8" creationId="{46705225-52C1-3A68-51A2-F37FB2E0A894}"/>
          </ac:spMkLst>
        </pc:spChg>
        <pc:spChg chg="mod">
          <ac:chgData name="Feist, Ella" userId="992bbaf2-811d-42cb-a4d6-e7fc45e325e8" providerId="ADAL" clId="{DFC6AB2A-DEB0-4E81-8338-A3DB8EFD6F2E}" dt="2025-05-30T10:15:18.341" v="87" actId="790"/>
          <ac:spMkLst>
            <pc:docMk/>
            <pc:sldMk cId="3316419014" sldId="1154"/>
            <ac:spMk id="14" creationId="{B67D146A-CC34-7CDB-C1AB-3370024B01BD}"/>
          </ac:spMkLst>
        </pc:spChg>
        <pc:spChg chg="mod">
          <ac:chgData name="Feist, Ella" userId="992bbaf2-811d-42cb-a4d6-e7fc45e325e8" providerId="ADAL" clId="{DFC6AB2A-DEB0-4E81-8338-A3DB8EFD6F2E}" dt="2025-05-30T10:15:18.341" v="87" actId="790"/>
          <ac:spMkLst>
            <pc:docMk/>
            <pc:sldMk cId="3316419014" sldId="1154"/>
            <ac:spMk id="17" creationId="{8EBD7E4B-391D-4F6B-6756-98C5FFE08232}"/>
          </ac:spMkLst>
        </pc:spChg>
        <pc:spChg chg="mod">
          <ac:chgData name="Feist, Ella" userId="992bbaf2-811d-42cb-a4d6-e7fc45e325e8" providerId="ADAL" clId="{DFC6AB2A-DEB0-4E81-8338-A3DB8EFD6F2E}" dt="2025-05-30T10:15:18.341" v="87" actId="790"/>
          <ac:spMkLst>
            <pc:docMk/>
            <pc:sldMk cId="3316419014" sldId="1154"/>
            <ac:spMk id="31" creationId="{AA3A6EE2-45C2-172B-5122-D0F48748AD65}"/>
          </ac:spMkLst>
        </pc:spChg>
        <pc:spChg chg="mod">
          <ac:chgData name="Feist, Ella" userId="992bbaf2-811d-42cb-a4d6-e7fc45e325e8" providerId="ADAL" clId="{DFC6AB2A-DEB0-4E81-8338-A3DB8EFD6F2E}" dt="2025-05-30T10:15:18.341" v="87" actId="790"/>
          <ac:spMkLst>
            <pc:docMk/>
            <pc:sldMk cId="3316419014" sldId="1154"/>
            <ac:spMk id="35" creationId="{1135FC50-864C-22EB-CC2E-7E144760EE2D}"/>
          </ac:spMkLst>
        </pc:spChg>
        <pc:spChg chg="mod">
          <ac:chgData name="Feist, Ella" userId="992bbaf2-811d-42cb-a4d6-e7fc45e325e8" providerId="ADAL" clId="{DFC6AB2A-DEB0-4E81-8338-A3DB8EFD6F2E}" dt="2025-05-30T10:15:18.341" v="87" actId="790"/>
          <ac:spMkLst>
            <pc:docMk/>
            <pc:sldMk cId="3316419014" sldId="1154"/>
            <ac:spMk id="39" creationId="{62962477-A4E3-0229-7035-F51652F37FB7}"/>
          </ac:spMkLst>
        </pc:spChg>
        <pc:spChg chg="mod">
          <ac:chgData name="Feist, Ella" userId="992bbaf2-811d-42cb-a4d6-e7fc45e325e8" providerId="ADAL" clId="{DFC6AB2A-DEB0-4E81-8338-A3DB8EFD6F2E}" dt="2025-05-30T10:15:18.341" v="87" actId="790"/>
          <ac:spMkLst>
            <pc:docMk/>
            <pc:sldMk cId="3316419014" sldId="1154"/>
            <ac:spMk id="52" creationId="{1F61334E-667F-9AAC-1CD7-50D8BD624038}"/>
          </ac:spMkLst>
        </pc:spChg>
        <pc:spChg chg="mod">
          <ac:chgData name="Feist, Ella" userId="992bbaf2-811d-42cb-a4d6-e7fc45e325e8" providerId="ADAL" clId="{DFC6AB2A-DEB0-4E81-8338-A3DB8EFD6F2E}" dt="2025-05-30T10:15:18.341" v="87" actId="790"/>
          <ac:spMkLst>
            <pc:docMk/>
            <pc:sldMk cId="3316419014" sldId="1154"/>
            <ac:spMk id="64" creationId="{02449234-FD94-C91F-88CC-EB4E27ECE352}"/>
          </ac:spMkLst>
        </pc:spChg>
      </pc:sldChg>
      <pc:sldChg chg="modSp mod modNotes">
        <pc:chgData name="Feist, Ella" userId="992bbaf2-811d-42cb-a4d6-e7fc45e325e8" providerId="ADAL" clId="{DFC6AB2A-DEB0-4E81-8338-A3DB8EFD6F2E}" dt="2025-05-30T10:15:18.341" v="87" actId="790"/>
        <pc:sldMkLst>
          <pc:docMk/>
          <pc:sldMk cId="2310554912" sldId="1155"/>
        </pc:sldMkLst>
        <pc:spChg chg="mod">
          <ac:chgData name="Feist, Ella" userId="992bbaf2-811d-42cb-a4d6-e7fc45e325e8" providerId="ADAL" clId="{DFC6AB2A-DEB0-4E81-8338-A3DB8EFD6F2E}" dt="2025-05-30T10:15:18.341" v="87" actId="790"/>
          <ac:spMkLst>
            <pc:docMk/>
            <pc:sldMk cId="2310554912" sldId="1155"/>
            <ac:spMk id="2" creationId="{A9A6FF77-D641-4417-92E7-11CC6238BF20}"/>
          </ac:spMkLst>
        </pc:spChg>
        <pc:spChg chg="mod">
          <ac:chgData name="Feist, Ella" userId="992bbaf2-811d-42cb-a4d6-e7fc45e325e8" providerId="ADAL" clId="{DFC6AB2A-DEB0-4E81-8338-A3DB8EFD6F2E}" dt="2025-05-30T10:15:18.341" v="87" actId="790"/>
          <ac:spMkLst>
            <pc:docMk/>
            <pc:sldMk cId="2310554912" sldId="1155"/>
            <ac:spMk id="3" creationId="{0E7E290A-A502-B6D0-8CCE-6420A284E0E1}"/>
          </ac:spMkLst>
        </pc:spChg>
        <pc:spChg chg="mod">
          <ac:chgData name="Feist, Ella" userId="992bbaf2-811d-42cb-a4d6-e7fc45e325e8" providerId="ADAL" clId="{DFC6AB2A-DEB0-4E81-8338-A3DB8EFD6F2E}" dt="2025-05-30T10:15:18.341" v="87" actId="790"/>
          <ac:spMkLst>
            <pc:docMk/>
            <pc:sldMk cId="2310554912" sldId="1155"/>
            <ac:spMk id="5" creationId="{91A8ED3D-B755-43C9-BCB1-DCF495C0C9DB}"/>
          </ac:spMkLst>
        </pc:spChg>
        <pc:spChg chg="mod">
          <ac:chgData name="Feist, Ella" userId="992bbaf2-811d-42cb-a4d6-e7fc45e325e8" providerId="ADAL" clId="{DFC6AB2A-DEB0-4E81-8338-A3DB8EFD6F2E}" dt="2025-05-30T10:15:18.341" v="87" actId="790"/>
          <ac:spMkLst>
            <pc:docMk/>
            <pc:sldMk cId="2310554912" sldId="1155"/>
            <ac:spMk id="15" creationId="{FC6BE26B-912E-E34E-B9CF-31D78C49C617}"/>
          </ac:spMkLst>
        </pc:spChg>
        <pc:spChg chg="mod">
          <ac:chgData name="Feist, Ella" userId="992bbaf2-811d-42cb-a4d6-e7fc45e325e8" providerId="ADAL" clId="{DFC6AB2A-DEB0-4E81-8338-A3DB8EFD6F2E}" dt="2025-05-30T10:15:18.341" v="87" actId="790"/>
          <ac:spMkLst>
            <pc:docMk/>
            <pc:sldMk cId="2310554912" sldId="1155"/>
            <ac:spMk id="17" creationId="{AB48DFC7-0B30-0ADE-6399-E16172AD1944}"/>
          </ac:spMkLst>
        </pc:spChg>
        <pc:spChg chg="mod">
          <ac:chgData name="Feist, Ella" userId="992bbaf2-811d-42cb-a4d6-e7fc45e325e8" providerId="ADAL" clId="{DFC6AB2A-DEB0-4E81-8338-A3DB8EFD6F2E}" dt="2025-05-30T10:15:18.341" v="87" actId="790"/>
          <ac:spMkLst>
            <pc:docMk/>
            <pc:sldMk cId="2310554912" sldId="1155"/>
            <ac:spMk id="19" creationId="{40B5E8B0-4D8E-AA57-7089-3CB5ED1E76B6}"/>
          </ac:spMkLst>
        </pc:spChg>
        <pc:spChg chg="mod">
          <ac:chgData name="Feist, Ella" userId="992bbaf2-811d-42cb-a4d6-e7fc45e325e8" providerId="ADAL" clId="{DFC6AB2A-DEB0-4E81-8338-A3DB8EFD6F2E}" dt="2025-05-30T10:15:18.341" v="87" actId="790"/>
          <ac:spMkLst>
            <pc:docMk/>
            <pc:sldMk cId="2310554912" sldId="1155"/>
            <ac:spMk id="21" creationId="{B458F0B4-BD1C-40C3-D46D-9672980A967F}"/>
          </ac:spMkLst>
        </pc:spChg>
        <pc:spChg chg="mod">
          <ac:chgData name="Feist, Ella" userId="992bbaf2-811d-42cb-a4d6-e7fc45e325e8" providerId="ADAL" clId="{DFC6AB2A-DEB0-4E81-8338-A3DB8EFD6F2E}" dt="2025-05-30T10:15:18.341" v="87" actId="790"/>
          <ac:spMkLst>
            <pc:docMk/>
            <pc:sldMk cId="2310554912" sldId="1155"/>
            <ac:spMk id="23" creationId="{B94238A3-1ECD-0371-C729-1CBC7BC56D6D}"/>
          </ac:spMkLst>
        </pc:spChg>
        <pc:spChg chg="mod">
          <ac:chgData name="Feist, Ella" userId="992bbaf2-811d-42cb-a4d6-e7fc45e325e8" providerId="ADAL" clId="{DFC6AB2A-DEB0-4E81-8338-A3DB8EFD6F2E}" dt="2025-05-30T10:15:18.341" v="87" actId="790"/>
          <ac:spMkLst>
            <pc:docMk/>
            <pc:sldMk cId="2310554912" sldId="1155"/>
            <ac:spMk id="25" creationId="{E9E16CB3-3FA1-8BE3-36FA-06067EBAA6DD}"/>
          </ac:spMkLst>
        </pc:spChg>
        <pc:spChg chg="mod">
          <ac:chgData name="Feist, Ella" userId="992bbaf2-811d-42cb-a4d6-e7fc45e325e8" providerId="ADAL" clId="{DFC6AB2A-DEB0-4E81-8338-A3DB8EFD6F2E}" dt="2025-05-30T10:15:18.341" v="87" actId="790"/>
          <ac:spMkLst>
            <pc:docMk/>
            <pc:sldMk cId="2310554912" sldId="1155"/>
            <ac:spMk id="27" creationId="{C7FB859A-0636-3BB4-3626-267729B5E9DB}"/>
          </ac:spMkLst>
        </pc:spChg>
      </pc:sldChg>
      <pc:sldChg chg="modSp mod">
        <pc:chgData name="Feist, Ella" userId="992bbaf2-811d-42cb-a4d6-e7fc45e325e8" providerId="ADAL" clId="{DFC6AB2A-DEB0-4E81-8338-A3DB8EFD6F2E}" dt="2025-05-30T10:15:18.341" v="87" actId="790"/>
        <pc:sldMkLst>
          <pc:docMk/>
          <pc:sldMk cId="1870826755" sldId="1156"/>
        </pc:sldMkLst>
        <pc:spChg chg="mod">
          <ac:chgData name="Feist, Ella" userId="992bbaf2-811d-42cb-a4d6-e7fc45e325e8" providerId="ADAL" clId="{DFC6AB2A-DEB0-4E81-8338-A3DB8EFD6F2E}" dt="2025-05-30T10:15:18.341" v="87" actId="790"/>
          <ac:spMkLst>
            <pc:docMk/>
            <pc:sldMk cId="1870826755" sldId="1156"/>
            <ac:spMk id="2" creationId="{A9A6FF77-D641-4417-92E7-11CC6238BF20}"/>
          </ac:spMkLst>
        </pc:spChg>
        <pc:spChg chg="mod">
          <ac:chgData name="Feist, Ella" userId="992bbaf2-811d-42cb-a4d6-e7fc45e325e8" providerId="ADAL" clId="{DFC6AB2A-DEB0-4E81-8338-A3DB8EFD6F2E}" dt="2025-05-30T10:15:18.341" v="87" actId="790"/>
          <ac:spMkLst>
            <pc:docMk/>
            <pc:sldMk cId="1870826755" sldId="1156"/>
            <ac:spMk id="3" creationId="{BDEFC039-EAE0-8458-8828-8BE2D75F0569}"/>
          </ac:spMkLst>
        </pc:spChg>
        <pc:spChg chg="mod">
          <ac:chgData name="Feist, Ella" userId="992bbaf2-811d-42cb-a4d6-e7fc45e325e8" providerId="ADAL" clId="{DFC6AB2A-DEB0-4E81-8338-A3DB8EFD6F2E}" dt="2025-05-30T10:15:18.341" v="87" actId="790"/>
          <ac:spMkLst>
            <pc:docMk/>
            <pc:sldMk cId="1870826755" sldId="1156"/>
            <ac:spMk id="5" creationId="{91A8ED3D-B755-43C9-BCB1-DCF495C0C9DB}"/>
          </ac:spMkLst>
        </pc:spChg>
      </pc:sldChg>
      <pc:sldChg chg="modSp mod modNotes">
        <pc:chgData name="Feist, Ella" userId="992bbaf2-811d-42cb-a4d6-e7fc45e325e8" providerId="ADAL" clId="{DFC6AB2A-DEB0-4E81-8338-A3DB8EFD6F2E}" dt="2025-05-30T10:15:18.341" v="87" actId="790"/>
        <pc:sldMkLst>
          <pc:docMk/>
          <pc:sldMk cId="1895158094" sldId="1157"/>
        </pc:sldMkLst>
        <pc:spChg chg="mod">
          <ac:chgData name="Feist, Ella" userId="992bbaf2-811d-42cb-a4d6-e7fc45e325e8" providerId="ADAL" clId="{DFC6AB2A-DEB0-4E81-8338-A3DB8EFD6F2E}" dt="2025-05-30T10:15:18.341" v="87" actId="790"/>
          <ac:spMkLst>
            <pc:docMk/>
            <pc:sldMk cId="1895158094" sldId="1157"/>
            <ac:spMk id="2" creationId="{A9A6FF77-D641-4417-92E7-11CC6238BF20}"/>
          </ac:spMkLst>
        </pc:spChg>
        <pc:spChg chg="mod">
          <ac:chgData name="Feist, Ella" userId="992bbaf2-811d-42cb-a4d6-e7fc45e325e8" providerId="ADAL" clId="{DFC6AB2A-DEB0-4E81-8338-A3DB8EFD6F2E}" dt="2025-05-30T10:15:18.341" v="87" actId="790"/>
          <ac:spMkLst>
            <pc:docMk/>
            <pc:sldMk cId="1895158094" sldId="1157"/>
            <ac:spMk id="4" creationId="{BB357A66-84E7-000B-4AF2-BB86C725D7F0}"/>
          </ac:spMkLst>
        </pc:spChg>
        <pc:spChg chg="mod">
          <ac:chgData name="Feist, Ella" userId="992bbaf2-811d-42cb-a4d6-e7fc45e325e8" providerId="ADAL" clId="{DFC6AB2A-DEB0-4E81-8338-A3DB8EFD6F2E}" dt="2025-05-30T10:15:18.341" v="87" actId="790"/>
          <ac:spMkLst>
            <pc:docMk/>
            <pc:sldMk cId="1895158094" sldId="1157"/>
            <ac:spMk id="5" creationId="{91A8ED3D-B755-43C9-BCB1-DCF495C0C9DB}"/>
          </ac:spMkLst>
        </pc:spChg>
        <pc:spChg chg="mod">
          <ac:chgData name="Feist, Ella" userId="992bbaf2-811d-42cb-a4d6-e7fc45e325e8" providerId="ADAL" clId="{DFC6AB2A-DEB0-4E81-8338-A3DB8EFD6F2E}" dt="2025-05-30T10:15:18.341" v="87" actId="790"/>
          <ac:spMkLst>
            <pc:docMk/>
            <pc:sldMk cId="1895158094" sldId="1157"/>
            <ac:spMk id="6" creationId="{40375A27-1103-1469-F5F9-84DBE8B03AAD}"/>
          </ac:spMkLst>
        </pc:spChg>
        <pc:spChg chg="mod">
          <ac:chgData name="Feist, Ella" userId="992bbaf2-811d-42cb-a4d6-e7fc45e325e8" providerId="ADAL" clId="{DFC6AB2A-DEB0-4E81-8338-A3DB8EFD6F2E}" dt="2025-05-30T10:15:18.341" v="87" actId="790"/>
          <ac:spMkLst>
            <pc:docMk/>
            <pc:sldMk cId="1895158094" sldId="1157"/>
            <ac:spMk id="8" creationId="{4FF6C166-B21A-13EC-8B78-F683B32D38E3}"/>
          </ac:spMkLst>
        </pc:spChg>
        <pc:spChg chg="mod">
          <ac:chgData name="Feist, Ella" userId="992bbaf2-811d-42cb-a4d6-e7fc45e325e8" providerId="ADAL" clId="{DFC6AB2A-DEB0-4E81-8338-A3DB8EFD6F2E}" dt="2025-05-30T10:15:18.341" v="87" actId="790"/>
          <ac:spMkLst>
            <pc:docMk/>
            <pc:sldMk cId="1895158094" sldId="1157"/>
            <ac:spMk id="10" creationId="{14B9A74E-5594-8E5A-42BC-AFDD0F3D747B}"/>
          </ac:spMkLst>
        </pc:spChg>
      </pc:sldChg>
      <pc:sldChg chg="modSp mod modNotes">
        <pc:chgData name="Feist, Ella" userId="992bbaf2-811d-42cb-a4d6-e7fc45e325e8" providerId="ADAL" clId="{DFC6AB2A-DEB0-4E81-8338-A3DB8EFD6F2E}" dt="2025-05-30T10:15:18.341" v="87" actId="790"/>
        <pc:sldMkLst>
          <pc:docMk/>
          <pc:sldMk cId="3573601599" sldId="1158"/>
        </pc:sldMkLst>
        <pc:spChg chg="mod">
          <ac:chgData name="Feist, Ella" userId="992bbaf2-811d-42cb-a4d6-e7fc45e325e8" providerId="ADAL" clId="{DFC6AB2A-DEB0-4E81-8338-A3DB8EFD6F2E}" dt="2025-05-30T10:15:18.341" v="87" actId="790"/>
          <ac:spMkLst>
            <pc:docMk/>
            <pc:sldMk cId="3573601599" sldId="1158"/>
            <ac:spMk id="2" creationId="{A9A6FF77-D641-4417-92E7-11CC6238BF20}"/>
          </ac:spMkLst>
        </pc:spChg>
        <pc:spChg chg="mod">
          <ac:chgData name="Feist, Ella" userId="992bbaf2-811d-42cb-a4d6-e7fc45e325e8" providerId="ADAL" clId="{DFC6AB2A-DEB0-4E81-8338-A3DB8EFD6F2E}" dt="2025-05-30T10:15:18.341" v="87" actId="790"/>
          <ac:spMkLst>
            <pc:docMk/>
            <pc:sldMk cId="3573601599" sldId="1158"/>
            <ac:spMk id="3" creationId="{754EDC6B-53B1-FA2A-3FB3-6725DE0D6489}"/>
          </ac:spMkLst>
        </pc:spChg>
        <pc:spChg chg="mod">
          <ac:chgData name="Feist, Ella" userId="992bbaf2-811d-42cb-a4d6-e7fc45e325e8" providerId="ADAL" clId="{DFC6AB2A-DEB0-4E81-8338-A3DB8EFD6F2E}" dt="2025-05-30T10:15:18.341" v="87" actId="790"/>
          <ac:spMkLst>
            <pc:docMk/>
            <pc:sldMk cId="3573601599" sldId="1158"/>
            <ac:spMk id="5" creationId="{91A8ED3D-B755-43C9-BCB1-DCF495C0C9DB}"/>
          </ac:spMkLst>
        </pc:spChg>
        <pc:spChg chg="mod">
          <ac:chgData name="Feist, Ella" userId="992bbaf2-811d-42cb-a4d6-e7fc45e325e8" providerId="ADAL" clId="{DFC6AB2A-DEB0-4E81-8338-A3DB8EFD6F2E}" dt="2025-05-30T10:15:18.341" v="87" actId="790"/>
          <ac:spMkLst>
            <pc:docMk/>
            <pc:sldMk cId="3573601599" sldId="1158"/>
            <ac:spMk id="10" creationId="{338655C0-09E7-E634-9980-160A515AFEB6}"/>
          </ac:spMkLst>
        </pc:spChg>
        <pc:spChg chg="mod">
          <ac:chgData name="Feist, Ella" userId="992bbaf2-811d-42cb-a4d6-e7fc45e325e8" providerId="ADAL" clId="{DFC6AB2A-DEB0-4E81-8338-A3DB8EFD6F2E}" dt="2025-05-30T10:15:18.341" v="87" actId="790"/>
          <ac:spMkLst>
            <pc:docMk/>
            <pc:sldMk cId="3573601599" sldId="1158"/>
            <ac:spMk id="11" creationId="{A7DDD83C-7097-24D5-4503-7CEF56DAC9F9}"/>
          </ac:spMkLst>
        </pc:spChg>
        <pc:spChg chg="mod">
          <ac:chgData name="Feist, Ella" userId="992bbaf2-811d-42cb-a4d6-e7fc45e325e8" providerId="ADAL" clId="{DFC6AB2A-DEB0-4E81-8338-A3DB8EFD6F2E}" dt="2025-05-30T10:15:18.341" v="87" actId="790"/>
          <ac:spMkLst>
            <pc:docMk/>
            <pc:sldMk cId="3573601599" sldId="1158"/>
            <ac:spMk id="12" creationId="{7BEAC740-8AA7-4022-EFE3-A086AA64ECE0}"/>
          </ac:spMkLst>
        </pc:spChg>
        <pc:spChg chg="mod">
          <ac:chgData name="Feist, Ella" userId="992bbaf2-811d-42cb-a4d6-e7fc45e325e8" providerId="ADAL" clId="{DFC6AB2A-DEB0-4E81-8338-A3DB8EFD6F2E}" dt="2025-05-30T10:15:18.341" v="87" actId="790"/>
          <ac:spMkLst>
            <pc:docMk/>
            <pc:sldMk cId="3573601599" sldId="1158"/>
            <ac:spMk id="13" creationId="{960D9DB3-2B86-7A87-CC27-9A4CBDB99151}"/>
          </ac:spMkLst>
        </pc:spChg>
      </pc:sldChg>
      <pc:sldChg chg="modSp mod modNotes">
        <pc:chgData name="Feist, Ella" userId="992bbaf2-811d-42cb-a4d6-e7fc45e325e8" providerId="ADAL" clId="{DFC6AB2A-DEB0-4E81-8338-A3DB8EFD6F2E}" dt="2025-05-30T10:15:18.341" v="87" actId="790"/>
        <pc:sldMkLst>
          <pc:docMk/>
          <pc:sldMk cId="3859750188" sldId="1159"/>
        </pc:sldMkLst>
        <pc:spChg chg="mod">
          <ac:chgData name="Feist, Ella" userId="992bbaf2-811d-42cb-a4d6-e7fc45e325e8" providerId="ADAL" clId="{DFC6AB2A-DEB0-4E81-8338-A3DB8EFD6F2E}" dt="2025-05-30T10:15:18.341" v="87" actId="790"/>
          <ac:spMkLst>
            <pc:docMk/>
            <pc:sldMk cId="3859750188" sldId="1159"/>
            <ac:spMk id="2" creationId="{A9A6FF77-D641-4417-92E7-11CC6238BF20}"/>
          </ac:spMkLst>
        </pc:spChg>
        <pc:spChg chg="mod">
          <ac:chgData name="Feist, Ella" userId="992bbaf2-811d-42cb-a4d6-e7fc45e325e8" providerId="ADAL" clId="{DFC6AB2A-DEB0-4E81-8338-A3DB8EFD6F2E}" dt="2025-05-30T10:15:18.341" v="87" actId="790"/>
          <ac:spMkLst>
            <pc:docMk/>
            <pc:sldMk cId="3859750188" sldId="1159"/>
            <ac:spMk id="3" creationId="{00F2BB1A-8CF4-7150-6DC3-322464B2FA31}"/>
          </ac:spMkLst>
        </pc:spChg>
        <pc:spChg chg="mod">
          <ac:chgData name="Feist, Ella" userId="992bbaf2-811d-42cb-a4d6-e7fc45e325e8" providerId="ADAL" clId="{DFC6AB2A-DEB0-4E81-8338-A3DB8EFD6F2E}" dt="2025-05-30T10:15:18.341" v="87" actId="790"/>
          <ac:spMkLst>
            <pc:docMk/>
            <pc:sldMk cId="3859750188" sldId="1159"/>
            <ac:spMk id="36" creationId="{11696A92-39F7-B87D-D20F-69DDA89C8611}"/>
          </ac:spMkLst>
        </pc:spChg>
        <pc:spChg chg="mod">
          <ac:chgData name="Feist, Ella" userId="992bbaf2-811d-42cb-a4d6-e7fc45e325e8" providerId="ADAL" clId="{DFC6AB2A-DEB0-4E81-8338-A3DB8EFD6F2E}" dt="2025-05-30T10:15:18.341" v="87" actId="790"/>
          <ac:spMkLst>
            <pc:docMk/>
            <pc:sldMk cId="3859750188" sldId="1159"/>
            <ac:spMk id="37" creationId="{031D89E7-7A5C-0D2B-5DB2-18958BB353F2}"/>
          </ac:spMkLst>
        </pc:spChg>
        <pc:spChg chg="mod">
          <ac:chgData name="Feist, Ella" userId="992bbaf2-811d-42cb-a4d6-e7fc45e325e8" providerId="ADAL" clId="{DFC6AB2A-DEB0-4E81-8338-A3DB8EFD6F2E}" dt="2025-05-30T10:15:18.341" v="87" actId="790"/>
          <ac:spMkLst>
            <pc:docMk/>
            <pc:sldMk cId="3859750188" sldId="1159"/>
            <ac:spMk id="38" creationId="{DB4AFBE3-20F8-9FF9-8B58-EF1CC94DD02D}"/>
          </ac:spMkLst>
        </pc:spChg>
        <pc:spChg chg="mod">
          <ac:chgData name="Feist, Ella" userId="992bbaf2-811d-42cb-a4d6-e7fc45e325e8" providerId="ADAL" clId="{DFC6AB2A-DEB0-4E81-8338-A3DB8EFD6F2E}" dt="2025-05-30T10:15:18.341" v="87" actId="790"/>
          <ac:spMkLst>
            <pc:docMk/>
            <pc:sldMk cId="3859750188" sldId="1159"/>
            <ac:spMk id="39" creationId="{69C0F3FA-C075-3748-8905-9A2F1B8194D8}"/>
          </ac:spMkLst>
        </pc:spChg>
        <pc:spChg chg="mod">
          <ac:chgData name="Feist, Ella" userId="992bbaf2-811d-42cb-a4d6-e7fc45e325e8" providerId="ADAL" clId="{DFC6AB2A-DEB0-4E81-8338-A3DB8EFD6F2E}" dt="2025-05-30T10:15:18.341" v="87" actId="790"/>
          <ac:spMkLst>
            <pc:docMk/>
            <pc:sldMk cId="3859750188" sldId="1159"/>
            <ac:spMk id="41" creationId="{06E1F097-D58E-8382-D584-6C613FB64741}"/>
          </ac:spMkLst>
        </pc:spChg>
        <pc:spChg chg="mod">
          <ac:chgData name="Feist, Ella" userId="992bbaf2-811d-42cb-a4d6-e7fc45e325e8" providerId="ADAL" clId="{DFC6AB2A-DEB0-4E81-8338-A3DB8EFD6F2E}" dt="2025-05-30T10:15:18.341" v="87" actId="790"/>
          <ac:spMkLst>
            <pc:docMk/>
            <pc:sldMk cId="3859750188" sldId="1159"/>
            <ac:spMk id="42" creationId="{9A345B7B-48F8-8451-5178-7AF831427477}"/>
          </ac:spMkLst>
        </pc:spChg>
        <pc:spChg chg="mod">
          <ac:chgData name="Feist, Ella" userId="992bbaf2-811d-42cb-a4d6-e7fc45e325e8" providerId="ADAL" clId="{DFC6AB2A-DEB0-4E81-8338-A3DB8EFD6F2E}" dt="2025-05-30T10:15:18.341" v="87" actId="790"/>
          <ac:spMkLst>
            <pc:docMk/>
            <pc:sldMk cId="3859750188" sldId="1159"/>
            <ac:spMk id="44" creationId="{60738CBA-C23C-4F80-1ABB-D8D7EE3F9C61}"/>
          </ac:spMkLst>
        </pc:spChg>
        <pc:spChg chg="mod">
          <ac:chgData name="Feist, Ella" userId="992bbaf2-811d-42cb-a4d6-e7fc45e325e8" providerId="ADAL" clId="{DFC6AB2A-DEB0-4E81-8338-A3DB8EFD6F2E}" dt="2025-05-30T10:15:18.341" v="87" actId="790"/>
          <ac:spMkLst>
            <pc:docMk/>
            <pc:sldMk cId="3859750188" sldId="1159"/>
            <ac:spMk id="45" creationId="{ABECDAA2-38C9-D5EC-3107-EBC35FA10C22}"/>
          </ac:spMkLst>
        </pc:spChg>
      </pc:sldChg>
      <pc:sldChg chg="modSp mod modNotes">
        <pc:chgData name="Feist, Ella" userId="992bbaf2-811d-42cb-a4d6-e7fc45e325e8" providerId="ADAL" clId="{DFC6AB2A-DEB0-4E81-8338-A3DB8EFD6F2E}" dt="2025-05-30T10:15:18.341" v="87" actId="790"/>
        <pc:sldMkLst>
          <pc:docMk/>
          <pc:sldMk cId="2725077241" sldId="1160"/>
        </pc:sldMkLst>
        <pc:spChg chg="mod">
          <ac:chgData name="Feist, Ella" userId="992bbaf2-811d-42cb-a4d6-e7fc45e325e8" providerId="ADAL" clId="{DFC6AB2A-DEB0-4E81-8338-A3DB8EFD6F2E}" dt="2025-05-30T10:15:18.341" v="87" actId="790"/>
          <ac:spMkLst>
            <pc:docMk/>
            <pc:sldMk cId="2725077241" sldId="1160"/>
            <ac:spMk id="2" creationId="{A9A6FF77-D641-4417-92E7-11CC6238BF20}"/>
          </ac:spMkLst>
        </pc:spChg>
        <pc:spChg chg="mod">
          <ac:chgData name="Feist, Ella" userId="992bbaf2-811d-42cb-a4d6-e7fc45e325e8" providerId="ADAL" clId="{DFC6AB2A-DEB0-4E81-8338-A3DB8EFD6F2E}" dt="2025-05-30T10:15:18.341" v="87" actId="790"/>
          <ac:spMkLst>
            <pc:docMk/>
            <pc:sldMk cId="2725077241" sldId="1160"/>
            <ac:spMk id="4" creationId="{E902DD98-C5BA-61AC-69D4-38E24306B3C9}"/>
          </ac:spMkLst>
        </pc:spChg>
        <pc:spChg chg="mod">
          <ac:chgData name="Feist, Ella" userId="992bbaf2-811d-42cb-a4d6-e7fc45e325e8" providerId="ADAL" clId="{DFC6AB2A-DEB0-4E81-8338-A3DB8EFD6F2E}" dt="2025-05-30T10:15:18.341" v="87" actId="790"/>
          <ac:spMkLst>
            <pc:docMk/>
            <pc:sldMk cId="2725077241" sldId="1160"/>
            <ac:spMk id="5" creationId="{91A8ED3D-B755-43C9-BCB1-DCF495C0C9DB}"/>
          </ac:spMkLst>
        </pc:spChg>
        <pc:spChg chg="mod">
          <ac:chgData name="Feist, Ella" userId="992bbaf2-811d-42cb-a4d6-e7fc45e325e8" providerId="ADAL" clId="{DFC6AB2A-DEB0-4E81-8338-A3DB8EFD6F2E}" dt="2025-05-30T10:15:18.341" v="87" actId="790"/>
          <ac:spMkLst>
            <pc:docMk/>
            <pc:sldMk cId="2725077241" sldId="1160"/>
            <ac:spMk id="8" creationId="{A7652F0B-EE37-3146-D875-98C2D6697543}"/>
          </ac:spMkLst>
        </pc:spChg>
        <pc:spChg chg="mod">
          <ac:chgData name="Feist, Ella" userId="992bbaf2-811d-42cb-a4d6-e7fc45e325e8" providerId="ADAL" clId="{DFC6AB2A-DEB0-4E81-8338-A3DB8EFD6F2E}" dt="2025-05-30T10:15:18.341" v="87" actId="790"/>
          <ac:spMkLst>
            <pc:docMk/>
            <pc:sldMk cId="2725077241" sldId="1160"/>
            <ac:spMk id="10" creationId="{B4528212-259A-3F9F-5DC9-1F50C61AB1C5}"/>
          </ac:spMkLst>
        </pc:spChg>
        <pc:spChg chg="mod">
          <ac:chgData name="Feist, Ella" userId="992bbaf2-811d-42cb-a4d6-e7fc45e325e8" providerId="ADAL" clId="{DFC6AB2A-DEB0-4E81-8338-A3DB8EFD6F2E}" dt="2025-05-30T10:15:18.341" v="87" actId="790"/>
          <ac:spMkLst>
            <pc:docMk/>
            <pc:sldMk cId="2725077241" sldId="1160"/>
            <ac:spMk id="12" creationId="{BBA77872-CD8C-8B7A-AA30-54BA58AC4D8E}"/>
          </ac:spMkLst>
        </pc:spChg>
        <pc:spChg chg="mod">
          <ac:chgData name="Feist, Ella" userId="992bbaf2-811d-42cb-a4d6-e7fc45e325e8" providerId="ADAL" clId="{DFC6AB2A-DEB0-4E81-8338-A3DB8EFD6F2E}" dt="2025-05-30T10:15:18.341" v="87" actId="790"/>
          <ac:spMkLst>
            <pc:docMk/>
            <pc:sldMk cId="2725077241" sldId="1160"/>
            <ac:spMk id="13" creationId="{91084360-C6FC-E7AD-2C91-88B9E5F3B4A5}"/>
          </ac:spMkLst>
        </pc:spChg>
        <pc:spChg chg="mod">
          <ac:chgData name="Feist, Ella" userId="992bbaf2-811d-42cb-a4d6-e7fc45e325e8" providerId="ADAL" clId="{DFC6AB2A-DEB0-4E81-8338-A3DB8EFD6F2E}" dt="2025-05-30T10:15:18.341" v="87" actId="790"/>
          <ac:spMkLst>
            <pc:docMk/>
            <pc:sldMk cId="2725077241" sldId="1160"/>
            <ac:spMk id="14" creationId="{02E6BAAB-E217-21ED-08A2-2CE6F786C6A5}"/>
          </ac:spMkLst>
        </pc:spChg>
        <pc:spChg chg="mod">
          <ac:chgData name="Feist, Ella" userId="992bbaf2-811d-42cb-a4d6-e7fc45e325e8" providerId="ADAL" clId="{DFC6AB2A-DEB0-4E81-8338-A3DB8EFD6F2E}" dt="2025-05-30T10:15:18.341" v="87" actId="790"/>
          <ac:spMkLst>
            <pc:docMk/>
            <pc:sldMk cId="2725077241" sldId="1160"/>
            <ac:spMk id="16" creationId="{25F4C53D-3A61-BA4A-BCF2-437F8BD51E1B}"/>
          </ac:spMkLst>
        </pc:spChg>
        <pc:spChg chg="mod">
          <ac:chgData name="Feist, Ella" userId="992bbaf2-811d-42cb-a4d6-e7fc45e325e8" providerId="ADAL" clId="{DFC6AB2A-DEB0-4E81-8338-A3DB8EFD6F2E}" dt="2025-05-30T10:15:18.341" v="87" actId="790"/>
          <ac:spMkLst>
            <pc:docMk/>
            <pc:sldMk cId="2725077241" sldId="1160"/>
            <ac:spMk id="17" creationId="{89DC250D-F574-AB54-4B64-287CD6AF8BF8}"/>
          </ac:spMkLst>
        </pc:spChg>
      </pc:sldChg>
      <pc:sldChg chg="modSp mod modNotes">
        <pc:chgData name="Feist, Ella" userId="992bbaf2-811d-42cb-a4d6-e7fc45e325e8" providerId="ADAL" clId="{DFC6AB2A-DEB0-4E81-8338-A3DB8EFD6F2E}" dt="2025-05-30T10:15:18.341" v="87" actId="790"/>
        <pc:sldMkLst>
          <pc:docMk/>
          <pc:sldMk cId="4084910387" sldId="1161"/>
        </pc:sldMkLst>
        <pc:spChg chg="mod">
          <ac:chgData name="Feist, Ella" userId="992bbaf2-811d-42cb-a4d6-e7fc45e325e8" providerId="ADAL" clId="{DFC6AB2A-DEB0-4E81-8338-A3DB8EFD6F2E}" dt="2025-05-30T10:15:18.341" v="87" actId="790"/>
          <ac:spMkLst>
            <pc:docMk/>
            <pc:sldMk cId="4084910387" sldId="1161"/>
            <ac:spMk id="2" creationId="{A9A6FF77-D641-4417-92E7-11CC6238BF20}"/>
          </ac:spMkLst>
        </pc:spChg>
        <pc:spChg chg="mod">
          <ac:chgData name="Feist, Ella" userId="992bbaf2-811d-42cb-a4d6-e7fc45e325e8" providerId="ADAL" clId="{DFC6AB2A-DEB0-4E81-8338-A3DB8EFD6F2E}" dt="2025-05-30T10:15:18.341" v="87" actId="790"/>
          <ac:spMkLst>
            <pc:docMk/>
            <pc:sldMk cId="4084910387" sldId="1161"/>
            <ac:spMk id="4" creationId="{351981BB-82EB-6C89-5C8C-78BACB94068E}"/>
          </ac:spMkLst>
        </pc:spChg>
        <pc:spChg chg="mod">
          <ac:chgData name="Feist, Ella" userId="992bbaf2-811d-42cb-a4d6-e7fc45e325e8" providerId="ADAL" clId="{DFC6AB2A-DEB0-4E81-8338-A3DB8EFD6F2E}" dt="2025-05-30T10:15:18.341" v="87" actId="790"/>
          <ac:spMkLst>
            <pc:docMk/>
            <pc:sldMk cId="4084910387" sldId="1161"/>
            <ac:spMk id="5" creationId="{91A8ED3D-B755-43C9-BCB1-DCF495C0C9DB}"/>
          </ac:spMkLst>
        </pc:spChg>
        <pc:spChg chg="mod">
          <ac:chgData name="Feist, Ella" userId="992bbaf2-811d-42cb-a4d6-e7fc45e325e8" providerId="ADAL" clId="{DFC6AB2A-DEB0-4E81-8338-A3DB8EFD6F2E}" dt="2025-05-30T10:15:18.341" v="87" actId="790"/>
          <ac:spMkLst>
            <pc:docMk/>
            <pc:sldMk cId="4084910387" sldId="1161"/>
            <ac:spMk id="10" creationId="{47536562-431F-A496-D2A3-FBB9D6F28022}"/>
          </ac:spMkLst>
        </pc:spChg>
        <pc:spChg chg="mod">
          <ac:chgData name="Feist, Ella" userId="992bbaf2-811d-42cb-a4d6-e7fc45e325e8" providerId="ADAL" clId="{DFC6AB2A-DEB0-4E81-8338-A3DB8EFD6F2E}" dt="2025-05-30T10:15:18.341" v="87" actId="790"/>
          <ac:spMkLst>
            <pc:docMk/>
            <pc:sldMk cId="4084910387" sldId="1161"/>
            <ac:spMk id="11" creationId="{54A11530-3234-AB92-99B1-17B25C9C8C03}"/>
          </ac:spMkLst>
        </pc:spChg>
        <pc:spChg chg="mod">
          <ac:chgData name="Feist, Ella" userId="992bbaf2-811d-42cb-a4d6-e7fc45e325e8" providerId="ADAL" clId="{DFC6AB2A-DEB0-4E81-8338-A3DB8EFD6F2E}" dt="2025-05-30T10:15:18.341" v="87" actId="790"/>
          <ac:spMkLst>
            <pc:docMk/>
            <pc:sldMk cId="4084910387" sldId="1161"/>
            <ac:spMk id="13" creationId="{72B256B5-15BC-E5E6-8A19-A9F65615F31D}"/>
          </ac:spMkLst>
        </pc:spChg>
        <pc:spChg chg="mod">
          <ac:chgData name="Feist, Ella" userId="992bbaf2-811d-42cb-a4d6-e7fc45e325e8" providerId="ADAL" clId="{DFC6AB2A-DEB0-4E81-8338-A3DB8EFD6F2E}" dt="2025-05-30T10:15:18.341" v="87" actId="790"/>
          <ac:spMkLst>
            <pc:docMk/>
            <pc:sldMk cId="4084910387" sldId="1161"/>
            <ac:spMk id="14" creationId="{61BDBE4D-7BA6-4EDE-4061-67567245990C}"/>
          </ac:spMkLst>
        </pc:spChg>
        <pc:spChg chg="mod">
          <ac:chgData name="Feist, Ella" userId="992bbaf2-811d-42cb-a4d6-e7fc45e325e8" providerId="ADAL" clId="{DFC6AB2A-DEB0-4E81-8338-A3DB8EFD6F2E}" dt="2025-05-30T10:15:18.341" v="87" actId="790"/>
          <ac:spMkLst>
            <pc:docMk/>
            <pc:sldMk cId="4084910387" sldId="1161"/>
            <ac:spMk id="16" creationId="{66D0E32F-ECBE-118B-324D-BEDFCA8A875D}"/>
          </ac:spMkLst>
        </pc:spChg>
        <pc:spChg chg="mod">
          <ac:chgData name="Feist, Ella" userId="992bbaf2-811d-42cb-a4d6-e7fc45e325e8" providerId="ADAL" clId="{DFC6AB2A-DEB0-4E81-8338-A3DB8EFD6F2E}" dt="2025-05-30T10:15:18.341" v="87" actId="790"/>
          <ac:spMkLst>
            <pc:docMk/>
            <pc:sldMk cId="4084910387" sldId="1161"/>
            <ac:spMk id="17" creationId="{D4FC1C0F-2599-264C-3F23-B8837453A408}"/>
          </ac:spMkLst>
        </pc:spChg>
        <pc:spChg chg="mod">
          <ac:chgData name="Feist, Ella" userId="992bbaf2-811d-42cb-a4d6-e7fc45e325e8" providerId="ADAL" clId="{DFC6AB2A-DEB0-4E81-8338-A3DB8EFD6F2E}" dt="2025-05-30T10:15:18.341" v="87" actId="790"/>
          <ac:spMkLst>
            <pc:docMk/>
            <pc:sldMk cId="4084910387" sldId="1161"/>
            <ac:spMk id="18" creationId="{304C6C8B-3CED-52CC-75BA-0D38EAC5033E}"/>
          </ac:spMkLst>
        </pc:spChg>
      </pc:sldChg>
      <pc:sldChg chg="modSp mod">
        <pc:chgData name="Feist, Ella" userId="992bbaf2-811d-42cb-a4d6-e7fc45e325e8" providerId="ADAL" clId="{DFC6AB2A-DEB0-4E81-8338-A3DB8EFD6F2E}" dt="2025-05-30T10:15:18.341" v="87" actId="790"/>
        <pc:sldMkLst>
          <pc:docMk/>
          <pc:sldMk cId="1642175431" sldId="1162"/>
        </pc:sldMkLst>
        <pc:spChg chg="mod">
          <ac:chgData name="Feist, Ella" userId="992bbaf2-811d-42cb-a4d6-e7fc45e325e8" providerId="ADAL" clId="{DFC6AB2A-DEB0-4E81-8338-A3DB8EFD6F2E}" dt="2025-05-30T10:15:18.341" v="87" actId="790"/>
          <ac:spMkLst>
            <pc:docMk/>
            <pc:sldMk cId="1642175431" sldId="1162"/>
            <ac:spMk id="2" creationId="{56C58E42-94C0-1367-E9C9-30B71AE54F0F}"/>
          </ac:spMkLst>
        </pc:spChg>
        <pc:spChg chg="mod">
          <ac:chgData name="Feist, Ella" userId="992bbaf2-811d-42cb-a4d6-e7fc45e325e8" providerId="ADAL" clId="{DFC6AB2A-DEB0-4E81-8338-A3DB8EFD6F2E}" dt="2025-05-30T10:15:18.341" v="87" actId="790"/>
          <ac:spMkLst>
            <pc:docMk/>
            <pc:sldMk cId="1642175431" sldId="1162"/>
            <ac:spMk id="4" creationId="{9ED32BBC-8A3B-5FB1-DB0F-B65F461BDA2D}"/>
          </ac:spMkLst>
        </pc:spChg>
      </pc:sldChg>
      <pc:sldChg chg="modSp mod">
        <pc:chgData name="Feist, Ella" userId="992bbaf2-811d-42cb-a4d6-e7fc45e325e8" providerId="ADAL" clId="{DFC6AB2A-DEB0-4E81-8338-A3DB8EFD6F2E}" dt="2025-05-30T10:15:18.341" v="87" actId="790"/>
        <pc:sldMkLst>
          <pc:docMk/>
          <pc:sldMk cId="551823567" sldId="1163"/>
        </pc:sldMkLst>
        <pc:spChg chg="mod">
          <ac:chgData name="Feist, Ella" userId="992bbaf2-811d-42cb-a4d6-e7fc45e325e8" providerId="ADAL" clId="{DFC6AB2A-DEB0-4E81-8338-A3DB8EFD6F2E}" dt="2025-05-30T10:15:18.341" v="87" actId="790"/>
          <ac:spMkLst>
            <pc:docMk/>
            <pc:sldMk cId="551823567" sldId="1163"/>
            <ac:spMk id="2" creationId="{9A495923-579B-8F47-840B-3F6C4A56DE24}"/>
          </ac:spMkLst>
        </pc:spChg>
        <pc:spChg chg="mod">
          <ac:chgData name="Feist, Ella" userId="992bbaf2-811d-42cb-a4d6-e7fc45e325e8" providerId="ADAL" clId="{DFC6AB2A-DEB0-4E81-8338-A3DB8EFD6F2E}" dt="2025-05-30T10:15:18.341" v="87" actId="790"/>
          <ac:spMkLst>
            <pc:docMk/>
            <pc:sldMk cId="551823567" sldId="1163"/>
            <ac:spMk id="3" creationId="{71B88E1F-2C3A-A24B-B381-CD5671B0B218}"/>
          </ac:spMkLst>
        </pc:spChg>
        <pc:spChg chg="mod">
          <ac:chgData name="Feist, Ella" userId="992bbaf2-811d-42cb-a4d6-e7fc45e325e8" providerId="ADAL" clId="{DFC6AB2A-DEB0-4E81-8338-A3DB8EFD6F2E}" dt="2025-05-30T10:15:18.341" v="87" actId="790"/>
          <ac:spMkLst>
            <pc:docMk/>
            <pc:sldMk cId="551823567" sldId="1163"/>
            <ac:spMk id="5" creationId="{A9191038-FF7C-F2DE-A2F5-21E354782D80}"/>
          </ac:spMkLst>
        </pc:spChg>
        <pc:spChg chg="mod">
          <ac:chgData name="Feist, Ella" userId="992bbaf2-811d-42cb-a4d6-e7fc45e325e8" providerId="ADAL" clId="{DFC6AB2A-DEB0-4E81-8338-A3DB8EFD6F2E}" dt="2025-05-30T10:15:18.341" v="87" actId="790"/>
          <ac:spMkLst>
            <pc:docMk/>
            <pc:sldMk cId="551823567" sldId="1163"/>
            <ac:spMk id="6" creationId="{01EEA803-6A9F-26C1-6C29-031C111F69C3}"/>
          </ac:spMkLst>
        </pc:spChg>
        <pc:spChg chg="mod">
          <ac:chgData name="Feist, Ella" userId="992bbaf2-811d-42cb-a4d6-e7fc45e325e8" providerId="ADAL" clId="{DFC6AB2A-DEB0-4E81-8338-A3DB8EFD6F2E}" dt="2025-05-30T10:15:18.341" v="87" actId="790"/>
          <ac:spMkLst>
            <pc:docMk/>
            <pc:sldMk cId="551823567" sldId="1163"/>
            <ac:spMk id="7" creationId="{A3D9E377-9EE0-C930-F1FA-0FE0ADF827EC}"/>
          </ac:spMkLst>
        </pc:spChg>
      </pc:sldChg>
      <pc:sldChg chg="modSp mod modNotes">
        <pc:chgData name="Feist, Ella" userId="992bbaf2-811d-42cb-a4d6-e7fc45e325e8" providerId="ADAL" clId="{DFC6AB2A-DEB0-4E81-8338-A3DB8EFD6F2E}" dt="2025-05-30T10:15:18.341" v="87" actId="790"/>
        <pc:sldMkLst>
          <pc:docMk/>
          <pc:sldMk cId="631370022" sldId="1164"/>
        </pc:sldMkLst>
        <pc:spChg chg="mod">
          <ac:chgData name="Feist, Ella" userId="992bbaf2-811d-42cb-a4d6-e7fc45e325e8" providerId="ADAL" clId="{DFC6AB2A-DEB0-4E81-8338-A3DB8EFD6F2E}" dt="2025-05-30T10:15:18.341" v="87" actId="790"/>
          <ac:spMkLst>
            <pc:docMk/>
            <pc:sldMk cId="631370022" sldId="1164"/>
            <ac:spMk id="3" creationId="{DA9CDB6C-B1DA-3648-B53D-C115F747B3EA}"/>
          </ac:spMkLst>
        </pc:spChg>
        <pc:spChg chg="mod">
          <ac:chgData name="Feist, Ella" userId="992bbaf2-811d-42cb-a4d6-e7fc45e325e8" providerId="ADAL" clId="{DFC6AB2A-DEB0-4E81-8338-A3DB8EFD6F2E}" dt="2025-05-30T10:15:18.341" v="87" actId="790"/>
          <ac:spMkLst>
            <pc:docMk/>
            <pc:sldMk cId="631370022" sldId="1164"/>
            <ac:spMk id="4" creationId="{8E225283-2703-A845-974A-CC79A6393C60}"/>
          </ac:spMkLst>
        </pc:spChg>
        <pc:spChg chg="mod">
          <ac:chgData name="Feist, Ella" userId="992bbaf2-811d-42cb-a4d6-e7fc45e325e8" providerId="ADAL" clId="{DFC6AB2A-DEB0-4E81-8338-A3DB8EFD6F2E}" dt="2025-05-30T10:15:18.341" v="87" actId="790"/>
          <ac:spMkLst>
            <pc:docMk/>
            <pc:sldMk cId="631370022" sldId="1164"/>
            <ac:spMk id="5" creationId="{77B94004-4249-7D40-9E28-F6628D84B9F6}"/>
          </ac:spMkLst>
        </pc:spChg>
        <pc:spChg chg="mod">
          <ac:chgData name="Feist, Ella" userId="992bbaf2-811d-42cb-a4d6-e7fc45e325e8" providerId="ADAL" clId="{DFC6AB2A-DEB0-4E81-8338-A3DB8EFD6F2E}" dt="2025-05-30T10:15:18.341" v="87" actId="790"/>
          <ac:spMkLst>
            <pc:docMk/>
            <pc:sldMk cId="631370022" sldId="1164"/>
            <ac:spMk id="6" creationId="{2D3EDCCD-F1AB-FE40-94F6-5AACD0AE52C2}"/>
          </ac:spMkLst>
        </pc:spChg>
        <pc:spChg chg="mod">
          <ac:chgData name="Feist, Ella" userId="992bbaf2-811d-42cb-a4d6-e7fc45e325e8" providerId="ADAL" clId="{DFC6AB2A-DEB0-4E81-8338-A3DB8EFD6F2E}" dt="2025-05-30T10:15:18.341" v="87" actId="790"/>
          <ac:spMkLst>
            <pc:docMk/>
            <pc:sldMk cId="631370022" sldId="1164"/>
            <ac:spMk id="7" creationId="{F7DC7F5E-5611-1F12-EC13-54B963A0717A}"/>
          </ac:spMkLst>
        </pc:spChg>
        <pc:spChg chg="mod">
          <ac:chgData name="Feist, Ella" userId="992bbaf2-811d-42cb-a4d6-e7fc45e325e8" providerId="ADAL" clId="{DFC6AB2A-DEB0-4E81-8338-A3DB8EFD6F2E}" dt="2025-05-30T10:15:18.341" v="87" actId="790"/>
          <ac:spMkLst>
            <pc:docMk/>
            <pc:sldMk cId="631370022" sldId="1164"/>
            <ac:spMk id="10" creationId="{922D5E04-696A-464A-8E54-9F033E53D476}"/>
          </ac:spMkLst>
        </pc:spChg>
      </pc:sldChg>
      <pc:sldChg chg="modSp mod">
        <pc:chgData name="Feist, Ella" userId="992bbaf2-811d-42cb-a4d6-e7fc45e325e8" providerId="ADAL" clId="{DFC6AB2A-DEB0-4E81-8338-A3DB8EFD6F2E}" dt="2025-05-30T10:15:18.341" v="87" actId="790"/>
        <pc:sldMkLst>
          <pc:docMk/>
          <pc:sldMk cId="310169626" sldId="1165"/>
        </pc:sldMkLst>
        <pc:spChg chg="mod">
          <ac:chgData name="Feist, Ella" userId="992bbaf2-811d-42cb-a4d6-e7fc45e325e8" providerId="ADAL" clId="{DFC6AB2A-DEB0-4E81-8338-A3DB8EFD6F2E}" dt="2025-05-30T10:15:18.341" v="87" actId="790"/>
          <ac:spMkLst>
            <pc:docMk/>
            <pc:sldMk cId="310169626" sldId="1165"/>
            <ac:spMk id="2" creationId="{1DB5D49E-8F29-A5C2-6ABC-E25FDE60A301}"/>
          </ac:spMkLst>
        </pc:spChg>
        <pc:spChg chg="mod">
          <ac:chgData name="Feist, Ella" userId="992bbaf2-811d-42cb-a4d6-e7fc45e325e8" providerId="ADAL" clId="{DFC6AB2A-DEB0-4E81-8338-A3DB8EFD6F2E}" dt="2025-05-30T10:15:18.341" v="87" actId="790"/>
          <ac:spMkLst>
            <pc:docMk/>
            <pc:sldMk cId="310169626" sldId="1165"/>
            <ac:spMk id="4" creationId="{9ED32BBC-8A3B-5FB1-DB0F-B65F461BDA2D}"/>
          </ac:spMkLst>
        </pc:spChg>
      </pc:sldChg>
      <pc:sldChg chg="modSp mod">
        <pc:chgData name="Feist, Ella" userId="992bbaf2-811d-42cb-a4d6-e7fc45e325e8" providerId="ADAL" clId="{DFC6AB2A-DEB0-4E81-8338-A3DB8EFD6F2E}" dt="2025-05-30T10:15:18.341" v="87" actId="790"/>
        <pc:sldMkLst>
          <pc:docMk/>
          <pc:sldMk cId="179320804" sldId="1166"/>
        </pc:sldMkLst>
        <pc:spChg chg="mod">
          <ac:chgData name="Feist, Ella" userId="992bbaf2-811d-42cb-a4d6-e7fc45e325e8" providerId="ADAL" clId="{DFC6AB2A-DEB0-4E81-8338-A3DB8EFD6F2E}" dt="2025-05-30T10:15:18.341" v="87" actId="790"/>
          <ac:spMkLst>
            <pc:docMk/>
            <pc:sldMk cId="179320804" sldId="1166"/>
            <ac:spMk id="2" creationId="{9A495923-579B-8F47-840B-3F6C4A56DE24}"/>
          </ac:spMkLst>
        </pc:spChg>
        <pc:spChg chg="mod">
          <ac:chgData name="Feist, Ella" userId="992bbaf2-811d-42cb-a4d6-e7fc45e325e8" providerId="ADAL" clId="{DFC6AB2A-DEB0-4E81-8338-A3DB8EFD6F2E}" dt="2025-05-30T10:15:18.341" v="87" actId="790"/>
          <ac:spMkLst>
            <pc:docMk/>
            <pc:sldMk cId="179320804" sldId="1166"/>
            <ac:spMk id="3" creationId="{71B88E1F-2C3A-A24B-B381-CD5671B0B218}"/>
          </ac:spMkLst>
        </pc:spChg>
        <pc:spChg chg="mod">
          <ac:chgData name="Feist, Ella" userId="992bbaf2-811d-42cb-a4d6-e7fc45e325e8" providerId="ADAL" clId="{DFC6AB2A-DEB0-4E81-8338-A3DB8EFD6F2E}" dt="2025-05-30T10:15:18.341" v="87" actId="790"/>
          <ac:spMkLst>
            <pc:docMk/>
            <pc:sldMk cId="179320804" sldId="1166"/>
            <ac:spMk id="5" creationId="{7F312261-E99F-C8CF-D3CC-BEE6F392358E}"/>
          </ac:spMkLst>
        </pc:spChg>
      </pc:sldChg>
      <pc:sldChg chg="modSp mod modNotes">
        <pc:chgData name="Feist, Ella" userId="992bbaf2-811d-42cb-a4d6-e7fc45e325e8" providerId="ADAL" clId="{DFC6AB2A-DEB0-4E81-8338-A3DB8EFD6F2E}" dt="2025-05-30T10:18:08.487" v="195" actId="20577"/>
        <pc:sldMkLst>
          <pc:docMk/>
          <pc:sldMk cId="2258742042" sldId="1167"/>
        </pc:sldMkLst>
        <pc:spChg chg="mod">
          <ac:chgData name="Feist, Ella" userId="992bbaf2-811d-42cb-a4d6-e7fc45e325e8" providerId="ADAL" clId="{DFC6AB2A-DEB0-4E81-8338-A3DB8EFD6F2E}" dt="2025-05-30T10:15:18.341" v="87" actId="790"/>
          <ac:spMkLst>
            <pc:docMk/>
            <pc:sldMk cId="2258742042" sldId="1167"/>
            <ac:spMk id="2" creationId="{A9A6FF77-D641-4417-92E7-11CC6238BF20}"/>
          </ac:spMkLst>
        </pc:spChg>
        <pc:spChg chg="mod">
          <ac:chgData name="Feist, Ella" userId="992bbaf2-811d-42cb-a4d6-e7fc45e325e8" providerId="ADAL" clId="{DFC6AB2A-DEB0-4E81-8338-A3DB8EFD6F2E}" dt="2025-05-30T10:15:18.341" v="87" actId="790"/>
          <ac:spMkLst>
            <pc:docMk/>
            <pc:sldMk cId="2258742042" sldId="1167"/>
            <ac:spMk id="3" creationId="{41A51459-CF2E-CDD9-6CAB-3F612B43A055}"/>
          </ac:spMkLst>
        </pc:spChg>
        <pc:spChg chg="mod">
          <ac:chgData name="Feist, Ella" userId="992bbaf2-811d-42cb-a4d6-e7fc45e325e8" providerId="ADAL" clId="{DFC6AB2A-DEB0-4E81-8338-A3DB8EFD6F2E}" dt="2025-05-30T10:15:18.341" v="87" actId="790"/>
          <ac:spMkLst>
            <pc:docMk/>
            <pc:sldMk cId="2258742042" sldId="1167"/>
            <ac:spMk id="5" creationId="{91A8ED3D-B755-43C9-BCB1-DCF495C0C9DB}"/>
          </ac:spMkLst>
        </pc:spChg>
      </pc:sldChg>
      <pc:sldChg chg="modSp mod modNotes">
        <pc:chgData name="Feist, Ella" userId="992bbaf2-811d-42cb-a4d6-e7fc45e325e8" providerId="ADAL" clId="{DFC6AB2A-DEB0-4E81-8338-A3DB8EFD6F2E}" dt="2025-05-30T10:18:30.486" v="222" actId="20577"/>
        <pc:sldMkLst>
          <pc:docMk/>
          <pc:sldMk cId="1537399192" sldId="1168"/>
        </pc:sldMkLst>
        <pc:spChg chg="mod">
          <ac:chgData name="Feist, Ella" userId="992bbaf2-811d-42cb-a4d6-e7fc45e325e8" providerId="ADAL" clId="{DFC6AB2A-DEB0-4E81-8338-A3DB8EFD6F2E}" dt="2025-05-30T10:15:18.341" v="87" actId="790"/>
          <ac:spMkLst>
            <pc:docMk/>
            <pc:sldMk cId="1537399192" sldId="1168"/>
            <ac:spMk id="2" creationId="{A9A6FF77-D641-4417-92E7-11CC6238BF20}"/>
          </ac:spMkLst>
        </pc:spChg>
        <pc:spChg chg="mod">
          <ac:chgData name="Feist, Ella" userId="992bbaf2-811d-42cb-a4d6-e7fc45e325e8" providerId="ADAL" clId="{DFC6AB2A-DEB0-4E81-8338-A3DB8EFD6F2E}" dt="2025-05-30T10:15:18.341" v="87" actId="790"/>
          <ac:spMkLst>
            <pc:docMk/>
            <pc:sldMk cId="1537399192" sldId="1168"/>
            <ac:spMk id="3" creationId="{0A2E61BE-6F13-EB4E-8A0C-6CBDFA6A39C5}"/>
          </ac:spMkLst>
        </pc:spChg>
        <pc:spChg chg="mod">
          <ac:chgData name="Feist, Ella" userId="992bbaf2-811d-42cb-a4d6-e7fc45e325e8" providerId="ADAL" clId="{DFC6AB2A-DEB0-4E81-8338-A3DB8EFD6F2E}" dt="2025-05-30T10:15:18.341" v="87" actId="790"/>
          <ac:spMkLst>
            <pc:docMk/>
            <pc:sldMk cId="1537399192" sldId="1168"/>
            <ac:spMk id="5" creationId="{91A8ED3D-B755-43C9-BCB1-DCF495C0C9DB}"/>
          </ac:spMkLst>
        </pc:spChg>
        <pc:spChg chg="mod">
          <ac:chgData name="Feist, Ella" userId="992bbaf2-811d-42cb-a4d6-e7fc45e325e8" providerId="ADAL" clId="{DFC6AB2A-DEB0-4E81-8338-A3DB8EFD6F2E}" dt="2025-05-30T10:15:18.341" v="87" actId="790"/>
          <ac:spMkLst>
            <pc:docMk/>
            <pc:sldMk cId="1537399192" sldId="1168"/>
            <ac:spMk id="13" creationId="{1E91F1E7-CC43-3B27-D406-4D6533A1C200}"/>
          </ac:spMkLst>
        </pc:spChg>
      </pc:sldChg>
      <pc:sldChg chg="modSp mod">
        <pc:chgData name="Feist, Ella" userId="992bbaf2-811d-42cb-a4d6-e7fc45e325e8" providerId="ADAL" clId="{DFC6AB2A-DEB0-4E81-8338-A3DB8EFD6F2E}" dt="2025-05-30T10:15:18.341" v="87" actId="790"/>
        <pc:sldMkLst>
          <pc:docMk/>
          <pc:sldMk cId="3649269902" sldId="1169"/>
        </pc:sldMkLst>
        <pc:spChg chg="mod">
          <ac:chgData name="Feist, Ella" userId="992bbaf2-811d-42cb-a4d6-e7fc45e325e8" providerId="ADAL" clId="{DFC6AB2A-DEB0-4E81-8338-A3DB8EFD6F2E}" dt="2025-05-30T10:15:18.341" v="87" actId="790"/>
          <ac:spMkLst>
            <pc:docMk/>
            <pc:sldMk cId="3649269902" sldId="1169"/>
            <ac:spMk id="2" creationId="{A9A6FF77-D641-4417-92E7-11CC6238BF20}"/>
          </ac:spMkLst>
        </pc:spChg>
        <pc:spChg chg="mod">
          <ac:chgData name="Feist, Ella" userId="992bbaf2-811d-42cb-a4d6-e7fc45e325e8" providerId="ADAL" clId="{DFC6AB2A-DEB0-4E81-8338-A3DB8EFD6F2E}" dt="2025-05-30T10:15:18.341" v="87" actId="790"/>
          <ac:spMkLst>
            <pc:docMk/>
            <pc:sldMk cId="3649269902" sldId="1169"/>
            <ac:spMk id="4" creationId="{F3EADD9C-59C6-3211-34DA-F341131AC821}"/>
          </ac:spMkLst>
        </pc:spChg>
        <pc:spChg chg="mod">
          <ac:chgData name="Feist, Ella" userId="992bbaf2-811d-42cb-a4d6-e7fc45e325e8" providerId="ADAL" clId="{DFC6AB2A-DEB0-4E81-8338-A3DB8EFD6F2E}" dt="2025-05-30T10:15:18.341" v="87" actId="790"/>
          <ac:spMkLst>
            <pc:docMk/>
            <pc:sldMk cId="3649269902" sldId="1169"/>
            <ac:spMk id="5" creationId="{91A8ED3D-B755-43C9-BCB1-DCF495C0C9DB}"/>
          </ac:spMkLst>
        </pc:spChg>
      </pc:sldChg>
      <pc:sldChg chg="modSp mod">
        <pc:chgData name="Feist, Ella" userId="992bbaf2-811d-42cb-a4d6-e7fc45e325e8" providerId="ADAL" clId="{DFC6AB2A-DEB0-4E81-8338-A3DB8EFD6F2E}" dt="2025-05-30T10:15:18.341" v="87" actId="790"/>
        <pc:sldMkLst>
          <pc:docMk/>
          <pc:sldMk cId="2635744065" sldId="1170"/>
        </pc:sldMkLst>
        <pc:spChg chg="mod">
          <ac:chgData name="Feist, Ella" userId="992bbaf2-811d-42cb-a4d6-e7fc45e325e8" providerId="ADAL" clId="{DFC6AB2A-DEB0-4E81-8338-A3DB8EFD6F2E}" dt="2025-05-30T10:15:18.341" v="87" actId="790"/>
          <ac:spMkLst>
            <pc:docMk/>
            <pc:sldMk cId="2635744065" sldId="1170"/>
            <ac:spMk id="2" creationId="{A9A6FF77-D641-4417-92E7-11CC6238BF20}"/>
          </ac:spMkLst>
        </pc:spChg>
        <pc:spChg chg="mod">
          <ac:chgData name="Feist, Ella" userId="992bbaf2-811d-42cb-a4d6-e7fc45e325e8" providerId="ADAL" clId="{DFC6AB2A-DEB0-4E81-8338-A3DB8EFD6F2E}" dt="2025-05-30T10:15:18.341" v="87" actId="790"/>
          <ac:spMkLst>
            <pc:docMk/>
            <pc:sldMk cId="2635744065" sldId="1170"/>
            <ac:spMk id="6" creationId="{78EBCD5B-6B23-98B8-C23F-2D83F0E22C28}"/>
          </ac:spMkLst>
        </pc:spChg>
        <pc:graphicFrameChg chg="modGraphic">
          <ac:chgData name="Feist, Ella" userId="992bbaf2-811d-42cb-a4d6-e7fc45e325e8" providerId="ADAL" clId="{DFC6AB2A-DEB0-4E81-8338-A3DB8EFD6F2E}" dt="2025-05-30T10:15:18.341" v="87" actId="790"/>
          <ac:graphicFrameMkLst>
            <pc:docMk/>
            <pc:sldMk cId="2635744065" sldId="1170"/>
            <ac:graphicFrameMk id="3" creationId="{D35E0B81-ECC8-AAF9-67D6-E9FD43F3C440}"/>
          </ac:graphicFrameMkLst>
        </pc:graphicFrameChg>
      </pc:sldChg>
      <pc:sldChg chg="modSp mod modNotes">
        <pc:chgData name="Feist, Ella" userId="992bbaf2-811d-42cb-a4d6-e7fc45e325e8" providerId="ADAL" clId="{DFC6AB2A-DEB0-4E81-8338-A3DB8EFD6F2E}" dt="2025-05-30T10:20:12.632" v="300" actId="15"/>
        <pc:sldMkLst>
          <pc:docMk/>
          <pc:sldMk cId="304251435" sldId="1172"/>
        </pc:sldMkLst>
        <pc:spChg chg="mod">
          <ac:chgData name="Feist, Ella" userId="992bbaf2-811d-42cb-a4d6-e7fc45e325e8" providerId="ADAL" clId="{DFC6AB2A-DEB0-4E81-8338-A3DB8EFD6F2E}" dt="2025-05-30T10:15:18.341" v="87" actId="790"/>
          <ac:spMkLst>
            <pc:docMk/>
            <pc:sldMk cId="304251435" sldId="1172"/>
            <ac:spMk id="2" creationId="{A9A6FF77-D641-4417-92E7-11CC6238BF20}"/>
          </ac:spMkLst>
        </pc:spChg>
        <pc:spChg chg="mod">
          <ac:chgData name="Feist, Ella" userId="992bbaf2-811d-42cb-a4d6-e7fc45e325e8" providerId="ADAL" clId="{DFC6AB2A-DEB0-4E81-8338-A3DB8EFD6F2E}" dt="2025-05-30T10:15:18.341" v="87" actId="790"/>
          <ac:spMkLst>
            <pc:docMk/>
            <pc:sldMk cId="304251435" sldId="1172"/>
            <ac:spMk id="3" creationId="{85F7F422-65B4-2E54-C3F2-CFF5D35D6495}"/>
          </ac:spMkLst>
        </pc:spChg>
        <pc:spChg chg="mod">
          <ac:chgData name="Feist, Ella" userId="992bbaf2-811d-42cb-a4d6-e7fc45e325e8" providerId="ADAL" clId="{DFC6AB2A-DEB0-4E81-8338-A3DB8EFD6F2E}" dt="2025-05-30T10:15:18.341" v="87" actId="790"/>
          <ac:spMkLst>
            <pc:docMk/>
            <pc:sldMk cId="304251435" sldId="1172"/>
            <ac:spMk id="5" creationId="{91A8ED3D-B755-43C9-BCB1-DCF495C0C9DB}"/>
          </ac:spMkLst>
        </pc:spChg>
        <pc:spChg chg="mod">
          <ac:chgData name="Feist, Ella" userId="992bbaf2-811d-42cb-a4d6-e7fc45e325e8" providerId="ADAL" clId="{DFC6AB2A-DEB0-4E81-8338-A3DB8EFD6F2E}" dt="2025-05-30T10:15:18.341" v="87" actId="790"/>
          <ac:spMkLst>
            <pc:docMk/>
            <pc:sldMk cId="304251435" sldId="1172"/>
            <ac:spMk id="19" creationId="{F2CD124E-FE3E-F54C-AF03-403962103554}"/>
          </ac:spMkLst>
        </pc:spChg>
        <pc:graphicFrameChg chg="modGraphic">
          <ac:chgData name="Feist, Ella" userId="992bbaf2-811d-42cb-a4d6-e7fc45e325e8" providerId="ADAL" clId="{DFC6AB2A-DEB0-4E81-8338-A3DB8EFD6F2E}" dt="2025-05-30T10:15:18.341" v="87" actId="790"/>
          <ac:graphicFrameMkLst>
            <pc:docMk/>
            <pc:sldMk cId="304251435" sldId="1172"/>
            <ac:graphicFrameMk id="4" creationId="{68D79F30-34F2-2398-2620-4CC1FB30D908}"/>
          </ac:graphicFrameMkLst>
        </pc:graphicFrameChg>
      </pc:sldChg>
      <pc:sldChg chg="modSp mod modNotes">
        <pc:chgData name="Feist, Ella" userId="992bbaf2-811d-42cb-a4d6-e7fc45e325e8" providerId="ADAL" clId="{DFC6AB2A-DEB0-4E81-8338-A3DB8EFD6F2E}" dt="2025-05-30T10:20:16.925" v="301" actId="207"/>
        <pc:sldMkLst>
          <pc:docMk/>
          <pc:sldMk cId="863459634" sldId="1173"/>
        </pc:sldMkLst>
        <pc:spChg chg="mod">
          <ac:chgData name="Feist, Ella" userId="992bbaf2-811d-42cb-a4d6-e7fc45e325e8" providerId="ADAL" clId="{DFC6AB2A-DEB0-4E81-8338-A3DB8EFD6F2E}" dt="2025-05-30T10:15:18.341" v="87" actId="790"/>
          <ac:spMkLst>
            <pc:docMk/>
            <pc:sldMk cId="863459634" sldId="1173"/>
            <ac:spMk id="2" creationId="{A9A6FF77-D641-4417-92E7-11CC6238BF20}"/>
          </ac:spMkLst>
        </pc:spChg>
        <pc:spChg chg="mod">
          <ac:chgData name="Feist, Ella" userId="992bbaf2-811d-42cb-a4d6-e7fc45e325e8" providerId="ADAL" clId="{DFC6AB2A-DEB0-4E81-8338-A3DB8EFD6F2E}" dt="2025-05-30T10:15:18.341" v="87" actId="790"/>
          <ac:spMkLst>
            <pc:docMk/>
            <pc:sldMk cId="863459634" sldId="1173"/>
            <ac:spMk id="3" creationId="{02D89221-363B-20EF-8ECA-D241772EC942}"/>
          </ac:spMkLst>
        </pc:spChg>
        <pc:spChg chg="mod">
          <ac:chgData name="Feist, Ella" userId="992bbaf2-811d-42cb-a4d6-e7fc45e325e8" providerId="ADAL" clId="{DFC6AB2A-DEB0-4E81-8338-A3DB8EFD6F2E}" dt="2025-05-30T10:15:18.341" v="87" actId="790"/>
          <ac:spMkLst>
            <pc:docMk/>
            <pc:sldMk cId="863459634" sldId="1173"/>
            <ac:spMk id="5" creationId="{91A8ED3D-B755-43C9-BCB1-DCF495C0C9DB}"/>
          </ac:spMkLst>
        </pc:spChg>
        <pc:spChg chg="mod">
          <ac:chgData name="Feist, Ella" userId="992bbaf2-811d-42cb-a4d6-e7fc45e325e8" providerId="ADAL" clId="{DFC6AB2A-DEB0-4E81-8338-A3DB8EFD6F2E}" dt="2025-05-30T10:15:18.341" v="87" actId="790"/>
          <ac:spMkLst>
            <pc:docMk/>
            <pc:sldMk cId="863459634" sldId="1173"/>
            <ac:spMk id="19" creationId="{F2CD124E-FE3E-F54C-AF03-403962103554}"/>
          </ac:spMkLst>
        </pc:spChg>
        <pc:graphicFrameChg chg="modGraphic">
          <ac:chgData name="Feist, Ella" userId="992bbaf2-811d-42cb-a4d6-e7fc45e325e8" providerId="ADAL" clId="{DFC6AB2A-DEB0-4E81-8338-A3DB8EFD6F2E}" dt="2025-05-30T10:15:18.341" v="87" actId="790"/>
          <ac:graphicFrameMkLst>
            <pc:docMk/>
            <pc:sldMk cId="863459634" sldId="1173"/>
            <ac:graphicFrameMk id="4" creationId="{DA6BB665-E2F1-90AB-9354-02AF995D131E}"/>
          </ac:graphicFrameMkLst>
        </pc:graphicFrameChg>
      </pc:sldChg>
      <pc:sldChg chg="modSp mod">
        <pc:chgData name="Feist, Ella" userId="992bbaf2-811d-42cb-a4d6-e7fc45e325e8" providerId="ADAL" clId="{DFC6AB2A-DEB0-4E81-8338-A3DB8EFD6F2E}" dt="2025-05-30T10:15:18.341" v="87" actId="790"/>
        <pc:sldMkLst>
          <pc:docMk/>
          <pc:sldMk cId="219338912" sldId="1175"/>
        </pc:sldMkLst>
        <pc:spChg chg="mod">
          <ac:chgData name="Feist, Ella" userId="992bbaf2-811d-42cb-a4d6-e7fc45e325e8" providerId="ADAL" clId="{DFC6AB2A-DEB0-4E81-8338-A3DB8EFD6F2E}" dt="2025-05-30T10:15:18.341" v="87" actId="790"/>
          <ac:spMkLst>
            <pc:docMk/>
            <pc:sldMk cId="219338912" sldId="1175"/>
            <ac:spMk id="2" creationId="{F111C5DB-635E-4576-A4C3-837B7E452E1E}"/>
          </ac:spMkLst>
        </pc:spChg>
        <pc:spChg chg="mod">
          <ac:chgData name="Feist, Ella" userId="992bbaf2-811d-42cb-a4d6-e7fc45e325e8" providerId="ADAL" clId="{DFC6AB2A-DEB0-4E81-8338-A3DB8EFD6F2E}" dt="2025-05-30T10:15:18.341" v="87" actId="790"/>
          <ac:spMkLst>
            <pc:docMk/>
            <pc:sldMk cId="219338912" sldId="1175"/>
            <ac:spMk id="3" creationId="{69243A8C-DEA3-BC9C-2B49-22CA644D3420}"/>
          </ac:spMkLst>
        </pc:spChg>
        <pc:spChg chg="mod">
          <ac:chgData name="Feist, Ella" userId="992bbaf2-811d-42cb-a4d6-e7fc45e325e8" providerId="ADAL" clId="{DFC6AB2A-DEB0-4E81-8338-A3DB8EFD6F2E}" dt="2025-05-30T10:15:18.341" v="87" actId="790"/>
          <ac:spMkLst>
            <pc:docMk/>
            <pc:sldMk cId="219338912" sldId="1175"/>
            <ac:spMk id="6" creationId="{9ECDB192-E59C-C44D-B6D5-3E31ED8088B5}"/>
          </ac:spMkLst>
        </pc:spChg>
      </pc:sldChg>
      <pc:sldChg chg="modSp mod">
        <pc:chgData name="Feist, Ella" userId="992bbaf2-811d-42cb-a4d6-e7fc45e325e8" providerId="ADAL" clId="{DFC6AB2A-DEB0-4E81-8338-A3DB8EFD6F2E}" dt="2025-05-30T10:15:18.341" v="87" actId="790"/>
        <pc:sldMkLst>
          <pc:docMk/>
          <pc:sldMk cId="2364961323" sldId="1649"/>
        </pc:sldMkLst>
        <pc:spChg chg="mod">
          <ac:chgData name="Feist, Ella" userId="992bbaf2-811d-42cb-a4d6-e7fc45e325e8" providerId="ADAL" clId="{DFC6AB2A-DEB0-4E81-8338-A3DB8EFD6F2E}" dt="2025-05-30T10:15:18.341" v="87" actId="790"/>
          <ac:spMkLst>
            <pc:docMk/>
            <pc:sldMk cId="2364961323" sldId="1649"/>
            <ac:spMk id="4" creationId="{00000000-0000-0000-0000-000000000000}"/>
          </ac:spMkLst>
        </pc:spChg>
        <pc:spChg chg="mod">
          <ac:chgData name="Feist, Ella" userId="992bbaf2-811d-42cb-a4d6-e7fc45e325e8" providerId="ADAL" clId="{DFC6AB2A-DEB0-4E81-8338-A3DB8EFD6F2E}" dt="2025-05-30T10:15:18.341" v="87" actId="790"/>
          <ac:spMkLst>
            <pc:docMk/>
            <pc:sldMk cId="2364961323" sldId="1649"/>
            <ac:spMk id="6" creationId="{00000000-0000-0000-0000-000000000000}"/>
          </ac:spMkLst>
        </pc:spChg>
      </pc:sldChg>
      <pc:sldChg chg="modSp mod">
        <pc:chgData name="Feist, Ella" userId="992bbaf2-811d-42cb-a4d6-e7fc45e325e8" providerId="ADAL" clId="{DFC6AB2A-DEB0-4E81-8338-A3DB8EFD6F2E}" dt="2025-05-30T10:15:18.341" v="87" actId="790"/>
        <pc:sldMkLst>
          <pc:docMk/>
          <pc:sldMk cId="1759711483" sldId="1650"/>
        </pc:sldMkLst>
        <pc:spChg chg="mod">
          <ac:chgData name="Feist, Ella" userId="992bbaf2-811d-42cb-a4d6-e7fc45e325e8" providerId="ADAL" clId="{DFC6AB2A-DEB0-4E81-8338-A3DB8EFD6F2E}" dt="2025-05-30T10:15:18.341" v="87" actId="790"/>
          <ac:spMkLst>
            <pc:docMk/>
            <pc:sldMk cId="1759711483" sldId="1650"/>
            <ac:spMk id="2" creationId="{A9A6FF77-D641-4417-92E7-11CC6238BF20}"/>
          </ac:spMkLst>
        </pc:spChg>
        <pc:spChg chg="mod">
          <ac:chgData name="Feist, Ella" userId="992bbaf2-811d-42cb-a4d6-e7fc45e325e8" providerId="ADAL" clId="{DFC6AB2A-DEB0-4E81-8338-A3DB8EFD6F2E}" dt="2025-05-30T10:15:18.341" v="87" actId="790"/>
          <ac:spMkLst>
            <pc:docMk/>
            <pc:sldMk cId="1759711483" sldId="1650"/>
            <ac:spMk id="3" creationId="{0E7E290A-A502-B6D0-8CCE-6420A284E0E1}"/>
          </ac:spMkLst>
        </pc:spChg>
        <pc:spChg chg="mod">
          <ac:chgData name="Feist, Ella" userId="992bbaf2-811d-42cb-a4d6-e7fc45e325e8" providerId="ADAL" clId="{DFC6AB2A-DEB0-4E81-8338-A3DB8EFD6F2E}" dt="2025-05-30T10:15:18.341" v="87" actId="790"/>
          <ac:spMkLst>
            <pc:docMk/>
            <pc:sldMk cId="1759711483" sldId="1650"/>
            <ac:spMk id="5" creationId="{91A8ED3D-B755-43C9-BCB1-DCF495C0C9DB}"/>
          </ac:spMkLst>
        </pc:spChg>
      </pc:sldChg>
      <pc:sldChg chg="modSp mod modNotes">
        <pc:chgData name="Feist, Ella" userId="992bbaf2-811d-42cb-a4d6-e7fc45e325e8" providerId="ADAL" clId="{DFC6AB2A-DEB0-4E81-8338-A3DB8EFD6F2E}" dt="2025-05-30T10:18:57.421" v="227" actId="20577"/>
        <pc:sldMkLst>
          <pc:docMk/>
          <pc:sldMk cId="38713728" sldId="1651"/>
        </pc:sldMkLst>
        <pc:spChg chg="mod">
          <ac:chgData name="Feist, Ella" userId="992bbaf2-811d-42cb-a4d6-e7fc45e325e8" providerId="ADAL" clId="{DFC6AB2A-DEB0-4E81-8338-A3DB8EFD6F2E}" dt="2025-05-30T10:15:18.341" v="87" actId="790"/>
          <ac:spMkLst>
            <pc:docMk/>
            <pc:sldMk cId="38713728" sldId="1651"/>
            <ac:spMk id="2" creationId="{A9A6FF77-D641-4417-92E7-11CC6238BF20}"/>
          </ac:spMkLst>
        </pc:spChg>
        <pc:spChg chg="mod">
          <ac:chgData name="Feist, Ella" userId="992bbaf2-811d-42cb-a4d6-e7fc45e325e8" providerId="ADAL" clId="{DFC6AB2A-DEB0-4E81-8338-A3DB8EFD6F2E}" dt="2025-05-30T10:15:18.341" v="87" actId="790"/>
          <ac:spMkLst>
            <pc:docMk/>
            <pc:sldMk cId="38713728" sldId="1651"/>
            <ac:spMk id="6" creationId="{78EBCD5B-6B23-98B8-C23F-2D83F0E22C28}"/>
          </ac:spMkLst>
        </pc:spChg>
        <pc:spChg chg="mod">
          <ac:chgData name="Feist, Ella" userId="992bbaf2-811d-42cb-a4d6-e7fc45e325e8" providerId="ADAL" clId="{DFC6AB2A-DEB0-4E81-8338-A3DB8EFD6F2E}" dt="2025-05-30T10:15:18.341" v="87" actId="790"/>
          <ac:spMkLst>
            <pc:docMk/>
            <pc:sldMk cId="38713728" sldId="1651"/>
            <ac:spMk id="10" creationId="{996574AF-7D92-A9A3-38F1-C840AD002CF9}"/>
          </ac:spMkLst>
        </pc:spChg>
        <pc:graphicFrameChg chg="modGraphic">
          <ac:chgData name="Feist, Ella" userId="992bbaf2-811d-42cb-a4d6-e7fc45e325e8" providerId="ADAL" clId="{DFC6AB2A-DEB0-4E81-8338-A3DB8EFD6F2E}" dt="2025-05-30T10:15:18.341" v="87" actId="790"/>
          <ac:graphicFrameMkLst>
            <pc:docMk/>
            <pc:sldMk cId="38713728" sldId="1651"/>
            <ac:graphicFrameMk id="5" creationId="{69E5D000-3B5A-31BF-5181-F329249B8376}"/>
          </ac:graphicFrameMkLst>
        </pc:graphicFrameChg>
      </pc:sldChg>
      <pc:sldChg chg="modSp mod">
        <pc:chgData name="Feist, Ella" userId="992bbaf2-811d-42cb-a4d6-e7fc45e325e8" providerId="ADAL" clId="{DFC6AB2A-DEB0-4E81-8338-A3DB8EFD6F2E}" dt="2025-05-30T10:15:18.341" v="87" actId="790"/>
        <pc:sldMkLst>
          <pc:docMk/>
          <pc:sldMk cId="1612935615" sldId="1652"/>
        </pc:sldMkLst>
        <pc:spChg chg="mod">
          <ac:chgData name="Feist, Ella" userId="992bbaf2-811d-42cb-a4d6-e7fc45e325e8" providerId="ADAL" clId="{DFC6AB2A-DEB0-4E81-8338-A3DB8EFD6F2E}" dt="2025-05-30T10:15:18.341" v="87" actId="790"/>
          <ac:spMkLst>
            <pc:docMk/>
            <pc:sldMk cId="1612935615" sldId="1652"/>
            <ac:spMk id="5" creationId="{674FD266-CD07-12D1-1236-652B0783DA0D}"/>
          </ac:spMkLst>
        </pc:spChg>
        <pc:spChg chg="mod">
          <ac:chgData name="Feist, Ella" userId="992bbaf2-811d-42cb-a4d6-e7fc45e325e8" providerId="ADAL" clId="{DFC6AB2A-DEB0-4E81-8338-A3DB8EFD6F2E}" dt="2025-05-30T10:15:18.341" v="87" actId="790"/>
          <ac:spMkLst>
            <pc:docMk/>
            <pc:sldMk cId="1612935615" sldId="1652"/>
            <ac:spMk id="6" creationId="{47F68C9E-B8EE-7FF7-E017-40A227D1FC42}"/>
          </ac:spMkLst>
        </pc:spChg>
      </pc:sldChg>
      <pc:sldChg chg="modSp mod modNotes">
        <pc:chgData name="Feist, Ella" userId="992bbaf2-811d-42cb-a4d6-e7fc45e325e8" providerId="ADAL" clId="{DFC6AB2A-DEB0-4E81-8338-A3DB8EFD6F2E}" dt="2025-05-30T10:19:43.837" v="268" actId="20577"/>
        <pc:sldMkLst>
          <pc:docMk/>
          <pc:sldMk cId="933964119" sldId="1653"/>
        </pc:sldMkLst>
        <pc:spChg chg="mod">
          <ac:chgData name="Feist, Ella" userId="992bbaf2-811d-42cb-a4d6-e7fc45e325e8" providerId="ADAL" clId="{DFC6AB2A-DEB0-4E81-8338-A3DB8EFD6F2E}" dt="2025-05-30T10:15:18.341" v="87" actId="790"/>
          <ac:spMkLst>
            <pc:docMk/>
            <pc:sldMk cId="933964119" sldId="1653"/>
            <ac:spMk id="2" creationId="{3F59AC61-7E19-3E75-A478-C889365499A9}"/>
          </ac:spMkLst>
        </pc:spChg>
        <pc:spChg chg="mod">
          <ac:chgData name="Feist, Ella" userId="992bbaf2-811d-42cb-a4d6-e7fc45e325e8" providerId="ADAL" clId="{DFC6AB2A-DEB0-4E81-8338-A3DB8EFD6F2E}" dt="2025-05-30T10:15:18.341" v="87" actId="790"/>
          <ac:spMkLst>
            <pc:docMk/>
            <pc:sldMk cId="933964119" sldId="1653"/>
            <ac:spMk id="3" creationId="{9AA61819-38B6-9397-0E59-38B642994E7A}"/>
          </ac:spMkLst>
        </pc:spChg>
        <pc:spChg chg="mod">
          <ac:chgData name="Feist, Ella" userId="992bbaf2-811d-42cb-a4d6-e7fc45e325e8" providerId="ADAL" clId="{DFC6AB2A-DEB0-4E81-8338-A3DB8EFD6F2E}" dt="2025-05-30T10:15:18.341" v="87" actId="790"/>
          <ac:spMkLst>
            <pc:docMk/>
            <pc:sldMk cId="933964119" sldId="1653"/>
            <ac:spMk id="5" creationId="{ACDC6486-657C-9706-1724-3017A6922B85}"/>
          </ac:spMkLst>
        </pc:spChg>
        <pc:spChg chg="mod">
          <ac:chgData name="Feist, Ella" userId="992bbaf2-811d-42cb-a4d6-e7fc45e325e8" providerId="ADAL" clId="{DFC6AB2A-DEB0-4E81-8338-A3DB8EFD6F2E}" dt="2025-05-30T10:15:18.341" v="87" actId="790"/>
          <ac:spMkLst>
            <pc:docMk/>
            <pc:sldMk cId="933964119" sldId="1653"/>
            <ac:spMk id="7" creationId="{1E5332ED-D42A-6A24-1540-9A9556F56BA3}"/>
          </ac:spMkLst>
        </pc:spChg>
        <pc:graphicFrameChg chg="modGraphic">
          <ac:chgData name="Feist, Ella" userId="992bbaf2-811d-42cb-a4d6-e7fc45e325e8" providerId="ADAL" clId="{DFC6AB2A-DEB0-4E81-8338-A3DB8EFD6F2E}" dt="2025-05-30T10:15:18.341" v="87" actId="790"/>
          <ac:graphicFrameMkLst>
            <pc:docMk/>
            <pc:sldMk cId="933964119" sldId="1653"/>
            <ac:graphicFrameMk id="4" creationId="{ECC913ED-59A6-7E4B-0B02-E600FC3D2573}"/>
          </ac:graphicFrameMkLst>
        </pc:graphicFrameChg>
      </pc:sldChg>
      <pc:sldChg chg="modSp mod">
        <pc:chgData name="Feist, Ella" userId="992bbaf2-811d-42cb-a4d6-e7fc45e325e8" providerId="ADAL" clId="{DFC6AB2A-DEB0-4E81-8338-A3DB8EFD6F2E}" dt="2025-05-30T10:15:18.341" v="87" actId="790"/>
        <pc:sldMkLst>
          <pc:docMk/>
          <pc:sldMk cId="3668315459" sldId="1654"/>
        </pc:sldMkLst>
        <pc:spChg chg="mod">
          <ac:chgData name="Feist, Ella" userId="992bbaf2-811d-42cb-a4d6-e7fc45e325e8" providerId="ADAL" clId="{DFC6AB2A-DEB0-4E81-8338-A3DB8EFD6F2E}" dt="2025-05-30T10:15:18.341" v="87" actId="790"/>
          <ac:spMkLst>
            <pc:docMk/>
            <pc:sldMk cId="3668315459" sldId="1654"/>
            <ac:spMk id="5" creationId="{040C3B6C-F8DB-CA2B-EDDA-E81C914D8733}"/>
          </ac:spMkLst>
        </pc:spChg>
        <pc:spChg chg="mod">
          <ac:chgData name="Feist, Ella" userId="992bbaf2-811d-42cb-a4d6-e7fc45e325e8" providerId="ADAL" clId="{DFC6AB2A-DEB0-4E81-8338-A3DB8EFD6F2E}" dt="2025-05-30T10:15:18.341" v="87" actId="790"/>
          <ac:spMkLst>
            <pc:docMk/>
            <pc:sldMk cId="3668315459" sldId="1654"/>
            <ac:spMk id="6" creationId="{11B4059D-1B56-EBFA-564D-ED25705963D2}"/>
          </ac:spMkLst>
        </pc:spChg>
      </pc:sldChg>
      <pc:sldChg chg="modSp mod">
        <pc:chgData name="Feist, Ella" userId="992bbaf2-811d-42cb-a4d6-e7fc45e325e8" providerId="ADAL" clId="{DFC6AB2A-DEB0-4E81-8338-A3DB8EFD6F2E}" dt="2025-05-30T10:15:18.341" v="87" actId="790"/>
        <pc:sldMkLst>
          <pc:docMk/>
          <pc:sldMk cId="3398879138" sldId="1655"/>
        </pc:sldMkLst>
        <pc:spChg chg="mod">
          <ac:chgData name="Feist, Ella" userId="992bbaf2-811d-42cb-a4d6-e7fc45e325e8" providerId="ADAL" clId="{DFC6AB2A-DEB0-4E81-8338-A3DB8EFD6F2E}" dt="2025-05-30T10:15:18.341" v="87" actId="790"/>
          <ac:spMkLst>
            <pc:docMk/>
            <pc:sldMk cId="3398879138" sldId="1655"/>
            <ac:spMk id="4" creationId="{E9C5A723-C0B1-124B-8CB6-AA3105C9A4E6}"/>
          </ac:spMkLst>
        </pc:spChg>
        <pc:spChg chg="mod">
          <ac:chgData name="Feist, Ella" userId="992bbaf2-811d-42cb-a4d6-e7fc45e325e8" providerId="ADAL" clId="{DFC6AB2A-DEB0-4E81-8338-A3DB8EFD6F2E}" dt="2025-05-30T10:15:18.341" v="87" actId="790"/>
          <ac:spMkLst>
            <pc:docMk/>
            <pc:sldMk cId="3398879138" sldId="1655"/>
            <ac:spMk id="5" creationId="{EDC045F9-074A-BFE7-CA0E-B53E2B7463E5}"/>
          </ac:spMkLst>
        </pc:spChg>
      </pc:sldChg>
    </pc:docChg>
  </pc:docChgLst>
  <pc:docChgLst>
    <pc:chgData name="Feist, Ella" userId="992bbaf2-811d-42cb-a4d6-e7fc45e325e8" providerId="ADAL" clId="{D78889FE-F232-48B7-8B9A-2F025D02559A}"/>
    <pc:docChg chg="undo redo custSel modSld delMainMaster">
      <pc:chgData name="Feist, Ella" userId="992bbaf2-811d-42cb-a4d6-e7fc45e325e8" providerId="ADAL" clId="{D78889FE-F232-48B7-8B9A-2F025D02559A}" dt="2025-05-28T07:53:47.751" v="641" actId="20577"/>
      <pc:docMkLst>
        <pc:docMk/>
      </pc:docMkLst>
      <pc:sldChg chg="modSp mod">
        <pc:chgData name="Feist, Ella" userId="992bbaf2-811d-42cb-a4d6-e7fc45e325e8" providerId="ADAL" clId="{D78889FE-F232-48B7-8B9A-2F025D02559A}" dt="2025-05-27T14:40:03.550" v="627" actId="790"/>
        <pc:sldMkLst>
          <pc:docMk/>
          <pc:sldMk cId="1130896116" sldId="644"/>
        </pc:sldMkLst>
        <pc:spChg chg="mod">
          <ac:chgData name="Feist, Ella" userId="992bbaf2-811d-42cb-a4d6-e7fc45e325e8" providerId="ADAL" clId="{D78889FE-F232-48B7-8B9A-2F025D02559A}" dt="2025-05-27T14:40:03.550" v="627" actId="790"/>
          <ac:spMkLst>
            <pc:docMk/>
            <pc:sldMk cId="1130896116" sldId="644"/>
            <ac:spMk id="3" creationId="{D35373CA-9820-08AE-D197-442E6D961BD8}"/>
          </ac:spMkLst>
        </pc:spChg>
        <pc:spChg chg="mod">
          <ac:chgData name="Feist, Ella" userId="992bbaf2-811d-42cb-a4d6-e7fc45e325e8" providerId="ADAL" clId="{D78889FE-F232-48B7-8B9A-2F025D02559A}" dt="2025-05-27T14:40:03.550" v="627" actId="790"/>
          <ac:spMkLst>
            <pc:docMk/>
            <pc:sldMk cId="1130896116" sldId="644"/>
            <ac:spMk id="5" creationId="{91A8ED3D-B755-43C9-BCB1-DCF495C0C9DB}"/>
          </ac:spMkLst>
        </pc:spChg>
        <pc:spChg chg="mod">
          <ac:chgData name="Feist, Ella" userId="992bbaf2-811d-42cb-a4d6-e7fc45e325e8" providerId="ADAL" clId="{D78889FE-F232-48B7-8B9A-2F025D02559A}" dt="2025-05-27T14:40:03.550" v="627" actId="790"/>
          <ac:spMkLst>
            <pc:docMk/>
            <pc:sldMk cId="1130896116" sldId="644"/>
            <ac:spMk id="31" creationId="{7C6CDF29-696C-244B-2DDD-7A278C20981A}"/>
          </ac:spMkLst>
        </pc:spChg>
        <pc:spChg chg="mod">
          <ac:chgData name="Feist, Ella" userId="992bbaf2-811d-42cb-a4d6-e7fc45e325e8" providerId="ADAL" clId="{D78889FE-F232-48B7-8B9A-2F025D02559A}" dt="2025-05-27T14:40:03.550" v="627" actId="790"/>
          <ac:spMkLst>
            <pc:docMk/>
            <pc:sldMk cId="1130896116" sldId="644"/>
            <ac:spMk id="33" creationId="{45E9114B-1F3E-E0A9-4A84-EA68FB8A7123}"/>
          </ac:spMkLst>
        </pc:spChg>
        <pc:spChg chg="mod">
          <ac:chgData name="Feist, Ella" userId="992bbaf2-811d-42cb-a4d6-e7fc45e325e8" providerId="ADAL" clId="{D78889FE-F232-48B7-8B9A-2F025D02559A}" dt="2025-05-27T14:40:03.550" v="627" actId="790"/>
          <ac:spMkLst>
            <pc:docMk/>
            <pc:sldMk cId="1130896116" sldId="644"/>
            <ac:spMk id="34" creationId="{93667A20-C2D8-3859-3A62-A0AB5B17337A}"/>
          </ac:spMkLst>
        </pc:spChg>
        <pc:spChg chg="mod">
          <ac:chgData name="Feist, Ella" userId="992bbaf2-811d-42cb-a4d6-e7fc45e325e8" providerId="ADAL" clId="{D78889FE-F232-48B7-8B9A-2F025D02559A}" dt="2025-05-27T14:40:03.550" v="627" actId="790"/>
          <ac:spMkLst>
            <pc:docMk/>
            <pc:sldMk cId="1130896116" sldId="644"/>
            <ac:spMk id="36" creationId="{22F05168-9CDA-B5E1-1480-60046A181CBE}"/>
          </ac:spMkLst>
        </pc:spChg>
        <pc:spChg chg="mod">
          <ac:chgData name="Feist, Ella" userId="992bbaf2-811d-42cb-a4d6-e7fc45e325e8" providerId="ADAL" clId="{D78889FE-F232-48B7-8B9A-2F025D02559A}" dt="2025-05-27T14:40:03.550" v="627" actId="790"/>
          <ac:spMkLst>
            <pc:docMk/>
            <pc:sldMk cId="1130896116" sldId="644"/>
            <ac:spMk id="38" creationId="{1AB4524B-98ED-9B89-DF2C-A8A11125D904}"/>
          </ac:spMkLst>
        </pc:spChg>
        <pc:spChg chg="mod">
          <ac:chgData name="Feist, Ella" userId="992bbaf2-811d-42cb-a4d6-e7fc45e325e8" providerId="ADAL" clId="{D78889FE-F232-48B7-8B9A-2F025D02559A}" dt="2025-05-27T14:40:03.550" v="627" actId="790"/>
          <ac:spMkLst>
            <pc:docMk/>
            <pc:sldMk cId="1130896116" sldId="644"/>
            <ac:spMk id="39" creationId="{D9FBBDD5-733A-0AAD-CF32-E25C1154984E}"/>
          </ac:spMkLst>
        </pc:spChg>
        <pc:spChg chg="mod">
          <ac:chgData name="Feist, Ella" userId="992bbaf2-811d-42cb-a4d6-e7fc45e325e8" providerId="ADAL" clId="{D78889FE-F232-48B7-8B9A-2F025D02559A}" dt="2025-05-27T14:40:03.550" v="627" actId="790"/>
          <ac:spMkLst>
            <pc:docMk/>
            <pc:sldMk cId="1130896116" sldId="644"/>
            <ac:spMk id="40" creationId="{4186A695-0AD3-97DE-ABB9-42A4FCCC2CC9}"/>
          </ac:spMkLst>
        </pc:spChg>
        <pc:spChg chg="mod">
          <ac:chgData name="Feist, Ella" userId="992bbaf2-811d-42cb-a4d6-e7fc45e325e8" providerId="ADAL" clId="{D78889FE-F232-48B7-8B9A-2F025D02559A}" dt="2025-05-27T14:40:03.550" v="627" actId="790"/>
          <ac:spMkLst>
            <pc:docMk/>
            <pc:sldMk cId="1130896116" sldId="644"/>
            <ac:spMk id="41" creationId="{AC25799D-0B7C-39FB-351F-F5D7A0807BC0}"/>
          </ac:spMkLst>
        </pc:spChg>
      </pc:sldChg>
      <pc:sldChg chg="modSp mod">
        <pc:chgData name="Feist, Ella" userId="992bbaf2-811d-42cb-a4d6-e7fc45e325e8" providerId="ADAL" clId="{D78889FE-F232-48B7-8B9A-2F025D02559A}" dt="2025-05-27T14:40:03.550" v="627" actId="790"/>
        <pc:sldMkLst>
          <pc:docMk/>
          <pc:sldMk cId="912246801" sldId="646"/>
        </pc:sldMkLst>
        <pc:spChg chg="mod">
          <ac:chgData name="Feist, Ella" userId="992bbaf2-811d-42cb-a4d6-e7fc45e325e8" providerId="ADAL" clId="{D78889FE-F232-48B7-8B9A-2F025D02559A}" dt="2025-05-27T14:40:03.550" v="627" actId="790"/>
          <ac:spMkLst>
            <pc:docMk/>
            <pc:sldMk cId="912246801" sldId="646"/>
            <ac:spMk id="4" creationId="{E4E60B4D-9821-2BC9-AC14-D1D797DF61CD}"/>
          </ac:spMkLst>
        </pc:spChg>
        <pc:spChg chg="mod">
          <ac:chgData name="Feist, Ella" userId="992bbaf2-811d-42cb-a4d6-e7fc45e325e8" providerId="ADAL" clId="{D78889FE-F232-48B7-8B9A-2F025D02559A}" dt="2025-05-27T14:40:03.550" v="627" actId="790"/>
          <ac:spMkLst>
            <pc:docMk/>
            <pc:sldMk cId="912246801" sldId="646"/>
            <ac:spMk id="5" creationId="{91A8ED3D-B755-43C9-BCB1-DCF495C0C9DB}"/>
          </ac:spMkLst>
        </pc:spChg>
        <pc:spChg chg="mod">
          <ac:chgData name="Feist, Ella" userId="992bbaf2-811d-42cb-a4d6-e7fc45e325e8" providerId="ADAL" clId="{D78889FE-F232-48B7-8B9A-2F025D02559A}" dt="2025-05-27T14:40:03.550" v="627" actId="790"/>
          <ac:spMkLst>
            <pc:docMk/>
            <pc:sldMk cId="912246801" sldId="646"/>
            <ac:spMk id="9" creationId="{45ECD15A-4ECD-F053-2934-81538B1DD2B7}"/>
          </ac:spMkLst>
        </pc:spChg>
        <pc:spChg chg="mod">
          <ac:chgData name="Feist, Ella" userId="992bbaf2-811d-42cb-a4d6-e7fc45e325e8" providerId="ADAL" clId="{D78889FE-F232-48B7-8B9A-2F025D02559A}" dt="2025-05-27T14:40:03.550" v="627" actId="790"/>
          <ac:spMkLst>
            <pc:docMk/>
            <pc:sldMk cId="912246801" sldId="646"/>
            <ac:spMk id="11" creationId="{710E0823-2648-A9A4-CA2A-EF59906D0E7C}"/>
          </ac:spMkLst>
        </pc:spChg>
        <pc:spChg chg="mod">
          <ac:chgData name="Feist, Ella" userId="992bbaf2-811d-42cb-a4d6-e7fc45e325e8" providerId="ADAL" clId="{D78889FE-F232-48B7-8B9A-2F025D02559A}" dt="2025-05-27T14:40:03.550" v="627" actId="790"/>
          <ac:spMkLst>
            <pc:docMk/>
            <pc:sldMk cId="912246801" sldId="646"/>
            <ac:spMk id="12" creationId="{7F895A04-3869-8B72-FFF4-38FD28CAE4D6}"/>
          </ac:spMkLst>
        </pc:spChg>
        <pc:spChg chg="mod">
          <ac:chgData name="Feist, Ella" userId="992bbaf2-811d-42cb-a4d6-e7fc45e325e8" providerId="ADAL" clId="{D78889FE-F232-48B7-8B9A-2F025D02559A}" dt="2025-05-27T14:40:03.550" v="627" actId="790"/>
          <ac:spMkLst>
            <pc:docMk/>
            <pc:sldMk cId="912246801" sldId="646"/>
            <ac:spMk id="14" creationId="{A88B8586-25EC-3688-0E11-44B5EB2199D0}"/>
          </ac:spMkLst>
        </pc:spChg>
        <pc:spChg chg="mod">
          <ac:chgData name="Feist, Ella" userId="992bbaf2-811d-42cb-a4d6-e7fc45e325e8" providerId="ADAL" clId="{D78889FE-F232-48B7-8B9A-2F025D02559A}" dt="2025-05-27T14:40:03.550" v="627" actId="790"/>
          <ac:spMkLst>
            <pc:docMk/>
            <pc:sldMk cId="912246801" sldId="646"/>
            <ac:spMk id="15" creationId="{1D28D0C8-6617-5943-1A42-90864D76EF33}"/>
          </ac:spMkLst>
        </pc:spChg>
        <pc:spChg chg="mod">
          <ac:chgData name="Feist, Ella" userId="992bbaf2-811d-42cb-a4d6-e7fc45e325e8" providerId="ADAL" clId="{D78889FE-F232-48B7-8B9A-2F025D02559A}" dt="2025-05-27T14:40:03.550" v="627" actId="790"/>
          <ac:spMkLst>
            <pc:docMk/>
            <pc:sldMk cId="912246801" sldId="646"/>
            <ac:spMk id="17" creationId="{53512A17-812C-3BE0-A4C3-FCE715283873}"/>
          </ac:spMkLst>
        </pc:spChg>
        <pc:spChg chg="mod">
          <ac:chgData name="Feist, Ella" userId="992bbaf2-811d-42cb-a4d6-e7fc45e325e8" providerId="ADAL" clId="{D78889FE-F232-48B7-8B9A-2F025D02559A}" dt="2025-05-27T14:40:03.550" v="627" actId="790"/>
          <ac:spMkLst>
            <pc:docMk/>
            <pc:sldMk cId="912246801" sldId="646"/>
            <ac:spMk id="19" creationId="{E1892E8C-064C-933D-8D2F-ED6097582791}"/>
          </ac:spMkLst>
        </pc:spChg>
        <pc:spChg chg="mod">
          <ac:chgData name="Feist, Ella" userId="992bbaf2-811d-42cb-a4d6-e7fc45e325e8" providerId="ADAL" clId="{D78889FE-F232-48B7-8B9A-2F025D02559A}" dt="2025-05-27T14:40:03.550" v="627" actId="790"/>
          <ac:spMkLst>
            <pc:docMk/>
            <pc:sldMk cId="912246801" sldId="646"/>
            <ac:spMk id="20" creationId="{11498213-C100-875B-9DB4-A10EE25B8CC8}"/>
          </ac:spMkLst>
        </pc:spChg>
      </pc:sldChg>
      <pc:sldChg chg="modSp mod modNotesTx">
        <pc:chgData name="Feist, Ella" userId="992bbaf2-811d-42cb-a4d6-e7fc45e325e8" providerId="ADAL" clId="{D78889FE-F232-48B7-8B9A-2F025D02559A}" dt="2025-05-27T14:40:03.550" v="627" actId="790"/>
        <pc:sldMkLst>
          <pc:docMk/>
          <pc:sldMk cId="2510037033" sldId="647"/>
        </pc:sldMkLst>
        <pc:spChg chg="mod">
          <ac:chgData name="Feist, Ella" userId="992bbaf2-811d-42cb-a4d6-e7fc45e325e8" providerId="ADAL" clId="{D78889FE-F232-48B7-8B9A-2F025D02559A}" dt="2025-05-27T14:40:03.550" v="627" actId="790"/>
          <ac:spMkLst>
            <pc:docMk/>
            <pc:sldMk cId="2510037033" sldId="647"/>
            <ac:spMk id="2" creationId="{A9A6FF77-D641-4417-92E7-11CC6238BF20}"/>
          </ac:spMkLst>
        </pc:spChg>
        <pc:spChg chg="mod">
          <ac:chgData name="Feist, Ella" userId="992bbaf2-811d-42cb-a4d6-e7fc45e325e8" providerId="ADAL" clId="{D78889FE-F232-48B7-8B9A-2F025D02559A}" dt="2025-05-27T14:40:03.550" v="627" actId="790"/>
          <ac:spMkLst>
            <pc:docMk/>
            <pc:sldMk cId="2510037033" sldId="647"/>
            <ac:spMk id="4" creationId="{4624E907-36E2-0652-6482-2F184A10313A}"/>
          </ac:spMkLst>
        </pc:spChg>
        <pc:spChg chg="mod">
          <ac:chgData name="Feist, Ella" userId="992bbaf2-811d-42cb-a4d6-e7fc45e325e8" providerId="ADAL" clId="{D78889FE-F232-48B7-8B9A-2F025D02559A}" dt="2025-05-27T14:23:38.757" v="218" actId="20577"/>
          <ac:spMkLst>
            <pc:docMk/>
            <pc:sldMk cId="2510037033" sldId="647"/>
            <ac:spMk id="5" creationId="{91A8ED3D-B755-43C9-BCB1-DCF495C0C9DB}"/>
          </ac:spMkLst>
        </pc:spChg>
        <pc:spChg chg="mod">
          <ac:chgData name="Feist, Ella" userId="992bbaf2-811d-42cb-a4d6-e7fc45e325e8" providerId="ADAL" clId="{D78889FE-F232-48B7-8B9A-2F025D02559A}" dt="2025-05-27T14:40:03.550" v="627" actId="790"/>
          <ac:spMkLst>
            <pc:docMk/>
            <pc:sldMk cId="2510037033" sldId="647"/>
            <ac:spMk id="7" creationId="{34940097-F352-7D0A-91F8-38A5C7A22570}"/>
          </ac:spMkLst>
        </pc:spChg>
        <pc:spChg chg="mod">
          <ac:chgData name="Feist, Ella" userId="992bbaf2-811d-42cb-a4d6-e7fc45e325e8" providerId="ADAL" clId="{D78889FE-F232-48B7-8B9A-2F025D02559A}" dt="2025-05-27T14:40:03.550" v="627" actId="790"/>
          <ac:spMkLst>
            <pc:docMk/>
            <pc:sldMk cId="2510037033" sldId="647"/>
            <ac:spMk id="8" creationId="{4A3CBEAF-F0EF-5A1D-AF9F-0E9CF1F3CC4E}"/>
          </ac:spMkLst>
        </pc:spChg>
        <pc:spChg chg="mod">
          <ac:chgData name="Feist, Ella" userId="992bbaf2-811d-42cb-a4d6-e7fc45e325e8" providerId="ADAL" clId="{D78889FE-F232-48B7-8B9A-2F025D02559A}" dt="2025-05-27T14:40:03.550" v="627" actId="790"/>
          <ac:spMkLst>
            <pc:docMk/>
            <pc:sldMk cId="2510037033" sldId="647"/>
            <ac:spMk id="9" creationId="{10ADEBEF-842F-14F2-DEF6-9B797795306C}"/>
          </ac:spMkLst>
        </pc:spChg>
        <pc:spChg chg="mod">
          <ac:chgData name="Feist, Ella" userId="992bbaf2-811d-42cb-a4d6-e7fc45e325e8" providerId="ADAL" clId="{D78889FE-F232-48B7-8B9A-2F025D02559A}" dt="2025-05-27T14:40:03.550" v="627" actId="790"/>
          <ac:spMkLst>
            <pc:docMk/>
            <pc:sldMk cId="2510037033" sldId="647"/>
            <ac:spMk id="11" creationId="{CA39E9D4-E8DD-91C1-FD47-08084397275C}"/>
          </ac:spMkLst>
        </pc:spChg>
        <pc:spChg chg="mod">
          <ac:chgData name="Feist, Ella" userId="992bbaf2-811d-42cb-a4d6-e7fc45e325e8" providerId="ADAL" clId="{D78889FE-F232-48B7-8B9A-2F025D02559A}" dt="2025-05-27T14:40:03.550" v="627" actId="790"/>
          <ac:spMkLst>
            <pc:docMk/>
            <pc:sldMk cId="2510037033" sldId="647"/>
            <ac:spMk id="12" creationId="{4CD35D26-2A3C-EE4F-3C77-5E438E80F8B5}"/>
          </ac:spMkLst>
        </pc:spChg>
        <pc:spChg chg="mod">
          <ac:chgData name="Feist, Ella" userId="992bbaf2-811d-42cb-a4d6-e7fc45e325e8" providerId="ADAL" clId="{D78889FE-F232-48B7-8B9A-2F025D02559A}" dt="2025-05-27T14:40:03.550" v="627" actId="790"/>
          <ac:spMkLst>
            <pc:docMk/>
            <pc:sldMk cId="2510037033" sldId="647"/>
            <ac:spMk id="13" creationId="{C59290BD-179C-AE0F-4250-1E86E12CF0F4}"/>
          </ac:spMkLst>
        </pc:spChg>
        <pc:spChg chg="mod">
          <ac:chgData name="Feist, Ella" userId="992bbaf2-811d-42cb-a4d6-e7fc45e325e8" providerId="ADAL" clId="{D78889FE-F232-48B7-8B9A-2F025D02559A}" dt="2025-05-27T14:40:03.550" v="627" actId="790"/>
          <ac:spMkLst>
            <pc:docMk/>
            <pc:sldMk cId="2510037033" sldId="647"/>
            <ac:spMk id="14" creationId="{F6E7B3D2-9C63-382B-0AE0-B20AD85D1AB7}"/>
          </ac:spMkLst>
        </pc:spChg>
        <pc:spChg chg="mod">
          <ac:chgData name="Feist, Ella" userId="992bbaf2-811d-42cb-a4d6-e7fc45e325e8" providerId="ADAL" clId="{D78889FE-F232-48B7-8B9A-2F025D02559A}" dt="2025-05-27T14:40:03.550" v="627" actId="790"/>
          <ac:spMkLst>
            <pc:docMk/>
            <pc:sldMk cId="2510037033" sldId="647"/>
            <ac:spMk id="16" creationId="{37FE17F3-A5FE-38DE-FDB9-8F685B93AF86}"/>
          </ac:spMkLst>
        </pc:spChg>
      </pc:sldChg>
      <pc:sldChg chg="modSp mod modNotesTx">
        <pc:chgData name="Feist, Ella" userId="992bbaf2-811d-42cb-a4d6-e7fc45e325e8" providerId="ADAL" clId="{D78889FE-F232-48B7-8B9A-2F025D02559A}" dt="2025-05-27T14:40:03.550" v="627" actId="790"/>
        <pc:sldMkLst>
          <pc:docMk/>
          <pc:sldMk cId="1533357357" sldId="649"/>
        </pc:sldMkLst>
        <pc:spChg chg="mod">
          <ac:chgData name="Feist, Ella" userId="992bbaf2-811d-42cb-a4d6-e7fc45e325e8" providerId="ADAL" clId="{D78889FE-F232-48B7-8B9A-2F025D02559A}" dt="2025-05-27T14:40:03.550" v="627" actId="790"/>
          <ac:spMkLst>
            <pc:docMk/>
            <pc:sldMk cId="1533357357" sldId="649"/>
            <ac:spMk id="2" creationId="{A9A6FF77-D641-4417-92E7-11CC6238BF20}"/>
          </ac:spMkLst>
        </pc:spChg>
        <pc:spChg chg="mod">
          <ac:chgData name="Feist, Ella" userId="992bbaf2-811d-42cb-a4d6-e7fc45e325e8" providerId="ADAL" clId="{D78889FE-F232-48B7-8B9A-2F025D02559A}" dt="2025-05-27T14:40:03.550" v="627" actId="790"/>
          <ac:spMkLst>
            <pc:docMk/>
            <pc:sldMk cId="1533357357" sldId="649"/>
            <ac:spMk id="3" creationId="{72B755A4-8B7C-B601-0C64-B562D5D8D085}"/>
          </ac:spMkLst>
        </pc:spChg>
        <pc:spChg chg="mod">
          <ac:chgData name="Feist, Ella" userId="992bbaf2-811d-42cb-a4d6-e7fc45e325e8" providerId="ADAL" clId="{D78889FE-F232-48B7-8B9A-2F025D02559A}" dt="2025-05-27T14:40:03.550" v="627" actId="790"/>
          <ac:spMkLst>
            <pc:docMk/>
            <pc:sldMk cId="1533357357" sldId="649"/>
            <ac:spMk id="5" creationId="{91A8ED3D-B755-43C9-BCB1-DCF495C0C9DB}"/>
          </ac:spMkLst>
        </pc:spChg>
        <pc:spChg chg="mod">
          <ac:chgData name="Feist, Ella" userId="992bbaf2-811d-42cb-a4d6-e7fc45e325e8" providerId="ADAL" clId="{D78889FE-F232-48B7-8B9A-2F025D02559A}" dt="2025-05-27T14:40:03.550" v="627" actId="790"/>
          <ac:spMkLst>
            <pc:docMk/>
            <pc:sldMk cId="1533357357" sldId="649"/>
            <ac:spMk id="7" creationId="{E3009414-9083-7955-81A7-038AE27D7D45}"/>
          </ac:spMkLst>
        </pc:spChg>
        <pc:spChg chg="mod">
          <ac:chgData name="Feist, Ella" userId="992bbaf2-811d-42cb-a4d6-e7fc45e325e8" providerId="ADAL" clId="{D78889FE-F232-48B7-8B9A-2F025D02559A}" dt="2025-05-27T14:40:03.550" v="627" actId="790"/>
          <ac:spMkLst>
            <pc:docMk/>
            <pc:sldMk cId="1533357357" sldId="649"/>
            <ac:spMk id="8" creationId="{359A53FA-9269-BC7B-693A-582B80DE5FD7}"/>
          </ac:spMkLst>
        </pc:spChg>
      </pc:sldChg>
      <pc:sldChg chg="modSp mod">
        <pc:chgData name="Feist, Ella" userId="992bbaf2-811d-42cb-a4d6-e7fc45e325e8" providerId="ADAL" clId="{D78889FE-F232-48B7-8B9A-2F025D02559A}" dt="2025-05-27T14:40:03.550" v="627" actId="790"/>
        <pc:sldMkLst>
          <pc:docMk/>
          <pc:sldMk cId="1709417567" sldId="650"/>
        </pc:sldMkLst>
        <pc:spChg chg="mod">
          <ac:chgData name="Feist, Ella" userId="992bbaf2-811d-42cb-a4d6-e7fc45e325e8" providerId="ADAL" clId="{D78889FE-F232-48B7-8B9A-2F025D02559A}" dt="2025-05-27T14:40:03.550" v="627" actId="790"/>
          <ac:spMkLst>
            <pc:docMk/>
            <pc:sldMk cId="1709417567" sldId="650"/>
            <ac:spMk id="2" creationId="{A9A6FF77-D641-4417-92E7-11CC6238BF20}"/>
          </ac:spMkLst>
        </pc:spChg>
        <pc:spChg chg="mod">
          <ac:chgData name="Feist, Ella" userId="992bbaf2-811d-42cb-a4d6-e7fc45e325e8" providerId="ADAL" clId="{D78889FE-F232-48B7-8B9A-2F025D02559A}" dt="2025-05-27T14:40:03.550" v="627" actId="790"/>
          <ac:spMkLst>
            <pc:docMk/>
            <pc:sldMk cId="1709417567" sldId="650"/>
            <ac:spMk id="4" creationId="{159A6D96-4C8B-29FE-70EB-94827050E017}"/>
          </ac:spMkLst>
        </pc:spChg>
        <pc:spChg chg="mod">
          <ac:chgData name="Feist, Ella" userId="992bbaf2-811d-42cb-a4d6-e7fc45e325e8" providerId="ADAL" clId="{D78889FE-F232-48B7-8B9A-2F025D02559A}" dt="2025-05-27T14:40:03.550" v="627" actId="790"/>
          <ac:spMkLst>
            <pc:docMk/>
            <pc:sldMk cId="1709417567" sldId="650"/>
            <ac:spMk id="5" creationId="{91A8ED3D-B755-43C9-BCB1-DCF495C0C9DB}"/>
          </ac:spMkLst>
        </pc:spChg>
        <pc:spChg chg="mod">
          <ac:chgData name="Feist, Ella" userId="992bbaf2-811d-42cb-a4d6-e7fc45e325e8" providerId="ADAL" clId="{D78889FE-F232-48B7-8B9A-2F025D02559A}" dt="2025-05-27T14:40:03.550" v="627" actId="790"/>
          <ac:spMkLst>
            <pc:docMk/>
            <pc:sldMk cId="1709417567" sldId="650"/>
            <ac:spMk id="16" creationId="{643447A0-C1D3-2AA9-B276-299C912293C4}"/>
          </ac:spMkLst>
        </pc:spChg>
        <pc:graphicFrameChg chg="mod modGraphic">
          <ac:chgData name="Feist, Ella" userId="992bbaf2-811d-42cb-a4d6-e7fc45e325e8" providerId="ADAL" clId="{D78889FE-F232-48B7-8B9A-2F025D02559A}" dt="2025-05-27T14:40:03.550" v="627" actId="790"/>
          <ac:graphicFrameMkLst>
            <pc:docMk/>
            <pc:sldMk cId="1709417567" sldId="650"/>
            <ac:graphicFrameMk id="7" creationId="{AA64E8A2-679F-66C5-93CB-12B934A1F076}"/>
          </ac:graphicFrameMkLst>
        </pc:graphicFrameChg>
      </pc:sldChg>
      <pc:sldChg chg="modSp mod">
        <pc:chgData name="Feist, Ella" userId="992bbaf2-811d-42cb-a4d6-e7fc45e325e8" providerId="ADAL" clId="{D78889FE-F232-48B7-8B9A-2F025D02559A}" dt="2025-05-27T14:40:03.550" v="627" actId="790"/>
        <pc:sldMkLst>
          <pc:docMk/>
          <pc:sldMk cId="2477608469" sldId="651"/>
        </pc:sldMkLst>
        <pc:spChg chg="mod">
          <ac:chgData name="Feist, Ella" userId="992bbaf2-811d-42cb-a4d6-e7fc45e325e8" providerId="ADAL" clId="{D78889FE-F232-48B7-8B9A-2F025D02559A}" dt="2025-05-27T14:40:03.550" v="627" actId="790"/>
          <ac:spMkLst>
            <pc:docMk/>
            <pc:sldMk cId="2477608469" sldId="651"/>
            <ac:spMk id="2" creationId="{A9A6FF77-D641-4417-92E7-11CC6238BF20}"/>
          </ac:spMkLst>
        </pc:spChg>
        <pc:spChg chg="mod">
          <ac:chgData name="Feist, Ella" userId="992bbaf2-811d-42cb-a4d6-e7fc45e325e8" providerId="ADAL" clId="{D78889FE-F232-48B7-8B9A-2F025D02559A}" dt="2025-05-27T14:40:03.550" v="627" actId="790"/>
          <ac:spMkLst>
            <pc:docMk/>
            <pc:sldMk cId="2477608469" sldId="651"/>
            <ac:spMk id="3" creationId="{08913357-C225-C780-A1D7-E4E616E15BE5}"/>
          </ac:spMkLst>
        </pc:spChg>
        <pc:spChg chg="mod">
          <ac:chgData name="Feist, Ella" userId="992bbaf2-811d-42cb-a4d6-e7fc45e325e8" providerId="ADAL" clId="{D78889FE-F232-48B7-8B9A-2F025D02559A}" dt="2025-05-27T14:40:03.550" v="627" actId="790"/>
          <ac:spMkLst>
            <pc:docMk/>
            <pc:sldMk cId="2477608469" sldId="651"/>
            <ac:spMk id="5" creationId="{91A8ED3D-B755-43C9-BCB1-DCF495C0C9DB}"/>
          </ac:spMkLst>
        </pc:spChg>
        <pc:spChg chg="mod">
          <ac:chgData name="Feist, Ella" userId="992bbaf2-811d-42cb-a4d6-e7fc45e325e8" providerId="ADAL" clId="{D78889FE-F232-48B7-8B9A-2F025D02559A}" dt="2025-05-27T14:40:03.550" v="627" actId="790"/>
          <ac:spMkLst>
            <pc:docMk/>
            <pc:sldMk cId="2477608469" sldId="651"/>
            <ac:spMk id="14" creationId="{14ADD6D0-FA2D-10F3-D08E-C60DAE8A89AA}"/>
          </ac:spMkLst>
        </pc:spChg>
        <pc:graphicFrameChg chg="mod modGraphic">
          <ac:chgData name="Feist, Ella" userId="992bbaf2-811d-42cb-a4d6-e7fc45e325e8" providerId="ADAL" clId="{D78889FE-F232-48B7-8B9A-2F025D02559A}" dt="2025-05-27T14:40:03.550" v="627" actId="790"/>
          <ac:graphicFrameMkLst>
            <pc:docMk/>
            <pc:sldMk cId="2477608469" sldId="651"/>
            <ac:graphicFrameMk id="6" creationId="{6A8F6B68-235B-5FC1-C6CE-BF92D14CC013}"/>
          </ac:graphicFrameMkLst>
        </pc:graphicFrameChg>
      </pc:sldChg>
      <pc:sldChg chg="modSp mod">
        <pc:chgData name="Feist, Ella" userId="992bbaf2-811d-42cb-a4d6-e7fc45e325e8" providerId="ADAL" clId="{D78889FE-F232-48B7-8B9A-2F025D02559A}" dt="2025-05-27T14:40:03.550" v="627" actId="790"/>
        <pc:sldMkLst>
          <pc:docMk/>
          <pc:sldMk cId="3103920379" sldId="657"/>
        </pc:sldMkLst>
        <pc:spChg chg="mod">
          <ac:chgData name="Feist, Ella" userId="992bbaf2-811d-42cb-a4d6-e7fc45e325e8" providerId="ADAL" clId="{D78889FE-F232-48B7-8B9A-2F025D02559A}" dt="2025-05-27T14:40:03.550" v="627" actId="790"/>
          <ac:spMkLst>
            <pc:docMk/>
            <pc:sldMk cId="3103920379" sldId="657"/>
            <ac:spMk id="3" creationId="{FEBE0F35-BC56-2011-008B-0247BF2B388D}"/>
          </ac:spMkLst>
        </pc:spChg>
        <pc:spChg chg="mod">
          <ac:chgData name="Feist, Ella" userId="992bbaf2-811d-42cb-a4d6-e7fc45e325e8" providerId="ADAL" clId="{D78889FE-F232-48B7-8B9A-2F025D02559A}" dt="2025-05-27T14:40:03.550" v="627" actId="790"/>
          <ac:spMkLst>
            <pc:docMk/>
            <pc:sldMk cId="3103920379" sldId="657"/>
            <ac:spMk id="4" creationId="{9ED32BBC-8A3B-5FB1-DB0F-B65F461BDA2D}"/>
          </ac:spMkLst>
        </pc:spChg>
      </pc:sldChg>
      <pc:sldChg chg="modSp mod">
        <pc:chgData name="Feist, Ella" userId="992bbaf2-811d-42cb-a4d6-e7fc45e325e8" providerId="ADAL" clId="{D78889FE-F232-48B7-8B9A-2F025D02559A}" dt="2025-05-27T14:40:03.550" v="627" actId="790"/>
        <pc:sldMkLst>
          <pc:docMk/>
          <pc:sldMk cId="3452270255" sldId="658"/>
        </pc:sldMkLst>
        <pc:spChg chg="mod">
          <ac:chgData name="Feist, Ella" userId="992bbaf2-811d-42cb-a4d6-e7fc45e325e8" providerId="ADAL" clId="{D78889FE-F232-48B7-8B9A-2F025D02559A}" dt="2025-05-27T14:40:03.550" v="627" actId="790"/>
          <ac:spMkLst>
            <pc:docMk/>
            <pc:sldMk cId="3452270255" sldId="658"/>
            <ac:spMk id="3" creationId="{0807C8D6-FDE7-7149-63B5-4070B57EF53C}"/>
          </ac:spMkLst>
        </pc:spChg>
        <pc:spChg chg="mod">
          <ac:chgData name="Feist, Ella" userId="992bbaf2-811d-42cb-a4d6-e7fc45e325e8" providerId="ADAL" clId="{D78889FE-F232-48B7-8B9A-2F025D02559A}" dt="2025-05-27T14:40:03.550" v="627" actId="790"/>
          <ac:spMkLst>
            <pc:docMk/>
            <pc:sldMk cId="3452270255" sldId="658"/>
            <ac:spMk id="4" creationId="{9ED32BBC-8A3B-5FB1-DB0F-B65F461BDA2D}"/>
          </ac:spMkLst>
        </pc:spChg>
      </pc:sldChg>
      <pc:sldChg chg="addSp delSp modSp mod modClrScheme chgLayout">
        <pc:chgData name="Feist, Ella" userId="992bbaf2-811d-42cb-a4d6-e7fc45e325e8" providerId="ADAL" clId="{D78889FE-F232-48B7-8B9A-2F025D02559A}" dt="2025-05-27T15:07:47.371" v="634" actId="478"/>
        <pc:sldMkLst>
          <pc:docMk/>
          <pc:sldMk cId="2715747870" sldId="698"/>
        </pc:sldMkLst>
        <pc:spChg chg="mod ord">
          <ac:chgData name="Feist, Ella" userId="992bbaf2-811d-42cb-a4d6-e7fc45e325e8" providerId="ADAL" clId="{D78889FE-F232-48B7-8B9A-2F025D02559A}" dt="2025-05-27T14:40:03.550" v="627" actId="790"/>
          <ac:spMkLst>
            <pc:docMk/>
            <pc:sldMk cId="2715747870" sldId="698"/>
            <ac:spMk id="3" creationId="{3F19EF83-78EC-CA18-5A61-2818F6A0CA72}"/>
          </ac:spMkLst>
        </pc:spChg>
        <pc:spChg chg="add del mod ord">
          <ac:chgData name="Feist, Ella" userId="992bbaf2-811d-42cb-a4d6-e7fc45e325e8" providerId="ADAL" clId="{D78889FE-F232-48B7-8B9A-2F025D02559A}" dt="2025-05-27T14:40:03.550" v="627" actId="790"/>
          <ac:spMkLst>
            <pc:docMk/>
            <pc:sldMk cId="2715747870" sldId="698"/>
            <ac:spMk id="5" creationId="{91A8ED3D-B755-43C9-BCB1-DCF495C0C9DB}"/>
          </ac:spMkLst>
        </pc:spChg>
      </pc:sldChg>
      <pc:sldChg chg="modSp mod">
        <pc:chgData name="Feist, Ella" userId="992bbaf2-811d-42cb-a4d6-e7fc45e325e8" providerId="ADAL" clId="{D78889FE-F232-48B7-8B9A-2F025D02559A}" dt="2025-05-27T14:40:03.550" v="627" actId="790"/>
        <pc:sldMkLst>
          <pc:docMk/>
          <pc:sldMk cId="1456281920" sldId="709"/>
        </pc:sldMkLst>
        <pc:spChg chg="mod">
          <ac:chgData name="Feist, Ella" userId="992bbaf2-811d-42cb-a4d6-e7fc45e325e8" providerId="ADAL" clId="{D78889FE-F232-48B7-8B9A-2F025D02559A}" dt="2025-05-27T14:40:03.550" v="627" actId="790"/>
          <ac:spMkLst>
            <pc:docMk/>
            <pc:sldMk cId="1456281920" sldId="709"/>
            <ac:spMk id="2" creationId="{A9A6FF77-D641-4417-92E7-11CC6238BF20}"/>
          </ac:spMkLst>
        </pc:spChg>
        <pc:spChg chg="mod">
          <ac:chgData name="Feist, Ella" userId="992bbaf2-811d-42cb-a4d6-e7fc45e325e8" providerId="ADAL" clId="{D78889FE-F232-48B7-8B9A-2F025D02559A}" dt="2025-05-27T14:40:03.550" v="627" actId="790"/>
          <ac:spMkLst>
            <pc:docMk/>
            <pc:sldMk cId="1456281920" sldId="709"/>
            <ac:spMk id="5" creationId="{91A8ED3D-B755-43C9-BCB1-DCF495C0C9DB}"/>
          </ac:spMkLst>
        </pc:spChg>
        <pc:spChg chg="mod">
          <ac:chgData name="Feist, Ella" userId="992bbaf2-811d-42cb-a4d6-e7fc45e325e8" providerId="ADAL" clId="{D78889FE-F232-48B7-8B9A-2F025D02559A}" dt="2025-05-27T14:40:03.550" v="627" actId="790"/>
          <ac:spMkLst>
            <pc:docMk/>
            <pc:sldMk cId="1456281920" sldId="709"/>
            <ac:spMk id="7" creationId="{ED3A9772-AE80-5CB6-DF13-BB247D75677B}"/>
          </ac:spMkLst>
        </pc:spChg>
        <pc:spChg chg="mod">
          <ac:chgData name="Feist, Ella" userId="992bbaf2-811d-42cb-a4d6-e7fc45e325e8" providerId="ADAL" clId="{D78889FE-F232-48B7-8B9A-2F025D02559A}" dt="2025-05-27T14:40:03.550" v="627" actId="790"/>
          <ac:spMkLst>
            <pc:docMk/>
            <pc:sldMk cId="1456281920" sldId="709"/>
            <ac:spMk id="8" creationId="{36BE8344-B507-5E6C-95AC-46AA5EF41856}"/>
          </ac:spMkLst>
        </pc:spChg>
        <pc:spChg chg="mod">
          <ac:chgData name="Feist, Ella" userId="992bbaf2-811d-42cb-a4d6-e7fc45e325e8" providerId="ADAL" clId="{D78889FE-F232-48B7-8B9A-2F025D02559A}" dt="2025-05-27T14:40:03.550" v="627" actId="790"/>
          <ac:spMkLst>
            <pc:docMk/>
            <pc:sldMk cId="1456281920" sldId="709"/>
            <ac:spMk id="9" creationId="{5E2F1D11-001C-CC80-81BE-19CE9585367D}"/>
          </ac:spMkLst>
        </pc:spChg>
        <pc:spChg chg="mod">
          <ac:chgData name="Feist, Ella" userId="992bbaf2-811d-42cb-a4d6-e7fc45e325e8" providerId="ADAL" clId="{D78889FE-F232-48B7-8B9A-2F025D02559A}" dt="2025-05-27T14:40:03.550" v="627" actId="790"/>
          <ac:spMkLst>
            <pc:docMk/>
            <pc:sldMk cId="1456281920" sldId="709"/>
            <ac:spMk id="10" creationId="{6B1344F8-7CBD-5443-DEFB-615527DA22DD}"/>
          </ac:spMkLst>
        </pc:spChg>
        <pc:spChg chg="mod">
          <ac:chgData name="Feist, Ella" userId="992bbaf2-811d-42cb-a4d6-e7fc45e325e8" providerId="ADAL" clId="{D78889FE-F232-48B7-8B9A-2F025D02559A}" dt="2025-05-27T14:40:03.550" v="627" actId="790"/>
          <ac:spMkLst>
            <pc:docMk/>
            <pc:sldMk cId="1456281920" sldId="709"/>
            <ac:spMk id="11" creationId="{968AF3BD-161C-0E08-902D-7A00823706E6}"/>
          </ac:spMkLst>
        </pc:spChg>
        <pc:spChg chg="mod">
          <ac:chgData name="Feist, Ella" userId="992bbaf2-811d-42cb-a4d6-e7fc45e325e8" providerId="ADAL" clId="{D78889FE-F232-48B7-8B9A-2F025D02559A}" dt="2025-05-27T14:40:03.550" v="627" actId="790"/>
          <ac:spMkLst>
            <pc:docMk/>
            <pc:sldMk cId="1456281920" sldId="709"/>
            <ac:spMk id="12" creationId="{DB9BB7D4-9E4D-57DD-E9FF-35A7BEC9AD02}"/>
          </ac:spMkLst>
        </pc:spChg>
        <pc:spChg chg="mod">
          <ac:chgData name="Feist, Ella" userId="992bbaf2-811d-42cb-a4d6-e7fc45e325e8" providerId="ADAL" clId="{D78889FE-F232-48B7-8B9A-2F025D02559A}" dt="2025-05-27T14:40:03.550" v="627" actId="790"/>
          <ac:spMkLst>
            <pc:docMk/>
            <pc:sldMk cId="1456281920" sldId="709"/>
            <ac:spMk id="15" creationId="{9F4EFB27-9BFA-BA66-B6B0-320F0632154C}"/>
          </ac:spMkLst>
        </pc:spChg>
        <pc:grpChg chg="mod">
          <ac:chgData name="Feist, Ella" userId="992bbaf2-811d-42cb-a4d6-e7fc45e325e8" providerId="ADAL" clId="{D78889FE-F232-48B7-8B9A-2F025D02559A}" dt="2025-05-27T14:29:15.844" v="384" actId="1035"/>
          <ac:grpSpMkLst>
            <pc:docMk/>
            <pc:sldMk cId="1456281920" sldId="709"/>
            <ac:grpSpMk id="16" creationId="{9AECBB22-FC51-045B-6B11-914ABBF60B62}"/>
          </ac:grpSpMkLst>
        </pc:grpChg>
        <pc:grpChg chg="mod">
          <ac:chgData name="Feist, Ella" userId="992bbaf2-811d-42cb-a4d6-e7fc45e325e8" providerId="ADAL" clId="{D78889FE-F232-48B7-8B9A-2F025D02559A}" dt="2025-05-27T14:29:15.844" v="384" actId="1035"/>
          <ac:grpSpMkLst>
            <pc:docMk/>
            <pc:sldMk cId="1456281920" sldId="709"/>
            <ac:grpSpMk id="17" creationId="{E4CB4C74-4098-134A-1FA3-B5D6DC571A52}"/>
          </ac:grpSpMkLst>
        </pc:grpChg>
        <pc:picChg chg="mod">
          <ac:chgData name="Feist, Ella" userId="992bbaf2-811d-42cb-a4d6-e7fc45e325e8" providerId="ADAL" clId="{D78889FE-F232-48B7-8B9A-2F025D02559A}" dt="2025-05-27T14:28:42.227" v="355" actId="14100"/>
          <ac:picMkLst>
            <pc:docMk/>
            <pc:sldMk cId="1456281920" sldId="709"/>
            <ac:picMk id="3" creationId="{74E259F1-D3FA-D2BE-8DC5-7047002FC32C}"/>
          </ac:picMkLst>
        </pc:picChg>
      </pc:sldChg>
      <pc:sldChg chg="modSp mod">
        <pc:chgData name="Feist, Ella" userId="992bbaf2-811d-42cb-a4d6-e7fc45e325e8" providerId="ADAL" clId="{D78889FE-F232-48B7-8B9A-2F025D02559A}" dt="2025-05-27T14:40:03.550" v="627" actId="790"/>
        <pc:sldMkLst>
          <pc:docMk/>
          <pc:sldMk cId="297215533" sldId="710"/>
        </pc:sldMkLst>
        <pc:spChg chg="mod">
          <ac:chgData name="Feist, Ella" userId="992bbaf2-811d-42cb-a4d6-e7fc45e325e8" providerId="ADAL" clId="{D78889FE-F232-48B7-8B9A-2F025D02559A}" dt="2025-05-27T14:40:03.550" v="627" actId="790"/>
          <ac:spMkLst>
            <pc:docMk/>
            <pc:sldMk cId="297215533" sldId="710"/>
            <ac:spMk id="3" creationId="{400223EC-021C-8C1F-AB05-8FC151270DE0}"/>
          </ac:spMkLst>
        </pc:spChg>
        <pc:spChg chg="mod">
          <ac:chgData name="Feist, Ella" userId="992bbaf2-811d-42cb-a4d6-e7fc45e325e8" providerId="ADAL" clId="{D78889FE-F232-48B7-8B9A-2F025D02559A}" dt="2025-05-27T14:40:03.550" v="627" actId="790"/>
          <ac:spMkLst>
            <pc:docMk/>
            <pc:sldMk cId="297215533" sldId="710"/>
            <ac:spMk id="4" creationId="{9ED32BBC-8A3B-5FB1-DB0F-B65F461BDA2D}"/>
          </ac:spMkLst>
        </pc:spChg>
      </pc:sldChg>
      <pc:sldChg chg="addSp delSp modSp mod modClrScheme chgLayout modNotesTx">
        <pc:chgData name="Feist, Ella" userId="992bbaf2-811d-42cb-a4d6-e7fc45e325e8" providerId="ADAL" clId="{D78889FE-F232-48B7-8B9A-2F025D02559A}" dt="2025-05-27T14:40:03.550" v="627" actId="790"/>
        <pc:sldMkLst>
          <pc:docMk/>
          <pc:sldMk cId="2545151752" sldId="713"/>
        </pc:sldMkLst>
        <pc:spChg chg="mod ord">
          <ac:chgData name="Feist, Ella" userId="992bbaf2-811d-42cb-a4d6-e7fc45e325e8" providerId="ADAL" clId="{D78889FE-F232-48B7-8B9A-2F025D02559A}" dt="2025-05-27T14:40:03.550" v="627" actId="790"/>
          <ac:spMkLst>
            <pc:docMk/>
            <pc:sldMk cId="2545151752" sldId="713"/>
            <ac:spMk id="2" creationId="{D7EC235F-614F-714E-A97F-4FF50EFF14FD}"/>
          </ac:spMkLst>
        </pc:spChg>
        <pc:spChg chg="mod ord">
          <ac:chgData name="Feist, Ella" userId="992bbaf2-811d-42cb-a4d6-e7fc45e325e8" providerId="ADAL" clId="{D78889FE-F232-48B7-8B9A-2F025D02559A}" dt="2025-05-27T14:40:03.550" v="627" actId="790"/>
          <ac:spMkLst>
            <pc:docMk/>
            <pc:sldMk cId="2545151752" sldId="713"/>
            <ac:spMk id="7" creationId="{F2EEAC36-E734-BD6E-F831-EC60D753CE0E}"/>
          </ac:spMkLst>
        </pc:spChg>
        <pc:spChg chg="add mod">
          <ac:chgData name="Feist, Ella" userId="992bbaf2-811d-42cb-a4d6-e7fc45e325e8" providerId="ADAL" clId="{D78889FE-F232-48B7-8B9A-2F025D02559A}" dt="2025-05-27T14:40:03.550" v="627" actId="790"/>
          <ac:spMkLst>
            <pc:docMk/>
            <pc:sldMk cId="2545151752" sldId="713"/>
            <ac:spMk id="11" creationId="{BC7087D8-A380-C70E-F3BC-21ED9C807F36}"/>
          </ac:spMkLst>
        </pc:spChg>
      </pc:sldChg>
      <pc:sldChg chg="addSp delSp modSp mod chgLayout">
        <pc:chgData name="Feist, Ella" userId="992bbaf2-811d-42cb-a4d6-e7fc45e325e8" providerId="ADAL" clId="{D78889FE-F232-48B7-8B9A-2F025D02559A}" dt="2025-05-27T15:07:56.720" v="636" actId="478"/>
        <pc:sldMkLst>
          <pc:docMk/>
          <pc:sldMk cId="3403585875" sldId="714"/>
        </pc:sldMkLst>
        <pc:spChg chg="mod ord">
          <ac:chgData name="Feist, Ella" userId="992bbaf2-811d-42cb-a4d6-e7fc45e325e8" providerId="ADAL" clId="{D78889FE-F232-48B7-8B9A-2F025D02559A}" dt="2025-05-27T14:40:03.550" v="627" actId="790"/>
          <ac:spMkLst>
            <pc:docMk/>
            <pc:sldMk cId="3403585875" sldId="714"/>
            <ac:spMk id="4" creationId="{E9C5A723-C0B1-124B-8CB6-AA3105C9A4E6}"/>
          </ac:spMkLst>
        </pc:spChg>
        <pc:spChg chg="mod ord">
          <ac:chgData name="Feist, Ella" userId="992bbaf2-811d-42cb-a4d6-e7fc45e325e8" providerId="ADAL" clId="{D78889FE-F232-48B7-8B9A-2F025D02559A}" dt="2025-05-27T14:40:03.550" v="627" actId="790"/>
          <ac:spMkLst>
            <pc:docMk/>
            <pc:sldMk cId="3403585875" sldId="714"/>
            <ac:spMk id="5" creationId="{EDC045F9-074A-BFE7-CA0E-B53E2B7463E5}"/>
          </ac:spMkLst>
        </pc:spChg>
      </pc:sldChg>
      <pc:sldChg chg="modSp mod">
        <pc:chgData name="Feist, Ella" userId="992bbaf2-811d-42cb-a4d6-e7fc45e325e8" providerId="ADAL" clId="{D78889FE-F232-48B7-8B9A-2F025D02559A}" dt="2025-05-27T14:40:03.550" v="627" actId="790"/>
        <pc:sldMkLst>
          <pc:docMk/>
          <pc:sldMk cId="1543059182" sldId="766"/>
        </pc:sldMkLst>
        <pc:spChg chg="mod">
          <ac:chgData name="Feist, Ella" userId="992bbaf2-811d-42cb-a4d6-e7fc45e325e8" providerId="ADAL" clId="{D78889FE-F232-48B7-8B9A-2F025D02559A}" dt="2025-05-27T14:40:03.550" v="627" actId="790"/>
          <ac:spMkLst>
            <pc:docMk/>
            <pc:sldMk cId="1543059182" sldId="766"/>
            <ac:spMk id="2" creationId="{A9A6FF77-D641-4417-92E7-11CC6238BF20}"/>
          </ac:spMkLst>
        </pc:spChg>
        <pc:spChg chg="mod">
          <ac:chgData name="Feist, Ella" userId="992bbaf2-811d-42cb-a4d6-e7fc45e325e8" providerId="ADAL" clId="{D78889FE-F232-48B7-8B9A-2F025D02559A}" dt="2025-05-27T14:40:03.550" v="627" actId="790"/>
          <ac:spMkLst>
            <pc:docMk/>
            <pc:sldMk cId="1543059182" sldId="766"/>
            <ac:spMk id="3" creationId="{922C7BCD-CE97-457A-6E93-984CD6F0509E}"/>
          </ac:spMkLst>
        </pc:spChg>
        <pc:spChg chg="mod">
          <ac:chgData name="Feist, Ella" userId="992bbaf2-811d-42cb-a4d6-e7fc45e325e8" providerId="ADAL" clId="{D78889FE-F232-48B7-8B9A-2F025D02559A}" dt="2025-05-27T14:40:03.550" v="627" actId="790"/>
          <ac:spMkLst>
            <pc:docMk/>
            <pc:sldMk cId="1543059182" sldId="766"/>
            <ac:spMk id="5" creationId="{91A8ED3D-B755-43C9-BCB1-DCF495C0C9DB}"/>
          </ac:spMkLst>
        </pc:spChg>
        <pc:spChg chg="mod">
          <ac:chgData name="Feist, Ella" userId="992bbaf2-811d-42cb-a4d6-e7fc45e325e8" providerId="ADAL" clId="{D78889FE-F232-48B7-8B9A-2F025D02559A}" dt="2025-05-27T14:40:03.550" v="627" actId="790"/>
          <ac:spMkLst>
            <pc:docMk/>
            <pc:sldMk cId="1543059182" sldId="766"/>
            <ac:spMk id="7" creationId="{00000000-0000-0000-0000-000000000000}"/>
          </ac:spMkLst>
        </pc:spChg>
        <pc:spChg chg="mod">
          <ac:chgData name="Feist, Ella" userId="992bbaf2-811d-42cb-a4d6-e7fc45e325e8" providerId="ADAL" clId="{D78889FE-F232-48B7-8B9A-2F025D02559A}" dt="2025-05-27T14:40:03.550" v="627" actId="790"/>
          <ac:spMkLst>
            <pc:docMk/>
            <pc:sldMk cId="1543059182" sldId="766"/>
            <ac:spMk id="8" creationId="{485E5C4D-C470-0D33-01EE-B7563110879E}"/>
          </ac:spMkLst>
        </pc:spChg>
        <pc:spChg chg="mod">
          <ac:chgData name="Feist, Ella" userId="992bbaf2-811d-42cb-a4d6-e7fc45e325e8" providerId="ADAL" clId="{D78889FE-F232-48B7-8B9A-2F025D02559A}" dt="2025-05-27T14:40:03.550" v="627" actId="790"/>
          <ac:spMkLst>
            <pc:docMk/>
            <pc:sldMk cId="1543059182" sldId="766"/>
            <ac:spMk id="10" creationId="{C3FC5204-D864-C3A2-7765-0442868820AE}"/>
          </ac:spMkLst>
        </pc:spChg>
        <pc:spChg chg="mod">
          <ac:chgData name="Feist, Ella" userId="992bbaf2-811d-42cb-a4d6-e7fc45e325e8" providerId="ADAL" clId="{D78889FE-F232-48B7-8B9A-2F025D02559A}" dt="2025-05-27T14:40:03.550" v="627" actId="790"/>
          <ac:spMkLst>
            <pc:docMk/>
            <pc:sldMk cId="1543059182" sldId="766"/>
            <ac:spMk id="11" creationId="{5D7CD2D4-888D-9991-E747-29598016602D}"/>
          </ac:spMkLst>
        </pc:spChg>
        <pc:spChg chg="mod">
          <ac:chgData name="Feist, Ella" userId="992bbaf2-811d-42cb-a4d6-e7fc45e325e8" providerId="ADAL" clId="{D78889FE-F232-48B7-8B9A-2F025D02559A}" dt="2025-05-27T14:40:03.550" v="627" actId="790"/>
          <ac:spMkLst>
            <pc:docMk/>
            <pc:sldMk cId="1543059182" sldId="766"/>
            <ac:spMk id="13" creationId="{BFF15CF8-8A2A-85D3-2631-5D02BC41C685}"/>
          </ac:spMkLst>
        </pc:spChg>
        <pc:spChg chg="mod">
          <ac:chgData name="Feist, Ella" userId="992bbaf2-811d-42cb-a4d6-e7fc45e325e8" providerId="ADAL" clId="{D78889FE-F232-48B7-8B9A-2F025D02559A}" dt="2025-05-27T14:40:03.550" v="627" actId="790"/>
          <ac:spMkLst>
            <pc:docMk/>
            <pc:sldMk cId="1543059182" sldId="766"/>
            <ac:spMk id="16" creationId="{6903E908-3A61-337E-31AD-D4C4FF4C2813}"/>
          </ac:spMkLst>
        </pc:spChg>
      </pc:sldChg>
      <pc:sldChg chg="modSp mod modNotesTx">
        <pc:chgData name="Feist, Ella" userId="992bbaf2-811d-42cb-a4d6-e7fc45e325e8" providerId="ADAL" clId="{D78889FE-F232-48B7-8B9A-2F025D02559A}" dt="2025-05-27T14:40:28.844" v="633" actId="2"/>
        <pc:sldMkLst>
          <pc:docMk/>
          <pc:sldMk cId="780160742" sldId="767"/>
        </pc:sldMkLst>
        <pc:spChg chg="mod">
          <ac:chgData name="Feist, Ella" userId="992bbaf2-811d-42cb-a4d6-e7fc45e325e8" providerId="ADAL" clId="{D78889FE-F232-48B7-8B9A-2F025D02559A}" dt="2025-05-27T14:40:03.550" v="627" actId="790"/>
          <ac:spMkLst>
            <pc:docMk/>
            <pc:sldMk cId="780160742" sldId="767"/>
            <ac:spMk id="2" creationId="{A9A6FF77-D641-4417-92E7-11CC6238BF20}"/>
          </ac:spMkLst>
        </pc:spChg>
        <pc:spChg chg="mod">
          <ac:chgData name="Feist, Ella" userId="992bbaf2-811d-42cb-a4d6-e7fc45e325e8" providerId="ADAL" clId="{D78889FE-F232-48B7-8B9A-2F025D02559A}" dt="2025-05-27T14:40:03.550" v="627" actId="790"/>
          <ac:spMkLst>
            <pc:docMk/>
            <pc:sldMk cId="780160742" sldId="767"/>
            <ac:spMk id="3" creationId="{7899E23F-A80F-0A0B-BB1A-26939CD7ABD5}"/>
          </ac:spMkLst>
        </pc:spChg>
        <pc:spChg chg="mod">
          <ac:chgData name="Feist, Ella" userId="992bbaf2-811d-42cb-a4d6-e7fc45e325e8" providerId="ADAL" clId="{D78889FE-F232-48B7-8B9A-2F025D02559A}" dt="2025-05-27T14:40:03.550" v="627" actId="790"/>
          <ac:spMkLst>
            <pc:docMk/>
            <pc:sldMk cId="780160742" sldId="767"/>
            <ac:spMk id="5" creationId="{91A8ED3D-B755-43C9-BCB1-DCF495C0C9DB}"/>
          </ac:spMkLst>
        </pc:spChg>
        <pc:spChg chg="mod">
          <ac:chgData name="Feist, Ella" userId="992bbaf2-811d-42cb-a4d6-e7fc45e325e8" providerId="ADAL" clId="{D78889FE-F232-48B7-8B9A-2F025D02559A}" dt="2025-05-27T14:40:03.550" v="627" actId="790"/>
          <ac:spMkLst>
            <pc:docMk/>
            <pc:sldMk cId="780160742" sldId="767"/>
            <ac:spMk id="404484" creationId="{00000000-0000-0000-0000-000000000000}"/>
          </ac:spMkLst>
        </pc:spChg>
      </pc:sldChg>
      <pc:sldChg chg="addSp delSp modSp mod chgLayout">
        <pc:chgData name="Feist, Ella" userId="992bbaf2-811d-42cb-a4d6-e7fc45e325e8" providerId="ADAL" clId="{D78889FE-F232-48B7-8B9A-2F025D02559A}" dt="2025-05-27T14:40:03.550" v="627" actId="790"/>
        <pc:sldMkLst>
          <pc:docMk/>
          <pc:sldMk cId="1325346937" sldId="1151"/>
        </pc:sldMkLst>
        <pc:spChg chg="mod ord">
          <ac:chgData name="Feist, Ella" userId="992bbaf2-811d-42cb-a4d6-e7fc45e325e8" providerId="ADAL" clId="{D78889FE-F232-48B7-8B9A-2F025D02559A}" dt="2025-05-27T14:40:03.550" v="627" actId="790"/>
          <ac:spMkLst>
            <pc:docMk/>
            <pc:sldMk cId="1325346937" sldId="1151"/>
            <ac:spMk id="4" creationId="{441B5810-8C67-B742-B639-848419728702}"/>
          </ac:spMkLst>
        </pc:spChg>
        <pc:spChg chg="mod ord">
          <ac:chgData name="Feist, Ella" userId="992bbaf2-811d-42cb-a4d6-e7fc45e325e8" providerId="ADAL" clId="{D78889FE-F232-48B7-8B9A-2F025D02559A}" dt="2025-05-27T14:40:03.550" v="627" actId="790"/>
          <ac:spMkLst>
            <pc:docMk/>
            <pc:sldMk cId="1325346937" sldId="1151"/>
            <ac:spMk id="5" creationId="{65964E6B-5B03-8C0C-EA6E-E79997BF1316}"/>
          </ac:spMkLst>
        </pc:spChg>
        <pc:graphicFrameChg chg="mod modGraphic">
          <ac:chgData name="Feist, Ella" userId="992bbaf2-811d-42cb-a4d6-e7fc45e325e8" providerId="ADAL" clId="{D78889FE-F232-48B7-8B9A-2F025D02559A}" dt="2025-05-27T14:40:03.550" v="627" actId="790"/>
          <ac:graphicFrameMkLst>
            <pc:docMk/>
            <pc:sldMk cId="1325346937" sldId="1151"/>
            <ac:graphicFrameMk id="2" creationId="{E129B1E7-2EFF-7B12-0256-10C7C18C3636}"/>
          </ac:graphicFrameMkLst>
        </pc:graphicFrameChg>
      </pc:sldChg>
      <pc:sldChg chg="delSp modSp mod">
        <pc:chgData name="Feist, Ella" userId="992bbaf2-811d-42cb-a4d6-e7fc45e325e8" providerId="ADAL" clId="{D78889FE-F232-48B7-8B9A-2F025D02559A}" dt="2025-05-27T14:40:03.550" v="627" actId="790"/>
        <pc:sldMkLst>
          <pc:docMk/>
          <pc:sldMk cId="2663884006" sldId="1153"/>
        </pc:sldMkLst>
        <pc:spChg chg="mod">
          <ac:chgData name="Feist, Ella" userId="992bbaf2-811d-42cb-a4d6-e7fc45e325e8" providerId="ADAL" clId="{D78889FE-F232-48B7-8B9A-2F025D02559A}" dt="2025-05-27T14:40:03.550" v="627" actId="790"/>
          <ac:spMkLst>
            <pc:docMk/>
            <pc:sldMk cId="2663884006" sldId="1153"/>
            <ac:spMk id="2" creationId="{9A495923-579B-8F47-840B-3F6C4A56DE24}"/>
          </ac:spMkLst>
        </pc:spChg>
        <pc:spChg chg="mod">
          <ac:chgData name="Feist, Ella" userId="992bbaf2-811d-42cb-a4d6-e7fc45e325e8" providerId="ADAL" clId="{D78889FE-F232-48B7-8B9A-2F025D02559A}" dt="2025-05-27T14:40:03.550" v="627" actId="790"/>
          <ac:spMkLst>
            <pc:docMk/>
            <pc:sldMk cId="2663884006" sldId="1153"/>
            <ac:spMk id="4" creationId="{EEDC6C38-4D6F-CEFE-7936-B60D342C3C97}"/>
          </ac:spMkLst>
        </pc:spChg>
        <pc:picChg chg="mod">
          <ac:chgData name="Feist, Ella" userId="992bbaf2-811d-42cb-a4d6-e7fc45e325e8" providerId="ADAL" clId="{D78889FE-F232-48B7-8B9A-2F025D02559A}" dt="2025-05-27T14:13:48.606" v="20" actId="1076"/>
          <ac:picMkLst>
            <pc:docMk/>
            <pc:sldMk cId="2663884006" sldId="1153"/>
            <ac:picMk id="6" creationId="{95006755-CD02-D2B7-75B0-B7D626E26509}"/>
          </ac:picMkLst>
        </pc:picChg>
      </pc:sldChg>
      <pc:sldChg chg="delSp modSp mod">
        <pc:chgData name="Feist, Ella" userId="992bbaf2-811d-42cb-a4d6-e7fc45e325e8" providerId="ADAL" clId="{D78889FE-F232-48B7-8B9A-2F025D02559A}" dt="2025-05-27T14:40:03.550" v="627" actId="790"/>
        <pc:sldMkLst>
          <pc:docMk/>
          <pc:sldMk cId="3316419014" sldId="1154"/>
        </pc:sldMkLst>
        <pc:spChg chg="mod">
          <ac:chgData name="Feist, Ella" userId="992bbaf2-811d-42cb-a4d6-e7fc45e325e8" providerId="ADAL" clId="{D78889FE-F232-48B7-8B9A-2F025D02559A}" dt="2025-05-27T14:40:03.550" v="627" actId="790"/>
          <ac:spMkLst>
            <pc:docMk/>
            <pc:sldMk cId="3316419014" sldId="1154"/>
            <ac:spMk id="2" creationId="{A9A6FF77-D641-4417-92E7-11CC6238BF20}"/>
          </ac:spMkLst>
        </pc:spChg>
        <pc:spChg chg="mod">
          <ac:chgData name="Feist, Ella" userId="992bbaf2-811d-42cb-a4d6-e7fc45e325e8" providerId="ADAL" clId="{D78889FE-F232-48B7-8B9A-2F025D02559A}" dt="2025-05-27T14:40:03.550" v="627" actId="790"/>
          <ac:spMkLst>
            <pc:docMk/>
            <pc:sldMk cId="3316419014" sldId="1154"/>
            <ac:spMk id="6" creationId="{081D278D-F5B8-1729-8738-C45B372340CC}"/>
          </ac:spMkLst>
        </pc:spChg>
        <pc:spChg chg="mod">
          <ac:chgData name="Feist, Ella" userId="992bbaf2-811d-42cb-a4d6-e7fc45e325e8" providerId="ADAL" clId="{D78889FE-F232-48B7-8B9A-2F025D02559A}" dt="2025-05-27T14:40:03.550" v="627" actId="790"/>
          <ac:spMkLst>
            <pc:docMk/>
            <pc:sldMk cId="3316419014" sldId="1154"/>
            <ac:spMk id="14" creationId="{B67D146A-CC34-7CDB-C1AB-3370024B01BD}"/>
          </ac:spMkLst>
        </pc:spChg>
        <pc:spChg chg="mod">
          <ac:chgData name="Feist, Ella" userId="992bbaf2-811d-42cb-a4d6-e7fc45e325e8" providerId="ADAL" clId="{D78889FE-F232-48B7-8B9A-2F025D02559A}" dt="2025-05-27T14:40:03.550" v="627" actId="790"/>
          <ac:spMkLst>
            <pc:docMk/>
            <pc:sldMk cId="3316419014" sldId="1154"/>
            <ac:spMk id="17" creationId="{8EBD7E4B-391D-4F6B-6756-98C5FFE08232}"/>
          </ac:spMkLst>
        </pc:spChg>
        <pc:spChg chg="mod">
          <ac:chgData name="Feist, Ella" userId="992bbaf2-811d-42cb-a4d6-e7fc45e325e8" providerId="ADAL" clId="{D78889FE-F232-48B7-8B9A-2F025D02559A}" dt="2025-05-27T14:40:03.550" v="627" actId="790"/>
          <ac:spMkLst>
            <pc:docMk/>
            <pc:sldMk cId="3316419014" sldId="1154"/>
            <ac:spMk id="31" creationId="{AA3A6EE2-45C2-172B-5122-D0F48748AD65}"/>
          </ac:spMkLst>
        </pc:spChg>
        <pc:spChg chg="mod">
          <ac:chgData name="Feist, Ella" userId="992bbaf2-811d-42cb-a4d6-e7fc45e325e8" providerId="ADAL" clId="{D78889FE-F232-48B7-8B9A-2F025D02559A}" dt="2025-05-27T14:40:03.550" v="627" actId="790"/>
          <ac:spMkLst>
            <pc:docMk/>
            <pc:sldMk cId="3316419014" sldId="1154"/>
            <ac:spMk id="35" creationId="{1135FC50-864C-22EB-CC2E-7E144760EE2D}"/>
          </ac:spMkLst>
        </pc:spChg>
        <pc:spChg chg="mod">
          <ac:chgData name="Feist, Ella" userId="992bbaf2-811d-42cb-a4d6-e7fc45e325e8" providerId="ADAL" clId="{D78889FE-F232-48B7-8B9A-2F025D02559A}" dt="2025-05-27T14:40:03.550" v="627" actId="790"/>
          <ac:spMkLst>
            <pc:docMk/>
            <pc:sldMk cId="3316419014" sldId="1154"/>
            <ac:spMk id="36" creationId="{928AA988-D3A5-6C13-A157-CD1223E9A5D4}"/>
          </ac:spMkLst>
        </pc:spChg>
        <pc:spChg chg="mod">
          <ac:chgData name="Feist, Ella" userId="992bbaf2-811d-42cb-a4d6-e7fc45e325e8" providerId="ADAL" clId="{D78889FE-F232-48B7-8B9A-2F025D02559A}" dt="2025-05-27T14:40:03.550" v="627" actId="790"/>
          <ac:spMkLst>
            <pc:docMk/>
            <pc:sldMk cId="3316419014" sldId="1154"/>
            <ac:spMk id="52" creationId="{1F61334E-667F-9AAC-1CD7-50D8BD624038}"/>
          </ac:spMkLst>
        </pc:spChg>
        <pc:spChg chg="mod">
          <ac:chgData name="Feist, Ella" userId="992bbaf2-811d-42cb-a4d6-e7fc45e325e8" providerId="ADAL" clId="{D78889FE-F232-48B7-8B9A-2F025D02559A}" dt="2025-05-27T14:40:03.550" v="627" actId="790"/>
          <ac:spMkLst>
            <pc:docMk/>
            <pc:sldMk cId="3316419014" sldId="1154"/>
            <ac:spMk id="65" creationId="{A38A15FE-012A-1F85-36B2-1E37738A6C51}"/>
          </ac:spMkLst>
        </pc:spChg>
        <pc:spChg chg="mod">
          <ac:chgData name="Feist, Ella" userId="992bbaf2-811d-42cb-a4d6-e7fc45e325e8" providerId="ADAL" clId="{D78889FE-F232-48B7-8B9A-2F025D02559A}" dt="2025-05-27T14:40:03.550" v="627" actId="790"/>
          <ac:spMkLst>
            <pc:docMk/>
            <pc:sldMk cId="3316419014" sldId="1154"/>
            <ac:spMk id="67" creationId="{308D45B3-79B9-44D3-2FF8-BAE74B3F27F5}"/>
          </ac:spMkLst>
        </pc:spChg>
      </pc:sldChg>
      <pc:sldChg chg="modSp mod modNotesTx">
        <pc:chgData name="Feist, Ella" userId="992bbaf2-811d-42cb-a4d6-e7fc45e325e8" providerId="ADAL" clId="{D78889FE-F232-48B7-8B9A-2F025D02559A}" dt="2025-05-27T14:40:03.550" v="627" actId="790"/>
        <pc:sldMkLst>
          <pc:docMk/>
          <pc:sldMk cId="2310554912" sldId="1155"/>
        </pc:sldMkLst>
        <pc:spChg chg="mod">
          <ac:chgData name="Feist, Ella" userId="992bbaf2-811d-42cb-a4d6-e7fc45e325e8" providerId="ADAL" clId="{D78889FE-F232-48B7-8B9A-2F025D02559A}" dt="2025-05-27T14:40:03.550" v="627" actId="790"/>
          <ac:spMkLst>
            <pc:docMk/>
            <pc:sldMk cId="2310554912" sldId="1155"/>
            <ac:spMk id="2" creationId="{A9A6FF77-D641-4417-92E7-11CC6238BF20}"/>
          </ac:spMkLst>
        </pc:spChg>
        <pc:spChg chg="mod">
          <ac:chgData name="Feist, Ella" userId="992bbaf2-811d-42cb-a4d6-e7fc45e325e8" providerId="ADAL" clId="{D78889FE-F232-48B7-8B9A-2F025D02559A}" dt="2025-05-27T14:40:03.550" v="627" actId="790"/>
          <ac:spMkLst>
            <pc:docMk/>
            <pc:sldMk cId="2310554912" sldId="1155"/>
            <ac:spMk id="3" creationId="{0E7E290A-A502-B6D0-8CCE-6420A284E0E1}"/>
          </ac:spMkLst>
        </pc:spChg>
        <pc:spChg chg="mod">
          <ac:chgData name="Feist, Ella" userId="992bbaf2-811d-42cb-a4d6-e7fc45e325e8" providerId="ADAL" clId="{D78889FE-F232-48B7-8B9A-2F025D02559A}" dt="2025-05-27T14:40:03.550" v="627" actId="790"/>
          <ac:spMkLst>
            <pc:docMk/>
            <pc:sldMk cId="2310554912" sldId="1155"/>
            <ac:spMk id="5" creationId="{91A8ED3D-B755-43C9-BCB1-DCF495C0C9DB}"/>
          </ac:spMkLst>
        </pc:spChg>
        <pc:spChg chg="mod">
          <ac:chgData name="Feist, Ella" userId="992bbaf2-811d-42cb-a4d6-e7fc45e325e8" providerId="ADAL" clId="{D78889FE-F232-48B7-8B9A-2F025D02559A}" dt="2025-05-27T14:40:03.550" v="627" actId="790"/>
          <ac:spMkLst>
            <pc:docMk/>
            <pc:sldMk cId="2310554912" sldId="1155"/>
            <ac:spMk id="15" creationId="{FC6BE26B-912E-E34E-B9CF-31D78C49C617}"/>
          </ac:spMkLst>
        </pc:spChg>
        <pc:spChg chg="mod">
          <ac:chgData name="Feist, Ella" userId="992bbaf2-811d-42cb-a4d6-e7fc45e325e8" providerId="ADAL" clId="{D78889FE-F232-48B7-8B9A-2F025D02559A}" dt="2025-05-27T14:40:03.550" v="627" actId="790"/>
          <ac:spMkLst>
            <pc:docMk/>
            <pc:sldMk cId="2310554912" sldId="1155"/>
            <ac:spMk id="17" creationId="{AB48DFC7-0B30-0ADE-6399-E16172AD1944}"/>
          </ac:spMkLst>
        </pc:spChg>
        <pc:spChg chg="mod">
          <ac:chgData name="Feist, Ella" userId="992bbaf2-811d-42cb-a4d6-e7fc45e325e8" providerId="ADAL" clId="{D78889FE-F232-48B7-8B9A-2F025D02559A}" dt="2025-05-27T14:40:03.550" v="627" actId="790"/>
          <ac:spMkLst>
            <pc:docMk/>
            <pc:sldMk cId="2310554912" sldId="1155"/>
            <ac:spMk id="19" creationId="{40B5E8B0-4D8E-AA57-7089-3CB5ED1E76B6}"/>
          </ac:spMkLst>
        </pc:spChg>
        <pc:spChg chg="mod">
          <ac:chgData name="Feist, Ella" userId="992bbaf2-811d-42cb-a4d6-e7fc45e325e8" providerId="ADAL" clId="{D78889FE-F232-48B7-8B9A-2F025D02559A}" dt="2025-05-27T14:40:03.550" v="627" actId="790"/>
          <ac:spMkLst>
            <pc:docMk/>
            <pc:sldMk cId="2310554912" sldId="1155"/>
            <ac:spMk id="21" creationId="{B458F0B4-BD1C-40C3-D46D-9672980A967F}"/>
          </ac:spMkLst>
        </pc:spChg>
        <pc:spChg chg="mod">
          <ac:chgData name="Feist, Ella" userId="992bbaf2-811d-42cb-a4d6-e7fc45e325e8" providerId="ADAL" clId="{D78889FE-F232-48B7-8B9A-2F025D02559A}" dt="2025-05-27T14:40:03.550" v="627" actId="790"/>
          <ac:spMkLst>
            <pc:docMk/>
            <pc:sldMk cId="2310554912" sldId="1155"/>
            <ac:spMk id="23" creationId="{B94238A3-1ECD-0371-C729-1CBC7BC56D6D}"/>
          </ac:spMkLst>
        </pc:spChg>
        <pc:spChg chg="mod">
          <ac:chgData name="Feist, Ella" userId="992bbaf2-811d-42cb-a4d6-e7fc45e325e8" providerId="ADAL" clId="{D78889FE-F232-48B7-8B9A-2F025D02559A}" dt="2025-05-27T14:40:03.550" v="627" actId="790"/>
          <ac:spMkLst>
            <pc:docMk/>
            <pc:sldMk cId="2310554912" sldId="1155"/>
            <ac:spMk id="25" creationId="{E9E16CB3-3FA1-8BE3-36FA-06067EBAA6DD}"/>
          </ac:spMkLst>
        </pc:spChg>
        <pc:spChg chg="mod">
          <ac:chgData name="Feist, Ella" userId="992bbaf2-811d-42cb-a4d6-e7fc45e325e8" providerId="ADAL" clId="{D78889FE-F232-48B7-8B9A-2F025D02559A}" dt="2025-05-27T14:40:03.550" v="627" actId="790"/>
          <ac:spMkLst>
            <pc:docMk/>
            <pc:sldMk cId="2310554912" sldId="1155"/>
            <ac:spMk id="27" creationId="{C7FB859A-0636-3BB4-3626-267729B5E9DB}"/>
          </ac:spMkLst>
        </pc:spChg>
      </pc:sldChg>
      <pc:sldChg chg="modSp mod">
        <pc:chgData name="Feist, Ella" userId="992bbaf2-811d-42cb-a4d6-e7fc45e325e8" providerId="ADAL" clId="{D78889FE-F232-48B7-8B9A-2F025D02559A}" dt="2025-05-27T14:40:03.550" v="627" actId="790"/>
        <pc:sldMkLst>
          <pc:docMk/>
          <pc:sldMk cId="1870826755" sldId="1156"/>
        </pc:sldMkLst>
        <pc:spChg chg="mod">
          <ac:chgData name="Feist, Ella" userId="992bbaf2-811d-42cb-a4d6-e7fc45e325e8" providerId="ADAL" clId="{D78889FE-F232-48B7-8B9A-2F025D02559A}" dt="2025-05-27T14:40:03.550" v="627" actId="790"/>
          <ac:spMkLst>
            <pc:docMk/>
            <pc:sldMk cId="1870826755" sldId="1156"/>
            <ac:spMk id="2" creationId="{A9A6FF77-D641-4417-92E7-11CC6238BF20}"/>
          </ac:spMkLst>
        </pc:spChg>
        <pc:spChg chg="mod">
          <ac:chgData name="Feist, Ella" userId="992bbaf2-811d-42cb-a4d6-e7fc45e325e8" providerId="ADAL" clId="{D78889FE-F232-48B7-8B9A-2F025D02559A}" dt="2025-05-27T14:40:03.550" v="627" actId="790"/>
          <ac:spMkLst>
            <pc:docMk/>
            <pc:sldMk cId="1870826755" sldId="1156"/>
            <ac:spMk id="3" creationId="{BDEFC039-EAE0-8458-8828-8BE2D75F0569}"/>
          </ac:spMkLst>
        </pc:spChg>
        <pc:spChg chg="mod">
          <ac:chgData name="Feist, Ella" userId="992bbaf2-811d-42cb-a4d6-e7fc45e325e8" providerId="ADAL" clId="{D78889FE-F232-48B7-8B9A-2F025D02559A}" dt="2025-05-27T14:40:03.550" v="627" actId="790"/>
          <ac:spMkLst>
            <pc:docMk/>
            <pc:sldMk cId="1870826755" sldId="1156"/>
            <ac:spMk id="5" creationId="{91A8ED3D-B755-43C9-BCB1-DCF495C0C9DB}"/>
          </ac:spMkLst>
        </pc:spChg>
        <pc:picChg chg="mod">
          <ac:chgData name="Feist, Ella" userId="992bbaf2-811d-42cb-a4d6-e7fc45e325e8" providerId="ADAL" clId="{D78889FE-F232-48B7-8B9A-2F025D02559A}" dt="2025-05-27T14:16:14.029" v="105" actId="1076"/>
          <ac:picMkLst>
            <pc:docMk/>
            <pc:sldMk cId="1870826755" sldId="1156"/>
            <ac:picMk id="10" creationId="{8052A454-C409-949E-2D7D-D7EA7F03ED34}"/>
          </ac:picMkLst>
        </pc:picChg>
      </pc:sldChg>
      <pc:sldChg chg="modSp mod">
        <pc:chgData name="Feist, Ella" userId="992bbaf2-811d-42cb-a4d6-e7fc45e325e8" providerId="ADAL" clId="{D78889FE-F232-48B7-8B9A-2F025D02559A}" dt="2025-05-27T14:40:03.550" v="627" actId="790"/>
        <pc:sldMkLst>
          <pc:docMk/>
          <pc:sldMk cId="1895158094" sldId="1157"/>
        </pc:sldMkLst>
        <pc:spChg chg="mod">
          <ac:chgData name="Feist, Ella" userId="992bbaf2-811d-42cb-a4d6-e7fc45e325e8" providerId="ADAL" clId="{D78889FE-F232-48B7-8B9A-2F025D02559A}" dt="2025-05-27T14:40:03.550" v="627" actId="790"/>
          <ac:spMkLst>
            <pc:docMk/>
            <pc:sldMk cId="1895158094" sldId="1157"/>
            <ac:spMk id="2" creationId="{A9A6FF77-D641-4417-92E7-11CC6238BF20}"/>
          </ac:spMkLst>
        </pc:spChg>
        <pc:spChg chg="mod">
          <ac:chgData name="Feist, Ella" userId="992bbaf2-811d-42cb-a4d6-e7fc45e325e8" providerId="ADAL" clId="{D78889FE-F232-48B7-8B9A-2F025D02559A}" dt="2025-05-27T14:40:03.550" v="627" actId="790"/>
          <ac:spMkLst>
            <pc:docMk/>
            <pc:sldMk cId="1895158094" sldId="1157"/>
            <ac:spMk id="4" creationId="{BB357A66-84E7-000B-4AF2-BB86C725D7F0}"/>
          </ac:spMkLst>
        </pc:spChg>
        <pc:spChg chg="mod">
          <ac:chgData name="Feist, Ella" userId="992bbaf2-811d-42cb-a4d6-e7fc45e325e8" providerId="ADAL" clId="{D78889FE-F232-48B7-8B9A-2F025D02559A}" dt="2025-05-27T14:40:03.550" v="627" actId="790"/>
          <ac:spMkLst>
            <pc:docMk/>
            <pc:sldMk cId="1895158094" sldId="1157"/>
            <ac:spMk id="5" creationId="{91A8ED3D-B755-43C9-BCB1-DCF495C0C9DB}"/>
          </ac:spMkLst>
        </pc:spChg>
        <pc:spChg chg="mod">
          <ac:chgData name="Feist, Ella" userId="992bbaf2-811d-42cb-a4d6-e7fc45e325e8" providerId="ADAL" clId="{D78889FE-F232-48B7-8B9A-2F025D02559A}" dt="2025-05-27T14:40:03.550" v="627" actId="790"/>
          <ac:spMkLst>
            <pc:docMk/>
            <pc:sldMk cId="1895158094" sldId="1157"/>
            <ac:spMk id="6" creationId="{40375A27-1103-1469-F5F9-84DBE8B03AAD}"/>
          </ac:spMkLst>
        </pc:spChg>
        <pc:spChg chg="mod">
          <ac:chgData name="Feist, Ella" userId="992bbaf2-811d-42cb-a4d6-e7fc45e325e8" providerId="ADAL" clId="{D78889FE-F232-48B7-8B9A-2F025D02559A}" dt="2025-05-27T14:40:03.550" v="627" actId="790"/>
          <ac:spMkLst>
            <pc:docMk/>
            <pc:sldMk cId="1895158094" sldId="1157"/>
            <ac:spMk id="8" creationId="{4FF6C166-B21A-13EC-8B78-F683B32D38E3}"/>
          </ac:spMkLst>
        </pc:spChg>
        <pc:spChg chg="mod">
          <ac:chgData name="Feist, Ella" userId="992bbaf2-811d-42cb-a4d6-e7fc45e325e8" providerId="ADAL" clId="{D78889FE-F232-48B7-8B9A-2F025D02559A}" dt="2025-05-27T14:40:03.550" v="627" actId="790"/>
          <ac:spMkLst>
            <pc:docMk/>
            <pc:sldMk cId="1895158094" sldId="1157"/>
            <ac:spMk id="10" creationId="{14B9A74E-5594-8E5A-42BC-AFDD0F3D747B}"/>
          </ac:spMkLst>
        </pc:spChg>
      </pc:sldChg>
      <pc:sldChg chg="modSp mod">
        <pc:chgData name="Feist, Ella" userId="992bbaf2-811d-42cb-a4d6-e7fc45e325e8" providerId="ADAL" clId="{D78889FE-F232-48B7-8B9A-2F025D02559A}" dt="2025-05-27T14:40:03.550" v="627" actId="790"/>
        <pc:sldMkLst>
          <pc:docMk/>
          <pc:sldMk cId="3573601599" sldId="1158"/>
        </pc:sldMkLst>
        <pc:spChg chg="mod">
          <ac:chgData name="Feist, Ella" userId="992bbaf2-811d-42cb-a4d6-e7fc45e325e8" providerId="ADAL" clId="{D78889FE-F232-48B7-8B9A-2F025D02559A}" dt="2025-05-27T14:40:03.550" v="627" actId="790"/>
          <ac:spMkLst>
            <pc:docMk/>
            <pc:sldMk cId="3573601599" sldId="1158"/>
            <ac:spMk id="2" creationId="{A9A6FF77-D641-4417-92E7-11CC6238BF20}"/>
          </ac:spMkLst>
        </pc:spChg>
        <pc:spChg chg="mod">
          <ac:chgData name="Feist, Ella" userId="992bbaf2-811d-42cb-a4d6-e7fc45e325e8" providerId="ADAL" clId="{D78889FE-F232-48B7-8B9A-2F025D02559A}" dt="2025-05-27T14:40:03.550" v="627" actId="790"/>
          <ac:spMkLst>
            <pc:docMk/>
            <pc:sldMk cId="3573601599" sldId="1158"/>
            <ac:spMk id="3" creationId="{754EDC6B-53B1-FA2A-3FB3-6725DE0D6489}"/>
          </ac:spMkLst>
        </pc:spChg>
        <pc:spChg chg="mod">
          <ac:chgData name="Feist, Ella" userId="992bbaf2-811d-42cb-a4d6-e7fc45e325e8" providerId="ADAL" clId="{D78889FE-F232-48B7-8B9A-2F025D02559A}" dt="2025-05-27T14:40:03.550" v="627" actId="790"/>
          <ac:spMkLst>
            <pc:docMk/>
            <pc:sldMk cId="3573601599" sldId="1158"/>
            <ac:spMk id="5" creationId="{91A8ED3D-B755-43C9-BCB1-DCF495C0C9DB}"/>
          </ac:spMkLst>
        </pc:spChg>
        <pc:spChg chg="mod">
          <ac:chgData name="Feist, Ella" userId="992bbaf2-811d-42cb-a4d6-e7fc45e325e8" providerId="ADAL" clId="{D78889FE-F232-48B7-8B9A-2F025D02559A}" dt="2025-05-27T14:40:03.550" v="627" actId="790"/>
          <ac:spMkLst>
            <pc:docMk/>
            <pc:sldMk cId="3573601599" sldId="1158"/>
            <ac:spMk id="10" creationId="{338655C0-09E7-E634-9980-160A515AFEB6}"/>
          </ac:spMkLst>
        </pc:spChg>
        <pc:spChg chg="mod">
          <ac:chgData name="Feist, Ella" userId="992bbaf2-811d-42cb-a4d6-e7fc45e325e8" providerId="ADAL" clId="{D78889FE-F232-48B7-8B9A-2F025D02559A}" dt="2025-05-27T14:40:03.550" v="627" actId="790"/>
          <ac:spMkLst>
            <pc:docMk/>
            <pc:sldMk cId="3573601599" sldId="1158"/>
            <ac:spMk id="11" creationId="{A7DDD83C-7097-24D5-4503-7CEF56DAC9F9}"/>
          </ac:spMkLst>
        </pc:spChg>
        <pc:spChg chg="mod">
          <ac:chgData name="Feist, Ella" userId="992bbaf2-811d-42cb-a4d6-e7fc45e325e8" providerId="ADAL" clId="{D78889FE-F232-48B7-8B9A-2F025D02559A}" dt="2025-05-27T14:40:03.550" v="627" actId="790"/>
          <ac:spMkLst>
            <pc:docMk/>
            <pc:sldMk cId="3573601599" sldId="1158"/>
            <ac:spMk id="12" creationId="{7BEAC740-8AA7-4022-EFE3-A086AA64ECE0}"/>
          </ac:spMkLst>
        </pc:spChg>
        <pc:spChg chg="mod">
          <ac:chgData name="Feist, Ella" userId="992bbaf2-811d-42cb-a4d6-e7fc45e325e8" providerId="ADAL" clId="{D78889FE-F232-48B7-8B9A-2F025D02559A}" dt="2025-05-27T14:40:03.550" v="627" actId="790"/>
          <ac:spMkLst>
            <pc:docMk/>
            <pc:sldMk cId="3573601599" sldId="1158"/>
            <ac:spMk id="13" creationId="{960D9DB3-2B86-7A87-CC27-9A4CBDB99151}"/>
          </ac:spMkLst>
        </pc:spChg>
      </pc:sldChg>
      <pc:sldChg chg="modSp mod">
        <pc:chgData name="Feist, Ella" userId="992bbaf2-811d-42cb-a4d6-e7fc45e325e8" providerId="ADAL" clId="{D78889FE-F232-48B7-8B9A-2F025D02559A}" dt="2025-05-27T14:40:03.550" v="627" actId="790"/>
        <pc:sldMkLst>
          <pc:docMk/>
          <pc:sldMk cId="3859750188" sldId="1159"/>
        </pc:sldMkLst>
        <pc:spChg chg="mod">
          <ac:chgData name="Feist, Ella" userId="992bbaf2-811d-42cb-a4d6-e7fc45e325e8" providerId="ADAL" clId="{D78889FE-F232-48B7-8B9A-2F025D02559A}" dt="2025-05-27T14:40:03.550" v="627" actId="790"/>
          <ac:spMkLst>
            <pc:docMk/>
            <pc:sldMk cId="3859750188" sldId="1159"/>
            <ac:spMk id="2" creationId="{A9A6FF77-D641-4417-92E7-11CC6238BF20}"/>
          </ac:spMkLst>
        </pc:spChg>
        <pc:spChg chg="mod">
          <ac:chgData name="Feist, Ella" userId="992bbaf2-811d-42cb-a4d6-e7fc45e325e8" providerId="ADAL" clId="{D78889FE-F232-48B7-8B9A-2F025D02559A}" dt="2025-05-27T14:40:03.550" v="627" actId="790"/>
          <ac:spMkLst>
            <pc:docMk/>
            <pc:sldMk cId="3859750188" sldId="1159"/>
            <ac:spMk id="5" creationId="{91A8ED3D-B755-43C9-BCB1-DCF495C0C9DB}"/>
          </ac:spMkLst>
        </pc:spChg>
        <pc:spChg chg="mod">
          <ac:chgData name="Feist, Ella" userId="992bbaf2-811d-42cb-a4d6-e7fc45e325e8" providerId="ADAL" clId="{D78889FE-F232-48B7-8B9A-2F025D02559A}" dt="2025-05-27T14:40:03.550" v="627" actId="790"/>
          <ac:spMkLst>
            <pc:docMk/>
            <pc:sldMk cId="3859750188" sldId="1159"/>
            <ac:spMk id="34" creationId="{5E93C9F6-CBB5-4BDD-558A-2DD0D2A3407C}"/>
          </ac:spMkLst>
        </pc:spChg>
        <pc:spChg chg="mod">
          <ac:chgData name="Feist, Ella" userId="992bbaf2-811d-42cb-a4d6-e7fc45e325e8" providerId="ADAL" clId="{D78889FE-F232-48B7-8B9A-2F025D02559A}" dt="2025-05-27T14:40:03.550" v="627" actId="790"/>
          <ac:spMkLst>
            <pc:docMk/>
            <pc:sldMk cId="3859750188" sldId="1159"/>
            <ac:spMk id="35" creationId="{74F25E45-1584-9999-1EA1-55C404E7F97E}"/>
          </ac:spMkLst>
        </pc:spChg>
        <pc:spChg chg="mod">
          <ac:chgData name="Feist, Ella" userId="992bbaf2-811d-42cb-a4d6-e7fc45e325e8" providerId="ADAL" clId="{D78889FE-F232-48B7-8B9A-2F025D02559A}" dt="2025-05-27T14:40:03.550" v="627" actId="790"/>
          <ac:spMkLst>
            <pc:docMk/>
            <pc:sldMk cId="3859750188" sldId="1159"/>
            <ac:spMk id="38" creationId="{DB4AFBE3-20F8-9FF9-8B58-EF1CC94DD02D}"/>
          </ac:spMkLst>
        </pc:spChg>
        <pc:spChg chg="mod">
          <ac:chgData name="Feist, Ella" userId="992bbaf2-811d-42cb-a4d6-e7fc45e325e8" providerId="ADAL" clId="{D78889FE-F232-48B7-8B9A-2F025D02559A}" dt="2025-05-27T14:40:03.550" v="627" actId="790"/>
          <ac:spMkLst>
            <pc:docMk/>
            <pc:sldMk cId="3859750188" sldId="1159"/>
            <ac:spMk id="39" creationId="{69C0F3FA-C075-3748-8905-9A2F1B8194D8}"/>
          </ac:spMkLst>
        </pc:spChg>
        <pc:spChg chg="mod">
          <ac:chgData name="Feist, Ella" userId="992bbaf2-811d-42cb-a4d6-e7fc45e325e8" providerId="ADAL" clId="{D78889FE-F232-48B7-8B9A-2F025D02559A}" dt="2025-05-27T14:40:03.550" v="627" actId="790"/>
          <ac:spMkLst>
            <pc:docMk/>
            <pc:sldMk cId="3859750188" sldId="1159"/>
            <ac:spMk id="41" creationId="{06E1F097-D58E-8382-D584-6C613FB64741}"/>
          </ac:spMkLst>
        </pc:spChg>
        <pc:spChg chg="mod">
          <ac:chgData name="Feist, Ella" userId="992bbaf2-811d-42cb-a4d6-e7fc45e325e8" providerId="ADAL" clId="{D78889FE-F232-48B7-8B9A-2F025D02559A}" dt="2025-05-27T14:40:03.550" v="627" actId="790"/>
          <ac:spMkLst>
            <pc:docMk/>
            <pc:sldMk cId="3859750188" sldId="1159"/>
            <ac:spMk id="43" creationId="{8FECF2FB-D27D-7A68-CC3F-BE4B78E318FB}"/>
          </ac:spMkLst>
        </pc:spChg>
        <pc:spChg chg="mod">
          <ac:chgData name="Feist, Ella" userId="992bbaf2-811d-42cb-a4d6-e7fc45e325e8" providerId="ADAL" clId="{D78889FE-F232-48B7-8B9A-2F025D02559A}" dt="2025-05-27T14:40:03.550" v="627" actId="790"/>
          <ac:spMkLst>
            <pc:docMk/>
            <pc:sldMk cId="3859750188" sldId="1159"/>
            <ac:spMk id="44" creationId="{60738CBA-C23C-4F80-1ABB-D8D7EE3F9C61}"/>
          </ac:spMkLst>
        </pc:spChg>
        <pc:spChg chg="mod">
          <ac:chgData name="Feist, Ella" userId="992bbaf2-811d-42cb-a4d6-e7fc45e325e8" providerId="ADAL" clId="{D78889FE-F232-48B7-8B9A-2F025D02559A}" dt="2025-05-27T14:40:03.550" v="627" actId="790"/>
          <ac:spMkLst>
            <pc:docMk/>
            <pc:sldMk cId="3859750188" sldId="1159"/>
            <ac:spMk id="45" creationId="{ABECDAA2-38C9-D5EC-3107-EBC35FA10C22}"/>
          </ac:spMkLst>
        </pc:spChg>
      </pc:sldChg>
      <pc:sldChg chg="modSp mod">
        <pc:chgData name="Feist, Ella" userId="992bbaf2-811d-42cb-a4d6-e7fc45e325e8" providerId="ADAL" clId="{D78889FE-F232-48B7-8B9A-2F025D02559A}" dt="2025-05-27T14:40:03.550" v="627" actId="790"/>
        <pc:sldMkLst>
          <pc:docMk/>
          <pc:sldMk cId="2725077241" sldId="1160"/>
        </pc:sldMkLst>
        <pc:spChg chg="mod">
          <ac:chgData name="Feist, Ella" userId="992bbaf2-811d-42cb-a4d6-e7fc45e325e8" providerId="ADAL" clId="{D78889FE-F232-48B7-8B9A-2F025D02559A}" dt="2025-05-27T14:40:03.550" v="627" actId="790"/>
          <ac:spMkLst>
            <pc:docMk/>
            <pc:sldMk cId="2725077241" sldId="1160"/>
            <ac:spMk id="4" creationId="{E902DD98-C5BA-61AC-69D4-38E24306B3C9}"/>
          </ac:spMkLst>
        </pc:spChg>
        <pc:spChg chg="mod">
          <ac:chgData name="Feist, Ella" userId="992bbaf2-811d-42cb-a4d6-e7fc45e325e8" providerId="ADAL" clId="{D78889FE-F232-48B7-8B9A-2F025D02559A}" dt="2025-05-27T14:40:03.550" v="627" actId="790"/>
          <ac:spMkLst>
            <pc:docMk/>
            <pc:sldMk cId="2725077241" sldId="1160"/>
            <ac:spMk id="5" creationId="{91A8ED3D-B755-43C9-BCB1-DCF495C0C9DB}"/>
          </ac:spMkLst>
        </pc:spChg>
        <pc:spChg chg="mod">
          <ac:chgData name="Feist, Ella" userId="992bbaf2-811d-42cb-a4d6-e7fc45e325e8" providerId="ADAL" clId="{D78889FE-F232-48B7-8B9A-2F025D02559A}" dt="2025-05-27T14:40:03.550" v="627" actId="790"/>
          <ac:spMkLst>
            <pc:docMk/>
            <pc:sldMk cId="2725077241" sldId="1160"/>
            <ac:spMk id="8" creationId="{A7652F0B-EE37-3146-D875-98C2D6697543}"/>
          </ac:spMkLst>
        </pc:spChg>
        <pc:spChg chg="mod">
          <ac:chgData name="Feist, Ella" userId="992bbaf2-811d-42cb-a4d6-e7fc45e325e8" providerId="ADAL" clId="{D78889FE-F232-48B7-8B9A-2F025D02559A}" dt="2025-05-27T14:40:03.550" v="627" actId="790"/>
          <ac:spMkLst>
            <pc:docMk/>
            <pc:sldMk cId="2725077241" sldId="1160"/>
            <ac:spMk id="10" creationId="{B4528212-259A-3F9F-5DC9-1F50C61AB1C5}"/>
          </ac:spMkLst>
        </pc:spChg>
        <pc:spChg chg="mod">
          <ac:chgData name="Feist, Ella" userId="992bbaf2-811d-42cb-a4d6-e7fc45e325e8" providerId="ADAL" clId="{D78889FE-F232-48B7-8B9A-2F025D02559A}" dt="2025-05-27T14:40:03.550" v="627" actId="790"/>
          <ac:spMkLst>
            <pc:docMk/>
            <pc:sldMk cId="2725077241" sldId="1160"/>
            <ac:spMk id="11" creationId="{4C4D4C42-6B70-291E-070B-222E4AF240F5}"/>
          </ac:spMkLst>
        </pc:spChg>
        <pc:spChg chg="mod">
          <ac:chgData name="Feist, Ella" userId="992bbaf2-811d-42cb-a4d6-e7fc45e325e8" providerId="ADAL" clId="{D78889FE-F232-48B7-8B9A-2F025D02559A}" dt="2025-05-27T14:40:03.550" v="627" actId="790"/>
          <ac:spMkLst>
            <pc:docMk/>
            <pc:sldMk cId="2725077241" sldId="1160"/>
            <ac:spMk id="12" creationId="{BBA77872-CD8C-8B7A-AA30-54BA58AC4D8E}"/>
          </ac:spMkLst>
        </pc:spChg>
        <pc:spChg chg="mod">
          <ac:chgData name="Feist, Ella" userId="992bbaf2-811d-42cb-a4d6-e7fc45e325e8" providerId="ADAL" clId="{D78889FE-F232-48B7-8B9A-2F025D02559A}" dt="2025-05-27T14:40:03.550" v="627" actId="790"/>
          <ac:spMkLst>
            <pc:docMk/>
            <pc:sldMk cId="2725077241" sldId="1160"/>
            <ac:spMk id="14" creationId="{02E6BAAB-E217-21ED-08A2-2CE6F786C6A5}"/>
          </ac:spMkLst>
        </pc:spChg>
        <pc:spChg chg="mod">
          <ac:chgData name="Feist, Ella" userId="992bbaf2-811d-42cb-a4d6-e7fc45e325e8" providerId="ADAL" clId="{D78889FE-F232-48B7-8B9A-2F025D02559A}" dt="2025-05-27T14:40:03.550" v="627" actId="790"/>
          <ac:spMkLst>
            <pc:docMk/>
            <pc:sldMk cId="2725077241" sldId="1160"/>
            <ac:spMk id="15" creationId="{D56CC7A7-BF09-7964-FE37-AFA23D09F6C7}"/>
          </ac:spMkLst>
        </pc:spChg>
        <pc:spChg chg="mod">
          <ac:chgData name="Feist, Ella" userId="992bbaf2-811d-42cb-a4d6-e7fc45e325e8" providerId="ADAL" clId="{D78889FE-F232-48B7-8B9A-2F025D02559A}" dt="2025-05-27T14:40:03.550" v="627" actId="790"/>
          <ac:spMkLst>
            <pc:docMk/>
            <pc:sldMk cId="2725077241" sldId="1160"/>
            <ac:spMk id="18" creationId="{AE1BBF52-3D74-6CE4-EBDE-D71A090F5318}"/>
          </ac:spMkLst>
        </pc:spChg>
        <pc:spChg chg="mod">
          <ac:chgData name="Feist, Ella" userId="992bbaf2-811d-42cb-a4d6-e7fc45e325e8" providerId="ADAL" clId="{D78889FE-F232-48B7-8B9A-2F025D02559A}" dt="2025-05-27T14:40:03.550" v="627" actId="790"/>
          <ac:spMkLst>
            <pc:docMk/>
            <pc:sldMk cId="2725077241" sldId="1160"/>
            <ac:spMk id="19" creationId="{FCAA65ED-5CE2-A55D-FA02-AB4BD6964487}"/>
          </ac:spMkLst>
        </pc:spChg>
      </pc:sldChg>
      <pc:sldChg chg="modSp mod">
        <pc:chgData name="Feist, Ella" userId="992bbaf2-811d-42cb-a4d6-e7fc45e325e8" providerId="ADAL" clId="{D78889FE-F232-48B7-8B9A-2F025D02559A}" dt="2025-05-27T14:40:03.550" v="627" actId="790"/>
        <pc:sldMkLst>
          <pc:docMk/>
          <pc:sldMk cId="4084910387" sldId="1161"/>
        </pc:sldMkLst>
        <pc:spChg chg="mod">
          <ac:chgData name="Feist, Ella" userId="992bbaf2-811d-42cb-a4d6-e7fc45e325e8" providerId="ADAL" clId="{D78889FE-F232-48B7-8B9A-2F025D02559A}" dt="2025-05-27T14:40:03.550" v="627" actId="790"/>
          <ac:spMkLst>
            <pc:docMk/>
            <pc:sldMk cId="4084910387" sldId="1161"/>
            <ac:spMk id="2" creationId="{A9A6FF77-D641-4417-92E7-11CC6238BF20}"/>
          </ac:spMkLst>
        </pc:spChg>
        <pc:spChg chg="mod">
          <ac:chgData name="Feist, Ella" userId="992bbaf2-811d-42cb-a4d6-e7fc45e325e8" providerId="ADAL" clId="{D78889FE-F232-48B7-8B9A-2F025D02559A}" dt="2025-05-27T14:40:03.550" v="627" actId="790"/>
          <ac:spMkLst>
            <pc:docMk/>
            <pc:sldMk cId="4084910387" sldId="1161"/>
            <ac:spMk id="4" creationId="{351981BB-82EB-6C89-5C8C-78BACB94068E}"/>
          </ac:spMkLst>
        </pc:spChg>
        <pc:spChg chg="mod">
          <ac:chgData name="Feist, Ella" userId="992bbaf2-811d-42cb-a4d6-e7fc45e325e8" providerId="ADAL" clId="{D78889FE-F232-48B7-8B9A-2F025D02559A}" dt="2025-05-27T14:23:26.464" v="215" actId="20577"/>
          <ac:spMkLst>
            <pc:docMk/>
            <pc:sldMk cId="4084910387" sldId="1161"/>
            <ac:spMk id="5" creationId="{91A8ED3D-B755-43C9-BCB1-DCF495C0C9DB}"/>
          </ac:spMkLst>
        </pc:spChg>
        <pc:spChg chg="mod">
          <ac:chgData name="Feist, Ella" userId="992bbaf2-811d-42cb-a4d6-e7fc45e325e8" providerId="ADAL" clId="{D78889FE-F232-48B7-8B9A-2F025D02559A}" dt="2025-05-27T14:40:03.550" v="627" actId="790"/>
          <ac:spMkLst>
            <pc:docMk/>
            <pc:sldMk cId="4084910387" sldId="1161"/>
            <ac:spMk id="7" creationId="{7C7032A1-751E-4440-02C1-45093D3E19FD}"/>
          </ac:spMkLst>
        </pc:spChg>
        <pc:spChg chg="mod">
          <ac:chgData name="Feist, Ella" userId="992bbaf2-811d-42cb-a4d6-e7fc45e325e8" providerId="ADAL" clId="{D78889FE-F232-48B7-8B9A-2F025D02559A}" dt="2025-05-27T14:40:03.550" v="627" actId="790"/>
          <ac:spMkLst>
            <pc:docMk/>
            <pc:sldMk cId="4084910387" sldId="1161"/>
            <ac:spMk id="10" creationId="{47536562-431F-A496-D2A3-FBB9D6F28022}"/>
          </ac:spMkLst>
        </pc:spChg>
        <pc:spChg chg="mod">
          <ac:chgData name="Feist, Ella" userId="992bbaf2-811d-42cb-a4d6-e7fc45e325e8" providerId="ADAL" clId="{D78889FE-F232-48B7-8B9A-2F025D02559A}" dt="2025-05-27T14:40:03.550" v="627" actId="790"/>
          <ac:spMkLst>
            <pc:docMk/>
            <pc:sldMk cId="4084910387" sldId="1161"/>
            <ac:spMk id="12" creationId="{79E6864F-E07C-045D-D976-78CC594D2730}"/>
          </ac:spMkLst>
        </pc:spChg>
        <pc:spChg chg="mod">
          <ac:chgData name="Feist, Ella" userId="992bbaf2-811d-42cb-a4d6-e7fc45e325e8" providerId="ADAL" clId="{D78889FE-F232-48B7-8B9A-2F025D02559A}" dt="2025-05-27T14:40:03.550" v="627" actId="790"/>
          <ac:spMkLst>
            <pc:docMk/>
            <pc:sldMk cId="4084910387" sldId="1161"/>
            <ac:spMk id="14" creationId="{61BDBE4D-7BA6-4EDE-4061-67567245990C}"/>
          </ac:spMkLst>
        </pc:spChg>
        <pc:spChg chg="mod">
          <ac:chgData name="Feist, Ella" userId="992bbaf2-811d-42cb-a4d6-e7fc45e325e8" providerId="ADAL" clId="{D78889FE-F232-48B7-8B9A-2F025D02559A}" dt="2025-05-27T14:40:03.550" v="627" actId="790"/>
          <ac:spMkLst>
            <pc:docMk/>
            <pc:sldMk cId="4084910387" sldId="1161"/>
            <ac:spMk id="15" creationId="{E22A9CE6-3298-2250-D08B-46B518D3B674}"/>
          </ac:spMkLst>
        </pc:spChg>
        <pc:spChg chg="mod">
          <ac:chgData name="Feist, Ella" userId="992bbaf2-811d-42cb-a4d6-e7fc45e325e8" providerId="ADAL" clId="{D78889FE-F232-48B7-8B9A-2F025D02559A}" dt="2025-05-27T14:40:03.550" v="627" actId="790"/>
          <ac:spMkLst>
            <pc:docMk/>
            <pc:sldMk cId="4084910387" sldId="1161"/>
            <ac:spMk id="16" creationId="{66D0E32F-ECBE-118B-324D-BEDFCA8A875D}"/>
          </ac:spMkLst>
        </pc:spChg>
        <pc:spChg chg="mod">
          <ac:chgData name="Feist, Ella" userId="992bbaf2-811d-42cb-a4d6-e7fc45e325e8" providerId="ADAL" clId="{D78889FE-F232-48B7-8B9A-2F025D02559A}" dt="2025-05-27T14:40:03.550" v="627" actId="790"/>
          <ac:spMkLst>
            <pc:docMk/>
            <pc:sldMk cId="4084910387" sldId="1161"/>
            <ac:spMk id="17" creationId="{D4FC1C0F-2599-264C-3F23-B8837453A408}"/>
          </ac:spMkLst>
        </pc:spChg>
        <pc:spChg chg="mod">
          <ac:chgData name="Feist, Ella" userId="992bbaf2-811d-42cb-a4d6-e7fc45e325e8" providerId="ADAL" clId="{D78889FE-F232-48B7-8B9A-2F025D02559A}" dt="2025-05-27T14:40:03.550" v="627" actId="790"/>
          <ac:spMkLst>
            <pc:docMk/>
            <pc:sldMk cId="4084910387" sldId="1161"/>
            <ac:spMk id="18" creationId="{304C6C8B-3CED-52CC-75BA-0D38EAC5033E}"/>
          </ac:spMkLst>
        </pc:spChg>
      </pc:sldChg>
      <pc:sldChg chg="modSp mod">
        <pc:chgData name="Feist, Ella" userId="992bbaf2-811d-42cb-a4d6-e7fc45e325e8" providerId="ADAL" clId="{D78889FE-F232-48B7-8B9A-2F025D02559A}" dt="2025-05-27T14:40:03.550" v="627" actId="790"/>
        <pc:sldMkLst>
          <pc:docMk/>
          <pc:sldMk cId="1642175431" sldId="1162"/>
        </pc:sldMkLst>
        <pc:spChg chg="mod">
          <ac:chgData name="Feist, Ella" userId="992bbaf2-811d-42cb-a4d6-e7fc45e325e8" providerId="ADAL" clId="{D78889FE-F232-48B7-8B9A-2F025D02559A}" dt="2025-05-27T14:40:03.550" v="627" actId="790"/>
          <ac:spMkLst>
            <pc:docMk/>
            <pc:sldMk cId="1642175431" sldId="1162"/>
            <ac:spMk id="2" creationId="{56C58E42-94C0-1367-E9C9-30B71AE54F0F}"/>
          </ac:spMkLst>
        </pc:spChg>
        <pc:spChg chg="mod">
          <ac:chgData name="Feist, Ella" userId="992bbaf2-811d-42cb-a4d6-e7fc45e325e8" providerId="ADAL" clId="{D78889FE-F232-48B7-8B9A-2F025D02559A}" dt="2025-05-27T14:40:03.550" v="627" actId="790"/>
          <ac:spMkLst>
            <pc:docMk/>
            <pc:sldMk cId="1642175431" sldId="1162"/>
            <ac:spMk id="4" creationId="{9ED32BBC-8A3B-5FB1-DB0F-B65F461BDA2D}"/>
          </ac:spMkLst>
        </pc:spChg>
      </pc:sldChg>
      <pc:sldChg chg="modSp mod modNotesTx">
        <pc:chgData name="Feist, Ella" userId="992bbaf2-811d-42cb-a4d6-e7fc45e325e8" providerId="ADAL" clId="{D78889FE-F232-48B7-8B9A-2F025D02559A}" dt="2025-05-27T14:40:03.550" v="627" actId="790"/>
        <pc:sldMkLst>
          <pc:docMk/>
          <pc:sldMk cId="551823567" sldId="1163"/>
        </pc:sldMkLst>
        <pc:spChg chg="mod">
          <ac:chgData name="Feist, Ella" userId="992bbaf2-811d-42cb-a4d6-e7fc45e325e8" providerId="ADAL" clId="{D78889FE-F232-48B7-8B9A-2F025D02559A}" dt="2025-05-27T14:40:03.550" v="627" actId="790"/>
          <ac:spMkLst>
            <pc:docMk/>
            <pc:sldMk cId="551823567" sldId="1163"/>
            <ac:spMk id="2" creationId="{9A495923-579B-8F47-840B-3F6C4A56DE24}"/>
          </ac:spMkLst>
        </pc:spChg>
        <pc:spChg chg="mod">
          <ac:chgData name="Feist, Ella" userId="992bbaf2-811d-42cb-a4d6-e7fc45e325e8" providerId="ADAL" clId="{D78889FE-F232-48B7-8B9A-2F025D02559A}" dt="2025-05-27T14:40:03.550" v="627" actId="790"/>
          <ac:spMkLst>
            <pc:docMk/>
            <pc:sldMk cId="551823567" sldId="1163"/>
            <ac:spMk id="3" creationId="{71B88E1F-2C3A-A24B-B381-CD5671B0B218}"/>
          </ac:spMkLst>
        </pc:spChg>
        <pc:spChg chg="mod">
          <ac:chgData name="Feist, Ella" userId="992bbaf2-811d-42cb-a4d6-e7fc45e325e8" providerId="ADAL" clId="{D78889FE-F232-48B7-8B9A-2F025D02559A}" dt="2025-05-27T14:40:03.550" v="627" actId="790"/>
          <ac:spMkLst>
            <pc:docMk/>
            <pc:sldMk cId="551823567" sldId="1163"/>
            <ac:spMk id="5" creationId="{A9191038-FF7C-F2DE-A2F5-21E354782D80}"/>
          </ac:spMkLst>
        </pc:spChg>
        <pc:spChg chg="mod">
          <ac:chgData name="Feist, Ella" userId="992bbaf2-811d-42cb-a4d6-e7fc45e325e8" providerId="ADAL" clId="{D78889FE-F232-48B7-8B9A-2F025D02559A}" dt="2025-05-27T14:40:03.550" v="627" actId="790"/>
          <ac:spMkLst>
            <pc:docMk/>
            <pc:sldMk cId="551823567" sldId="1163"/>
            <ac:spMk id="6" creationId="{01EEA803-6A9F-26C1-6C29-031C111F69C3}"/>
          </ac:spMkLst>
        </pc:spChg>
        <pc:spChg chg="mod">
          <ac:chgData name="Feist, Ella" userId="992bbaf2-811d-42cb-a4d6-e7fc45e325e8" providerId="ADAL" clId="{D78889FE-F232-48B7-8B9A-2F025D02559A}" dt="2025-05-27T14:40:03.550" v="627" actId="790"/>
          <ac:spMkLst>
            <pc:docMk/>
            <pc:sldMk cId="551823567" sldId="1163"/>
            <ac:spMk id="7" creationId="{A3D9E377-9EE0-C930-F1FA-0FE0ADF827EC}"/>
          </ac:spMkLst>
        </pc:spChg>
      </pc:sldChg>
      <pc:sldChg chg="modSp mod modNotesTx">
        <pc:chgData name="Feist, Ella" userId="992bbaf2-811d-42cb-a4d6-e7fc45e325e8" providerId="ADAL" clId="{D78889FE-F232-48B7-8B9A-2F025D02559A}" dt="2025-05-27T14:40:03.550" v="627" actId="790"/>
        <pc:sldMkLst>
          <pc:docMk/>
          <pc:sldMk cId="631370022" sldId="1164"/>
        </pc:sldMkLst>
        <pc:spChg chg="mod">
          <ac:chgData name="Feist, Ella" userId="992bbaf2-811d-42cb-a4d6-e7fc45e325e8" providerId="ADAL" clId="{D78889FE-F232-48B7-8B9A-2F025D02559A}" dt="2025-05-27T14:40:03.550" v="627" actId="790"/>
          <ac:spMkLst>
            <pc:docMk/>
            <pc:sldMk cId="631370022" sldId="1164"/>
            <ac:spMk id="3" creationId="{DA9CDB6C-B1DA-3648-B53D-C115F747B3EA}"/>
          </ac:spMkLst>
        </pc:spChg>
        <pc:spChg chg="mod">
          <ac:chgData name="Feist, Ella" userId="992bbaf2-811d-42cb-a4d6-e7fc45e325e8" providerId="ADAL" clId="{D78889FE-F232-48B7-8B9A-2F025D02559A}" dt="2025-05-27T14:40:03.550" v="627" actId="790"/>
          <ac:spMkLst>
            <pc:docMk/>
            <pc:sldMk cId="631370022" sldId="1164"/>
            <ac:spMk id="4" creationId="{8E225283-2703-A845-974A-CC79A6393C60}"/>
          </ac:spMkLst>
        </pc:spChg>
        <pc:spChg chg="mod">
          <ac:chgData name="Feist, Ella" userId="992bbaf2-811d-42cb-a4d6-e7fc45e325e8" providerId="ADAL" clId="{D78889FE-F232-48B7-8B9A-2F025D02559A}" dt="2025-05-27T14:40:03.550" v="627" actId="790"/>
          <ac:spMkLst>
            <pc:docMk/>
            <pc:sldMk cId="631370022" sldId="1164"/>
            <ac:spMk id="5" creationId="{77B94004-4249-7D40-9E28-F6628D84B9F6}"/>
          </ac:spMkLst>
        </pc:spChg>
        <pc:spChg chg="mod">
          <ac:chgData name="Feist, Ella" userId="992bbaf2-811d-42cb-a4d6-e7fc45e325e8" providerId="ADAL" clId="{D78889FE-F232-48B7-8B9A-2F025D02559A}" dt="2025-05-27T14:40:03.550" v="627" actId="790"/>
          <ac:spMkLst>
            <pc:docMk/>
            <pc:sldMk cId="631370022" sldId="1164"/>
            <ac:spMk id="6" creationId="{2D3EDCCD-F1AB-FE40-94F6-5AACD0AE52C2}"/>
          </ac:spMkLst>
        </pc:spChg>
        <pc:spChg chg="mod">
          <ac:chgData name="Feist, Ella" userId="992bbaf2-811d-42cb-a4d6-e7fc45e325e8" providerId="ADAL" clId="{D78889FE-F232-48B7-8B9A-2F025D02559A}" dt="2025-05-27T14:40:03.550" v="627" actId="790"/>
          <ac:spMkLst>
            <pc:docMk/>
            <pc:sldMk cId="631370022" sldId="1164"/>
            <ac:spMk id="7" creationId="{F7DC7F5E-5611-1F12-EC13-54B963A0717A}"/>
          </ac:spMkLst>
        </pc:spChg>
        <pc:spChg chg="mod">
          <ac:chgData name="Feist, Ella" userId="992bbaf2-811d-42cb-a4d6-e7fc45e325e8" providerId="ADAL" clId="{D78889FE-F232-48B7-8B9A-2F025D02559A}" dt="2025-05-27T14:40:03.550" v="627" actId="790"/>
          <ac:spMkLst>
            <pc:docMk/>
            <pc:sldMk cId="631370022" sldId="1164"/>
            <ac:spMk id="10" creationId="{922D5E04-696A-464A-8E54-9F033E53D476}"/>
          </ac:spMkLst>
        </pc:spChg>
      </pc:sldChg>
      <pc:sldChg chg="modSp mod">
        <pc:chgData name="Feist, Ella" userId="992bbaf2-811d-42cb-a4d6-e7fc45e325e8" providerId="ADAL" clId="{D78889FE-F232-48B7-8B9A-2F025D02559A}" dt="2025-05-27T14:40:03.550" v="627" actId="790"/>
        <pc:sldMkLst>
          <pc:docMk/>
          <pc:sldMk cId="310169626" sldId="1165"/>
        </pc:sldMkLst>
        <pc:spChg chg="mod">
          <ac:chgData name="Feist, Ella" userId="992bbaf2-811d-42cb-a4d6-e7fc45e325e8" providerId="ADAL" clId="{D78889FE-F232-48B7-8B9A-2F025D02559A}" dt="2025-05-27T14:40:03.550" v="627" actId="790"/>
          <ac:spMkLst>
            <pc:docMk/>
            <pc:sldMk cId="310169626" sldId="1165"/>
            <ac:spMk id="2" creationId="{1DB5D49E-8F29-A5C2-6ABC-E25FDE60A301}"/>
          </ac:spMkLst>
        </pc:spChg>
        <pc:spChg chg="mod">
          <ac:chgData name="Feist, Ella" userId="992bbaf2-811d-42cb-a4d6-e7fc45e325e8" providerId="ADAL" clId="{D78889FE-F232-48B7-8B9A-2F025D02559A}" dt="2025-05-27T14:40:03.550" v="627" actId="790"/>
          <ac:spMkLst>
            <pc:docMk/>
            <pc:sldMk cId="310169626" sldId="1165"/>
            <ac:spMk id="4" creationId="{9ED32BBC-8A3B-5FB1-DB0F-B65F461BDA2D}"/>
          </ac:spMkLst>
        </pc:spChg>
      </pc:sldChg>
      <pc:sldChg chg="addSp delSp modSp mod modClrScheme chgLayout">
        <pc:chgData name="Feist, Ella" userId="992bbaf2-811d-42cb-a4d6-e7fc45e325e8" providerId="ADAL" clId="{D78889FE-F232-48B7-8B9A-2F025D02559A}" dt="2025-05-27T14:40:03.550" v="627" actId="790"/>
        <pc:sldMkLst>
          <pc:docMk/>
          <pc:sldMk cId="179320804" sldId="1166"/>
        </pc:sldMkLst>
        <pc:spChg chg="mod ord">
          <ac:chgData name="Feist, Ella" userId="992bbaf2-811d-42cb-a4d6-e7fc45e325e8" providerId="ADAL" clId="{D78889FE-F232-48B7-8B9A-2F025D02559A}" dt="2025-05-27T14:40:03.550" v="627" actId="790"/>
          <ac:spMkLst>
            <pc:docMk/>
            <pc:sldMk cId="179320804" sldId="1166"/>
            <ac:spMk id="2" creationId="{9A495923-579B-8F47-840B-3F6C4A56DE24}"/>
          </ac:spMkLst>
        </pc:spChg>
        <pc:spChg chg="mod ord">
          <ac:chgData name="Feist, Ella" userId="992bbaf2-811d-42cb-a4d6-e7fc45e325e8" providerId="ADAL" clId="{D78889FE-F232-48B7-8B9A-2F025D02559A}" dt="2025-05-27T14:40:03.550" v="627" actId="790"/>
          <ac:spMkLst>
            <pc:docMk/>
            <pc:sldMk cId="179320804" sldId="1166"/>
            <ac:spMk id="3" creationId="{71B88E1F-2C3A-A24B-B381-CD5671B0B218}"/>
          </ac:spMkLst>
        </pc:spChg>
        <pc:spChg chg="mod ord">
          <ac:chgData name="Feist, Ella" userId="992bbaf2-811d-42cb-a4d6-e7fc45e325e8" providerId="ADAL" clId="{D78889FE-F232-48B7-8B9A-2F025D02559A}" dt="2025-05-27T14:40:03.550" v="627" actId="790"/>
          <ac:spMkLst>
            <pc:docMk/>
            <pc:sldMk cId="179320804" sldId="1166"/>
            <ac:spMk id="5" creationId="{7F312261-E99F-C8CF-D3CC-BEE6F392358E}"/>
          </ac:spMkLst>
        </pc:spChg>
        <pc:picChg chg="mod">
          <ac:chgData name="Feist, Ella" userId="992bbaf2-811d-42cb-a4d6-e7fc45e325e8" providerId="ADAL" clId="{D78889FE-F232-48B7-8B9A-2F025D02559A}" dt="2025-05-27T14:28:09.613" v="327" actId="1076"/>
          <ac:picMkLst>
            <pc:docMk/>
            <pc:sldMk cId="179320804" sldId="1166"/>
            <ac:picMk id="11" creationId="{B475D399-0A12-46C5-8B9E-33597506804E}"/>
          </ac:picMkLst>
        </pc:picChg>
      </pc:sldChg>
      <pc:sldChg chg="modSp mod">
        <pc:chgData name="Feist, Ella" userId="992bbaf2-811d-42cb-a4d6-e7fc45e325e8" providerId="ADAL" clId="{D78889FE-F232-48B7-8B9A-2F025D02559A}" dt="2025-05-27T14:40:03.550" v="627" actId="790"/>
        <pc:sldMkLst>
          <pc:docMk/>
          <pc:sldMk cId="2258742042" sldId="1167"/>
        </pc:sldMkLst>
        <pc:spChg chg="mod">
          <ac:chgData name="Feist, Ella" userId="992bbaf2-811d-42cb-a4d6-e7fc45e325e8" providerId="ADAL" clId="{D78889FE-F232-48B7-8B9A-2F025D02559A}" dt="2025-05-27T14:40:03.550" v="627" actId="790"/>
          <ac:spMkLst>
            <pc:docMk/>
            <pc:sldMk cId="2258742042" sldId="1167"/>
            <ac:spMk id="2" creationId="{A9A6FF77-D641-4417-92E7-11CC6238BF20}"/>
          </ac:spMkLst>
        </pc:spChg>
        <pc:spChg chg="mod">
          <ac:chgData name="Feist, Ella" userId="992bbaf2-811d-42cb-a4d6-e7fc45e325e8" providerId="ADAL" clId="{D78889FE-F232-48B7-8B9A-2F025D02559A}" dt="2025-05-27T14:40:03.550" v="627" actId="790"/>
          <ac:spMkLst>
            <pc:docMk/>
            <pc:sldMk cId="2258742042" sldId="1167"/>
            <ac:spMk id="3" creationId="{41A51459-CF2E-CDD9-6CAB-3F612B43A055}"/>
          </ac:spMkLst>
        </pc:spChg>
        <pc:spChg chg="mod">
          <ac:chgData name="Feist, Ella" userId="992bbaf2-811d-42cb-a4d6-e7fc45e325e8" providerId="ADAL" clId="{D78889FE-F232-48B7-8B9A-2F025D02559A}" dt="2025-05-27T14:40:03.550" v="627" actId="790"/>
          <ac:spMkLst>
            <pc:docMk/>
            <pc:sldMk cId="2258742042" sldId="1167"/>
            <ac:spMk id="5" creationId="{91A8ED3D-B755-43C9-BCB1-DCF495C0C9DB}"/>
          </ac:spMkLst>
        </pc:spChg>
        <pc:picChg chg="mod">
          <ac:chgData name="Feist, Ella" userId="992bbaf2-811d-42cb-a4d6-e7fc45e325e8" providerId="ADAL" clId="{D78889FE-F232-48B7-8B9A-2F025D02559A}" dt="2025-05-27T14:30:19.036" v="433" actId="1076"/>
          <ac:picMkLst>
            <pc:docMk/>
            <pc:sldMk cId="2258742042" sldId="1167"/>
            <ac:picMk id="6" creationId="{A5E414A6-E357-CF0C-921D-C29615564E90}"/>
          </ac:picMkLst>
        </pc:picChg>
      </pc:sldChg>
      <pc:sldChg chg="modSp mod">
        <pc:chgData name="Feist, Ella" userId="992bbaf2-811d-42cb-a4d6-e7fc45e325e8" providerId="ADAL" clId="{D78889FE-F232-48B7-8B9A-2F025D02559A}" dt="2025-05-27T14:40:03.550" v="627" actId="790"/>
        <pc:sldMkLst>
          <pc:docMk/>
          <pc:sldMk cId="1537399192" sldId="1168"/>
        </pc:sldMkLst>
        <pc:spChg chg="mod">
          <ac:chgData name="Feist, Ella" userId="992bbaf2-811d-42cb-a4d6-e7fc45e325e8" providerId="ADAL" clId="{D78889FE-F232-48B7-8B9A-2F025D02559A}" dt="2025-05-27T14:40:03.550" v="627" actId="790"/>
          <ac:spMkLst>
            <pc:docMk/>
            <pc:sldMk cId="1537399192" sldId="1168"/>
            <ac:spMk id="2" creationId="{A9A6FF77-D641-4417-92E7-11CC6238BF20}"/>
          </ac:spMkLst>
        </pc:spChg>
        <pc:spChg chg="mod">
          <ac:chgData name="Feist, Ella" userId="992bbaf2-811d-42cb-a4d6-e7fc45e325e8" providerId="ADAL" clId="{D78889FE-F232-48B7-8B9A-2F025D02559A}" dt="2025-05-27T14:40:03.550" v="627" actId="790"/>
          <ac:spMkLst>
            <pc:docMk/>
            <pc:sldMk cId="1537399192" sldId="1168"/>
            <ac:spMk id="3" creationId="{0A2E61BE-6F13-EB4E-8A0C-6CBDFA6A39C5}"/>
          </ac:spMkLst>
        </pc:spChg>
        <pc:spChg chg="mod">
          <ac:chgData name="Feist, Ella" userId="992bbaf2-811d-42cb-a4d6-e7fc45e325e8" providerId="ADAL" clId="{D78889FE-F232-48B7-8B9A-2F025D02559A}" dt="2025-05-27T14:40:03.550" v="627" actId="790"/>
          <ac:spMkLst>
            <pc:docMk/>
            <pc:sldMk cId="1537399192" sldId="1168"/>
            <ac:spMk id="5" creationId="{91A8ED3D-B755-43C9-BCB1-DCF495C0C9DB}"/>
          </ac:spMkLst>
        </pc:spChg>
        <pc:spChg chg="mod">
          <ac:chgData name="Feist, Ella" userId="992bbaf2-811d-42cb-a4d6-e7fc45e325e8" providerId="ADAL" clId="{D78889FE-F232-48B7-8B9A-2F025D02559A}" dt="2025-05-27T14:40:03.550" v="627" actId="790"/>
          <ac:spMkLst>
            <pc:docMk/>
            <pc:sldMk cId="1537399192" sldId="1168"/>
            <ac:spMk id="13" creationId="{1E91F1E7-CC43-3B27-D406-4D6533A1C200}"/>
          </ac:spMkLst>
        </pc:spChg>
      </pc:sldChg>
      <pc:sldChg chg="modSp mod">
        <pc:chgData name="Feist, Ella" userId="992bbaf2-811d-42cb-a4d6-e7fc45e325e8" providerId="ADAL" clId="{D78889FE-F232-48B7-8B9A-2F025D02559A}" dt="2025-05-27T14:40:03.550" v="627" actId="790"/>
        <pc:sldMkLst>
          <pc:docMk/>
          <pc:sldMk cId="3649269902" sldId="1169"/>
        </pc:sldMkLst>
        <pc:spChg chg="mod">
          <ac:chgData name="Feist, Ella" userId="992bbaf2-811d-42cb-a4d6-e7fc45e325e8" providerId="ADAL" clId="{D78889FE-F232-48B7-8B9A-2F025D02559A}" dt="2025-05-27T14:40:03.550" v="627" actId="790"/>
          <ac:spMkLst>
            <pc:docMk/>
            <pc:sldMk cId="3649269902" sldId="1169"/>
            <ac:spMk id="2" creationId="{A9A6FF77-D641-4417-92E7-11CC6238BF20}"/>
          </ac:spMkLst>
        </pc:spChg>
        <pc:spChg chg="mod">
          <ac:chgData name="Feist, Ella" userId="992bbaf2-811d-42cb-a4d6-e7fc45e325e8" providerId="ADAL" clId="{D78889FE-F232-48B7-8B9A-2F025D02559A}" dt="2025-05-27T14:40:03.550" v="627" actId="790"/>
          <ac:spMkLst>
            <pc:docMk/>
            <pc:sldMk cId="3649269902" sldId="1169"/>
            <ac:spMk id="4" creationId="{F3EADD9C-59C6-3211-34DA-F341131AC821}"/>
          </ac:spMkLst>
        </pc:spChg>
        <pc:spChg chg="mod">
          <ac:chgData name="Feist, Ella" userId="992bbaf2-811d-42cb-a4d6-e7fc45e325e8" providerId="ADAL" clId="{D78889FE-F232-48B7-8B9A-2F025D02559A}" dt="2025-05-27T14:40:03.550" v="627" actId="790"/>
          <ac:spMkLst>
            <pc:docMk/>
            <pc:sldMk cId="3649269902" sldId="1169"/>
            <ac:spMk id="5" creationId="{91A8ED3D-B755-43C9-BCB1-DCF495C0C9DB}"/>
          </ac:spMkLst>
        </pc:spChg>
      </pc:sldChg>
      <pc:sldChg chg="delSp modSp mod">
        <pc:chgData name="Feist, Ella" userId="992bbaf2-811d-42cb-a4d6-e7fc45e325e8" providerId="ADAL" clId="{D78889FE-F232-48B7-8B9A-2F025D02559A}" dt="2025-05-27T14:40:03.550" v="627" actId="790"/>
        <pc:sldMkLst>
          <pc:docMk/>
          <pc:sldMk cId="2635744065" sldId="1170"/>
        </pc:sldMkLst>
        <pc:spChg chg="mod">
          <ac:chgData name="Feist, Ella" userId="992bbaf2-811d-42cb-a4d6-e7fc45e325e8" providerId="ADAL" clId="{D78889FE-F232-48B7-8B9A-2F025D02559A}" dt="2025-05-27T14:40:03.550" v="627" actId="790"/>
          <ac:spMkLst>
            <pc:docMk/>
            <pc:sldMk cId="2635744065" sldId="1170"/>
            <ac:spMk id="2" creationId="{A9A6FF77-D641-4417-92E7-11CC6238BF20}"/>
          </ac:spMkLst>
        </pc:spChg>
        <pc:spChg chg="mod">
          <ac:chgData name="Feist, Ella" userId="992bbaf2-811d-42cb-a4d6-e7fc45e325e8" providerId="ADAL" clId="{D78889FE-F232-48B7-8B9A-2F025D02559A}" dt="2025-05-27T14:40:03.550" v="627" actId="790"/>
          <ac:spMkLst>
            <pc:docMk/>
            <pc:sldMk cId="2635744065" sldId="1170"/>
            <ac:spMk id="6" creationId="{78EBCD5B-6B23-98B8-C23F-2D83F0E22C28}"/>
          </ac:spMkLst>
        </pc:spChg>
        <pc:graphicFrameChg chg="mod modGraphic">
          <ac:chgData name="Feist, Ella" userId="992bbaf2-811d-42cb-a4d6-e7fc45e325e8" providerId="ADAL" clId="{D78889FE-F232-48B7-8B9A-2F025D02559A}" dt="2025-05-27T14:40:03.550" v="627" actId="790"/>
          <ac:graphicFrameMkLst>
            <pc:docMk/>
            <pc:sldMk cId="2635744065" sldId="1170"/>
            <ac:graphicFrameMk id="3" creationId="{D35E0B81-ECC8-AAF9-67D6-E9FD43F3C440}"/>
          </ac:graphicFrameMkLst>
        </pc:graphicFrameChg>
        <pc:picChg chg="mod">
          <ac:chgData name="Feist, Ella" userId="992bbaf2-811d-42cb-a4d6-e7fc45e325e8" providerId="ADAL" clId="{D78889FE-F232-48B7-8B9A-2F025D02559A}" dt="2025-05-27T14:31:51.145" v="455" actId="1076"/>
          <ac:picMkLst>
            <pc:docMk/>
            <pc:sldMk cId="2635744065" sldId="1170"/>
            <ac:picMk id="9" creationId="{1B5D225C-8034-68BC-D931-049D36B32781}"/>
          </ac:picMkLst>
        </pc:picChg>
      </pc:sldChg>
      <pc:sldChg chg="modSp mod">
        <pc:chgData name="Feist, Ella" userId="992bbaf2-811d-42cb-a4d6-e7fc45e325e8" providerId="ADAL" clId="{D78889FE-F232-48B7-8B9A-2F025D02559A}" dt="2025-05-27T14:40:03.550" v="627" actId="790"/>
        <pc:sldMkLst>
          <pc:docMk/>
          <pc:sldMk cId="304251435" sldId="1172"/>
        </pc:sldMkLst>
        <pc:spChg chg="mod">
          <ac:chgData name="Feist, Ella" userId="992bbaf2-811d-42cb-a4d6-e7fc45e325e8" providerId="ADAL" clId="{D78889FE-F232-48B7-8B9A-2F025D02559A}" dt="2025-05-27T14:40:03.550" v="627" actId="790"/>
          <ac:spMkLst>
            <pc:docMk/>
            <pc:sldMk cId="304251435" sldId="1172"/>
            <ac:spMk id="2" creationId="{A9A6FF77-D641-4417-92E7-11CC6238BF20}"/>
          </ac:spMkLst>
        </pc:spChg>
        <pc:spChg chg="mod">
          <ac:chgData name="Feist, Ella" userId="992bbaf2-811d-42cb-a4d6-e7fc45e325e8" providerId="ADAL" clId="{D78889FE-F232-48B7-8B9A-2F025D02559A}" dt="2025-05-27T14:40:03.550" v="627" actId="790"/>
          <ac:spMkLst>
            <pc:docMk/>
            <pc:sldMk cId="304251435" sldId="1172"/>
            <ac:spMk id="3" creationId="{85F7F422-65B4-2E54-C3F2-CFF5D35D6495}"/>
          </ac:spMkLst>
        </pc:spChg>
        <pc:spChg chg="mod">
          <ac:chgData name="Feist, Ella" userId="992bbaf2-811d-42cb-a4d6-e7fc45e325e8" providerId="ADAL" clId="{D78889FE-F232-48B7-8B9A-2F025D02559A}" dt="2025-05-27T14:40:03.550" v="627" actId="790"/>
          <ac:spMkLst>
            <pc:docMk/>
            <pc:sldMk cId="304251435" sldId="1172"/>
            <ac:spMk id="5" creationId="{91A8ED3D-B755-43C9-BCB1-DCF495C0C9DB}"/>
          </ac:spMkLst>
        </pc:spChg>
        <pc:spChg chg="mod">
          <ac:chgData name="Feist, Ella" userId="992bbaf2-811d-42cb-a4d6-e7fc45e325e8" providerId="ADAL" clId="{D78889FE-F232-48B7-8B9A-2F025D02559A}" dt="2025-05-27T14:40:03.550" v="627" actId="790"/>
          <ac:spMkLst>
            <pc:docMk/>
            <pc:sldMk cId="304251435" sldId="1172"/>
            <ac:spMk id="19" creationId="{F2CD124E-FE3E-F54C-AF03-403962103554}"/>
          </ac:spMkLst>
        </pc:spChg>
        <pc:graphicFrameChg chg="mod modGraphic">
          <ac:chgData name="Feist, Ella" userId="992bbaf2-811d-42cb-a4d6-e7fc45e325e8" providerId="ADAL" clId="{D78889FE-F232-48B7-8B9A-2F025D02559A}" dt="2025-05-27T14:40:03.550" v="627" actId="790"/>
          <ac:graphicFrameMkLst>
            <pc:docMk/>
            <pc:sldMk cId="304251435" sldId="1172"/>
            <ac:graphicFrameMk id="4" creationId="{68D79F30-34F2-2398-2620-4CC1FB30D908}"/>
          </ac:graphicFrameMkLst>
        </pc:graphicFrameChg>
      </pc:sldChg>
      <pc:sldChg chg="modSp mod">
        <pc:chgData name="Feist, Ella" userId="992bbaf2-811d-42cb-a4d6-e7fc45e325e8" providerId="ADAL" clId="{D78889FE-F232-48B7-8B9A-2F025D02559A}" dt="2025-05-27T14:40:03.550" v="627" actId="790"/>
        <pc:sldMkLst>
          <pc:docMk/>
          <pc:sldMk cId="863459634" sldId="1173"/>
        </pc:sldMkLst>
        <pc:spChg chg="mod">
          <ac:chgData name="Feist, Ella" userId="992bbaf2-811d-42cb-a4d6-e7fc45e325e8" providerId="ADAL" clId="{D78889FE-F232-48B7-8B9A-2F025D02559A}" dt="2025-05-27T14:40:03.550" v="627" actId="790"/>
          <ac:spMkLst>
            <pc:docMk/>
            <pc:sldMk cId="863459634" sldId="1173"/>
            <ac:spMk id="2" creationId="{A9A6FF77-D641-4417-92E7-11CC6238BF20}"/>
          </ac:spMkLst>
        </pc:spChg>
        <pc:spChg chg="mod">
          <ac:chgData name="Feist, Ella" userId="992bbaf2-811d-42cb-a4d6-e7fc45e325e8" providerId="ADAL" clId="{D78889FE-F232-48B7-8B9A-2F025D02559A}" dt="2025-05-27T14:40:03.550" v="627" actId="790"/>
          <ac:spMkLst>
            <pc:docMk/>
            <pc:sldMk cId="863459634" sldId="1173"/>
            <ac:spMk id="3" creationId="{02D89221-363B-20EF-8ECA-D241772EC942}"/>
          </ac:spMkLst>
        </pc:spChg>
        <pc:spChg chg="mod">
          <ac:chgData name="Feist, Ella" userId="992bbaf2-811d-42cb-a4d6-e7fc45e325e8" providerId="ADAL" clId="{D78889FE-F232-48B7-8B9A-2F025D02559A}" dt="2025-05-27T14:40:03.550" v="627" actId="790"/>
          <ac:spMkLst>
            <pc:docMk/>
            <pc:sldMk cId="863459634" sldId="1173"/>
            <ac:spMk id="5" creationId="{91A8ED3D-B755-43C9-BCB1-DCF495C0C9DB}"/>
          </ac:spMkLst>
        </pc:spChg>
        <pc:spChg chg="mod">
          <ac:chgData name="Feist, Ella" userId="992bbaf2-811d-42cb-a4d6-e7fc45e325e8" providerId="ADAL" clId="{D78889FE-F232-48B7-8B9A-2F025D02559A}" dt="2025-05-27T14:40:03.550" v="627" actId="790"/>
          <ac:spMkLst>
            <pc:docMk/>
            <pc:sldMk cId="863459634" sldId="1173"/>
            <ac:spMk id="19" creationId="{F2CD124E-FE3E-F54C-AF03-403962103554}"/>
          </ac:spMkLst>
        </pc:spChg>
        <pc:graphicFrameChg chg="mod modGraphic">
          <ac:chgData name="Feist, Ella" userId="992bbaf2-811d-42cb-a4d6-e7fc45e325e8" providerId="ADAL" clId="{D78889FE-F232-48B7-8B9A-2F025D02559A}" dt="2025-05-27T14:40:03.550" v="627" actId="790"/>
          <ac:graphicFrameMkLst>
            <pc:docMk/>
            <pc:sldMk cId="863459634" sldId="1173"/>
            <ac:graphicFrameMk id="4" creationId="{DA6BB665-E2F1-90AB-9354-02AF995D131E}"/>
          </ac:graphicFrameMkLst>
        </pc:graphicFrameChg>
      </pc:sldChg>
      <pc:sldChg chg="modSp mod modClrScheme chgLayout">
        <pc:chgData name="Feist, Ella" userId="992bbaf2-811d-42cb-a4d6-e7fc45e325e8" providerId="ADAL" clId="{D78889FE-F232-48B7-8B9A-2F025D02559A}" dt="2025-05-27T14:40:03.550" v="627" actId="790"/>
        <pc:sldMkLst>
          <pc:docMk/>
          <pc:sldMk cId="219338912" sldId="1175"/>
        </pc:sldMkLst>
        <pc:spChg chg="mod ord">
          <ac:chgData name="Feist, Ella" userId="992bbaf2-811d-42cb-a4d6-e7fc45e325e8" providerId="ADAL" clId="{D78889FE-F232-48B7-8B9A-2F025D02559A}" dt="2025-05-27T14:40:03.550" v="627" actId="790"/>
          <ac:spMkLst>
            <pc:docMk/>
            <pc:sldMk cId="219338912" sldId="1175"/>
            <ac:spMk id="2" creationId="{F111C5DB-635E-4576-A4C3-837B7E452E1E}"/>
          </ac:spMkLst>
        </pc:spChg>
        <pc:spChg chg="mod ord">
          <ac:chgData name="Feist, Ella" userId="992bbaf2-811d-42cb-a4d6-e7fc45e325e8" providerId="ADAL" clId="{D78889FE-F232-48B7-8B9A-2F025D02559A}" dt="2025-05-27T14:40:03.550" v="627" actId="790"/>
          <ac:spMkLst>
            <pc:docMk/>
            <pc:sldMk cId="219338912" sldId="1175"/>
            <ac:spMk id="3" creationId="{69243A8C-DEA3-BC9C-2B49-22CA644D3420}"/>
          </ac:spMkLst>
        </pc:spChg>
        <pc:spChg chg="mod ord">
          <ac:chgData name="Feist, Ella" userId="992bbaf2-811d-42cb-a4d6-e7fc45e325e8" providerId="ADAL" clId="{D78889FE-F232-48B7-8B9A-2F025D02559A}" dt="2025-05-27T14:40:03.550" v="627" actId="790"/>
          <ac:spMkLst>
            <pc:docMk/>
            <pc:sldMk cId="219338912" sldId="1175"/>
            <ac:spMk id="6" creationId="{9ECDB192-E59C-C44D-B6D5-3E31ED8088B5}"/>
          </ac:spMkLst>
        </pc:spChg>
      </pc:sldChg>
      <pc:sldChg chg="modSp mod">
        <pc:chgData name="Feist, Ella" userId="992bbaf2-811d-42cb-a4d6-e7fc45e325e8" providerId="ADAL" clId="{D78889FE-F232-48B7-8B9A-2F025D02559A}" dt="2025-05-27T14:40:03.550" v="627" actId="790"/>
        <pc:sldMkLst>
          <pc:docMk/>
          <pc:sldMk cId="2364961323" sldId="1649"/>
        </pc:sldMkLst>
        <pc:spChg chg="mod">
          <ac:chgData name="Feist, Ella" userId="992bbaf2-811d-42cb-a4d6-e7fc45e325e8" providerId="ADAL" clId="{D78889FE-F232-48B7-8B9A-2F025D02559A}" dt="2025-05-27T14:40:03.550" v="627" actId="790"/>
          <ac:spMkLst>
            <pc:docMk/>
            <pc:sldMk cId="2364961323" sldId="1649"/>
            <ac:spMk id="4" creationId="{00000000-0000-0000-0000-000000000000}"/>
          </ac:spMkLst>
        </pc:spChg>
        <pc:spChg chg="mod">
          <ac:chgData name="Feist, Ella" userId="992bbaf2-811d-42cb-a4d6-e7fc45e325e8" providerId="ADAL" clId="{D78889FE-F232-48B7-8B9A-2F025D02559A}" dt="2025-05-27T14:40:03.550" v="627" actId="790"/>
          <ac:spMkLst>
            <pc:docMk/>
            <pc:sldMk cId="2364961323" sldId="1649"/>
            <ac:spMk id="6" creationId="{00000000-0000-0000-0000-000000000000}"/>
          </ac:spMkLst>
        </pc:spChg>
      </pc:sldChg>
      <pc:sldChg chg="modSp mod">
        <pc:chgData name="Feist, Ella" userId="992bbaf2-811d-42cb-a4d6-e7fc45e325e8" providerId="ADAL" clId="{D78889FE-F232-48B7-8B9A-2F025D02559A}" dt="2025-05-27T14:40:03.550" v="627" actId="790"/>
        <pc:sldMkLst>
          <pc:docMk/>
          <pc:sldMk cId="1759711483" sldId="1650"/>
        </pc:sldMkLst>
        <pc:spChg chg="mod">
          <ac:chgData name="Feist, Ella" userId="992bbaf2-811d-42cb-a4d6-e7fc45e325e8" providerId="ADAL" clId="{D78889FE-F232-48B7-8B9A-2F025D02559A}" dt="2025-05-27T14:40:03.550" v="627" actId="790"/>
          <ac:spMkLst>
            <pc:docMk/>
            <pc:sldMk cId="1759711483" sldId="1650"/>
            <ac:spMk id="2" creationId="{A9A6FF77-D641-4417-92E7-11CC6238BF20}"/>
          </ac:spMkLst>
        </pc:spChg>
        <pc:spChg chg="mod">
          <ac:chgData name="Feist, Ella" userId="992bbaf2-811d-42cb-a4d6-e7fc45e325e8" providerId="ADAL" clId="{D78889FE-F232-48B7-8B9A-2F025D02559A}" dt="2025-05-27T14:40:03.550" v="627" actId="790"/>
          <ac:spMkLst>
            <pc:docMk/>
            <pc:sldMk cId="1759711483" sldId="1650"/>
            <ac:spMk id="3" creationId="{0E7E290A-A502-B6D0-8CCE-6420A284E0E1}"/>
          </ac:spMkLst>
        </pc:spChg>
        <pc:spChg chg="mod">
          <ac:chgData name="Feist, Ella" userId="992bbaf2-811d-42cb-a4d6-e7fc45e325e8" providerId="ADAL" clId="{D78889FE-F232-48B7-8B9A-2F025D02559A}" dt="2025-05-27T14:40:03.550" v="627" actId="790"/>
          <ac:spMkLst>
            <pc:docMk/>
            <pc:sldMk cId="1759711483" sldId="1650"/>
            <ac:spMk id="5" creationId="{91A8ED3D-B755-43C9-BCB1-DCF495C0C9DB}"/>
          </ac:spMkLst>
        </pc:spChg>
      </pc:sldChg>
      <pc:sldChg chg="delSp modSp mod">
        <pc:chgData name="Feist, Ella" userId="992bbaf2-811d-42cb-a4d6-e7fc45e325e8" providerId="ADAL" clId="{D78889FE-F232-48B7-8B9A-2F025D02559A}" dt="2025-05-27T14:40:03.550" v="627" actId="790"/>
        <pc:sldMkLst>
          <pc:docMk/>
          <pc:sldMk cId="38713728" sldId="1651"/>
        </pc:sldMkLst>
        <pc:spChg chg="mod">
          <ac:chgData name="Feist, Ella" userId="992bbaf2-811d-42cb-a4d6-e7fc45e325e8" providerId="ADAL" clId="{D78889FE-F232-48B7-8B9A-2F025D02559A}" dt="2025-05-27T14:40:03.550" v="627" actId="790"/>
          <ac:spMkLst>
            <pc:docMk/>
            <pc:sldMk cId="38713728" sldId="1651"/>
            <ac:spMk id="2" creationId="{A9A6FF77-D641-4417-92E7-11CC6238BF20}"/>
          </ac:spMkLst>
        </pc:spChg>
        <pc:spChg chg="mod">
          <ac:chgData name="Feist, Ella" userId="992bbaf2-811d-42cb-a4d6-e7fc45e325e8" providerId="ADAL" clId="{D78889FE-F232-48B7-8B9A-2F025D02559A}" dt="2025-05-27T14:40:03.550" v="627" actId="790"/>
          <ac:spMkLst>
            <pc:docMk/>
            <pc:sldMk cId="38713728" sldId="1651"/>
            <ac:spMk id="6" creationId="{78EBCD5B-6B23-98B8-C23F-2D83F0E22C28}"/>
          </ac:spMkLst>
        </pc:spChg>
        <pc:spChg chg="mod">
          <ac:chgData name="Feist, Ella" userId="992bbaf2-811d-42cb-a4d6-e7fc45e325e8" providerId="ADAL" clId="{D78889FE-F232-48B7-8B9A-2F025D02559A}" dt="2025-05-27T14:40:03.550" v="627" actId="790"/>
          <ac:spMkLst>
            <pc:docMk/>
            <pc:sldMk cId="38713728" sldId="1651"/>
            <ac:spMk id="10" creationId="{996574AF-7D92-A9A3-38F1-C840AD002CF9}"/>
          </ac:spMkLst>
        </pc:spChg>
        <pc:graphicFrameChg chg="mod modGraphic">
          <ac:chgData name="Feist, Ella" userId="992bbaf2-811d-42cb-a4d6-e7fc45e325e8" providerId="ADAL" clId="{D78889FE-F232-48B7-8B9A-2F025D02559A}" dt="2025-05-27T14:40:03.550" v="627" actId="790"/>
          <ac:graphicFrameMkLst>
            <pc:docMk/>
            <pc:sldMk cId="38713728" sldId="1651"/>
            <ac:graphicFrameMk id="5" creationId="{69E5D000-3B5A-31BF-5181-F329249B8376}"/>
          </ac:graphicFrameMkLst>
        </pc:graphicFrameChg>
        <pc:picChg chg="mod">
          <ac:chgData name="Feist, Ella" userId="992bbaf2-811d-42cb-a4d6-e7fc45e325e8" providerId="ADAL" clId="{D78889FE-F232-48B7-8B9A-2F025D02559A}" dt="2025-05-27T14:32:48.394" v="477" actId="1076"/>
          <ac:picMkLst>
            <pc:docMk/>
            <pc:sldMk cId="38713728" sldId="1651"/>
            <ac:picMk id="12" creationId="{5F03DC4E-057F-39C2-D2D6-37B0513DA6B5}"/>
          </ac:picMkLst>
        </pc:picChg>
      </pc:sldChg>
      <pc:sldChg chg="delSp modSp mod">
        <pc:chgData name="Feist, Ella" userId="992bbaf2-811d-42cb-a4d6-e7fc45e325e8" providerId="ADAL" clId="{D78889FE-F232-48B7-8B9A-2F025D02559A}" dt="2025-05-27T15:07:53.192" v="635" actId="478"/>
        <pc:sldMkLst>
          <pc:docMk/>
          <pc:sldMk cId="1612935615" sldId="1652"/>
        </pc:sldMkLst>
        <pc:spChg chg="mod">
          <ac:chgData name="Feist, Ella" userId="992bbaf2-811d-42cb-a4d6-e7fc45e325e8" providerId="ADAL" clId="{D78889FE-F232-48B7-8B9A-2F025D02559A}" dt="2025-05-27T14:40:03.550" v="627" actId="790"/>
          <ac:spMkLst>
            <pc:docMk/>
            <pc:sldMk cId="1612935615" sldId="1652"/>
            <ac:spMk id="5" creationId="{674FD266-CD07-12D1-1236-652B0783DA0D}"/>
          </ac:spMkLst>
        </pc:spChg>
        <pc:spChg chg="mod">
          <ac:chgData name="Feist, Ella" userId="992bbaf2-811d-42cb-a4d6-e7fc45e325e8" providerId="ADAL" clId="{D78889FE-F232-48B7-8B9A-2F025D02559A}" dt="2025-05-27T14:40:03.550" v="627" actId="790"/>
          <ac:spMkLst>
            <pc:docMk/>
            <pc:sldMk cId="1612935615" sldId="1652"/>
            <ac:spMk id="6" creationId="{47F68C9E-B8EE-7FF7-E017-40A227D1FC42}"/>
          </ac:spMkLst>
        </pc:spChg>
      </pc:sldChg>
      <pc:sldChg chg="modSp mod">
        <pc:chgData name="Feist, Ella" userId="992bbaf2-811d-42cb-a4d6-e7fc45e325e8" providerId="ADAL" clId="{D78889FE-F232-48B7-8B9A-2F025D02559A}" dt="2025-05-27T14:40:03.550" v="627" actId="790"/>
        <pc:sldMkLst>
          <pc:docMk/>
          <pc:sldMk cId="933964119" sldId="1653"/>
        </pc:sldMkLst>
        <pc:spChg chg="mod">
          <ac:chgData name="Feist, Ella" userId="992bbaf2-811d-42cb-a4d6-e7fc45e325e8" providerId="ADAL" clId="{D78889FE-F232-48B7-8B9A-2F025D02559A}" dt="2025-05-27T14:40:03.550" v="627" actId="790"/>
          <ac:spMkLst>
            <pc:docMk/>
            <pc:sldMk cId="933964119" sldId="1653"/>
            <ac:spMk id="2" creationId="{3F59AC61-7E19-3E75-A478-C889365499A9}"/>
          </ac:spMkLst>
        </pc:spChg>
        <pc:spChg chg="mod">
          <ac:chgData name="Feist, Ella" userId="992bbaf2-811d-42cb-a4d6-e7fc45e325e8" providerId="ADAL" clId="{D78889FE-F232-48B7-8B9A-2F025D02559A}" dt="2025-05-27T14:40:03.550" v="627" actId="790"/>
          <ac:spMkLst>
            <pc:docMk/>
            <pc:sldMk cId="933964119" sldId="1653"/>
            <ac:spMk id="3" creationId="{9AA61819-38B6-9397-0E59-38B642994E7A}"/>
          </ac:spMkLst>
        </pc:spChg>
        <pc:spChg chg="mod">
          <ac:chgData name="Feist, Ella" userId="992bbaf2-811d-42cb-a4d6-e7fc45e325e8" providerId="ADAL" clId="{D78889FE-F232-48B7-8B9A-2F025D02559A}" dt="2025-05-27T14:40:03.550" v="627" actId="790"/>
          <ac:spMkLst>
            <pc:docMk/>
            <pc:sldMk cId="933964119" sldId="1653"/>
            <ac:spMk id="5" creationId="{ACDC6486-657C-9706-1724-3017A6922B85}"/>
          </ac:spMkLst>
        </pc:spChg>
        <pc:spChg chg="mod">
          <ac:chgData name="Feist, Ella" userId="992bbaf2-811d-42cb-a4d6-e7fc45e325e8" providerId="ADAL" clId="{D78889FE-F232-48B7-8B9A-2F025D02559A}" dt="2025-05-27T14:40:03.550" v="627" actId="790"/>
          <ac:spMkLst>
            <pc:docMk/>
            <pc:sldMk cId="933964119" sldId="1653"/>
            <ac:spMk id="7" creationId="{1E5332ED-D42A-6A24-1540-9A9556F56BA3}"/>
          </ac:spMkLst>
        </pc:spChg>
        <pc:graphicFrameChg chg="mod modGraphic">
          <ac:chgData name="Feist, Ella" userId="992bbaf2-811d-42cb-a4d6-e7fc45e325e8" providerId="ADAL" clId="{D78889FE-F232-48B7-8B9A-2F025D02559A}" dt="2025-05-27T14:40:03.550" v="627" actId="790"/>
          <ac:graphicFrameMkLst>
            <pc:docMk/>
            <pc:sldMk cId="933964119" sldId="1653"/>
            <ac:graphicFrameMk id="4" creationId="{ECC913ED-59A6-7E4B-0B02-E600FC3D2573}"/>
          </ac:graphicFrameMkLst>
        </pc:graphicFrameChg>
      </pc:sldChg>
      <pc:sldChg chg="delSp modSp mod">
        <pc:chgData name="Feist, Ella" userId="992bbaf2-811d-42cb-a4d6-e7fc45e325e8" providerId="ADAL" clId="{D78889FE-F232-48B7-8B9A-2F025D02559A}" dt="2025-05-27T15:08:02.518" v="637" actId="478"/>
        <pc:sldMkLst>
          <pc:docMk/>
          <pc:sldMk cId="3668315459" sldId="1654"/>
        </pc:sldMkLst>
        <pc:spChg chg="mod">
          <ac:chgData name="Feist, Ella" userId="992bbaf2-811d-42cb-a4d6-e7fc45e325e8" providerId="ADAL" clId="{D78889FE-F232-48B7-8B9A-2F025D02559A}" dt="2025-05-27T14:40:03.550" v="627" actId="790"/>
          <ac:spMkLst>
            <pc:docMk/>
            <pc:sldMk cId="3668315459" sldId="1654"/>
            <ac:spMk id="5" creationId="{040C3B6C-F8DB-CA2B-EDDA-E81C914D8733}"/>
          </ac:spMkLst>
        </pc:spChg>
        <pc:spChg chg="mod">
          <ac:chgData name="Feist, Ella" userId="992bbaf2-811d-42cb-a4d6-e7fc45e325e8" providerId="ADAL" clId="{D78889FE-F232-48B7-8B9A-2F025D02559A}" dt="2025-05-27T14:40:03.550" v="627" actId="790"/>
          <ac:spMkLst>
            <pc:docMk/>
            <pc:sldMk cId="3668315459" sldId="1654"/>
            <ac:spMk id="6" creationId="{11B4059D-1B56-EBFA-564D-ED25705963D2}"/>
          </ac:spMkLst>
        </pc:spChg>
      </pc:sldChg>
      <pc:sldChg chg="addSp delSp modSp mod chgLayout">
        <pc:chgData name="Feist, Ella" userId="992bbaf2-811d-42cb-a4d6-e7fc45e325e8" providerId="ADAL" clId="{D78889FE-F232-48B7-8B9A-2F025D02559A}" dt="2025-05-28T07:53:47.751" v="641" actId="20577"/>
        <pc:sldMkLst>
          <pc:docMk/>
          <pc:sldMk cId="3398879138" sldId="1655"/>
        </pc:sldMkLst>
        <pc:spChg chg="mod ord">
          <ac:chgData name="Feist, Ella" userId="992bbaf2-811d-42cb-a4d6-e7fc45e325e8" providerId="ADAL" clId="{D78889FE-F232-48B7-8B9A-2F025D02559A}" dt="2025-05-27T14:40:03.550" v="627" actId="790"/>
          <ac:spMkLst>
            <pc:docMk/>
            <pc:sldMk cId="3398879138" sldId="1655"/>
            <ac:spMk id="4" creationId="{E9C5A723-C0B1-124B-8CB6-AA3105C9A4E6}"/>
          </ac:spMkLst>
        </pc:spChg>
        <pc:spChg chg="mod ord">
          <ac:chgData name="Feist, Ella" userId="992bbaf2-811d-42cb-a4d6-e7fc45e325e8" providerId="ADAL" clId="{D78889FE-F232-48B7-8B9A-2F025D02559A}" dt="2025-05-28T07:53:47.751" v="641" actId="20577"/>
          <ac:spMkLst>
            <pc:docMk/>
            <pc:sldMk cId="3398879138" sldId="1655"/>
            <ac:spMk id="5" creationId="{EDC045F9-074A-BFE7-CA0E-B53E2B7463E5}"/>
          </ac:spMkLst>
        </pc:spChg>
      </pc:sldChg>
      <pc:sldMasterChg chg="del delSldLayout">
        <pc:chgData name="Feist, Ella" userId="992bbaf2-811d-42cb-a4d6-e7fc45e325e8" providerId="ADAL" clId="{D78889FE-F232-48B7-8B9A-2F025D02559A}" dt="2025-05-27T14:06:03.404" v="3"/>
        <pc:sldMasterMkLst>
          <pc:docMk/>
          <pc:sldMasterMk cId="1433300368" sldId="2147483799"/>
        </pc:sldMasterMkLst>
        <pc:sldLayoutChg chg="del">
          <pc:chgData name="Feist, Ella" userId="992bbaf2-811d-42cb-a4d6-e7fc45e325e8" providerId="ADAL" clId="{D78889FE-F232-48B7-8B9A-2F025D02559A}" dt="2025-05-27T14:06:03.404" v="3"/>
          <pc:sldLayoutMkLst>
            <pc:docMk/>
            <pc:sldMasterMk cId="1433300368" sldId="2147483799"/>
            <pc:sldLayoutMk cId="1527291370" sldId="2147483818"/>
          </pc:sldLayoutMkLst>
        </pc:sldLayoutChg>
        <pc:sldLayoutChg chg="del">
          <pc:chgData name="Feist, Ella" userId="992bbaf2-811d-42cb-a4d6-e7fc45e325e8" providerId="ADAL" clId="{D78889FE-F232-48B7-8B9A-2F025D02559A}" dt="2025-05-27T14:06:03.404" v="3"/>
          <pc:sldLayoutMkLst>
            <pc:docMk/>
            <pc:sldMasterMk cId="1433300368" sldId="2147483799"/>
            <pc:sldLayoutMk cId="3562340024" sldId="2147483819"/>
          </pc:sldLayoutMkLst>
        </pc:sldLayoutChg>
        <pc:sldLayoutChg chg="del">
          <pc:chgData name="Feist, Ella" userId="992bbaf2-811d-42cb-a4d6-e7fc45e325e8" providerId="ADAL" clId="{D78889FE-F232-48B7-8B9A-2F025D02559A}" dt="2025-05-27T14:06:03.404" v="3"/>
          <pc:sldLayoutMkLst>
            <pc:docMk/>
            <pc:sldMasterMk cId="1433300368" sldId="2147483799"/>
            <pc:sldLayoutMk cId="520181862" sldId="2147483820"/>
          </pc:sldLayoutMkLst>
        </pc:sldLayoutChg>
      </pc:sldMasterChg>
      <pc:sldMasterChg chg="del delSldLayout">
        <pc:chgData name="Feist, Ella" userId="992bbaf2-811d-42cb-a4d6-e7fc45e325e8" providerId="ADAL" clId="{D78889FE-F232-48B7-8B9A-2F025D02559A}" dt="2025-05-27T14:06:03.404" v="3"/>
        <pc:sldMasterMkLst>
          <pc:docMk/>
          <pc:sldMasterMk cId="4045664613" sldId="2147483821"/>
        </pc:sldMasterMkLst>
        <pc:sldLayoutChg chg="del">
          <pc:chgData name="Feist, Ella" userId="992bbaf2-811d-42cb-a4d6-e7fc45e325e8" providerId="ADAL" clId="{D78889FE-F232-48B7-8B9A-2F025D02559A}" dt="2025-05-27T14:06:03.404" v="3"/>
          <pc:sldLayoutMkLst>
            <pc:docMk/>
            <pc:sldMasterMk cId="4045664613" sldId="2147483821"/>
            <pc:sldLayoutMk cId="1659487629" sldId="2147483822"/>
          </pc:sldLayoutMkLst>
        </pc:sldLayoutChg>
        <pc:sldLayoutChg chg="del">
          <pc:chgData name="Feist, Ella" userId="992bbaf2-811d-42cb-a4d6-e7fc45e325e8" providerId="ADAL" clId="{D78889FE-F232-48B7-8B9A-2F025D02559A}" dt="2025-05-27T14:06:03.404" v="3"/>
          <pc:sldLayoutMkLst>
            <pc:docMk/>
            <pc:sldMasterMk cId="4045664613" sldId="2147483821"/>
            <pc:sldLayoutMk cId="3209770388" sldId="2147483823"/>
          </pc:sldLayoutMkLst>
        </pc:sldLayoutChg>
        <pc:sldLayoutChg chg="del">
          <pc:chgData name="Feist, Ella" userId="992bbaf2-811d-42cb-a4d6-e7fc45e325e8" providerId="ADAL" clId="{D78889FE-F232-48B7-8B9A-2F025D02559A}" dt="2025-05-27T14:06:03.404" v="3"/>
          <pc:sldLayoutMkLst>
            <pc:docMk/>
            <pc:sldMasterMk cId="4045664613" sldId="2147483821"/>
            <pc:sldLayoutMk cId="2989585299" sldId="2147483824"/>
          </pc:sldLayoutMkLst>
        </pc:sldLayoutChg>
        <pc:sldLayoutChg chg="del">
          <pc:chgData name="Feist, Ella" userId="992bbaf2-811d-42cb-a4d6-e7fc45e325e8" providerId="ADAL" clId="{D78889FE-F232-48B7-8B9A-2F025D02559A}" dt="2025-05-27T14:06:03.404" v="3"/>
          <pc:sldLayoutMkLst>
            <pc:docMk/>
            <pc:sldMasterMk cId="4045664613" sldId="2147483821"/>
            <pc:sldLayoutMk cId="771702010" sldId="2147483825"/>
          </pc:sldLayoutMkLst>
        </pc:sldLayoutChg>
      </pc:sldMasterChg>
      <pc:sldMasterChg chg="del delSldLayout">
        <pc:chgData name="Feist, Ella" userId="992bbaf2-811d-42cb-a4d6-e7fc45e325e8" providerId="ADAL" clId="{D78889FE-F232-48B7-8B9A-2F025D02559A}" dt="2025-05-27T14:06:03.404" v="3"/>
        <pc:sldMasterMkLst>
          <pc:docMk/>
          <pc:sldMasterMk cId="3391850710" sldId="2147483826"/>
        </pc:sldMasterMkLst>
        <pc:sldLayoutChg chg="del">
          <pc:chgData name="Feist, Ella" userId="992bbaf2-811d-42cb-a4d6-e7fc45e325e8" providerId="ADAL" clId="{D78889FE-F232-48B7-8B9A-2F025D02559A}" dt="2025-05-27T14:06:03.404" v="3"/>
          <pc:sldLayoutMkLst>
            <pc:docMk/>
            <pc:sldMasterMk cId="3391850710" sldId="2147483826"/>
            <pc:sldLayoutMk cId="186167143" sldId="2147483827"/>
          </pc:sldLayoutMkLst>
        </pc:sldLayoutChg>
        <pc:sldLayoutChg chg="del">
          <pc:chgData name="Feist, Ella" userId="992bbaf2-811d-42cb-a4d6-e7fc45e325e8" providerId="ADAL" clId="{D78889FE-F232-48B7-8B9A-2F025D02559A}" dt="2025-05-27T14:06:03.404" v="3"/>
          <pc:sldLayoutMkLst>
            <pc:docMk/>
            <pc:sldMasterMk cId="3391850710" sldId="2147483826"/>
            <pc:sldLayoutMk cId="4273777609" sldId="2147483828"/>
          </pc:sldLayoutMkLst>
        </pc:sldLayoutChg>
        <pc:sldLayoutChg chg="del">
          <pc:chgData name="Feist, Ella" userId="992bbaf2-811d-42cb-a4d6-e7fc45e325e8" providerId="ADAL" clId="{D78889FE-F232-48B7-8B9A-2F025D02559A}" dt="2025-05-27T14:06:03.404" v="3"/>
          <pc:sldLayoutMkLst>
            <pc:docMk/>
            <pc:sldMasterMk cId="3391850710" sldId="2147483826"/>
            <pc:sldLayoutMk cId="928190420" sldId="2147483829"/>
          </pc:sldLayoutMkLst>
        </pc:sldLayoutChg>
        <pc:sldLayoutChg chg="del">
          <pc:chgData name="Feist, Ella" userId="992bbaf2-811d-42cb-a4d6-e7fc45e325e8" providerId="ADAL" clId="{D78889FE-F232-48B7-8B9A-2F025D02559A}" dt="2025-05-27T14:06:03.404" v="3"/>
          <pc:sldLayoutMkLst>
            <pc:docMk/>
            <pc:sldMasterMk cId="3391850710" sldId="2147483826"/>
            <pc:sldLayoutMk cId="778525727" sldId="2147483830"/>
          </pc:sldLayoutMkLst>
        </pc:sldLayoutChg>
      </pc:sldMasterChg>
      <pc:sldMasterChg chg="del delSldLayout">
        <pc:chgData name="Feist, Ella" userId="992bbaf2-811d-42cb-a4d6-e7fc45e325e8" providerId="ADAL" clId="{D78889FE-F232-48B7-8B9A-2F025D02559A}" dt="2025-05-27T14:06:03.404" v="3"/>
        <pc:sldMasterMkLst>
          <pc:docMk/>
          <pc:sldMasterMk cId="3899971177" sldId="2147483831"/>
        </pc:sldMasterMkLst>
        <pc:sldLayoutChg chg="del">
          <pc:chgData name="Feist, Ella" userId="992bbaf2-811d-42cb-a4d6-e7fc45e325e8" providerId="ADAL" clId="{D78889FE-F232-48B7-8B9A-2F025D02559A}" dt="2025-05-27T14:06:03.404" v="3"/>
          <pc:sldLayoutMkLst>
            <pc:docMk/>
            <pc:sldMasterMk cId="3899971177" sldId="2147483831"/>
            <pc:sldLayoutMk cId="1296847754" sldId="2147483832"/>
          </pc:sldLayoutMkLst>
        </pc:sldLayoutChg>
        <pc:sldLayoutChg chg="del">
          <pc:chgData name="Feist, Ella" userId="992bbaf2-811d-42cb-a4d6-e7fc45e325e8" providerId="ADAL" clId="{D78889FE-F232-48B7-8B9A-2F025D02559A}" dt="2025-05-27T14:06:03.404" v="3"/>
          <pc:sldLayoutMkLst>
            <pc:docMk/>
            <pc:sldMasterMk cId="3899971177" sldId="2147483831"/>
            <pc:sldLayoutMk cId="2124554007" sldId="2147483833"/>
          </pc:sldLayoutMkLst>
        </pc:sldLayoutChg>
        <pc:sldLayoutChg chg="del">
          <pc:chgData name="Feist, Ella" userId="992bbaf2-811d-42cb-a4d6-e7fc45e325e8" providerId="ADAL" clId="{D78889FE-F232-48B7-8B9A-2F025D02559A}" dt="2025-05-27T14:06:03.404" v="3"/>
          <pc:sldLayoutMkLst>
            <pc:docMk/>
            <pc:sldMasterMk cId="3899971177" sldId="2147483831"/>
            <pc:sldLayoutMk cId="2692646997" sldId="2147483834"/>
          </pc:sldLayoutMkLst>
        </pc:sldLayoutChg>
        <pc:sldLayoutChg chg="del">
          <pc:chgData name="Feist, Ella" userId="992bbaf2-811d-42cb-a4d6-e7fc45e325e8" providerId="ADAL" clId="{D78889FE-F232-48B7-8B9A-2F025D02559A}" dt="2025-05-27T14:06:03.404" v="3"/>
          <pc:sldLayoutMkLst>
            <pc:docMk/>
            <pc:sldMasterMk cId="3899971177" sldId="2147483831"/>
            <pc:sldLayoutMk cId="164223612" sldId="2147483835"/>
          </pc:sldLayoutMkLst>
        </pc:sldLayoutChg>
      </pc:sldMasterChg>
      <pc:sldMasterChg chg="del delSldLayout">
        <pc:chgData name="Feist, Ella" userId="992bbaf2-811d-42cb-a4d6-e7fc45e325e8" providerId="ADAL" clId="{D78889FE-F232-48B7-8B9A-2F025D02559A}" dt="2025-05-27T14:06:03.404" v="3"/>
        <pc:sldMasterMkLst>
          <pc:docMk/>
          <pc:sldMasterMk cId="4061346496" sldId="2147483836"/>
        </pc:sldMasterMkLst>
        <pc:sldLayoutChg chg="del">
          <pc:chgData name="Feist, Ella" userId="992bbaf2-811d-42cb-a4d6-e7fc45e325e8" providerId="ADAL" clId="{D78889FE-F232-48B7-8B9A-2F025D02559A}" dt="2025-05-27T14:06:03.404" v="3"/>
          <pc:sldLayoutMkLst>
            <pc:docMk/>
            <pc:sldMasterMk cId="4061346496" sldId="2147483836"/>
            <pc:sldLayoutMk cId="1342340652" sldId="2147483837"/>
          </pc:sldLayoutMkLst>
        </pc:sldLayoutChg>
        <pc:sldLayoutChg chg="del">
          <pc:chgData name="Feist, Ella" userId="992bbaf2-811d-42cb-a4d6-e7fc45e325e8" providerId="ADAL" clId="{D78889FE-F232-48B7-8B9A-2F025D02559A}" dt="2025-05-27T14:06:03.404" v="3"/>
          <pc:sldLayoutMkLst>
            <pc:docMk/>
            <pc:sldMasterMk cId="4061346496" sldId="2147483836"/>
            <pc:sldLayoutMk cId="1129306061" sldId="2147483838"/>
          </pc:sldLayoutMkLst>
        </pc:sldLayoutChg>
        <pc:sldLayoutChg chg="del">
          <pc:chgData name="Feist, Ella" userId="992bbaf2-811d-42cb-a4d6-e7fc45e325e8" providerId="ADAL" clId="{D78889FE-F232-48B7-8B9A-2F025D02559A}" dt="2025-05-27T14:06:03.404" v="3"/>
          <pc:sldLayoutMkLst>
            <pc:docMk/>
            <pc:sldMasterMk cId="4061346496" sldId="2147483836"/>
            <pc:sldLayoutMk cId="291058354" sldId="2147483839"/>
          </pc:sldLayoutMkLst>
        </pc:sldLayoutChg>
        <pc:sldLayoutChg chg="del">
          <pc:chgData name="Feist, Ella" userId="992bbaf2-811d-42cb-a4d6-e7fc45e325e8" providerId="ADAL" clId="{D78889FE-F232-48B7-8B9A-2F025D02559A}" dt="2025-05-27T14:06:03.404" v="3"/>
          <pc:sldLayoutMkLst>
            <pc:docMk/>
            <pc:sldMasterMk cId="4061346496" sldId="2147483836"/>
            <pc:sldLayoutMk cId="1057880355" sldId="2147483840"/>
          </pc:sldLayoutMkLst>
        </pc:sldLayoutChg>
      </pc:sldMasterChg>
      <pc:sldMasterChg chg="del delSldLayout">
        <pc:chgData name="Feist, Ella" userId="992bbaf2-811d-42cb-a4d6-e7fc45e325e8" providerId="ADAL" clId="{D78889FE-F232-48B7-8B9A-2F025D02559A}" dt="2025-05-27T14:06:03.404" v="3"/>
        <pc:sldMasterMkLst>
          <pc:docMk/>
          <pc:sldMasterMk cId="1513994161" sldId="2147483841"/>
        </pc:sldMasterMkLst>
        <pc:sldLayoutChg chg="del">
          <pc:chgData name="Feist, Ella" userId="992bbaf2-811d-42cb-a4d6-e7fc45e325e8" providerId="ADAL" clId="{D78889FE-F232-48B7-8B9A-2F025D02559A}" dt="2025-05-27T14:06:03.404" v="3"/>
          <pc:sldLayoutMkLst>
            <pc:docMk/>
            <pc:sldMasterMk cId="1513994161" sldId="2147483841"/>
            <pc:sldLayoutMk cId="2408842378" sldId="2147483842"/>
          </pc:sldLayoutMkLst>
        </pc:sldLayoutChg>
        <pc:sldLayoutChg chg="del">
          <pc:chgData name="Feist, Ella" userId="992bbaf2-811d-42cb-a4d6-e7fc45e325e8" providerId="ADAL" clId="{D78889FE-F232-48B7-8B9A-2F025D02559A}" dt="2025-05-27T14:06:03.404" v="3"/>
          <pc:sldLayoutMkLst>
            <pc:docMk/>
            <pc:sldMasterMk cId="1513994161" sldId="2147483841"/>
            <pc:sldLayoutMk cId="3257542985" sldId="2147483843"/>
          </pc:sldLayoutMkLst>
        </pc:sldLayoutChg>
        <pc:sldLayoutChg chg="del">
          <pc:chgData name="Feist, Ella" userId="992bbaf2-811d-42cb-a4d6-e7fc45e325e8" providerId="ADAL" clId="{D78889FE-F232-48B7-8B9A-2F025D02559A}" dt="2025-05-27T14:06:03.404" v="3"/>
          <pc:sldLayoutMkLst>
            <pc:docMk/>
            <pc:sldMasterMk cId="1513994161" sldId="2147483841"/>
            <pc:sldLayoutMk cId="57802930" sldId="2147483844"/>
          </pc:sldLayoutMkLst>
        </pc:sldLayoutChg>
        <pc:sldLayoutChg chg="del">
          <pc:chgData name="Feist, Ella" userId="992bbaf2-811d-42cb-a4d6-e7fc45e325e8" providerId="ADAL" clId="{D78889FE-F232-48B7-8B9A-2F025D02559A}" dt="2025-05-27T14:06:03.404" v="3"/>
          <pc:sldLayoutMkLst>
            <pc:docMk/>
            <pc:sldMasterMk cId="1513994161" sldId="2147483841"/>
            <pc:sldLayoutMk cId="892830820" sldId="2147483845"/>
          </pc:sldLayoutMkLst>
        </pc:sldLayoutChg>
      </pc:sldMasterChg>
      <pc:sldMasterChg chg="del delSldLayout">
        <pc:chgData name="Feist, Ella" userId="992bbaf2-811d-42cb-a4d6-e7fc45e325e8" providerId="ADAL" clId="{D78889FE-F232-48B7-8B9A-2F025D02559A}" dt="2025-05-27T14:06:03.404" v="3"/>
        <pc:sldMasterMkLst>
          <pc:docMk/>
          <pc:sldMasterMk cId="1256176808" sldId="2147483846"/>
        </pc:sldMasterMkLst>
        <pc:sldLayoutChg chg="del">
          <pc:chgData name="Feist, Ella" userId="992bbaf2-811d-42cb-a4d6-e7fc45e325e8" providerId="ADAL" clId="{D78889FE-F232-48B7-8B9A-2F025D02559A}" dt="2025-05-27T14:06:03.404" v="3"/>
          <pc:sldLayoutMkLst>
            <pc:docMk/>
            <pc:sldMasterMk cId="1256176808" sldId="2147483846"/>
            <pc:sldLayoutMk cId="1930662052" sldId="2147483847"/>
          </pc:sldLayoutMkLst>
        </pc:sldLayoutChg>
        <pc:sldLayoutChg chg="del">
          <pc:chgData name="Feist, Ella" userId="992bbaf2-811d-42cb-a4d6-e7fc45e325e8" providerId="ADAL" clId="{D78889FE-F232-48B7-8B9A-2F025D02559A}" dt="2025-05-27T14:06:03.404" v="3"/>
          <pc:sldLayoutMkLst>
            <pc:docMk/>
            <pc:sldMasterMk cId="1256176808" sldId="2147483846"/>
            <pc:sldLayoutMk cId="2862166332" sldId="2147483848"/>
          </pc:sldLayoutMkLst>
        </pc:sldLayoutChg>
        <pc:sldLayoutChg chg="del">
          <pc:chgData name="Feist, Ella" userId="992bbaf2-811d-42cb-a4d6-e7fc45e325e8" providerId="ADAL" clId="{D78889FE-F232-48B7-8B9A-2F025D02559A}" dt="2025-05-27T14:06:03.404" v="3"/>
          <pc:sldLayoutMkLst>
            <pc:docMk/>
            <pc:sldMasterMk cId="1256176808" sldId="2147483846"/>
            <pc:sldLayoutMk cId="4243011970" sldId="2147483849"/>
          </pc:sldLayoutMkLst>
        </pc:sldLayoutChg>
        <pc:sldLayoutChg chg="del">
          <pc:chgData name="Feist, Ella" userId="992bbaf2-811d-42cb-a4d6-e7fc45e325e8" providerId="ADAL" clId="{D78889FE-F232-48B7-8B9A-2F025D02559A}" dt="2025-05-27T14:06:03.404" v="3"/>
          <pc:sldLayoutMkLst>
            <pc:docMk/>
            <pc:sldMasterMk cId="1256176808" sldId="2147483846"/>
            <pc:sldLayoutMk cId="787685289" sldId="2147483850"/>
          </pc:sldLayoutMkLst>
        </pc:sldLayoutChg>
      </pc:sldMasterChg>
      <pc:sldMasterChg chg="del delSldLayout">
        <pc:chgData name="Feist, Ella" userId="992bbaf2-811d-42cb-a4d6-e7fc45e325e8" providerId="ADAL" clId="{D78889FE-F232-48B7-8B9A-2F025D02559A}" dt="2025-05-27T14:06:03.404" v="3"/>
        <pc:sldMasterMkLst>
          <pc:docMk/>
          <pc:sldMasterMk cId="537580445" sldId="2147483941"/>
        </pc:sldMasterMkLst>
        <pc:sldLayoutChg chg="del">
          <pc:chgData name="Feist, Ella" userId="992bbaf2-811d-42cb-a4d6-e7fc45e325e8" providerId="ADAL" clId="{D78889FE-F232-48B7-8B9A-2F025D02559A}" dt="2025-05-27T14:06:03.404" v="3"/>
          <pc:sldLayoutMkLst>
            <pc:docMk/>
            <pc:sldMasterMk cId="537580445" sldId="2147483941"/>
            <pc:sldLayoutMk cId="3655050728" sldId="2147483942"/>
          </pc:sldLayoutMkLst>
        </pc:sldLayoutChg>
        <pc:sldLayoutChg chg="del">
          <pc:chgData name="Feist, Ella" userId="992bbaf2-811d-42cb-a4d6-e7fc45e325e8" providerId="ADAL" clId="{D78889FE-F232-48B7-8B9A-2F025D02559A}" dt="2025-05-27T14:06:03.404" v="3"/>
          <pc:sldLayoutMkLst>
            <pc:docMk/>
            <pc:sldMasterMk cId="537580445" sldId="2147483941"/>
            <pc:sldLayoutMk cId="191104469" sldId="2147483948"/>
          </pc:sldLayoutMkLst>
        </pc:sldLayoutChg>
        <pc:sldLayoutChg chg="del">
          <pc:chgData name="Feist, Ella" userId="992bbaf2-811d-42cb-a4d6-e7fc45e325e8" providerId="ADAL" clId="{D78889FE-F232-48B7-8B9A-2F025D02559A}" dt="2025-05-27T14:06:03.404" v="3"/>
          <pc:sldLayoutMkLst>
            <pc:docMk/>
            <pc:sldMasterMk cId="537580445" sldId="2147483941"/>
            <pc:sldLayoutMk cId="3106673082" sldId="2147483949"/>
          </pc:sldLayoutMkLst>
        </pc:sldLayoutChg>
        <pc:sldLayoutChg chg="del">
          <pc:chgData name="Feist, Ella" userId="992bbaf2-811d-42cb-a4d6-e7fc45e325e8" providerId="ADAL" clId="{D78889FE-F232-48B7-8B9A-2F025D02559A}" dt="2025-05-27T14:06:03.404" v="3"/>
          <pc:sldLayoutMkLst>
            <pc:docMk/>
            <pc:sldMasterMk cId="537580445" sldId="2147483941"/>
            <pc:sldLayoutMk cId="2883798060" sldId="2147483950"/>
          </pc:sldLayoutMkLst>
        </pc:sldLayoutChg>
        <pc:sldLayoutChg chg="del">
          <pc:chgData name="Feist, Ella" userId="992bbaf2-811d-42cb-a4d6-e7fc45e325e8" providerId="ADAL" clId="{D78889FE-F232-48B7-8B9A-2F025D02559A}" dt="2025-05-27T14:06:03.404" v="3"/>
          <pc:sldLayoutMkLst>
            <pc:docMk/>
            <pc:sldMasterMk cId="537580445" sldId="2147483941"/>
            <pc:sldLayoutMk cId="4228679101" sldId="2147483951"/>
          </pc:sldLayoutMkLst>
        </pc:sldLayoutChg>
      </pc:sldMasterChg>
      <pc:sldMasterChg chg="del delSldLayout">
        <pc:chgData name="Feist, Ella" userId="992bbaf2-811d-42cb-a4d6-e7fc45e325e8" providerId="ADAL" clId="{D78889FE-F232-48B7-8B9A-2F025D02559A}" dt="2025-05-27T14:06:03.404" v="3"/>
        <pc:sldMasterMkLst>
          <pc:docMk/>
          <pc:sldMasterMk cId="1502784078" sldId="2147483943"/>
        </pc:sldMasterMkLst>
        <pc:sldLayoutChg chg="del">
          <pc:chgData name="Feist, Ella" userId="992bbaf2-811d-42cb-a4d6-e7fc45e325e8" providerId="ADAL" clId="{D78889FE-F232-48B7-8B9A-2F025D02559A}" dt="2025-05-27T14:06:03.404" v="3"/>
          <pc:sldLayoutMkLst>
            <pc:docMk/>
            <pc:sldMasterMk cId="1502784078" sldId="2147483943"/>
            <pc:sldLayoutMk cId="3733918436" sldId="2147483944"/>
          </pc:sldLayoutMkLst>
        </pc:sldLayoutChg>
        <pc:sldLayoutChg chg="del">
          <pc:chgData name="Feist, Ella" userId="992bbaf2-811d-42cb-a4d6-e7fc45e325e8" providerId="ADAL" clId="{D78889FE-F232-48B7-8B9A-2F025D02559A}" dt="2025-05-27T14:06:03.404" v="3"/>
          <pc:sldLayoutMkLst>
            <pc:docMk/>
            <pc:sldMasterMk cId="1502784078" sldId="2147483943"/>
            <pc:sldLayoutMk cId="714599208" sldId="2147483952"/>
          </pc:sldLayoutMkLst>
        </pc:sldLayoutChg>
        <pc:sldLayoutChg chg="del">
          <pc:chgData name="Feist, Ella" userId="992bbaf2-811d-42cb-a4d6-e7fc45e325e8" providerId="ADAL" clId="{D78889FE-F232-48B7-8B9A-2F025D02559A}" dt="2025-05-27T14:06:03.404" v="3"/>
          <pc:sldLayoutMkLst>
            <pc:docMk/>
            <pc:sldMasterMk cId="1502784078" sldId="2147483943"/>
            <pc:sldLayoutMk cId="785506021" sldId="2147483953"/>
          </pc:sldLayoutMkLst>
        </pc:sldLayoutChg>
        <pc:sldLayoutChg chg="del">
          <pc:chgData name="Feist, Ella" userId="992bbaf2-811d-42cb-a4d6-e7fc45e325e8" providerId="ADAL" clId="{D78889FE-F232-48B7-8B9A-2F025D02559A}" dt="2025-05-27T14:06:03.404" v="3"/>
          <pc:sldLayoutMkLst>
            <pc:docMk/>
            <pc:sldMasterMk cId="1502784078" sldId="2147483943"/>
            <pc:sldLayoutMk cId="1326846653" sldId="2147483954"/>
          </pc:sldLayoutMkLst>
        </pc:sldLayoutChg>
        <pc:sldLayoutChg chg="del">
          <pc:chgData name="Feist, Ella" userId="992bbaf2-811d-42cb-a4d6-e7fc45e325e8" providerId="ADAL" clId="{D78889FE-F232-48B7-8B9A-2F025D02559A}" dt="2025-05-27T14:06:03.404" v="3"/>
          <pc:sldLayoutMkLst>
            <pc:docMk/>
            <pc:sldMasterMk cId="1502784078" sldId="2147483943"/>
            <pc:sldLayoutMk cId="1638070405" sldId="2147483955"/>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F08F72-D084-4C96-B297-285B2ED0D15C}" type="datetimeFigureOut">
              <a:rPr lang="en-GB" smtClean="0"/>
              <a:t>09/06/2026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BE1F5F-BEC2-48D5-A890-C07C79853E26}" type="slidenum">
              <a:rPr lang="en-GB" smtClean="0"/>
              <a:t>‹#›</a:t>
            </a:fld>
            <a:endParaRPr lang="en-GB" dirty="0"/>
          </a:p>
        </p:txBody>
      </p:sp>
    </p:spTree>
    <p:extLst>
      <p:ext uri="{BB962C8B-B14F-4D97-AF65-F5344CB8AC3E}">
        <p14:creationId xmlns:p14="http://schemas.microsoft.com/office/powerpoint/2010/main" val="139437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6" name="Slide Image Placeholder 5">
            <a:extLst>
              <a:ext uri="{FF2B5EF4-FFF2-40B4-BE49-F238E27FC236}">
                <a16:creationId xmlns:a16="http://schemas.microsoft.com/office/drawing/2014/main" id="{3DDB46D8-F250-4382-BB9F-ED8824C6D536}"/>
              </a:ext>
            </a:extLst>
          </p:cNvPr>
          <p:cNvSpPr>
            <a:spLocks noGrp="1" noRot="1" noChangeAspect="1"/>
          </p:cNvSpPr>
          <p:nvPr>
            <p:ph type="sldImg"/>
          </p:nvPr>
        </p:nvSpPr>
        <p:spPr/>
      </p:sp>
      <p:sp>
        <p:nvSpPr>
          <p:cNvPr id="7" name="Notes Placeholder 6">
            <a:extLst>
              <a:ext uri="{FF2B5EF4-FFF2-40B4-BE49-F238E27FC236}">
                <a16:creationId xmlns:a16="http://schemas.microsoft.com/office/drawing/2014/main" id="{1DD67D11-198C-4FB2-8FBB-0C1DD9E26E0C}"/>
              </a:ext>
            </a:extLst>
          </p:cNvPr>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10731486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6" name="Slide Image Placeholder 5">
            <a:extLst>
              <a:ext uri="{FF2B5EF4-FFF2-40B4-BE49-F238E27FC236}">
                <a16:creationId xmlns:a16="http://schemas.microsoft.com/office/drawing/2014/main" id="{E9E46E42-99A9-42F8-996F-71F172C43209}"/>
              </a:ext>
            </a:extLst>
          </p:cNvPr>
          <p:cNvSpPr>
            <a:spLocks noGrp="1" noRot="1" noChangeAspect="1"/>
          </p:cNvSpPr>
          <p:nvPr>
            <p:ph type="sldImg"/>
          </p:nvPr>
        </p:nvSpPr>
        <p:spPr/>
      </p:sp>
      <p:sp>
        <p:nvSpPr>
          <p:cNvPr id="7" name="Notes Placeholder 6">
            <a:extLst>
              <a:ext uri="{FF2B5EF4-FFF2-40B4-BE49-F238E27FC236}">
                <a16:creationId xmlns:a16="http://schemas.microsoft.com/office/drawing/2014/main" id="{AC7ABEA7-3AE7-4A57-B02A-AA99E2A56A4D}"/>
              </a:ext>
            </a:extLst>
          </p:cNvPr>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25177513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280457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49"/>
            <a:ext cx="5486400" cy="4284663"/>
          </a:xfrm>
        </p:spPr>
        <p:txBody>
          <a:bodyPr/>
          <a:lstStyle/>
          <a:p>
            <a:r>
              <a:rPr lang="en-GB" dirty="0"/>
              <a:t>This module begins by introducing the typical </a:t>
            </a:r>
            <a:r>
              <a:rPr lang="en-GB" b="1" dirty="0"/>
              <a:t>login sequence</a:t>
            </a:r>
            <a:r>
              <a:rPr lang="en-GB" dirty="0"/>
              <a:t> for accessing a Linux system. There are three main login methods: </a:t>
            </a:r>
            <a:r>
              <a:rPr lang="en-GB" b="1" dirty="0"/>
              <a:t>two local</a:t>
            </a:r>
            <a:r>
              <a:rPr lang="en-GB" dirty="0"/>
              <a:t> and </a:t>
            </a:r>
            <a:r>
              <a:rPr lang="en-GB" b="1" dirty="0"/>
              <a:t>one remote</a:t>
            </a:r>
            <a:r>
              <a:rPr lang="en-GB" dirty="0"/>
              <a:t>.</a:t>
            </a:r>
          </a:p>
          <a:p>
            <a:endParaRPr lang="en-GB" dirty="0"/>
          </a:p>
          <a:p>
            <a:r>
              <a:rPr lang="en-GB" dirty="0"/>
              <a:t>For </a:t>
            </a:r>
            <a:r>
              <a:rPr lang="en-GB" b="1" dirty="0"/>
              <a:t>local users</a:t>
            </a:r>
            <a:r>
              <a:rPr lang="en-GB" dirty="0"/>
              <a:t>, access can be via a </a:t>
            </a:r>
            <a:r>
              <a:rPr lang="en-GB" b="1" dirty="0"/>
              <a:t>graphical login (GUI)</a:t>
            </a:r>
            <a:r>
              <a:rPr lang="en-GB" dirty="0"/>
              <a:t> or a </a:t>
            </a:r>
            <a:r>
              <a:rPr lang="en-GB" b="1" dirty="0"/>
              <a:t>console (non-GUI) login</a:t>
            </a:r>
            <a:r>
              <a:rPr lang="en-GB" dirty="0"/>
              <a:t>.</a:t>
            </a:r>
          </a:p>
          <a:p>
            <a:pPr marL="171450" indent="-171450">
              <a:buFont typeface="Arial" panose="020B0604020202020204" pitchFamily="34" charset="0"/>
              <a:buChar char="•"/>
            </a:pPr>
            <a:r>
              <a:rPr lang="en-GB" dirty="0"/>
              <a:t>The </a:t>
            </a:r>
            <a:r>
              <a:rPr lang="en-GB" b="1" dirty="0"/>
              <a:t>graphical login</a:t>
            </a:r>
            <a:r>
              <a:rPr lang="en-GB" dirty="0"/>
              <a:t> is managed by processes like </a:t>
            </a:r>
            <a:r>
              <a:rPr lang="en-GB" b="1" dirty="0"/>
              <a:t>gdm</a:t>
            </a:r>
            <a:r>
              <a:rPr lang="en-GB" dirty="0"/>
              <a:t> or </a:t>
            </a:r>
            <a:r>
              <a:rPr lang="en-GB" b="1" dirty="0"/>
              <a:t>xdm</a:t>
            </a:r>
            <a:r>
              <a:rPr lang="en-GB" dirty="0"/>
              <a:t>, prompting for a username and password before launching a </a:t>
            </a:r>
            <a:r>
              <a:rPr lang="en-GB" b="1" dirty="0"/>
              <a:t>window manager</a:t>
            </a:r>
            <a:r>
              <a:rPr lang="en-GB" dirty="0"/>
              <a:t> such as </a:t>
            </a:r>
            <a:r>
              <a:rPr lang="en-GB" b="1" dirty="0"/>
              <a:t>GNOME, KDE, MATE, or Cinnamon</a:t>
            </a:r>
            <a:r>
              <a:rPr lang="en-GB" dirty="0"/>
              <a:t>.</a:t>
            </a:r>
          </a:p>
          <a:p>
            <a:pPr marL="171450" indent="-171450">
              <a:buFont typeface="Arial" panose="020B0604020202020204" pitchFamily="34" charset="0"/>
              <a:buChar char="•"/>
            </a:pPr>
            <a:r>
              <a:rPr lang="en-GB" dirty="0"/>
              <a:t>The </a:t>
            </a:r>
            <a:r>
              <a:rPr lang="en-GB" b="1" dirty="0"/>
              <a:t>console login</a:t>
            </a:r>
            <a:r>
              <a:rPr lang="en-GB" dirty="0"/>
              <a:t> is handled by the </a:t>
            </a:r>
            <a:r>
              <a:rPr lang="en-GB" b="1" dirty="0"/>
              <a:t>getty (get tty) process</a:t>
            </a:r>
            <a:r>
              <a:rPr lang="en-GB" dirty="0"/>
              <a:t>, which provides access to multiple </a:t>
            </a:r>
            <a:r>
              <a:rPr lang="en-GB" b="1" dirty="0"/>
              <a:t>virtual consoles</a:t>
            </a:r>
            <a:r>
              <a:rPr lang="en-GB" dirty="0"/>
              <a:t>. If a graphical session is running, switching to a console may require a keyboard shortcut. After entering login credentials, a shell prompt appears, ready for commands.</a:t>
            </a:r>
          </a:p>
          <a:p>
            <a:endParaRPr lang="en-GB" dirty="0"/>
          </a:p>
          <a:p>
            <a:r>
              <a:rPr lang="en-GB" dirty="0"/>
              <a:t>For </a:t>
            </a:r>
            <a:r>
              <a:rPr lang="en-GB" b="1" dirty="0"/>
              <a:t>remote access</a:t>
            </a:r>
            <a:r>
              <a:rPr lang="en-GB" dirty="0"/>
              <a:t>, users log in via </a:t>
            </a:r>
            <a:r>
              <a:rPr lang="en-GB" b="1" dirty="0"/>
              <a:t>SSH (Secure Shell)</a:t>
            </a:r>
            <a:r>
              <a:rPr lang="en-GB" dirty="0"/>
              <a:t>, managed by the </a:t>
            </a:r>
            <a:r>
              <a:rPr lang="en-GB" b="1" dirty="0"/>
              <a:t>sshd daemon</a:t>
            </a:r>
            <a:r>
              <a:rPr lang="en-GB" dirty="0"/>
              <a:t>. This requires an SSH client like </a:t>
            </a:r>
            <a:r>
              <a:rPr lang="en-GB" b="1" dirty="0"/>
              <a:t>PuTTY, OpenSSH, or SolarPutty</a:t>
            </a:r>
            <a:r>
              <a:rPr lang="en-GB" dirty="0"/>
              <a:t>. Users must specify the </a:t>
            </a:r>
            <a:r>
              <a:rPr lang="en-GB" b="1" dirty="0"/>
              <a:t>IP address or hostname</a:t>
            </a:r>
            <a:r>
              <a:rPr lang="en-GB" dirty="0"/>
              <a:t> and enter their credentials. Once authenticated, a </a:t>
            </a:r>
            <a:r>
              <a:rPr lang="en-GB" b="1" dirty="0"/>
              <a:t>Unix terminal emulator</a:t>
            </a:r>
            <a:r>
              <a:rPr lang="en-GB" dirty="0"/>
              <a:t> opens with a shell prompt.</a:t>
            </a:r>
          </a:p>
          <a:p>
            <a:endParaRPr lang="en-GB" dirty="0"/>
          </a:p>
          <a:p>
            <a:r>
              <a:rPr lang="en-GB" dirty="0"/>
              <a:t>To </a:t>
            </a:r>
            <a:r>
              <a:rPr lang="en-GB" b="1" dirty="0"/>
              <a:t>log out</a:t>
            </a:r>
            <a:r>
              <a:rPr lang="en-GB" dirty="0"/>
              <a:t>, console users can use the </a:t>
            </a:r>
            <a:r>
              <a:rPr lang="en-GB" b="1" dirty="0"/>
              <a:t>exit</a:t>
            </a:r>
            <a:r>
              <a:rPr lang="en-GB" dirty="0"/>
              <a:t> command, while GUI users must select the </a:t>
            </a:r>
            <a:r>
              <a:rPr lang="en-GB" b="1" dirty="0"/>
              <a:t>power/logout option</a:t>
            </a:r>
            <a:r>
              <a:rPr lang="en-GB" dirty="0"/>
              <a:t> from the desktop environment.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88A6D4F6-485B-4BAB-8C7D-7788018B1D7C}"/>
              </a:ext>
            </a:extLst>
          </p:cNvPr>
          <p:cNvSpPr>
            <a:spLocks noGrp="1" noRot="1" noChangeAspect="1"/>
          </p:cNvSpPr>
          <p:nvPr>
            <p:ph type="sldImg"/>
          </p:nvPr>
        </p:nvSpPr>
        <p:spPr/>
      </p:sp>
    </p:spTree>
    <p:extLst>
      <p:ext uri="{BB962C8B-B14F-4D97-AF65-F5344CB8AC3E}">
        <p14:creationId xmlns:p14="http://schemas.microsoft.com/office/powerpoint/2010/main" val="17404610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dirty="0"/>
              <a:t>Linux and Unix are </a:t>
            </a:r>
            <a:r>
              <a:rPr lang="en-GB" b="1" dirty="0"/>
              <a:t>multi-user systems</a:t>
            </a:r>
            <a:r>
              <a:rPr lang="en-GB" dirty="0"/>
              <a:t>, meaning multiple users can access the system simultaneously. Each authorised user is assigned a </a:t>
            </a:r>
            <a:r>
              <a:rPr lang="en-GB" b="1" dirty="0"/>
              <a:t>username</a:t>
            </a:r>
            <a:r>
              <a:rPr lang="en-GB" dirty="0"/>
              <a:t> and </a:t>
            </a:r>
            <a:r>
              <a:rPr lang="en-GB" b="1" dirty="0"/>
              <a:t>password</a:t>
            </a:r>
            <a:r>
              <a:rPr lang="en-GB" dirty="0"/>
              <a:t>, which they must enter to log in before interacting with the operating system.</a:t>
            </a:r>
          </a:p>
          <a:p>
            <a:endParaRPr lang="en-GB" dirty="0"/>
          </a:p>
          <a:p>
            <a:r>
              <a:rPr lang="en-GB" dirty="0"/>
              <a:t>User account and password configurations are stored in </a:t>
            </a:r>
            <a:r>
              <a:rPr lang="en-GB" b="1" dirty="0"/>
              <a:t>system files</a:t>
            </a:r>
            <a:r>
              <a:rPr lang="en-GB" dirty="0"/>
              <a:t> within the /etc directory. If the provided credentials match the system’s authentication records, access is granted; otherwise, it is denied.</a:t>
            </a:r>
          </a:p>
          <a:p>
            <a:endParaRPr lang="en-GB" dirty="0"/>
          </a:p>
          <a:p>
            <a:r>
              <a:rPr lang="en-GB" dirty="0"/>
              <a:t>For </a:t>
            </a:r>
            <a:r>
              <a:rPr lang="en-GB" b="1" dirty="0"/>
              <a:t>text-based logins</a:t>
            </a:r>
            <a:r>
              <a:rPr lang="en-GB" dirty="0"/>
              <a:t>, a </a:t>
            </a:r>
            <a:r>
              <a:rPr lang="en-GB" b="1" dirty="0"/>
              <a:t>login shell</a:t>
            </a:r>
            <a:r>
              <a:rPr lang="en-GB" dirty="0"/>
              <a:t> (CLI – Command Line Interface) starts automatically. In a </a:t>
            </a:r>
            <a:r>
              <a:rPr lang="en-GB" b="1" dirty="0"/>
              <a:t>GUI environment</a:t>
            </a:r>
            <a:r>
              <a:rPr lang="en-GB" dirty="0"/>
              <a:t>, a shell does not run by default—users must launch a </a:t>
            </a:r>
            <a:r>
              <a:rPr lang="en-GB" b="1" dirty="0"/>
              <a:t>Terminal</a:t>
            </a:r>
            <a:r>
              <a:rPr lang="en-GB" dirty="0"/>
              <a:t> manually from the desktop menu. Terminal sessions started from a GUI are typically </a:t>
            </a:r>
            <a:r>
              <a:rPr lang="en-GB" b="1" dirty="0"/>
              <a:t>non-login shells</a:t>
            </a:r>
            <a:r>
              <a:rPr lang="en-GB" dirty="0"/>
              <a:t>, meaning they follow different initialisation rules than direct text logins.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6807882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dirty="0"/>
              <a:t>Linux supports multiple virtual text consoles, often referred to as TTYs (teletype terminals). Each TTY provides an independent text-based login session, allowing multiple users or tasks to run simultaneously on the same system.</a:t>
            </a:r>
          </a:p>
          <a:p>
            <a:endParaRPr lang="en-GB" dirty="0"/>
          </a:p>
          <a:p>
            <a:r>
              <a:rPr lang="en-GB" dirty="0"/>
              <a:t>Traditionally Linux systems provide six text consoles (tty1–tty6), although the exact configuration can vary between distributions and versions.</a:t>
            </a:r>
          </a:p>
          <a:p>
            <a:endParaRPr lang="en-GB" dirty="0"/>
          </a:p>
          <a:p>
            <a:r>
              <a:rPr lang="en-GB" dirty="0"/>
              <a:t>Virtual consoles are particularly useful when:</a:t>
            </a:r>
          </a:p>
          <a:p>
            <a:pPr marL="628650" lvl="1" indent="-171450">
              <a:buFont typeface="Arial" panose="020B0604020202020204" pitchFamily="34" charset="0"/>
              <a:buChar char="•"/>
            </a:pPr>
            <a:r>
              <a:rPr lang="en-GB" dirty="0"/>
              <a:t>Troubleshooting graphical desktop problems</a:t>
            </a:r>
          </a:p>
          <a:p>
            <a:pPr marL="628650" lvl="1" indent="-171450">
              <a:buFont typeface="Arial" panose="020B0604020202020204" pitchFamily="34" charset="0"/>
              <a:buChar char="•"/>
            </a:pPr>
            <a:r>
              <a:rPr lang="en-GB" dirty="0"/>
              <a:t>Performing system administration tasks</a:t>
            </a:r>
          </a:p>
          <a:p>
            <a:pPr marL="628650" lvl="1" indent="-171450">
              <a:buFont typeface="Arial" panose="020B0604020202020204" pitchFamily="34" charset="0"/>
              <a:buChar char="•"/>
            </a:pPr>
            <a:r>
              <a:rPr lang="en-GB" dirty="0"/>
              <a:t>Monitoring logs or running long-running commands</a:t>
            </a:r>
          </a:p>
          <a:p>
            <a:pPr marL="628650" lvl="1" indent="-171450">
              <a:buFont typeface="Arial" panose="020B0604020202020204" pitchFamily="34" charset="0"/>
              <a:buChar char="•"/>
            </a:pPr>
            <a:r>
              <a:rPr lang="en-GB" dirty="0"/>
              <a:t>Working when a graphical environment is unavailable</a:t>
            </a:r>
          </a:p>
          <a:p>
            <a:endParaRPr lang="en-GB" dirty="0"/>
          </a:p>
          <a:p>
            <a:r>
              <a:rPr lang="en-GB" dirty="0"/>
              <a:t>You can switch between virtual consoles using keyboard shortcuts such as Ctrl+Alt+F3. The graphical desktop usually occupies one of the virtual terminals, often accessed using Ctrl+Alt+F1 or Ctrl+Alt+F2, although this varies between distributions.</a:t>
            </a:r>
          </a:p>
          <a:p>
            <a:endParaRPr lang="en-GB" dirty="0"/>
          </a:p>
          <a:p>
            <a:r>
              <a:rPr lang="en-GB" dirty="0"/>
              <a:t>Each virtual console is completely independent, meaning different users can be logged in to different TTYs simultaneously.</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3426168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A45821-18FF-3BBC-55BA-FF3C4BC1806A}"/>
            </a:ext>
          </a:extLst>
        </p:cNvPr>
        <p:cNvGrpSpPr/>
        <p:nvPr/>
      </p:nvGrpSpPr>
      <p:grpSpPr>
        <a:xfrm>
          <a:off x="0" y="0"/>
          <a:ext cx="0" cy="0"/>
          <a:chOff x="0" y="0"/>
          <a:chExt cx="0" cy="0"/>
        </a:xfrm>
      </p:grpSpPr>
      <p:sp>
        <p:nvSpPr>
          <p:cNvPr id="3" name="Notes Placeholder 2">
            <a:extLst>
              <a:ext uri="{FF2B5EF4-FFF2-40B4-BE49-F238E27FC236}">
                <a16:creationId xmlns:a16="http://schemas.microsoft.com/office/drawing/2014/main" id="{D0BC7BD4-EA08-EA5F-8713-9C2EDBB7D9A6}"/>
              </a:ext>
            </a:extLst>
          </p:cNvPr>
          <p:cNvSpPr>
            <a:spLocks noGrp="1"/>
          </p:cNvSpPr>
          <p:nvPr>
            <p:ph type="body" idx="1"/>
          </p:nvPr>
        </p:nvSpPr>
        <p:spPr/>
        <p:txBody>
          <a:bodyPr/>
          <a:lstStyle/>
          <a:p>
            <a:r>
              <a:rPr lang="en-GB" sz="1200" noProof="0" dirty="0">
                <a:latin typeface="+mn-lt"/>
              </a:rPr>
              <a:t>Linux systems typically contain three categories of user accounts. </a:t>
            </a:r>
          </a:p>
          <a:p>
            <a:endParaRPr lang="en-GB" sz="1200" noProof="0" dirty="0">
              <a:latin typeface="+mn-lt"/>
            </a:endParaRPr>
          </a:p>
          <a:p>
            <a:r>
              <a:rPr lang="en-GB" sz="1200" noProof="0" dirty="0">
                <a:latin typeface="+mn-lt"/>
              </a:rPr>
              <a:t>The root account is the administrative account and always has a UID of 0. It has unrestricted access to the system and can perform any administrative task. </a:t>
            </a:r>
          </a:p>
          <a:p>
            <a:endParaRPr lang="en-GB" sz="1200" noProof="0" dirty="0">
              <a:latin typeface="+mn-lt"/>
            </a:endParaRPr>
          </a:p>
          <a:p>
            <a:r>
              <a:rPr lang="en-GB" sz="1200" noProof="0" dirty="0">
                <a:latin typeface="+mn-lt"/>
              </a:rPr>
              <a:t>System user accounts are created to run operating system services and applications such as web servers, database servers and SSH. These accounts usually do not allow interactive logins and exist primarily for security and process isolation. </a:t>
            </a:r>
          </a:p>
          <a:p>
            <a:endParaRPr lang="en-GB" sz="1200" noProof="0" dirty="0">
              <a:latin typeface="+mn-lt"/>
            </a:endParaRPr>
          </a:p>
          <a:p>
            <a:r>
              <a:rPr lang="en-GB" sz="1200" noProof="0" dirty="0">
                <a:latin typeface="+mn-lt"/>
              </a:rPr>
              <a:t>Regular user accounts are used by people to log in and perform day-to-day work. They are normally assigned UIDs starting at 1000 and are restricted by the Linux permissions system. </a:t>
            </a:r>
          </a:p>
          <a:p>
            <a:endParaRPr lang="en-GB" sz="1200" noProof="0" dirty="0">
              <a:latin typeface="+mn-lt"/>
            </a:endParaRPr>
          </a:p>
          <a:p>
            <a:r>
              <a:rPr lang="en-GB" sz="1200" noProof="0" dirty="0">
                <a:latin typeface="+mn-lt"/>
              </a:rPr>
              <a:t>Using separate account types improves security by ensuring that services and users operate with only the permissions they require.</a:t>
            </a:r>
          </a:p>
        </p:txBody>
      </p:sp>
      <p:sp>
        <p:nvSpPr>
          <p:cNvPr id="4" name="Slide Number Placeholder 3">
            <a:extLst>
              <a:ext uri="{FF2B5EF4-FFF2-40B4-BE49-F238E27FC236}">
                <a16:creationId xmlns:a16="http://schemas.microsoft.com/office/drawing/2014/main" id="{A9047FE4-D19C-88F0-BC90-64FC5FD3468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0ED44A4E-B13A-D89E-B8A7-8D190B044D5C}"/>
              </a:ext>
            </a:extLst>
          </p:cNvPr>
          <p:cNvSpPr>
            <a:spLocks noGrp="1" noRot="1" noChangeAspect="1"/>
          </p:cNvSpPr>
          <p:nvPr>
            <p:ph type="sldImg"/>
          </p:nvPr>
        </p:nvSpPr>
        <p:spPr/>
      </p:sp>
    </p:spTree>
    <p:extLst>
      <p:ext uri="{BB962C8B-B14F-4D97-AF65-F5344CB8AC3E}">
        <p14:creationId xmlns:p14="http://schemas.microsoft.com/office/powerpoint/2010/main" val="22372619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dirty="0"/>
              <a:t>When you have finished using a Linux system, you should log out of your session. At the command line, the most common method is to use the </a:t>
            </a:r>
            <a:r>
              <a:rPr lang="en-GB" b="1" dirty="0"/>
              <a:t>exit</a:t>
            </a:r>
            <a:r>
              <a:rPr lang="en-GB" dirty="0"/>
              <a:t> command. You can also press </a:t>
            </a:r>
            <a:r>
              <a:rPr lang="en-GB" b="1" dirty="0" err="1"/>
              <a:t>Ctrl+D</a:t>
            </a:r>
            <a:r>
              <a:rPr lang="en-GB" dirty="0"/>
              <a:t>, which sends an end-of-file (EOF) signal to the shell and ends the session. Once the shell exits, the login prompt is displayed, ready for another user to log in. </a:t>
            </a:r>
          </a:p>
          <a:p>
            <a:endParaRPr lang="en-GB" dirty="0"/>
          </a:p>
          <a:p>
            <a:r>
              <a:rPr lang="en-GB" dirty="0"/>
              <a:t>If you are using a graphical desktop environment such as GNOME, use the </a:t>
            </a:r>
            <a:r>
              <a:rPr lang="en-GB" b="1" dirty="0"/>
              <a:t>Log Out </a:t>
            </a:r>
            <a:r>
              <a:rPr lang="en-GB" dirty="0"/>
              <a:t>option from the system menu to end the session cleanly. Logging out helps ensure that processes are terminated correctly and prevents unauthorised access to your account.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052E89AE-8E6A-4522-B44F-DA62C29A63C7}"/>
              </a:ext>
            </a:extLst>
          </p:cNvPr>
          <p:cNvSpPr>
            <a:spLocks noGrp="1" noRot="1" noChangeAspect="1"/>
          </p:cNvSpPr>
          <p:nvPr>
            <p:ph type="sldImg"/>
          </p:nvPr>
        </p:nvSpPr>
        <p:spPr/>
      </p:sp>
    </p:spTree>
    <p:extLst>
      <p:ext uri="{BB962C8B-B14F-4D97-AF65-F5344CB8AC3E}">
        <p14:creationId xmlns:p14="http://schemas.microsoft.com/office/powerpoint/2010/main" val="39904028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sz="1200" noProof="0" dirty="0"/>
              <a:t>A shell is a program that provides a command-line interface to Linux. It accepts commands entered by the user, starts programs and utilities, and displays the results on the screen. The shell acts as an intermediary between the user and the Linux operating system, passing commands to the kernel for execution.</a:t>
            </a:r>
          </a:p>
          <a:p>
            <a:endParaRPr lang="en-GB" dirty="0"/>
          </a:p>
          <a:p>
            <a:r>
              <a:rPr lang="en-GB" sz="1200" noProof="0" dirty="0"/>
              <a:t>Several different shells are available on </a:t>
            </a:r>
            <a:r>
              <a:rPr lang="en-GB" sz="1200" b="1" noProof="0" dirty="0"/>
              <a:t>Linux</a:t>
            </a:r>
            <a:r>
              <a:rPr lang="en-GB" sz="1200" noProof="0" dirty="0"/>
              <a:t> and UNIX systems. The most common Linux shell is </a:t>
            </a:r>
            <a:r>
              <a:rPr lang="en-GB" sz="1200" b="1" noProof="0" dirty="0"/>
              <a:t>Bash</a:t>
            </a:r>
            <a:r>
              <a:rPr lang="en-GB" sz="1200" noProof="0" dirty="0"/>
              <a:t> (Bourne Again Shell), which is the default shell on most Linux distributions and is used throughout this course. Other shells include the original Bourne shell (</a:t>
            </a:r>
            <a:r>
              <a:rPr lang="en-GB" sz="1200" noProof="0" dirty="0" err="1"/>
              <a:t>sh</a:t>
            </a:r>
            <a:r>
              <a:rPr lang="en-GB" sz="1200" noProof="0" dirty="0"/>
              <a:t>), the Korn shell (</a:t>
            </a:r>
            <a:r>
              <a:rPr lang="en-GB" sz="1200" noProof="0" dirty="0" err="1"/>
              <a:t>ksh</a:t>
            </a:r>
            <a:r>
              <a:rPr lang="en-GB" sz="1200" noProof="0" dirty="0"/>
              <a:t>) which is widely used on commercial UNIX systems, and Z shell (</a:t>
            </a:r>
            <a:r>
              <a:rPr lang="en-GB" sz="1200" noProof="0" dirty="0" err="1"/>
              <a:t>zsh</a:t>
            </a:r>
            <a:r>
              <a:rPr lang="en-GB" sz="1200" noProof="0" dirty="0"/>
              <a:t>), a modern shell that provides additional features and customisation options.</a:t>
            </a:r>
          </a:p>
          <a:p>
            <a:endParaRPr lang="en-GB" dirty="0"/>
          </a:p>
          <a:p>
            <a:r>
              <a:rPr lang="en-GB" sz="1200" noProof="0" dirty="0"/>
              <a:t>Although different shells may have slightly different syntax and capabilities, they all perform the same fundamental role of allowing users to interact with the operating system through commands. For most of this course, the commands demonstrated will work in Bash and in many other common Linux shells.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8030676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number of shells have been developed throughout the history of UNIX and Linux systems. The original </a:t>
            </a:r>
            <a:r>
              <a:rPr lang="en-GB" b="1" dirty="0"/>
              <a:t>Bourne Shell (</a:t>
            </a:r>
            <a:r>
              <a:rPr lang="en-GB" b="1" dirty="0" err="1"/>
              <a:t>sh</a:t>
            </a:r>
            <a:r>
              <a:rPr lang="en-GB" b="1" dirty="0"/>
              <a:t>) </a:t>
            </a:r>
            <a:r>
              <a:rPr lang="en-GB" dirty="0"/>
              <a:t>was developed by </a:t>
            </a:r>
            <a:r>
              <a:rPr lang="en-GB" b="1" dirty="0"/>
              <a:t>Stephen</a:t>
            </a:r>
            <a:r>
              <a:rPr lang="en-GB" dirty="0"/>
              <a:t> </a:t>
            </a:r>
            <a:r>
              <a:rPr lang="en-GB" b="1" dirty="0"/>
              <a:t>Bourne</a:t>
            </a:r>
            <a:r>
              <a:rPr lang="en-GB" dirty="0"/>
              <a:t> at Bell Labs in the 1970s and introduced many of the scripting and command-line features still used today.</a:t>
            </a:r>
          </a:p>
          <a:p>
            <a:endParaRPr lang="en-GB" dirty="0"/>
          </a:p>
          <a:p>
            <a:r>
              <a:rPr lang="en-GB" dirty="0"/>
              <a:t>The </a:t>
            </a:r>
            <a:r>
              <a:rPr lang="en-GB" b="1" dirty="0"/>
              <a:t>C Shell (</a:t>
            </a:r>
            <a:r>
              <a:rPr lang="en-GB" b="1" dirty="0" err="1"/>
              <a:t>csh</a:t>
            </a:r>
            <a:r>
              <a:rPr lang="en-GB" b="1" dirty="0"/>
              <a:t>),</a:t>
            </a:r>
            <a:r>
              <a:rPr lang="en-GB" dirty="0"/>
              <a:t> developed by </a:t>
            </a:r>
            <a:r>
              <a:rPr lang="en-GB" b="1" dirty="0"/>
              <a:t>Bill</a:t>
            </a:r>
            <a:r>
              <a:rPr lang="en-GB" dirty="0"/>
              <a:t> </a:t>
            </a:r>
            <a:r>
              <a:rPr lang="en-GB" b="1" dirty="0"/>
              <a:t>Joy</a:t>
            </a:r>
            <a:r>
              <a:rPr lang="en-GB" dirty="0"/>
              <a:t>, provided a more interactive user experience and used a syntax similar to the C programming language. The enhanced </a:t>
            </a:r>
            <a:r>
              <a:rPr lang="en-GB" b="1" dirty="0" err="1"/>
              <a:t>tcsh</a:t>
            </a:r>
            <a:r>
              <a:rPr lang="en-GB" dirty="0"/>
              <a:t> later added features such as command history and command completion.</a:t>
            </a:r>
          </a:p>
          <a:p>
            <a:endParaRPr lang="en-GB" dirty="0"/>
          </a:p>
          <a:p>
            <a:r>
              <a:rPr lang="en-GB" dirty="0"/>
              <a:t>The </a:t>
            </a:r>
            <a:r>
              <a:rPr lang="en-GB" b="1" dirty="0"/>
              <a:t>Korn Shell (</a:t>
            </a:r>
            <a:r>
              <a:rPr lang="en-GB" b="1" dirty="0" err="1"/>
              <a:t>ksh</a:t>
            </a:r>
            <a:r>
              <a:rPr lang="en-GB" b="1" dirty="0"/>
              <a:t>)</a:t>
            </a:r>
            <a:r>
              <a:rPr lang="en-GB" dirty="0"/>
              <a:t>, created by </a:t>
            </a:r>
            <a:r>
              <a:rPr lang="en-GB" b="1" dirty="0"/>
              <a:t>David</a:t>
            </a:r>
            <a:r>
              <a:rPr lang="en-GB" dirty="0"/>
              <a:t> </a:t>
            </a:r>
            <a:r>
              <a:rPr lang="en-GB" b="1" dirty="0"/>
              <a:t>Korn</a:t>
            </a:r>
            <a:r>
              <a:rPr lang="en-GB" dirty="0"/>
              <a:t>, combined the scripting strengths of </a:t>
            </a:r>
            <a:r>
              <a:rPr lang="en-GB" dirty="0" err="1"/>
              <a:t>sh</a:t>
            </a:r>
            <a:r>
              <a:rPr lang="en-GB" dirty="0"/>
              <a:t> with many of the interactive features of </a:t>
            </a:r>
            <a:r>
              <a:rPr lang="en-GB" dirty="0" err="1"/>
              <a:t>csh</a:t>
            </a:r>
            <a:r>
              <a:rPr lang="en-GB" dirty="0"/>
              <a:t> and became widely used on commercial UNIX systems.</a:t>
            </a:r>
          </a:p>
          <a:p>
            <a:endParaRPr lang="en-GB" dirty="0"/>
          </a:p>
          <a:p>
            <a:r>
              <a:rPr lang="en-GB" dirty="0"/>
              <a:t>The </a:t>
            </a:r>
            <a:r>
              <a:rPr lang="en-GB" b="1" dirty="0"/>
              <a:t>Bourne Again Shell (bash)</a:t>
            </a:r>
            <a:r>
              <a:rPr lang="en-GB" dirty="0"/>
              <a:t> was released by </a:t>
            </a:r>
            <a:r>
              <a:rPr lang="en-GB" b="1" dirty="0"/>
              <a:t>Brian</a:t>
            </a:r>
            <a:r>
              <a:rPr lang="en-GB" dirty="0"/>
              <a:t> </a:t>
            </a:r>
            <a:r>
              <a:rPr lang="en-GB" b="1" dirty="0"/>
              <a:t>Fox</a:t>
            </a:r>
            <a:r>
              <a:rPr lang="en-GB" dirty="0"/>
              <a:t> as part of the GNU Project in 1989. Bash became the default shell on most Linux distributions and is the shell used throughout this course.</a:t>
            </a:r>
          </a:p>
          <a:p>
            <a:endParaRPr lang="en-GB" dirty="0"/>
          </a:p>
          <a:p>
            <a:r>
              <a:rPr lang="en-GB" dirty="0"/>
              <a:t>The </a:t>
            </a:r>
            <a:r>
              <a:rPr lang="en-GB" b="1" dirty="0"/>
              <a:t>Z Shell (</a:t>
            </a:r>
            <a:r>
              <a:rPr lang="en-GB" b="1" dirty="0" err="1"/>
              <a:t>zsh</a:t>
            </a:r>
            <a:r>
              <a:rPr lang="en-GB" b="1" dirty="0"/>
              <a:t>) </a:t>
            </a:r>
            <a:r>
              <a:rPr lang="en-GB" dirty="0"/>
              <a:t>was developed by </a:t>
            </a:r>
            <a:r>
              <a:rPr lang="en-GB" b="1" dirty="0"/>
              <a:t>Paul</a:t>
            </a:r>
            <a:r>
              <a:rPr lang="en-GB" dirty="0"/>
              <a:t> </a:t>
            </a:r>
            <a:r>
              <a:rPr lang="en-GB" b="1" dirty="0"/>
              <a:t>Falstad</a:t>
            </a:r>
            <a:r>
              <a:rPr lang="en-GB" dirty="0"/>
              <a:t> in 1990 and combines features from several earlier shells. It is now the default shell on modern macOS systems and is popular with many Linux users. While many shells exist, the commands and concepts covered in this course are largely transferable between them.</a:t>
            </a:r>
          </a:p>
        </p:txBody>
      </p:sp>
      <p:sp>
        <p:nvSpPr>
          <p:cNvPr id="4" name="Slide Number Placeholder 3"/>
          <p:cNvSpPr>
            <a:spLocks noGrp="1"/>
          </p:cNvSpPr>
          <p:nvPr>
            <p:ph type="sldNum" sz="quarter" idx="5"/>
          </p:nvPr>
        </p:nvSpPr>
        <p:spPr/>
        <p:txBody>
          <a:bodyPr/>
          <a:lstStyle/>
          <a:p>
            <a:fld id="{35BE1F5F-BEC2-48D5-A890-C07C79853E26}" type="slidenum">
              <a:rPr lang="en-GB" smtClean="0"/>
              <a:t>10</a:t>
            </a:fld>
            <a:endParaRPr lang="en-GB" dirty="0"/>
          </a:p>
        </p:txBody>
      </p:sp>
    </p:spTree>
    <p:extLst>
      <p:ext uri="{BB962C8B-B14F-4D97-AF65-F5344CB8AC3E}">
        <p14:creationId xmlns:p14="http://schemas.microsoft.com/office/powerpoint/2010/main" val="8096612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Linux and UNIX systems support a variety of command-line shells. A shell is a program that accepts commands from the user and provides an interface to the operating system.</a:t>
            </a:r>
          </a:p>
          <a:p>
            <a:endParaRPr lang="en-GB" dirty="0"/>
          </a:p>
          <a:p>
            <a:r>
              <a:rPr lang="en-GB" dirty="0"/>
              <a:t>Many modern shells evolved from the original Bourne Shell (</a:t>
            </a:r>
            <a:r>
              <a:rPr lang="en-GB" dirty="0" err="1"/>
              <a:t>sh</a:t>
            </a:r>
            <a:r>
              <a:rPr lang="en-GB" dirty="0"/>
              <a:t>), developed at Bell Labs in the 1970s. Today, the most common shell on Linux systems is Bash (Bourne Again Shell), which is the shell used throughout this course.</a:t>
            </a:r>
          </a:p>
          <a:p>
            <a:endParaRPr lang="en-GB" dirty="0"/>
          </a:p>
          <a:p>
            <a:r>
              <a:rPr lang="en-GB" dirty="0"/>
              <a:t>Other shells include Z Shell (</a:t>
            </a:r>
            <a:r>
              <a:rPr lang="en-GB" dirty="0" err="1"/>
              <a:t>zsh</a:t>
            </a:r>
            <a:r>
              <a:rPr lang="en-GB" dirty="0"/>
              <a:t>), Korn Shell (</a:t>
            </a:r>
            <a:r>
              <a:rPr lang="en-GB" dirty="0" err="1"/>
              <a:t>ksh</a:t>
            </a:r>
            <a:r>
              <a:rPr lang="en-GB" dirty="0"/>
              <a:t>), and Tenex C Shell (</a:t>
            </a:r>
            <a:r>
              <a:rPr lang="en-GB" dirty="0" err="1"/>
              <a:t>tcsh</a:t>
            </a:r>
            <a:r>
              <a:rPr lang="en-GB" dirty="0"/>
              <a:t>). Although these shells differ in features and syntax, they all perform the same basic task of allowing users to interact with the operating system from the command line.</a:t>
            </a:r>
          </a:p>
          <a:p>
            <a:endParaRPr lang="en-GB" dirty="0"/>
          </a:p>
          <a:p>
            <a:r>
              <a:rPr lang="en-GB" dirty="0"/>
              <a:t>Learners who work with commercial UNIX systems may encounter </a:t>
            </a:r>
            <a:r>
              <a:rPr lang="en-GB" dirty="0" err="1"/>
              <a:t>ksh</a:t>
            </a:r>
            <a:r>
              <a:rPr lang="en-GB" dirty="0"/>
              <a:t>, while macOS users are likely to encounter </a:t>
            </a:r>
            <a:r>
              <a:rPr lang="en-GB" dirty="0" err="1"/>
              <a:t>zsh</a:t>
            </a:r>
            <a:r>
              <a:rPr lang="en-GB" dirty="0"/>
              <a:t> as the default shell.</a:t>
            </a:r>
          </a:p>
        </p:txBody>
      </p:sp>
      <p:sp>
        <p:nvSpPr>
          <p:cNvPr id="4" name="Slide Number Placeholder 3"/>
          <p:cNvSpPr>
            <a:spLocks noGrp="1"/>
          </p:cNvSpPr>
          <p:nvPr>
            <p:ph type="sldNum" sz="quarter" idx="5"/>
          </p:nvPr>
        </p:nvSpPr>
        <p:spPr/>
        <p:txBody>
          <a:bodyPr/>
          <a:lstStyle/>
          <a:p>
            <a:fld id="{35BE1F5F-BEC2-48D5-A890-C07C79853E26}" type="slidenum">
              <a:rPr lang="en-GB" smtClean="0"/>
              <a:t>11</a:t>
            </a:fld>
            <a:endParaRPr lang="en-GB" dirty="0"/>
          </a:p>
        </p:txBody>
      </p:sp>
    </p:spTree>
    <p:extLst>
      <p:ext uri="{BB962C8B-B14F-4D97-AF65-F5344CB8AC3E}">
        <p14:creationId xmlns:p14="http://schemas.microsoft.com/office/powerpoint/2010/main" val="32730023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sz="1200" noProof="0" dirty="0"/>
              <a:t>The command line follows a simple structure consisting of a command, optional options, and optional arguments. The shell prompt indicates that the shell is ready to accept a command and is not part of the command itself.</a:t>
            </a:r>
          </a:p>
          <a:p>
            <a:endParaRPr lang="en-GB" dirty="0"/>
          </a:p>
          <a:p>
            <a:r>
              <a:rPr lang="en-GB" sz="1200" noProof="0" dirty="0"/>
              <a:t>Commands are typically entered in lowercase because Linux is case-sensitive. For example, ls, LS and Ls would be treated as different commands.</a:t>
            </a:r>
          </a:p>
          <a:p>
            <a:endParaRPr lang="en-GB" dirty="0"/>
          </a:p>
          <a:p>
            <a:r>
              <a:rPr lang="en-GB" sz="1200" noProof="0" dirty="0"/>
              <a:t>Options modify the behaviour of a command. Short options usually begin with a single hyphen (-a, -l), while long options begin with two hyphens (--</a:t>
            </a:r>
            <a:r>
              <a:rPr lang="en-GB" sz="1200" noProof="0" dirty="0" err="1"/>
              <a:t>color</a:t>
            </a:r>
            <a:r>
              <a:rPr lang="en-GB" sz="1200" noProof="0" dirty="0"/>
              <a:t>=auto, --help).</a:t>
            </a:r>
          </a:p>
          <a:p>
            <a:endParaRPr lang="en-GB" dirty="0"/>
          </a:p>
          <a:p>
            <a:r>
              <a:rPr lang="en-GB" sz="1200" noProof="0" dirty="0"/>
              <a:t>Arguments provide additional information to the command, such as filenames, directories or other values. In this example, /etc and /var/log are directory arguments supplied to the ls command.</a:t>
            </a:r>
          </a:p>
          <a:p>
            <a:endParaRPr lang="en-GB" dirty="0"/>
          </a:p>
          <a:p>
            <a:r>
              <a:rPr lang="en-GB" sz="1200" noProof="0" dirty="0"/>
              <a:t>The special marker -- can be used to indicate the end of options. Anything that follows is treated as an argument, even if it begins with a hyphen.</a:t>
            </a:r>
          </a:p>
          <a:p>
            <a:endParaRPr lang="en-GB" dirty="0"/>
          </a:p>
          <a:p>
            <a:r>
              <a:rPr lang="en-GB" sz="1200" noProof="0" dirty="0"/>
              <a:t>Most Linux commands follow the format: </a:t>
            </a:r>
            <a:r>
              <a:rPr lang="en-GB" sz="1200" b="1" noProof="0" dirty="0"/>
              <a:t>command [options] [arguments]</a:t>
            </a:r>
          </a:p>
          <a:p>
            <a:endParaRPr lang="en-GB" dirty="0"/>
          </a:p>
          <a:p>
            <a:r>
              <a:rPr lang="en-GB" sz="1200" noProof="0" dirty="0"/>
              <a:t>The Backspace or Delete key can be used to correct typing mistakes before the command is executed.</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DEA753F8-C22F-426B-A4FB-B60EF843708C}"/>
              </a:ext>
            </a:extLst>
          </p:cNvPr>
          <p:cNvSpPr>
            <a:spLocks noGrp="1" noRot="1" noChangeAspect="1"/>
          </p:cNvSpPr>
          <p:nvPr>
            <p:ph type="sldImg"/>
          </p:nvPr>
        </p:nvSpPr>
        <p:spPr/>
      </p:sp>
    </p:spTree>
    <p:extLst>
      <p:ext uri="{BB962C8B-B14F-4D97-AF65-F5344CB8AC3E}">
        <p14:creationId xmlns:p14="http://schemas.microsoft.com/office/powerpoint/2010/main" val="17217359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49"/>
            <a:ext cx="5486400" cy="4284663"/>
          </a:xfrm>
        </p:spPr>
        <p:txBody>
          <a:bodyPr/>
          <a:lstStyle/>
          <a:p>
            <a:r>
              <a:rPr lang="en-GB" sz="1200" noProof="0" dirty="0">
                <a:latin typeface="+mn-lt"/>
              </a:rPr>
              <a:t>Commands are entered at the shell prompt and executed by pressing Enter. Some commands can be run without any additional information, while others accept arguments that modify the output.</a:t>
            </a:r>
          </a:p>
          <a:p>
            <a:endParaRPr lang="en-GB" dirty="0"/>
          </a:p>
          <a:p>
            <a:r>
              <a:rPr lang="en-GB" sz="1200" noProof="0" dirty="0">
                <a:latin typeface="+mn-lt"/>
              </a:rPr>
              <a:t>The </a:t>
            </a:r>
            <a:r>
              <a:rPr lang="en-GB" sz="1200" b="1" noProof="0" dirty="0">
                <a:latin typeface="+mn-lt"/>
              </a:rPr>
              <a:t>date</a:t>
            </a:r>
            <a:r>
              <a:rPr lang="en-GB" sz="1200" noProof="0" dirty="0">
                <a:latin typeface="+mn-lt"/>
              </a:rPr>
              <a:t> command displays the current date and time. Formatting options can be supplied to display specific elements such as the day of the week, the current time, or a custom date format.</a:t>
            </a:r>
          </a:p>
          <a:p>
            <a:endParaRPr lang="en-GB" dirty="0"/>
          </a:p>
          <a:p>
            <a:r>
              <a:rPr lang="en-GB" sz="1200" noProof="0" dirty="0">
                <a:latin typeface="+mn-lt"/>
              </a:rPr>
              <a:t>The </a:t>
            </a:r>
            <a:r>
              <a:rPr lang="en-GB" sz="1200" b="1" noProof="0" dirty="0" err="1">
                <a:latin typeface="+mn-lt"/>
              </a:rPr>
              <a:t>cal</a:t>
            </a:r>
            <a:r>
              <a:rPr lang="en-GB" sz="1200" noProof="0" dirty="0">
                <a:latin typeface="+mn-lt"/>
              </a:rPr>
              <a:t> command displays a calendar. With no arguments it shows the current month. Additional arguments can be used to display a specific month and year, or an entire year.</a:t>
            </a:r>
          </a:p>
          <a:p>
            <a:endParaRPr lang="en-GB" dirty="0"/>
          </a:p>
          <a:p>
            <a:r>
              <a:rPr lang="en-GB" sz="1200" noProof="0" dirty="0">
                <a:latin typeface="+mn-lt"/>
              </a:rPr>
              <a:t>In the example shown, </a:t>
            </a:r>
            <a:r>
              <a:rPr lang="en-GB" sz="1200" b="1" noProof="0" dirty="0" err="1">
                <a:latin typeface="+mn-lt"/>
              </a:rPr>
              <a:t>cal</a:t>
            </a:r>
            <a:r>
              <a:rPr lang="en-GB" sz="1200" b="1" noProof="0" dirty="0">
                <a:latin typeface="+mn-lt"/>
              </a:rPr>
              <a:t> 5 1967 </a:t>
            </a:r>
            <a:r>
              <a:rPr lang="en-GB" sz="1200" noProof="0" dirty="0">
                <a:latin typeface="+mn-lt"/>
              </a:rPr>
              <a:t>displays the month of May 1967. Learners may recognise the highlighted date of 25 May 1967, when Celtic became the first British football club to win the European Cup, defeating Inter Milan 2–1 in Lisbon.</a:t>
            </a:r>
          </a:p>
          <a:p>
            <a:endParaRPr lang="en-GB" dirty="0"/>
          </a:p>
          <a:p>
            <a:r>
              <a:rPr lang="en-GB" sz="1200" noProof="0" dirty="0">
                <a:latin typeface="+mn-lt"/>
              </a:rPr>
              <a:t>These examples reinforce the general Linux command format:</a:t>
            </a:r>
          </a:p>
          <a:p>
            <a:pPr lvl="1"/>
            <a:r>
              <a:rPr lang="en-GB" b="1" noProof="0" dirty="0">
                <a:latin typeface="+mn-lt"/>
              </a:rPr>
              <a:t>	command [options] [arguments]</a:t>
            </a:r>
          </a:p>
          <a:p>
            <a:r>
              <a:rPr lang="en-GB" sz="1200" noProof="0" dirty="0">
                <a:latin typeface="+mn-lt"/>
              </a:rPr>
              <a:t>and demonstrate how arguments can change the behaviour and output of a command.</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pic>
        <p:nvPicPr>
          <p:cNvPr id="5" name="Picture 4">
            <a:extLst>
              <a:ext uri="{FF2B5EF4-FFF2-40B4-BE49-F238E27FC236}">
                <a16:creationId xmlns:a16="http://schemas.microsoft.com/office/drawing/2014/main" id="{02E4D429-CD32-51BF-9ACC-42720A3E6C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24631" y="3837430"/>
            <a:ext cx="130050" cy="130050"/>
          </a:xfrm>
          <a:prstGeom prst="rect">
            <a:avLst/>
          </a:prstGeom>
        </p:spPr>
      </p:pic>
    </p:spTree>
    <p:extLst>
      <p:ext uri="{BB962C8B-B14F-4D97-AF65-F5344CB8AC3E}">
        <p14:creationId xmlns:p14="http://schemas.microsoft.com/office/powerpoint/2010/main" val="8788600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4063226"/>
          </a:xfrm>
        </p:spPr>
        <p:txBody>
          <a:bodyPr/>
          <a:lstStyle/>
          <a:p>
            <a:pPr marL="12700">
              <a:lnSpc>
                <a:spcPct val="100000"/>
              </a:lnSpc>
              <a:spcBef>
                <a:spcPts val="390"/>
              </a:spcBef>
            </a:pPr>
            <a:r>
              <a:rPr lang="en-GB" sz="1200" spc="-15" noProof="0" dirty="0">
                <a:latin typeface="+mn-lt"/>
                <a:cs typeface="Segoe UI"/>
              </a:rPr>
              <a:t>The shell provides several keyboard shortcuts that make command-line work quicker and more efficient. Hold the Ctrl key and press the specified letter key; Shift is not required. </a:t>
            </a:r>
            <a:r>
              <a:rPr lang="en-GB" sz="1200" b="1" spc="-15" noProof="0" dirty="0" err="1">
                <a:latin typeface="+mn-lt"/>
                <a:cs typeface="Segoe UI"/>
              </a:rPr>
              <a:t>Ctrl+C</a:t>
            </a:r>
            <a:r>
              <a:rPr lang="en-GB" sz="1200" spc="-15" noProof="0" dirty="0">
                <a:latin typeface="+mn-lt"/>
                <a:cs typeface="Segoe UI"/>
              </a:rPr>
              <a:t> interrupts a running command, </a:t>
            </a:r>
            <a:r>
              <a:rPr lang="en-GB" sz="1200" b="1" spc="-15" noProof="0" dirty="0" err="1">
                <a:latin typeface="+mn-lt"/>
                <a:cs typeface="Segoe UI"/>
              </a:rPr>
              <a:t>Ctrl+U</a:t>
            </a:r>
            <a:r>
              <a:rPr lang="en-GB" sz="1200" spc="-15" noProof="0" dirty="0">
                <a:latin typeface="+mn-lt"/>
                <a:cs typeface="Segoe UI"/>
              </a:rPr>
              <a:t> clears the current command line, </a:t>
            </a:r>
            <a:r>
              <a:rPr lang="en-GB" sz="1200" b="1" spc="-15" noProof="0" dirty="0" err="1">
                <a:latin typeface="+mn-lt"/>
                <a:cs typeface="Segoe UI"/>
              </a:rPr>
              <a:t>Ctrl+W</a:t>
            </a:r>
            <a:r>
              <a:rPr lang="en-GB" sz="1200" spc="-15" noProof="0" dirty="0">
                <a:latin typeface="+mn-lt"/>
                <a:cs typeface="Segoe UI"/>
              </a:rPr>
              <a:t> removes the previous word, and </a:t>
            </a:r>
            <a:r>
              <a:rPr lang="en-GB" sz="1200" b="1" spc="-15" noProof="0" dirty="0" err="1">
                <a:latin typeface="+mn-lt"/>
                <a:cs typeface="Segoe UI"/>
              </a:rPr>
              <a:t>Ctrl+D</a:t>
            </a:r>
            <a:r>
              <a:rPr lang="en-GB" sz="1200" spc="-15" noProof="0" dirty="0">
                <a:latin typeface="+mn-lt"/>
                <a:cs typeface="Segoe UI"/>
              </a:rPr>
              <a:t> signals end-of-input, which may log out the shell. UNIX documentation often represents these combinations using notation such as ^C and ^D. The </a:t>
            </a:r>
            <a:r>
              <a:rPr lang="en-GB" sz="1200" b="1" spc="-15" noProof="0" dirty="0" err="1">
                <a:latin typeface="+mn-lt"/>
                <a:cs typeface="Segoe UI"/>
              </a:rPr>
              <a:t>stty</a:t>
            </a:r>
            <a:r>
              <a:rPr lang="en-GB" sz="1200" b="1" spc="-15" noProof="0" dirty="0">
                <a:latin typeface="+mn-lt"/>
                <a:cs typeface="Segoe UI"/>
              </a:rPr>
              <a:t> -a</a:t>
            </a:r>
            <a:r>
              <a:rPr lang="en-GB" sz="1200" spc="-15" noProof="0" dirty="0">
                <a:latin typeface="+mn-lt"/>
                <a:cs typeface="Segoe UI"/>
              </a:rPr>
              <a:t> command displays the terminal settings that define which control characters perform these actions.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9038539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49"/>
            <a:ext cx="5486400" cy="3873655"/>
          </a:xfrm>
        </p:spPr>
        <p:txBody>
          <a:bodyPr/>
          <a:lstStyle/>
          <a:p>
            <a:pPr marL="12700">
              <a:lnSpc>
                <a:spcPct val="100000"/>
              </a:lnSpc>
              <a:spcBef>
                <a:spcPts val="700"/>
              </a:spcBef>
            </a:pPr>
            <a:r>
              <a:rPr lang="en-GB" sz="1200" spc="-15" noProof="0" dirty="0">
                <a:latin typeface="+mn-lt"/>
                <a:cs typeface="Segoe UI"/>
              </a:rPr>
              <a:t>When a command is entered, the shell searches for it in a defined order. It first checks aliases, keywords, functions and built-ins already available in memory. If no match is found, the shell searches the directories listed in the </a:t>
            </a:r>
            <a:r>
              <a:rPr lang="en-GB" sz="1200" b="1" spc="-15" noProof="0" dirty="0">
                <a:latin typeface="+mn-lt"/>
                <a:cs typeface="Segoe UI"/>
              </a:rPr>
              <a:t>PATH</a:t>
            </a:r>
            <a:r>
              <a:rPr lang="en-GB" sz="1200" spc="-15" noProof="0" dirty="0">
                <a:latin typeface="+mn-lt"/>
                <a:cs typeface="Segoe UI"/>
              </a:rPr>
              <a:t> environment variable. External commands such as date and </a:t>
            </a:r>
            <a:r>
              <a:rPr lang="en-GB" sz="1200" spc="-15" noProof="0" dirty="0" err="1">
                <a:latin typeface="+mn-lt"/>
                <a:cs typeface="Segoe UI"/>
              </a:rPr>
              <a:t>cal</a:t>
            </a:r>
            <a:r>
              <a:rPr lang="en-GB" sz="1200" spc="-15" noProof="0" dirty="0">
                <a:latin typeface="+mn-lt"/>
                <a:cs typeface="Segoe UI"/>
              </a:rPr>
              <a:t> are stored as files on disk, typically in locations such as /bin or /</a:t>
            </a:r>
            <a:r>
              <a:rPr lang="en-GB" sz="1200" spc="-15" noProof="0" dirty="0" err="1">
                <a:latin typeface="+mn-lt"/>
                <a:cs typeface="Segoe UI"/>
              </a:rPr>
              <a:t>usr</a:t>
            </a:r>
            <a:r>
              <a:rPr lang="en-GB" sz="1200" spc="-15" noProof="0" dirty="0">
                <a:latin typeface="+mn-lt"/>
                <a:cs typeface="Segoe UI"/>
              </a:rPr>
              <a:t>/bin. The </a:t>
            </a:r>
            <a:r>
              <a:rPr lang="en-GB" sz="1200" b="1" spc="-15" noProof="0" dirty="0">
                <a:latin typeface="+mn-lt"/>
                <a:cs typeface="Segoe UI"/>
              </a:rPr>
              <a:t>type</a:t>
            </a:r>
            <a:r>
              <a:rPr lang="en-GB" sz="1200" spc="-15" noProof="0" dirty="0">
                <a:latin typeface="+mn-lt"/>
                <a:cs typeface="Segoe UI"/>
              </a:rPr>
              <a:t> command can identify how the shell interprets a command, while </a:t>
            </a:r>
            <a:r>
              <a:rPr lang="en-GB" sz="1200" b="1" spc="-15" noProof="0" dirty="0">
                <a:latin typeface="+mn-lt"/>
                <a:cs typeface="Segoe UI"/>
              </a:rPr>
              <a:t>which</a:t>
            </a:r>
            <a:r>
              <a:rPr lang="en-GB" sz="1200" spc="-15" noProof="0" dirty="0">
                <a:latin typeface="+mn-lt"/>
                <a:cs typeface="Segoe UI"/>
              </a:rPr>
              <a:t> displays the location of an external command found through </a:t>
            </a:r>
            <a:r>
              <a:rPr lang="en-GB" sz="1200" b="1" spc="-15" noProof="0" dirty="0">
                <a:latin typeface="+mn-lt"/>
                <a:cs typeface="Segoe UI"/>
              </a:rPr>
              <a:t>PATH</a:t>
            </a:r>
            <a:r>
              <a:rPr lang="en-GB" sz="1200" spc="-15" noProof="0" dirty="0">
                <a:latin typeface="+mn-lt"/>
                <a:cs typeface="Segoe UI"/>
              </a:rPr>
              <a:t>.</a:t>
            </a:r>
            <a:endParaRPr lang="en-US" sz="1200" spc="-15" noProof="0" dirty="0">
              <a:latin typeface="+mn-lt"/>
              <a:cs typeface="Segoe UI"/>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804934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700"/>
              </a:spcBef>
            </a:pPr>
            <a:r>
              <a:rPr lang="en-GB" dirty="0">
                <a:latin typeface="+mn-lt"/>
              </a:rPr>
              <a:t>This knowledge check reinforces the structure of a Linux command line. Learners should be able to identify the command, short options, long options, the end-of-options marker (--), and any arguments. The command is the only mandatory component; options and arguments are optional depending on what the command is being asked to do.</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8045073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67445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noProof="0" dirty="0">
                <a:latin typeface="+mn-lt"/>
              </a:rPr>
              <a:t>Linux systems provide both local and online sources of documentation. The most common local help systems are the man command, the --help option, and the Bash help command for shell built-ins. Many packages also install documentation under /</a:t>
            </a:r>
            <a:r>
              <a:rPr lang="en-GB" noProof="0" dirty="0" err="1">
                <a:latin typeface="+mn-lt"/>
              </a:rPr>
              <a:t>usr</a:t>
            </a:r>
            <a:r>
              <a:rPr lang="en-GB" noProof="0" dirty="0">
                <a:latin typeface="+mn-lt"/>
              </a:rPr>
              <a:t>/share/doc. Online resources include vendor documentation, project websites, community forums, and source-code repositories. In this course we will focus primarily on man, --help, and help.</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FAABF57D-032C-4890-8EB0-54CD09E02ED1}"/>
              </a:ext>
            </a:extLst>
          </p:cNvPr>
          <p:cNvSpPr>
            <a:spLocks noGrp="1" noRot="1" noChangeAspect="1"/>
          </p:cNvSpPr>
          <p:nvPr>
            <p:ph type="sldImg"/>
          </p:nvPr>
        </p:nvSpPr>
        <p:spPr/>
      </p:sp>
    </p:spTree>
    <p:extLst>
      <p:ext uri="{BB962C8B-B14F-4D97-AF65-F5344CB8AC3E}">
        <p14:creationId xmlns:p14="http://schemas.microsoft.com/office/powerpoint/2010/main" val="28729792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4114800"/>
          </a:xfrm>
        </p:spPr>
        <p:txBody>
          <a:bodyPr/>
          <a:lstStyle/>
          <a:p>
            <a:pPr marL="12700" marR="5080">
              <a:lnSpc>
                <a:spcPct val="100000"/>
              </a:lnSpc>
              <a:spcBef>
                <a:spcPts val="105"/>
              </a:spcBef>
            </a:pPr>
            <a:r>
              <a:rPr lang="en-GB" sz="1200" noProof="0" dirty="0">
                <a:latin typeface="+mn-lt"/>
                <a:cs typeface="Segoe UI"/>
              </a:rPr>
              <a:t>The </a:t>
            </a:r>
            <a:r>
              <a:rPr lang="en-GB" sz="1200" b="1" noProof="0" dirty="0">
                <a:latin typeface="+mn-lt"/>
                <a:cs typeface="Segoe UI"/>
              </a:rPr>
              <a:t>man</a:t>
            </a:r>
            <a:r>
              <a:rPr lang="en-GB" sz="1200" noProof="0" dirty="0">
                <a:latin typeface="+mn-lt"/>
                <a:cs typeface="Segoe UI"/>
              </a:rPr>
              <a:t> command displays documentation for commands, utilities, configuration files and other system components. For example, man date displays the manual page for the date command. Manual pages are organised into numbered sections. Section 1 contains user commands, section 5 contains configuration files and file formats, and section 8 contains system administration commands. </a:t>
            </a:r>
          </a:p>
          <a:p>
            <a:pPr marL="12700" marR="5080">
              <a:lnSpc>
                <a:spcPct val="100000"/>
              </a:lnSpc>
              <a:spcBef>
                <a:spcPts val="105"/>
              </a:spcBef>
            </a:pPr>
            <a:endParaRPr lang="en-GB" sz="1200" noProof="0" dirty="0">
              <a:latin typeface="+mn-lt"/>
              <a:cs typeface="Segoe UI"/>
            </a:endParaRPr>
          </a:p>
          <a:p>
            <a:pPr marL="12700" marR="5080">
              <a:lnSpc>
                <a:spcPct val="100000"/>
              </a:lnSpc>
              <a:spcBef>
                <a:spcPts val="105"/>
              </a:spcBef>
            </a:pPr>
            <a:r>
              <a:rPr lang="en-GB" sz="1200" noProof="0" dirty="0">
                <a:latin typeface="+mn-lt"/>
                <a:cs typeface="Segoe UI"/>
              </a:rPr>
              <a:t>The same name can appear in multiple sections, such as passwd(1) and passwd(5), so a section number can be specified when required. Use </a:t>
            </a:r>
            <a:r>
              <a:rPr lang="en-GB" sz="1200" b="1" noProof="0" dirty="0">
                <a:latin typeface="+mn-lt"/>
                <a:cs typeface="Segoe UI"/>
              </a:rPr>
              <a:t>man -k keyword </a:t>
            </a:r>
            <a:r>
              <a:rPr lang="en-GB" sz="1200" noProof="0" dirty="0">
                <a:latin typeface="+mn-lt"/>
                <a:cs typeface="Segoe UI"/>
              </a:rPr>
              <a:t>to search manual page descriptions for related topics.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6D5771CD-EFCF-4B64-A6DC-24C6053C1993}"/>
              </a:ext>
            </a:extLst>
          </p:cNvPr>
          <p:cNvSpPr>
            <a:spLocks noGrp="1" noRot="1" noChangeAspect="1"/>
          </p:cNvSpPr>
          <p:nvPr>
            <p:ph type="sldImg"/>
          </p:nvPr>
        </p:nvSpPr>
        <p:spPr/>
      </p:sp>
    </p:spTree>
    <p:extLst>
      <p:ext uri="{BB962C8B-B14F-4D97-AF65-F5344CB8AC3E}">
        <p14:creationId xmlns:p14="http://schemas.microsoft.com/office/powerpoint/2010/main" val="1241952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dirty="0"/>
              <a:t>Manual pages follow a broadly consistent structure. The NAME section provides a short summary of the command, SYNOPSIS shows the command syntax, DESCRIPTION explains the command and its options, EXAMPLES provide common usage examples, and SEE ALSO lists related commands. Manual pages are displayed using a pager, allowing you to move through the document and search for text. Common keys include Space to move to the next page, b to move back, /text to search, n to move to the next search match, and q to quit and return to the shell.</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6D5771CD-EFCF-4B64-A6DC-24C6053C1993}"/>
              </a:ext>
            </a:extLst>
          </p:cNvPr>
          <p:cNvSpPr>
            <a:spLocks noGrp="1" noRot="1" noChangeAspect="1"/>
          </p:cNvSpPr>
          <p:nvPr>
            <p:ph type="sldImg"/>
          </p:nvPr>
        </p:nvSpPr>
        <p:spPr/>
      </p:sp>
    </p:spTree>
    <p:extLst>
      <p:ext uri="{BB962C8B-B14F-4D97-AF65-F5344CB8AC3E}">
        <p14:creationId xmlns:p14="http://schemas.microsoft.com/office/powerpoint/2010/main" val="27046836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dirty="0"/>
              <a:t>Most Linux commands provide built-in help through the </a:t>
            </a:r>
            <a:r>
              <a:rPr lang="en-GB" b="1" dirty="0"/>
              <a:t>--help </a:t>
            </a:r>
            <a:r>
              <a:rPr lang="en-GB" dirty="0"/>
              <a:t>option. This is often the quickest way to check command syntax and common options. GNU systems also include the </a:t>
            </a:r>
            <a:r>
              <a:rPr lang="en-GB" b="1" dirty="0"/>
              <a:t>info</a:t>
            </a:r>
            <a:r>
              <a:rPr lang="en-GB" dirty="0"/>
              <a:t> documentation system, which provides more detailed documentation and navigation between related topics. </a:t>
            </a:r>
          </a:p>
          <a:p>
            <a:endParaRPr lang="en-GB" dirty="0"/>
          </a:p>
          <a:p>
            <a:r>
              <a:rPr lang="en-GB" dirty="0"/>
              <a:t>In practice, many users use --help for quick reminders and </a:t>
            </a:r>
            <a:r>
              <a:rPr lang="en-GB" b="1" dirty="0"/>
              <a:t>man</a:t>
            </a:r>
            <a:r>
              <a:rPr lang="en-GB" dirty="0"/>
              <a:t> for detailed reference information.</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6D5771CD-EFCF-4B64-A6DC-24C6053C1993}"/>
              </a:ext>
            </a:extLst>
          </p:cNvPr>
          <p:cNvSpPr>
            <a:spLocks noGrp="1" noRot="1" noChangeAspect="1"/>
          </p:cNvSpPr>
          <p:nvPr>
            <p:ph type="sldImg"/>
          </p:nvPr>
        </p:nvSpPr>
        <p:spPr/>
      </p:sp>
    </p:spTree>
    <p:extLst>
      <p:ext uri="{BB962C8B-B14F-4D97-AF65-F5344CB8AC3E}">
        <p14:creationId xmlns:p14="http://schemas.microsoft.com/office/powerpoint/2010/main" val="34389290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noProof="0" dirty="0"/>
              <a:t>Linux has a large and active community, with many high-quality online resources available to support learning and troubleshooting. Official project websites, documentation wikis, and community-maintained knowledge bases often provide more up-to-date information than printed manuals.</a:t>
            </a:r>
          </a:p>
          <a:p>
            <a:endParaRPr lang="en-GB" dirty="0"/>
          </a:p>
          <a:p>
            <a:r>
              <a:rPr lang="en-GB" noProof="0" dirty="0"/>
              <a:t>Some particularly useful resources include the Linux Foundation, </a:t>
            </a:r>
            <a:r>
              <a:rPr lang="en-GB" noProof="0" dirty="0" err="1"/>
              <a:t>ArchWiki</a:t>
            </a:r>
            <a:r>
              <a:rPr lang="en-GB" noProof="0" dirty="0"/>
              <a:t>, Kernel.org, and It's FOSS. Tools such as </a:t>
            </a:r>
            <a:r>
              <a:rPr lang="en-GB" noProof="0" dirty="0" err="1"/>
              <a:t>ExplainShell</a:t>
            </a:r>
            <a:r>
              <a:rPr lang="en-GB" noProof="0" dirty="0"/>
              <a:t> can help you understand complex command lines, while Crontab Guru makes it easier to build and verify </a:t>
            </a:r>
            <a:r>
              <a:rPr lang="en-GB" noProof="0" dirty="0" err="1"/>
              <a:t>cron</a:t>
            </a:r>
            <a:r>
              <a:rPr lang="en-GB" noProof="0" dirty="0"/>
              <a:t> schedules.</a:t>
            </a:r>
          </a:p>
          <a:p>
            <a:endParaRPr lang="en-GB" dirty="0"/>
          </a:p>
          <a:p>
            <a:r>
              <a:rPr lang="en-GB" noProof="0" dirty="0"/>
              <a:t>When searching for solutions online, always try to use reputable sources and compare information from multiple references, especially when following administrative or security-related advice.</a:t>
            </a:r>
          </a:p>
        </p:txBody>
      </p:sp>
      <p:sp>
        <p:nvSpPr>
          <p:cNvPr id="4" name="Slide Number Placeholder 3"/>
          <p:cNvSpPr>
            <a:spLocks noGrp="1"/>
          </p:cNvSpPr>
          <p:nvPr>
            <p:ph type="sldNum" sz="quarter" idx="5"/>
          </p:nvPr>
        </p:nvSpPr>
        <p:spPr/>
        <p:txBody>
          <a:bodyPr/>
          <a:lstStyle/>
          <a:p>
            <a:pPr lvl="0"/>
            <a:fld id="{548901C6-1DA1-FB44-ABEE-06A0FEB7738E}" type="slidenum">
              <a:rPr lang="en-GB" noProof="0" smtClean="0"/>
              <a:pPr lvl="0"/>
              <a:t>22</a:t>
            </a:fld>
            <a:endParaRPr lang="en-GB" noProof="0" dirty="0"/>
          </a:p>
        </p:txBody>
      </p:sp>
      <p:sp>
        <p:nvSpPr>
          <p:cNvPr id="6" name="Slide Image Placeholder 5">
            <a:extLst>
              <a:ext uri="{FF2B5EF4-FFF2-40B4-BE49-F238E27FC236}">
                <a16:creationId xmlns:a16="http://schemas.microsoft.com/office/drawing/2014/main" id="{6A9387F6-2BDA-A41F-25E3-C4B3D59FCC6C}"/>
              </a:ext>
            </a:extLst>
          </p:cNvPr>
          <p:cNvSpPr>
            <a:spLocks noGrp="1" noRot="1" noChangeAspect="1"/>
          </p:cNvSpPr>
          <p:nvPr>
            <p:ph type="sldImg"/>
          </p:nvPr>
        </p:nvSpPr>
        <p:spPr/>
      </p:sp>
    </p:spTree>
    <p:extLst>
      <p:ext uri="{BB962C8B-B14F-4D97-AF65-F5344CB8AC3E}">
        <p14:creationId xmlns:p14="http://schemas.microsoft.com/office/powerpoint/2010/main" val="29685688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99CF3CE9-CF30-4828-9BEB-5EB5CFE566AD}"/>
              </a:ext>
            </a:extLst>
          </p:cNvPr>
          <p:cNvSpPr>
            <a:spLocks noGrp="1" noRot="1" noChangeAspect="1"/>
          </p:cNvSpPr>
          <p:nvPr>
            <p:ph type="sldImg"/>
          </p:nvPr>
        </p:nvSpPr>
        <p:spPr/>
      </p:sp>
    </p:spTree>
    <p:extLst>
      <p:ext uri="{BB962C8B-B14F-4D97-AF65-F5344CB8AC3E}">
        <p14:creationId xmlns:p14="http://schemas.microsoft.com/office/powerpoint/2010/main" val="255803562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8896920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4095750"/>
          </a:xfrm>
        </p:spPr>
        <p:txBody>
          <a:bodyPr/>
          <a:lstStyle/>
          <a:p>
            <a:pPr marL="12700">
              <a:lnSpc>
                <a:spcPct val="100000"/>
              </a:lnSpc>
              <a:spcBef>
                <a:spcPts val="390"/>
              </a:spcBef>
            </a:pPr>
            <a:r>
              <a:rPr lang="en-GB" sz="1200" spc="-15" noProof="0" dirty="0">
                <a:latin typeface="+mn-lt"/>
                <a:cs typeface="Segoe UI"/>
              </a:rPr>
              <a:t>Linux provides a number of commands for discovering information about the system. These commands can display the current date and time, information about logged-in users, details of running processes, operating system information, and disk usage. </a:t>
            </a:r>
          </a:p>
          <a:p>
            <a:pPr marL="12700">
              <a:lnSpc>
                <a:spcPct val="100000"/>
              </a:lnSpc>
              <a:spcBef>
                <a:spcPts val="390"/>
              </a:spcBef>
            </a:pPr>
            <a:r>
              <a:rPr lang="en-GB" sz="1200" spc="-15" noProof="0" dirty="0">
                <a:latin typeface="+mn-lt"/>
                <a:cs typeface="Segoe UI"/>
              </a:rPr>
              <a:t>Most Linux commands are entered in lowercase and support optional parameters that modify their behaviour. Learners will use many of these commands throughout the course to investigate and troubleshoot Linux systems.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65981842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829050"/>
          </a:xfrm>
        </p:spPr>
        <p:txBody>
          <a:bodyPr/>
          <a:lstStyle/>
          <a:p>
            <a:r>
              <a:rPr lang="en-GB" dirty="0"/>
              <a:t>Linux provides several commands for displaying the contents of text files. The cat command displays an entire file, while more and less allow the contents to be viewed one screen at a time. The head and tail commands display selected sections of a file, making them useful when working with large log files or configuration files. These commands are commonly used when examining system files and troubleshooting Linux systems.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80479911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390"/>
              </a:spcBef>
            </a:pPr>
            <a:r>
              <a:rPr lang="en-GB" sz="1200" spc="-15" noProof="0" dirty="0">
                <a:latin typeface="+mn-lt"/>
                <a:cs typeface="Segoe UI"/>
              </a:rPr>
              <a:t>The </a:t>
            </a:r>
            <a:r>
              <a:rPr lang="en-GB" sz="1200" b="1" spc="-15" noProof="0" dirty="0">
                <a:latin typeface="+mn-lt"/>
                <a:cs typeface="Segoe UI"/>
              </a:rPr>
              <a:t>grep</a:t>
            </a:r>
            <a:r>
              <a:rPr lang="en-GB" sz="1200" spc="-15" noProof="0" dirty="0">
                <a:latin typeface="+mn-lt"/>
                <a:cs typeface="Segoe UI"/>
              </a:rPr>
              <a:t> command searches files for text that matches a specified pattern. It is one of the most commonly used Linux commands for finding information quickly. </a:t>
            </a:r>
          </a:p>
          <a:p>
            <a:pPr marL="12700">
              <a:lnSpc>
                <a:spcPct val="100000"/>
              </a:lnSpc>
              <a:spcBef>
                <a:spcPts val="390"/>
              </a:spcBef>
            </a:pPr>
            <a:r>
              <a:rPr lang="en-GB" sz="1200" spc="-15" noProof="0" dirty="0">
                <a:latin typeface="+mn-lt"/>
                <a:cs typeface="Segoe UI"/>
              </a:rPr>
              <a:t>The </a:t>
            </a:r>
            <a:r>
              <a:rPr lang="en-GB" sz="1200" b="1" spc="-15" noProof="0" dirty="0" err="1">
                <a:latin typeface="+mn-lt"/>
                <a:cs typeface="Segoe UI"/>
              </a:rPr>
              <a:t>wc</a:t>
            </a:r>
            <a:r>
              <a:rPr lang="en-GB" sz="1200" spc="-15" noProof="0" dirty="0">
                <a:latin typeface="+mn-lt"/>
                <a:cs typeface="Segoe UI"/>
              </a:rPr>
              <a:t> command counts the contents of a file and can display the number of lines, words, or characters. These commands are often combined with other commands and are useful when working with log files, configuration files, and command output.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83119129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848100"/>
          </a:xfrm>
        </p:spPr>
        <p:txBody>
          <a:bodyPr/>
          <a:lstStyle/>
          <a:p>
            <a:pPr marL="342900" marR="0" lvl="0" indent="-342900">
              <a:spcBef>
                <a:spcPts val="1200"/>
              </a:spcBef>
              <a:spcAft>
                <a:spcPts val="300"/>
              </a:spcAft>
              <a:buSzPts val="1200"/>
              <a:buFont typeface="+mj-lt"/>
              <a:buAutoNum type="alphaLcParenR"/>
              <a:tabLst>
                <a:tab pos="444500" algn="l"/>
              </a:tabLst>
            </a:pPr>
            <a:r>
              <a:rPr lang="en-GB" sz="1200" kern="1600" dirty="0">
                <a:solidFill>
                  <a:srgbClr val="000000"/>
                </a:solidFill>
                <a:effectLst/>
                <a:latin typeface="+mn-lt"/>
                <a:ea typeface="Times New Roman" panose="02020603050405020304" pitchFamily="18" charset="0"/>
              </a:rPr>
              <a:t>The Bourne-Again shell, </a:t>
            </a:r>
            <a:r>
              <a:rPr lang="en-GB" sz="1200" b="1" kern="1600" dirty="0">
                <a:solidFill>
                  <a:srgbClr val="000000"/>
                </a:solidFill>
                <a:effectLst/>
                <a:latin typeface="Consolas" panose="020B0609020204030204" pitchFamily="49" charset="0"/>
                <a:ea typeface="Hack" panose="020B0609030202020204" pitchFamily="49" charset="0"/>
                <a:cs typeface="Hack" panose="020B0609030202020204" pitchFamily="49" charset="0"/>
              </a:rPr>
              <a:t>bash</a:t>
            </a:r>
            <a:r>
              <a:rPr lang="en-GB" sz="1200" kern="1600" dirty="0">
                <a:solidFill>
                  <a:srgbClr val="000000"/>
                </a:solidFill>
                <a:effectLst/>
                <a:latin typeface="+mn-lt"/>
                <a:ea typeface="Times New Roman" panose="02020603050405020304" pitchFamily="18" charset="0"/>
              </a:rPr>
              <a:t>.</a:t>
            </a:r>
          </a:p>
          <a:p>
            <a:pPr marL="342900" marR="0" lvl="0" indent="-342900">
              <a:spcBef>
                <a:spcPts val="1200"/>
              </a:spcBef>
              <a:spcAft>
                <a:spcPts val="300"/>
              </a:spcAft>
              <a:buSzPts val="1200"/>
              <a:buFont typeface="+mj-lt"/>
              <a:buAutoNum type="alphaLcParenR"/>
              <a:tabLst>
                <a:tab pos="444500" algn="l"/>
              </a:tabLst>
            </a:pPr>
            <a:r>
              <a:rPr lang="en-GB" sz="1200" kern="1600" dirty="0">
                <a:solidFill>
                  <a:srgbClr val="000000"/>
                </a:solidFill>
                <a:effectLst/>
                <a:latin typeface="+mn-lt"/>
                <a:ea typeface="Times New Roman" panose="02020603050405020304" pitchFamily="18" charset="0"/>
              </a:rPr>
              <a:t>The Bourne Shell, </a:t>
            </a:r>
            <a:r>
              <a:rPr lang="en-GB" sz="1200" b="1" kern="1600" dirty="0">
                <a:solidFill>
                  <a:srgbClr val="000000"/>
                </a:solidFill>
                <a:effectLst/>
                <a:latin typeface="Consolas" panose="020B0609020204030204" pitchFamily="49" charset="0"/>
                <a:ea typeface="Hack" panose="020B0609030202020204" pitchFamily="49" charset="0"/>
                <a:cs typeface="Hack" panose="020B0609030202020204" pitchFamily="49" charset="0"/>
              </a:rPr>
              <a:t>sh</a:t>
            </a:r>
            <a:r>
              <a:rPr lang="en-GB" sz="1200" kern="1600" dirty="0">
                <a:solidFill>
                  <a:srgbClr val="000000"/>
                </a:solidFill>
                <a:effectLst/>
                <a:latin typeface="+mn-lt"/>
                <a:ea typeface="Times New Roman" panose="02020603050405020304" pitchFamily="18" charset="0"/>
              </a:rPr>
              <a:t> for users  and the C-shell, </a:t>
            </a:r>
            <a:r>
              <a:rPr lang="en-GB" sz="1200" b="1" kern="1600" dirty="0">
                <a:solidFill>
                  <a:srgbClr val="000000"/>
                </a:solidFill>
                <a:effectLst/>
                <a:latin typeface="Consolas" panose="020B0609020204030204" pitchFamily="49" charset="0"/>
                <a:ea typeface="Hack" panose="020B0609030202020204" pitchFamily="49" charset="0"/>
                <a:cs typeface="Hack" panose="020B0609030202020204" pitchFamily="49" charset="0"/>
              </a:rPr>
              <a:t>csh</a:t>
            </a:r>
            <a:r>
              <a:rPr lang="en-GB" sz="1200" b="1" kern="1600" dirty="0">
                <a:solidFill>
                  <a:srgbClr val="000000"/>
                </a:solidFill>
                <a:effectLst/>
                <a:latin typeface="+mn-lt"/>
                <a:ea typeface="Times New Roman" panose="02020603050405020304" pitchFamily="18" charset="0"/>
              </a:rPr>
              <a:t> </a:t>
            </a:r>
            <a:r>
              <a:rPr lang="en-GB" sz="1200" kern="1600" dirty="0">
                <a:solidFill>
                  <a:srgbClr val="000000"/>
                </a:solidFill>
                <a:effectLst/>
                <a:latin typeface="+mn-lt"/>
                <a:ea typeface="Times New Roman" panose="02020603050405020304" pitchFamily="18" charset="0"/>
              </a:rPr>
              <a:t>for root.</a:t>
            </a:r>
          </a:p>
          <a:p>
            <a:pPr marL="342900" marR="0" lvl="0" indent="-342900">
              <a:spcBef>
                <a:spcPts val="1200"/>
              </a:spcBef>
              <a:spcAft>
                <a:spcPts val="300"/>
              </a:spcAft>
              <a:buSzPts val="1200"/>
              <a:buFont typeface="+mj-lt"/>
              <a:buAutoNum type="alphaLcParenR"/>
              <a:tabLst>
                <a:tab pos="444500" algn="l"/>
              </a:tabLst>
            </a:pPr>
            <a:r>
              <a:rPr lang="en-GB" sz="1200" kern="1600" dirty="0">
                <a:solidFill>
                  <a:srgbClr val="000000"/>
                </a:solidFill>
                <a:effectLst/>
                <a:latin typeface="+mn-lt"/>
                <a:ea typeface="Times New Roman" panose="02020603050405020304" pitchFamily="18" charset="0"/>
              </a:rPr>
              <a:t>By default, Linux </a:t>
            </a:r>
            <a:r>
              <a:rPr lang="en-GB" sz="1200" b="1" kern="1600" dirty="0">
                <a:solidFill>
                  <a:srgbClr val="000000"/>
                </a:solidFill>
                <a:effectLst/>
                <a:latin typeface="Consolas" panose="020B0609020204030204" pitchFamily="49" charset="0"/>
                <a:ea typeface="Hack" panose="020B0609030202020204" pitchFamily="49" charset="0"/>
                <a:cs typeface="Hack" panose="020B0609030202020204" pitchFamily="49" charset="0"/>
              </a:rPr>
              <a:t>man</a:t>
            </a:r>
            <a:r>
              <a:rPr lang="en-GB" sz="1200" kern="1600" dirty="0">
                <a:solidFill>
                  <a:srgbClr val="000000"/>
                </a:solidFill>
                <a:effectLst/>
                <a:latin typeface="+mn-lt"/>
                <a:ea typeface="Times New Roman" panose="02020603050405020304" pitchFamily="18" charset="0"/>
              </a:rPr>
              <a:t> command uses </a:t>
            </a:r>
            <a:r>
              <a:rPr lang="en-GB" sz="1200" b="1" kern="1600" dirty="0">
                <a:solidFill>
                  <a:srgbClr val="000000"/>
                </a:solidFill>
                <a:effectLst/>
                <a:latin typeface="Consolas" panose="020B0609020204030204" pitchFamily="49" charset="0"/>
                <a:ea typeface="Hack" panose="020B0609030202020204" pitchFamily="49" charset="0"/>
                <a:cs typeface="Hack" panose="020B0609030202020204" pitchFamily="49" charset="0"/>
              </a:rPr>
              <a:t>/usr/bin/less –is</a:t>
            </a:r>
            <a:r>
              <a:rPr lang="en-GB" sz="1200" kern="1600" dirty="0">
                <a:solidFill>
                  <a:srgbClr val="000000"/>
                </a:solidFill>
                <a:effectLst/>
                <a:latin typeface="Consolas" panose="020B0609020204030204" pitchFamily="49" charset="0"/>
                <a:ea typeface="Hack" panose="020B0609030202020204" pitchFamily="49" charset="0"/>
                <a:cs typeface="Hack" panose="020B0609030202020204" pitchFamily="49" charset="0"/>
              </a:rPr>
              <a:t> </a:t>
            </a:r>
            <a:r>
              <a:rPr lang="en-GB" sz="1200" kern="1600" dirty="0">
                <a:solidFill>
                  <a:srgbClr val="000000"/>
                </a:solidFill>
                <a:effectLst/>
                <a:latin typeface="+mn-lt"/>
                <a:ea typeface="Times New Roman" panose="02020603050405020304" pitchFamily="18" charset="0"/>
              </a:rPr>
              <a:t>to page the information it generates. To confirm this, you can run </a:t>
            </a:r>
            <a:r>
              <a:rPr lang="en-GB" sz="1200" b="1" kern="1600" dirty="0">
                <a:solidFill>
                  <a:srgbClr val="000000"/>
                </a:solidFill>
                <a:effectLst/>
                <a:latin typeface="Consolas" panose="020B0609020204030204" pitchFamily="49" charset="0"/>
                <a:ea typeface="Hack" panose="020B0609030202020204" pitchFamily="49" charset="0"/>
                <a:cs typeface="Hack" panose="020B0609030202020204" pitchFamily="49" charset="0"/>
              </a:rPr>
              <a:t>man man</a:t>
            </a:r>
            <a:r>
              <a:rPr lang="en-GB" sz="1200" kern="1600" dirty="0">
                <a:solidFill>
                  <a:srgbClr val="000000"/>
                </a:solidFill>
                <a:effectLst/>
                <a:latin typeface="Consolas" panose="020B0609020204030204" pitchFamily="49" charset="0"/>
                <a:ea typeface="Hack" panose="020B0609030202020204" pitchFamily="49" charset="0"/>
                <a:cs typeface="Hack" panose="020B0609030202020204" pitchFamily="49" charset="0"/>
              </a:rPr>
              <a:t> </a:t>
            </a:r>
            <a:r>
              <a:rPr lang="en-GB" sz="1200" kern="1600" dirty="0">
                <a:solidFill>
                  <a:srgbClr val="000000"/>
                </a:solidFill>
                <a:effectLst/>
                <a:latin typeface="+mn-lt"/>
                <a:ea typeface="Times New Roman" panose="02020603050405020304" pitchFamily="18" charset="0"/>
              </a:rPr>
              <a:t>command. Look at the description of the</a:t>
            </a:r>
            <a:r>
              <a:rPr lang="en-GB" sz="1200" kern="1600" dirty="0">
                <a:solidFill>
                  <a:srgbClr val="000000"/>
                </a:solidFill>
                <a:effectLst/>
                <a:latin typeface="Consolas" panose="020B0609020204030204" pitchFamily="49" charset="0"/>
                <a:ea typeface="Hack" panose="020B0609030202020204" pitchFamily="49" charset="0"/>
                <a:cs typeface="Hack" panose="020B0609030202020204" pitchFamily="49" charset="0"/>
              </a:rPr>
              <a:t> </a:t>
            </a:r>
            <a:r>
              <a:rPr lang="en-GB" sz="1200" b="1" kern="1600" dirty="0">
                <a:solidFill>
                  <a:srgbClr val="000000"/>
                </a:solidFill>
                <a:effectLst/>
                <a:latin typeface="Consolas" panose="020B0609020204030204" pitchFamily="49" charset="0"/>
                <a:ea typeface="Hack" panose="020B0609030202020204" pitchFamily="49" charset="0"/>
                <a:cs typeface="Hack" panose="020B0609030202020204" pitchFamily="49" charset="0"/>
              </a:rPr>
              <a:t>–P</a:t>
            </a:r>
            <a:r>
              <a:rPr lang="en-GB" sz="1200" kern="1600" dirty="0">
                <a:solidFill>
                  <a:srgbClr val="000000"/>
                </a:solidFill>
                <a:effectLst/>
                <a:latin typeface="Consolas" panose="020B0609020204030204" pitchFamily="49" charset="0"/>
                <a:ea typeface="Hack" panose="020B0609030202020204" pitchFamily="49" charset="0"/>
                <a:cs typeface="Hack" panose="020B0609030202020204" pitchFamily="49" charset="0"/>
              </a:rPr>
              <a:t> </a:t>
            </a:r>
            <a:r>
              <a:rPr lang="en-GB" sz="1200" kern="1600" dirty="0">
                <a:solidFill>
                  <a:srgbClr val="000000"/>
                </a:solidFill>
                <a:effectLst/>
                <a:latin typeface="+mn-lt"/>
                <a:ea typeface="Times New Roman" panose="02020603050405020304" pitchFamily="18" charset="0"/>
              </a:rPr>
              <a:t>option, where all this is explained. </a:t>
            </a:r>
          </a:p>
          <a:p>
            <a:pPr marL="342900" marR="0" lvl="0" indent="-342900">
              <a:spcBef>
                <a:spcPts val="1200"/>
              </a:spcBef>
              <a:spcAft>
                <a:spcPts val="300"/>
              </a:spcAft>
              <a:buSzPts val="1200"/>
              <a:buFont typeface="+mj-lt"/>
              <a:buAutoNum type="alphaLcParenR"/>
              <a:tabLst>
                <a:tab pos="444500" algn="l"/>
              </a:tabLst>
            </a:pPr>
            <a:r>
              <a:rPr lang="en-GB" sz="1200" kern="1600" dirty="0">
                <a:solidFill>
                  <a:srgbClr val="000000"/>
                </a:solidFill>
                <a:effectLst/>
                <a:latin typeface="+mn-lt"/>
                <a:ea typeface="Times New Roman" panose="02020603050405020304" pitchFamily="18" charset="0"/>
              </a:rPr>
              <a:t>The </a:t>
            </a:r>
            <a:r>
              <a:rPr lang="en-GB" sz="1200" b="1" kern="1600" dirty="0">
                <a:solidFill>
                  <a:srgbClr val="000000"/>
                </a:solidFill>
                <a:effectLst/>
                <a:latin typeface="Consolas" panose="020B0609020204030204" pitchFamily="49" charset="0"/>
                <a:ea typeface="Hack" panose="020B0609030202020204" pitchFamily="49" charset="0"/>
                <a:cs typeface="Hack" panose="020B0609030202020204" pitchFamily="49" charset="0"/>
              </a:rPr>
              <a:t>stty -a</a:t>
            </a:r>
            <a:r>
              <a:rPr lang="en-GB" sz="1200" kern="1600" dirty="0">
                <a:solidFill>
                  <a:srgbClr val="000000"/>
                </a:solidFill>
                <a:effectLst/>
                <a:latin typeface="Consolas" panose="020B0609020204030204" pitchFamily="49" charset="0"/>
                <a:ea typeface="Hack" panose="020B0609030202020204" pitchFamily="49" charset="0"/>
                <a:cs typeface="Hack" panose="020B0609030202020204" pitchFamily="49" charset="0"/>
              </a:rPr>
              <a:t> </a:t>
            </a:r>
            <a:r>
              <a:rPr lang="en-GB" sz="1200" kern="1600" dirty="0">
                <a:solidFill>
                  <a:srgbClr val="000000"/>
                </a:solidFill>
                <a:effectLst/>
                <a:latin typeface="+mn-lt"/>
                <a:ea typeface="Times New Roman" panose="02020603050405020304" pitchFamily="18" charset="0"/>
              </a:rPr>
              <a:t>command shows current settings for the keyboard control character mappings.</a:t>
            </a:r>
          </a:p>
          <a:p>
            <a:pPr marL="342900" marR="0" lvl="0" indent="-342900">
              <a:spcBef>
                <a:spcPts val="1200"/>
              </a:spcBef>
              <a:spcAft>
                <a:spcPts val="300"/>
              </a:spcAft>
              <a:buSzPts val="1200"/>
              <a:buFont typeface="+mj-lt"/>
              <a:buAutoNum type="alphaLcParenR"/>
              <a:tabLst>
                <a:tab pos="444500" algn="l"/>
              </a:tabLst>
            </a:pPr>
            <a:r>
              <a:rPr lang="en-GB" sz="1200" kern="1600" dirty="0">
                <a:solidFill>
                  <a:srgbClr val="000000"/>
                </a:solidFill>
                <a:effectLst/>
                <a:latin typeface="+mn-lt"/>
                <a:ea typeface="Times New Roman" panose="02020603050405020304" pitchFamily="18" charset="0"/>
              </a:rPr>
              <a:t>The commands listed in the question all expect to see just plain text.</a:t>
            </a:r>
          </a:p>
          <a:p>
            <a:pPr marL="342900" marR="0" lvl="0" indent="-342900">
              <a:spcBef>
                <a:spcPts val="1200"/>
              </a:spcBef>
              <a:spcAft>
                <a:spcPts val="300"/>
              </a:spcAft>
              <a:buSzPts val="1200"/>
              <a:buFont typeface="+mj-lt"/>
              <a:buAutoNum type="alphaLcParenR"/>
              <a:tabLst>
                <a:tab pos="444500" algn="l"/>
              </a:tabLst>
            </a:pPr>
            <a:r>
              <a:rPr lang="en-GB" sz="1200" kern="1600" dirty="0">
                <a:solidFill>
                  <a:srgbClr val="000000"/>
                </a:solidFill>
                <a:effectLst/>
                <a:latin typeface="+mn-lt"/>
                <a:ea typeface="Times New Roman" panose="02020603050405020304" pitchFamily="18" charset="0"/>
              </a:rPr>
              <a:t>The </a:t>
            </a:r>
            <a:r>
              <a:rPr lang="en-GB" sz="1200" b="1" kern="1600" dirty="0">
                <a:solidFill>
                  <a:srgbClr val="000000"/>
                </a:solidFill>
                <a:effectLst/>
                <a:latin typeface="Consolas" panose="020B0609020204030204" pitchFamily="49" charset="0"/>
                <a:ea typeface="Hack" panose="020B0609030202020204" pitchFamily="49" charset="0"/>
                <a:cs typeface="Hack" panose="020B0609030202020204" pitchFamily="49" charset="0"/>
              </a:rPr>
              <a:t>tail</a:t>
            </a:r>
            <a:r>
              <a:rPr lang="en-GB" sz="1200" kern="1600" dirty="0">
                <a:solidFill>
                  <a:srgbClr val="000000"/>
                </a:solidFill>
                <a:effectLst/>
                <a:latin typeface="+mn-lt"/>
                <a:ea typeface="Times New Roman" panose="02020603050405020304" pitchFamily="18" charset="0"/>
              </a:rPr>
              <a:t> command allows a quick listing of the last few entries (lines) from a file.</a:t>
            </a:r>
          </a:p>
          <a:p>
            <a:pPr marL="342900" marR="0" lvl="0" indent="-342900">
              <a:spcBef>
                <a:spcPts val="1200"/>
              </a:spcBef>
              <a:spcAft>
                <a:spcPts val="300"/>
              </a:spcAft>
              <a:buSzPts val="1200"/>
              <a:buFont typeface="+mj-lt"/>
              <a:buAutoNum type="alphaLcParenR"/>
              <a:tabLst>
                <a:tab pos="444500" algn="l"/>
              </a:tabLst>
            </a:pPr>
            <a:r>
              <a:rPr lang="en-GB" sz="1200" kern="1600" dirty="0">
                <a:solidFill>
                  <a:srgbClr val="000000"/>
                </a:solidFill>
                <a:effectLst/>
                <a:latin typeface="+mn-lt"/>
                <a:ea typeface="Times New Roman" panose="02020603050405020304" pitchFamily="18" charset="0"/>
              </a:rPr>
              <a:t>You can filter lines containing a particular string. For example, to find out all logged information about your mouse, you could run: </a:t>
            </a:r>
            <a:r>
              <a:rPr lang="en-GB" sz="1200" dirty="0">
                <a:effectLst/>
                <a:latin typeface="Consolas" panose="020B0609020204030204" pitchFamily="49" charset="0"/>
                <a:ea typeface="Hack" panose="020B0609030202020204" pitchFamily="49" charset="0"/>
                <a:cs typeface="Hack" panose="020B0609030202020204" pitchFamily="49" charset="0"/>
              </a:rPr>
              <a:t>$ </a:t>
            </a:r>
            <a:r>
              <a:rPr lang="en-GB" sz="1200" b="1" dirty="0">
                <a:effectLst/>
                <a:latin typeface="Consolas" panose="020B0609020204030204" pitchFamily="49" charset="0"/>
                <a:ea typeface="Hack" panose="020B0609030202020204" pitchFamily="49" charset="0"/>
                <a:cs typeface="Hack" panose="020B0609030202020204" pitchFamily="49" charset="0"/>
              </a:rPr>
              <a:t>grep mouse /var/log/Xorg.0.log</a:t>
            </a:r>
            <a:endParaRPr lang="en-GB" sz="1200" noProof="0" dirty="0">
              <a:latin typeface="Consolas" panose="020B0609020204030204" pitchFamily="49" charset="0"/>
              <a:ea typeface="Hack" panose="020B0609030202020204" pitchFamily="49" charset="0"/>
              <a:cs typeface="Hack" panose="020B0609030202020204" pitchFamily="49"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99CF3CE9-CF30-4828-9BEB-5EB5CFE566AD}"/>
              </a:ext>
            </a:extLst>
          </p:cNvPr>
          <p:cNvSpPr>
            <a:spLocks noGrp="1" noRot="1" noChangeAspect="1"/>
          </p:cNvSpPr>
          <p:nvPr>
            <p:ph type="sldImg"/>
          </p:nvPr>
        </p:nvSpPr>
        <p:spPr/>
      </p:sp>
    </p:spTree>
    <p:extLst>
      <p:ext uri="{BB962C8B-B14F-4D97-AF65-F5344CB8AC3E}">
        <p14:creationId xmlns:p14="http://schemas.microsoft.com/office/powerpoint/2010/main" val="192472647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99CF3CE9-CF30-4828-9BEB-5EB5CFE566AD}"/>
              </a:ext>
            </a:extLst>
          </p:cNvPr>
          <p:cNvSpPr>
            <a:spLocks noGrp="1" noRot="1" noChangeAspect="1"/>
          </p:cNvSpPr>
          <p:nvPr>
            <p:ph type="sldImg"/>
          </p:nvPr>
        </p:nvSpPr>
        <p:spPr/>
      </p:sp>
    </p:spTree>
    <p:extLst>
      <p:ext uri="{BB962C8B-B14F-4D97-AF65-F5344CB8AC3E}">
        <p14:creationId xmlns:p14="http://schemas.microsoft.com/office/powerpoint/2010/main" val="164270829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37E3CDF4-8151-4C72-9D24-AEAE185BC411}"/>
              </a:ext>
            </a:extLst>
          </p:cNvPr>
          <p:cNvSpPr>
            <a:spLocks noGrp="1" noRot="1" noChangeAspect="1"/>
          </p:cNvSpPr>
          <p:nvPr>
            <p:ph type="sldImg"/>
          </p:nvPr>
        </p:nvSpPr>
        <p:spPr/>
      </p:sp>
    </p:spTree>
    <p:extLst>
      <p:ext uri="{BB962C8B-B14F-4D97-AF65-F5344CB8AC3E}">
        <p14:creationId xmlns:p14="http://schemas.microsoft.com/office/powerpoint/2010/main" val="354065658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png"/><Relationship Id="rId1" Type="http://schemas.openxmlformats.org/officeDocument/2006/relationships/slideMaster" Target="../slideMasters/slideMaster2.xml"/><Relationship Id="rId4" Type="http://schemas.openxmlformats.org/officeDocument/2006/relationships/image" Target="../media/image22.emf"/></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26.png"/><Relationship Id="rId1" Type="http://schemas.openxmlformats.org/officeDocument/2006/relationships/slideMaster" Target="../slideMasters/slideMaster3.xml"/><Relationship Id="rId5" Type="http://schemas.openxmlformats.org/officeDocument/2006/relationships/image" Target="../media/image24.png"/><Relationship Id="rId4" Type="http://schemas.openxmlformats.org/officeDocument/2006/relationships/image" Target="../media/image28.emf"/></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9.pn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0.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1.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image" Target="../media/image32.png"/><Relationship Id="rId1" Type="http://schemas.openxmlformats.org/officeDocument/2006/relationships/slideMaster" Target="../slideMasters/slideMaster4.xml"/><Relationship Id="rId5" Type="http://schemas.openxmlformats.org/officeDocument/2006/relationships/image" Target="../media/image24.png"/><Relationship Id="rId4" Type="http://schemas.openxmlformats.org/officeDocument/2006/relationships/image" Target="../media/image34.emf"/></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5.png"/><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6.png"/><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7.png"/><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5.emf"/><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image" Target="../media/image38.png"/><Relationship Id="rId1" Type="http://schemas.openxmlformats.org/officeDocument/2006/relationships/slideMaster" Target="../slideMasters/slideMaster5.xml"/><Relationship Id="rId5" Type="http://schemas.openxmlformats.org/officeDocument/2006/relationships/image" Target="../media/image24.png"/><Relationship Id="rId4" Type="http://schemas.openxmlformats.org/officeDocument/2006/relationships/image" Target="../media/image40.emf"/></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41.png"/><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42.png"/><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43.png"/><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6.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5.emf"/><Relationship Id="rId1" Type="http://schemas.openxmlformats.org/officeDocument/2006/relationships/slideMaster" Target="../slideMasters/slideMaster6.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6.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6.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6.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image" Target="../media/image44.png"/><Relationship Id="rId1" Type="http://schemas.openxmlformats.org/officeDocument/2006/relationships/slideMaster" Target="../slideMasters/slideMaster6.xml"/><Relationship Id="rId5" Type="http://schemas.openxmlformats.org/officeDocument/2006/relationships/image" Target="../media/image24.png"/><Relationship Id="rId4" Type="http://schemas.openxmlformats.org/officeDocument/2006/relationships/image" Target="../media/image46.emf"/></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47.png"/><Relationship Id="rId1" Type="http://schemas.openxmlformats.org/officeDocument/2006/relationships/slideMaster" Target="../slideMasters/slideMaster6.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48.png"/><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49.png"/><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7.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5.emf"/><Relationship Id="rId1" Type="http://schemas.openxmlformats.org/officeDocument/2006/relationships/slideMaster" Target="../slideMasters/slideMaster7.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7.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7.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7.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51.emf"/><Relationship Id="rId2" Type="http://schemas.openxmlformats.org/officeDocument/2006/relationships/image" Target="../media/image50.png"/><Relationship Id="rId1" Type="http://schemas.openxmlformats.org/officeDocument/2006/relationships/slideMaster" Target="../slideMasters/slideMaster7.xml"/><Relationship Id="rId5" Type="http://schemas.openxmlformats.org/officeDocument/2006/relationships/image" Target="../media/image24.png"/><Relationship Id="rId4" Type="http://schemas.openxmlformats.org/officeDocument/2006/relationships/image" Target="../media/image52.emf"/></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53.png"/><Relationship Id="rId1" Type="http://schemas.openxmlformats.org/officeDocument/2006/relationships/slideMaster" Target="../slideMasters/slideMaster7.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54.png"/><Relationship Id="rId1" Type="http://schemas.openxmlformats.org/officeDocument/2006/relationships/slideMaster" Target="../slideMasters/slideMaster7.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7.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55.png"/><Relationship Id="rId1" Type="http://schemas.openxmlformats.org/officeDocument/2006/relationships/slideMaster" Target="../slideMasters/slideMaster7.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8.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5.emf"/><Relationship Id="rId1" Type="http://schemas.openxmlformats.org/officeDocument/2006/relationships/slideMaster" Target="../slideMasters/slideMaster8.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8.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8.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8.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57.emf"/><Relationship Id="rId2" Type="http://schemas.openxmlformats.org/officeDocument/2006/relationships/image" Target="../media/image56.png"/><Relationship Id="rId1" Type="http://schemas.openxmlformats.org/officeDocument/2006/relationships/slideMaster" Target="../slideMasters/slideMaster8.xml"/><Relationship Id="rId5" Type="http://schemas.openxmlformats.org/officeDocument/2006/relationships/image" Target="../media/image24.png"/><Relationship Id="rId4" Type="http://schemas.openxmlformats.org/officeDocument/2006/relationships/image" Target="../media/image58.emf"/></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59.png"/><Relationship Id="rId1" Type="http://schemas.openxmlformats.org/officeDocument/2006/relationships/slideMaster" Target="../slideMasters/slideMaster8.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60.png"/><Relationship Id="rId1" Type="http://schemas.openxmlformats.org/officeDocument/2006/relationships/slideMaster" Target="../slideMasters/slideMaster8.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8.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61.png"/><Relationship Id="rId1" Type="http://schemas.openxmlformats.org/officeDocument/2006/relationships/slideMaster" Target="../slideMasters/slideMaster8.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9.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5.emf"/><Relationship Id="rId1" Type="http://schemas.openxmlformats.org/officeDocument/2006/relationships/slideMaster" Target="../slideMasters/slideMaster9.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9.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9.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9.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63.emf"/><Relationship Id="rId2" Type="http://schemas.openxmlformats.org/officeDocument/2006/relationships/image" Target="../media/image62.png"/><Relationship Id="rId1" Type="http://schemas.openxmlformats.org/officeDocument/2006/relationships/slideMaster" Target="../slideMasters/slideMaster9.xml"/><Relationship Id="rId5" Type="http://schemas.openxmlformats.org/officeDocument/2006/relationships/image" Target="../media/image24.png"/><Relationship Id="rId4" Type="http://schemas.openxmlformats.org/officeDocument/2006/relationships/image" Target="../media/image64.emf"/></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65.png"/><Relationship Id="rId1" Type="http://schemas.openxmlformats.org/officeDocument/2006/relationships/slideMaster" Target="../slideMasters/slideMaster9.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66.png"/><Relationship Id="rId1" Type="http://schemas.openxmlformats.org/officeDocument/2006/relationships/slideMaster" Target="../slideMasters/slideMaster9.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9.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67.png"/><Relationship Id="rId1" Type="http://schemas.openxmlformats.org/officeDocument/2006/relationships/slideMaster" Target="../slideMasters/slideMaster9.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png"/><Relationship Id="rId1" Type="http://schemas.openxmlformats.org/officeDocument/2006/relationships/slideMaster" Target="../slideMasters/slideMaster9.xml"/><Relationship Id="rId4" Type="http://schemas.openxmlformats.org/officeDocument/2006/relationships/image" Target="../media/image9.emf"/></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9.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9.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9.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9.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usiness/Marketing - 1">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10" name="Picture 9" descr="A person holding an orange paper&#10;&#10;Description automatically generated">
            <a:extLst>
              <a:ext uri="{FF2B5EF4-FFF2-40B4-BE49-F238E27FC236}">
                <a16:creationId xmlns:a16="http://schemas.microsoft.com/office/drawing/2014/main" id="{04697691-3082-2ECF-DAB8-FE29E8E66DDD}"/>
              </a:ext>
              <a:ext uri="{C183D7F6-B498-43B3-948B-1728B52AA6E4}">
                <adec:decorative xmlns:adec="http://schemas.microsoft.com/office/drawing/2017/decorative" val="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90" y="0"/>
            <a:ext cx="5663609" cy="6849922"/>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912373933"/>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Business/Marketing - 2">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talking to another person&#10;&#10;Description automatically generated">
            <a:extLst>
              <a:ext uri="{FF2B5EF4-FFF2-40B4-BE49-F238E27FC236}">
                <a16:creationId xmlns:a16="http://schemas.microsoft.com/office/drawing/2014/main" id="{BD578162-5FB4-6C6D-006A-D95E9BA25FA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90" y="0"/>
            <a:ext cx="5663609" cy="6859064"/>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154782600"/>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Business/Marketing - 3">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8" name="Picture 7" descr="A person and person standing in an office&#10;&#10;Description automatically generated">
            <a:extLst>
              <a:ext uri="{FF2B5EF4-FFF2-40B4-BE49-F238E27FC236}">
                <a16:creationId xmlns:a16="http://schemas.microsoft.com/office/drawing/2014/main" id="{5A656440-781D-FF89-A173-6F135D6EB40D}"/>
              </a:ext>
            </a:extLst>
          </p:cNvPr>
          <p:cNvPicPr>
            <a:picLocks noChangeAspect="1"/>
          </p:cNvPicPr>
          <p:nvPr userDrawn="1"/>
        </p:nvPicPr>
        <p:blipFill>
          <a:blip r:embed="rId2">
            <a:extLst>
              <a:ext uri="{28A0092B-C50C-407E-A947-70E740481C1C}">
                <a14:useLocalDpi xmlns:a14="http://schemas.microsoft.com/office/drawing/2010/main" val="0"/>
              </a:ext>
            </a:extLst>
          </a:blip>
          <a:srcRect t="-118"/>
          <a:stretch/>
        </p:blipFill>
        <p:spPr>
          <a:xfrm>
            <a:off x="6528390" y="0"/>
            <a:ext cx="5663610"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814616556"/>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Business/Marketing - 4">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and person looking at a computer&#10;&#10;Description automatically generated">
            <a:extLst>
              <a:ext uri="{FF2B5EF4-FFF2-40B4-BE49-F238E27FC236}">
                <a16:creationId xmlns:a16="http://schemas.microsoft.com/office/drawing/2014/main" id="{67CEBF45-943F-B807-5DB4-2E9C2442F67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89" y="0"/>
            <a:ext cx="5663609"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3220345"/>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Business/Marketing - 5">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and person looking at a computer&#10;&#10;Description automatically generated">
            <a:extLst>
              <a:ext uri="{FF2B5EF4-FFF2-40B4-BE49-F238E27FC236}">
                <a16:creationId xmlns:a16="http://schemas.microsoft.com/office/drawing/2014/main" id="{10FDA179-75B5-61CF-9CC0-8277D61F403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90" y="0"/>
            <a:ext cx="5663610"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1793710519"/>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Blu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5900B100-2687-1806-91A0-1745BAAE233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3"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3008113637"/>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Yellow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C85F22E-218E-4306-C170-579CCBF0BB8A}"/>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2549756122"/>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Red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6217865-0F45-7305-80EA-583FC42047A2}"/>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1624750333"/>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Purpl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B0B8D50-2C63-2F2E-599F-E921BF1F757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52754516"/>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Orang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BC7FB40-8E4C-9F3C-39E4-77F63BEB70F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2174985879"/>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Green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4CAA40E-1785-77D1-B497-23C4B7D0F1D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300770208"/>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B/W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3CB853B-6666-2B54-6421-F982E0932E7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1"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5" name="Picture 4">
            <a:extLst>
              <a:ext uri="{FF2B5EF4-FFF2-40B4-BE49-F238E27FC236}">
                <a16:creationId xmlns:a16="http://schemas.microsoft.com/office/drawing/2014/main" id="{D526B79A-062B-09A4-399F-9A4F4ABCAA85}"/>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7"/>
            <a:ext cx="1972082" cy="650979"/>
          </a:xfrm>
          <a:prstGeom prst="rect">
            <a:avLst/>
          </a:prstGeom>
        </p:spPr>
      </p:pic>
    </p:spTree>
    <p:extLst>
      <p:ext uri="{BB962C8B-B14F-4D97-AF65-F5344CB8AC3E}">
        <p14:creationId xmlns:p14="http://schemas.microsoft.com/office/powerpoint/2010/main" val="3044249721"/>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lue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1D2F0620-6E87-D078-F005-280481B46EF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7852307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ue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8" name="Picture 7">
            <a:extLst>
              <a:ext uri="{FF2B5EF4-FFF2-40B4-BE49-F238E27FC236}">
                <a16:creationId xmlns:a16="http://schemas.microsoft.com/office/drawing/2014/main" id="{95D8961C-132F-4F5B-9513-3BEEB7EC740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3"/>
          <a:srcRect r="11695"/>
          <a:stretch/>
        </p:blipFill>
        <p:spPr>
          <a:xfrm>
            <a:off x="8961679" y="1733108"/>
            <a:ext cx="3230321" cy="4061405"/>
          </a:xfrm>
          <a:prstGeom prst="rect">
            <a:avLst/>
          </a:prstGeom>
        </p:spPr>
      </p:pic>
    </p:spTree>
    <p:extLst>
      <p:ext uri="{BB962C8B-B14F-4D97-AF65-F5344CB8AC3E}">
        <p14:creationId xmlns:p14="http://schemas.microsoft.com/office/powerpoint/2010/main" val="22380720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lue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B3C30AB-4BD7-1BEE-D547-04278C77F57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1510911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ue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DA4A0AF7-E60F-D26C-223A-64972B70308F}"/>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E784AA55-C870-2115-4570-2D8A771D8E82}"/>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33E9731A-D775-7881-2ADE-9A501C24649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6704220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lue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D2A10433-18F2-F019-2A4C-866AA14AE49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78516159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ue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8" name="Picture 7">
            <a:extLst>
              <a:ext uri="{FF2B5EF4-FFF2-40B4-BE49-F238E27FC236}">
                <a16:creationId xmlns:a16="http://schemas.microsoft.com/office/drawing/2014/main" id="{5C022282-7C40-5A57-692E-44D409C5BFA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4629819"/>
            <a:ext cx="6134100" cy="881899"/>
          </a:xfrm>
          <a:prstGeom prst="rect">
            <a:avLst/>
          </a:prstGeom>
        </p:spPr>
      </p:pic>
      <p:pic>
        <p:nvPicPr>
          <p:cNvPr id="12" name="Picture 11">
            <a:extLst>
              <a:ext uri="{FF2B5EF4-FFF2-40B4-BE49-F238E27FC236}">
                <a16:creationId xmlns:a16="http://schemas.microsoft.com/office/drawing/2014/main" id="{2BCAA29C-63B0-9448-5C14-96920038F1B5}"/>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519112" y="613607"/>
            <a:ext cx="7772400" cy="3819361"/>
          </a:xfrm>
          <a:prstGeom prst="rect">
            <a:avLst/>
          </a:prstGeom>
        </p:spPr>
      </p:pic>
      <p:pic>
        <p:nvPicPr>
          <p:cNvPr id="3" name="Picture 2">
            <a:extLst>
              <a:ext uri="{FF2B5EF4-FFF2-40B4-BE49-F238E27FC236}">
                <a16:creationId xmlns:a16="http://schemas.microsoft.com/office/drawing/2014/main" id="{022344C5-2C6A-6968-FC4F-D7A4F001B0B7}"/>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9585208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lue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F4AB0FA7-2EA8-46CD-3DD8-9A8AB864529F}"/>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9108121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lue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696AA4DE-F380-3C2D-4A19-3FFC6A6A4971}"/>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38985427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lue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 uri="{C183D7F6-B498-43B3-948B-1728B52AA6E4}">
                <adec:decorative xmlns:adec="http://schemas.microsoft.com/office/drawing/2017/decorative" val="0"/>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E39219E7-A5DF-DCFC-ECD4-D3B7C588338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7225133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ue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5" name="Picture 4">
            <a:extLst>
              <a:ext uri="{FF2B5EF4-FFF2-40B4-BE49-F238E27FC236}">
                <a16:creationId xmlns:a16="http://schemas.microsoft.com/office/drawing/2014/main" id="{C8E707AA-EFC2-FC0D-980D-5A04483F54CB}"/>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84440488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Yellow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C19CFEDB-1653-0EED-46D8-475B98465B4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3511915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Yellow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C3730F2-6DEC-D896-1430-33605078FC7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3"/>
          <a:srcRect r="11695"/>
          <a:stretch/>
        </p:blipFill>
        <p:spPr>
          <a:xfrm>
            <a:off x="8961679" y="1733108"/>
            <a:ext cx="3230321" cy="4061405"/>
          </a:xfrm>
          <a:prstGeom prst="rect">
            <a:avLst/>
          </a:prstGeom>
        </p:spPr>
      </p:pic>
    </p:spTree>
    <p:extLst>
      <p:ext uri="{BB962C8B-B14F-4D97-AF65-F5344CB8AC3E}">
        <p14:creationId xmlns:p14="http://schemas.microsoft.com/office/powerpoint/2010/main" val="80294784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Yellow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E2A2D6B-ABC5-BCE1-3725-0A105BCE6E1E}"/>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7456875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Yellow_image+text_v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302858F-B20D-C124-765A-91E5E5C4916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itle 1">
            <a:extLst>
              <a:ext uri="{FF2B5EF4-FFF2-40B4-BE49-F238E27FC236}">
                <a16:creationId xmlns:a16="http://schemas.microsoft.com/office/drawing/2014/main" id="{75DA1C70-139A-A7C6-8271-6F38BBB4B959}"/>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7" name="Content Placeholder 5">
            <a:extLst>
              <a:ext uri="{FF2B5EF4-FFF2-40B4-BE49-F238E27FC236}">
                <a16:creationId xmlns:a16="http://schemas.microsoft.com/office/drawing/2014/main" id="{080A5B11-85BD-B494-600D-3402BBF9D8B0}"/>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2" name="Text Placeholder 6">
            <a:extLst>
              <a:ext uri="{FF2B5EF4-FFF2-40B4-BE49-F238E27FC236}">
                <a16:creationId xmlns:a16="http://schemas.microsoft.com/office/drawing/2014/main" id="{0EA56FB2-667C-DAC6-0BC5-0F43E110DB83}"/>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2FD56FE-21A4-046E-1FD0-FA742B41035F}"/>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09656614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Yellow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38B625F-2939-0076-EE39-F5E9774F09E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99481906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Yellow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5" name="Picture 4">
            <a:extLst>
              <a:ext uri="{FF2B5EF4-FFF2-40B4-BE49-F238E27FC236}">
                <a16:creationId xmlns:a16="http://schemas.microsoft.com/office/drawing/2014/main" id="{03CEB9C0-B1BF-F2F0-CFBD-DBAA3B7E832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pic>
        <p:nvPicPr>
          <p:cNvPr id="4" name="Picture 3">
            <a:extLst>
              <a:ext uri="{FF2B5EF4-FFF2-40B4-BE49-F238E27FC236}">
                <a16:creationId xmlns:a16="http://schemas.microsoft.com/office/drawing/2014/main" id="{351BCE8B-B415-2BED-F4E1-46E84CF60B18}"/>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0" y="4629819"/>
            <a:ext cx="6134101" cy="881899"/>
          </a:xfrm>
          <a:prstGeom prst="rect">
            <a:avLst/>
          </a:prstGeom>
        </p:spPr>
      </p:pic>
      <p:pic>
        <p:nvPicPr>
          <p:cNvPr id="3" name="Picture 2">
            <a:extLst>
              <a:ext uri="{FF2B5EF4-FFF2-40B4-BE49-F238E27FC236}">
                <a16:creationId xmlns:a16="http://schemas.microsoft.com/office/drawing/2014/main" id="{D96D993C-5A39-AF81-154F-95170C32DF08}"/>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94879838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Yellow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4D6264FC-E45E-4A65-ECA6-F6E6C78FF5C5}"/>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125063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Yellow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5DBBE13A-E1A6-9F15-F402-BD17E71929A8}"/>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2735521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Yellow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AA86B467-B6E6-07FD-82C2-C8A720A2FAA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08430269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Yellow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FE50924B-6CC7-5CA4-2459-E85A3EB990A7}"/>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23128021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Red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B9174DD2-79E4-DA24-0FFC-AA922A467A2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51754207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Red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pic>
        <p:nvPicPr>
          <p:cNvPr id="6" name="Picture 5">
            <a:extLst>
              <a:ext uri="{FF2B5EF4-FFF2-40B4-BE49-F238E27FC236}">
                <a16:creationId xmlns:a16="http://schemas.microsoft.com/office/drawing/2014/main" id="{0DCA14C3-7ED5-46A2-17DF-41AE41BFC37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9450891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Red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41A2384-AB6C-1FB5-35F0-9F0E3D0A4E6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80190811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Red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5E7C4392-7068-04E6-20E1-4BBCA1386C0A}"/>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55F91432-260F-83D5-486C-E3B551E2ACBF}"/>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9FEABEF-5D6F-38BC-0E0A-DA96D9716CD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454840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Red_icons+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6063FAD-08EF-BC2C-950C-16B3F0DE190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65982617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Red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896FEF6-B591-9B6F-F783-763A926B77E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4629819"/>
            <a:ext cx="6134101" cy="881899"/>
          </a:xfrm>
          <a:prstGeom prst="rect">
            <a:avLst/>
          </a:prstGeom>
        </p:spPr>
      </p:pic>
      <p:pic>
        <p:nvPicPr>
          <p:cNvPr id="8" name="Picture 7">
            <a:extLst>
              <a:ext uri="{FF2B5EF4-FFF2-40B4-BE49-F238E27FC236}">
                <a16:creationId xmlns:a16="http://schemas.microsoft.com/office/drawing/2014/main" id="{5ADEBD8F-B578-3E5F-0F06-192614975472}"/>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519112" y="613607"/>
            <a:ext cx="7772400" cy="3819361"/>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4" name="Picture 3">
            <a:extLst>
              <a:ext uri="{FF2B5EF4-FFF2-40B4-BE49-F238E27FC236}">
                <a16:creationId xmlns:a16="http://schemas.microsoft.com/office/drawing/2014/main" id="{581EE01A-23C2-F8D5-2384-023AC8FA97E0}"/>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89848582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Red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85256DBB-84CC-C614-857B-C35C00C4AB17}"/>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22719890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Red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3D5CAE40-06A7-714E-722E-1EB095B8FE1B}"/>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3372833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Red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86B6BAC1-D792-8826-2337-B6A97D9A6F6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819918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Red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4B1F8BED-FE48-CDF0-DEFB-8F7954964A9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97424434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Purple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AAFAF83E-84C1-EB63-2AE6-A697F4B2314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6529755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Purple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A9F038F-3F25-E2F9-C87A-21E6BA0347E6}"/>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99104167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Purple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D058DBC-ECFC-992C-B787-CF026CF7FC2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63263744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Purple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63EADF05-6147-C359-65E0-0B6C167D1B0D}"/>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4A3EF1E2-21DA-1F1B-ED20-1E0CA1400869}"/>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FF1A10E-9321-C019-89DF-4455D521905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61143197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Purple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E63F0D2-F250-3107-1483-DBDD26CD5D7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8515521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Purple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310531E-8BB5-02D6-AFEC-E5A33795F5F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pic>
        <p:nvPicPr>
          <p:cNvPr id="2" name="Picture 1">
            <a:extLst>
              <a:ext uri="{FF2B5EF4-FFF2-40B4-BE49-F238E27FC236}">
                <a16:creationId xmlns:a16="http://schemas.microsoft.com/office/drawing/2014/main" id="{56DA6B95-D3C8-78E5-07B4-FD97F67B4DA4}"/>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0" y="4629819"/>
            <a:ext cx="6134101" cy="881899"/>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5" name="Picture 4">
            <a:extLst>
              <a:ext uri="{FF2B5EF4-FFF2-40B4-BE49-F238E27FC236}">
                <a16:creationId xmlns:a16="http://schemas.microsoft.com/office/drawing/2014/main" id="{D9A27BC2-2F18-5323-A182-B58E5988F647}"/>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66292723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Purple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764599EA-33A9-714A-71F9-C9917BED559C}"/>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96855707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Purple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4ED66C63-7725-D0B5-A2BA-B83166EDE7E9}"/>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102830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Purple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B325625-45A1-4974-9E2F-ACF1457967F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31275123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Purple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8A974466-2D86-293F-6B05-5E0EFB38430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5709535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Orange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A2A780B5-8449-24E7-03B6-02AD7F4CFFA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37500066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Orange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89824F45-9A75-4C9D-D15D-D057CCC9F3C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17057268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Orange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5FE87028-CAF7-F5B7-4CB1-0D4C0319BEA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07580615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Orange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655AB4C9-59BC-E224-FFFD-9DB88A07DD68}"/>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9D352A76-8A6F-211C-DD74-EAF5EB388BEA}"/>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5754DA5-0BF1-D01C-3093-2696272DADE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7218898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Orange_icons+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BB01192-B93C-B441-2C51-0090D44614C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0733211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Orange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A9F417E-049D-9F48-46F8-DD8F31C8E55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4629819"/>
            <a:ext cx="6134101" cy="881899"/>
          </a:xfrm>
          <a:prstGeom prst="rect">
            <a:avLst/>
          </a:prstGeom>
        </p:spPr>
      </p:pic>
      <p:pic>
        <p:nvPicPr>
          <p:cNvPr id="3" name="Picture 2">
            <a:extLst>
              <a:ext uri="{FF2B5EF4-FFF2-40B4-BE49-F238E27FC236}">
                <a16:creationId xmlns:a16="http://schemas.microsoft.com/office/drawing/2014/main" id="{662826E8-5ACA-BF47-3E86-1B0C693CACAE}"/>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519112" y="613607"/>
            <a:ext cx="7772400" cy="3819361"/>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4" name="Picture 3">
            <a:extLst>
              <a:ext uri="{FF2B5EF4-FFF2-40B4-BE49-F238E27FC236}">
                <a16:creationId xmlns:a16="http://schemas.microsoft.com/office/drawing/2014/main" id="{57D9F0EF-0BC7-6322-F985-33B73069575D}"/>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46021981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Orange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986A2FB5-0ABC-A1F1-BCBB-0E5B880F38D6}"/>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99485530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Orange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0C81A4E5-3F16-939E-5F18-58B9992D59EC}"/>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06090935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Orange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330F107-C548-1F71-0328-0C05847A32E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65067652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Orange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3A6BC58F-7098-6ED6-8197-0183DE87C741}"/>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78798201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Green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DD630461-FF09-AE3A-830B-60852F9A836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89304766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Green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83BBDAFE-3463-2F49-E910-428222427573}"/>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311018602"/>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Green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1F5DD92F-2C07-73B9-B390-73B00479653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09655489"/>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Green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F8C62C48-B4FC-0C92-2FD2-2D4AACC4DD15}"/>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0AD711B9-F295-7F9C-3A4F-1116B45B62C9}"/>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555278A0-C5E7-0F91-FA5D-B53388E5F65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92402766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Green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DC364825-0C99-1A6F-72FE-EBD3B38BDD1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365561193"/>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Green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EC243CC-3824-5807-3C69-6EEB0749E735}"/>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4629819"/>
            <a:ext cx="6134101" cy="881899"/>
          </a:xfrm>
          <a:prstGeom prst="rect">
            <a:avLst/>
          </a:prstGeom>
        </p:spPr>
      </p:pic>
      <p:pic>
        <p:nvPicPr>
          <p:cNvPr id="2" name="Picture 1">
            <a:extLst>
              <a:ext uri="{FF2B5EF4-FFF2-40B4-BE49-F238E27FC236}">
                <a16:creationId xmlns:a16="http://schemas.microsoft.com/office/drawing/2014/main" id="{480F448F-030F-0DD7-92C5-68D5DB7D0C9F}"/>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519112" y="613607"/>
            <a:ext cx="7772400" cy="3819361"/>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5" name="Picture 4">
            <a:extLst>
              <a:ext uri="{FF2B5EF4-FFF2-40B4-BE49-F238E27FC236}">
                <a16:creationId xmlns:a16="http://schemas.microsoft.com/office/drawing/2014/main" id="{36002736-0B0C-97D2-6858-41E62A667891}"/>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09289571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Green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34FE57C0-8EB6-2F8A-9E5B-3DC9F8E1DE5B}"/>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04417228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Green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14E64E92-AD3E-BA76-4490-B706C44AC3C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760372723"/>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Green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E5363842-446F-A21D-AB60-B1E5997B0E0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62625303"/>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Green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C4EBBC7E-E4F7-506B-BF90-CAA82E820410}"/>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641472249"/>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B/W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66FDA6DA-A09B-E661-C701-83631A4422D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694752249"/>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B/W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DFB6E4D2-0D65-2FC1-182E-9DA3C208A6B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1532740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B/W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1008DA0-5295-D75C-0FE0-632E0C11E41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81279855"/>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B/W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ysClr val="windowText" lastClr="000000"/>
              </a:solidFill>
            </a:endParaRPr>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D6AB3388-802E-7B9B-7386-5AF80CDF16CF}"/>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5473B3AC-AF7F-86D1-5DB4-7B53B835C9BE}"/>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B49F0CE-684B-DB8B-145F-C329BD62D35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06381469"/>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B/W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4E39C6B-D41F-5AD8-64AA-312B1C2E436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858242704"/>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B/W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DCCA076-EDFD-D91F-15A9-688C5B091555}"/>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pic>
        <p:nvPicPr>
          <p:cNvPr id="3" name="Picture 2">
            <a:extLst>
              <a:ext uri="{FF2B5EF4-FFF2-40B4-BE49-F238E27FC236}">
                <a16:creationId xmlns:a16="http://schemas.microsoft.com/office/drawing/2014/main" id="{E343ED6A-BB5E-C793-4091-0F75D5BF67CD}"/>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0" y="4629819"/>
            <a:ext cx="6134101" cy="881899"/>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4" name="Picture 3">
            <a:extLst>
              <a:ext uri="{FF2B5EF4-FFF2-40B4-BE49-F238E27FC236}">
                <a16:creationId xmlns:a16="http://schemas.microsoft.com/office/drawing/2014/main" id="{9638542B-692B-0B4A-EA75-7BC9459A2E46}"/>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66990121"/>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B/W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A4F6843B-CBB4-1F01-0AEC-1BDA76C02CE0}"/>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52141813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B/W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C6084BB7-FD33-E999-BB00-95C0B46F38A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554539864"/>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B/W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87CA38A-68D0-CAE1-B333-86E61211039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535250739"/>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B/W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E21EB1F4-036A-EB96-EB90-23B4F28871BA}"/>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421692947"/>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
  <p:cSld name="Purpl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B0B8D50-2C63-2F2E-599F-E921BF1F757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4053043914"/>
      </p:ext>
    </p:extLst>
  </p:cSld>
  <p:clrMapOvr>
    <a:masterClrMapping/>
  </p:clrMapOvr>
  <p:extLst>
    <p:ext uri="{DCECCB84-F9BA-43D5-87BE-67443E8EF086}">
      <p15:sldGuideLst xmlns:p15="http://schemas.microsoft.com/office/powerpoint/2012/main"/>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userDrawn="1">
  <p:cSld name="Orange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330F107-C548-1F71-0328-0C05847A32E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89467661"/>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userDrawn="1">
  <p:cSld name="Yellow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AA86B467-B6E6-07FD-82C2-C8A720A2FAA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938013198"/>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userDrawn="1">
  <p:cSld name="Green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E5363842-446F-A21D-AB60-B1E5997B0E0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345367026"/>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userDrawn="1">
  <p:cSld name="Blue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 uri="{C183D7F6-B498-43B3-948B-1728B52AA6E4}">
                <adec:decorative xmlns:adec="http://schemas.microsoft.com/office/drawing/2017/decorative" val="0"/>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E39219E7-A5DF-DCFC-ECD4-D3B7C588338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049548897"/>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userDrawn="1">
  <p:cSld name="Red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86B6BAC1-D792-8826-2337-B6A97D9A6F6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68719971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8.xml"/><Relationship Id="rId7" Type="http://schemas.openxmlformats.org/officeDocument/2006/relationships/slideLayout" Target="../slideLayouts/slideLayout1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image" Target="../media/image23.png"/><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theme" Target="../theme/theme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image" Target="../media/image23.png"/><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theme" Target="../theme/theme4.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0.xml"/><Relationship Id="rId3" Type="http://schemas.openxmlformats.org/officeDocument/2006/relationships/slideLayout" Target="../slideLayouts/slideLayout35.xml"/><Relationship Id="rId7" Type="http://schemas.openxmlformats.org/officeDocument/2006/relationships/slideLayout" Target="../slideLayouts/slideLayout39.xml"/><Relationship Id="rId12" Type="http://schemas.openxmlformats.org/officeDocument/2006/relationships/image" Target="../media/image23.png"/><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theme" Target="../theme/theme5.xml"/><Relationship Id="rId5" Type="http://schemas.openxmlformats.org/officeDocument/2006/relationships/slideLayout" Target="../slideLayouts/slideLayout37.xml"/><Relationship Id="rId10" Type="http://schemas.openxmlformats.org/officeDocument/2006/relationships/slideLayout" Target="../slideLayouts/slideLayout42.xml"/><Relationship Id="rId4" Type="http://schemas.openxmlformats.org/officeDocument/2006/relationships/slideLayout" Target="../slideLayouts/slideLayout36.xml"/><Relationship Id="rId9" Type="http://schemas.openxmlformats.org/officeDocument/2006/relationships/slideLayout" Target="../slideLayouts/slideLayout41.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0.xml"/><Relationship Id="rId3" Type="http://schemas.openxmlformats.org/officeDocument/2006/relationships/slideLayout" Target="../slideLayouts/slideLayout45.xml"/><Relationship Id="rId7" Type="http://schemas.openxmlformats.org/officeDocument/2006/relationships/slideLayout" Target="../slideLayouts/slideLayout49.xml"/><Relationship Id="rId12" Type="http://schemas.openxmlformats.org/officeDocument/2006/relationships/image" Target="../media/image23.png"/><Relationship Id="rId2" Type="http://schemas.openxmlformats.org/officeDocument/2006/relationships/slideLayout" Target="../slideLayouts/slideLayout44.xml"/><Relationship Id="rId1" Type="http://schemas.openxmlformats.org/officeDocument/2006/relationships/slideLayout" Target="../slideLayouts/slideLayout43.xml"/><Relationship Id="rId6" Type="http://schemas.openxmlformats.org/officeDocument/2006/relationships/slideLayout" Target="../slideLayouts/slideLayout48.xml"/><Relationship Id="rId11" Type="http://schemas.openxmlformats.org/officeDocument/2006/relationships/theme" Target="../theme/theme6.xml"/><Relationship Id="rId5" Type="http://schemas.openxmlformats.org/officeDocument/2006/relationships/slideLayout" Target="../slideLayouts/slideLayout47.xml"/><Relationship Id="rId10" Type="http://schemas.openxmlformats.org/officeDocument/2006/relationships/slideLayout" Target="../slideLayouts/slideLayout52.xml"/><Relationship Id="rId4" Type="http://schemas.openxmlformats.org/officeDocument/2006/relationships/slideLayout" Target="../slideLayouts/slideLayout46.xml"/><Relationship Id="rId9" Type="http://schemas.openxmlformats.org/officeDocument/2006/relationships/slideLayout" Target="../slideLayouts/slideLayout51.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60.xml"/><Relationship Id="rId3" Type="http://schemas.openxmlformats.org/officeDocument/2006/relationships/slideLayout" Target="../slideLayouts/slideLayout55.xml"/><Relationship Id="rId7" Type="http://schemas.openxmlformats.org/officeDocument/2006/relationships/slideLayout" Target="../slideLayouts/slideLayout59.xml"/><Relationship Id="rId12" Type="http://schemas.openxmlformats.org/officeDocument/2006/relationships/image" Target="../media/image23.png"/><Relationship Id="rId2" Type="http://schemas.openxmlformats.org/officeDocument/2006/relationships/slideLayout" Target="../slideLayouts/slideLayout54.xml"/><Relationship Id="rId1" Type="http://schemas.openxmlformats.org/officeDocument/2006/relationships/slideLayout" Target="../slideLayouts/slideLayout53.xml"/><Relationship Id="rId6" Type="http://schemas.openxmlformats.org/officeDocument/2006/relationships/slideLayout" Target="../slideLayouts/slideLayout58.xml"/><Relationship Id="rId11" Type="http://schemas.openxmlformats.org/officeDocument/2006/relationships/theme" Target="../theme/theme7.xml"/><Relationship Id="rId5" Type="http://schemas.openxmlformats.org/officeDocument/2006/relationships/slideLayout" Target="../slideLayouts/slideLayout57.xml"/><Relationship Id="rId10" Type="http://schemas.openxmlformats.org/officeDocument/2006/relationships/slideLayout" Target="../slideLayouts/slideLayout62.xml"/><Relationship Id="rId4" Type="http://schemas.openxmlformats.org/officeDocument/2006/relationships/slideLayout" Target="../slideLayouts/slideLayout56.xml"/><Relationship Id="rId9" Type="http://schemas.openxmlformats.org/officeDocument/2006/relationships/slideLayout" Target="../slideLayouts/slideLayout61.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70.xml"/><Relationship Id="rId3" Type="http://schemas.openxmlformats.org/officeDocument/2006/relationships/slideLayout" Target="../slideLayouts/slideLayout65.xml"/><Relationship Id="rId7" Type="http://schemas.openxmlformats.org/officeDocument/2006/relationships/slideLayout" Target="../slideLayouts/slideLayout69.xml"/><Relationship Id="rId12" Type="http://schemas.openxmlformats.org/officeDocument/2006/relationships/image" Target="../media/image23.png"/><Relationship Id="rId2" Type="http://schemas.openxmlformats.org/officeDocument/2006/relationships/slideLayout" Target="../slideLayouts/slideLayout64.xml"/><Relationship Id="rId1" Type="http://schemas.openxmlformats.org/officeDocument/2006/relationships/slideLayout" Target="../slideLayouts/slideLayout63.xml"/><Relationship Id="rId6" Type="http://schemas.openxmlformats.org/officeDocument/2006/relationships/slideLayout" Target="../slideLayouts/slideLayout68.xml"/><Relationship Id="rId11" Type="http://schemas.openxmlformats.org/officeDocument/2006/relationships/theme" Target="../theme/theme8.xml"/><Relationship Id="rId5" Type="http://schemas.openxmlformats.org/officeDocument/2006/relationships/slideLayout" Target="../slideLayouts/slideLayout67.xml"/><Relationship Id="rId10" Type="http://schemas.openxmlformats.org/officeDocument/2006/relationships/slideLayout" Target="../slideLayouts/slideLayout72.xml"/><Relationship Id="rId4" Type="http://schemas.openxmlformats.org/officeDocument/2006/relationships/slideLayout" Target="../slideLayouts/slideLayout66.xml"/><Relationship Id="rId9" Type="http://schemas.openxmlformats.org/officeDocument/2006/relationships/slideLayout" Target="../slideLayouts/slideLayout71.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80.xml"/><Relationship Id="rId13" Type="http://schemas.openxmlformats.org/officeDocument/2006/relationships/slideLayout" Target="../slideLayouts/slideLayout85.xml"/><Relationship Id="rId18" Type="http://schemas.openxmlformats.org/officeDocument/2006/relationships/image" Target="../media/image23.png"/><Relationship Id="rId3" Type="http://schemas.openxmlformats.org/officeDocument/2006/relationships/slideLayout" Target="../slideLayouts/slideLayout75.xml"/><Relationship Id="rId7" Type="http://schemas.openxmlformats.org/officeDocument/2006/relationships/slideLayout" Target="../slideLayouts/slideLayout79.xml"/><Relationship Id="rId12" Type="http://schemas.openxmlformats.org/officeDocument/2006/relationships/slideLayout" Target="../slideLayouts/slideLayout84.xml"/><Relationship Id="rId17" Type="http://schemas.openxmlformats.org/officeDocument/2006/relationships/theme" Target="../theme/theme9.xml"/><Relationship Id="rId2" Type="http://schemas.openxmlformats.org/officeDocument/2006/relationships/slideLayout" Target="../slideLayouts/slideLayout74.xml"/><Relationship Id="rId16" Type="http://schemas.openxmlformats.org/officeDocument/2006/relationships/slideLayout" Target="../slideLayouts/slideLayout88.xml"/><Relationship Id="rId1" Type="http://schemas.openxmlformats.org/officeDocument/2006/relationships/slideLayout" Target="../slideLayouts/slideLayout73.xml"/><Relationship Id="rId6" Type="http://schemas.openxmlformats.org/officeDocument/2006/relationships/slideLayout" Target="../slideLayouts/slideLayout78.xml"/><Relationship Id="rId11" Type="http://schemas.openxmlformats.org/officeDocument/2006/relationships/slideLayout" Target="../slideLayouts/slideLayout83.xml"/><Relationship Id="rId5" Type="http://schemas.openxmlformats.org/officeDocument/2006/relationships/slideLayout" Target="../slideLayouts/slideLayout77.xml"/><Relationship Id="rId15" Type="http://schemas.openxmlformats.org/officeDocument/2006/relationships/slideLayout" Target="../slideLayouts/slideLayout87.xml"/><Relationship Id="rId10" Type="http://schemas.openxmlformats.org/officeDocument/2006/relationships/slideLayout" Target="../slideLayouts/slideLayout82.xml"/><Relationship Id="rId4" Type="http://schemas.openxmlformats.org/officeDocument/2006/relationships/slideLayout" Target="../slideLayouts/slideLayout76.xml"/><Relationship Id="rId9" Type="http://schemas.openxmlformats.org/officeDocument/2006/relationships/slideLayout" Target="../slideLayouts/slideLayout81.xml"/><Relationship Id="rId14" Type="http://schemas.openxmlformats.org/officeDocument/2006/relationships/slideLayout" Target="../slideLayouts/slideLayout8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371936"/>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945" r:id="rId3"/>
    <p:sldLayoutId id="2147483946" r:id="rId4"/>
    <p:sldLayoutId id="2147483947"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97" userDrawn="1">
          <p15:clr>
            <a:srgbClr val="F26B43"/>
          </p15:clr>
        </p15:guide>
        <p15:guide id="9" pos="325" userDrawn="1">
          <p15:clr>
            <a:srgbClr val="F26B43"/>
          </p15:clr>
        </p15:guide>
        <p15:guide id="10" orient="horz" pos="2478" userDrawn="1">
          <p15:clr>
            <a:srgbClr val="F26B43"/>
          </p15:clr>
        </p15:guide>
        <p15:guide id="11" orient="horz" pos="324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7850972"/>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97"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F334A430-5193-9483-EEDE-569F4A32A8C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217866481"/>
      </p:ext>
    </p:extLst>
  </p:cSld>
  <p:clrMap bg1="lt1" tx1="dk1" bg2="lt2" tx2="dk2" accent1="accent1" accent2="accent2" accent3="accent3" accent4="accent4" accent5="accent5" accent6="accent6" hlink="hlink" folHlink="folHlink"/>
  <p:sldLayoutIdLst>
    <p:sldLayoutId id="2147483777" r:id="rId1"/>
    <p:sldLayoutId id="2147483797" r:id="rId2"/>
    <p:sldLayoutId id="2147483780" r:id="rId3"/>
    <p:sldLayoutId id="2147483781" r:id="rId4"/>
    <p:sldLayoutId id="2147483798" r:id="rId5"/>
    <p:sldLayoutId id="2147483872" r:id="rId6"/>
    <p:sldLayoutId id="2147483786" r:id="rId7"/>
    <p:sldLayoutId id="2147483788" r:id="rId8"/>
    <p:sldLayoutId id="2147483873" r:id="rId9"/>
    <p:sldLayoutId id="2147483796"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848A3F5E-1236-23F6-5236-3FAD012CBE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684537100"/>
      </p:ext>
    </p:extLst>
  </p:cSld>
  <p:clrMap bg1="lt1" tx1="dk1" bg2="lt2" tx2="dk2" accent1="accent1" accent2="accent2" accent3="accent3" accent4="accent4" accent5="accent5" accent6="accent6" hlink="hlink" folHlink="folHlink"/>
  <p:sldLayoutIdLst>
    <p:sldLayoutId id="2147483875" r:id="rId1"/>
    <p:sldLayoutId id="2147483876" r:id="rId2"/>
    <p:sldLayoutId id="2147483877" r:id="rId3"/>
    <p:sldLayoutId id="2147483859" r:id="rId4"/>
    <p:sldLayoutId id="2147483879" r:id="rId5"/>
    <p:sldLayoutId id="2147483880" r:id="rId6"/>
    <p:sldLayoutId id="2147483881" r:id="rId7"/>
    <p:sldLayoutId id="2147483882" r:id="rId8"/>
    <p:sldLayoutId id="2147483883" r:id="rId9"/>
    <p:sldLayoutId id="2147483884"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1683F0D5-4147-71E2-B2A7-09736BD6E1A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175251079"/>
      </p:ext>
    </p:extLst>
  </p:cSld>
  <p:clrMap bg1="lt1" tx1="dk1" bg2="lt2" tx2="dk2" accent1="accent1" accent2="accent2" accent3="accent3" accent4="accent4" accent5="accent5" accent6="accent6" hlink="hlink" folHlink="folHlink"/>
  <p:sldLayoutIdLst>
    <p:sldLayoutId id="2147483886" r:id="rId1"/>
    <p:sldLayoutId id="2147483887" r:id="rId2"/>
    <p:sldLayoutId id="2147483888" r:id="rId3"/>
    <p:sldLayoutId id="2147483889" r:id="rId4"/>
    <p:sldLayoutId id="2147483891" r:id="rId5"/>
    <p:sldLayoutId id="2147483892" r:id="rId6"/>
    <p:sldLayoutId id="2147483893" r:id="rId7"/>
    <p:sldLayoutId id="2147483894" r:id="rId8"/>
    <p:sldLayoutId id="2147483895" r:id="rId9"/>
    <p:sldLayoutId id="2147483896"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5DA4E335-689A-BB63-649D-BD74FAB557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4100756167"/>
      </p:ext>
    </p:extLst>
  </p:cSld>
  <p:clrMap bg1="lt1" tx1="dk1" bg2="lt2" tx2="dk2" accent1="accent1" accent2="accent2" accent3="accent3" accent4="accent4" accent5="accent5" accent6="accent6" hlink="hlink" folHlink="folHlink"/>
  <p:sldLayoutIdLst>
    <p:sldLayoutId id="2147483898" r:id="rId1"/>
    <p:sldLayoutId id="2147483899" r:id="rId2"/>
    <p:sldLayoutId id="2147483900" r:id="rId3"/>
    <p:sldLayoutId id="2147483901" r:id="rId4"/>
    <p:sldLayoutId id="2147483902" r:id="rId5"/>
    <p:sldLayoutId id="2147483903" r:id="rId6"/>
    <p:sldLayoutId id="2147483904" r:id="rId7"/>
    <p:sldLayoutId id="2147483905" r:id="rId8"/>
    <p:sldLayoutId id="2147483906" r:id="rId9"/>
    <p:sldLayoutId id="2147483907"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9B5B76A2-CDFA-15D4-392F-10D970EB11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711428093"/>
      </p:ext>
    </p:extLst>
  </p:cSld>
  <p:clrMap bg1="lt1" tx1="dk1" bg2="lt2" tx2="dk2" accent1="accent1" accent2="accent2" accent3="accent3" accent4="accent4" accent5="accent5" accent6="accent6" hlink="hlink" folHlink="folHlink"/>
  <p:sldLayoutIdLst>
    <p:sldLayoutId id="2147483909" r:id="rId1"/>
    <p:sldLayoutId id="2147483910" r:id="rId2"/>
    <p:sldLayoutId id="2147483911" r:id="rId3"/>
    <p:sldLayoutId id="2147483912" r:id="rId4"/>
    <p:sldLayoutId id="2147483913" r:id="rId5"/>
    <p:sldLayoutId id="2147483914" r:id="rId6"/>
    <p:sldLayoutId id="2147483915" r:id="rId7"/>
    <p:sldLayoutId id="2147483916" r:id="rId8"/>
    <p:sldLayoutId id="2147483917" r:id="rId9"/>
    <p:sldLayoutId id="2147483918"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EF2D64E5-DE40-8B2B-7400-731C8C1F4B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031503955"/>
      </p:ext>
    </p:extLst>
  </p:cSld>
  <p:clrMap bg1="lt1" tx1="dk1" bg2="lt2" tx2="dk2" accent1="accent1" accent2="accent2" accent3="accent3" accent4="accent4" accent5="accent5" accent6="accent6" hlink="hlink" folHlink="folHlink"/>
  <p:sldLayoutIdLst>
    <p:sldLayoutId id="2147483920" r:id="rId1"/>
    <p:sldLayoutId id="2147483921" r:id="rId2"/>
    <p:sldLayoutId id="2147483922" r:id="rId3"/>
    <p:sldLayoutId id="2147483923" r:id="rId4"/>
    <p:sldLayoutId id="2147483924" r:id="rId5"/>
    <p:sldLayoutId id="2147483925" r:id="rId6"/>
    <p:sldLayoutId id="2147483926" r:id="rId7"/>
    <p:sldLayoutId id="2147483927" r:id="rId8"/>
    <p:sldLayoutId id="2147483928" r:id="rId9"/>
    <p:sldLayoutId id="2147483929"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8">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053B8D01-33E2-B6D7-43AD-647436D96C6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76447705"/>
      </p:ext>
    </p:extLst>
  </p:cSld>
  <p:clrMap bg1="lt1" tx1="dk1" bg2="lt2" tx2="dk2" accent1="accent1" accent2="accent2" accent3="accent3" accent4="accent4" accent5="accent5" accent6="accent6" hlink="hlink" folHlink="folHlink"/>
  <p:sldLayoutIdLst>
    <p:sldLayoutId id="2147483931" r:id="rId1"/>
    <p:sldLayoutId id="2147483932" r:id="rId2"/>
    <p:sldLayoutId id="2147483933" r:id="rId3"/>
    <p:sldLayoutId id="2147483934" r:id="rId4"/>
    <p:sldLayoutId id="2147483935" r:id="rId5"/>
    <p:sldLayoutId id="2147483936" r:id="rId6"/>
    <p:sldLayoutId id="2147483937" r:id="rId7"/>
    <p:sldLayoutId id="2147483938" r:id="rId8"/>
    <p:sldLayoutId id="2147483939" r:id="rId9"/>
    <p:sldLayoutId id="2147483940" r:id="rId10"/>
    <p:sldLayoutId id="2147483956" r:id="rId11"/>
    <p:sldLayoutId id="2147483957" r:id="rId12"/>
    <p:sldLayoutId id="2147483958" r:id="rId13"/>
    <p:sldLayoutId id="2147483959" r:id="rId14"/>
    <p:sldLayoutId id="2147483960" r:id="rId15"/>
    <p:sldLayoutId id="2147483961" r:id="rId16"/>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4.xml"/><Relationship Id="rId1" Type="http://schemas.openxmlformats.org/officeDocument/2006/relationships/slideLayout" Target="../slideLayouts/slideLayout41.xml"/></Relationships>
</file>

<file path=ppt/slides/_rels/slide5.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5.xml"/><Relationship Id="rId1" Type="http://schemas.openxmlformats.org/officeDocument/2006/relationships/slideLayout" Target="../slideLayouts/slideLayout41.xml"/></Relationships>
</file>

<file path=ppt/slides/_rels/slide6.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6.xml"/><Relationship Id="rId1" Type="http://schemas.openxmlformats.org/officeDocument/2006/relationships/slideLayout" Target="../slideLayouts/slideLayout35.xml"/></Relationships>
</file>

<file path=ppt/slides/_rels/slide7.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7.xml"/><Relationship Id="rId1" Type="http://schemas.openxmlformats.org/officeDocument/2006/relationships/slideLayout" Target="../slideLayouts/slideLayout37.xml"/><Relationship Id="rId5" Type="http://schemas.openxmlformats.org/officeDocument/2006/relationships/image" Target="../media/image73.png"/><Relationship Id="rId4" Type="http://schemas.openxmlformats.org/officeDocument/2006/relationships/image" Target="../media/image72.png"/></Relationships>
</file>

<file path=ppt/slides/_rels/slide8.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8.xml"/><Relationship Id="rId1" Type="http://schemas.openxmlformats.org/officeDocument/2006/relationships/slideLayout" Target="../slideLayouts/slideLayout33.xml"/></Relationships>
</file>

<file path=ppt/slides/_rels/slide9.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9.xml"/><Relationship Id="rId1" Type="http://schemas.openxmlformats.org/officeDocument/2006/relationships/slideLayout" Target="../slideLayouts/slideLayout33.xml"/></Relationships>
</file>

<file path=ppt/slides/_rels/slide10.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10.xml"/><Relationship Id="rId1" Type="http://schemas.openxmlformats.org/officeDocument/2006/relationships/slideLayout" Target="../slideLayouts/slideLayout3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1.xml"/></Relationships>
</file>

<file path=ppt/slides/_rels/slide13.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13.xml"/><Relationship Id="rId1" Type="http://schemas.openxmlformats.org/officeDocument/2006/relationships/slideLayout" Target="../slideLayouts/slideLayout3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5.xml"/></Relationships>
</file>

<file path=ppt/slides/_rels/slide15.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15.xml"/><Relationship Id="rId1" Type="http://schemas.openxmlformats.org/officeDocument/2006/relationships/slideLayout" Target="../slideLayouts/slideLayout3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18.xml"/><Relationship Id="rId1" Type="http://schemas.openxmlformats.org/officeDocument/2006/relationships/slideLayout" Target="../slideLayouts/slideLayout3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5.xml"/></Relationships>
</file>

<file path=ppt/slides/_rels/slide20.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20.xml"/><Relationship Id="rId1" Type="http://schemas.openxmlformats.org/officeDocument/2006/relationships/slideLayout" Target="../slideLayouts/slideLayout41.xml"/></Relationships>
</file>

<file path=ppt/slides/_rels/slide21.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21.xml"/><Relationship Id="rId1" Type="http://schemas.openxmlformats.org/officeDocument/2006/relationships/slideLayout" Target="../slideLayouts/slideLayout34.xml"/></Relationships>
</file>

<file path=ppt/slides/_rels/slide22.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22.xml"/><Relationship Id="rId1" Type="http://schemas.openxmlformats.org/officeDocument/2006/relationships/slideLayout" Target="../slideLayouts/slideLayout41.xml"/><Relationship Id="rId4" Type="http://schemas.openxmlformats.org/officeDocument/2006/relationships/image" Target="../media/image83.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8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41B5810-8C67-B742-B639-848419728702}"/>
              </a:ext>
            </a:extLst>
          </p:cNvPr>
          <p:cNvSpPr>
            <a:spLocks noGrp="1"/>
          </p:cNvSpPr>
          <p:nvPr>
            <p:ph type="ctrTitle"/>
          </p:nvPr>
        </p:nvSpPr>
        <p:spPr/>
        <p:txBody>
          <a:bodyPr/>
          <a:lstStyle/>
          <a:p>
            <a:r>
              <a:rPr lang="en-US" noProof="0" dirty="0"/>
              <a:t>Module 2: Linux Session</a:t>
            </a:r>
          </a:p>
        </p:txBody>
      </p:sp>
      <p:sp>
        <p:nvSpPr>
          <p:cNvPr id="5" name="Subtitle 4">
            <a:extLst>
              <a:ext uri="{FF2B5EF4-FFF2-40B4-BE49-F238E27FC236}">
                <a16:creationId xmlns:a16="http://schemas.microsoft.com/office/drawing/2014/main" id="{65964E6B-5B03-8C0C-EA6E-E79997BF1316}"/>
              </a:ext>
            </a:extLst>
          </p:cNvPr>
          <p:cNvSpPr>
            <a:spLocks noGrp="1"/>
          </p:cNvSpPr>
          <p:nvPr>
            <p:ph type="subTitle" idx="1"/>
          </p:nvPr>
        </p:nvSpPr>
        <p:spPr/>
        <p:txBody>
          <a:bodyPr/>
          <a:lstStyle/>
          <a:p>
            <a:r>
              <a:rPr lang="en-US" noProof="0" dirty="0"/>
              <a:t>Getting started</a:t>
            </a:r>
          </a:p>
        </p:txBody>
      </p:sp>
      <p:graphicFrame>
        <p:nvGraphicFramePr>
          <p:cNvPr id="2" name="Table 1">
            <a:extLst>
              <a:ext uri="{FF2B5EF4-FFF2-40B4-BE49-F238E27FC236}">
                <a16:creationId xmlns:a16="http://schemas.microsoft.com/office/drawing/2014/main" id="{E129B1E7-2EFF-7B12-0256-10C7C18C3636}"/>
              </a:ext>
            </a:extLst>
          </p:cNvPr>
          <p:cNvGraphicFramePr>
            <a:graphicFrameLocks noGrp="1"/>
          </p:cNvGraphicFramePr>
          <p:nvPr>
            <p:extLst>
              <p:ext uri="{D42A27DB-BD31-4B8C-83A1-F6EECF244321}">
                <p14:modId xmlns:p14="http://schemas.microsoft.com/office/powerpoint/2010/main" val="534165934"/>
              </p:ext>
            </p:extLst>
          </p:nvPr>
        </p:nvGraphicFramePr>
        <p:xfrm>
          <a:off x="473076" y="3428999"/>
          <a:ext cx="5213350" cy="1266825"/>
        </p:xfrm>
        <a:graphic>
          <a:graphicData uri="http://schemas.openxmlformats.org/drawingml/2006/table">
            <a:tbl>
              <a:tblPr firstRow="1" bandRow="1">
                <a:tableStyleId>{F2DE63D5-997A-4646-A377-4702673A728D}</a:tableStyleId>
              </a:tblPr>
              <a:tblGrid>
                <a:gridCol w="5213350">
                  <a:extLst>
                    <a:ext uri="{9D8B030D-6E8A-4147-A177-3AD203B41FA5}">
                      <a16:colId xmlns:a16="http://schemas.microsoft.com/office/drawing/2014/main" val="2961166630"/>
                    </a:ext>
                  </a:extLst>
                </a:gridCol>
              </a:tblGrid>
              <a:tr h="422275">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2: </a:t>
                      </a:r>
                      <a:r>
                        <a:rPr lang="en-US" sz="1800" noProof="0">
                          <a:solidFill>
                            <a:schemeClr val="tx1"/>
                          </a:solidFill>
                          <a:latin typeface="+mn-lt"/>
                        </a:rPr>
                        <a:t>Linux Session</a:t>
                      </a:r>
                      <a:endParaRPr lang="en-US" sz="1800" noProof="0" dirty="0">
                        <a:solidFill>
                          <a:schemeClr val="tx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1661260948"/>
                  </a:ext>
                </a:extLst>
              </a:tr>
              <a:tr h="422275">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3: Using Files and Directories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extLst>
                  <a:ext uri="{0D108BD9-81ED-4DB2-BD59-A6C34878D82A}">
                    <a16:rowId xmlns:a16="http://schemas.microsoft.com/office/drawing/2014/main" val="4257274740"/>
                  </a:ext>
                </a:extLst>
              </a:tr>
              <a:tr h="422275">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4: </a:t>
                      </a:r>
                      <a:r>
                        <a:rPr lang="en-US" sz="1800" noProof="0">
                          <a:solidFill>
                            <a:schemeClr val="tx1"/>
                          </a:solidFill>
                          <a:latin typeface="+mn-lt"/>
                        </a:rPr>
                        <a:t>Editing Text</a:t>
                      </a:r>
                      <a:endParaRPr lang="en-US" sz="1800" noProof="0" dirty="0">
                        <a:solidFill>
                          <a:schemeClr val="tx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1554429816"/>
                  </a:ext>
                </a:extLst>
              </a:tr>
            </a:tbl>
          </a:graphicData>
        </a:graphic>
      </p:graphicFrame>
    </p:spTree>
    <p:extLst>
      <p:ext uri="{BB962C8B-B14F-4D97-AF65-F5344CB8AC3E}">
        <p14:creationId xmlns:p14="http://schemas.microsoft.com/office/powerpoint/2010/main" val="13253469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4"/>
          <p:cNvSpPr>
            <a:spLocks noGrp="1"/>
          </p:cNvSpPr>
          <p:nvPr>
            <p:ph type="ctrTitle"/>
          </p:nvPr>
        </p:nvSpPr>
        <p:spPr/>
        <p:txBody>
          <a:bodyPr/>
          <a:lstStyle/>
          <a:p>
            <a:r>
              <a:rPr lang="en-US" noProof="0" dirty="0"/>
              <a:t>Contents</a:t>
            </a:r>
          </a:p>
        </p:txBody>
      </p:sp>
      <p:sp>
        <p:nvSpPr>
          <p:cNvPr id="6" name="Text Placeholder 5"/>
          <p:cNvSpPr>
            <a:spLocks noGrp="1"/>
          </p:cNvSpPr>
          <p:nvPr>
            <p:ph type="body" sz="quarter" idx="13"/>
          </p:nvPr>
        </p:nvSpPr>
        <p:spPr/>
        <p:txBody>
          <a:bodyPr>
            <a:normAutofit/>
          </a:bodyPr>
          <a:lstStyle/>
          <a:p>
            <a:pPr marL="285750" indent="-285750">
              <a:buFont typeface="Arial" panose="020B0604020202020204" pitchFamily="34" charset="0"/>
              <a:buChar char="•"/>
            </a:pPr>
            <a:r>
              <a:rPr lang="en-US" noProof="0" dirty="0"/>
              <a:t>System access</a:t>
            </a:r>
          </a:p>
          <a:p>
            <a:pPr marL="285750" indent="-285750">
              <a:buFont typeface="Arial" panose="020B0604020202020204" pitchFamily="34" charset="0"/>
              <a:buChar char="•"/>
            </a:pPr>
            <a:r>
              <a:rPr lang="en-US" noProof="0" dirty="0"/>
              <a:t>Shells</a:t>
            </a:r>
          </a:p>
          <a:p>
            <a:pPr marL="285750" indent="-285750">
              <a:buFont typeface="Arial" panose="020B0604020202020204" pitchFamily="34" charset="0"/>
              <a:buChar char="•"/>
            </a:pPr>
            <a:r>
              <a:rPr lang="en-US" noProof="0" dirty="0"/>
              <a:t>Command line structure</a:t>
            </a:r>
          </a:p>
          <a:p>
            <a:pPr marL="285750" indent="-285750">
              <a:buFont typeface="Arial" panose="020B0604020202020204" pitchFamily="34" charset="0"/>
              <a:buChar char="•"/>
            </a:pPr>
            <a:r>
              <a:rPr lang="en-US" noProof="0" dirty="0"/>
              <a:t>Help</a:t>
            </a:r>
          </a:p>
          <a:p>
            <a:pPr marL="285750" indent="-285750">
              <a:buFont typeface="Arial" panose="020B0604020202020204" pitchFamily="34" charset="0"/>
              <a:buChar char="•"/>
            </a:pPr>
            <a:r>
              <a:rPr lang="en-US" noProof="0" dirty="0"/>
              <a:t>Fact finding commands</a:t>
            </a:r>
          </a:p>
          <a:p>
            <a:pPr marL="285750" indent="-285750">
              <a:buFont typeface="Arial" panose="020B0604020202020204" pitchFamily="34" charset="0"/>
              <a:buChar char="•"/>
            </a:pPr>
            <a:endParaRPr lang="en-US" noProof="0" dirty="0"/>
          </a:p>
        </p:txBody>
      </p:sp>
    </p:spTree>
    <p:extLst>
      <p:ext uri="{BB962C8B-B14F-4D97-AF65-F5344CB8AC3E}">
        <p14:creationId xmlns:p14="http://schemas.microsoft.com/office/powerpoint/2010/main" val="23649613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US" noProof="0" dirty="0"/>
              <a:t>System access</a:t>
            </a:r>
          </a:p>
        </p:txBody>
      </p:sp>
      <p:sp>
        <p:nvSpPr>
          <p:cNvPr id="3" name="Subtitle 2">
            <a:extLst>
              <a:ext uri="{FF2B5EF4-FFF2-40B4-BE49-F238E27FC236}">
                <a16:creationId xmlns:a16="http://schemas.microsoft.com/office/drawing/2014/main" id="{FEBE0F35-BC56-2011-008B-0247BF2B388D}"/>
              </a:ext>
            </a:extLst>
          </p:cNvPr>
          <p:cNvSpPr>
            <a:spLocks noGrp="1"/>
          </p:cNvSpPr>
          <p:nvPr>
            <p:ph type="subTitle" idx="1"/>
          </p:nvPr>
        </p:nvSpPr>
        <p:spPr/>
        <p:txBody>
          <a:bodyPr/>
          <a:lstStyle/>
          <a:p>
            <a:r>
              <a:rPr lang="en-US" noProof="0" dirty="0"/>
              <a:t>Logging in</a:t>
            </a:r>
          </a:p>
        </p:txBody>
      </p:sp>
    </p:spTree>
    <p:extLst>
      <p:ext uri="{BB962C8B-B14F-4D97-AF65-F5344CB8AC3E}">
        <p14:creationId xmlns:p14="http://schemas.microsoft.com/office/powerpoint/2010/main" val="31039203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EDC6C38-4D6F-CEFE-7936-B60D342C3C97}"/>
              </a:ext>
            </a:extLst>
          </p:cNvPr>
          <p:cNvSpPr>
            <a:spLocks noGrp="1"/>
          </p:cNvSpPr>
          <p:nvPr>
            <p:ph type="ctrTitle"/>
          </p:nvPr>
        </p:nvSpPr>
        <p:spPr/>
        <p:txBody>
          <a:bodyPr/>
          <a:lstStyle/>
          <a:p>
            <a:r>
              <a:rPr lang="en-US" noProof="0" dirty="0"/>
              <a:t>Gaining access to the system</a:t>
            </a:r>
          </a:p>
        </p:txBody>
      </p:sp>
      <p:sp>
        <p:nvSpPr>
          <p:cNvPr id="2" name="Slide Number Placeholder 1">
            <a:extLst>
              <a:ext uri="{FF2B5EF4-FFF2-40B4-BE49-F238E27FC236}">
                <a16:creationId xmlns:a16="http://schemas.microsoft.com/office/drawing/2014/main" id="{9A495923-579B-8F47-840B-3F6C4A56DE24}"/>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pic>
        <p:nvPicPr>
          <p:cNvPr id="8" name="Picture 7">
            <a:extLst>
              <a:ext uri="{FF2B5EF4-FFF2-40B4-BE49-F238E27FC236}">
                <a16:creationId xmlns:a16="http://schemas.microsoft.com/office/drawing/2014/main" id="{6F80E763-E6DF-36D4-F66D-13221C4A3E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03131" y="1436029"/>
            <a:ext cx="9113265" cy="4962826"/>
          </a:xfrm>
          <a:prstGeom prst="rect">
            <a:avLst/>
          </a:prstGeom>
        </p:spPr>
      </p:pic>
    </p:spTree>
    <p:extLst>
      <p:ext uri="{BB962C8B-B14F-4D97-AF65-F5344CB8AC3E}">
        <p14:creationId xmlns:p14="http://schemas.microsoft.com/office/powerpoint/2010/main" val="26638840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6E547E0-20A6-F7EA-AEF4-09301EBCC1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8110" y="1886554"/>
            <a:ext cx="11695199" cy="3694183"/>
          </a:xfrm>
          <a:prstGeom prst="rect">
            <a:avLst/>
          </a:prstGeom>
        </p:spPr>
      </p:pic>
      <p:sp>
        <p:nvSpPr>
          <p:cNvPr id="4" name="Title 3">
            <a:extLst>
              <a:ext uri="{FF2B5EF4-FFF2-40B4-BE49-F238E27FC236}">
                <a16:creationId xmlns:a16="http://schemas.microsoft.com/office/drawing/2014/main" id="{C0BBD262-1B20-9925-E52A-6390F7349E28}"/>
              </a:ext>
            </a:extLst>
          </p:cNvPr>
          <p:cNvSpPr>
            <a:spLocks noGrp="1"/>
          </p:cNvSpPr>
          <p:nvPr>
            <p:ph type="ctrTitle"/>
          </p:nvPr>
        </p:nvSpPr>
        <p:spPr/>
        <p:txBody>
          <a:bodyPr/>
          <a:lstStyle/>
          <a:p>
            <a:r>
              <a:rPr lang="en-US" noProof="0" dirty="0"/>
              <a:t>Login steps</a:t>
            </a: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spTree>
    <p:extLst>
      <p:ext uri="{BB962C8B-B14F-4D97-AF65-F5344CB8AC3E}">
        <p14:creationId xmlns:p14="http://schemas.microsoft.com/office/powerpoint/2010/main" val="33164190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E7E290A-A502-B6D0-8CCE-6420A284E0E1}"/>
              </a:ext>
            </a:extLst>
          </p:cNvPr>
          <p:cNvSpPr>
            <a:spLocks noGrp="1"/>
          </p:cNvSpPr>
          <p:nvPr>
            <p:ph type="ctrTitle"/>
          </p:nvPr>
        </p:nvSpPr>
        <p:spPr/>
        <p:txBody>
          <a:bodyPr/>
          <a:lstStyle/>
          <a:p>
            <a:r>
              <a:rPr lang="en-US" noProof="0" dirty="0"/>
              <a:t>Virtual Text Consoles and Logins</a:t>
            </a:r>
          </a:p>
        </p:txBody>
      </p:sp>
      <p:sp>
        <p:nvSpPr>
          <p:cNvPr id="6" name="Text Placeholder 5">
            <a:extLst>
              <a:ext uri="{FF2B5EF4-FFF2-40B4-BE49-F238E27FC236}">
                <a16:creationId xmlns:a16="http://schemas.microsoft.com/office/drawing/2014/main" id="{917F4C35-D23E-95E0-EEF4-4F883B229DAA}"/>
              </a:ext>
            </a:extLst>
          </p:cNvPr>
          <p:cNvSpPr>
            <a:spLocks noGrp="1"/>
          </p:cNvSpPr>
          <p:nvPr>
            <p:ph type="body" sz="quarter" idx="14"/>
          </p:nvPr>
        </p:nvSpPr>
        <p:spPr>
          <a:xfrm>
            <a:off x="443921" y="1733109"/>
            <a:ext cx="5776176" cy="3075111"/>
          </a:xfrm>
        </p:spPr>
        <p:txBody>
          <a:bodyPr/>
          <a:lstStyle/>
          <a:p>
            <a:r>
              <a:rPr lang="en-GB" b="1" dirty="0"/>
              <a:t>Virtual Text Consoles (TTYs)</a:t>
            </a:r>
          </a:p>
          <a:p>
            <a:r>
              <a:rPr lang="en-GB" dirty="0"/>
              <a:t>Linux provides multiple virtual text consoles (TTYs), each offering an independent login session.</a:t>
            </a:r>
          </a:p>
          <a:p>
            <a:pPr marL="285750" indent="-285750">
              <a:buFont typeface="Arial" panose="020B0604020202020204" pitchFamily="34" charset="0"/>
              <a:buChar char="•"/>
            </a:pPr>
            <a:r>
              <a:rPr lang="en-GB" dirty="0"/>
              <a:t>Typically available as </a:t>
            </a:r>
            <a:r>
              <a:rPr lang="en-GB" b="1" dirty="0"/>
              <a:t>tty1</a:t>
            </a:r>
            <a:r>
              <a:rPr lang="en-GB" dirty="0"/>
              <a:t>-</a:t>
            </a:r>
            <a:r>
              <a:rPr lang="en-GB" b="1" dirty="0"/>
              <a:t>tty6</a:t>
            </a:r>
          </a:p>
          <a:p>
            <a:pPr marL="285750" indent="-285750">
              <a:buFont typeface="Arial" panose="020B0604020202020204" pitchFamily="34" charset="0"/>
              <a:buChar char="•"/>
            </a:pPr>
            <a:r>
              <a:rPr lang="en-GB" dirty="0"/>
              <a:t>Each TTY provides its own login session</a:t>
            </a:r>
          </a:p>
          <a:p>
            <a:pPr marL="285750" indent="-285750">
              <a:buFont typeface="Arial" panose="020B0604020202020204" pitchFamily="34" charset="0"/>
              <a:buChar char="•"/>
            </a:pPr>
            <a:r>
              <a:rPr lang="en-GB" dirty="0"/>
              <a:t>Useful for administration, troubleshooting, and recovery</a:t>
            </a:r>
          </a:p>
          <a:p>
            <a:pPr marL="285750" indent="-285750">
              <a:buFont typeface="Arial" panose="020B0604020202020204" pitchFamily="34" charset="0"/>
              <a:buChar char="•"/>
            </a:pPr>
            <a:r>
              <a:rPr lang="en-GB" dirty="0"/>
              <a:t>One TTY is typically reserved for the graphical desktop</a:t>
            </a:r>
          </a:p>
        </p:txBody>
      </p:sp>
      <p:sp>
        <p:nvSpPr>
          <p:cNvPr id="29" name="Text Placeholder 28">
            <a:extLst>
              <a:ext uri="{FF2B5EF4-FFF2-40B4-BE49-F238E27FC236}">
                <a16:creationId xmlns:a16="http://schemas.microsoft.com/office/drawing/2014/main" id="{A61B62D6-22DC-A51B-0557-BF7AB3434F9F}"/>
              </a:ext>
            </a:extLst>
          </p:cNvPr>
          <p:cNvSpPr>
            <a:spLocks noGrp="1"/>
          </p:cNvSpPr>
          <p:nvPr>
            <p:ph type="body" sz="quarter" idx="15"/>
          </p:nvPr>
        </p:nvSpPr>
        <p:spPr>
          <a:xfrm>
            <a:off x="6108121" y="1733109"/>
            <a:ext cx="5867028" cy="2876992"/>
          </a:xfrm>
        </p:spPr>
        <p:txBody>
          <a:bodyPr/>
          <a:lstStyle/>
          <a:p>
            <a:r>
              <a:rPr lang="en-GB" b="1" dirty="0"/>
              <a:t>Switching Consoles</a:t>
            </a:r>
          </a:p>
          <a:p>
            <a:pPr marL="285750" indent="-285750">
              <a:buFont typeface="Arial" panose="020B0604020202020204" pitchFamily="34" charset="0"/>
              <a:buChar char="•"/>
            </a:pPr>
            <a:r>
              <a:rPr lang="en-GB" dirty="0"/>
              <a:t>Mac/VM users may need to use an alternative key combination to access Linux virtual consoles.</a:t>
            </a:r>
          </a:p>
          <a:p>
            <a:endParaRPr lang="en-GB"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graphicFrame>
        <p:nvGraphicFramePr>
          <p:cNvPr id="28" name="Table 27">
            <a:extLst>
              <a:ext uri="{FF2B5EF4-FFF2-40B4-BE49-F238E27FC236}">
                <a16:creationId xmlns:a16="http://schemas.microsoft.com/office/drawing/2014/main" id="{A045CB15-CAC4-3EC2-0C82-020E1C4B5E5E}"/>
              </a:ext>
            </a:extLst>
          </p:cNvPr>
          <p:cNvGraphicFramePr>
            <a:graphicFrameLocks noGrp="1"/>
          </p:cNvGraphicFramePr>
          <p:nvPr>
            <p:extLst>
              <p:ext uri="{D42A27DB-BD31-4B8C-83A1-F6EECF244321}">
                <p14:modId xmlns:p14="http://schemas.microsoft.com/office/powerpoint/2010/main" val="787602002"/>
              </p:ext>
            </p:extLst>
          </p:nvPr>
        </p:nvGraphicFramePr>
        <p:xfrm>
          <a:off x="6483894" y="2843899"/>
          <a:ext cx="5400403" cy="1413643"/>
        </p:xfrm>
        <a:graphic>
          <a:graphicData uri="http://schemas.openxmlformats.org/drawingml/2006/table">
            <a:tbl>
              <a:tblPr firstRow="1" bandRow="1">
                <a:tableStyleId>{5C22544A-7EE6-4342-B048-85BDC9FD1C3A}</a:tableStyleId>
              </a:tblPr>
              <a:tblGrid>
                <a:gridCol w="1456925">
                  <a:extLst>
                    <a:ext uri="{9D8B030D-6E8A-4147-A177-3AD203B41FA5}">
                      <a16:colId xmlns:a16="http://schemas.microsoft.com/office/drawing/2014/main" val="1551974525"/>
                    </a:ext>
                  </a:extLst>
                </a:gridCol>
                <a:gridCol w="3943478">
                  <a:extLst>
                    <a:ext uri="{9D8B030D-6E8A-4147-A177-3AD203B41FA5}">
                      <a16:colId xmlns:a16="http://schemas.microsoft.com/office/drawing/2014/main" val="587885695"/>
                    </a:ext>
                  </a:extLst>
                </a:gridCol>
              </a:tblGrid>
              <a:tr h="370861">
                <a:tc>
                  <a:txBody>
                    <a:bodyPr/>
                    <a:lstStyle/>
                    <a:p>
                      <a:pPr algn="ctr"/>
                      <a:r>
                        <a:rPr lang="en-GB" sz="1800">
                          <a:solidFill>
                            <a:schemeClr val="tx2"/>
                          </a:solidFill>
                        </a:rPr>
                        <a:t>Keys</a:t>
                      </a:r>
                      <a:endParaRPr lang="en-GB" sz="1800" dirty="0">
                        <a:solidFill>
                          <a:schemeClr val="tx2"/>
                        </a:solidFill>
                      </a:endParaRPr>
                    </a:p>
                  </a:txBody>
                  <a:tcPr marL="73273" marR="73273" marT="36637" marB="36637" anchor="ctr">
                    <a:solidFill>
                      <a:schemeClr val="accent4"/>
                    </a:solidFill>
                  </a:tcPr>
                </a:tc>
                <a:tc>
                  <a:txBody>
                    <a:bodyPr/>
                    <a:lstStyle/>
                    <a:p>
                      <a:pPr algn="ctr"/>
                      <a:r>
                        <a:rPr lang="en-GB" sz="1800" dirty="0">
                          <a:solidFill>
                            <a:schemeClr val="tx2"/>
                          </a:solidFill>
                        </a:rPr>
                        <a:t>Action</a:t>
                      </a:r>
                    </a:p>
                  </a:txBody>
                  <a:tcPr marL="73273" marR="73273" marT="36637" marB="36637" anchor="ctr">
                    <a:solidFill>
                      <a:schemeClr val="accent4"/>
                    </a:solidFill>
                  </a:tcPr>
                </a:tc>
                <a:extLst>
                  <a:ext uri="{0D108BD9-81ED-4DB2-BD59-A6C34878D82A}">
                    <a16:rowId xmlns:a16="http://schemas.microsoft.com/office/drawing/2014/main" val="2345767861"/>
                  </a:ext>
                </a:extLst>
              </a:tr>
              <a:tr h="335733">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n-GB" sz="1800" b="1" i="0" dirty="0">
                          <a:latin typeface="+mn-lt"/>
                          <a:cs typeface="Courier New" panose="02070309020205020404" pitchFamily="49" charset="0"/>
                        </a:rPr>
                        <a:t>Ctrl+Alt+F3</a:t>
                      </a:r>
                    </a:p>
                  </a:txBody>
                  <a:tcPr marL="73273" marR="73273" marT="36637" marB="36637" anchor="ctr">
                    <a:solidFill>
                      <a:schemeClr val="accent4">
                        <a:lumMod val="20000"/>
                        <a:lumOff val="80000"/>
                      </a:schemeClr>
                    </a:solidFill>
                  </a:tcPr>
                </a:tc>
                <a:tc>
                  <a:txBody>
                    <a:bodyPr/>
                    <a:lstStyle/>
                    <a:p>
                      <a:pPr>
                        <a:spcBef>
                          <a:spcPts val="600"/>
                        </a:spcBef>
                      </a:pPr>
                      <a:r>
                        <a:rPr lang="en-US" altLang="en-US" sz="1800" dirty="0"/>
                        <a:t>Switch to console tty3</a:t>
                      </a:r>
                    </a:p>
                  </a:txBody>
                  <a:tcPr marL="73273" marR="73273" marT="36637" marB="36637" anchor="ctr">
                    <a:solidFill>
                      <a:schemeClr val="accent4">
                        <a:lumMod val="20000"/>
                        <a:lumOff val="80000"/>
                      </a:schemeClr>
                    </a:solidFill>
                  </a:tcPr>
                </a:tc>
                <a:extLst>
                  <a:ext uri="{0D108BD9-81ED-4DB2-BD59-A6C34878D82A}">
                    <a16:rowId xmlns:a16="http://schemas.microsoft.com/office/drawing/2014/main" val="3137229064"/>
                  </a:ext>
                </a:extLst>
              </a:tr>
              <a:tr h="320334">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n-GB" sz="1800" b="1" i="0" dirty="0">
                          <a:latin typeface="+mn-lt"/>
                          <a:cs typeface="Courier New" panose="02070309020205020404" pitchFamily="49" charset="0"/>
                        </a:rPr>
                        <a:t>Ctrl+Alt+F6</a:t>
                      </a:r>
                    </a:p>
                  </a:txBody>
                  <a:tcPr marL="73273" marR="73273" marT="36637" marB="36637" anchor="ctr">
                    <a:solidFill>
                      <a:schemeClr val="accent4">
                        <a:lumMod val="40000"/>
                        <a:lumOff val="60000"/>
                      </a:schemeClr>
                    </a:solidFill>
                  </a:tcPr>
                </a:tc>
                <a:tc>
                  <a:txBody>
                    <a:bodyPr/>
                    <a:lstStyle/>
                    <a:p>
                      <a:pPr>
                        <a:spcBef>
                          <a:spcPts val="600"/>
                        </a:spcBef>
                      </a:pPr>
                      <a:r>
                        <a:rPr lang="en-US" altLang="en-US" sz="1800" dirty="0"/>
                        <a:t>Switch to console tty6</a:t>
                      </a:r>
                    </a:p>
                  </a:txBody>
                  <a:tcPr marL="73273" marR="73273" marT="36637" marB="36637" anchor="ctr">
                    <a:solidFill>
                      <a:schemeClr val="accent4">
                        <a:lumMod val="40000"/>
                        <a:lumOff val="60000"/>
                      </a:schemeClr>
                    </a:solidFill>
                  </a:tcPr>
                </a:tc>
                <a:extLst>
                  <a:ext uri="{0D108BD9-81ED-4DB2-BD59-A6C34878D82A}">
                    <a16:rowId xmlns:a16="http://schemas.microsoft.com/office/drawing/2014/main" val="1119249700"/>
                  </a:ext>
                </a:extLst>
              </a:tr>
              <a:tr h="320334">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n-GB" sz="1800" b="1" i="0" dirty="0">
                          <a:latin typeface="+mn-lt"/>
                          <a:cs typeface="Courier New" panose="02070309020205020404" pitchFamily="49" charset="0"/>
                        </a:rPr>
                        <a:t>Ctrl+Alt+F1/2</a:t>
                      </a:r>
                    </a:p>
                  </a:txBody>
                  <a:tcPr marL="73273" marR="73273" marT="36637" marB="36637" anchor="ctr">
                    <a:solidFill>
                      <a:schemeClr val="accent4">
                        <a:lumMod val="20000"/>
                        <a:lumOff val="80000"/>
                      </a:schemeClr>
                    </a:solidFill>
                  </a:tcPr>
                </a:tc>
                <a:tc>
                  <a:txBody>
                    <a:bodyPr/>
                    <a:lstStyle/>
                    <a:p>
                      <a:pPr>
                        <a:spcBef>
                          <a:spcPts val="600"/>
                        </a:spcBef>
                      </a:pPr>
                      <a:r>
                        <a:rPr lang="en-US" altLang="en-US" sz="1800" dirty="0"/>
                        <a:t>Return to GUI desktop (varies by distro)</a:t>
                      </a:r>
                    </a:p>
                  </a:txBody>
                  <a:tcPr marL="73273" marR="73273" marT="36637" marB="36637" anchor="ctr">
                    <a:solidFill>
                      <a:schemeClr val="accent4">
                        <a:lumMod val="20000"/>
                        <a:lumOff val="80000"/>
                      </a:schemeClr>
                    </a:solidFill>
                  </a:tcPr>
                </a:tc>
                <a:extLst>
                  <a:ext uri="{0D108BD9-81ED-4DB2-BD59-A6C34878D82A}">
                    <a16:rowId xmlns:a16="http://schemas.microsoft.com/office/drawing/2014/main" val="876851043"/>
                  </a:ext>
                </a:extLst>
              </a:tr>
            </a:tbl>
          </a:graphicData>
        </a:graphic>
      </p:graphicFrame>
      <p:pic>
        <p:nvPicPr>
          <p:cNvPr id="39" name="Picture 38">
            <a:extLst>
              <a:ext uri="{FF2B5EF4-FFF2-40B4-BE49-F238E27FC236}">
                <a16:creationId xmlns:a16="http://schemas.microsoft.com/office/drawing/2014/main" id="{49D3D1F7-34CF-B617-844D-8F8C2CE2E7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41278" y="4631472"/>
            <a:ext cx="6933686" cy="2016302"/>
          </a:xfrm>
          <a:prstGeom prst="rect">
            <a:avLst/>
          </a:prstGeom>
        </p:spPr>
      </p:pic>
    </p:spTree>
    <p:extLst>
      <p:ext uri="{BB962C8B-B14F-4D97-AF65-F5344CB8AC3E}">
        <p14:creationId xmlns:p14="http://schemas.microsoft.com/office/powerpoint/2010/main" val="23105549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71CBA5-1754-D397-EA56-7B22327EDFB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7857B7A-EF41-DEE4-CDB0-4F33E96AC0F9}"/>
              </a:ext>
            </a:extLst>
          </p:cNvPr>
          <p:cNvSpPr>
            <a:spLocks noGrp="1"/>
          </p:cNvSpPr>
          <p:nvPr>
            <p:ph type="ctrTitle"/>
          </p:nvPr>
        </p:nvSpPr>
        <p:spPr/>
        <p:txBody>
          <a:bodyPr/>
          <a:lstStyle/>
          <a:p>
            <a:r>
              <a:rPr lang="en-US" noProof="0" dirty="0"/>
              <a:t>Types of Linux User Accounts</a:t>
            </a:r>
          </a:p>
        </p:txBody>
      </p:sp>
      <p:sp>
        <p:nvSpPr>
          <p:cNvPr id="4" name="Text Placeholder 3">
            <a:extLst>
              <a:ext uri="{FF2B5EF4-FFF2-40B4-BE49-F238E27FC236}">
                <a16:creationId xmlns:a16="http://schemas.microsoft.com/office/drawing/2014/main" id="{B4EE0968-3379-13D4-E348-A61D164E92C7}"/>
              </a:ext>
            </a:extLst>
          </p:cNvPr>
          <p:cNvSpPr>
            <a:spLocks noGrp="1"/>
          </p:cNvSpPr>
          <p:nvPr>
            <p:ph type="body" sz="quarter" idx="14"/>
          </p:nvPr>
        </p:nvSpPr>
        <p:spPr>
          <a:xfrm>
            <a:off x="443923" y="3302001"/>
            <a:ext cx="3612457" cy="1943100"/>
          </a:xfrm>
        </p:spPr>
        <p:txBody>
          <a:bodyPr/>
          <a:lstStyle/>
          <a:p>
            <a:r>
              <a:rPr lang="en-GB" b="1" dirty="0"/>
              <a:t>Root User</a:t>
            </a:r>
          </a:p>
          <a:p>
            <a:r>
              <a:rPr lang="en-GB" dirty="0"/>
              <a:t>Login name: root</a:t>
            </a:r>
          </a:p>
          <a:p>
            <a:r>
              <a:rPr lang="en-GB" dirty="0"/>
              <a:t>UID: 0</a:t>
            </a:r>
          </a:p>
          <a:p>
            <a:r>
              <a:rPr lang="en-GB" dirty="0"/>
              <a:t>Full administrative control of the system</a:t>
            </a:r>
          </a:p>
          <a:p>
            <a:endParaRPr lang="en-GB" dirty="0"/>
          </a:p>
        </p:txBody>
      </p:sp>
      <p:pic>
        <p:nvPicPr>
          <p:cNvPr id="18" name="Content Placeholder 17">
            <a:extLst>
              <a:ext uri="{FF2B5EF4-FFF2-40B4-BE49-F238E27FC236}">
                <a16:creationId xmlns:a16="http://schemas.microsoft.com/office/drawing/2014/main" id="{3828050E-C92A-942B-0D40-B226F5992076}"/>
              </a:ext>
            </a:extLst>
          </p:cNvPr>
          <p:cNvPicPr>
            <a:picLocks noGrp="1" noChangeAspect="1"/>
          </p:cNvPicPr>
          <p:nvPr>
            <p:ph sz="quarter" idx="16"/>
          </p:nvPr>
        </p:nvPicPr>
        <p:blipFill>
          <a:blip r:embed="rId3">
            <a:extLst>
              <a:ext uri="{28A0092B-C50C-407E-A947-70E740481C1C}">
                <a14:useLocalDpi xmlns:a14="http://schemas.microsoft.com/office/drawing/2010/main" val="0"/>
              </a:ext>
            </a:extLst>
          </a:blip>
          <a:stretch>
            <a:fillRect/>
          </a:stretch>
        </p:blipFill>
        <p:spPr>
          <a:xfrm>
            <a:off x="5168899" y="2050885"/>
            <a:ext cx="927101" cy="1085560"/>
          </a:xfrm>
          <a:prstGeom prst="rect">
            <a:avLst/>
          </a:prstGeom>
        </p:spPr>
      </p:pic>
      <p:sp>
        <p:nvSpPr>
          <p:cNvPr id="6" name="Text Placeholder 5">
            <a:extLst>
              <a:ext uri="{FF2B5EF4-FFF2-40B4-BE49-F238E27FC236}">
                <a16:creationId xmlns:a16="http://schemas.microsoft.com/office/drawing/2014/main" id="{FA868DB0-DE5B-A52F-2274-B763C8B06FC9}"/>
              </a:ext>
            </a:extLst>
          </p:cNvPr>
          <p:cNvSpPr>
            <a:spLocks noGrp="1"/>
          </p:cNvSpPr>
          <p:nvPr>
            <p:ph type="body" sz="quarter" idx="15"/>
          </p:nvPr>
        </p:nvSpPr>
        <p:spPr>
          <a:xfrm>
            <a:off x="3962400" y="3302001"/>
            <a:ext cx="3774177" cy="1943100"/>
          </a:xfrm>
        </p:spPr>
        <p:txBody>
          <a:bodyPr/>
          <a:lstStyle/>
          <a:p>
            <a:r>
              <a:rPr lang="en-GB" b="1" dirty="0"/>
              <a:t>System Users</a:t>
            </a:r>
          </a:p>
          <a:p>
            <a:pPr marL="285750" indent="-285750">
              <a:buFont typeface="Arial" panose="020B0604020202020204" pitchFamily="34" charset="0"/>
              <a:buChar char="•"/>
            </a:pPr>
            <a:r>
              <a:rPr lang="en-GB" dirty="0"/>
              <a:t>Usually cannot log in interactively</a:t>
            </a:r>
          </a:p>
          <a:p>
            <a:pPr marL="285750" indent="-285750">
              <a:buFont typeface="Arial" panose="020B0604020202020204" pitchFamily="34" charset="0"/>
              <a:buChar char="•"/>
            </a:pPr>
            <a:r>
              <a:rPr lang="en-GB" dirty="0"/>
              <a:t>Typically have UIDs below 1000</a:t>
            </a:r>
          </a:p>
          <a:p>
            <a:pPr marL="285750" indent="-285750">
              <a:buFont typeface="Arial" panose="020B0604020202020204" pitchFamily="34" charset="0"/>
              <a:buChar char="•"/>
            </a:pPr>
            <a:r>
              <a:rPr lang="en-GB" dirty="0"/>
              <a:t>Own files and processes for services such as:</a:t>
            </a:r>
          </a:p>
          <a:p>
            <a:pPr lvl="1"/>
            <a:r>
              <a:rPr lang="en-GB" dirty="0" err="1"/>
              <a:t>sshd</a:t>
            </a:r>
            <a:r>
              <a:rPr lang="en-GB" dirty="0"/>
              <a:t>, </a:t>
            </a:r>
            <a:r>
              <a:rPr lang="en-GB" dirty="0" err="1"/>
              <a:t>apache</a:t>
            </a:r>
            <a:r>
              <a:rPr lang="en-GB" dirty="0"/>
              <a:t>, </a:t>
            </a:r>
            <a:r>
              <a:rPr lang="en-GB" dirty="0" err="1"/>
              <a:t>mysql</a:t>
            </a:r>
            <a:r>
              <a:rPr lang="en-GB" dirty="0"/>
              <a:t>, mail</a:t>
            </a:r>
          </a:p>
        </p:txBody>
      </p:sp>
      <p:pic>
        <p:nvPicPr>
          <p:cNvPr id="20" name="Content Placeholder 19">
            <a:extLst>
              <a:ext uri="{FF2B5EF4-FFF2-40B4-BE49-F238E27FC236}">
                <a16:creationId xmlns:a16="http://schemas.microsoft.com/office/drawing/2014/main" id="{75F2BF73-49B9-F8B1-E4EE-32D89AE6ED22}"/>
              </a:ext>
            </a:extLst>
          </p:cNvPr>
          <p:cNvPicPr>
            <a:picLocks noGrp="1" noChangeAspect="1"/>
          </p:cNvPicPr>
          <p:nvPr>
            <p:ph sz="quarter" idx="18"/>
          </p:nvPr>
        </p:nvPicPr>
        <p:blipFill>
          <a:blip r:embed="rId4">
            <a:extLst>
              <a:ext uri="{28A0092B-C50C-407E-A947-70E740481C1C}">
                <a14:useLocalDpi xmlns:a14="http://schemas.microsoft.com/office/drawing/2010/main" val="0"/>
              </a:ext>
            </a:extLst>
          </a:blip>
          <a:stretch>
            <a:fillRect/>
          </a:stretch>
        </p:blipFill>
        <p:spPr>
          <a:xfrm>
            <a:off x="8902698" y="2009201"/>
            <a:ext cx="1574801" cy="1127244"/>
          </a:xfrm>
          <a:prstGeom prst="rect">
            <a:avLst/>
          </a:prstGeom>
        </p:spPr>
      </p:pic>
      <p:sp>
        <p:nvSpPr>
          <p:cNvPr id="8" name="Text Placeholder 7">
            <a:extLst>
              <a:ext uri="{FF2B5EF4-FFF2-40B4-BE49-F238E27FC236}">
                <a16:creationId xmlns:a16="http://schemas.microsoft.com/office/drawing/2014/main" id="{5E902A0D-A3E0-E2F8-328B-F137E9083FE9}"/>
              </a:ext>
            </a:extLst>
          </p:cNvPr>
          <p:cNvSpPr>
            <a:spLocks noGrp="1"/>
          </p:cNvSpPr>
          <p:nvPr>
            <p:ph type="body" sz="quarter" idx="17"/>
          </p:nvPr>
        </p:nvSpPr>
        <p:spPr>
          <a:xfrm>
            <a:off x="7863840" y="3302001"/>
            <a:ext cx="4244873" cy="1943100"/>
          </a:xfrm>
        </p:spPr>
        <p:txBody>
          <a:bodyPr/>
          <a:lstStyle/>
          <a:p>
            <a:r>
              <a:rPr lang="en-GB" b="1" dirty="0"/>
              <a:t>Regular Users</a:t>
            </a:r>
          </a:p>
          <a:p>
            <a:pPr marL="285750" indent="-285750">
              <a:buFont typeface="Arial" panose="020B0604020202020204" pitchFamily="34" charset="0"/>
              <a:buChar char="•"/>
            </a:pPr>
            <a:r>
              <a:rPr lang="en-GB" dirty="0"/>
              <a:t>Used for day-to-day work</a:t>
            </a:r>
          </a:p>
          <a:p>
            <a:pPr marL="285750" indent="-285750">
              <a:buFont typeface="Arial" panose="020B0604020202020204" pitchFamily="34" charset="0"/>
              <a:buChar char="•"/>
            </a:pPr>
            <a:r>
              <a:rPr lang="en-GB" dirty="0"/>
              <a:t>Typically have UIDs of 1000 or higher</a:t>
            </a:r>
          </a:p>
          <a:p>
            <a:pPr marL="285750" indent="-285750">
              <a:buFont typeface="Arial" panose="020B0604020202020204" pitchFamily="34" charset="0"/>
              <a:buChar char="•"/>
            </a:pPr>
            <a:r>
              <a:rPr lang="en-GB" dirty="0"/>
              <a:t>Normally restricted to authorised files and directories</a:t>
            </a:r>
          </a:p>
          <a:p>
            <a:pPr marL="285750" indent="-285750">
              <a:buFont typeface="Arial" panose="020B0604020202020204" pitchFamily="34" charset="0"/>
              <a:buChar char="•"/>
            </a:pPr>
            <a:r>
              <a:rPr lang="en-GB" dirty="0"/>
              <a:t>Personal files stored in a home directory</a:t>
            </a:r>
            <a:endParaRPr lang="en-US" dirty="0"/>
          </a:p>
        </p:txBody>
      </p:sp>
      <p:sp>
        <p:nvSpPr>
          <p:cNvPr id="2" name="Slide Number Placeholder 1">
            <a:extLst>
              <a:ext uri="{FF2B5EF4-FFF2-40B4-BE49-F238E27FC236}">
                <a16:creationId xmlns:a16="http://schemas.microsoft.com/office/drawing/2014/main" id="{24E61F58-41F5-E206-DF0D-EA7C7CABFD46}"/>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pic>
        <p:nvPicPr>
          <p:cNvPr id="16" name="Content Placeholder 15">
            <a:extLst>
              <a:ext uri="{FF2B5EF4-FFF2-40B4-BE49-F238E27FC236}">
                <a16:creationId xmlns:a16="http://schemas.microsoft.com/office/drawing/2014/main" id="{05FE9D2D-9E50-E776-838C-626D0D47DB8C}"/>
              </a:ext>
            </a:extLst>
          </p:cNvPr>
          <p:cNvPicPr>
            <a:picLocks noGrp="1" noChangeAspect="1"/>
          </p:cNvPicPr>
          <p:nvPr>
            <p:ph sz="quarter" idx="4"/>
          </p:nvPr>
        </p:nvPicPr>
        <p:blipFill>
          <a:blip r:embed="rId5">
            <a:extLst>
              <a:ext uri="{28A0092B-C50C-407E-A947-70E740481C1C}">
                <a14:useLocalDpi xmlns:a14="http://schemas.microsoft.com/office/drawing/2010/main" val="0"/>
              </a:ext>
            </a:extLst>
          </a:blip>
          <a:stretch>
            <a:fillRect/>
          </a:stretch>
        </p:blipFill>
        <p:spPr>
          <a:xfrm>
            <a:off x="1168400" y="2050885"/>
            <a:ext cx="1633220" cy="1124116"/>
          </a:xfrm>
          <a:prstGeom prst="rect">
            <a:avLst/>
          </a:prstGeom>
        </p:spPr>
      </p:pic>
    </p:spTree>
    <p:extLst>
      <p:ext uri="{BB962C8B-B14F-4D97-AF65-F5344CB8AC3E}">
        <p14:creationId xmlns:p14="http://schemas.microsoft.com/office/powerpoint/2010/main" val="31581728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B357A66-84E7-000B-4AF2-BB86C725D7F0}"/>
              </a:ext>
            </a:extLst>
          </p:cNvPr>
          <p:cNvSpPr>
            <a:spLocks noGrp="1"/>
          </p:cNvSpPr>
          <p:nvPr>
            <p:ph type="ctrTitle"/>
          </p:nvPr>
        </p:nvSpPr>
        <p:spPr/>
        <p:txBody>
          <a:bodyPr/>
          <a:lstStyle/>
          <a:p>
            <a:r>
              <a:rPr lang="en-US" noProof="0" dirty="0"/>
              <a:t>Logging out</a:t>
            </a:r>
          </a:p>
        </p:txBody>
      </p:sp>
      <p:sp>
        <p:nvSpPr>
          <p:cNvPr id="7" name="Text Placeholder 6">
            <a:extLst>
              <a:ext uri="{FF2B5EF4-FFF2-40B4-BE49-F238E27FC236}">
                <a16:creationId xmlns:a16="http://schemas.microsoft.com/office/drawing/2014/main" id="{C0C416C1-A49B-F614-1E2F-14A3867FAFFC}"/>
              </a:ext>
            </a:extLst>
          </p:cNvPr>
          <p:cNvSpPr>
            <a:spLocks noGrp="1"/>
          </p:cNvSpPr>
          <p:nvPr>
            <p:ph type="body" sz="quarter" idx="13"/>
          </p:nvPr>
        </p:nvSpPr>
        <p:spPr/>
        <p:txBody>
          <a:bodyPr/>
          <a:lstStyle/>
          <a:p>
            <a:r>
              <a:rPr lang="en-GB" b="1" dirty="0"/>
              <a:t>Command Line</a:t>
            </a:r>
          </a:p>
          <a:p>
            <a:pPr marL="285750" indent="-285750">
              <a:buFont typeface="Arial" panose="020B0604020202020204" pitchFamily="34" charset="0"/>
              <a:buChar char="•"/>
            </a:pPr>
            <a:r>
              <a:rPr lang="en-GB" dirty="0"/>
              <a:t>Use </a:t>
            </a:r>
            <a:r>
              <a:rPr lang="en-GB" b="1" dirty="0"/>
              <a:t>exit</a:t>
            </a:r>
            <a:r>
              <a:rPr lang="en-GB" dirty="0"/>
              <a:t> to end the current shell session</a:t>
            </a:r>
          </a:p>
          <a:p>
            <a:pPr marL="285750" indent="-285750">
              <a:buFont typeface="Arial" panose="020B0604020202020204" pitchFamily="34" charset="0"/>
              <a:buChar char="•"/>
            </a:pPr>
            <a:r>
              <a:rPr lang="en-GB" dirty="0"/>
              <a:t>Press </a:t>
            </a:r>
            <a:r>
              <a:rPr lang="en-GB" b="1" dirty="0" err="1"/>
              <a:t>Ctrl+D</a:t>
            </a:r>
            <a:r>
              <a:rPr lang="en-GB" dirty="0"/>
              <a:t> to send an end-of-file (EOF) signal</a:t>
            </a:r>
          </a:p>
          <a:p>
            <a:pPr marL="285750" indent="-285750">
              <a:buFont typeface="Arial" panose="020B0604020202020204" pitchFamily="34" charset="0"/>
              <a:buChar char="•"/>
            </a:pPr>
            <a:r>
              <a:rPr lang="en-GB" dirty="0"/>
              <a:t>A new login prompt is displayed when the session ends</a:t>
            </a:r>
          </a:p>
          <a:p>
            <a:r>
              <a:rPr lang="en-GB" b="1" dirty="0"/>
              <a:t>Graphical Desktop</a:t>
            </a:r>
          </a:p>
          <a:p>
            <a:pPr marL="285750" indent="-285750">
              <a:buFont typeface="Arial" panose="020B0604020202020204" pitchFamily="34" charset="0"/>
              <a:buChar char="•"/>
            </a:pPr>
            <a:r>
              <a:rPr lang="en-GB" dirty="0"/>
              <a:t>Use the </a:t>
            </a:r>
            <a:r>
              <a:rPr lang="en-GB" b="1" dirty="0"/>
              <a:t>Log Out </a:t>
            </a:r>
            <a:r>
              <a:rPr lang="en-GB" dirty="0"/>
              <a:t>option to end the graphical session</a:t>
            </a: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sp>
        <p:nvSpPr>
          <p:cNvPr id="10" name="Rectangle 6">
            <a:extLst>
              <a:ext uri="{FF2B5EF4-FFF2-40B4-BE49-F238E27FC236}">
                <a16:creationId xmlns:a16="http://schemas.microsoft.com/office/drawing/2014/main" id="{14B9A74E-5594-8E5A-42BC-AFDD0F3D747B}"/>
              </a:ext>
            </a:extLst>
          </p:cNvPr>
          <p:cNvSpPr>
            <a:spLocks noChangeArrowheads="1"/>
          </p:cNvSpPr>
          <p:nvPr/>
        </p:nvSpPr>
        <p:spPr bwMode="auto">
          <a:xfrm>
            <a:off x="6659426" y="1951982"/>
            <a:ext cx="970734" cy="656590"/>
          </a:xfrm>
          <a:prstGeom prst="rect">
            <a:avLst/>
          </a:prstGeom>
          <a:solidFill>
            <a:schemeClr val="tx1"/>
          </a:solidFill>
          <a:ln w="12700" algn="ctr">
            <a:solidFill>
              <a:srgbClr val="000000"/>
            </a:solidFill>
            <a:miter lim="800000"/>
            <a:headEnd/>
            <a:tailEnd/>
          </a:ln>
          <a:effectLst>
            <a:outerShdw dist="107763" dir="2700000" algn="ctr" rotWithShape="0">
              <a:schemeClr val="bg2">
                <a:lumMod val="90000"/>
              </a:schemeClr>
            </a:outerShdw>
          </a:effectLst>
        </p:spPr>
        <p:txBody>
          <a:bodyPr wrap="square" lIns="95250" tIns="50800" rIns="95250" bIns="50800">
            <a:spAutoFit/>
          </a:bodyPr>
          <a:lstStyle/>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US" sz="1800" b="1" i="0" u="none" strike="noStrike" kern="1200" cap="none" spc="0" normalizeH="0" baseline="0" noProof="0" dirty="0">
                <a:ln>
                  <a:noFill/>
                </a:ln>
                <a:solidFill>
                  <a:srgbClr val="FFFF00"/>
                </a:solidFill>
                <a:effectLst/>
                <a:uLnTx/>
                <a:uFillTx/>
                <a:latin typeface="Consolas" panose="020B0609020204030204" pitchFamily="49" charset="0"/>
                <a:ea typeface="Hack" panose="020B0609030202020204" pitchFamily="49" charset="0"/>
                <a:cs typeface="Hack" panose="020B0609030202020204" pitchFamily="49" charset="0"/>
              </a:rPr>
              <a:t>$</a:t>
            </a:r>
            <a:r>
              <a:rPr kumimoji="0" lang="en-US" sz="1800" b="0"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 </a:t>
            </a:r>
            <a:r>
              <a:rPr kumimoji="0" lang="en-US" sz="1800" b="1"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exit</a:t>
            </a:r>
            <a:endParaRPr kumimoji="0" lang="en-US" sz="1800" b="0"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endParaRPr>
          </a:p>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US" sz="1800" b="0"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login:</a:t>
            </a:r>
          </a:p>
        </p:txBody>
      </p:sp>
      <p:pic>
        <p:nvPicPr>
          <p:cNvPr id="11" name="Picture 10">
            <a:extLst>
              <a:ext uri="{FF2B5EF4-FFF2-40B4-BE49-F238E27FC236}">
                <a16:creationId xmlns:a16="http://schemas.microsoft.com/office/drawing/2014/main" id="{3BFFD54C-558F-5A78-92C2-179BDECE46E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6659426" y="3324823"/>
            <a:ext cx="2454094" cy="3533177"/>
          </a:xfrm>
          <a:prstGeom prst="rect">
            <a:avLst/>
          </a:prstGeom>
        </p:spPr>
      </p:pic>
    </p:spTree>
    <p:extLst>
      <p:ext uri="{BB962C8B-B14F-4D97-AF65-F5344CB8AC3E}">
        <p14:creationId xmlns:p14="http://schemas.microsoft.com/office/powerpoint/2010/main" val="18951580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54EDC6B-53B1-FA2A-3FB3-6725DE0D6489}"/>
              </a:ext>
            </a:extLst>
          </p:cNvPr>
          <p:cNvSpPr>
            <a:spLocks noGrp="1"/>
          </p:cNvSpPr>
          <p:nvPr>
            <p:ph type="ctrTitle"/>
          </p:nvPr>
        </p:nvSpPr>
        <p:spPr/>
        <p:txBody>
          <a:bodyPr/>
          <a:lstStyle/>
          <a:p>
            <a:r>
              <a:rPr lang="en-US" noProof="0" dirty="0"/>
              <a:t>What is a Shell?</a:t>
            </a:r>
          </a:p>
        </p:txBody>
      </p:sp>
      <p:sp>
        <p:nvSpPr>
          <p:cNvPr id="4" name="Text Placeholder 3">
            <a:extLst>
              <a:ext uri="{FF2B5EF4-FFF2-40B4-BE49-F238E27FC236}">
                <a16:creationId xmlns:a16="http://schemas.microsoft.com/office/drawing/2014/main" id="{9EEA715C-9825-99D0-5C58-7356CD7FE40B}"/>
              </a:ext>
            </a:extLst>
          </p:cNvPr>
          <p:cNvSpPr>
            <a:spLocks noGrp="1"/>
          </p:cNvSpPr>
          <p:nvPr>
            <p:ph type="body" sz="quarter" idx="13"/>
          </p:nvPr>
        </p:nvSpPr>
        <p:spPr>
          <a:xfrm>
            <a:off x="443922" y="1733108"/>
            <a:ext cx="5967038" cy="4348715"/>
          </a:xfrm>
        </p:spPr>
        <p:txBody>
          <a:bodyPr/>
          <a:lstStyle/>
          <a:p>
            <a:r>
              <a:rPr lang="en-GB" b="1" dirty="0"/>
              <a:t>A shell is a program that provides a command-line interface to Linux.</a:t>
            </a:r>
          </a:p>
          <a:p>
            <a:pPr marL="285750" indent="-285750">
              <a:buFont typeface="Arial" panose="020B0604020202020204" pitchFamily="34" charset="0"/>
              <a:buChar char="•"/>
            </a:pPr>
            <a:r>
              <a:rPr lang="en-GB" dirty="0"/>
              <a:t>Accepts commands from the user</a:t>
            </a:r>
          </a:p>
          <a:p>
            <a:pPr marL="285750" indent="-285750">
              <a:buFont typeface="Arial" panose="020B0604020202020204" pitchFamily="34" charset="0"/>
              <a:buChar char="•"/>
            </a:pPr>
            <a:r>
              <a:rPr lang="en-GB" dirty="0"/>
              <a:t>Starts programs and utilities</a:t>
            </a:r>
          </a:p>
          <a:p>
            <a:pPr marL="285750" indent="-285750">
              <a:buFont typeface="Arial" panose="020B0604020202020204" pitchFamily="34" charset="0"/>
              <a:buChar char="•"/>
            </a:pPr>
            <a:r>
              <a:rPr lang="en-GB" dirty="0"/>
              <a:t>Displays command output</a:t>
            </a:r>
          </a:p>
          <a:p>
            <a:pPr marL="285750" indent="-285750">
              <a:buFont typeface="Arial" panose="020B0604020202020204" pitchFamily="34" charset="0"/>
              <a:buChar char="•"/>
            </a:pPr>
            <a:r>
              <a:rPr lang="en-GB" dirty="0"/>
              <a:t>Acts as an interface between the user and the operating system</a:t>
            </a: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pic>
        <p:nvPicPr>
          <p:cNvPr id="25" name="Content Placeholder 24">
            <a:extLst>
              <a:ext uri="{FF2B5EF4-FFF2-40B4-BE49-F238E27FC236}">
                <a16:creationId xmlns:a16="http://schemas.microsoft.com/office/drawing/2014/main" id="{EEA5A016-85C4-4E64-78AA-50297225F827}"/>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7095599" y="1733108"/>
            <a:ext cx="4790670" cy="3483898"/>
          </a:xfrm>
          <a:prstGeom prst="rect">
            <a:avLst/>
          </a:prstGeom>
        </p:spPr>
      </p:pic>
    </p:spTree>
    <p:extLst>
      <p:ext uri="{BB962C8B-B14F-4D97-AF65-F5344CB8AC3E}">
        <p14:creationId xmlns:p14="http://schemas.microsoft.com/office/powerpoint/2010/main" val="35736015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B0CFF-8797-EF9F-CC68-ACEF28D60158}"/>
              </a:ext>
            </a:extLst>
          </p:cNvPr>
          <p:cNvSpPr>
            <a:spLocks noGrp="1"/>
          </p:cNvSpPr>
          <p:nvPr>
            <p:ph type="ctrTitle"/>
          </p:nvPr>
        </p:nvSpPr>
        <p:spPr/>
        <p:txBody>
          <a:bodyPr/>
          <a:lstStyle/>
          <a:p>
            <a:r>
              <a:rPr lang="en-GB" dirty="0"/>
              <a:t>Evolution of the Unix/Linux Shells</a:t>
            </a:r>
          </a:p>
        </p:txBody>
      </p:sp>
      <p:sp>
        <p:nvSpPr>
          <p:cNvPr id="11" name="Text Placeholder 10">
            <a:extLst>
              <a:ext uri="{FF2B5EF4-FFF2-40B4-BE49-F238E27FC236}">
                <a16:creationId xmlns:a16="http://schemas.microsoft.com/office/drawing/2014/main" id="{128082C0-03C9-B523-1B02-0DC96C983549}"/>
              </a:ext>
            </a:extLst>
          </p:cNvPr>
          <p:cNvSpPr>
            <a:spLocks noGrp="1"/>
          </p:cNvSpPr>
          <p:nvPr>
            <p:ph type="body" sz="quarter" idx="13"/>
          </p:nvPr>
        </p:nvSpPr>
        <p:spPr>
          <a:xfrm>
            <a:off x="443922" y="1562101"/>
            <a:ext cx="10089040" cy="426720"/>
          </a:xfrm>
        </p:spPr>
        <p:txBody>
          <a:bodyPr/>
          <a:lstStyle/>
          <a:p>
            <a:r>
              <a:rPr lang="en-GB" dirty="0"/>
              <a:t>Many modern shells evolved from the original Bourne Shell (</a:t>
            </a:r>
            <a:r>
              <a:rPr lang="en-GB" dirty="0" err="1"/>
              <a:t>sh</a:t>
            </a:r>
            <a:r>
              <a:rPr lang="en-GB" dirty="0"/>
              <a:t>), developed at Bell Labs in the 1970s.</a:t>
            </a:r>
          </a:p>
        </p:txBody>
      </p:sp>
      <p:pic>
        <p:nvPicPr>
          <p:cNvPr id="10" name="Content Placeholder 9">
            <a:extLst>
              <a:ext uri="{FF2B5EF4-FFF2-40B4-BE49-F238E27FC236}">
                <a16:creationId xmlns:a16="http://schemas.microsoft.com/office/drawing/2014/main" id="{09AEABCA-465C-A572-ADE9-1596AF83BC86}"/>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484948" y="1988821"/>
            <a:ext cx="11206505" cy="4368986"/>
          </a:xfrm>
          <a:prstGeom prst="rect">
            <a:avLst/>
          </a:prstGeom>
        </p:spPr>
      </p:pic>
      <p:sp>
        <p:nvSpPr>
          <p:cNvPr id="4" name="Slide Number Placeholder 3">
            <a:extLst>
              <a:ext uri="{FF2B5EF4-FFF2-40B4-BE49-F238E27FC236}">
                <a16:creationId xmlns:a16="http://schemas.microsoft.com/office/drawing/2014/main" id="{FC059CF2-7337-5511-EE22-E63740C752A7}"/>
              </a:ext>
            </a:extLst>
          </p:cNvPr>
          <p:cNvSpPr>
            <a:spLocks noGrp="1"/>
          </p:cNvSpPr>
          <p:nvPr>
            <p:ph type="sldNum" sz="quarter" idx="12"/>
          </p:nvPr>
        </p:nvSpPr>
        <p:spPr/>
        <p:txBody>
          <a:bodyPr/>
          <a:lstStyle/>
          <a:p>
            <a:fld id="{F3469444-D02B-D446-9CF8-19DEDDE073D1}" type="slidenum">
              <a:rPr lang="en-US" smtClean="0"/>
              <a:pPr/>
              <a:t>10</a:t>
            </a:fld>
            <a:endParaRPr lang="en-US" dirty="0"/>
          </a:p>
        </p:txBody>
      </p:sp>
    </p:spTree>
    <p:extLst>
      <p:ext uri="{BB962C8B-B14F-4D97-AF65-F5344CB8AC3E}">
        <p14:creationId xmlns:p14="http://schemas.microsoft.com/office/powerpoint/2010/main" val="39626067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BFC67-69C8-0631-CEBC-7250585E1EE4}"/>
              </a:ext>
            </a:extLst>
          </p:cNvPr>
          <p:cNvSpPr>
            <a:spLocks noGrp="1"/>
          </p:cNvSpPr>
          <p:nvPr>
            <p:ph type="ctrTitle"/>
          </p:nvPr>
        </p:nvSpPr>
        <p:spPr/>
        <p:txBody>
          <a:bodyPr/>
          <a:lstStyle/>
          <a:p>
            <a:r>
              <a:rPr lang="en-GB" dirty="0"/>
              <a:t>Common Linux and UNIX Shells</a:t>
            </a:r>
          </a:p>
        </p:txBody>
      </p:sp>
      <p:sp>
        <p:nvSpPr>
          <p:cNvPr id="3" name="Text Placeholder 2">
            <a:extLst>
              <a:ext uri="{FF2B5EF4-FFF2-40B4-BE49-F238E27FC236}">
                <a16:creationId xmlns:a16="http://schemas.microsoft.com/office/drawing/2014/main" id="{07C97154-1B2D-5572-0161-E2EC2EAB380B}"/>
              </a:ext>
            </a:extLst>
          </p:cNvPr>
          <p:cNvSpPr>
            <a:spLocks noGrp="1"/>
          </p:cNvSpPr>
          <p:nvPr>
            <p:ph type="body" sz="quarter" idx="14"/>
          </p:nvPr>
        </p:nvSpPr>
        <p:spPr/>
        <p:txBody>
          <a:bodyPr/>
          <a:lstStyle/>
          <a:p>
            <a:r>
              <a:rPr lang="en-GB" b="1" dirty="0"/>
              <a:t>Common Shells:</a:t>
            </a:r>
          </a:p>
          <a:p>
            <a:endParaRPr lang="en-GB" b="1" dirty="0"/>
          </a:p>
          <a:p>
            <a:endParaRPr lang="en-GB" b="1" dirty="0"/>
          </a:p>
          <a:p>
            <a:endParaRPr lang="en-GB" b="1" dirty="0"/>
          </a:p>
          <a:p>
            <a:endParaRPr lang="en-GB" b="1" dirty="0"/>
          </a:p>
          <a:p>
            <a:endParaRPr lang="en-GB" b="1" dirty="0"/>
          </a:p>
          <a:p>
            <a:endParaRPr lang="en-GB" b="1" dirty="0"/>
          </a:p>
          <a:p>
            <a:pPr marL="285750" indent="-285750">
              <a:buFont typeface="Arial" panose="020B0604020202020204" pitchFamily="34" charset="0"/>
              <a:buChar char="•"/>
            </a:pPr>
            <a:r>
              <a:rPr lang="en-GB" dirty="0"/>
              <a:t>This course uses the </a:t>
            </a:r>
            <a:r>
              <a:rPr lang="en-GB" b="1" dirty="0"/>
              <a:t>Bash</a:t>
            </a:r>
            <a:r>
              <a:rPr lang="en-GB" dirty="0"/>
              <a:t> shell (bash)</a:t>
            </a:r>
          </a:p>
          <a:p>
            <a:pPr marL="285750" indent="-285750">
              <a:buFont typeface="Arial" panose="020B0604020202020204" pitchFamily="34" charset="0"/>
              <a:buChar char="•"/>
            </a:pPr>
            <a:r>
              <a:rPr lang="en-GB" dirty="0"/>
              <a:t>Display the Bash version:</a:t>
            </a:r>
          </a:p>
        </p:txBody>
      </p:sp>
      <p:sp>
        <p:nvSpPr>
          <p:cNvPr id="4" name="Slide Number Placeholder 3">
            <a:extLst>
              <a:ext uri="{FF2B5EF4-FFF2-40B4-BE49-F238E27FC236}">
                <a16:creationId xmlns:a16="http://schemas.microsoft.com/office/drawing/2014/main" id="{FB98F224-7F55-1F7D-E111-2835DA20C62E}"/>
              </a:ext>
            </a:extLst>
          </p:cNvPr>
          <p:cNvSpPr>
            <a:spLocks noGrp="1"/>
          </p:cNvSpPr>
          <p:nvPr>
            <p:ph type="sldNum" sz="quarter" idx="12"/>
          </p:nvPr>
        </p:nvSpPr>
        <p:spPr/>
        <p:txBody>
          <a:bodyPr/>
          <a:lstStyle/>
          <a:p>
            <a:fld id="{F3469444-D02B-D446-9CF8-19DEDDE073D1}" type="slidenum">
              <a:rPr lang="en-US" smtClean="0"/>
              <a:pPr/>
              <a:t>11</a:t>
            </a:fld>
            <a:endParaRPr lang="en-US" dirty="0"/>
          </a:p>
        </p:txBody>
      </p:sp>
      <p:graphicFrame>
        <p:nvGraphicFramePr>
          <p:cNvPr id="14" name="Table 13">
            <a:extLst>
              <a:ext uri="{FF2B5EF4-FFF2-40B4-BE49-F238E27FC236}">
                <a16:creationId xmlns:a16="http://schemas.microsoft.com/office/drawing/2014/main" id="{965190EA-2398-F811-DF41-5DC91604A446}"/>
              </a:ext>
            </a:extLst>
          </p:cNvPr>
          <p:cNvGraphicFramePr>
            <a:graphicFrameLocks noGrp="1"/>
          </p:cNvGraphicFramePr>
          <p:nvPr>
            <p:extLst>
              <p:ext uri="{D42A27DB-BD31-4B8C-83A1-F6EECF244321}">
                <p14:modId xmlns:p14="http://schemas.microsoft.com/office/powerpoint/2010/main" val="4243927085"/>
              </p:ext>
            </p:extLst>
          </p:nvPr>
        </p:nvGraphicFramePr>
        <p:xfrm>
          <a:off x="823761" y="2121848"/>
          <a:ext cx="6448767" cy="2085564"/>
        </p:xfrm>
        <a:graphic>
          <a:graphicData uri="http://schemas.openxmlformats.org/drawingml/2006/table">
            <a:tbl>
              <a:tblPr firstRow="1" bandRow="1">
                <a:tableStyleId>{5C22544A-7EE6-4342-B048-85BDC9FD1C3A}</a:tableStyleId>
              </a:tblPr>
              <a:tblGrid>
                <a:gridCol w="924179">
                  <a:extLst>
                    <a:ext uri="{9D8B030D-6E8A-4147-A177-3AD203B41FA5}">
                      <a16:colId xmlns:a16="http://schemas.microsoft.com/office/drawing/2014/main" val="1551974525"/>
                    </a:ext>
                  </a:extLst>
                </a:gridCol>
                <a:gridCol w="5524588">
                  <a:extLst>
                    <a:ext uri="{9D8B030D-6E8A-4147-A177-3AD203B41FA5}">
                      <a16:colId xmlns:a16="http://schemas.microsoft.com/office/drawing/2014/main" val="587885695"/>
                    </a:ext>
                  </a:extLst>
                </a:gridCol>
              </a:tblGrid>
              <a:tr h="0">
                <a:tc>
                  <a:txBody>
                    <a:bodyPr/>
                    <a:lstStyle/>
                    <a:p>
                      <a:pPr algn="ctr"/>
                      <a:r>
                        <a:rPr lang="en-GB" sz="1800" dirty="0">
                          <a:solidFill>
                            <a:schemeClr val="tx2"/>
                          </a:solidFill>
                        </a:rPr>
                        <a:t>Shell</a:t>
                      </a:r>
                    </a:p>
                  </a:txBody>
                  <a:tcPr marL="73273" marR="73273" marT="36637" marB="36637" anchor="ctr">
                    <a:solidFill>
                      <a:schemeClr val="accent4"/>
                    </a:solidFill>
                  </a:tcPr>
                </a:tc>
                <a:tc>
                  <a:txBody>
                    <a:bodyPr/>
                    <a:lstStyle/>
                    <a:p>
                      <a:pPr algn="ctr"/>
                      <a:r>
                        <a:rPr lang="en-GB" sz="1800" dirty="0">
                          <a:solidFill>
                            <a:schemeClr val="tx2"/>
                          </a:solidFill>
                        </a:rPr>
                        <a:t>Description</a:t>
                      </a:r>
                    </a:p>
                  </a:txBody>
                  <a:tcPr marL="73273" marR="73273" marT="36637" marB="36637" anchor="ctr">
                    <a:solidFill>
                      <a:schemeClr val="accent4"/>
                    </a:solidFill>
                  </a:tcPr>
                </a:tc>
                <a:extLst>
                  <a:ext uri="{0D108BD9-81ED-4DB2-BD59-A6C34878D82A}">
                    <a16:rowId xmlns:a16="http://schemas.microsoft.com/office/drawing/2014/main" val="2345767861"/>
                  </a:ext>
                </a:extLst>
              </a:tr>
              <a:tr h="335733">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n-GB" sz="1800" b="1" i="0" dirty="0">
                          <a:latin typeface="+mn-lt"/>
                          <a:cs typeface="Courier New" panose="02070309020205020404" pitchFamily="49" charset="0"/>
                        </a:rPr>
                        <a:t>bash</a:t>
                      </a:r>
                    </a:p>
                  </a:txBody>
                  <a:tcPr marL="73273" marR="73273" marT="36637" marB="36637" anchor="ctr">
                    <a:solidFill>
                      <a:schemeClr val="accent4">
                        <a:lumMod val="40000"/>
                        <a:lumOff val="60000"/>
                      </a:schemeClr>
                    </a:solidFill>
                  </a:tcPr>
                </a:tc>
                <a:tc>
                  <a:txBody>
                    <a:bodyPr/>
                    <a:lstStyle/>
                    <a:p>
                      <a:pPr>
                        <a:spcBef>
                          <a:spcPts val="600"/>
                        </a:spcBef>
                      </a:pPr>
                      <a:r>
                        <a:rPr lang="en-US" altLang="en-US" sz="1800" dirty="0"/>
                        <a:t>Default shell on most Linux systems</a:t>
                      </a:r>
                    </a:p>
                  </a:txBody>
                  <a:tcPr marL="73273" marR="73273" marT="36637" marB="36637" anchor="ctr">
                    <a:solidFill>
                      <a:schemeClr val="accent4">
                        <a:lumMod val="40000"/>
                        <a:lumOff val="60000"/>
                      </a:schemeClr>
                    </a:solidFill>
                  </a:tcPr>
                </a:tc>
                <a:extLst>
                  <a:ext uri="{0D108BD9-81ED-4DB2-BD59-A6C34878D82A}">
                    <a16:rowId xmlns:a16="http://schemas.microsoft.com/office/drawing/2014/main" val="3137229064"/>
                  </a:ext>
                </a:extLst>
              </a:tr>
              <a:tr h="320334">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n-GB" sz="1800" b="1" i="0" dirty="0" err="1">
                          <a:latin typeface="+mn-lt"/>
                          <a:cs typeface="Courier New" panose="02070309020205020404" pitchFamily="49" charset="0"/>
                        </a:rPr>
                        <a:t>zsh</a:t>
                      </a:r>
                      <a:endParaRPr lang="en-GB" sz="1800" b="1" i="0" dirty="0">
                        <a:latin typeface="+mn-lt"/>
                        <a:cs typeface="Courier New" panose="02070309020205020404" pitchFamily="49" charset="0"/>
                      </a:endParaRPr>
                    </a:p>
                  </a:txBody>
                  <a:tcPr marL="73273" marR="73273" marT="36637" marB="36637" anchor="ctr">
                    <a:solidFill>
                      <a:schemeClr val="accent4">
                        <a:lumMod val="20000"/>
                        <a:lumOff val="80000"/>
                      </a:schemeClr>
                    </a:solidFill>
                  </a:tcPr>
                </a:tc>
                <a:tc>
                  <a:txBody>
                    <a:bodyPr/>
                    <a:lstStyle/>
                    <a:p>
                      <a:pPr>
                        <a:spcBef>
                          <a:spcPts val="600"/>
                        </a:spcBef>
                      </a:pPr>
                      <a:r>
                        <a:rPr lang="en-US" altLang="en-US" sz="1800" dirty="0"/>
                        <a:t>Popular enhanced shell, popular on macOS and Kali Linux</a:t>
                      </a:r>
                    </a:p>
                  </a:txBody>
                  <a:tcPr marL="73273" marR="73273" marT="36637" marB="36637" anchor="ctr">
                    <a:solidFill>
                      <a:schemeClr val="accent4">
                        <a:lumMod val="20000"/>
                        <a:lumOff val="80000"/>
                      </a:schemeClr>
                    </a:solidFill>
                  </a:tcPr>
                </a:tc>
                <a:extLst>
                  <a:ext uri="{0D108BD9-81ED-4DB2-BD59-A6C34878D82A}">
                    <a16:rowId xmlns:a16="http://schemas.microsoft.com/office/drawing/2014/main" val="1119249700"/>
                  </a:ext>
                </a:extLst>
              </a:tr>
              <a:tr h="320334">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n-GB" sz="1800" b="1" i="0" dirty="0" err="1">
                          <a:latin typeface="+mn-lt"/>
                          <a:cs typeface="Courier New" panose="02070309020205020404" pitchFamily="49" charset="0"/>
                        </a:rPr>
                        <a:t>ksh</a:t>
                      </a:r>
                      <a:endParaRPr lang="en-GB" sz="1800" b="1" i="0" dirty="0">
                        <a:latin typeface="+mn-lt"/>
                        <a:cs typeface="Courier New" panose="02070309020205020404" pitchFamily="49" charset="0"/>
                      </a:endParaRPr>
                    </a:p>
                  </a:txBody>
                  <a:tcPr marL="73273" marR="73273" marT="36637" marB="36637" anchor="ctr">
                    <a:solidFill>
                      <a:schemeClr val="accent4">
                        <a:lumMod val="40000"/>
                        <a:lumOff val="60000"/>
                      </a:schemeClr>
                    </a:solidFill>
                  </a:tcPr>
                </a:tc>
                <a:tc>
                  <a:txBody>
                    <a:bodyPr/>
                    <a:lstStyle/>
                    <a:p>
                      <a:pPr>
                        <a:spcBef>
                          <a:spcPts val="600"/>
                        </a:spcBef>
                      </a:pPr>
                      <a:r>
                        <a:rPr lang="en-US" altLang="en-US" sz="1800" dirty="0"/>
                        <a:t>Korn shell, widely used on commercial UNIX systems</a:t>
                      </a:r>
                    </a:p>
                  </a:txBody>
                  <a:tcPr marL="73273" marR="73273" marT="36637" marB="36637" anchor="ctr">
                    <a:solidFill>
                      <a:schemeClr val="accent4">
                        <a:lumMod val="40000"/>
                        <a:lumOff val="60000"/>
                      </a:schemeClr>
                    </a:solidFill>
                  </a:tcPr>
                </a:tc>
                <a:extLst>
                  <a:ext uri="{0D108BD9-81ED-4DB2-BD59-A6C34878D82A}">
                    <a16:rowId xmlns:a16="http://schemas.microsoft.com/office/drawing/2014/main" val="876851043"/>
                  </a:ext>
                </a:extLst>
              </a:tr>
              <a:tr h="320334">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n-GB" sz="1800" b="1" i="0" dirty="0" err="1">
                          <a:latin typeface="+mn-lt"/>
                          <a:cs typeface="Courier New" panose="02070309020205020404" pitchFamily="49" charset="0"/>
                        </a:rPr>
                        <a:t>sh</a:t>
                      </a:r>
                      <a:endParaRPr lang="en-GB" sz="1800" b="1" i="0" dirty="0">
                        <a:latin typeface="+mn-lt"/>
                        <a:cs typeface="Courier New" panose="02070309020205020404" pitchFamily="49" charset="0"/>
                      </a:endParaRPr>
                    </a:p>
                  </a:txBody>
                  <a:tcPr marL="73273" marR="73273" marT="36637" marB="36637" anchor="ctr">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altLang="en-US" sz="1800" dirty="0"/>
                        <a:t>Original Bourne Shell, often used for compatibility scripts</a:t>
                      </a:r>
                    </a:p>
                  </a:txBody>
                  <a:tcPr marL="73273" marR="73273" marT="36637" marB="36637" anchor="ctr">
                    <a:solidFill>
                      <a:schemeClr val="accent4">
                        <a:lumMod val="20000"/>
                        <a:lumOff val="80000"/>
                      </a:schemeClr>
                    </a:solidFill>
                  </a:tcPr>
                </a:tc>
                <a:extLst>
                  <a:ext uri="{0D108BD9-81ED-4DB2-BD59-A6C34878D82A}">
                    <a16:rowId xmlns:a16="http://schemas.microsoft.com/office/drawing/2014/main" val="3202538270"/>
                  </a:ext>
                </a:extLst>
              </a:tr>
              <a:tr h="320334">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n-GB" sz="1800" b="1" i="0" dirty="0" err="1">
                          <a:latin typeface="+mn-lt"/>
                          <a:cs typeface="Courier New" panose="02070309020205020404" pitchFamily="49" charset="0"/>
                        </a:rPr>
                        <a:t>tcsh</a:t>
                      </a:r>
                      <a:endParaRPr lang="en-GB" sz="1800" b="1" i="0" dirty="0">
                        <a:latin typeface="+mn-lt"/>
                        <a:cs typeface="Courier New" panose="02070309020205020404" pitchFamily="49" charset="0"/>
                      </a:endParaRPr>
                    </a:p>
                  </a:txBody>
                  <a:tcPr marL="73273" marR="73273" marT="36637" marB="36637" anchor="ctr">
                    <a:solidFill>
                      <a:schemeClr val="accent4">
                        <a:lumMod val="40000"/>
                        <a:lumOff val="60000"/>
                      </a:schemeClr>
                    </a:solidFill>
                  </a:tcPr>
                </a:tc>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altLang="en-US" sz="1800" dirty="0"/>
                        <a:t>Tenex </a:t>
                      </a:r>
                      <a:r>
                        <a:rPr lang="en-US" altLang="en-US" sz="1800" dirty="0" err="1"/>
                        <a:t>csh</a:t>
                      </a:r>
                      <a:r>
                        <a:rPr lang="en-US" altLang="en-US" sz="1800" dirty="0"/>
                        <a:t>, used by some BSD and legacy UNIX systems</a:t>
                      </a:r>
                    </a:p>
                  </a:txBody>
                  <a:tcPr marL="73273" marR="73273" marT="36637" marB="36637" anchor="ctr">
                    <a:solidFill>
                      <a:schemeClr val="accent4">
                        <a:lumMod val="40000"/>
                        <a:lumOff val="60000"/>
                      </a:schemeClr>
                    </a:solidFill>
                  </a:tcPr>
                </a:tc>
                <a:extLst>
                  <a:ext uri="{0D108BD9-81ED-4DB2-BD59-A6C34878D82A}">
                    <a16:rowId xmlns:a16="http://schemas.microsoft.com/office/drawing/2014/main" val="55072714"/>
                  </a:ext>
                </a:extLst>
              </a:tr>
            </a:tbl>
          </a:graphicData>
        </a:graphic>
      </p:graphicFrame>
      <p:sp>
        <p:nvSpPr>
          <p:cNvPr id="5" name="Rectangle 6">
            <a:extLst>
              <a:ext uri="{FF2B5EF4-FFF2-40B4-BE49-F238E27FC236}">
                <a16:creationId xmlns:a16="http://schemas.microsoft.com/office/drawing/2014/main" id="{0FDCDA99-0895-68C3-DAC1-86FD17CA6164}"/>
              </a:ext>
            </a:extLst>
          </p:cNvPr>
          <p:cNvSpPr>
            <a:spLocks noChangeArrowheads="1"/>
          </p:cNvSpPr>
          <p:nvPr/>
        </p:nvSpPr>
        <p:spPr bwMode="auto">
          <a:xfrm>
            <a:off x="823761" y="5352427"/>
            <a:ext cx="2894799" cy="656590"/>
          </a:xfrm>
          <a:prstGeom prst="rect">
            <a:avLst/>
          </a:prstGeom>
          <a:solidFill>
            <a:schemeClr val="tx1"/>
          </a:solidFill>
          <a:ln w="12700" algn="ctr">
            <a:solidFill>
              <a:srgbClr val="000000"/>
            </a:solidFill>
            <a:miter lim="800000"/>
            <a:headEnd/>
            <a:tailEnd/>
          </a:ln>
          <a:effectLst/>
        </p:spPr>
        <p:txBody>
          <a:bodyPr wrap="square" lIns="95250" tIns="50800" rIns="95250" bIns="50800">
            <a:spAutoFit/>
          </a:bodyPr>
          <a:lstStyle/>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US" b="0" i="0" u="none" strike="noStrike" kern="1200" cap="none" spc="0" normalizeH="0" baseline="0" noProof="0" dirty="0">
                <a:ln>
                  <a:noFill/>
                </a:ln>
                <a:solidFill>
                  <a:srgbClr val="FFFF00"/>
                </a:solidFill>
                <a:effectLst/>
                <a:uLnTx/>
                <a:uFillTx/>
                <a:latin typeface="Consolas" panose="020B0609020204030204" pitchFamily="49" charset="0"/>
                <a:ea typeface="Hack" panose="020B0609030202020204" pitchFamily="49" charset="0"/>
                <a:cs typeface="Hack" panose="020B0609030202020204" pitchFamily="49" charset="0"/>
              </a:rPr>
              <a:t>$</a:t>
            </a:r>
            <a:r>
              <a:rPr kumimoji="0" lang="en-US" b="0"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 </a:t>
            </a:r>
            <a:r>
              <a:rPr kumimoji="0" lang="en-US" b="1"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echo $BASH_VERSION</a:t>
            </a:r>
            <a:endParaRPr kumimoji="0" lang="en-US" b="0"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endParaRPr>
          </a:p>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US" b="0"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5.2.15(1)-release</a:t>
            </a:r>
          </a:p>
        </p:txBody>
      </p:sp>
    </p:spTree>
    <p:extLst>
      <p:ext uri="{BB962C8B-B14F-4D97-AF65-F5344CB8AC3E}">
        <p14:creationId xmlns:p14="http://schemas.microsoft.com/office/powerpoint/2010/main" val="27929251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3D9E377-9EE0-C930-F1FA-0FE0ADF827EC}"/>
              </a:ext>
            </a:extLst>
          </p:cNvPr>
          <p:cNvSpPr>
            <a:spLocks noGrp="1"/>
          </p:cNvSpPr>
          <p:nvPr>
            <p:ph type="ctrTitle"/>
          </p:nvPr>
        </p:nvSpPr>
        <p:spPr/>
        <p:txBody>
          <a:bodyPr/>
          <a:lstStyle/>
          <a:p>
            <a:r>
              <a:rPr lang="en-US" noProof="0" dirty="0"/>
              <a:t>The command line</a:t>
            </a:r>
          </a:p>
        </p:txBody>
      </p:sp>
      <p:sp>
        <p:nvSpPr>
          <p:cNvPr id="3" name="Text Placeholder 2">
            <a:extLst>
              <a:ext uri="{FF2B5EF4-FFF2-40B4-BE49-F238E27FC236}">
                <a16:creationId xmlns:a16="http://schemas.microsoft.com/office/drawing/2014/main" id="{71B88E1F-2C3A-A24B-B381-CD5671B0B218}"/>
              </a:ext>
            </a:extLst>
          </p:cNvPr>
          <p:cNvSpPr>
            <a:spLocks noGrp="1"/>
          </p:cNvSpPr>
          <p:nvPr>
            <p:ph sz="quarter" idx="4"/>
          </p:nvPr>
        </p:nvSpPr>
        <p:spPr>
          <a:xfrm>
            <a:off x="443922" y="1733108"/>
            <a:ext cx="8072678" cy="4348715"/>
          </a:xfrm>
        </p:spPr>
        <p:txBody>
          <a:bodyPr>
            <a:normAutofit fontScale="85000" lnSpcReduction="20000"/>
          </a:bodyPr>
          <a:lstStyle/>
          <a:p>
            <a:pPr marL="0" indent="0">
              <a:buNone/>
            </a:pPr>
            <a:r>
              <a:rPr lang="en-GB" sz="2100" b="1" dirty="0">
                <a:solidFill>
                  <a:schemeClr val="tx1"/>
                </a:solidFill>
              </a:rPr>
              <a:t>Command Line syntax:</a:t>
            </a:r>
            <a:endParaRPr lang="en-GB" sz="2100" b="1" noProof="0" dirty="0">
              <a:solidFill>
                <a:schemeClr val="tx1"/>
              </a:solidFill>
            </a:endParaRPr>
          </a:p>
          <a:p>
            <a:endParaRPr lang="en-GB" sz="2100" dirty="0">
              <a:solidFill>
                <a:schemeClr val="tx1"/>
              </a:solidFill>
            </a:endParaRPr>
          </a:p>
          <a:p>
            <a:endParaRPr lang="en-GB" sz="2100" dirty="0">
              <a:solidFill>
                <a:schemeClr val="tx1"/>
              </a:solidFill>
            </a:endParaRPr>
          </a:p>
          <a:p>
            <a:endParaRPr lang="en-GB" sz="2100" noProof="0" dirty="0">
              <a:solidFill>
                <a:schemeClr val="tx1"/>
              </a:solidFill>
            </a:endParaRPr>
          </a:p>
          <a:p>
            <a:endParaRPr lang="en-GB" sz="2100" dirty="0">
              <a:solidFill>
                <a:schemeClr val="tx1"/>
              </a:solidFill>
            </a:endParaRPr>
          </a:p>
          <a:p>
            <a:endParaRPr lang="en-GB" sz="2100" dirty="0">
              <a:solidFill>
                <a:schemeClr val="tx1"/>
              </a:solidFill>
            </a:endParaRPr>
          </a:p>
          <a:p>
            <a:r>
              <a:rPr lang="en-GB" sz="2100" noProof="0" dirty="0">
                <a:solidFill>
                  <a:schemeClr val="tx1"/>
                </a:solidFill>
              </a:rPr>
              <a:t>Linux is </a:t>
            </a:r>
            <a:r>
              <a:rPr lang="en-GB" sz="2100" b="1" noProof="0" dirty="0">
                <a:solidFill>
                  <a:schemeClr val="tx1"/>
                </a:solidFill>
              </a:rPr>
              <a:t>case-sensitive</a:t>
            </a:r>
            <a:r>
              <a:rPr lang="en-GB" sz="2100" noProof="0" dirty="0">
                <a:solidFill>
                  <a:schemeClr val="tx1"/>
                </a:solidFill>
              </a:rPr>
              <a:t>. Commands are normally entered in lowercase</a:t>
            </a:r>
          </a:p>
          <a:p>
            <a:r>
              <a:rPr lang="en-GB" sz="2100" noProof="0" dirty="0">
                <a:solidFill>
                  <a:schemeClr val="tx1"/>
                </a:solidFill>
              </a:rPr>
              <a:t>Options can be single char (short) or descriptive name (long)</a:t>
            </a:r>
          </a:p>
          <a:p>
            <a:r>
              <a:rPr lang="en-GB" sz="2100" b="1" noProof="0" dirty="0">
                <a:solidFill>
                  <a:schemeClr val="tx1"/>
                </a:solidFill>
              </a:rPr>
              <a:t>--</a:t>
            </a:r>
            <a:r>
              <a:rPr lang="en-GB" sz="2100" noProof="0" dirty="0">
                <a:solidFill>
                  <a:schemeClr val="tx1"/>
                </a:solidFill>
              </a:rPr>
              <a:t> marks the end of options. Everything that follows is treated as an argument</a:t>
            </a:r>
          </a:p>
          <a:p>
            <a:r>
              <a:rPr lang="en-GB" sz="2100" noProof="0" dirty="0">
                <a:solidFill>
                  <a:schemeClr val="tx1"/>
                </a:solidFill>
              </a:rPr>
              <a:t>Use Backspace or Delete to edit the command before pressing Enter</a:t>
            </a:r>
          </a:p>
          <a:p>
            <a:r>
              <a:rPr lang="en-GB" sz="2100" noProof="0" dirty="0">
                <a:solidFill>
                  <a:schemeClr val="tx1"/>
                </a:solidFill>
              </a:rPr>
              <a:t>The </a:t>
            </a:r>
            <a:r>
              <a:rPr lang="en-GB" sz="2100" b="1" noProof="0" dirty="0">
                <a:solidFill>
                  <a:schemeClr val="tx1"/>
                </a:solidFill>
              </a:rPr>
              <a:t>--help </a:t>
            </a:r>
            <a:r>
              <a:rPr lang="en-GB" sz="2100" noProof="0" dirty="0">
                <a:solidFill>
                  <a:schemeClr val="tx1"/>
                </a:solidFill>
              </a:rPr>
              <a:t>option displays information about a command and its available options</a:t>
            </a:r>
          </a:p>
          <a:p>
            <a:r>
              <a:rPr lang="en-GB" sz="2100" noProof="0" dirty="0">
                <a:solidFill>
                  <a:schemeClr val="tx1"/>
                </a:solidFill>
              </a:rPr>
              <a:t>Most commands follow the pattern: </a:t>
            </a:r>
            <a:r>
              <a:rPr lang="en-GB" sz="2100" b="1" noProof="0" dirty="0">
                <a:solidFill>
                  <a:schemeClr val="tx1"/>
                </a:solidFill>
              </a:rPr>
              <a:t>command [options] [arguments]</a:t>
            </a:r>
          </a:p>
          <a:p>
            <a:endParaRPr lang="en-US" sz="1800" noProof="0" dirty="0">
              <a:solidFill>
                <a:schemeClr val="tx1"/>
              </a:solidFill>
            </a:endParaRPr>
          </a:p>
        </p:txBody>
      </p:sp>
      <p:sp>
        <p:nvSpPr>
          <p:cNvPr id="2" name="Slide Number Placeholder 1">
            <a:extLst>
              <a:ext uri="{FF2B5EF4-FFF2-40B4-BE49-F238E27FC236}">
                <a16:creationId xmlns:a16="http://schemas.microsoft.com/office/drawing/2014/main" id="{9A495923-579B-8F47-840B-3F6C4A56DE24}"/>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grpSp>
        <p:nvGrpSpPr>
          <p:cNvPr id="31" name="Group 30">
            <a:extLst>
              <a:ext uri="{FF2B5EF4-FFF2-40B4-BE49-F238E27FC236}">
                <a16:creationId xmlns:a16="http://schemas.microsoft.com/office/drawing/2014/main" id="{56E5FD6D-F57A-130C-3333-32AB72DBB699}"/>
              </a:ext>
            </a:extLst>
          </p:cNvPr>
          <p:cNvGrpSpPr/>
          <p:nvPr/>
        </p:nvGrpSpPr>
        <p:grpSpPr>
          <a:xfrm>
            <a:off x="1626890" y="1798634"/>
            <a:ext cx="8718020" cy="1630366"/>
            <a:chOff x="740449" y="1534492"/>
            <a:chExt cx="8718020" cy="1630366"/>
          </a:xfrm>
        </p:grpSpPr>
        <p:sp>
          <p:nvSpPr>
            <p:cNvPr id="8" name="Rectangle 6">
              <a:extLst>
                <a:ext uri="{FF2B5EF4-FFF2-40B4-BE49-F238E27FC236}">
                  <a16:creationId xmlns:a16="http://schemas.microsoft.com/office/drawing/2014/main" id="{D2D2049D-FDF1-9731-EA47-83F2B9F9D620}"/>
                </a:ext>
              </a:extLst>
            </p:cNvPr>
            <p:cNvSpPr>
              <a:spLocks noChangeArrowheads="1"/>
            </p:cNvSpPr>
            <p:nvPr/>
          </p:nvSpPr>
          <p:spPr bwMode="auto">
            <a:xfrm>
              <a:off x="740449" y="2093087"/>
              <a:ext cx="8718020" cy="410369"/>
            </a:xfrm>
            <a:prstGeom prst="rect">
              <a:avLst/>
            </a:prstGeom>
            <a:solidFill>
              <a:schemeClr val="tx1"/>
            </a:solidFill>
            <a:ln w="12700" algn="ctr">
              <a:solidFill>
                <a:srgbClr val="000000"/>
              </a:solidFill>
              <a:miter lim="800000"/>
              <a:headEnd/>
              <a:tailEnd/>
            </a:ln>
            <a:effectLst>
              <a:outerShdw dist="107763" dir="2700000" algn="ctr" rotWithShape="0">
                <a:schemeClr val="bg2">
                  <a:lumMod val="90000"/>
                </a:schemeClr>
              </a:outerShdw>
            </a:effectLst>
          </p:spPr>
          <p:txBody>
            <a:bodyPr wrap="square" lIns="95250" tIns="50800" rIns="95250" bIns="50800">
              <a:spAutoFit/>
            </a:bodyPr>
            <a:lstStyle/>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s-ES" sz="2000" b="1" i="0" u="none" strike="noStrike" kern="1200" cap="none" spc="0" normalizeH="0" baseline="0" noProof="0" dirty="0">
                  <a:ln>
                    <a:noFill/>
                  </a:ln>
                  <a:solidFill>
                    <a:schemeClr val="accent1"/>
                  </a:solidFill>
                  <a:effectLst/>
                  <a:uLnTx/>
                  <a:uFillTx/>
                  <a:latin typeface="Consolas" panose="020B0609020204030204" pitchFamily="49" charset="0"/>
                  <a:ea typeface="Hack" panose="020B0609030202020204" pitchFamily="49" charset="0"/>
                  <a:cs typeface="Hack" panose="020B0609030202020204" pitchFamily="49" charset="0"/>
                </a:rPr>
                <a:t>/home/user1</a:t>
              </a:r>
              <a:r>
                <a:rPr kumimoji="0" lang="es-ES" sz="2000" b="0" i="0" u="none" strike="noStrike" kern="1200" cap="none" spc="0" normalizeH="0" baseline="0" noProof="0" dirty="0">
                  <a:ln>
                    <a:noFill/>
                  </a:ln>
                  <a:solidFill>
                    <a:schemeClr val="accent1"/>
                  </a:solidFill>
                  <a:effectLst/>
                  <a:uLnTx/>
                  <a:uFillTx/>
                  <a:latin typeface="Consolas" panose="020B0609020204030204" pitchFamily="49" charset="0"/>
                  <a:ea typeface="Hack" panose="020B0609030202020204" pitchFamily="49" charset="0"/>
                  <a:cs typeface="Hack" panose="020B0609030202020204" pitchFamily="49" charset="0"/>
                </a:rPr>
                <a:t>$  </a:t>
              </a:r>
              <a:r>
                <a:rPr kumimoji="0" lang="es-ES" sz="2000" b="1" i="0" u="none" strike="noStrike" kern="1200" cap="none" spc="0" normalizeH="0" baseline="0" noProof="0" dirty="0" err="1">
                  <a:ln>
                    <a:noFill/>
                  </a:ln>
                  <a:solidFill>
                    <a:schemeClr val="accent2"/>
                  </a:solidFill>
                  <a:effectLst/>
                  <a:uLnTx/>
                  <a:uFillTx/>
                  <a:latin typeface="Consolas" panose="020B0609020204030204" pitchFamily="49" charset="0"/>
                  <a:ea typeface="Hack" panose="020B0609030202020204" pitchFamily="49" charset="0"/>
                  <a:cs typeface="Hack" panose="020B0609030202020204" pitchFamily="49" charset="0"/>
                </a:rPr>
                <a:t>ls</a:t>
              </a:r>
              <a:r>
                <a:rPr kumimoji="0" lang="es-ES" sz="2000" b="0"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  </a:t>
              </a:r>
              <a:r>
                <a:rPr kumimoji="0" lang="es-ES" sz="2000" b="1" i="0" u="none" strike="noStrike" kern="1200" cap="none" spc="0" normalizeH="0" baseline="0" noProof="0" dirty="0">
                  <a:ln>
                    <a:noFill/>
                  </a:ln>
                  <a:solidFill>
                    <a:schemeClr val="accent3"/>
                  </a:solidFill>
                  <a:effectLst/>
                  <a:uLnTx/>
                  <a:uFillTx/>
                  <a:latin typeface="Consolas" panose="020B0609020204030204" pitchFamily="49" charset="0"/>
                  <a:ea typeface="Hack" panose="020B0609030202020204" pitchFamily="49" charset="0"/>
                  <a:cs typeface="Hack" panose="020B0609030202020204" pitchFamily="49" charset="0"/>
                </a:rPr>
                <a:t>-a -l -t  </a:t>
              </a:r>
              <a:r>
                <a:rPr kumimoji="0" lang="es-ES" sz="2000" b="1" i="0" u="none" strike="noStrike" kern="1200" cap="none" spc="0" normalizeH="0" baseline="0" noProof="0" dirty="0">
                  <a:ln>
                    <a:noFill/>
                  </a:ln>
                  <a:solidFill>
                    <a:schemeClr val="accent4"/>
                  </a:solidFill>
                  <a:effectLst/>
                  <a:uLnTx/>
                  <a:uFillTx/>
                  <a:latin typeface="Consolas" panose="020B0609020204030204" pitchFamily="49" charset="0"/>
                  <a:ea typeface="Hack" panose="020B0609030202020204" pitchFamily="49" charset="0"/>
                  <a:cs typeface="Hack" panose="020B0609030202020204" pitchFamily="49" charset="0"/>
                </a:rPr>
                <a:t>--color=auto  </a:t>
              </a:r>
              <a:r>
                <a:rPr kumimoji="0" lang="es-ES" sz="2000" b="1" i="0" u="none" strike="noStrike" kern="1200" cap="none" spc="0" normalizeH="0" baseline="0" noProof="0" dirty="0">
                  <a:ln>
                    <a:noFill/>
                  </a:ln>
                  <a:solidFill>
                    <a:schemeClr val="accent6"/>
                  </a:solidFill>
                  <a:effectLst/>
                  <a:uLnTx/>
                  <a:uFillTx/>
                  <a:latin typeface="Consolas" panose="020B0609020204030204" pitchFamily="49" charset="0"/>
                  <a:ea typeface="Hack" panose="020B0609030202020204" pitchFamily="49" charset="0"/>
                  <a:cs typeface="Hack" panose="020B0609030202020204" pitchFamily="49" charset="0"/>
                </a:rPr>
                <a:t>--</a:t>
              </a:r>
              <a:r>
                <a:rPr kumimoji="0" lang="es-ES" sz="2000" b="1" i="0" u="none" strike="noStrike" kern="1200" cap="none" spc="0" normalizeH="0" baseline="0" noProof="0" dirty="0">
                  <a:ln>
                    <a:noFill/>
                  </a:ln>
                  <a:solidFill>
                    <a:schemeClr val="accent5"/>
                  </a:solidFill>
                  <a:effectLst/>
                  <a:uLnTx/>
                  <a:uFillTx/>
                  <a:latin typeface="Consolas" panose="020B0609020204030204" pitchFamily="49" charset="0"/>
                  <a:ea typeface="Hack" panose="020B0609030202020204" pitchFamily="49" charset="0"/>
                  <a:cs typeface="Hack" panose="020B0609030202020204" pitchFamily="49" charset="0"/>
                </a:rPr>
                <a:t> </a:t>
              </a:r>
              <a:r>
                <a:rPr kumimoji="0" lang="es-ES" sz="2000" b="1"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 </a:t>
              </a:r>
              <a:r>
                <a:rPr kumimoji="0" lang="es-ES" sz="2000" b="1" i="0" u="none" strike="noStrike" kern="1200" cap="none" spc="0" normalizeH="0" baseline="0" noProof="0" dirty="0">
                  <a:ln>
                    <a:noFill/>
                  </a:ln>
                  <a:solidFill>
                    <a:schemeClr val="accent5"/>
                  </a:solidFill>
                  <a:effectLst/>
                  <a:uLnTx/>
                  <a:uFillTx/>
                  <a:latin typeface="Consolas" panose="020B0609020204030204" pitchFamily="49" charset="0"/>
                  <a:ea typeface="Hack" panose="020B0609030202020204" pitchFamily="49" charset="0"/>
                  <a:cs typeface="Hack" panose="020B0609030202020204" pitchFamily="49" charset="0"/>
                </a:rPr>
                <a:t>/</a:t>
              </a:r>
              <a:r>
                <a:rPr kumimoji="0" lang="es-ES" sz="2000" b="1" i="0" u="none" strike="noStrike" kern="1200" cap="none" spc="0" normalizeH="0" baseline="0" noProof="0" dirty="0" err="1">
                  <a:ln>
                    <a:noFill/>
                  </a:ln>
                  <a:solidFill>
                    <a:schemeClr val="accent5"/>
                  </a:solidFill>
                  <a:effectLst/>
                  <a:uLnTx/>
                  <a:uFillTx/>
                  <a:latin typeface="Consolas" panose="020B0609020204030204" pitchFamily="49" charset="0"/>
                  <a:ea typeface="Hack" panose="020B0609030202020204" pitchFamily="49" charset="0"/>
                  <a:cs typeface="Hack" panose="020B0609030202020204" pitchFamily="49" charset="0"/>
                </a:rPr>
                <a:t>etc</a:t>
              </a:r>
              <a:r>
                <a:rPr kumimoji="0" lang="es-ES" sz="2000" b="1" i="0" u="none" strike="noStrike" kern="1200" cap="none" spc="0" normalizeH="0" baseline="0" noProof="0" dirty="0">
                  <a:ln>
                    <a:noFill/>
                  </a:ln>
                  <a:solidFill>
                    <a:schemeClr val="accent5"/>
                  </a:solidFill>
                  <a:effectLst/>
                  <a:uLnTx/>
                  <a:uFillTx/>
                  <a:latin typeface="Consolas" panose="020B0609020204030204" pitchFamily="49" charset="0"/>
                  <a:ea typeface="Hack" panose="020B0609030202020204" pitchFamily="49" charset="0"/>
                  <a:cs typeface="Hack" panose="020B0609030202020204" pitchFamily="49" charset="0"/>
                </a:rPr>
                <a:t>  /</a:t>
              </a:r>
              <a:r>
                <a:rPr kumimoji="0" lang="es-ES" sz="2000" b="1" i="0" u="none" strike="noStrike" kern="1200" cap="none" spc="0" normalizeH="0" baseline="0" noProof="0" dirty="0" err="1">
                  <a:ln>
                    <a:noFill/>
                  </a:ln>
                  <a:solidFill>
                    <a:schemeClr val="accent5"/>
                  </a:solidFill>
                  <a:effectLst/>
                  <a:uLnTx/>
                  <a:uFillTx/>
                  <a:latin typeface="Consolas" panose="020B0609020204030204" pitchFamily="49" charset="0"/>
                  <a:ea typeface="Hack" panose="020B0609030202020204" pitchFamily="49" charset="0"/>
                  <a:cs typeface="Hack" panose="020B0609030202020204" pitchFamily="49" charset="0"/>
                </a:rPr>
                <a:t>var</a:t>
              </a:r>
              <a:r>
                <a:rPr kumimoji="0" lang="es-ES" sz="2000" b="1" i="0" u="none" strike="noStrike" kern="1200" cap="none" spc="0" normalizeH="0" baseline="0" noProof="0" dirty="0">
                  <a:ln>
                    <a:noFill/>
                  </a:ln>
                  <a:solidFill>
                    <a:schemeClr val="accent5"/>
                  </a:solidFill>
                  <a:effectLst/>
                  <a:uLnTx/>
                  <a:uFillTx/>
                  <a:latin typeface="Consolas" panose="020B0609020204030204" pitchFamily="49" charset="0"/>
                  <a:ea typeface="Hack" panose="020B0609030202020204" pitchFamily="49" charset="0"/>
                  <a:cs typeface="Hack" panose="020B0609030202020204" pitchFamily="49" charset="0"/>
                </a:rPr>
                <a:t>/log</a:t>
              </a:r>
            </a:p>
          </p:txBody>
        </p:sp>
        <p:sp>
          <p:nvSpPr>
            <p:cNvPr id="6" name="TextBox 5">
              <a:extLst>
                <a:ext uri="{FF2B5EF4-FFF2-40B4-BE49-F238E27FC236}">
                  <a16:creationId xmlns:a16="http://schemas.microsoft.com/office/drawing/2014/main" id="{E6D83800-AD51-534B-EC70-1C9C8E951E6C}"/>
                </a:ext>
              </a:extLst>
            </p:cNvPr>
            <p:cNvSpPr txBox="1"/>
            <p:nvPr/>
          </p:nvSpPr>
          <p:spPr>
            <a:xfrm>
              <a:off x="813160" y="2780507"/>
              <a:ext cx="1446491" cy="369332"/>
            </a:xfrm>
            <a:prstGeom prst="rect">
              <a:avLst/>
            </a:prstGeom>
            <a:solidFill>
              <a:schemeClr val="accent1">
                <a:lumMod val="40000"/>
                <a:lumOff val="60000"/>
              </a:schemeClr>
            </a:solidFill>
            <a:ln>
              <a:noFill/>
            </a:ln>
          </p:spPr>
          <p:txBody>
            <a:bodyPr wrap="square" rtlCol="0">
              <a:spAutoFit/>
            </a:bodyPr>
            <a:lstStyle/>
            <a:p>
              <a:r>
                <a:rPr lang="en-GB" b="1" dirty="0"/>
                <a:t>shell prompt</a:t>
              </a:r>
              <a:endParaRPr lang="en-GB" dirty="0"/>
            </a:p>
          </p:txBody>
        </p:sp>
        <p:sp>
          <p:nvSpPr>
            <p:cNvPr id="9" name="Line 11">
              <a:extLst>
                <a:ext uri="{FF2B5EF4-FFF2-40B4-BE49-F238E27FC236}">
                  <a16:creationId xmlns:a16="http://schemas.microsoft.com/office/drawing/2014/main" id="{965C33E1-7EFC-A8D5-2CF0-1D1705B2CD92}"/>
                </a:ext>
              </a:extLst>
            </p:cNvPr>
            <p:cNvSpPr>
              <a:spLocks noChangeShapeType="1"/>
            </p:cNvSpPr>
            <p:nvPr/>
          </p:nvSpPr>
          <p:spPr bwMode="auto">
            <a:xfrm flipH="1" flipV="1">
              <a:off x="1535429" y="2566754"/>
              <a:ext cx="0" cy="228772"/>
            </a:xfrm>
            <a:prstGeom prst="line">
              <a:avLst/>
            </a:prstGeom>
            <a:noFill/>
            <a:ln w="19050">
              <a:solidFill>
                <a:schemeClr val="accent1"/>
              </a:solidFill>
              <a:round/>
              <a:headEnd/>
              <a:tailEnd type="triangle" w="med" len="med"/>
            </a:ln>
            <a:extLst>
              <a:ext uri="{909E8E84-426E-40dd-AFC4-6F175D3DCCD1}">
                <a14:hiddenFill xmlns="" xmlns:a14="http://schemas.microsoft.com/office/drawing/2010/main">
                  <a:noFill/>
                </a14:hiddenFill>
              </a:ext>
            </a:extLst>
          </p:spPr>
          <p:txBody>
            <a:bodyPr wrap="square">
              <a:spAutoFit/>
            </a:bodyPr>
            <a:lstStyle/>
            <a:p>
              <a:endParaRPr lang="en-GB" dirty="0"/>
            </a:p>
          </p:txBody>
        </p:sp>
        <p:sp>
          <p:nvSpPr>
            <p:cNvPr id="10" name="Rectangle: Rounded Corners 9">
              <a:extLst>
                <a:ext uri="{FF2B5EF4-FFF2-40B4-BE49-F238E27FC236}">
                  <a16:creationId xmlns:a16="http://schemas.microsoft.com/office/drawing/2014/main" id="{67C68405-EEFD-1572-AA7E-B40D3E90581F}"/>
                </a:ext>
              </a:extLst>
            </p:cNvPr>
            <p:cNvSpPr/>
            <p:nvPr/>
          </p:nvSpPr>
          <p:spPr>
            <a:xfrm>
              <a:off x="788670" y="2145030"/>
              <a:ext cx="1744287" cy="295928"/>
            </a:xfrm>
            <a:prstGeom prst="roundRect">
              <a:avLst/>
            </a:prstGeom>
            <a:no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8D2AD093-718F-B649-5A64-42C94FF0DB10}"/>
                </a:ext>
              </a:extLst>
            </p:cNvPr>
            <p:cNvSpPr txBox="1"/>
            <p:nvPr/>
          </p:nvSpPr>
          <p:spPr>
            <a:xfrm>
              <a:off x="7710078" y="2795526"/>
              <a:ext cx="1209733" cy="369332"/>
            </a:xfrm>
            <a:prstGeom prst="rect">
              <a:avLst/>
            </a:prstGeom>
            <a:solidFill>
              <a:schemeClr val="accent5">
                <a:lumMod val="40000"/>
                <a:lumOff val="60000"/>
              </a:schemeClr>
            </a:solidFill>
            <a:ln>
              <a:solidFill>
                <a:schemeClr val="accent5">
                  <a:lumMod val="40000"/>
                  <a:lumOff val="60000"/>
                </a:schemeClr>
              </a:solidFill>
            </a:ln>
          </p:spPr>
          <p:txBody>
            <a:bodyPr wrap="square" rtlCol="0">
              <a:spAutoFit/>
            </a:bodyPr>
            <a:lstStyle/>
            <a:p>
              <a:r>
                <a:rPr lang="en-GB" dirty="0"/>
                <a:t>arguments</a:t>
              </a:r>
            </a:p>
          </p:txBody>
        </p:sp>
        <p:sp>
          <p:nvSpPr>
            <p:cNvPr id="13" name="TextBox 12">
              <a:extLst>
                <a:ext uri="{FF2B5EF4-FFF2-40B4-BE49-F238E27FC236}">
                  <a16:creationId xmlns:a16="http://schemas.microsoft.com/office/drawing/2014/main" id="{1A6CD45E-199F-8439-38DB-E63D054482E6}"/>
                </a:ext>
              </a:extLst>
            </p:cNvPr>
            <p:cNvSpPr txBox="1"/>
            <p:nvPr/>
          </p:nvSpPr>
          <p:spPr>
            <a:xfrm>
              <a:off x="4933079" y="2795526"/>
              <a:ext cx="1359108" cy="369332"/>
            </a:xfrm>
            <a:prstGeom prst="rect">
              <a:avLst/>
            </a:prstGeom>
            <a:solidFill>
              <a:schemeClr val="accent4">
                <a:lumMod val="40000"/>
                <a:lumOff val="60000"/>
              </a:schemeClr>
            </a:solidFill>
            <a:ln>
              <a:solidFill>
                <a:schemeClr val="accent4">
                  <a:lumMod val="40000"/>
                  <a:lumOff val="60000"/>
                </a:schemeClr>
              </a:solidFill>
            </a:ln>
          </p:spPr>
          <p:txBody>
            <a:bodyPr wrap="square" rtlCol="0">
              <a:spAutoFit/>
            </a:bodyPr>
            <a:lstStyle/>
            <a:p>
              <a:r>
                <a:rPr lang="en-GB" dirty="0"/>
                <a:t>long options</a:t>
              </a:r>
            </a:p>
          </p:txBody>
        </p:sp>
        <p:sp>
          <p:nvSpPr>
            <p:cNvPr id="18" name="TextBox 17">
              <a:extLst>
                <a:ext uri="{FF2B5EF4-FFF2-40B4-BE49-F238E27FC236}">
                  <a16:creationId xmlns:a16="http://schemas.microsoft.com/office/drawing/2014/main" id="{252554F7-0553-4D20-9966-F2697FBA1806}"/>
                </a:ext>
              </a:extLst>
            </p:cNvPr>
            <p:cNvSpPr txBox="1"/>
            <p:nvPr/>
          </p:nvSpPr>
          <p:spPr>
            <a:xfrm>
              <a:off x="2403635" y="2780507"/>
              <a:ext cx="1138778" cy="369332"/>
            </a:xfrm>
            <a:prstGeom prst="rect">
              <a:avLst/>
            </a:prstGeom>
            <a:solidFill>
              <a:schemeClr val="accent2">
                <a:lumMod val="40000"/>
                <a:lumOff val="60000"/>
              </a:schemeClr>
            </a:solidFill>
            <a:ln>
              <a:noFill/>
            </a:ln>
          </p:spPr>
          <p:txBody>
            <a:bodyPr wrap="square" rtlCol="0">
              <a:spAutoFit/>
            </a:bodyPr>
            <a:lstStyle/>
            <a:p>
              <a:r>
                <a:rPr lang="en-GB" dirty="0"/>
                <a:t>command</a:t>
              </a:r>
            </a:p>
          </p:txBody>
        </p:sp>
        <p:sp>
          <p:nvSpPr>
            <p:cNvPr id="19" name="Rectangle: Rounded Corners 18">
              <a:extLst>
                <a:ext uri="{FF2B5EF4-FFF2-40B4-BE49-F238E27FC236}">
                  <a16:creationId xmlns:a16="http://schemas.microsoft.com/office/drawing/2014/main" id="{8B26C791-A2D7-CF4D-934F-28E12F317D41}"/>
                </a:ext>
              </a:extLst>
            </p:cNvPr>
            <p:cNvSpPr/>
            <p:nvPr/>
          </p:nvSpPr>
          <p:spPr>
            <a:xfrm>
              <a:off x="2717803" y="2145030"/>
              <a:ext cx="411477" cy="295928"/>
            </a:xfrm>
            <a:prstGeom prst="roundRect">
              <a:avLst/>
            </a:prstGeom>
            <a:no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Line 11">
              <a:extLst>
                <a:ext uri="{FF2B5EF4-FFF2-40B4-BE49-F238E27FC236}">
                  <a16:creationId xmlns:a16="http://schemas.microsoft.com/office/drawing/2014/main" id="{F09C7616-7BE5-80D6-E624-AD686903DDA9}"/>
                </a:ext>
              </a:extLst>
            </p:cNvPr>
            <p:cNvSpPr>
              <a:spLocks noChangeShapeType="1"/>
            </p:cNvSpPr>
            <p:nvPr/>
          </p:nvSpPr>
          <p:spPr bwMode="auto">
            <a:xfrm flipH="1" flipV="1">
              <a:off x="2962054" y="2551381"/>
              <a:ext cx="0" cy="228772"/>
            </a:xfrm>
            <a:prstGeom prst="line">
              <a:avLst/>
            </a:prstGeom>
            <a:noFill/>
            <a:ln w="19050">
              <a:solidFill>
                <a:schemeClr val="accent2"/>
              </a:solidFill>
              <a:round/>
              <a:headEnd/>
              <a:tailEnd type="triangle" w="med" len="med"/>
            </a:ln>
            <a:extLst>
              <a:ext uri="{909E8E84-426E-40dd-AFC4-6F175D3DCCD1}">
                <a14:hiddenFill xmlns="" xmlns:a14="http://schemas.microsoft.com/office/drawing/2010/main">
                  <a:noFill/>
                </a14:hiddenFill>
              </a:ext>
            </a:extLst>
          </p:spPr>
          <p:txBody>
            <a:bodyPr wrap="square">
              <a:spAutoFit/>
            </a:bodyPr>
            <a:lstStyle/>
            <a:p>
              <a:endParaRPr lang="en-GB" dirty="0"/>
            </a:p>
          </p:txBody>
        </p:sp>
        <p:sp>
          <p:nvSpPr>
            <p:cNvPr id="21" name="TextBox 20">
              <a:extLst>
                <a:ext uri="{FF2B5EF4-FFF2-40B4-BE49-F238E27FC236}">
                  <a16:creationId xmlns:a16="http://schemas.microsoft.com/office/drawing/2014/main" id="{411A60C1-7CD1-AB7A-7C73-BF8DDBD35CFE}"/>
                </a:ext>
              </a:extLst>
            </p:cNvPr>
            <p:cNvSpPr txBox="1"/>
            <p:nvPr/>
          </p:nvSpPr>
          <p:spPr>
            <a:xfrm>
              <a:off x="3258485" y="1534492"/>
              <a:ext cx="1431853" cy="369332"/>
            </a:xfrm>
            <a:prstGeom prst="rect">
              <a:avLst/>
            </a:prstGeom>
            <a:solidFill>
              <a:schemeClr val="accent3">
                <a:lumMod val="40000"/>
                <a:lumOff val="60000"/>
              </a:schemeClr>
            </a:solidFill>
            <a:ln>
              <a:noFill/>
            </a:ln>
          </p:spPr>
          <p:txBody>
            <a:bodyPr wrap="square" rtlCol="0">
              <a:spAutoFit/>
            </a:bodyPr>
            <a:lstStyle/>
            <a:p>
              <a:r>
                <a:rPr lang="en-GB" dirty="0"/>
                <a:t>short options</a:t>
              </a:r>
            </a:p>
          </p:txBody>
        </p:sp>
        <p:sp>
          <p:nvSpPr>
            <p:cNvPr id="22" name="Rectangle: Rounded Corners 21">
              <a:extLst>
                <a:ext uri="{FF2B5EF4-FFF2-40B4-BE49-F238E27FC236}">
                  <a16:creationId xmlns:a16="http://schemas.microsoft.com/office/drawing/2014/main" id="{2588AE29-5929-F165-6966-8DEB4E1B6487}"/>
                </a:ext>
              </a:extLst>
            </p:cNvPr>
            <p:cNvSpPr/>
            <p:nvPr/>
          </p:nvSpPr>
          <p:spPr>
            <a:xfrm>
              <a:off x="3314126" y="2145030"/>
              <a:ext cx="1210521" cy="295928"/>
            </a:xfrm>
            <a:prstGeom prst="roundRect">
              <a:avLst/>
            </a:prstGeom>
            <a:noFill/>
            <a:ln w="25400">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Line 11">
              <a:extLst>
                <a:ext uri="{FF2B5EF4-FFF2-40B4-BE49-F238E27FC236}">
                  <a16:creationId xmlns:a16="http://schemas.microsoft.com/office/drawing/2014/main" id="{548F051E-CB25-E27B-5B04-53A54A754B4F}"/>
                </a:ext>
              </a:extLst>
            </p:cNvPr>
            <p:cNvSpPr>
              <a:spLocks noChangeShapeType="1"/>
            </p:cNvSpPr>
            <p:nvPr/>
          </p:nvSpPr>
          <p:spPr bwMode="auto">
            <a:xfrm>
              <a:off x="3953256" y="1903824"/>
              <a:ext cx="0" cy="200694"/>
            </a:xfrm>
            <a:prstGeom prst="line">
              <a:avLst/>
            </a:prstGeom>
            <a:noFill/>
            <a:ln w="19050">
              <a:solidFill>
                <a:schemeClr val="accent3"/>
              </a:solidFill>
              <a:round/>
              <a:headEnd/>
              <a:tailEnd type="triangle" w="med" len="med"/>
            </a:ln>
            <a:extLst>
              <a:ext uri="{909E8E84-426E-40dd-AFC4-6F175D3DCCD1}">
                <a14:hiddenFill xmlns="" xmlns:a14="http://schemas.microsoft.com/office/drawing/2010/main">
                  <a:noFill/>
                </a14:hiddenFill>
              </a:ext>
            </a:extLst>
          </p:spPr>
          <p:txBody>
            <a:bodyPr wrap="square">
              <a:spAutoFit/>
            </a:bodyPr>
            <a:lstStyle/>
            <a:p>
              <a:endParaRPr lang="en-GB" dirty="0"/>
            </a:p>
          </p:txBody>
        </p:sp>
        <p:sp>
          <p:nvSpPr>
            <p:cNvPr id="24" name="Rectangle: Rounded Corners 23">
              <a:extLst>
                <a:ext uri="{FF2B5EF4-FFF2-40B4-BE49-F238E27FC236}">
                  <a16:creationId xmlns:a16="http://schemas.microsoft.com/office/drawing/2014/main" id="{80B1D726-8FAE-775C-A128-04640D5A8FB5}"/>
                </a:ext>
              </a:extLst>
            </p:cNvPr>
            <p:cNvSpPr/>
            <p:nvPr/>
          </p:nvSpPr>
          <p:spPr>
            <a:xfrm>
              <a:off x="4718023" y="2158721"/>
              <a:ext cx="1826559" cy="295928"/>
            </a:xfrm>
            <a:prstGeom prst="roundRect">
              <a:avLst/>
            </a:prstGeom>
            <a:noFill/>
            <a:ln w="254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Line 11">
              <a:extLst>
                <a:ext uri="{FF2B5EF4-FFF2-40B4-BE49-F238E27FC236}">
                  <a16:creationId xmlns:a16="http://schemas.microsoft.com/office/drawing/2014/main" id="{5A08CB74-935F-B63C-D774-DA3C6CF09433}"/>
                </a:ext>
              </a:extLst>
            </p:cNvPr>
            <p:cNvSpPr>
              <a:spLocks noChangeShapeType="1"/>
            </p:cNvSpPr>
            <p:nvPr/>
          </p:nvSpPr>
          <p:spPr bwMode="auto">
            <a:xfrm flipH="1" flipV="1">
              <a:off x="5582413" y="2566754"/>
              <a:ext cx="0" cy="228772"/>
            </a:xfrm>
            <a:prstGeom prst="line">
              <a:avLst/>
            </a:prstGeom>
            <a:noFill/>
            <a:ln w="19050">
              <a:solidFill>
                <a:schemeClr val="accent4"/>
              </a:solidFill>
              <a:round/>
              <a:headEnd/>
              <a:tailEnd type="triangle" w="med" len="med"/>
            </a:ln>
            <a:extLst>
              <a:ext uri="{909E8E84-426E-40dd-AFC4-6F175D3DCCD1}">
                <a14:hiddenFill xmlns="" xmlns:a14="http://schemas.microsoft.com/office/drawing/2010/main">
                  <a:noFill/>
                </a14:hiddenFill>
              </a:ext>
            </a:extLst>
          </p:spPr>
          <p:txBody>
            <a:bodyPr wrap="square">
              <a:spAutoFit/>
            </a:bodyPr>
            <a:lstStyle/>
            <a:p>
              <a:endParaRPr lang="en-GB" dirty="0"/>
            </a:p>
          </p:txBody>
        </p:sp>
        <p:sp>
          <p:nvSpPr>
            <p:cNvPr id="26" name="Rectangle: Rounded Corners 25">
              <a:extLst>
                <a:ext uri="{FF2B5EF4-FFF2-40B4-BE49-F238E27FC236}">
                  <a16:creationId xmlns:a16="http://schemas.microsoft.com/office/drawing/2014/main" id="{AA5D8D1B-4A7B-FCA9-EA1A-ECF2BD17D6DD}"/>
                </a:ext>
              </a:extLst>
            </p:cNvPr>
            <p:cNvSpPr/>
            <p:nvPr/>
          </p:nvSpPr>
          <p:spPr>
            <a:xfrm>
              <a:off x="7209047" y="2163522"/>
              <a:ext cx="2103120" cy="295928"/>
            </a:xfrm>
            <a:prstGeom prst="roundRect">
              <a:avLst/>
            </a:prstGeom>
            <a:noFill/>
            <a:ln w="254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Line 11">
              <a:extLst>
                <a:ext uri="{FF2B5EF4-FFF2-40B4-BE49-F238E27FC236}">
                  <a16:creationId xmlns:a16="http://schemas.microsoft.com/office/drawing/2014/main" id="{EFF21A4D-BB56-4A5C-664A-58E834CEFB7B}"/>
                </a:ext>
              </a:extLst>
            </p:cNvPr>
            <p:cNvSpPr>
              <a:spLocks noChangeShapeType="1"/>
            </p:cNvSpPr>
            <p:nvPr/>
          </p:nvSpPr>
          <p:spPr bwMode="auto">
            <a:xfrm flipH="1" flipV="1">
              <a:off x="8314945" y="2566754"/>
              <a:ext cx="0" cy="228772"/>
            </a:xfrm>
            <a:prstGeom prst="line">
              <a:avLst/>
            </a:prstGeom>
            <a:noFill/>
            <a:ln w="19050">
              <a:solidFill>
                <a:schemeClr val="accent5"/>
              </a:solidFill>
              <a:round/>
              <a:headEnd/>
              <a:tailEnd type="triangle" w="med" len="med"/>
            </a:ln>
            <a:extLst>
              <a:ext uri="{909E8E84-426E-40dd-AFC4-6F175D3DCCD1}">
                <a14:hiddenFill xmlns="" xmlns:a14="http://schemas.microsoft.com/office/drawing/2010/main">
                  <a:noFill/>
                </a14:hiddenFill>
              </a:ext>
            </a:extLst>
          </p:spPr>
          <p:txBody>
            <a:bodyPr wrap="square">
              <a:spAutoFit/>
            </a:bodyPr>
            <a:lstStyle/>
            <a:p>
              <a:endParaRPr lang="en-GB" dirty="0"/>
            </a:p>
          </p:txBody>
        </p:sp>
        <p:sp>
          <p:nvSpPr>
            <p:cNvPr id="28" name="TextBox 27">
              <a:extLst>
                <a:ext uri="{FF2B5EF4-FFF2-40B4-BE49-F238E27FC236}">
                  <a16:creationId xmlns:a16="http://schemas.microsoft.com/office/drawing/2014/main" id="{30E5D154-1E68-363F-E572-0E874EBD8AF3}"/>
                </a:ext>
              </a:extLst>
            </p:cNvPr>
            <p:cNvSpPr txBox="1"/>
            <p:nvPr/>
          </p:nvSpPr>
          <p:spPr>
            <a:xfrm>
              <a:off x="6075792" y="1534492"/>
              <a:ext cx="1539085" cy="369332"/>
            </a:xfrm>
            <a:prstGeom prst="rect">
              <a:avLst/>
            </a:prstGeom>
            <a:solidFill>
              <a:schemeClr val="accent6">
                <a:lumMod val="40000"/>
                <a:lumOff val="60000"/>
              </a:schemeClr>
            </a:solidFill>
            <a:ln>
              <a:noFill/>
            </a:ln>
          </p:spPr>
          <p:txBody>
            <a:bodyPr wrap="square" rtlCol="0">
              <a:spAutoFit/>
            </a:bodyPr>
            <a:lstStyle/>
            <a:p>
              <a:r>
                <a:rPr lang="en-GB" dirty="0"/>
                <a:t>end of options</a:t>
              </a:r>
            </a:p>
          </p:txBody>
        </p:sp>
        <p:sp>
          <p:nvSpPr>
            <p:cNvPr id="29" name="Rectangle: Rounded Corners 28">
              <a:extLst>
                <a:ext uri="{FF2B5EF4-FFF2-40B4-BE49-F238E27FC236}">
                  <a16:creationId xmlns:a16="http://schemas.microsoft.com/office/drawing/2014/main" id="{0735B4EE-170A-D42D-07B7-FEF5FC95824C}"/>
                </a:ext>
              </a:extLst>
            </p:cNvPr>
            <p:cNvSpPr/>
            <p:nvPr/>
          </p:nvSpPr>
          <p:spPr>
            <a:xfrm>
              <a:off x="6672599" y="2164510"/>
              <a:ext cx="336977" cy="295928"/>
            </a:xfrm>
            <a:prstGeom prst="roundRect">
              <a:avLst/>
            </a:prstGeom>
            <a:noFill/>
            <a:ln w="254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Line 11">
              <a:extLst>
                <a:ext uri="{FF2B5EF4-FFF2-40B4-BE49-F238E27FC236}">
                  <a16:creationId xmlns:a16="http://schemas.microsoft.com/office/drawing/2014/main" id="{978DD0B2-8FDF-78D1-CB00-BD09642E5B4A}"/>
                </a:ext>
              </a:extLst>
            </p:cNvPr>
            <p:cNvSpPr>
              <a:spLocks noChangeShapeType="1"/>
            </p:cNvSpPr>
            <p:nvPr/>
          </p:nvSpPr>
          <p:spPr bwMode="auto">
            <a:xfrm>
              <a:off x="6845335" y="1903824"/>
              <a:ext cx="0" cy="200694"/>
            </a:xfrm>
            <a:prstGeom prst="line">
              <a:avLst/>
            </a:prstGeom>
            <a:noFill/>
            <a:ln w="19050">
              <a:solidFill>
                <a:schemeClr val="accent6"/>
              </a:solidFill>
              <a:round/>
              <a:headEnd/>
              <a:tailEnd type="triangle" w="med" len="med"/>
            </a:ln>
            <a:extLst>
              <a:ext uri="{909E8E84-426E-40dd-AFC4-6F175D3DCCD1}">
                <a14:hiddenFill xmlns="" xmlns:a14="http://schemas.microsoft.com/office/drawing/2010/main">
                  <a:noFill/>
                </a14:hiddenFill>
              </a:ext>
            </a:extLst>
          </p:spPr>
          <p:txBody>
            <a:bodyPr wrap="square">
              <a:spAutoFit/>
            </a:bodyPr>
            <a:lstStyle/>
            <a:p>
              <a:endParaRPr lang="en-GB" dirty="0"/>
            </a:p>
          </p:txBody>
        </p:sp>
      </p:grpSp>
    </p:spTree>
    <p:extLst>
      <p:ext uri="{BB962C8B-B14F-4D97-AF65-F5344CB8AC3E}">
        <p14:creationId xmlns:p14="http://schemas.microsoft.com/office/powerpoint/2010/main" val="5518235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2B755A4-8B7C-B601-0C64-B562D5D8D085}"/>
              </a:ext>
            </a:extLst>
          </p:cNvPr>
          <p:cNvSpPr>
            <a:spLocks noGrp="1"/>
          </p:cNvSpPr>
          <p:nvPr>
            <p:ph type="ctrTitle"/>
          </p:nvPr>
        </p:nvSpPr>
        <p:spPr/>
        <p:txBody>
          <a:bodyPr/>
          <a:lstStyle/>
          <a:p>
            <a:r>
              <a:rPr lang="en-US" noProof="0" dirty="0"/>
              <a:t>Entering commands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type="body" sz="quarter" idx="14"/>
          </p:nvPr>
        </p:nvSpPr>
        <p:spPr>
          <a:xfrm>
            <a:off x="443921" y="1524000"/>
            <a:ext cx="5135800" cy="4270513"/>
          </a:xfrm>
        </p:spPr>
        <p:txBody>
          <a:bodyPr>
            <a:normAutofit/>
          </a:bodyPr>
          <a:lstStyle/>
          <a:p>
            <a:pPr marL="0" indent="0">
              <a:buNone/>
            </a:pPr>
            <a:r>
              <a:rPr lang="en-US" b="1" noProof="0" dirty="0">
                <a:solidFill>
                  <a:schemeClr val="tx1"/>
                </a:solidFill>
              </a:rPr>
              <a:t>Examples of Linux commands:</a:t>
            </a:r>
          </a:p>
          <a:p>
            <a:pPr marL="285750" indent="-285750">
              <a:buFont typeface="Arial" panose="020B0604020202020204" pitchFamily="34" charset="0"/>
              <a:buChar char="•"/>
            </a:pPr>
            <a:r>
              <a:rPr lang="en-US" noProof="0" dirty="0">
                <a:solidFill>
                  <a:schemeClr val="tx1"/>
                </a:solidFill>
              </a:rPr>
              <a:t>The </a:t>
            </a:r>
            <a:r>
              <a:rPr lang="en-US" b="1" noProof="0" dirty="0">
                <a:solidFill>
                  <a:schemeClr val="tx1"/>
                </a:solidFill>
              </a:rPr>
              <a:t>date</a:t>
            </a:r>
            <a:r>
              <a:rPr lang="en-US" noProof="0" dirty="0">
                <a:solidFill>
                  <a:schemeClr val="tx1"/>
                </a:solidFill>
              </a:rPr>
              <a:t> command with formatting options:</a:t>
            </a:r>
          </a:p>
        </p:txBody>
      </p:sp>
      <p:sp>
        <p:nvSpPr>
          <p:cNvPr id="10" name="Text Placeholder 9">
            <a:extLst>
              <a:ext uri="{FF2B5EF4-FFF2-40B4-BE49-F238E27FC236}">
                <a16:creationId xmlns:a16="http://schemas.microsoft.com/office/drawing/2014/main" id="{6F2F11C7-AD4D-BB00-BF9B-BB46215A2220}"/>
              </a:ext>
            </a:extLst>
          </p:cNvPr>
          <p:cNvSpPr>
            <a:spLocks noGrp="1"/>
          </p:cNvSpPr>
          <p:nvPr>
            <p:ph type="body" sz="quarter" idx="15"/>
          </p:nvPr>
        </p:nvSpPr>
        <p:spPr>
          <a:xfrm>
            <a:off x="6108121" y="1524000"/>
            <a:ext cx="5135800" cy="4270513"/>
          </a:xfrm>
        </p:spPr>
        <p:txBody>
          <a:bodyPr/>
          <a:lstStyle/>
          <a:p>
            <a:pPr marL="285750" indent="-285750">
              <a:buFont typeface="Arial" panose="020B0604020202020204" pitchFamily="34" charset="0"/>
              <a:buChar char="•"/>
            </a:pPr>
            <a:r>
              <a:rPr lang="en-US" dirty="0"/>
              <a:t>The </a:t>
            </a:r>
            <a:r>
              <a:rPr lang="en-US" b="1" dirty="0" err="1"/>
              <a:t>cal</a:t>
            </a:r>
            <a:r>
              <a:rPr lang="en-US" dirty="0"/>
              <a:t> command with different arguments:</a:t>
            </a:r>
          </a:p>
          <a:p>
            <a:endParaRPr lang="en-GB"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sp>
        <p:nvSpPr>
          <p:cNvPr id="9" name="Rectangle 6">
            <a:extLst>
              <a:ext uri="{FF2B5EF4-FFF2-40B4-BE49-F238E27FC236}">
                <a16:creationId xmlns:a16="http://schemas.microsoft.com/office/drawing/2014/main" id="{9D734103-8C0E-8CE6-F9F7-3E8C3FFBD182}"/>
              </a:ext>
            </a:extLst>
          </p:cNvPr>
          <p:cNvSpPr>
            <a:spLocks noChangeArrowheads="1"/>
          </p:cNvSpPr>
          <p:nvPr/>
        </p:nvSpPr>
        <p:spPr bwMode="auto">
          <a:xfrm>
            <a:off x="849795" y="2289558"/>
            <a:ext cx="3582585" cy="2318583"/>
          </a:xfrm>
          <a:prstGeom prst="rect">
            <a:avLst/>
          </a:prstGeom>
          <a:solidFill>
            <a:schemeClr val="tx1"/>
          </a:solidFill>
          <a:ln w="12700" algn="ctr">
            <a:solidFill>
              <a:srgbClr val="000000"/>
            </a:solidFill>
            <a:miter lim="800000"/>
            <a:headEnd/>
            <a:tailEnd/>
          </a:ln>
          <a:effectLst/>
        </p:spPr>
        <p:txBody>
          <a:bodyPr wrap="square" lIns="95250" tIns="50800" rIns="95250" bIns="50800">
            <a:spAutoFit/>
          </a:bodyPr>
          <a:lstStyle/>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US" b="1" i="0" u="none" strike="noStrike" kern="1200" cap="none" spc="0" normalizeH="0" baseline="0" noProof="0" dirty="0">
                <a:ln>
                  <a:noFill/>
                </a:ln>
                <a:solidFill>
                  <a:srgbClr val="FFFF00"/>
                </a:solidFill>
                <a:effectLst/>
                <a:uLnTx/>
                <a:uFillTx/>
                <a:latin typeface="Consolas" panose="020B0609020204030204" pitchFamily="49" charset="0"/>
                <a:ea typeface="Hack" panose="020B0609030202020204" pitchFamily="49" charset="0"/>
                <a:cs typeface="Hack" panose="020B0609030202020204" pitchFamily="49" charset="0"/>
              </a:rPr>
              <a:t>$</a:t>
            </a:r>
            <a:r>
              <a:rPr kumimoji="0" lang="en-US" b="1"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 date</a:t>
            </a:r>
          </a:p>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lang="en-US" dirty="0">
                <a:solidFill>
                  <a:schemeClr val="bg1"/>
                </a:solidFill>
                <a:latin typeface="Consolas" panose="020B0609020204030204" pitchFamily="49" charset="0"/>
                <a:ea typeface="Hack" panose="020B0609030202020204" pitchFamily="49" charset="0"/>
                <a:cs typeface="Hack" panose="020B0609030202020204" pitchFamily="49" charset="0"/>
              </a:rPr>
              <a:t>Thu Jun 4 10:35:18 BST 2026</a:t>
            </a:r>
          </a:p>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US" b="1" i="0" u="none" strike="noStrike" kern="1200" cap="none" spc="0" normalizeH="0" baseline="0" noProof="0" dirty="0">
                <a:ln>
                  <a:noFill/>
                </a:ln>
                <a:solidFill>
                  <a:srgbClr val="FFFF00"/>
                </a:solidFill>
                <a:effectLst/>
                <a:uLnTx/>
                <a:uFillTx/>
                <a:latin typeface="Consolas" panose="020B0609020204030204" pitchFamily="49" charset="0"/>
                <a:ea typeface="Hack" panose="020B0609030202020204" pitchFamily="49" charset="0"/>
                <a:cs typeface="Hack" panose="020B0609030202020204" pitchFamily="49" charset="0"/>
              </a:rPr>
              <a:t>$</a:t>
            </a:r>
            <a:r>
              <a:rPr kumimoji="0" lang="en-US" b="1"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 date +%A</a:t>
            </a:r>
          </a:p>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lang="en-US" dirty="0">
                <a:solidFill>
                  <a:schemeClr val="bg1"/>
                </a:solidFill>
                <a:latin typeface="Consolas" panose="020B0609020204030204" pitchFamily="49" charset="0"/>
                <a:ea typeface="Hack" panose="020B0609030202020204" pitchFamily="49" charset="0"/>
                <a:cs typeface="Hack" panose="020B0609030202020204" pitchFamily="49" charset="0"/>
              </a:rPr>
              <a:t>Thursday</a:t>
            </a:r>
          </a:p>
          <a:p>
            <a:pPr>
              <a:spcBef>
                <a:spcPct val="0"/>
              </a:spcBef>
              <a:buClr>
                <a:srgbClr val="000066"/>
              </a:buClr>
              <a:buSzPct val="100000"/>
              <a:defRPr/>
            </a:pPr>
            <a:r>
              <a:rPr lang="en-US" b="1" dirty="0">
                <a:solidFill>
                  <a:srgbClr val="FFFF00"/>
                </a:solidFill>
                <a:latin typeface="Consolas" panose="020B0609020204030204" pitchFamily="49" charset="0"/>
                <a:ea typeface="Hack" panose="020B0609030202020204" pitchFamily="49" charset="0"/>
                <a:cs typeface="Hack" panose="020B0609030202020204" pitchFamily="49" charset="0"/>
              </a:rPr>
              <a:t>$</a:t>
            </a:r>
            <a:r>
              <a:rPr lang="en-US" b="1" dirty="0">
                <a:solidFill>
                  <a:schemeClr val="bg2"/>
                </a:solidFill>
                <a:latin typeface="Consolas" panose="020B0609020204030204" pitchFamily="49" charset="0"/>
                <a:ea typeface="Hack" panose="020B0609030202020204" pitchFamily="49" charset="0"/>
                <a:cs typeface="Hack" panose="020B0609030202020204" pitchFamily="49" charset="0"/>
              </a:rPr>
              <a:t> date +%T</a:t>
            </a:r>
          </a:p>
          <a:p>
            <a:pPr lvl="0">
              <a:spcBef>
                <a:spcPct val="0"/>
              </a:spcBef>
              <a:buClr>
                <a:srgbClr val="000066"/>
              </a:buClr>
              <a:buSzPct val="100000"/>
              <a:defRPr/>
            </a:pPr>
            <a:r>
              <a:rPr lang="en-US" dirty="0">
                <a:solidFill>
                  <a:schemeClr val="bg2"/>
                </a:solidFill>
                <a:latin typeface="Consolas" panose="020B0609020204030204" pitchFamily="49" charset="0"/>
                <a:ea typeface="Hack" panose="020B0609030202020204" pitchFamily="49" charset="0"/>
                <a:cs typeface="Hack" panose="020B0609030202020204" pitchFamily="49" charset="0"/>
              </a:rPr>
              <a:t>10:42:17</a:t>
            </a:r>
          </a:p>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US" b="1" i="0" u="none" strike="noStrike" kern="1200" cap="none" spc="0" normalizeH="0" baseline="0" noProof="0" dirty="0">
                <a:ln>
                  <a:noFill/>
                </a:ln>
                <a:solidFill>
                  <a:srgbClr val="FFFF00"/>
                </a:solidFill>
                <a:effectLst/>
                <a:uLnTx/>
                <a:uFillTx/>
                <a:latin typeface="Consolas" panose="020B0609020204030204" pitchFamily="49" charset="0"/>
                <a:ea typeface="Hack" panose="020B0609030202020204" pitchFamily="49" charset="0"/>
                <a:cs typeface="Hack" panose="020B0609030202020204" pitchFamily="49" charset="0"/>
              </a:rPr>
              <a:t>$</a:t>
            </a:r>
            <a:r>
              <a:rPr kumimoji="0" lang="en-US" b="1"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 date +</a:t>
            </a:r>
            <a:r>
              <a:rPr kumimoji="0" lang="en-US" b="1" i="0" u="none" strike="noStrike" kern="1200" cap="none" spc="0" normalizeH="0" baseline="0" noProof="0" dirty="0">
                <a:ln>
                  <a:noFill/>
                </a:ln>
                <a:solidFill>
                  <a:schemeClr val="accent1"/>
                </a:solidFill>
                <a:effectLst/>
                <a:uLnTx/>
                <a:uFillTx/>
                <a:latin typeface="Consolas" panose="020B0609020204030204" pitchFamily="49" charset="0"/>
                <a:ea typeface="Hack" panose="020B0609030202020204" pitchFamily="49" charset="0"/>
                <a:cs typeface="Hack" panose="020B0609030202020204" pitchFamily="49" charset="0"/>
              </a:rPr>
              <a:t>%d</a:t>
            </a:r>
            <a:r>
              <a:rPr kumimoji="0" lang="en-US" b="1"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a:t>
            </a:r>
            <a:r>
              <a:rPr kumimoji="0" lang="en-US" b="1" i="0" u="none" strike="noStrike" kern="1200" cap="none" spc="0" normalizeH="0" baseline="0" noProof="0" dirty="0">
                <a:ln>
                  <a:noFill/>
                </a:ln>
                <a:solidFill>
                  <a:schemeClr val="accent2"/>
                </a:solidFill>
                <a:effectLst/>
                <a:uLnTx/>
                <a:uFillTx/>
                <a:latin typeface="Consolas" panose="020B0609020204030204" pitchFamily="49" charset="0"/>
                <a:ea typeface="Hack" panose="020B0609030202020204" pitchFamily="49" charset="0"/>
                <a:cs typeface="Hack" panose="020B0609030202020204" pitchFamily="49" charset="0"/>
              </a:rPr>
              <a:t>%m</a:t>
            </a:r>
            <a:r>
              <a:rPr lang="en-US" b="1" dirty="0">
                <a:solidFill>
                  <a:schemeClr val="bg1"/>
                </a:solidFill>
                <a:latin typeface="Consolas" panose="020B0609020204030204" pitchFamily="49" charset="0"/>
                <a:ea typeface="Hack" panose="020B0609030202020204" pitchFamily="49" charset="0"/>
                <a:cs typeface="Hack" panose="020B0609030202020204" pitchFamily="49" charset="0"/>
              </a:rPr>
              <a:t>/</a:t>
            </a:r>
            <a:r>
              <a:rPr lang="en-US" b="1" dirty="0">
                <a:solidFill>
                  <a:schemeClr val="accent3"/>
                </a:solidFill>
                <a:latin typeface="Consolas" panose="020B0609020204030204" pitchFamily="49" charset="0"/>
                <a:ea typeface="Hack" panose="020B0609030202020204" pitchFamily="49" charset="0"/>
                <a:cs typeface="Hack" panose="020B0609030202020204" pitchFamily="49" charset="0"/>
              </a:rPr>
              <a:t>%Y</a:t>
            </a:r>
          </a:p>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US" i="0" u="none" strike="noStrike" kern="1200" cap="none" spc="0" normalizeH="0" baseline="0" noProof="0" dirty="0">
                <a:ln>
                  <a:noFill/>
                </a:ln>
                <a:solidFill>
                  <a:schemeClr val="accent1"/>
                </a:solidFill>
                <a:effectLst/>
                <a:uLnTx/>
                <a:uFillTx/>
                <a:latin typeface="Consolas" panose="020B0609020204030204" pitchFamily="49" charset="0"/>
                <a:ea typeface="Hack" panose="020B0609030202020204" pitchFamily="49" charset="0"/>
                <a:cs typeface="Hack" panose="020B0609030202020204" pitchFamily="49" charset="0"/>
              </a:rPr>
              <a:t>04</a:t>
            </a:r>
            <a:r>
              <a:rPr kumimoji="0" lang="en-US"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a:t>
            </a:r>
            <a:r>
              <a:rPr kumimoji="0" lang="en-US" i="0" u="none" strike="noStrike" kern="1200" cap="none" spc="0" normalizeH="0" baseline="0" noProof="0" dirty="0">
                <a:ln>
                  <a:noFill/>
                </a:ln>
                <a:solidFill>
                  <a:schemeClr val="accent2"/>
                </a:solidFill>
                <a:effectLst/>
                <a:uLnTx/>
                <a:uFillTx/>
                <a:latin typeface="Consolas" panose="020B0609020204030204" pitchFamily="49" charset="0"/>
                <a:ea typeface="Hack" panose="020B0609030202020204" pitchFamily="49" charset="0"/>
                <a:cs typeface="Hack" panose="020B0609030202020204" pitchFamily="49" charset="0"/>
              </a:rPr>
              <a:t>06</a:t>
            </a:r>
            <a:r>
              <a:rPr kumimoji="0" lang="en-US"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a:t>
            </a:r>
            <a:r>
              <a:rPr kumimoji="0" lang="en-US" i="0" u="none" strike="noStrike" kern="1200" cap="none" spc="0" normalizeH="0" baseline="0" noProof="0" dirty="0">
                <a:ln>
                  <a:noFill/>
                </a:ln>
                <a:solidFill>
                  <a:schemeClr val="accent3"/>
                </a:solidFill>
                <a:effectLst/>
                <a:uLnTx/>
                <a:uFillTx/>
                <a:latin typeface="Consolas" panose="020B0609020204030204" pitchFamily="49" charset="0"/>
                <a:ea typeface="Hack" panose="020B0609030202020204" pitchFamily="49" charset="0"/>
                <a:cs typeface="Hack" panose="020B0609030202020204" pitchFamily="49" charset="0"/>
              </a:rPr>
              <a:t>2026</a:t>
            </a:r>
          </a:p>
        </p:txBody>
      </p:sp>
      <p:sp>
        <p:nvSpPr>
          <p:cNvPr id="11" name="Rectangle 6">
            <a:extLst>
              <a:ext uri="{FF2B5EF4-FFF2-40B4-BE49-F238E27FC236}">
                <a16:creationId xmlns:a16="http://schemas.microsoft.com/office/drawing/2014/main" id="{D935BDF1-F238-6359-9A41-A2950D11132A}"/>
              </a:ext>
            </a:extLst>
          </p:cNvPr>
          <p:cNvSpPr>
            <a:spLocks noChangeArrowheads="1"/>
          </p:cNvSpPr>
          <p:nvPr/>
        </p:nvSpPr>
        <p:spPr bwMode="auto">
          <a:xfrm>
            <a:off x="6516237" y="1853139"/>
            <a:ext cx="3692485" cy="4534575"/>
          </a:xfrm>
          <a:prstGeom prst="rect">
            <a:avLst/>
          </a:prstGeom>
          <a:solidFill>
            <a:schemeClr val="tx1"/>
          </a:solidFill>
          <a:ln w="12700" algn="ctr">
            <a:solidFill>
              <a:srgbClr val="000000"/>
            </a:solidFill>
            <a:miter lim="800000"/>
            <a:headEnd/>
            <a:tailEnd/>
          </a:ln>
          <a:effectLst/>
        </p:spPr>
        <p:txBody>
          <a:bodyPr wrap="square" lIns="95250" tIns="50800" rIns="95250" bIns="50800">
            <a:spAutoFit/>
          </a:bodyPr>
          <a:lstStyle/>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US" b="1" i="0" u="none" strike="noStrike" kern="1200" cap="none" spc="0" normalizeH="0" baseline="0" noProof="0" dirty="0">
                <a:ln>
                  <a:noFill/>
                </a:ln>
                <a:solidFill>
                  <a:srgbClr val="FFFF00"/>
                </a:solidFill>
                <a:effectLst/>
                <a:uLnTx/>
                <a:uFillTx/>
                <a:latin typeface="Consolas" panose="020B0609020204030204" pitchFamily="49" charset="0"/>
                <a:ea typeface="Hack" panose="020B0609030202020204" pitchFamily="49" charset="0"/>
                <a:cs typeface="Hack" panose="020B0609030202020204" pitchFamily="49" charset="0"/>
              </a:rPr>
              <a:t>$</a:t>
            </a:r>
            <a:r>
              <a:rPr kumimoji="0" lang="en-US" b="1"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 </a:t>
            </a:r>
            <a:r>
              <a:rPr kumimoji="0" lang="en-US" b="1" i="0" u="none" strike="noStrike" kern="1200" cap="none" spc="0" normalizeH="0" baseline="0" noProof="0" dirty="0" err="1">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cal</a:t>
            </a:r>
            <a:endParaRPr kumimoji="0" lang="en-US" b="1"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endParaRPr>
          </a:p>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US" i="0" u="none" strike="noStrike" kern="1200" cap="none" spc="0" normalizeH="0" baseline="0" noProof="0" dirty="0">
                <a:ln>
                  <a:noFill/>
                </a:ln>
                <a:solidFill>
                  <a:schemeClr val="bg2"/>
                </a:solidFill>
                <a:effectLst/>
                <a:uLnTx/>
                <a:uFillTx/>
                <a:latin typeface="Consolas" panose="020B0609020204030204" pitchFamily="49" charset="0"/>
                <a:ea typeface="Hack" panose="020B0609030202020204" pitchFamily="49" charset="0"/>
                <a:cs typeface="Hack" panose="020B0609030202020204" pitchFamily="49" charset="0"/>
              </a:rPr>
              <a:t>      June 2026</a:t>
            </a:r>
          </a:p>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US" i="0" u="none" strike="noStrike" kern="1200" cap="none" spc="0" normalizeH="0" baseline="0" noProof="0" dirty="0">
                <a:ln>
                  <a:noFill/>
                </a:ln>
                <a:solidFill>
                  <a:schemeClr val="bg2"/>
                </a:solidFill>
                <a:effectLst/>
                <a:uLnTx/>
                <a:uFillTx/>
                <a:latin typeface="Consolas" panose="020B0609020204030204" pitchFamily="49" charset="0"/>
                <a:ea typeface="Hack" panose="020B0609030202020204" pitchFamily="49" charset="0"/>
                <a:cs typeface="Hack" panose="020B0609030202020204" pitchFamily="49" charset="0"/>
              </a:rPr>
              <a:t>Su Mo Tu We Th Fr Sa           </a:t>
            </a:r>
          </a:p>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lang="en-US" dirty="0">
                <a:solidFill>
                  <a:schemeClr val="bg2"/>
                </a:solidFill>
                <a:latin typeface="Consolas" panose="020B0609020204030204" pitchFamily="49" charset="0"/>
                <a:ea typeface="Hack" panose="020B0609030202020204" pitchFamily="49" charset="0"/>
                <a:cs typeface="Hack" panose="020B0609030202020204" pitchFamily="49" charset="0"/>
              </a:rPr>
              <a:t>    </a:t>
            </a:r>
            <a:r>
              <a:rPr kumimoji="0" lang="en-US" i="0" u="none" strike="noStrike" kern="1200" cap="none" spc="0" normalizeH="0" baseline="0" noProof="0" dirty="0">
                <a:ln>
                  <a:noFill/>
                </a:ln>
                <a:solidFill>
                  <a:schemeClr val="bg2"/>
                </a:solidFill>
                <a:effectLst/>
                <a:uLnTx/>
                <a:uFillTx/>
                <a:latin typeface="Consolas" panose="020B0609020204030204" pitchFamily="49" charset="0"/>
                <a:ea typeface="Hack" panose="020B0609030202020204" pitchFamily="49" charset="0"/>
                <a:cs typeface="Hack" panose="020B0609030202020204" pitchFamily="49" charset="0"/>
              </a:rPr>
              <a:t>1  2  3  4  5  6 </a:t>
            </a:r>
          </a:p>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US" i="0" u="none" strike="noStrike" kern="1200" cap="none" spc="0" normalizeH="0" baseline="0" noProof="0" dirty="0">
                <a:ln>
                  <a:noFill/>
                </a:ln>
                <a:solidFill>
                  <a:schemeClr val="bg2"/>
                </a:solidFill>
                <a:effectLst/>
                <a:uLnTx/>
                <a:uFillTx/>
                <a:latin typeface="Consolas" panose="020B0609020204030204" pitchFamily="49" charset="0"/>
                <a:ea typeface="Hack" panose="020B0609030202020204" pitchFamily="49" charset="0"/>
                <a:cs typeface="Hack" panose="020B0609030202020204" pitchFamily="49" charset="0"/>
              </a:rPr>
              <a:t> 7  8  9 10 11 12 13</a:t>
            </a:r>
          </a:p>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US" i="0" u="none" strike="noStrike" kern="1200" cap="none" spc="0" normalizeH="0" baseline="0" noProof="0" dirty="0">
                <a:ln>
                  <a:noFill/>
                </a:ln>
                <a:solidFill>
                  <a:schemeClr val="bg2"/>
                </a:solidFill>
                <a:effectLst/>
                <a:uLnTx/>
                <a:uFillTx/>
                <a:latin typeface="Consolas" panose="020B0609020204030204" pitchFamily="49" charset="0"/>
                <a:ea typeface="Hack" panose="020B0609030202020204" pitchFamily="49" charset="0"/>
                <a:cs typeface="Hack" panose="020B0609030202020204" pitchFamily="49" charset="0"/>
              </a:rPr>
              <a:t>14 15 16 17 18 19 20</a:t>
            </a:r>
          </a:p>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US" i="0" u="none" strike="noStrike" kern="1200" cap="none" spc="0" normalizeH="0" baseline="0" noProof="0" dirty="0">
                <a:ln>
                  <a:noFill/>
                </a:ln>
                <a:solidFill>
                  <a:schemeClr val="bg2"/>
                </a:solidFill>
                <a:effectLst/>
                <a:uLnTx/>
                <a:uFillTx/>
                <a:latin typeface="Consolas" panose="020B0609020204030204" pitchFamily="49" charset="0"/>
                <a:ea typeface="Hack" panose="020B0609030202020204" pitchFamily="49" charset="0"/>
                <a:cs typeface="Hack" panose="020B0609030202020204" pitchFamily="49" charset="0"/>
              </a:rPr>
              <a:t>21 22 23 24 25 26 27</a:t>
            </a:r>
          </a:p>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US" i="0" u="none" strike="noStrike" kern="1200" cap="none" spc="0" normalizeH="0" baseline="0" noProof="0" dirty="0">
                <a:ln>
                  <a:noFill/>
                </a:ln>
                <a:solidFill>
                  <a:schemeClr val="bg2"/>
                </a:solidFill>
                <a:effectLst/>
                <a:uLnTx/>
                <a:uFillTx/>
                <a:latin typeface="Consolas" panose="020B0609020204030204" pitchFamily="49" charset="0"/>
                <a:ea typeface="Hack" panose="020B0609030202020204" pitchFamily="49" charset="0"/>
                <a:cs typeface="Hack" panose="020B0609030202020204" pitchFamily="49" charset="0"/>
              </a:rPr>
              <a:t>28 29 30</a:t>
            </a:r>
          </a:p>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US" b="1" i="0" u="none" strike="noStrike" kern="1200" cap="none" spc="0" normalizeH="0" baseline="0" noProof="0" dirty="0">
                <a:ln>
                  <a:noFill/>
                </a:ln>
                <a:solidFill>
                  <a:srgbClr val="FFFF00"/>
                </a:solidFill>
                <a:effectLst/>
                <a:uLnTx/>
                <a:uFillTx/>
                <a:latin typeface="Consolas" panose="020B0609020204030204" pitchFamily="49" charset="0"/>
                <a:ea typeface="Hack" panose="020B0609030202020204" pitchFamily="49" charset="0"/>
                <a:cs typeface="Hack" panose="020B0609030202020204" pitchFamily="49" charset="0"/>
              </a:rPr>
              <a:t>$</a:t>
            </a:r>
            <a:r>
              <a:rPr kumimoji="0" lang="en-US" b="1" i="0" u="none" strike="noStrike" kern="1200" cap="none" spc="0" normalizeH="0" baseline="0" noProof="0" dirty="0">
                <a:ln>
                  <a:noFill/>
                </a:ln>
                <a:solidFill>
                  <a:schemeClr val="bg2"/>
                </a:solidFill>
                <a:effectLst/>
                <a:uLnTx/>
                <a:uFillTx/>
                <a:latin typeface="Consolas" panose="020B0609020204030204" pitchFamily="49" charset="0"/>
                <a:ea typeface="Hack" panose="020B0609030202020204" pitchFamily="49" charset="0"/>
                <a:cs typeface="Hack" panose="020B0609030202020204" pitchFamily="49" charset="0"/>
              </a:rPr>
              <a:t> </a:t>
            </a:r>
            <a:r>
              <a:rPr kumimoji="0" lang="en-US" b="1" i="0" u="none" strike="noStrike" kern="1200" cap="none" spc="0" normalizeH="0" baseline="0" noProof="0" dirty="0" err="1">
                <a:ln>
                  <a:noFill/>
                </a:ln>
                <a:solidFill>
                  <a:schemeClr val="bg2"/>
                </a:solidFill>
                <a:effectLst/>
                <a:uLnTx/>
                <a:uFillTx/>
                <a:latin typeface="Consolas" panose="020B0609020204030204" pitchFamily="49" charset="0"/>
                <a:ea typeface="Hack" panose="020B0609030202020204" pitchFamily="49" charset="0"/>
                <a:cs typeface="Hack" panose="020B0609030202020204" pitchFamily="49" charset="0"/>
              </a:rPr>
              <a:t>cal</a:t>
            </a:r>
            <a:r>
              <a:rPr kumimoji="0" lang="en-US" b="1" i="0" u="none" strike="noStrike" kern="1200" cap="none" spc="0" normalizeH="0" baseline="0" noProof="0" dirty="0">
                <a:ln>
                  <a:noFill/>
                </a:ln>
                <a:solidFill>
                  <a:schemeClr val="bg2"/>
                </a:solidFill>
                <a:effectLst/>
                <a:uLnTx/>
                <a:uFillTx/>
                <a:latin typeface="Consolas" panose="020B0609020204030204" pitchFamily="49" charset="0"/>
                <a:ea typeface="Hack" panose="020B0609030202020204" pitchFamily="49" charset="0"/>
                <a:cs typeface="Hack" panose="020B0609030202020204" pitchFamily="49" charset="0"/>
              </a:rPr>
              <a:t> 5 1967</a:t>
            </a:r>
          </a:p>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GB" i="0" u="none" strike="noStrike" kern="1200" cap="none" spc="0" normalizeH="0" baseline="0" noProof="0" dirty="0">
                <a:ln>
                  <a:noFill/>
                </a:ln>
                <a:solidFill>
                  <a:schemeClr val="bg2"/>
                </a:solidFill>
                <a:effectLst/>
                <a:uLnTx/>
                <a:uFillTx/>
                <a:latin typeface="Consolas" panose="020B0609020204030204" pitchFamily="49" charset="0"/>
                <a:ea typeface="Hack" panose="020B0609030202020204" pitchFamily="49" charset="0"/>
                <a:cs typeface="Hack" panose="020B0609030202020204" pitchFamily="49" charset="0"/>
              </a:rPr>
              <a:t>      May 1967</a:t>
            </a:r>
          </a:p>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GB" i="0" u="none" strike="noStrike" kern="1200" cap="none" spc="0" normalizeH="0" baseline="0" noProof="0" dirty="0">
                <a:ln>
                  <a:noFill/>
                </a:ln>
                <a:solidFill>
                  <a:schemeClr val="bg2"/>
                </a:solidFill>
                <a:effectLst/>
                <a:uLnTx/>
                <a:uFillTx/>
                <a:latin typeface="Consolas" panose="020B0609020204030204" pitchFamily="49" charset="0"/>
                <a:ea typeface="Hack" panose="020B0609030202020204" pitchFamily="49" charset="0"/>
                <a:cs typeface="Hack" panose="020B0609030202020204" pitchFamily="49" charset="0"/>
              </a:rPr>
              <a:t>Su Mo Tu We Th Fr Sa</a:t>
            </a:r>
          </a:p>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GB" i="0" u="none" strike="noStrike" kern="1200" cap="none" spc="0" normalizeH="0" baseline="0" noProof="0" dirty="0">
                <a:ln>
                  <a:noFill/>
                </a:ln>
                <a:solidFill>
                  <a:schemeClr val="bg2"/>
                </a:solidFill>
                <a:effectLst/>
                <a:uLnTx/>
                <a:uFillTx/>
                <a:latin typeface="Consolas" panose="020B0609020204030204" pitchFamily="49" charset="0"/>
                <a:ea typeface="Hack" panose="020B0609030202020204" pitchFamily="49" charset="0"/>
                <a:cs typeface="Hack" panose="020B0609030202020204" pitchFamily="49" charset="0"/>
              </a:rPr>
              <a:t>    1  2  3  4  5  6</a:t>
            </a:r>
          </a:p>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GB" i="0" u="none" strike="noStrike" kern="1200" cap="none" spc="0" normalizeH="0" baseline="0" noProof="0" dirty="0">
                <a:ln>
                  <a:noFill/>
                </a:ln>
                <a:solidFill>
                  <a:schemeClr val="bg2"/>
                </a:solidFill>
                <a:effectLst/>
                <a:uLnTx/>
                <a:uFillTx/>
                <a:latin typeface="Consolas" panose="020B0609020204030204" pitchFamily="49" charset="0"/>
                <a:ea typeface="Hack" panose="020B0609030202020204" pitchFamily="49" charset="0"/>
                <a:cs typeface="Hack" panose="020B0609030202020204" pitchFamily="49" charset="0"/>
              </a:rPr>
              <a:t> 7  8  9 10 11 12 13</a:t>
            </a:r>
          </a:p>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GB" i="0" u="none" strike="noStrike" kern="1200" cap="none" spc="0" normalizeH="0" baseline="0" noProof="0" dirty="0">
                <a:ln>
                  <a:noFill/>
                </a:ln>
                <a:solidFill>
                  <a:schemeClr val="bg2"/>
                </a:solidFill>
                <a:effectLst/>
                <a:uLnTx/>
                <a:uFillTx/>
                <a:latin typeface="Consolas" panose="020B0609020204030204" pitchFamily="49" charset="0"/>
                <a:ea typeface="Hack" panose="020B0609030202020204" pitchFamily="49" charset="0"/>
                <a:cs typeface="Hack" panose="020B0609030202020204" pitchFamily="49" charset="0"/>
              </a:rPr>
              <a:t>14 15 16 17 18 19 20</a:t>
            </a:r>
          </a:p>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GB" i="0" u="none" strike="noStrike" kern="1200" cap="none" spc="0" normalizeH="0" baseline="0" noProof="0" dirty="0">
                <a:ln>
                  <a:noFill/>
                </a:ln>
                <a:solidFill>
                  <a:schemeClr val="bg2"/>
                </a:solidFill>
                <a:effectLst/>
                <a:uLnTx/>
                <a:uFillTx/>
                <a:latin typeface="Consolas" panose="020B0609020204030204" pitchFamily="49" charset="0"/>
                <a:ea typeface="Hack" panose="020B0609030202020204" pitchFamily="49" charset="0"/>
                <a:cs typeface="Hack" panose="020B0609030202020204" pitchFamily="49" charset="0"/>
              </a:rPr>
              <a:t>21 22 23 24 </a:t>
            </a:r>
            <a:r>
              <a:rPr kumimoji="0" lang="en-GB" b="1" i="0" u="none" strike="noStrike" kern="1200" cap="none" spc="0" normalizeH="0" baseline="0" noProof="0" dirty="0">
                <a:ln>
                  <a:noFill/>
                </a:ln>
                <a:solidFill>
                  <a:schemeClr val="accent2">
                    <a:lumMod val="40000"/>
                    <a:lumOff val="60000"/>
                  </a:schemeClr>
                </a:solidFill>
                <a:effectLst/>
                <a:uLnTx/>
                <a:uFillTx/>
                <a:latin typeface="Consolas" panose="020B0609020204030204" pitchFamily="49" charset="0"/>
                <a:ea typeface="Hack" panose="020B0609030202020204" pitchFamily="49" charset="0"/>
                <a:cs typeface="Hack" panose="020B0609030202020204" pitchFamily="49" charset="0"/>
              </a:rPr>
              <a:t>25</a:t>
            </a:r>
            <a:r>
              <a:rPr kumimoji="0" lang="en-GB" i="0" u="none" strike="noStrike" kern="1200" cap="none" spc="0" normalizeH="0" baseline="0" noProof="0" dirty="0">
                <a:ln>
                  <a:noFill/>
                </a:ln>
                <a:solidFill>
                  <a:schemeClr val="bg2"/>
                </a:solidFill>
                <a:effectLst/>
                <a:uLnTx/>
                <a:uFillTx/>
                <a:latin typeface="Consolas" panose="020B0609020204030204" pitchFamily="49" charset="0"/>
                <a:ea typeface="Hack" panose="020B0609030202020204" pitchFamily="49" charset="0"/>
                <a:cs typeface="Hack" panose="020B0609030202020204" pitchFamily="49" charset="0"/>
              </a:rPr>
              <a:t> 26 27</a:t>
            </a:r>
          </a:p>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GB" i="0" u="none" strike="noStrike" kern="1200" cap="none" spc="0" normalizeH="0" baseline="0" noProof="0" dirty="0">
                <a:ln>
                  <a:noFill/>
                </a:ln>
                <a:solidFill>
                  <a:schemeClr val="bg2"/>
                </a:solidFill>
                <a:effectLst/>
                <a:uLnTx/>
                <a:uFillTx/>
                <a:latin typeface="Consolas" panose="020B0609020204030204" pitchFamily="49" charset="0"/>
                <a:ea typeface="Hack" panose="020B0609030202020204" pitchFamily="49" charset="0"/>
                <a:cs typeface="Hack" panose="020B0609030202020204" pitchFamily="49" charset="0"/>
              </a:rPr>
              <a:t>28 29 30 31</a:t>
            </a:r>
            <a:endParaRPr kumimoji="0" lang="en-US" i="0" u="none" strike="noStrike" kern="1200" cap="none" spc="0" normalizeH="0" baseline="0" noProof="0" dirty="0">
              <a:ln>
                <a:noFill/>
              </a:ln>
              <a:solidFill>
                <a:schemeClr val="bg2"/>
              </a:solidFill>
              <a:effectLst/>
              <a:uLnTx/>
              <a:uFillTx/>
              <a:latin typeface="Consolas" panose="020B0609020204030204" pitchFamily="49" charset="0"/>
              <a:ea typeface="Hack" panose="020B0609030202020204" pitchFamily="49" charset="0"/>
              <a:cs typeface="Hack" panose="020B0609030202020204" pitchFamily="49" charset="0"/>
            </a:endParaRPr>
          </a:p>
        </p:txBody>
      </p:sp>
      <p:sp>
        <p:nvSpPr>
          <p:cNvPr id="13" name="TextBox 12">
            <a:extLst>
              <a:ext uri="{FF2B5EF4-FFF2-40B4-BE49-F238E27FC236}">
                <a16:creationId xmlns:a16="http://schemas.microsoft.com/office/drawing/2014/main" id="{DA1E432F-6DAC-EFEC-3DFB-9D12B9F57DC4}"/>
              </a:ext>
            </a:extLst>
          </p:cNvPr>
          <p:cNvSpPr txBox="1"/>
          <p:nvPr/>
        </p:nvSpPr>
        <p:spPr>
          <a:xfrm>
            <a:off x="3726180" y="5404231"/>
            <a:ext cx="2390602" cy="923330"/>
          </a:xfrm>
          <a:prstGeom prst="rect">
            <a:avLst/>
          </a:prstGeom>
          <a:solidFill>
            <a:schemeClr val="accent2">
              <a:lumMod val="40000"/>
              <a:lumOff val="60000"/>
            </a:schemeClr>
          </a:solidFill>
          <a:ln>
            <a:noFill/>
          </a:ln>
        </p:spPr>
        <p:txBody>
          <a:bodyPr wrap="square" rtlCol="0">
            <a:spAutoFit/>
          </a:bodyPr>
          <a:lstStyle/>
          <a:p>
            <a:r>
              <a:rPr lang="en-GB" b="1" dirty="0"/>
              <a:t>Which British club won the European Cup on 25 May 1967?</a:t>
            </a:r>
            <a:endParaRPr lang="en-GB" dirty="0"/>
          </a:p>
        </p:txBody>
      </p:sp>
      <p:sp>
        <p:nvSpPr>
          <p:cNvPr id="14" name="Line 11">
            <a:extLst>
              <a:ext uri="{FF2B5EF4-FFF2-40B4-BE49-F238E27FC236}">
                <a16:creationId xmlns:a16="http://schemas.microsoft.com/office/drawing/2014/main" id="{5059F1A3-2E46-A9BD-6C4E-912D231C9F65}"/>
              </a:ext>
            </a:extLst>
          </p:cNvPr>
          <p:cNvSpPr>
            <a:spLocks noChangeShapeType="1"/>
          </p:cNvSpPr>
          <p:nvPr/>
        </p:nvSpPr>
        <p:spPr bwMode="auto">
          <a:xfrm>
            <a:off x="6116782" y="5891991"/>
            <a:ext cx="1927860" cy="3810"/>
          </a:xfrm>
          <a:prstGeom prst="line">
            <a:avLst/>
          </a:prstGeom>
          <a:noFill/>
          <a:ln w="19050">
            <a:solidFill>
              <a:schemeClr val="accent2"/>
            </a:solidFill>
            <a:round/>
            <a:headEnd/>
            <a:tailEnd type="triangle" w="med" len="med"/>
          </a:ln>
          <a:extLst>
            <a:ext uri="{909E8E84-426E-40dd-AFC4-6F175D3DCCD1}">
              <a14:hiddenFill xmlns="" xmlns:a14="http://schemas.microsoft.com/office/drawing/2010/main">
                <a:noFill/>
              </a14:hiddenFill>
            </a:ext>
          </a:extLst>
        </p:spPr>
        <p:txBody>
          <a:bodyPr wrap="square">
            <a:spAutoFit/>
          </a:bodyPr>
          <a:lstStyle/>
          <a:p>
            <a:endParaRPr lang="en-GB" dirty="0"/>
          </a:p>
        </p:txBody>
      </p:sp>
      <p:sp>
        <p:nvSpPr>
          <p:cNvPr id="15" name="Rectangle: Rounded Corners 14">
            <a:extLst>
              <a:ext uri="{FF2B5EF4-FFF2-40B4-BE49-F238E27FC236}">
                <a16:creationId xmlns:a16="http://schemas.microsoft.com/office/drawing/2014/main" id="{F2FA4558-0353-37CD-D8B3-D7B37AF2304F}"/>
              </a:ext>
            </a:extLst>
          </p:cNvPr>
          <p:cNvSpPr/>
          <p:nvPr/>
        </p:nvSpPr>
        <p:spPr>
          <a:xfrm>
            <a:off x="8046720" y="5751018"/>
            <a:ext cx="342900" cy="269847"/>
          </a:xfrm>
          <a:prstGeom prst="roundRect">
            <a:avLst/>
          </a:prstGeom>
          <a:no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8" name="Picture 17">
            <a:extLst>
              <a:ext uri="{FF2B5EF4-FFF2-40B4-BE49-F238E27FC236}">
                <a16:creationId xmlns:a16="http://schemas.microsoft.com/office/drawing/2014/main" id="{9320FACE-6CCD-053B-423D-35B5C97FCA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28072" y="5426079"/>
            <a:ext cx="467817" cy="467817"/>
          </a:xfrm>
          <a:prstGeom prst="rect">
            <a:avLst/>
          </a:prstGeom>
        </p:spPr>
      </p:pic>
      <p:sp>
        <p:nvSpPr>
          <p:cNvPr id="19" name="TextBox 18">
            <a:extLst>
              <a:ext uri="{FF2B5EF4-FFF2-40B4-BE49-F238E27FC236}">
                <a16:creationId xmlns:a16="http://schemas.microsoft.com/office/drawing/2014/main" id="{1F652CA1-E01F-4803-5059-2AB533906A53}"/>
              </a:ext>
            </a:extLst>
          </p:cNvPr>
          <p:cNvSpPr txBox="1"/>
          <p:nvPr/>
        </p:nvSpPr>
        <p:spPr>
          <a:xfrm>
            <a:off x="3726180" y="6304266"/>
            <a:ext cx="2369820" cy="369332"/>
          </a:xfrm>
          <a:prstGeom prst="rect">
            <a:avLst/>
          </a:prstGeom>
          <a:solidFill>
            <a:schemeClr val="accent5">
              <a:lumMod val="40000"/>
              <a:lumOff val="60000"/>
            </a:schemeClr>
          </a:solidFill>
          <a:ln>
            <a:noFill/>
          </a:ln>
        </p:spPr>
        <p:txBody>
          <a:bodyPr wrap="square" rtlCol="0">
            <a:spAutoFit/>
          </a:bodyPr>
          <a:lstStyle/>
          <a:p>
            <a:pPr algn="ctr"/>
            <a:r>
              <a:rPr lang="en-GB" b="1" dirty="0"/>
              <a:t>Celtic F.C</a:t>
            </a:r>
            <a:endParaRPr lang="en-GB" dirty="0"/>
          </a:p>
        </p:txBody>
      </p:sp>
    </p:spTree>
    <p:extLst>
      <p:ext uri="{BB962C8B-B14F-4D97-AF65-F5344CB8AC3E}">
        <p14:creationId xmlns:p14="http://schemas.microsoft.com/office/powerpoint/2010/main" val="1533357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59A6D96-4C8B-29FE-70EB-94827050E017}"/>
              </a:ext>
            </a:extLst>
          </p:cNvPr>
          <p:cNvSpPr>
            <a:spLocks noGrp="1"/>
          </p:cNvSpPr>
          <p:nvPr>
            <p:ph type="ctrTitle"/>
          </p:nvPr>
        </p:nvSpPr>
        <p:spPr/>
        <p:txBody>
          <a:bodyPr/>
          <a:lstStyle/>
          <a:p>
            <a:r>
              <a:rPr lang="en-US" noProof="0" dirty="0"/>
              <a:t>Command Line Editing Keys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type="body" sz="quarter" idx="14"/>
          </p:nvPr>
        </p:nvSpPr>
        <p:spPr/>
        <p:txBody>
          <a:bodyPr/>
          <a:lstStyle/>
          <a:p>
            <a:pPr marL="570547" lvl="1" indent="-285750">
              <a:spcBef>
                <a:spcPts val="488"/>
              </a:spcBef>
              <a:buClr>
                <a:srgbClr val="000000"/>
              </a:buClr>
              <a:tabLst>
                <a:tab pos="517485" algn="l"/>
                <a:tab pos="518001" algn="l"/>
              </a:tabLst>
            </a:pPr>
            <a:r>
              <a:rPr lang="en-GB" sz="1800" spc="-8" noProof="0" dirty="0">
                <a:solidFill>
                  <a:srgbClr val="2D2C2C"/>
                </a:solidFill>
                <a:cs typeface="Segoe UI"/>
              </a:rPr>
              <a:t>Press and hold </a:t>
            </a:r>
            <a:r>
              <a:rPr lang="en-GB" sz="1800" b="1" spc="-8" noProof="0" dirty="0">
                <a:solidFill>
                  <a:srgbClr val="2D2C2C"/>
                </a:solidFill>
                <a:cs typeface="Segoe UI"/>
              </a:rPr>
              <a:t>Ctrl</a:t>
            </a:r>
            <a:r>
              <a:rPr lang="en-GB" sz="1800" spc="-8" noProof="0" dirty="0">
                <a:solidFill>
                  <a:srgbClr val="2D2C2C"/>
                </a:solidFill>
                <a:cs typeface="Segoe UI"/>
              </a:rPr>
              <a:t>, then press the letter </a:t>
            </a:r>
            <a:r>
              <a:rPr lang="en-GB" sz="1800" b="1" spc="-8" noProof="0" dirty="0">
                <a:solidFill>
                  <a:srgbClr val="2D2C2C"/>
                </a:solidFill>
                <a:cs typeface="Segoe UI"/>
              </a:rPr>
              <a:t>key</a:t>
            </a:r>
            <a:r>
              <a:rPr lang="en-GB" sz="1800" spc="-8" noProof="0" dirty="0">
                <a:solidFill>
                  <a:srgbClr val="2D2C2C"/>
                </a:solidFill>
                <a:cs typeface="Segoe UI"/>
              </a:rPr>
              <a:t>. </a:t>
            </a:r>
          </a:p>
          <a:p>
            <a:pPr marL="570547" lvl="1" indent="-285750">
              <a:spcBef>
                <a:spcPts val="488"/>
              </a:spcBef>
              <a:buClr>
                <a:srgbClr val="000000"/>
              </a:buClr>
              <a:tabLst>
                <a:tab pos="517485" algn="l"/>
                <a:tab pos="518001" algn="l"/>
              </a:tabLst>
            </a:pPr>
            <a:r>
              <a:rPr lang="en-GB" sz="1800" spc="-8" noProof="0" dirty="0">
                <a:solidFill>
                  <a:srgbClr val="2D2C2C"/>
                </a:solidFill>
                <a:cs typeface="Segoe UI"/>
              </a:rPr>
              <a:t>The letter does not need to be uppercase and </a:t>
            </a:r>
            <a:r>
              <a:rPr lang="en-GB" sz="1800" b="1" spc="-8" noProof="0" dirty="0">
                <a:solidFill>
                  <a:srgbClr val="2D2C2C"/>
                </a:solidFill>
                <a:cs typeface="Segoe UI"/>
              </a:rPr>
              <a:t>Shift is not used</a:t>
            </a:r>
            <a:r>
              <a:rPr lang="en-GB" sz="1800" spc="-8" noProof="0" dirty="0">
                <a:solidFill>
                  <a:srgbClr val="2D2C2C"/>
                </a:solidFill>
                <a:cs typeface="Segoe UI"/>
              </a:rPr>
              <a:t>.</a:t>
            </a:r>
          </a:p>
          <a:p>
            <a:pPr marL="570547" lvl="1" indent="-285750">
              <a:spcBef>
                <a:spcPts val="488"/>
              </a:spcBef>
              <a:buClr>
                <a:srgbClr val="000000"/>
              </a:buClr>
              <a:tabLst>
                <a:tab pos="517485" algn="l"/>
                <a:tab pos="518001" algn="l"/>
              </a:tabLst>
            </a:pPr>
            <a:r>
              <a:rPr lang="en-GB" spc="-24" noProof="0" dirty="0">
                <a:solidFill>
                  <a:srgbClr val="2D2C2C"/>
                </a:solidFill>
                <a:cs typeface="Segoe UI"/>
              </a:rPr>
              <a:t>UNIX documentation sometimes shows </a:t>
            </a:r>
            <a:r>
              <a:rPr lang="en-GB" b="1" spc="-24" noProof="0" dirty="0" err="1">
                <a:solidFill>
                  <a:srgbClr val="2D2C2C"/>
                </a:solidFill>
                <a:cs typeface="Segoe UI"/>
              </a:rPr>
              <a:t>Ctrl+C</a:t>
            </a:r>
            <a:r>
              <a:rPr lang="en-GB" spc="-24" noProof="0" dirty="0">
                <a:solidFill>
                  <a:srgbClr val="2D2C2C"/>
                </a:solidFill>
                <a:cs typeface="Segoe UI"/>
              </a:rPr>
              <a:t> as </a:t>
            </a:r>
            <a:r>
              <a:rPr lang="en-GB" b="1" spc="-24" noProof="0" dirty="0">
                <a:solidFill>
                  <a:srgbClr val="2D2C2C"/>
                </a:solidFill>
                <a:cs typeface="Segoe UI"/>
              </a:rPr>
              <a:t>^C</a:t>
            </a:r>
            <a:endParaRPr lang="en-US" b="1" spc="-24" dirty="0">
              <a:solidFill>
                <a:srgbClr val="2D2C2C"/>
              </a:solidFill>
              <a:cs typeface="Segoe UI"/>
            </a:endParaRPr>
          </a:p>
          <a:p>
            <a:pPr marL="570547" lvl="1" indent="-285750">
              <a:spcBef>
                <a:spcPts val="488"/>
              </a:spcBef>
              <a:buClr>
                <a:srgbClr val="000000"/>
              </a:buClr>
              <a:tabLst>
                <a:tab pos="517485" algn="l"/>
                <a:tab pos="518001" algn="l"/>
              </a:tabLst>
            </a:pPr>
            <a:endParaRPr lang="en-US" b="1" spc="-24" noProof="0" dirty="0">
              <a:solidFill>
                <a:srgbClr val="2D2C2C"/>
              </a:solidFill>
              <a:cs typeface="Segoe UI"/>
            </a:endParaRPr>
          </a:p>
          <a:p>
            <a:pPr marL="570547" lvl="1" indent="-285750">
              <a:spcBef>
                <a:spcPts val="488"/>
              </a:spcBef>
              <a:buClr>
                <a:srgbClr val="000000"/>
              </a:buClr>
              <a:tabLst>
                <a:tab pos="517485" algn="l"/>
                <a:tab pos="518001" algn="l"/>
              </a:tabLst>
            </a:pPr>
            <a:endParaRPr lang="en-US" b="1" spc="-24" dirty="0">
              <a:solidFill>
                <a:srgbClr val="2D2C2C"/>
              </a:solidFill>
              <a:cs typeface="Segoe UI"/>
            </a:endParaRPr>
          </a:p>
          <a:p>
            <a:pPr marL="570547" lvl="1" indent="-285750">
              <a:spcBef>
                <a:spcPts val="488"/>
              </a:spcBef>
              <a:buClr>
                <a:srgbClr val="000000"/>
              </a:buClr>
              <a:tabLst>
                <a:tab pos="517485" algn="l"/>
                <a:tab pos="518001" algn="l"/>
              </a:tabLst>
            </a:pPr>
            <a:endParaRPr lang="en-US" b="1" spc="-24" noProof="0" dirty="0">
              <a:solidFill>
                <a:srgbClr val="2D2C2C"/>
              </a:solidFill>
              <a:cs typeface="Segoe UI"/>
            </a:endParaRPr>
          </a:p>
          <a:p>
            <a:pPr marL="570547" lvl="1" indent="-285750">
              <a:spcBef>
                <a:spcPts val="488"/>
              </a:spcBef>
              <a:buClr>
                <a:srgbClr val="000000"/>
              </a:buClr>
              <a:tabLst>
                <a:tab pos="517485" algn="l"/>
                <a:tab pos="518001" algn="l"/>
              </a:tabLst>
            </a:pPr>
            <a:endParaRPr lang="en-US" b="1" spc="-24" dirty="0">
              <a:solidFill>
                <a:srgbClr val="2D2C2C"/>
              </a:solidFill>
              <a:cs typeface="Segoe UI"/>
            </a:endParaRPr>
          </a:p>
          <a:p>
            <a:pPr marL="570547" lvl="1" indent="-285750">
              <a:spcBef>
                <a:spcPts val="488"/>
              </a:spcBef>
              <a:buClr>
                <a:srgbClr val="000000"/>
              </a:buClr>
              <a:tabLst>
                <a:tab pos="517485" algn="l"/>
                <a:tab pos="518001" algn="l"/>
              </a:tabLst>
            </a:pPr>
            <a:endParaRPr lang="en-US" b="1" spc="-24" noProof="0" dirty="0">
              <a:solidFill>
                <a:srgbClr val="2D2C2C"/>
              </a:solidFill>
              <a:cs typeface="Segoe UI"/>
            </a:endParaRPr>
          </a:p>
          <a:p>
            <a:pPr marL="570547" lvl="1" indent="-285750">
              <a:spcBef>
                <a:spcPts val="488"/>
              </a:spcBef>
              <a:buClr>
                <a:srgbClr val="000000"/>
              </a:buClr>
              <a:tabLst>
                <a:tab pos="517485" algn="l"/>
                <a:tab pos="518001" algn="l"/>
              </a:tabLst>
            </a:pPr>
            <a:endParaRPr lang="en-US" b="1" spc="-24" dirty="0">
              <a:solidFill>
                <a:srgbClr val="2D2C2C"/>
              </a:solidFill>
              <a:cs typeface="Segoe UI"/>
            </a:endParaRPr>
          </a:p>
          <a:p>
            <a:pPr marL="570547" lvl="1" indent="-285750">
              <a:spcBef>
                <a:spcPts val="488"/>
              </a:spcBef>
              <a:buClr>
                <a:srgbClr val="000000"/>
              </a:buClr>
              <a:tabLst>
                <a:tab pos="517485" algn="l"/>
                <a:tab pos="518001" algn="l"/>
              </a:tabLst>
            </a:pPr>
            <a:endParaRPr lang="en-US" b="1" spc="-24" noProof="0" dirty="0">
              <a:solidFill>
                <a:srgbClr val="2D2C2C"/>
              </a:solidFill>
              <a:cs typeface="Segoe UI"/>
            </a:endParaRPr>
          </a:p>
          <a:p>
            <a:pPr marL="570547" lvl="1" indent="-285750">
              <a:spcBef>
                <a:spcPts val="488"/>
              </a:spcBef>
              <a:buClr>
                <a:srgbClr val="000000"/>
              </a:buClr>
              <a:tabLst>
                <a:tab pos="517485" algn="l"/>
                <a:tab pos="518001" algn="l"/>
              </a:tabLst>
            </a:pPr>
            <a:endParaRPr lang="en-US" b="1" spc="-24" dirty="0">
              <a:solidFill>
                <a:srgbClr val="2D2C2C"/>
              </a:solidFill>
              <a:cs typeface="Segoe UI"/>
            </a:endParaRPr>
          </a:p>
        </p:txBody>
      </p:sp>
      <p:sp>
        <p:nvSpPr>
          <p:cNvPr id="9" name="Text Placeholder 8">
            <a:extLst>
              <a:ext uri="{FF2B5EF4-FFF2-40B4-BE49-F238E27FC236}">
                <a16:creationId xmlns:a16="http://schemas.microsoft.com/office/drawing/2014/main" id="{2ECD86B7-47AD-A149-C3C4-3289FE1C6714}"/>
              </a:ext>
            </a:extLst>
          </p:cNvPr>
          <p:cNvSpPr>
            <a:spLocks noGrp="1"/>
          </p:cNvSpPr>
          <p:nvPr>
            <p:ph type="body" sz="quarter" idx="15"/>
          </p:nvPr>
        </p:nvSpPr>
        <p:spPr/>
        <p:txBody>
          <a:bodyPr/>
          <a:lstStyle/>
          <a:p>
            <a:pPr marL="285750" indent="-285750">
              <a:buFont typeface="Arial" panose="020B0604020202020204" pitchFamily="34" charset="0"/>
              <a:buChar char="•"/>
            </a:pPr>
            <a:r>
              <a:rPr lang="en-US" spc="-24" dirty="0">
                <a:solidFill>
                  <a:srgbClr val="2D2C2C"/>
                </a:solidFill>
                <a:cs typeface="Segoe UI"/>
              </a:rPr>
              <a:t>Use the </a:t>
            </a:r>
            <a:r>
              <a:rPr lang="en-US" b="1" spc="-24" dirty="0" err="1">
                <a:solidFill>
                  <a:srgbClr val="2D2C2C"/>
                </a:solidFill>
                <a:cs typeface="Segoe UI"/>
              </a:rPr>
              <a:t>stty</a:t>
            </a:r>
            <a:r>
              <a:rPr lang="en-US" spc="-24" dirty="0">
                <a:solidFill>
                  <a:srgbClr val="2D2C2C"/>
                </a:solidFill>
                <a:cs typeface="Segoe UI"/>
              </a:rPr>
              <a:t> command to display current key settings:</a:t>
            </a:r>
          </a:p>
          <a:p>
            <a:endParaRPr lang="en-GB"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graphicFrame>
        <p:nvGraphicFramePr>
          <p:cNvPr id="3" name="Table 2">
            <a:extLst>
              <a:ext uri="{FF2B5EF4-FFF2-40B4-BE49-F238E27FC236}">
                <a16:creationId xmlns:a16="http://schemas.microsoft.com/office/drawing/2014/main" id="{D72DB771-A712-92F5-1913-B33FAADD0DCF}"/>
              </a:ext>
            </a:extLst>
          </p:cNvPr>
          <p:cNvGraphicFramePr>
            <a:graphicFrameLocks noGrp="1"/>
          </p:cNvGraphicFramePr>
          <p:nvPr>
            <p:extLst>
              <p:ext uri="{D42A27DB-BD31-4B8C-83A1-F6EECF244321}">
                <p14:modId xmlns:p14="http://schemas.microsoft.com/office/powerpoint/2010/main" val="1865574368"/>
              </p:ext>
            </p:extLst>
          </p:nvPr>
        </p:nvGraphicFramePr>
        <p:xfrm>
          <a:off x="1099237" y="3250434"/>
          <a:ext cx="4417643" cy="2433158"/>
        </p:xfrm>
        <a:graphic>
          <a:graphicData uri="http://schemas.openxmlformats.org/drawingml/2006/table">
            <a:tbl>
              <a:tblPr firstRow="1" bandRow="1">
                <a:tableStyleId>{5C22544A-7EE6-4342-B048-85BDC9FD1C3A}</a:tableStyleId>
              </a:tblPr>
              <a:tblGrid>
                <a:gridCol w="947246">
                  <a:extLst>
                    <a:ext uri="{9D8B030D-6E8A-4147-A177-3AD203B41FA5}">
                      <a16:colId xmlns:a16="http://schemas.microsoft.com/office/drawing/2014/main" val="1551974525"/>
                    </a:ext>
                  </a:extLst>
                </a:gridCol>
                <a:gridCol w="3470397">
                  <a:extLst>
                    <a:ext uri="{9D8B030D-6E8A-4147-A177-3AD203B41FA5}">
                      <a16:colId xmlns:a16="http://schemas.microsoft.com/office/drawing/2014/main" val="587885695"/>
                    </a:ext>
                  </a:extLst>
                </a:gridCol>
              </a:tblGrid>
              <a:tr h="0">
                <a:tc>
                  <a:txBody>
                    <a:bodyPr/>
                    <a:lstStyle/>
                    <a:p>
                      <a:pPr algn="ctr"/>
                      <a:r>
                        <a:rPr lang="en-GB" sz="1800" dirty="0">
                          <a:solidFill>
                            <a:schemeClr val="tx2"/>
                          </a:solidFill>
                        </a:rPr>
                        <a:t>Key</a:t>
                      </a:r>
                    </a:p>
                  </a:txBody>
                  <a:tcPr marL="73273" marR="73273" marT="36637" marB="36637" anchor="ctr">
                    <a:solidFill>
                      <a:schemeClr val="accent4"/>
                    </a:solidFill>
                  </a:tcPr>
                </a:tc>
                <a:tc>
                  <a:txBody>
                    <a:bodyPr/>
                    <a:lstStyle/>
                    <a:p>
                      <a:pPr algn="ctr"/>
                      <a:r>
                        <a:rPr lang="en-GB" sz="1800" dirty="0">
                          <a:solidFill>
                            <a:schemeClr val="tx2"/>
                          </a:solidFill>
                        </a:rPr>
                        <a:t>Action</a:t>
                      </a:r>
                    </a:p>
                  </a:txBody>
                  <a:tcPr marL="73273" marR="73273" marT="36637" marB="36637" anchor="ctr">
                    <a:solidFill>
                      <a:schemeClr val="accent4"/>
                    </a:solidFill>
                  </a:tcPr>
                </a:tc>
                <a:extLst>
                  <a:ext uri="{0D108BD9-81ED-4DB2-BD59-A6C34878D82A}">
                    <a16:rowId xmlns:a16="http://schemas.microsoft.com/office/drawing/2014/main" val="2345767861"/>
                  </a:ext>
                </a:extLst>
              </a:tr>
              <a:tr h="335733">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n-GB" sz="1800" b="1" i="0" dirty="0" err="1">
                          <a:latin typeface="+mn-lt"/>
                          <a:cs typeface="Courier New" panose="02070309020205020404" pitchFamily="49" charset="0"/>
                        </a:rPr>
                        <a:t>Ctrl+H</a:t>
                      </a:r>
                      <a:endParaRPr lang="en-GB" sz="1800" b="1" i="0" dirty="0">
                        <a:latin typeface="+mn-lt"/>
                        <a:cs typeface="Courier New" panose="02070309020205020404" pitchFamily="49" charset="0"/>
                      </a:endParaRPr>
                    </a:p>
                  </a:txBody>
                  <a:tcPr marL="73273" marR="73273" marT="36637" marB="36637" anchor="ctr">
                    <a:solidFill>
                      <a:schemeClr val="accent4">
                        <a:lumMod val="40000"/>
                        <a:lumOff val="60000"/>
                      </a:schemeClr>
                    </a:solidFill>
                  </a:tcPr>
                </a:tc>
                <a:tc>
                  <a:txBody>
                    <a:bodyPr/>
                    <a:lstStyle/>
                    <a:p>
                      <a:pPr>
                        <a:spcBef>
                          <a:spcPts val="600"/>
                        </a:spcBef>
                      </a:pPr>
                      <a:r>
                        <a:rPr lang="en-US" altLang="en-US" sz="1800" dirty="0"/>
                        <a:t>Delete previous character</a:t>
                      </a:r>
                    </a:p>
                  </a:txBody>
                  <a:tcPr marL="73273" marR="73273" marT="36637" marB="36637" anchor="ctr">
                    <a:solidFill>
                      <a:schemeClr val="accent4">
                        <a:lumMod val="40000"/>
                        <a:lumOff val="60000"/>
                      </a:schemeClr>
                    </a:solidFill>
                  </a:tcPr>
                </a:tc>
                <a:extLst>
                  <a:ext uri="{0D108BD9-81ED-4DB2-BD59-A6C34878D82A}">
                    <a16:rowId xmlns:a16="http://schemas.microsoft.com/office/drawing/2014/main" val="3137229064"/>
                  </a:ext>
                </a:extLst>
              </a:tr>
              <a:tr h="320334">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n-GB" sz="1800" b="1" i="0" dirty="0" err="1">
                          <a:latin typeface="+mn-lt"/>
                          <a:cs typeface="Courier New" panose="02070309020205020404" pitchFamily="49" charset="0"/>
                        </a:rPr>
                        <a:t>Ctrl+W</a:t>
                      </a:r>
                      <a:endParaRPr lang="en-GB" sz="1800" b="1" i="0" dirty="0">
                        <a:latin typeface="+mn-lt"/>
                        <a:cs typeface="Courier New" panose="02070309020205020404" pitchFamily="49" charset="0"/>
                      </a:endParaRPr>
                    </a:p>
                  </a:txBody>
                  <a:tcPr marL="73273" marR="73273" marT="36637" marB="36637" anchor="ctr">
                    <a:solidFill>
                      <a:schemeClr val="accent4">
                        <a:lumMod val="20000"/>
                        <a:lumOff val="80000"/>
                      </a:schemeClr>
                    </a:solidFill>
                  </a:tcPr>
                </a:tc>
                <a:tc>
                  <a:txBody>
                    <a:bodyPr/>
                    <a:lstStyle/>
                    <a:p>
                      <a:pPr>
                        <a:spcBef>
                          <a:spcPts val="600"/>
                        </a:spcBef>
                      </a:pPr>
                      <a:r>
                        <a:rPr lang="en-US" altLang="en-US" sz="1800" dirty="0"/>
                        <a:t>Delete previous word</a:t>
                      </a:r>
                    </a:p>
                  </a:txBody>
                  <a:tcPr marL="73273" marR="73273" marT="36637" marB="36637" anchor="ctr">
                    <a:solidFill>
                      <a:schemeClr val="accent4">
                        <a:lumMod val="20000"/>
                        <a:lumOff val="80000"/>
                      </a:schemeClr>
                    </a:solidFill>
                  </a:tcPr>
                </a:tc>
                <a:extLst>
                  <a:ext uri="{0D108BD9-81ED-4DB2-BD59-A6C34878D82A}">
                    <a16:rowId xmlns:a16="http://schemas.microsoft.com/office/drawing/2014/main" val="1119249700"/>
                  </a:ext>
                </a:extLst>
              </a:tr>
              <a:tr h="320334">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n-GB" sz="1800" b="1" i="0" dirty="0" err="1">
                          <a:latin typeface="+mn-lt"/>
                          <a:cs typeface="Courier New" panose="02070309020205020404" pitchFamily="49" charset="0"/>
                        </a:rPr>
                        <a:t>Ctrl+U</a:t>
                      </a:r>
                      <a:endParaRPr lang="en-GB" sz="1800" b="1" i="0" dirty="0">
                        <a:latin typeface="+mn-lt"/>
                        <a:cs typeface="Courier New" panose="02070309020205020404" pitchFamily="49" charset="0"/>
                      </a:endParaRPr>
                    </a:p>
                  </a:txBody>
                  <a:tcPr marL="73273" marR="73273" marT="36637" marB="36637" anchor="ctr">
                    <a:solidFill>
                      <a:schemeClr val="accent4">
                        <a:lumMod val="40000"/>
                        <a:lumOff val="60000"/>
                      </a:schemeClr>
                    </a:solidFill>
                  </a:tcPr>
                </a:tc>
                <a:tc>
                  <a:txBody>
                    <a:bodyPr/>
                    <a:lstStyle/>
                    <a:p>
                      <a:pPr>
                        <a:spcBef>
                          <a:spcPts val="600"/>
                        </a:spcBef>
                      </a:pPr>
                      <a:r>
                        <a:rPr lang="en-US" altLang="en-US" sz="1800" dirty="0"/>
                        <a:t>Delete entire line</a:t>
                      </a:r>
                    </a:p>
                  </a:txBody>
                  <a:tcPr marL="73273" marR="73273" marT="36637" marB="36637" anchor="ctr">
                    <a:solidFill>
                      <a:schemeClr val="accent4">
                        <a:lumMod val="40000"/>
                        <a:lumOff val="60000"/>
                      </a:schemeClr>
                    </a:solidFill>
                  </a:tcPr>
                </a:tc>
                <a:extLst>
                  <a:ext uri="{0D108BD9-81ED-4DB2-BD59-A6C34878D82A}">
                    <a16:rowId xmlns:a16="http://schemas.microsoft.com/office/drawing/2014/main" val="876851043"/>
                  </a:ext>
                </a:extLst>
              </a:tr>
              <a:tr h="320334">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n-GB" sz="1800" b="1" i="0" dirty="0" err="1">
                          <a:latin typeface="+mn-lt"/>
                          <a:cs typeface="Courier New" panose="02070309020205020404" pitchFamily="49" charset="0"/>
                        </a:rPr>
                        <a:t>Ctrl+C</a:t>
                      </a:r>
                      <a:endParaRPr lang="en-GB" sz="1800" b="1" i="0" dirty="0">
                        <a:latin typeface="+mn-lt"/>
                        <a:cs typeface="Courier New" panose="02070309020205020404" pitchFamily="49" charset="0"/>
                      </a:endParaRPr>
                    </a:p>
                  </a:txBody>
                  <a:tcPr marL="73273" marR="73273" marT="36637" marB="36637" anchor="ctr">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altLang="en-US" sz="1800" dirty="0"/>
                        <a:t>Interrupt current command</a:t>
                      </a:r>
                    </a:p>
                  </a:txBody>
                  <a:tcPr marL="73273" marR="73273" marT="36637" marB="36637" anchor="ctr">
                    <a:solidFill>
                      <a:schemeClr val="accent4">
                        <a:lumMod val="20000"/>
                        <a:lumOff val="80000"/>
                      </a:schemeClr>
                    </a:solidFill>
                  </a:tcPr>
                </a:tc>
                <a:extLst>
                  <a:ext uri="{0D108BD9-81ED-4DB2-BD59-A6C34878D82A}">
                    <a16:rowId xmlns:a16="http://schemas.microsoft.com/office/drawing/2014/main" val="3202538270"/>
                  </a:ext>
                </a:extLst>
              </a:tr>
              <a:tr h="320334">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n-GB" sz="1800" b="1" i="0" dirty="0" err="1">
                          <a:latin typeface="+mn-lt"/>
                          <a:cs typeface="Courier New" panose="02070309020205020404" pitchFamily="49" charset="0"/>
                        </a:rPr>
                        <a:t>Ctrl+D</a:t>
                      </a:r>
                      <a:endParaRPr lang="en-GB" sz="1800" b="1" i="0" dirty="0">
                        <a:latin typeface="+mn-lt"/>
                        <a:cs typeface="Courier New" panose="02070309020205020404" pitchFamily="49" charset="0"/>
                      </a:endParaRPr>
                    </a:p>
                  </a:txBody>
                  <a:tcPr marL="73273" marR="73273" marT="36637" marB="36637" anchor="ctr">
                    <a:solidFill>
                      <a:schemeClr val="accent4">
                        <a:lumMod val="40000"/>
                        <a:lumOff val="60000"/>
                      </a:schemeClr>
                    </a:solidFill>
                  </a:tcPr>
                </a:tc>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GB" altLang="en-US" sz="1800" dirty="0"/>
                        <a:t>End input (may log out the shell)</a:t>
                      </a:r>
                      <a:endParaRPr lang="en-US" altLang="en-US" sz="1800" dirty="0"/>
                    </a:p>
                  </a:txBody>
                  <a:tcPr marL="73273" marR="73273" marT="36637" marB="36637" anchor="ctr">
                    <a:solidFill>
                      <a:schemeClr val="accent4">
                        <a:lumMod val="40000"/>
                        <a:lumOff val="60000"/>
                      </a:schemeClr>
                    </a:solidFill>
                  </a:tcPr>
                </a:tc>
                <a:extLst>
                  <a:ext uri="{0D108BD9-81ED-4DB2-BD59-A6C34878D82A}">
                    <a16:rowId xmlns:a16="http://schemas.microsoft.com/office/drawing/2014/main" val="55072714"/>
                  </a:ext>
                </a:extLst>
              </a:tr>
              <a:tr h="320334">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n-GB" sz="1800" b="1" i="0" dirty="0" err="1">
                          <a:latin typeface="+mn-lt"/>
                          <a:cs typeface="Courier New" panose="02070309020205020404" pitchFamily="49" charset="0"/>
                        </a:rPr>
                        <a:t>Ctrl+Z</a:t>
                      </a:r>
                      <a:endParaRPr lang="en-GB" sz="1800" b="1" i="0" dirty="0">
                        <a:latin typeface="+mn-lt"/>
                        <a:cs typeface="Courier New" panose="02070309020205020404" pitchFamily="49" charset="0"/>
                      </a:endParaRPr>
                    </a:p>
                  </a:txBody>
                  <a:tcPr marL="73273" marR="73273" marT="36637" marB="36637" anchor="ctr">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altLang="en-US" sz="1800" dirty="0"/>
                        <a:t>Suspend current command</a:t>
                      </a:r>
                    </a:p>
                  </a:txBody>
                  <a:tcPr marL="73273" marR="73273" marT="36637" marB="36637" anchor="ctr">
                    <a:solidFill>
                      <a:schemeClr val="accent4">
                        <a:lumMod val="20000"/>
                        <a:lumOff val="80000"/>
                      </a:schemeClr>
                    </a:solidFill>
                  </a:tcPr>
                </a:tc>
                <a:extLst>
                  <a:ext uri="{0D108BD9-81ED-4DB2-BD59-A6C34878D82A}">
                    <a16:rowId xmlns:a16="http://schemas.microsoft.com/office/drawing/2014/main" val="550658648"/>
                  </a:ext>
                </a:extLst>
              </a:tr>
            </a:tbl>
          </a:graphicData>
        </a:graphic>
      </p:graphicFrame>
      <p:sp>
        <p:nvSpPr>
          <p:cNvPr id="6" name="Rectangle 6">
            <a:extLst>
              <a:ext uri="{FF2B5EF4-FFF2-40B4-BE49-F238E27FC236}">
                <a16:creationId xmlns:a16="http://schemas.microsoft.com/office/drawing/2014/main" id="{19E38AFD-0679-AF64-C79F-F71A6AF5649B}"/>
              </a:ext>
            </a:extLst>
          </p:cNvPr>
          <p:cNvSpPr>
            <a:spLocks noChangeArrowheads="1"/>
          </p:cNvSpPr>
          <p:nvPr/>
        </p:nvSpPr>
        <p:spPr bwMode="auto">
          <a:xfrm>
            <a:off x="6503327" y="2408207"/>
            <a:ext cx="5056214" cy="2041585"/>
          </a:xfrm>
          <a:prstGeom prst="rect">
            <a:avLst/>
          </a:prstGeom>
          <a:solidFill>
            <a:schemeClr val="tx1"/>
          </a:solidFill>
          <a:ln w="12700" algn="ctr">
            <a:solidFill>
              <a:srgbClr val="000000"/>
            </a:solidFill>
            <a:miter lim="800000"/>
            <a:headEnd/>
            <a:tailEnd/>
          </a:ln>
          <a:effectLst/>
        </p:spPr>
        <p:txBody>
          <a:bodyPr wrap="square" lIns="95250" tIns="50800" rIns="95250" bIns="50800">
            <a:spAutoFit/>
          </a:bodyPr>
          <a:lstStyle/>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US" b="1" i="0" u="none" strike="noStrike" kern="1200" cap="none" spc="0" normalizeH="0" baseline="0" noProof="0" dirty="0">
                <a:ln>
                  <a:noFill/>
                </a:ln>
                <a:solidFill>
                  <a:srgbClr val="FFFF00"/>
                </a:solidFill>
                <a:effectLst/>
                <a:uLnTx/>
                <a:uFillTx/>
                <a:latin typeface="Consolas" panose="020B0609020204030204" pitchFamily="49" charset="0"/>
                <a:ea typeface="Hack" panose="020B0609030202020204" pitchFamily="49" charset="0"/>
                <a:cs typeface="Hack" panose="020B0609030202020204" pitchFamily="49" charset="0"/>
              </a:rPr>
              <a:t>$</a:t>
            </a:r>
            <a:r>
              <a:rPr kumimoji="0" lang="en-US" b="1"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 </a:t>
            </a:r>
            <a:r>
              <a:rPr kumimoji="0" lang="en-US" b="1" i="0" u="none" strike="noStrike" kern="1200" cap="none" spc="0" normalizeH="0" baseline="0" noProof="0" dirty="0" err="1">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stty</a:t>
            </a:r>
            <a:r>
              <a:rPr kumimoji="0" lang="en-US" b="1"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 –a</a:t>
            </a:r>
          </a:p>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US" b="1"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speed 38400 baud; rows 24; columns 80; line = 0;</a:t>
            </a:r>
            <a:r>
              <a:rPr kumimoji="0" lang="en-US" b="1" i="0" u="none" strike="noStrike" kern="1200" cap="none" spc="0" normalizeH="0" baseline="0" noProof="0" dirty="0">
                <a:ln>
                  <a:noFill/>
                </a:ln>
                <a:solidFill>
                  <a:schemeClr val="accent1"/>
                </a:solidFill>
                <a:effectLst/>
                <a:uLnTx/>
                <a:uFillTx/>
                <a:latin typeface="Consolas" panose="020B0609020204030204" pitchFamily="49" charset="0"/>
                <a:ea typeface="Hack" panose="020B0609030202020204" pitchFamily="49" charset="0"/>
                <a:cs typeface="Hack" panose="020B0609030202020204" pitchFamily="49" charset="0"/>
              </a:rPr>
              <a:t>intr = ^C</a:t>
            </a:r>
            <a:r>
              <a:rPr kumimoji="0" lang="en-US" b="1"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 quit = ^\; </a:t>
            </a:r>
            <a:r>
              <a:rPr kumimoji="0" lang="en-US" b="1" i="0" u="none" strike="noStrike" kern="1200" cap="none" spc="0" normalizeH="0" baseline="0" noProof="0" dirty="0">
                <a:ln>
                  <a:noFill/>
                </a:ln>
                <a:solidFill>
                  <a:schemeClr val="accent1"/>
                </a:solidFill>
                <a:effectLst/>
                <a:uLnTx/>
                <a:uFillTx/>
                <a:latin typeface="Consolas" panose="020B0609020204030204" pitchFamily="49" charset="0"/>
                <a:ea typeface="Hack" panose="020B0609030202020204" pitchFamily="49" charset="0"/>
                <a:cs typeface="Hack" panose="020B0609030202020204" pitchFamily="49" charset="0"/>
              </a:rPr>
              <a:t>erase = ^</a:t>
            </a:r>
            <a:r>
              <a:rPr kumimoji="0" lang="en-US" b="1" i="0" u="none" strike="noStrike" kern="1200" cap="none" spc="0" normalizeH="0" baseline="0" noProof="0" dirty="0" err="1">
                <a:ln>
                  <a:noFill/>
                </a:ln>
                <a:solidFill>
                  <a:schemeClr val="accent1"/>
                </a:solidFill>
                <a:effectLst/>
                <a:uLnTx/>
                <a:uFillTx/>
                <a:latin typeface="Consolas" panose="020B0609020204030204" pitchFamily="49" charset="0"/>
                <a:ea typeface="Hack" panose="020B0609030202020204" pitchFamily="49" charset="0"/>
                <a:cs typeface="Hack" panose="020B0609030202020204" pitchFamily="49" charset="0"/>
              </a:rPr>
              <a:t>h</a:t>
            </a:r>
            <a:r>
              <a:rPr kumimoji="0" lang="en-US" b="1" i="0" u="none" strike="noStrike" kern="1200" cap="none" spc="0" normalizeH="0" baseline="0" noProof="0" dirty="0" err="1">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a:t>
            </a:r>
            <a:r>
              <a:rPr kumimoji="0" lang="en-US" b="1" i="0" u="none" strike="noStrike" kern="1200" cap="none" spc="0" normalizeH="0" baseline="0" noProof="0" dirty="0" err="1">
                <a:ln>
                  <a:noFill/>
                </a:ln>
                <a:solidFill>
                  <a:schemeClr val="accent1"/>
                </a:solidFill>
                <a:effectLst/>
                <a:uLnTx/>
                <a:uFillTx/>
                <a:latin typeface="Consolas" panose="020B0609020204030204" pitchFamily="49" charset="0"/>
                <a:ea typeface="Hack" panose="020B0609030202020204" pitchFamily="49" charset="0"/>
                <a:cs typeface="Hack" panose="020B0609030202020204" pitchFamily="49" charset="0"/>
              </a:rPr>
              <a:t>kill</a:t>
            </a:r>
            <a:r>
              <a:rPr kumimoji="0" lang="en-US" b="1" i="0" u="none" strike="noStrike" kern="1200" cap="none" spc="0" normalizeH="0" baseline="0" noProof="0" dirty="0">
                <a:ln>
                  <a:noFill/>
                </a:ln>
                <a:solidFill>
                  <a:schemeClr val="accent1"/>
                </a:solidFill>
                <a:effectLst/>
                <a:uLnTx/>
                <a:uFillTx/>
                <a:latin typeface="Consolas" panose="020B0609020204030204" pitchFamily="49" charset="0"/>
                <a:ea typeface="Hack" panose="020B0609030202020204" pitchFamily="49" charset="0"/>
                <a:cs typeface="Hack" panose="020B0609030202020204" pitchFamily="49" charset="0"/>
              </a:rPr>
              <a:t> = ^U</a:t>
            </a:r>
            <a:r>
              <a:rPr kumimoji="0" lang="en-US" b="1"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 </a:t>
            </a:r>
            <a:r>
              <a:rPr kumimoji="0" lang="en-US" b="1" i="0" u="none" strike="noStrike" kern="1200" cap="none" spc="0" normalizeH="0" baseline="0" noProof="0" dirty="0" err="1">
                <a:ln>
                  <a:noFill/>
                </a:ln>
                <a:solidFill>
                  <a:schemeClr val="accent1"/>
                </a:solidFill>
                <a:effectLst/>
                <a:uLnTx/>
                <a:uFillTx/>
                <a:latin typeface="Consolas" panose="020B0609020204030204" pitchFamily="49" charset="0"/>
                <a:ea typeface="Hack" panose="020B0609030202020204" pitchFamily="49" charset="0"/>
                <a:cs typeface="Hack" panose="020B0609030202020204" pitchFamily="49" charset="0"/>
              </a:rPr>
              <a:t>eof</a:t>
            </a:r>
            <a:r>
              <a:rPr kumimoji="0" lang="en-US" b="1" i="0" u="none" strike="noStrike" kern="1200" cap="none" spc="0" normalizeH="0" baseline="0" noProof="0" dirty="0">
                <a:ln>
                  <a:noFill/>
                </a:ln>
                <a:solidFill>
                  <a:schemeClr val="accent1"/>
                </a:solidFill>
                <a:effectLst/>
                <a:uLnTx/>
                <a:uFillTx/>
                <a:latin typeface="Consolas" panose="020B0609020204030204" pitchFamily="49" charset="0"/>
                <a:ea typeface="Hack" panose="020B0609030202020204" pitchFamily="49" charset="0"/>
                <a:cs typeface="Hack" panose="020B0609030202020204" pitchFamily="49" charset="0"/>
              </a:rPr>
              <a:t> = ^</a:t>
            </a:r>
            <a:r>
              <a:rPr kumimoji="0" lang="en-US" b="1" i="0" u="none" strike="noStrike" kern="1200" cap="none" spc="0" normalizeH="0" baseline="0" noProof="0" dirty="0" err="1">
                <a:ln>
                  <a:noFill/>
                </a:ln>
                <a:solidFill>
                  <a:schemeClr val="accent1"/>
                </a:solidFill>
                <a:effectLst/>
                <a:uLnTx/>
                <a:uFillTx/>
                <a:latin typeface="Consolas" panose="020B0609020204030204" pitchFamily="49" charset="0"/>
                <a:ea typeface="Hack" panose="020B0609030202020204" pitchFamily="49" charset="0"/>
                <a:cs typeface="Hack" panose="020B0609030202020204" pitchFamily="49" charset="0"/>
              </a:rPr>
              <a:t>D</a:t>
            </a:r>
            <a:r>
              <a:rPr kumimoji="0" lang="en-US" b="1" i="0" u="none" strike="noStrike" kern="1200" cap="none" spc="0" normalizeH="0" baseline="0" noProof="0" dirty="0" err="1">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;eol</a:t>
            </a:r>
            <a:r>
              <a:rPr kumimoji="0" lang="en-US" b="1"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 = &lt;</a:t>
            </a:r>
            <a:r>
              <a:rPr kumimoji="0" lang="en-US" b="1" i="0" u="none" strike="noStrike" kern="1200" cap="none" spc="0" normalizeH="0" baseline="0" noProof="0" dirty="0" err="1">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undef</a:t>
            </a:r>
            <a:r>
              <a:rPr kumimoji="0" lang="en-US" b="1"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&gt;; eol2 = &lt;</a:t>
            </a:r>
            <a:r>
              <a:rPr kumimoji="0" lang="en-US" b="1" i="0" u="none" strike="noStrike" kern="1200" cap="none" spc="0" normalizeH="0" baseline="0" noProof="0" dirty="0" err="1">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undef</a:t>
            </a:r>
            <a:r>
              <a:rPr kumimoji="0" lang="en-US" b="1"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&gt;;start = ^Q; stop = ^</a:t>
            </a:r>
            <a:r>
              <a:rPr kumimoji="0" lang="en-US" b="1" i="0" u="none" strike="noStrike" kern="1200" cap="none" spc="0" normalizeH="0" baseline="0" noProof="0" dirty="0" err="1">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S;</a:t>
            </a:r>
            <a:r>
              <a:rPr kumimoji="0" lang="en-US" b="1" i="0" u="none" strike="noStrike" kern="1200" cap="none" spc="0" normalizeH="0" baseline="0" noProof="0" dirty="0" err="1">
                <a:ln>
                  <a:noFill/>
                </a:ln>
                <a:solidFill>
                  <a:schemeClr val="accent1"/>
                </a:solidFill>
                <a:effectLst/>
                <a:uLnTx/>
                <a:uFillTx/>
                <a:latin typeface="Consolas" panose="020B0609020204030204" pitchFamily="49" charset="0"/>
                <a:ea typeface="Hack" panose="020B0609030202020204" pitchFamily="49" charset="0"/>
                <a:cs typeface="Hack" panose="020B0609030202020204" pitchFamily="49" charset="0"/>
              </a:rPr>
              <a:t>susp</a:t>
            </a:r>
            <a:r>
              <a:rPr kumimoji="0" lang="en-US" b="1" i="0" u="none" strike="noStrike" kern="1200" cap="none" spc="0" normalizeH="0" baseline="0" noProof="0" dirty="0">
                <a:ln>
                  <a:noFill/>
                </a:ln>
                <a:solidFill>
                  <a:schemeClr val="accent1"/>
                </a:solidFill>
                <a:effectLst/>
                <a:uLnTx/>
                <a:uFillTx/>
                <a:latin typeface="Consolas" panose="020B0609020204030204" pitchFamily="49" charset="0"/>
                <a:ea typeface="Hack" panose="020B0609030202020204" pitchFamily="49" charset="0"/>
                <a:cs typeface="Hack" panose="020B0609030202020204" pitchFamily="49" charset="0"/>
              </a:rPr>
              <a:t> = ^Z</a:t>
            </a:r>
            <a:r>
              <a:rPr kumimoji="0" lang="en-US" b="1"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 </a:t>
            </a:r>
            <a:r>
              <a:rPr kumimoji="0" lang="en-US" b="1" i="0" u="none" strike="noStrike" kern="1200" cap="none" spc="0" normalizeH="0" baseline="0" noProof="0" dirty="0" err="1">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rprnt</a:t>
            </a:r>
            <a:r>
              <a:rPr kumimoji="0" lang="en-US" b="1"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 = ^</a:t>
            </a:r>
            <a:r>
              <a:rPr kumimoji="0" lang="en-US" b="1" i="0" u="none" strike="noStrike" kern="1200" cap="none" spc="0" normalizeH="0" baseline="0" noProof="0" dirty="0" err="1">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R;</a:t>
            </a:r>
            <a:r>
              <a:rPr kumimoji="0" lang="en-US" b="1" i="0" u="none" strike="noStrike" kern="1200" cap="none" spc="0" normalizeH="0" baseline="0" noProof="0" dirty="0" err="1">
                <a:ln>
                  <a:noFill/>
                </a:ln>
                <a:solidFill>
                  <a:schemeClr val="accent1"/>
                </a:solidFill>
                <a:effectLst/>
                <a:uLnTx/>
                <a:uFillTx/>
                <a:latin typeface="Consolas" panose="020B0609020204030204" pitchFamily="49" charset="0"/>
                <a:ea typeface="Hack" panose="020B0609030202020204" pitchFamily="49" charset="0"/>
                <a:cs typeface="Hack" panose="020B0609030202020204" pitchFamily="49" charset="0"/>
              </a:rPr>
              <a:t>werase</a:t>
            </a:r>
            <a:r>
              <a:rPr kumimoji="0" lang="en-US" b="1" i="0" u="none" strike="noStrike" kern="1200" cap="none" spc="0" normalizeH="0" baseline="0" noProof="0" dirty="0">
                <a:ln>
                  <a:noFill/>
                </a:ln>
                <a:solidFill>
                  <a:schemeClr val="accent1"/>
                </a:solidFill>
                <a:effectLst/>
                <a:uLnTx/>
                <a:uFillTx/>
                <a:latin typeface="Consolas" panose="020B0609020204030204" pitchFamily="49" charset="0"/>
                <a:ea typeface="Hack" panose="020B0609030202020204" pitchFamily="49" charset="0"/>
                <a:cs typeface="Hack" panose="020B0609030202020204" pitchFamily="49" charset="0"/>
              </a:rPr>
              <a:t> = ^W</a:t>
            </a:r>
            <a:r>
              <a:rPr kumimoji="0" lang="en-US" b="1"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 </a:t>
            </a:r>
            <a:r>
              <a:rPr kumimoji="0" lang="en-US" b="1" i="0" u="none" strike="noStrike" kern="1200" cap="none" spc="0" normalizeH="0" baseline="0" noProof="0" dirty="0" err="1">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lnext</a:t>
            </a:r>
            <a:r>
              <a:rPr kumimoji="0" lang="en-US" b="1"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 = ^V;</a:t>
            </a:r>
          </a:p>
        </p:txBody>
      </p:sp>
    </p:spTree>
    <p:extLst>
      <p:ext uri="{BB962C8B-B14F-4D97-AF65-F5344CB8AC3E}">
        <p14:creationId xmlns:p14="http://schemas.microsoft.com/office/powerpoint/2010/main" val="17094175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22C7BCD-CE97-457A-6E93-984CD6F0509E}"/>
              </a:ext>
            </a:extLst>
          </p:cNvPr>
          <p:cNvSpPr>
            <a:spLocks noGrp="1"/>
          </p:cNvSpPr>
          <p:nvPr>
            <p:ph type="ctrTitle"/>
          </p:nvPr>
        </p:nvSpPr>
        <p:spPr/>
        <p:txBody>
          <a:bodyPr/>
          <a:lstStyle/>
          <a:p>
            <a:r>
              <a:rPr lang="en-US" noProof="0" dirty="0"/>
              <a:t>How Linux Finds Commands</a:t>
            </a:r>
          </a:p>
        </p:txBody>
      </p:sp>
      <p:sp>
        <p:nvSpPr>
          <p:cNvPr id="4" name="Text Placeholder 3">
            <a:extLst>
              <a:ext uri="{FF2B5EF4-FFF2-40B4-BE49-F238E27FC236}">
                <a16:creationId xmlns:a16="http://schemas.microsoft.com/office/drawing/2014/main" id="{47FB2565-ADE7-8D41-28BD-38528FF00A75}"/>
              </a:ext>
            </a:extLst>
          </p:cNvPr>
          <p:cNvSpPr>
            <a:spLocks noGrp="1"/>
          </p:cNvSpPr>
          <p:nvPr>
            <p:ph type="body" sz="quarter" idx="13"/>
          </p:nvPr>
        </p:nvSpPr>
        <p:spPr>
          <a:xfrm>
            <a:off x="443921" y="1733108"/>
            <a:ext cx="6176797" cy="4348715"/>
          </a:xfrm>
        </p:spPr>
        <p:txBody>
          <a:bodyPr/>
          <a:lstStyle/>
          <a:p>
            <a:pPr marL="9803">
              <a:spcBef>
                <a:spcPts val="569"/>
              </a:spcBef>
              <a:buClr>
                <a:srgbClr val="000000"/>
              </a:buClr>
              <a:tabLst>
                <a:tab pos="289957" algn="l"/>
                <a:tab pos="290473" algn="l"/>
              </a:tabLst>
            </a:pPr>
            <a:r>
              <a:rPr lang="en-GB" b="1" spc="-4" dirty="0"/>
              <a:t>When you enter a command, the shell searches for it:</a:t>
            </a:r>
          </a:p>
          <a:p>
            <a:pPr marL="295553" indent="-285750">
              <a:spcBef>
                <a:spcPts val="569"/>
              </a:spcBef>
              <a:buClr>
                <a:srgbClr val="000000"/>
              </a:buClr>
              <a:buFont typeface="Arial" panose="020B0604020202020204" pitchFamily="34" charset="0"/>
              <a:buChar char="•"/>
              <a:tabLst>
                <a:tab pos="289957" algn="l"/>
                <a:tab pos="290473" algn="l"/>
              </a:tabLst>
            </a:pPr>
            <a:r>
              <a:rPr lang="en-GB" spc="-4" dirty="0"/>
              <a:t>The shell searches for commands in a defined order</a:t>
            </a:r>
          </a:p>
          <a:p>
            <a:pPr marL="295553" indent="-285750">
              <a:spcBef>
                <a:spcPts val="569"/>
              </a:spcBef>
              <a:buClr>
                <a:srgbClr val="000000"/>
              </a:buClr>
              <a:buFont typeface="Arial" panose="020B0604020202020204" pitchFamily="34" charset="0"/>
              <a:buChar char="•"/>
              <a:tabLst>
                <a:tab pos="289957" algn="l"/>
                <a:tab pos="290473" algn="l"/>
              </a:tabLst>
            </a:pPr>
            <a:r>
              <a:rPr lang="en-GB" spc="-4" dirty="0"/>
              <a:t>Built-ins and shell functions are already available in memory</a:t>
            </a:r>
          </a:p>
          <a:p>
            <a:pPr marL="295553" indent="-285750">
              <a:spcBef>
                <a:spcPts val="569"/>
              </a:spcBef>
              <a:buClr>
                <a:srgbClr val="000000"/>
              </a:buClr>
              <a:buFont typeface="Arial" panose="020B0604020202020204" pitchFamily="34" charset="0"/>
              <a:buChar char="•"/>
              <a:tabLst>
                <a:tab pos="289957" algn="l"/>
                <a:tab pos="290473" algn="l"/>
              </a:tabLst>
            </a:pPr>
            <a:r>
              <a:rPr lang="en-GB" spc="-4" dirty="0"/>
              <a:t>External commands are stored as files on disk</a:t>
            </a:r>
          </a:p>
          <a:p>
            <a:pPr marL="295553" indent="-285750">
              <a:spcBef>
                <a:spcPts val="569"/>
              </a:spcBef>
              <a:buClr>
                <a:srgbClr val="000000"/>
              </a:buClr>
              <a:buFont typeface="Arial" panose="020B0604020202020204" pitchFamily="34" charset="0"/>
              <a:buChar char="•"/>
              <a:tabLst>
                <a:tab pos="289957" algn="l"/>
                <a:tab pos="290473" algn="l"/>
              </a:tabLst>
            </a:pPr>
            <a:r>
              <a:rPr lang="en-GB" spc="-4" dirty="0"/>
              <a:t>The PATH environment variable tells the shell where to search for external commands</a:t>
            </a:r>
          </a:p>
          <a:p>
            <a:pPr marL="9803">
              <a:spcBef>
                <a:spcPts val="569"/>
              </a:spcBef>
              <a:buClr>
                <a:srgbClr val="000000"/>
              </a:buClr>
              <a:tabLst>
                <a:tab pos="289957" algn="l"/>
                <a:tab pos="290473" algn="l"/>
              </a:tabLst>
            </a:pPr>
            <a:r>
              <a:rPr lang="en-GB" b="1" spc="-4" dirty="0"/>
              <a:t>Find the type of command:</a:t>
            </a:r>
          </a:p>
          <a:p>
            <a:pPr marL="9803">
              <a:spcBef>
                <a:spcPts val="569"/>
              </a:spcBef>
              <a:buClr>
                <a:srgbClr val="000000"/>
              </a:buClr>
              <a:tabLst>
                <a:tab pos="289957" algn="l"/>
                <a:tab pos="290473" algn="l"/>
              </a:tabLst>
            </a:pPr>
            <a:endParaRPr lang="en-GB" b="1" spc="-4" dirty="0"/>
          </a:p>
          <a:p>
            <a:pPr marL="9803">
              <a:spcBef>
                <a:spcPts val="569"/>
              </a:spcBef>
              <a:buClr>
                <a:srgbClr val="000000"/>
              </a:buClr>
              <a:tabLst>
                <a:tab pos="289957" algn="l"/>
                <a:tab pos="290473" algn="l"/>
              </a:tabLst>
            </a:pPr>
            <a:endParaRPr lang="en-GB" b="1" spc="-4" dirty="0"/>
          </a:p>
          <a:p>
            <a:pPr marL="9803">
              <a:spcBef>
                <a:spcPts val="569"/>
              </a:spcBef>
              <a:buClr>
                <a:srgbClr val="000000"/>
              </a:buClr>
              <a:tabLst>
                <a:tab pos="289957" algn="l"/>
                <a:tab pos="290473" algn="l"/>
              </a:tabLst>
            </a:pPr>
            <a:endParaRPr lang="en-GB" b="1" spc="-4" dirty="0"/>
          </a:p>
          <a:p>
            <a:pPr marL="9803">
              <a:spcBef>
                <a:spcPts val="569"/>
              </a:spcBef>
              <a:buClr>
                <a:srgbClr val="000000"/>
              </a:buClr>
              <a:tabLst>
                <a:tab pos="289957" algn="l"/>
                <a:tab pos="290473" algn="l"/>
              </a:tabLst>
            </a:pPr>
            <a:endParaRPr lang="en-GB" b="1" dirty="0"/>
          </a:p>
          <a:p>
            <a:pPr marL="9803">
              <a:spcBef>
                <a:spcPts val="569"/>
              </a:spcBef>
              <a:buClr>
                <a:srgbClr val="000000"/>
              </a:buClr>
              <a:tabLst>
                <a:tab pos="289957" algn="l"/>
                <a:tab pos="290473" algn="l"/>
              </a:tabLst>
            </a:pPr>
            <a:r>
              <a:rPr lang="en-GB" b="1" dirty="0"/>
              <a:t>Use which to display the location of an external command</a:t>
            </a: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sp>
        <p:nvSpPr>
          <p:cNvPr id="24" name="Rectangle 6">
            <a:extLst>
              <a:ext uri="{FF2B5EF4-FFF2-40B4-BE49-F238E27FC236}">
                <a16:creationId xmlns:a16="http://schemas.microsoft.com/office/drawing/2014/main" id="{AD042C84-95B4-CBC6-5615-6AE7EF497E4F}"/>
              </a:ext>
            </a:extLst>
          </p:cNvPr>
          <p:cNvSpPr>
            <a:spLocks noChangeArrowheads="1"/>
          </p:cNvSpPr>
          <p:nvPr/>
        </p:nvSpPr>
        <p:spPr bwMode="auto">
          <a:xfrm>
            <a:off x="828569" y="4104022"/>
            <a:ext cx="2976351" cy="1210588"/>
          </a:xfrm>
          <a:prstGeom prst="rect">
            <a:avLst/>
          </a:prstGeom>
          <a:solidFill>
            <a:schemeClr val="tx1"/>
          </a:solidFill>
          <a:ln w="12700" algn="ctr">
            <a:solidFill>
              <a:srgbClr val="000000"/>
            </a:solidFill>
            <a:miter lim="800000"/>
            <a:headEnd/>
            <a:tailEnd/>
          </a:ln>
          <a:effectLst/>
        </p:spPr>
        <p:txBody>
          <a:bodyPr wrap="square" lIns="95250" tIns="50800" rIns="95250" bIns="50800">
            <a:spAutoFit/>
          </a:bodyPr>
          <a:lstStyle/>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GB" b="1" i="0" u="none" strike="noStrike" kern="1200" cap="none" spc="0" normalizeH="0" baseline="0" noProof="0" dirty="0">
                <a:ln>
                  <a:noFill/>
                </a:ln>
                <a:solidFill>
                  <a:srgbClr val="FFFF00"/>
                </a:solidFill>
                <a:effectLst/>
                <a:uLnTx/>
                <a:uFillTx/>
                <a:latin typeface="Consolas" panose="020B0609020204030204" pitchFamily="49" charset="0"/>
                <a:ea typeface="Hack" panose="020B0609030202020204" pitchFamily="49" charset="0"/>
                <a:cs typeface="Hack" panose="020B0609030202020204" pitchFamily="49" charset="0"/>
              </a:rPr>
              <a:t>$</a:t>
            </a:r>
            <a:r>
              <a:rPr kumimoji="0" lang="en-GB" b="1"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 type cd</a:t>
            </a:r>
          </a:p>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GB"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cd is a shell </a:t>
            </a:r>
            <a:r>
              <a:rPr kumimoji="0" lang="en-GB" i="0" u="none" strike="noStrike" kern="1200" cap="none" spc="0" normalizeH="0" baseline="0" noProof="0" dirty="0" err="1">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builtin</a:t>
            </a:r>
            <a:endParaRPr kumimoji="0" lang="en-GB"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endParaRPr>
          </a:p>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GB" b="1" i="0" u="none" strike="noStrike" kern="1200" cap="none" spc="0" normalizeH="0" baseline="0" noProof="0" dirty="0">
                <a:ln>
                  <a:noFill/>
                </a:ln>
                <a:solidFill>
                  <a:srgbClr val="FFFF00"/>
                </a:solidFill>
                <a:effectLst/>
                <a:uLnTx/>
                <a:uFillTx/>
                <a:latin typeface="Consolas" panose="020B0609020204030204" pitchFamily="49" charset="0"/>
                <a:ea typeface="Hack" panose="020B0609030202020204" pitchFamily="49" charset="0"/>
                <a:cs typeface="Hack" panose="020B0609030202020204" pitchFamily="49" charset="0"/>
              </a:rPr>
              <a:t>$</a:t>
            </a:r>
            <a:r>
              <a:rPr kumimoji="0" lang="en-GB" b="1"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 type date</a:t>
            </a:r>
          </a:p>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GB"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date is /</a:t>
            </a:r>
            <a:r>
              <a:rPr kumimoji="0" lang="en-GB" i="0" u="none" strike="noStrike" kern="1200" cap="none" spc="0" normalizeH="0" baseline="0" noProof="0" dirty="0" err="1">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usr</a:t>
            </a:r>
            <a:r>
              <a:rPr kumimoji="0" lang="en-GB"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/bin/date</a:t>
            </a:r>
            <a:endParaRPr kumimoji="0" lang="en-US"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endParaRPr>
          </a:p>
        </p:txBody>
      </p:sp>
      <p:sp>
        <p:nvSpPr>
          <p:cNvPr id="29" name="Rectangle 6">
            <a:extLst>
              <a:ext uri="{FF2B5EF4-FFF2-40B4-BE49-F238E27FC236}">
                <a16:creationId xmlns:a16="http://schemas.microsoft.com/office/drawing/2014/main" id="{766E70B2-EBE8-E86A-CA60-713A60100890}"/>
              </a:ext>
            </a:extLst>
          </p:cNvPr>
          <p:cNvSpPr>
            <a:spLocks noChangeArrowheads="1"/>
          </p:cNvSpPr>
          <p:nvPr/>
        </p:nvSpPr>
        <p:spPr bwMode="auto">
          <a:xfrm>
            <a:off x="828569" y="5867355"/>
            <a:ext cx="2976351" cy="656590"/>
          </a:xfrm>
          <a:prstGeom prst="rect">
            <a:avLst/>
          </a:prstGeom>
          <a:solidFill>
            <a:schemeClr val="tx1"/>
          </a:solidFill>
          <a:ln w="12700" algn="ctr">
            <a:solidFill>
              <a:srgbClr val="000000"/>
            </a:solidFill>
            <a:miter lim="800000"/>
            <a:headEnd/>
            <a:tailEnd/>
          </a:ln>
          <a:effectLst/>
        </p:spPr>
        <p:txBody>
          <a:bodyPr wrap="square" lIns="95250" tIns="50800" rIns="95250" bIns="50800">
            <a:spAutoFit/>
          </a:bodyPr>
          <a:lstStyle/>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GB" b="1" i="0" u="none" strike="noStrike" kern="1200" cap="none" spc="0" normalizeH="0" baseline="0" noProof="0" dirty="0">
                <a:ln>
                  <a:noFill/>
                </a:ln>
                <a:solidFill>
                  <a:srgbClr val="FFFF00"/>
                </a:solidFill>
                <a:effectLst/>
                <a:uLnTx/>
                <a:uFillTx/>
                <a:latin typeface="Consolas" panose="020B0609020204030204" pitchFamily="49" charset="0"/>
                <a:ea typeface="Hack" panose="020B0609030202020204" pitchFamily="49" charset="0"/>
                <a:cs typeface="Hack" panose="020B0609030202020204" pitchFamily="49" charset="0"/>
              </a:rPr>
              <a:t>$</a:t>
            </a:r>
            <a:r>
              <a:rPr kumimoji="0" lang="en-GB" b="1"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 which date</a:t>
            </a:r>
          </a:p>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GB"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a:t>
            </a:r>
            <a:r>
              <a:rPr kumimoji="0" lang="en-GB" i="0" u="none" strike="noStrike" kern="1200" cap="none" spc="0" normalizeH="0" baseline="0" noProof="0" dirty="0" err="1">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usr</a:t>
            </a:r>
            <a:r>
              <a:rPr kumimoji="0" lang="en-GB"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/bin/date</a:t>
            </a:r>
          </a:p>
        </p:txBody>
      </p:sp>
      <p:pic>
        <p:nvPicPr>
          <p:cNvPr id="33" name="Content Placeholder 32">
            <a:extLst>
              <a:ext uri="{FF2B5EF4-FFF2-40B4-BE49-F238E27FC236}">
                <a16:creationId xmlns:a16="http://schemas.microsoft.com/office/drawing/2014/main" id="{51794F48-B87F-D74E-51FC-B43455111044}"/>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6588443" y="1897771"/>
            <a:ext cx="5532437" cy="4019721"/>
          </a:xfrm>
          <a:prstGeom prst="rect">
            <a:avLst/>
          </a:prstGeom>
        </p:spPr>
      </p:pic>
    </p:spTree>
    <p:extLst>
      <p:ext uri="{BB962C8B-B14F-4D97-AF65-F5344CB8AC3E}">
        <p14:creationId xmlns:p14="http://schemas.microsoft.com/office/powerpoint/2010/main" val="15430591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F19EF83-78EC-CA18-5A61-2818F6A0CA72}"/>
              </a:ext>
            </a:extLst>
          </p:cNvPr>
          <p:cNvSpPr>
            <a:spLocks noGrp="1"/>
          </p:cNvSpPr>
          <p:nvPr>
            <p:ph type="ctrTitle"/>
          </p:nvPr>
        </p:nvSpPr>
        <p:spPr/>
        <p:txBody>
          <a:bodyPr/>
          <a:lstStyle/>
          <a:p>
            <a:r>
              <a:rPr lang="en-US" noProof="0" dirty="0"/>
              <a:t>Knowledge check</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type="body" sz="quarter" idx="13"/>
          </p:nvPr>
        </p:nvSpPr>
        <p:spPr/>
        <p:txBody>
          <a:bodyPr/>
          <a:lstStyle/>
          <a:p>
            <a:r>
              <a:rPr lang="en-GB" b="1" noProof="0" dirty="0"/>
              <a:t>Identify the different parts of this command line:</a:t>
            </a:r>
          </a:p>
          <a:p>
            <a:endParaRPr lang="en-US" noProof="0" dirty="0"/>
          </a:p>
          <a:p>
            <a:endParaRPr lang="en-US" noProof="0" dirty="0"/>
          </a:p>
          <a:p>
            <a:r>
              <a:rPr lang="en-GB" b="1" noProof="0" dirty="0"/>
              <a:t>Parts to Identify</a:t>
            </a:r>
            <a:r>
              <a:rPr lang="en-GB" noProof="0" dirty="0"/>
              <a:t>:</a:t>
            </a:r>
          </a:p>
          <a:p>
            <a:pPr marL="285750" indent="-285750">
              <a:buFont typeface="Arial" panose="020B0604020202020204" pitchFamily="34" charset="0"/>
              <a:buChar char="•"/>
            </a:pPr>
            <a:r>
              <a:rPr lang="en-GB" noProof="0" dirty="0"/>
              <a:t>Command</a:t>
            </a:r>
          </a:p>
          <a:p>
            <a:pPr marL="285750" indent="-285750">
              <a:buFont typeface="Arial" panose="020B0604020202020204" pitchFamily="34" charset="0"/>
              <a:buChar char="•"/>
            </a:pPr>
            <a:r>
              <a:rPr lang="en-GB" noProof="0" dirty="0"/>
              <a:t>Short option</a:t>
            </a:r>
          </a:p>
          <a:p>
            <a:pPr marL="285750" indent="-285750">
              <a:buFont typeface="Arial" panose="020B0604020202020204" pitchFamily="34" charset="0"/>
              <a:buChar char="•"/>
            </a:pPr>
            <a:r>
              <a:rPr lang="en-GB" noProof="0" dirty="0"/>
              <a:t>Long option</a:t>
            </a:r>
          </a:p>
          <a:p>
            <a:pPr marL="285750" indent="-285750">
              <a:buFont typeface="Arial" panose="020B0604020202020204" pitchFamily="34" charset="0"/>
              <a:buChar char="•"/>
            </a:pPr>
            <a:r>
              <a:rPr lang="en-GB" noProof="0" dirty="0"/>
              <a:t>End-of-options marker</a:t>
            </a:r>
          </a:p>
          <a:p>
            <a:pPr marL="285750" indent="-285750">
              <a:buFont typeface="Arial" panose="020B0604020202020204" pitchFamily="34" charset="0"/>
              <a:buChar char="•"/>
            </a:pPr>
            <a:r>
              <a:rPr lang="en-GB" noProof="0" dirty="0"/>
              <a:t>Argument</a:t>
            </a:r>
            <a:endParaRPr lang="en-US" noProof="0" dirty="0"/>
          </a:p>
        </p:txBody>
      </p:sp>
      <p:grpSp>
        <p:nvGrpSpPr>
          <p:cNvPr id="2" name="Group 1">
            <a:extLst>
              <a:ext uri="{FF2B5EF4-FFF2-40B4-BE49-F238E27FC236}">
                <a16:creationId xmlns:a16="http://schemas.microsoft.com/office/drawing/2014/main" id="{13F8CA10-6921-3741-3728-05E2C46E92FA}"/>
              </a:ext>
            </a:extLst>
          </p:cNvPr>
          <p:cNvGrpSpPr/>
          <p:nvPr/>
        </p:nvGrpSpPr>
        <p:grpSpPr>
          <a:xfrm>
            <a:off x="742969" y="2184509"/>
            <a:ext cx="7574497" cy="997079"/>
            <a:chOff x="740448" y="1798447"/>
            <a:chExt cx="7574497" cy="997079"/>
          </a:xfrm>
          <a:effectLst/>
        </p:grpSpPr>
        <p:sp>
          <p:nvSpPr>
            <p:cNvPr id="4" name="Rectangle 6">
              <a:extLst>
                <a:ext uri="{FF2B5EF4-FFF2-40B4-BE49-F238E27FC236}">
                  <a16:creationId xmlns:a16="http://schemas.microsoft.com/office/drawing/2014/main" id="{B5EC93D6-730B-4FF1-0D3D-A451A4C45FD1}"/>
                </a:ext>
              </a:extLst>
            </p:cNvPr>
            <p:cNvSpPr>
              <a:spLocks noChangeArrowheads="1"/>
            </p:cNvSpPr>
            <p:nvPr/>
          </p:nvSpPr>
          <p:spPr bwMode="auto">
            <a:xfrm>
              <a:off x="740448" y="1798447"/>
              <a:ext cx="5767559" cy="410369"/>
            </a:xfrm>
            <a:prstGeom prst="rect">
              <a:avLst/>
            </a:prstGeom>
            <a:solidFill>
              <a:schemeClr val="tx1"/>
            </a:solidFill>
            <a:ln w="12700" algn="ctr">
              <a:solidFill>
                <a:srgbClr val="000000"/>
              </a:solidFill>
              <a:miter lim="800000"/>
              <a:headEnd/>
              <a:tailEnd/>
            </a:ln>
            <a:effectLst/>
          </p:spPr>
          <p:txBody>
            <a:bodyPr wrap="square" lIns="95250" tIns="50800" rIns="95250" bIns="50800">
              <a:spAutoFit/>
            </a:bodyPr>
            <a:lstStyle/>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s-ES" sz="2000" b="1"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/home/user1</a:t>
              </a:r>
              <a:r>
                <a:rPr kumimoji="0" lang="es-ES" sz="2000" b="0"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 </a:t>
              </a:r>
              <a:r>
                <a:rPr kumimoji="0" lang="es-ES" sz="2000" b="1" i="0" u="none" strike="noStrike" kern="1200" cap="none" spc="0" normalizeH="0" baseline="0" noProof="0" dirty="0" err="1">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ls</a:t>
              </a:r>
              <a:r>
                <a:rPr kumimoji="0" lang="es-ES" sz="2000" b="0"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 </a:t>
              </a:r>
              <a:r>
                <a:rPr kumimoji="0" lang="es-ES" sz="2000" b="1"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-l --color=auto -- /</a:t>
              </a:r>
              <a:r>
                <a:rPr kumimoji="0" lang="es-ES" sz="2000" b="1" i="0" strike="noStrike" kern="1200" cap="none" spc="0" normalizeH="0" baseline="0" noProof="0" dirty="0" err="1">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etc</a:t>
              </a:r>
              <a:endParaRPr kumimoji="0" lang="es-ES" sz="2000" b="1" i="0"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endParaRPr>
            </a:p>
          </p:txBody>
        </p:sp>
        <p:sp>
          <p:nvSpPr>
            <p:cNvPr id="20" name="Line 11">
              <a:extLst>
                <a:ext uri="{FF2B5EF4-FFF2-40B4-BE49-F238E27FC236}">
                  <a16:creationId xmlns:a16="http://schemas.microsoft.com/office/drawing/2014/main" id="{B90C85A1-6F8F-78C6-10AE-2AA2808B8A99}"/>
                </a:ext>
              </a:extLst>
            </p:cNvPr>
            <p:cNvSpPr>
              <a:spLocks noChangeShapeType="1"/>
            </p:cNvSpPr>
            <p:nvPr/>
          </p:nvSpPr>
          <p:spPr bwMode="auto">
            <a:xfrm flipH="1" flipV="1">
              <a:off x="8314945" y="2566754"/>
              <a:ext cx="0" cy="228772"/>
            </a:xfrm>
            <a:prstGeom prst="line">
              <a:avLst/>
            </a:prstGeom>
            <a:noFill/>
            <a:ln w="19050">
              <a:solidFill>
                <a:schemeClr val="accent5"/>
              </a:solidFill>
              <a:round/>
              <a:headEnd/>
              <a:tailEnd type="triangle" w="med" len="med"/>
            </a:ln>
            <a:extLst>
              <a:ext uri="{909E8E84-426E-40dd-AFC4-6F175D3DCCD1}">
                <a14:hiddenFill xmlns="" xmlns:a14="http://schemas.microsoft.com/office/drawing/2010/main">
                  <a:noFill/>
                </a14:hiddenFill>
              </a:ext>
            </a:extLst>
          </p:spPr>
          <p:txBody>
            <a:bodyPr wrap="square">
              <a:spAutoFit/>
            </a:bodyPr>
            <a:lstStyle/>
            <a:p>
              <a:endParaRPr lang="en-GB" dirty="0"/>
            </a:p>
          </p:txBody>
        </p:sp>
      </p:grpSp>
    </p:spTree>
    <p:extLst>
      <p:ext uri="{BB962C8B-B14F-4D97-AF65-F5344CB8AC3E}">
        <p14:creationId xmlns:p14="http://schemas.microsoft.com/office/powerpoint/2010/main" val="27157478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US" noProof="0" dirty="0"/>
              <a:t>Help</a:t>
            </a:r>
          </a:p>
        </p:txBody>
      </p:sp>
      <p:sp>
        <p:nvSpPr>
          <p:cNvPr id="2" name="Subtitle 1">
            <a:extLst>
              <a:ext uri="{FF2B5EF4-FFF2-40B4-BE49-F238E27FC236}">
                <a16:creationId xmlns:a16="http://schemas.microsoft.com/office/drawing/2014/main" id="{1DB5D49E-8F29-A5C2-6ABC-E25FDE60A301}"/>
              </a:ext>
            </a:extLst>
          </p:cNvPr>
          <p:cNvSpPr>
            <a:spLocks noGrp="1"/>
          </p:cNvSpPr>
          <p:nvPr>
            <p:ph type="subTitle" idx="1"/>
          </p:nvPr>
        </p:nvSpPr>
        <p:spPr/>
        <p:txBody>
          <a:bodyPr/>
          <a:lstStyle/>
          <a:p>
            <a:r>
              <a:rPr lang="en-US" noProof="0" dirty="0"/>
              <a:t>Look up things</a:t>
            </a:r>
          </a:p>
        </p:txBody>
      </p:sp>
    </p:spTree>
    <p:extLst>
      <p:ext uri="{BB962C8B-B14F-4D97-AF65-F5344CB8AC3E}">
        <p14:creationId xmlns:p14="http://schemas.microsoft.com/office/powerpoint/2010/main" val="3101696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F312261-E99F-C8CF-D3CC-BEE6F392358E}"/>
              </a:ext>
            </a:extLst>
          </p:cNvPr>
          <p:cNvSpPr>
            <a:spLocks noGrp="1"/>
          </p:cNvSpPr>
          <p:nvPr>
            <p:ph type="ctrTitle"/>
          </p:nvPr>
        </p:nvSpPr>
        <p:spPr/>
        <p:txBody>
          <a:bodyPr/>
          <a:lstStyle/>
          <a:p>
            <a:r>
              <a:rPr lang="en-US" noProof="0" dirty="0"/>
              <a:t>Getting help</a:t>
            </a:r>
          </a:p>
        </p:txBody>
      </p:sp>
      <p:sp>
        <p:nvSpPr>
          <p:cNvPr id="3" name="Text Placeholder 2">
            <a:extLst>
              <a:ext uri="{FF2B5EF4-FFF2-40B4-BE49-F238E27FC236}">
                <a16:creationId xmlns:a16="http://schemas.microsoft.com/office/drawing/2014/main" id="{71B88E1F-2C3A-A24B-B381-CD5671B0B218}"/>
              </a:ext>
            </a:extLst>
          </p:cNvPr>
          <p:cNvSpPr>
            <a:spLocks noGrp="1"/>
          </p:cNvSpPr>
          <p:nvPr>
            <p:ph type="body" sz="quarter" idx="14"/>
          </p:nvPr>
        </p:nvSpPr>
        <p:spPr/>
        <p:txBody>
          <a:bodyPr>
            <a:noAutofit/>
          </a:bodyPr>
          <a:lstStyle/>
          <a:p>
            <a:r>
              <a:rPr lang="en-US" b="1" noProof="0" dirty="0"/>
              <a:t>Linux provides several sources of help and documentation:</a:t>
            </a:r>
          </a:p>
          <a:p>
            <a:r>
              <a:rPr lang="en-US" b="1" noProof="0" dirty="0"/>
              <a:t>Local documentation</a:t>
            </a:r>
          </a:p>
          <a:p>
            <a:pPr marL="285750" indent="-285750">
              <a:buFont typeface="Arial" panose="020B0604020202020204" pitchFamily="34" charset="0"/>
              <a:buChar char="•"/>
            </a:pPr>
            <a:r>
              <a:rPr lang="en-US" noProof="0" dirty="0"/>
              <a:t>man — traditional manual pages</a:t>
            </a:r>
          </a:p>
          <a:p>
            <a:pPr marL="285750" indent="-285750">
              <a:buFont typeface="Arial" panose="020B0604020202020204" pitchFamily="34" charset="0"/>
              <a:buChar char="•"/>
            </a:pPr>
            <a:r>
              <a:rPr lang="en-US" noProof="0" dirty="0"/>
              <a:t>--help — quick command usage summary</a:t>
            </a:r>
          </a:p>
          <a:p>
            <a:pPr marL="285750" indent="-285750">
              <a:buFont typeface="Arial" panose="020B0604020202020204" pitchFamily="34" charset="0"/>
              <a:buChar char="•"/>
            </a:pPr>
            <a:r>
              <a:rPr lang="en-US" noProof="0" dirty="0"/>
              <a:t>help — help for shell built-in commands</a:t>
            </a:r>
          </a:p>
          <a:p>
            <a:pPr marL="285750" indent="-285750">
              <a:buFont typeface="Arial" panose="020B0604020202020204" pitchFamily="34" charset="0"/>
              <a:buChar char="•"/>
            </a:pPr>
            <a:r>
              <a:rPr lang="en-US" noProof="0" dirty="0"/>
              <a:t>info — GNU hypertext documentation</a:t>
            </a:r>
          </a:p>
          <a:p>
            <a:pPr marL="285750" indent="-285750">
              <a:buFont typeface="Arial" panose="020B0604020202020204" pitchFamily="34" charset="0"/>
              <a:buChar char="•"/>
            </a:pPr>
            <a:r>
              <a:rPr lang="en-US" noProof="0" dirty="0"/>
              <a:t>/</a:t>
            </a:r>
            <a:r>
              <a:rPr lang="en-US" noProof="0" dirty="0" err="1"/>
              <a:t>usr</a:t>
            </a:r>
            <a:r>
              <a:rPr lang="en-US" noProof="0" dirty="0"/>
              <a:t>/share/doc — package documentation and examples</a:t>
            </a:r>
          </a:p>
          <a:p>
            <a:r>
              <a:rPr lang="en-US" b="1" noProof="0" dirty="0"/>
              <a:t>Online resources</a:t>
            </a:r>
          </a:p>
          <a:p>
            <a:pPr marL="285750" indent="-285750">
              <a:buFont typeface="Arial" panose="020B0604020202020204" pitchFamily="34" charset="0"/>
              <a:buChar char="•"/>
            </a:pPr>
            <a:r>
              <a:rPr lang="en-US" noProof="0" dirty="0"/>
              <a:t>Vendor documentation</a:t>
            </a:r>
          </a:p>
          <a:p>
            <a:pPr marL="285750" indent="-285750">
              <a:buFont typeface="Arial" panose="020B0604020202020204" pitchFamily="34" charset="0"/>
              <a:buChar char="•"/>
            </a:pPr>
            <a:r>
              <a:rPr lang="en-US" noProof="0" dirty="0"/>
              <a:t>Community forums and websites</a:t>
            </a:r>
          </a:p>
          <a:p>
            <a:pPr marL="285750" indent="-285750">
              <a:buFont typeface="Arial" panose="020B0604020202020204" pitchFamily="34" charset="0"/>
              <a:buChar char="•"/>
            </a:pPr>
            <a:r>
              <a:rPr lang="en-US" noProof="0" dirty="0"/>
              <a:t>Project documentation and GitHub repositories</a:t>
            </a:r>
          </a:p>
        </p:txBody>
      </p:sp>
      <p:sp>
        <p:nvSpPr>
          <p:cNvPr id="2" name="Slide Number Placeholder 1">
            <a:extLst>
              <a:ext uri="{FF2B5EF4-FFF2-40B4-BE49-F238E27FC236}">
                <a16:creationId xmlns:a16="http://schemas.microsoft.com/office/drawing/2014/main" id="{9A495923-579B-8F47-840B-3F6C4A56DE24}"/>
              </a:ext>
            </a:extLst>
          </p:cNvPr>
          <p:cNvSpPr>
            <a:spLocks noGrp="1"/>
          </p:cNvSpPr>
          <p:nvPr>
            <p:ph type="sldNum" sz="quarter" idx="12"/>
          </p:nvPr>
        </p:nvSpPr>
        <p:spPr/>
        <p:txBody>
          <a:bodyPr/>
          <a:lstStyle/>
          <a:p>
            <a:pPr lvl="0"/>
            <a:fld id="{EF892D59-8F09-EF4B-AD6D-DA609442F868}" type="slidenum">
              <a:rPr lang="en-US" noProof="0" smtClean="0"/>
              <a:pPr lvl="0"/>
              <a:t>18</a:t>
            </a:fld>
            <a:endParaRPr lang="en-US" noProof="0" dirty="0"/>
          </a:p>
        </p:txBody>
      </p:sp>
      <p:pic>
        <p:nvPicPr>
          <p:cNvPr id="6" name="Picture 5">
            <a:extLst>
              <a:ext uri="{FF2B5EF4-FFF2-40B4-BE49-F238E27FC236}">
                <a16:creationId xmlns:a16="http://schemas.microsoft.com/office/drawing/2014/main" id="{2520543A-50EB-8E07-1BD9-B0FE330AC1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58090" y="2449830"/>
            <a:ext cx="1034634" cy="1034634"/>
          </a:xfrm>
          <a:prstGeom prst="rect">
            <a:avLst/>
          </a:prstGeom>
        </p:spPr>
      </p:pic>
    </p:spTree>
    <p:extLst>
      <p:ext uri="{BB962C8B-B14F-4D97-AF65-F5344CB8AC3E}">
        <p14:creationId xmlns:p14="http://schemas.microsoft.com/office/powerpoint/2010/main" val="1793208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9F4EFB27-9BFA-BA66-B6B0-320F0632154C}"/>
              </a:ext>
            </a:extLst>
          </p:cNvPr>
          <p:cNvSpPr>
            <a:spLocks noGrp="1"/>
          </p:cNvSpPr>
          <p:nvPr>
            <p:ph type="ctrTitle"/>
          </p:nvPr>
        </p:nvSpPr>
        <p:spPr/>
        <p:txBody>
          <a:bodyPr/>
          <a:lstStyle/>
          <a:p>
            <a:r>
              <a:rPr lang="en-US" noProof="0" dirty="0"/>
              <a:t>Man – Manual Pages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type="body" sz="quarter" idx="14"/>
          </p:nvPr>
        </p:nvSpPr>
        <p:spPr>
          <a:xfrm>
            <a:off x="443920" y="1733108"/>
            <a:ext cx="5188783" cy="4061405"/>
          </a:xfrm>
        </p:spPr>
        <p:txBody>
          <a:bodyPr>
            <a:normAutofit lnSpcReduction="10000"/>
          </a:bodyPr>
          <a:lstStyle/>
          <a:p>
            <a:r>
              <a:rPr lang="en-GB" b="1" noProof="0" dirty="0">
                <a:solidFill>
                  <a:schemeClr val="tx1"/>
                </a:solidFill>
              </a:rPr>
              <a:t>Linux includes built-in documentation called manual pages (man pages).</a:t>
            </a:r>
          </a:p>
          <a:p>
            <a:pPr marL="285750" indent="-285750">
              <a:buFont typeface="Arial" panose="020B0604020202020204" pitchFamily="34" charset="0"/>
              <a:buChar char="•"/>
            </a:pPr>
            <a:r>
              <a:rPr lang="en-GB" dirty="0"/>
              <a:t>To display the documentation for the ls command:</a:t>
            </a:r>
          </a:p>
          <a:p>
            <a:endParaRPr lang="en-GB" noProof="0" dirty="0">
              <a:solidFill>
                <a:schemeClr val="tx1"/>
              </a:solidFill>
            </a:endParaRPr>
          </a:p>
          <a:p>
            <a:pPr marL="285750" indent="-285750">
              <a:buFont typeface="Arial" panose="020B0604020202020204" pitchFamily="34" charset="0"/>
              <a:buChar char="•"/>
            </a:pPr>
            <a:r>
              <a:rPr lang="en-GB" noProof="0" dirty="0">
                <a:solidFill>
                  <a:schemeClr val="tx1"/>
                </a:solidFill>
              </a:rPr>
              <a:t>To display the documentation for the /etc/passwd file in section 5:</a:t>
            </a:r>
          </a:p>
          <a:p>
            <a:pPr lvl="1"/>
            <a:endParaRPr lang="en-US" noProof="0" dirty="0">
              <a:solidFill>
                <a:schemeClr val="tx1"/>
              </a:solidFill>
            </a:endParaRPr>
          </a:p>
          <a:p>
            <a:pPr marL="285750" indent="-285750">
              <a:buFont typeface="Arial" panose="020B0604020202020204" pitchFamily="34" charset="0"/>
              <a:buChar char="•"/>
            </a:pPr>
            <a:r>
              <a:rPr lang="en-US" dirty="0"/>
              <a:t>To search man page descriptions for a keyword:</a:t>
            </a:r>
          </a:p>
          <a:p>
            <a:pPr marL="285750" indent="-285750">
              <a:buFont typeface="Arial" panose="020B0604020202020204" pitchFamily="34" charset="0"/>
              <a:buChar char="•"/>
            </a:pPr>
            <a:endParaRPr lang="en-US" noProof="0" dirty="0"/>
          </a:p>
          <a:p>
            <a:pPr marL="285750" indent="-285750">
              <a:buFont typeface="Arial" panose="020B0604020202020204" pitchFamily="34" charset="0"/>
              <a:buChar char="•"/>
            </a:pPr>
            <a:r>
              <a:rPr lang="en-US" dirty="0"/>
              <a:t>Documentation even exists for the man command:</a:t>
            </a:r>
          </a:p>
          <a:p>
            <a:pPr marL="285750" indent="-285750">
              <a:buFont typeface="Arial" panose="020B0604020202020204" pitchFamily="34" charset="0"/>
              <a:buChar char="•"/>
            </a:pPr>
            <a:endParaRPr lang="en-US" noProof="0"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noProof="0" dirty="0"/>
          </a:p>
          <a:p>
            <a:pPr marL="285750" indent="-285750">
              <a:buFont typeface="Arial" panose="020B0604020202020204" pitchFamily="34" charset="0"/>
              <a:buChar char="•"/>
            </a:pPr>
            <a:endParaRPr lang="en-US" noProof="0" dirty="0"/>
          </a:p>
        </p:txBody>
      </p:sp>
      <p:sp>
        <p:nvSpPr>
          <p:cNvPr id="23" name="Text Placeholder 22">
            <a:extLst>
              <a:ext uri="{FF2B5EF4-FFF2-40B4-BE49-F238E27FC236}">
                <a16:creationId xmlns:a16="http://schemas.microsoft.com/office/drawing/2014/main" id="{AEE6DBAB-5E80-559A-3D4D-F47D5B96C2A5}"/>
              </a:ext>
            </a:extLst>
          </p:cNvPr>
          <p:cNvSpPr>
            <a:spLocks noGrp="1"/>
          </p:cNvSpPr>
          <p:nvPr>
            <p:ph type="body" sz="quarter" idx="15"/>
          </p:nvPr>
        </p:nvSpPr>
        <p:spPr>
          <a:xfrm>
            <a:off x="6108121" y="1733108"/>
            <a:ext cx="5248172" cy="4061405"/>
          </a:xfrm>
        </p:spPr>
        <p:txBody>
          <a:bodyPr/>
          <a:lstStyle/>
          <a:p>
            <a:r>
              <a:rPr lang="en-GB" b="1" spc="-8" dirty="0">
                <a:solidFill>
                  <a:srgbClr val="2D2C2C"/>
                </a:solidFill>
                <a:cs typeface="Segoe UI"/>
              </a:rPr>
              <a:t>Manual pages are organised into numbered sections:</a:t>
            </a:r>
          </a:p>
          <a:p>
            <a:pPr marL="285750" indent="-285750">
              <a:buFont typeface="Arial" panose="020B0604020202020204" pitchFamily="34" charset="0"/>
              <a:buChar char="•"/>
            </a:pPr>
            <a:r>
              <a:rPr lang="en-US" spc="-8" dirty="0">
                <a:solidFill>
                  <a:srgbClr val="2D2C2C"/>
                </a:solidFill>
                <a:cs typeface="Segoe UI"/>
              </a:rPr>
              <a:t>Sections 1, 5 and 8 are used often by users</a:t>
            </a:r>
          </a:p>
          <a:p>
            <a:pPr marL="285750" indent="-285750">
              <a:buFont typeface="Arial" panose="020B0604020202020204" pitchFamily="34" charset="0"/>
              <a:buChar char="•"/>
            </a:pPr>
            <a:endParaRPr lang="en-US" spc="-8" dirty="0">
              <a:solidFill>
                <a:srgbClr val="2D2C2C"/>
              </a:solidFill>
              <a:cs typeface="Segoe UI"/>
            </a:endParaRPr>
          </a:p>
          <a:p>
            <a:pPr marL="285750" indent="-285750">
              <a:buFont typeface="Arial" panose="020B0604020202020204" pitchFamily="34" charset="0"/>
              <a:buChar char="•"/>
            </a:pPr>
            <a:endParaRPr lang="en-US" spc="-8" dirty="0">
              <a:solidFill>
                <a:srgbClr val="2D2C2C"/>
              </a:solidFill>
              <a:cs typeface="Segoe UI"/>
            </a:endParaRPr>
          </a:p>
          <a:p>
            <a:pPr marL="285750" indent="-285750">
              <a:buFont typeface="Arial" panose="020B0604020202020204" pitchFamily="34" charset="0"/>
              <a:buChar char="•"/>
            </a:pPr>
            <a:endParaRPr lang="en-US" spc="-8" dirty="0">
              <a:solidFill>
                <a:srgbClr val="2D2C2C"/>
              </a:solidFill>
              <a:cs typeface="Segoe UI"/>
            </a:endParaRPr>
          </a:p>
          <a:p>
            <a:pPr marL="285750" indent="-285750">
              <a:buFont typeface="Arial" panose="020B0604020202020204" pitchFamily="34" charset="0"/>
              <a:buChar char="•"/>
            </a:pPr>
            <a:endParaRPr lang="en-US" spc="-8" dirty="0">
              <a:solidFill>
                <a:srgbClr val="2D2C2C"/>
              </a:solidFill>
              <a:cs typeface="Segoe UI"/>
            </a:endParaRPr>
          </a:p>
          <a:p>
            <a:pPr marL="285750" indent="-285750">
              <a:buFont typeface="Arial" panose="020B0604020202020204" pitchFamily="34" charset="0"/>
              <a:buChar char="•"/>
            </a:pPr>
            <a:endParaRPr lang="en-US" spc="-8" dirty="0">
              <a:solidFill>
                <a:srgbClr val="2D2C2C"/>
              </a:solidFill>
              <a:cs typeface="Segoe UI"/>
            </a:endParaRPr>
          </a:p>
          <a:p>
            <a:pPr marL="285750" indent="-285750">
              <a:buFont typeface="Arial" panose="020B0604020202020204" pitchFamily="34" charset="0"/>
              <a:buChar char="•"/>
            </a:pPr>
            <a:endParaRPr lang="en-US" spc="-8" dirty="0">
              <a:solidFill>
                <a:srgbClr val="2D2C2C"/>
              </a:solidFill>
              <a:cs typeface="Segoe UI"/>
            </a:endParaRPr>
          </a:p>
          <a:p>
            <a:pPr marL="285750" indent="-285750">
              <a:buFont typeface="Arial" panose="020B0604020202020204" pitchFamily="34" charset="0"/>
              <a:buChar char="•"/>
            </a:pPr>
            <a:endParaRPr lang="en-US" spc="-8" dirty="0">
              <a:solidFill>
                <a:srgbClr val="2D2C2C"/>
              </a:solidFill>
              <a:cs typeface="Segoe UI"/>
            </a:endParaRPr>
          </a:p>
          <a:p>
            <a:pPr marL="285750" indent="-285750">
              <a:buFont typeface="Arial" panose="020B0604020202020204" pitchFamily="34" charset="0"/>
              <a:buChar char="•"/>
            </a:pPr>
            <a:endParaRPr lang="en-US" spc="-8" dirty="0">
              <a:solidFill>
                <a:srgbClr val="2D2C2C"/>
              </a:solidFill>
              <a:cs typeface="Segoe UI"/>
            </a:endParaRPr>
          </a:p>
          <a:p>
            <a:pPr marL="285750" indent="-285750">
              <a:buFont typeface="Arial" panose="020B0604020202020204" pitchFamily="34" charset="0"/>
              <a:buChar char="•"/>
            </a:pPr>
            <a:r>
              <a:rPr lang="en-GB" dirty="0">
                <a:cs typeface="Segoe UI"/>
              </a:rPr>
              <a:t>The same name can exist in multiple sections. For example, passwd(1) and passwd(5) describe different things.</a:t>
            </a:r>
            <a:endParaRPr lang="en-US" dirty="0">
              <a:cs typeface="Segoe UI"/>
            </a:endParaRPr>
          </a:p>
          <a:p>
            <a:endParaRPr lang="en-GB"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sp>
        <p:nvSpPr>
          <p:cNvPr id="18" name="Rectangle 6">
            <a:extLst>
              <a:ext uri="{FF2B5EF4-FFF2-40B4-BE49-F238E27FC236}">
                <a16:creationId xmlns:a16="http://schemas.microsoft.com/office/drawing/2014/main" id="{B9E82818-CB6D-CE6A-847E-DDF3A4E1450A}"/>
              </a:ext>
            </a:extLst>
          </p:cNvPr>
          <p:cNvSpPr>
            <a:spLocks noChangeArrowheads="1"/>
          </p:cNvSpPr>
          <p:nvPr/>
        </p:nvSpPr>
        <p:spPr bwMode="auto">
          <a:xfrm>
            <a:off x="835707" y="2696122"/>
            <a:ext cx="1511958" cy="379591"/>
          </a:xfrm>
          <a:prstGeom prst="rect">
            <a:avLst/>
          </a:prstGeom>
          <a:solidFill>
            <a:schemeClr val="tx1"/>
          </a:solidFill>
          <a:ln w="12700" algn="ctr">
            <a:solidFill>
              <a:srgbClr val="000000"/>
            </a:solidFill>
            <a:miter lim="800000"/>
            <a:headEnd/>
            <a:tailEnd/>
          </a:ln>
          <a:effectLst/>
        </p:spPr>
        <p:txBody>
          <a:bodyPr wrap="square" lIns="95250" tIns="50800" rIns="95250" bIns="50800">
            <a:spAutoFit/>
          </a:bodyPr>
          <a:lstStyle/>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US" i="0" u="none" strike="noStrike" kern="1200" cap="none" spc="0" normalizeH="0" baseline="0" noProof="0" dirty="0">
                <a:ln>
                  <a:noFill/>
                </a:ln>
                <a:solidFill>
                  <a:srgbClr val="FFFF00"/>
                </a:solidFill>
                <a:effectLst/>
                <a:uLnTx/>
                <a:uFillTx/>
                <a:latin typeface="Consolas" panose="020B0609020204030204" pitchFamily="49" charset="0"/>
                <a:ea typeface="Hack" panose="020B0609030202020204" pitchFamily="49" charset="0"/>
                <a:cs typeface="Hack" panose="020B0609030202020204" pitchFamily="49" charset="0"/>
              </a:rPr>
              <a:t>$</a:t>
            </a:r>
            <a:r>
              <a:rPr kumimoji="0" lang="en-US"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 man date</a:t>
            </a:r>
          </a:p>
        </p:txBody>
      </p:sp>
      <p:sp>
        <p:nvSpPr>
          <p:cNvPr id="19" name="Rectangle 6">
            <a:extLst>
              <a:ext uri="{FF2B5EF4-FFF2-40B4-BE49-F238E27FC236}">
                <a16:creationId xmlns:a16="http://schemas.microsoft.com/office/drawing/2014/main" id="{D353CEF4-6E4E-AACF-C66E-ADB0CA3998EE}"/>
              </a:ext>
            </a:extLst>
          </p:cNvPr>
          <p:cNvSpPr>
            <a:spLocks noChangeArrowheads="1"/>
          </p:cNvSpPr>
          <p:nvPr/>
        </p:nvSpPr>
        <p:spPr bwMode="auto">
          <a:xfrm>
            <a:off x="835707" y="4341707"/>
            <a:ext cx="1845532" cy="379591"/>
          </a:xfrm>
          <a:prstGeom prst="rect">
            <a:avLst/>
          </a:prstGeom>
          <a:solidFill>
            <a:schemeClr val="tx1"/>
          </a:solidFill>
          <a:ln w="12700" algn="ctr">
            <a:solidFill>
              <a:srgbClr val="000000"/>
            </a:solidFill>
            <a:miter lim="800000"/>
            <a:headEnd/>
            <a:tailEnd/>
          </a:ln>
          <a:effectLst/>
        </p:spPr>
        <p:txBody>
          <a:bodyPr wrap="square" lIns="95250" tIns="50800" rIns="95250" bIns="50800">
            <a:spAutoFit/>
          </a:bodyPr>
          <a:lstStyle/>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US" i="0" u="none" strike="noStrike" kern="1200" cap="none" spc="0" normalizeH="0" baseline="0" noProof="0" dirty="0">
                <a:ln>
                  <a:noFill/>
                </a:ln>
                <a:solidFill>
                  <a:srgbClr val="FFFF00"/>
                </a:solidFill>
                <a:effectLst/>
                <a:uLnTx/>
                <a:uFillTx/>
                <a:latin typeface="Consolas" panose="020B0609020204030204" pitchFamily="49" charset="0"/>
                <a:ea typeface="Hack" panose="020B0609030202020204" pitchFamily="49" charset="0"/>
                <a:cs typeface="Hack" panose="020B0609030202020204" pitchFamily="49" charset="0"/>
              </a:rPr>
              <a:t>$</a:t>
            </a:r>
            <a:r>
              <a:rPr kumimoji="0" lang="en-US"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 man –k edit</a:t>
            </a:r>
          </a:p>
        </p:txBody>
      </p:sp>
      <p:sp>
        <p:nvSpPr>
          <p:cNvPr id="20" name="Rectangle 6">
            <a:extLst>
              <a:ext uri="{FF2B5EF4-FFF2-40B4-BE49-F238E27FC236}">
                <a16:creationId xmlns:a16="http://schemas.microsoft.com/office/drawing/2014/main" id="{514DF1A5-284E-F77C-61E8-6B697087314B}"/>
              </a:ext>
            </a:extLst>
          </p:cNvPr>
          <p:cNvSpPr>
            <a:spLocks noChangeArrowheads="1"/>
          </p:cNvSpPr>
          <p:nvPr/>
        </p:nvSpPr>
        <p:spPr bwMode="auto">
          <a:xfrm>
            <a:off x="835707" y="3648083"/>
            <a:ext cx="2030119" cy="379591"/>
          </a:xfrm>
          <a:prstGeom prst="rect">
            <a:avLst/>
          </a:prstGeom>
          <a:solidFill>
            <a:schemeClr val="tx1"/>
          </a:solidFill>
          <a:ln w="12700" algn="ctr">
            <a:solidFill>
              <a:srgbClr val="000000"/>
            </a:solidFill>
            <a:miter lim="800000"/>
            <a:headEnd/>
            <a:tailEnd/>
          </a:ln>
          <a:effectLst/>
        </p:spPr>
        <p:txBody>
          <a:bodyPr wrap="square" lIns="95250" tIns="50800" rIns="95250" bIns="50800">
            <a:spAutoFit/>
          </a:bodyPr>
          <a:lstStyle/>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US" i="0" u="none" strike="noStrike" kern="1200" cap="none" spc="0" normalizeH="0" baseline="0" noProof="0" dirty="0">
                <a:ln>
                  <a:noFill/>
                </a:ln>
                <a:solidFill>
                  <a:srgbClr val="FFFF00"/>
                </a:solidFill>
                <a:effectLst/>
                <a:uLnTx/>
                <a:uFillTx/>
                <a:latin typeface="Consolas" panose="020B0609020204030204" pitchFamily="49" charset="0"/>
                <a:ea typeface="Hack" panose="020B0609030202020204" pitchFamily="49" charset="0"/>
                <a:cs typeface="Hack" panose="020B0609030202020204" pitchFamily="49" charset="0"/>
              </a:rPr>
              <a:t>$</a:t>
            </a:r>
            <a:r>
              <a:rPr kumimoji="0" lang="en-US"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 man 5 passwd</a:t>
            </a:r>
          </a:p>
        </p:txBody>
      </p:sp>
      <p:graphicFrame>
        <p:nvGraphicFramePr>
          <p:cNvPr id="22" name="Table 21">
            <a:extLst>
              <a:ext uri="{FF2B5EF4-FFF2-40B4-BE49-F238E27FC236}">
                <a16:creationId xmlns:a16="http://schemas.microsoft.com/office/drawing/2014/main" id="{4A574385-BF9D-8D88-C540-C6C01787D03F}"/>
              </a:ext>
            </a:extLst>
          </p:cNvPr>
          <p:cNvGraphicFramePr>
            <a:graphicFrameLocks noGrp="1"/>
          </p:cNvGraphicFramePr>
          <p:nvPr>
            <p:extLst>
              <p:ext uri="{D42A27DB-BD31-4B8C-83A1-F6EECF244321}">
                <p14:modId xmlns:p14="http://schemas.microsoft.com/office/powerpoint/2010/main" val="3645648763"/>
              </p:ext>
            </p:extLst>
          </p:nvPr>
        </p:nvGraphicFramePr>
        <p:xfrm>
          <a:off x="6467199" y="2559894"/>
          <a:ext cx="4417643" cy="3128346"/>
        </p:xfrm>
        <a:graphic>
          <a:graphicData uri="http://schemas.openxmlformats.org/drawingml/2006/table">
            <a:tbl>
              <a:tblPr firstRow="1" bandRow="1">
                <a:tableStyleId>{5C22544A-7EE6-4342-B048-85BDC9FD1C3A}</a:tableStyleId>
              </a:tblPr>
              <a:tblGrid>
                <a:gridCol w="947246">
                  <a:extLst>
                    <a:ext uri="{9D8B030D-6E8A-4147-A177-3AD203B41FA5}">
                      <a16:colId xmlns:a16="http://schemas.microsoft.com/office/drawing/2014/main" val="1551974525"/>
                    </a:ext>
                  </a:extLst>
                </a:gridCol>
                <a:gridCol w="3470397">
                  <a:extLst>
                    <a:ext uri="{9D8B030D-6E8A-4147-A177-3AD203B41FA5}">
                      <a16:colId xmlns:a16="http://schemas.microsoft.com/office/drawing/2014/main" val="587885695"/>
                    </a:ext>
                  </a:extLst>
                </a:gridCol>
              </a:tblGrid>
              <a:tr h="0">
                <a:tc>
                  <a:txBody>
                    <a:bodyPr/>
                    <a:lstStyle/>
                    <a:p>
                      <a:pPr algn="ctr"/>
                      <a:r>
                        <a:rPr lang="en-GB" sz="1800" dirty="0">
                          <a:solidFill>
                            <a:schemeClr val="tx2"/>
                          </a:solidFill>
                        </a:rPr>
                        <a:t>Section</a:t>
                      </a:r>
                    </a:p>
                  </a:txBody>
                  <a:tcPr marL="73273" marR="73273" marT="36637" marB="36637" anchor="ctr">
                    <a:solidFill>
                      <a:schemeClr val="accent4"/>
                    </a:solidFill>
                  </a:tcPr>
                </a:tc>
                <a:tc>
                  <a:txBody>
                    <a:bodyPr/>
                    <a:lstStyle/>
                    <a:p>
                      <a:pPr algn="ctr"/>
                      <a:r>
                        <a:rPr lang="en-GB" sz="1800" dirty="0">
                          <a:solidFill>
                            <a:schemeClr val="tx2"/>
                          </a:solidFill>
                        </a:rPr>
                        <a:t>Contents</a:t>
                      </a:r>
                    </a:p>
                  </a:txBody>
                  <a:tcPr marL="73273" marR="73273" marT="36637" marB="36637" anchor="ctr">
                    <a:solidFill>
                      <a:schemeClr val="accent4"/>
                    </a:solidFill>
                  </a:tcPr>
                </a:tc>
                <a:extLst>
                  <a:ext uri="{0D108BD9-81ED-4DB2-BD59-A6C34878D82A}">
                    <a16:rowId xmlns:a16="http://schemas.microsoft.com/office/drawing/2014/main" val="2345767861"/>
                  </a:ext>
                </a:extLst>
              </a:tr>
              <a:tr h="335733">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n-GB" sz="1800" b="1" i="0" dirty="0">
                          <a:latin typeface="+mn-lt"/>
                          <a:cs typeface="Courier New" panose="02070309020205020404" pitchFamily="49" charset="0"/>
                        </a:rPr>
                        <a:t>1</a:t>
                      </a:r>
                    </a:p>
                  </a:txBody>
                  <a:tcPr marL="73273" marR="73273" marT="36637" marB="36637" anchor="ctr">
                    <a:solidFill>
                      <a:schemeClr val="accent4">
                        <a:lumMod val="40000"/>
                        <a:lumOff val="60000"/>
                      </a:schemeClr>
                    </a:solidFill>
                  </a:tcPr>
                </a:tc>
                <a:tc>
                  <a:txBody>
                    <a:bodyPr/>
                    <a:lstStyle/>
                    <a:p>
                      <a:pPr>
                        <a:spcBef>
                          <a:spcPts val="600"/>
                        </a:spcBef>
                      </a:pPr>
                      <a:r>
                        <a:rPr lang="en-US" altLang="en-US" sz="1800" b="1" dirty="0"/>
                        <a:t>User commands and programs</a:t>
                      </a:r>
                    </a:p>
                  </a:txBody>
                  <a:tcPr marL="73273" marR="73273" marT="36637" marB="36637" anchor="ctr">
                    <a:solidFill>
                      <a:schemeClr val="accent4">
                        <a:lumMod val="40000"/>
                        <a:lumOff val="60000"/>
                      </a:schemeClr>
                    </a:solidFill>
                  </a:tcPr>
                </a:tc>
                <a:extLst>
                  <a:ext uri="{0D108BD9-81ED-4DB2-BD59-A6C34878D82A}">
                    <a16:rowId xmlns:a16="http://schemas.microsoft.com/office/drawing/2014/main" val="3137229064"/>
                  </a:ext>
                </a:extLst>
              </a:tr>
              <a:tr h="320334">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n-GB" sz="1800" b="0" i="0" dirty="0">
                          <a:latin typeface="+mn-lt"/>
                          <a:cs typeface="Courier New" panose="02070309020205020404" pitchFamily="49" charset="0"/>
                        </a:rPr>
                        <a:t>2</a:t>
                      </a:r>
                    </a:p>
                  </a:txBody>
                  <a:tcPr marL="73273" marR="73273" marT="36637" marB="36637" anchor="ctr">
                    <a:solidFill>
                      <a:schemeClr val="accent4">
                        <a:lumMod val="20000"/>
                        <a:lumOff val="80000"/>
                      </a:schemeClr>
                    </a:solidFill>
                  </a:tcPr>
                </a:tc>
                <a:tc>
                  <a:txBody>
                    <a:bodyPr/>
                    <a:lstStyle/>
                    <a:p>
                      <a:pPr>
                        <a:spcBef>
                          <a:spcPts val="600"/>
                        </a:spcBef>
                      </a:pPr>
                      <a:r>
                        <a:rPr lang="en-US" altLang="en-US" sz="1800" dirty="0"/>
                        <a:t>System calls (kernel functions)</a:t>
                      </a:r>
                    </a:p>
                  </a:txBody>
                  <a:tcPr marL="73273" marR="73273" marT="36637" marB="36637" anchor="ctr">
                    <a:solidFill>
                      <a:schemeClr val="accent4">
                        <a:lumMod val="20000"/>
                        <a:lumOff val="80000"/>
                      </a:schemeClr>
                    </a:solidFill>
                  </a:tcPr>
                </a:tc>
                <a:extLst>
                  <a:ext uri="{0D108BD9-81ED-4DB2-BD59-A6C34878D82A}">
                    <a16:rowId xmlns:a16="http://schemas.microsoft.com/office/drawing/2014/main" val="1119249700"/>
                  </a:ext>
                </a:extLst>
              </a:tr>
              <a:tr h="320334">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n-GB" sz="1800" b="0" i="0" dirty="0">
                          <a:latin typeface="+mn-lt"/>
                          <a:cs typeface="Courier New" panose="02070309020205020404" pitchFamily="49" charset="0"/>
                        </a:rPr>
                        <a:t>3</a:t>
                      </a:r>
                    </a:p>
                  </a:txBody>
                  <a:tcPr marL="73273" marR="73273" marT="36637" marB="36637" anchor="ctr">
                    <a:solidFill>
                      <a:schemeClr val="accent4">
                        <a:lumMod val="40000"/>
                        <a:lumOff val="60000"/>
                      </a:schemeClr>
                    </a:solidFill>
                  </a:tcPr>
                </a:tc>
                <a:tc>
                  <a:txBody>
                    <a:bodyPr/>
                    <a:lstStyle/>
                    <a:p>
                      <a:pPr>
                        <a:spcBef>
                          <a:spcPts val="600"/>
                        </a:spcBef>
                      </a:pPr>
                      <a:r>
                        <a:rPr lang="en-US" altLang="en-US" sz="1800" dirty="0"/>
                        <a:t>Library functions</a:t>
                      </a:r>
                    </a:p>
                  </a:txBody>
                  <a:tcPr marL="73273" marR="73273" marT="36637" marB="36637" anchor="ctr">
                    <a:solidFill>
                      <a:schemeClr val="accent4">
                        <a:lumMod val="40000"/>
                        <a:lumOff val="60000"/>
                      </a:schemeClr>
                    </a:solidFill>
                  </a:tcPr>
                </a:tc>
                <a:extLst>
                  <a:ext uri="{0D108BD9-81ED-4DB2-BD59-A6C34878D82A}">
                    <a16:rowId xmlns:a16="http://schemas.microsoft.com/office/drawing/2014/main" val="876851043"/>
                  </a:ext>
                </a:extLst>
              </a:tr>
              <a:tr h="320334">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n-GB" sz="1800" b="0" i="0" dirty="0">
                          <a:latin typeface="+mn-lt"/>
                          <a:cs typeface="Courier New" panose="02070309020205020404" pitchFamily="49" charset="0"/>
                        </a:rPr>
                        <a:t>4</a:t>
                      </a:r>
                    </a:p>
                  </a:txBody>
                  <a:tcPr marL="73273" marR="73273" marT="36637" marB="36637" anchor="ctr">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altLang="en-US" sz="1800" dirty="0"/>
                        <a:t>Special files and device files</a:t>
                      </a:r>
                    </a:p>
                  </a:txBody>
                  <a:tcPr marL="73273" marR="73273" marT="36637" marB="36637" anchor="ctr">
                    <a:solidFill>
                      <a:schemeClr val="accent4">
                        <a:lumMod val="20000"/>
                        <a:lumOff val="80000"/>
                      </a:schemeClr>
                    </a:solidFill>
                  </a:tcPr>
                </a:tc>
                <a:extLst>
                  <a:ext uri="{0D108BD9-81ED-4DB2-BD59-A6C34878D82A}">
                    <a16:rowId xmlns:a16="http://schemas.microsoft.com/office/drawing/2014/main" val="3202538270"/>
                  </a:ext>
                </a:extLst>
              </a:tr>
              <a:tr h="320334">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n-GB" sz="1800" b="1" i="0" dirty="0">
                          <a:latin typeface="+mn-lt"/>
                          <a:cs typeface="Courier New" panose="02070309020205020404" pitchFamily="49" charset="0"/>
                        </a:rPr>
                        <a:t>5</a:t>
                      </a:r>
                    </a:p>
                  </a:txBody>
                  <a:tcPr marL="73273" marR="73273" marT="36637" marB="36637" anchor="ctr">
                    <a:solidFill>
                      <a:schemeClr val="accent4">
                        <a:lumMod val="40000"/>
                        <a:lumOff val="60000"/>
                      </a:schemeClr>
                    </a:solidFill>
                  </a:tcPr>
                </a:tc>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altLang="en-US" sz="1800" b="1" dirty="0"/>
                        <a:t>Configuration files and file formats</a:t>
                      </a:r>
                    </a:p>
                  </a:txBody>
                  <a:tcPr marL="73273" marR="73273" marT="36637" marB="36637" anchor="ctr">
                    <a:solidFill>
                      <a:schemeClr val="accent4">
                        <a:lumMod val="40000"/>
                        <a:lumOff val="60000"/>
                      </a:schemeClr>
                    </a:solidFill>
                  </a:tcPr>
                </a:tc>
                <a:extLst>
                  <a:ext uri="{0D108BD9-81ED-4DB2-BD59-A6C34878D82A}">
                    <a16:rowId xmlns:a16="http://schemas.microsoft.com/office/drawing/2014/main" val="2092763958"/>
                  </a:ext>
                </a:extLst>
              </a:tr>
              <a:tr h="320334">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n-GB" sz="1800" b="0" i="0" dirty="0">
                          <a:latin typeface="+mn-lt"/>
                          <a:cs typeface="Courier New" panose="02070309020205020404" pitchFamily="49" charset="0"/>
                        </a:rPr>
                        <a:t>6</a:t>
                      </a:r>
                    </a:p>
                  </a:txBody>
                  <a:tcPr marL="73273" marR="73273" marT="36637" marB="36637" anchor="ctr">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altLang="en-US" sz="1800" dirty="0"/>
                        <a:t>Games and screensavers</a:t>
                      </a:r>
                    </a:p>
                  </a:txBody>
                  <a:tcPr marL="73273" marR="73273" marT="36637" marB="36637" anchor="ctr">
                    <a:solidFill>
                      <a:schemeClr val="accent4">
                        <a:lumMod val="20000"/>
                        <a:lumOff val="80000"/>
                      </a:schemeClr>
                    </a:solidFill>
                  </a:tcPr>
                </a:tc>
                <a:extLst>
                  <a:ext uri="{0D108BD9-81ED-4DB2-BD59-A6C34878D82A}">
                    <a16:rowId xmlns:a16="http://schemas.microsoft.com/office/drawing/2014/main" val="2523088044"/>
                  </a:ext>
                </a:extLst>
              </a:tr>
              <a:tr h="320334">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n-GB" sz="1800" b="0" i="0" dirty="0">
                          <a:latin typeface="+mn-lt"/>
                          <a:cs typeface="Courier New" panose="02070309020205020404" pitchFamily="49" charset="0"/>
                        </a:rPr>
                        <a:t>7</a:t>
                      </a:r>
                    </a:p>
                  </a:txBody>
                  <a:tcPr marL="73273" marR="73273" marT="36637" marB="36637" anchor="ctr">
                    <a:solidFill>
                      <a:schemeClr val="accent4">
                        <a:lumMod val="40000"/>
                        <a:lumOff val="60000"/>
                      </a:schemeClr>
                    </a:solidFill>
                  </a:tcPr>
                </a:tc>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altLang="en-US" sz="1800" dirty="0"/>
                        <a:t>Conventions and standards</a:t>
                      </a:r>
                    </a:p>
                  </a:txBody>
                  <a:tcPr marL="73273" marR="73273" marT="36637" marB="36637" anchor="ctr">
                    <a:solidFill>
                      <a:schemeClr val="accent4">
                        <a:lumMod val="40000"/>
                        <a:lumOff val="60000"/>
                      </a:schemeClr>
                    </a:solidFill>
                  </a:tcPr>
                </a:tc>
                <a:extLst>
                  <a:ext uri="{0D108BD9-81ED-4DB2-BD59-A6C34878D82A}">
                    <a16:rowId xmlns:a16="http://schemas.microsoft.com/office/drawing/2014/main" val="55072714"/>
                  </a:ext>
                </a:extLst>
              </a:tr>
              <a:tr h="320334">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n-GB" sz="1800" b="1" i="0" dirty="0">
                          <a:latin typeface="+mn-lt"/>
                          <a:cs typeface="Courier New" panose="02070309020205020404" pitchFamily="49" charset="0"/>
                        </a:rPr>
                        <a:t>8</a:t>
                      </a:r>
                    </a:p>
                  </a:txBody>
                  <a:tcPr marL="73273" marR="73273" marT="36637" marB="36637" anchor="ctr">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altLang="en-US" sz="1800" b="1" dirty="0"/>
                        <a:t>System administration commands</a:t>
                      </a:r>
                    </a:p>
                  </a:txBody>
                  <a:tcPr marL="73273" marR="73273" marT="36637" marB="36637" anchor="ctr">
                    <a:solidFill>
                      <a:schemeClr val="accent4">
                        <a:lumMod val="20000"/>
                        <a:lumOff val="80000"/>
                      </a:schemeClr>
                    </a:solidFill>
                  </a:tcPr>
                </a:tc>
                <a:extLst>
                  <a:ext uri="{0D108BD9-81ED-4DB2-BD59-A6C34878D82A}">
                    <a16:rowId xmlns:a16="http://schemas.microsoft.com/office/drawing/2014/main" val="550658648"/>
                  </a:ext>
                </a:extLst>
              </a:tr>
            </a:tbl>
          </a:graphicData>
        </a:graphic>
      </p:graphicFrame>
      <p:sp>
        <p:nvSpPr>
          <p:cNvPr id="24" name="Rectangle 6">
            <a:extLst>
              <a:ext uri="{FF2B5EF4-FFF2-40B4-BE49-F238E27FC236}">
                <a16:creationId xmlns:a16="http://schemas.microsoft.com/office/drawing/2014/main" id="{012D8C99-DEB7-D291-B1FB-9CCC42647FA5}"/>
              </a:ext>
            </a:extLst>
          </p:cNvPr>
          <p:cNvSpPr>
            <a:spLocks noChangeArrowheads="1"/>
          </p:cNvSpPr>
          <p:nvPr/>
        </p:nvSpPr>
        <p:spPr bwMode="auto">
          <a:xfrm>
            <a:off x="835707" y="5095227"/>
            <a:ext cx="1511958" cy="379591"/>
          </a:xfrm>
          <a:prstGeom prst="rect">
            <a:avLst/>
          </a:prstGeom>
          <a:solidFill>
            <a:schemeClr val="tx1"/>
          </a:solidFill>
          <a:ln w="12700" algn="ctr">
            <a:solidFill>
              <a:srgbClr val="000000"/>
            </a:solidFill>
            <a:miter lim="800000"/>
            <a:headEnd/>
            <a:tailEnd/>
          </a:ln>
          <a:effectLst/>
        </p:spPr>
        <p:txBody>
          <a:bodyPr wrap="square" lIns="95250" tIns="50800" rIns="95250" bIns="50800">
            <a:spAutoFit/>
          </a:bodyPr>
          <a:lstStyle/>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US" i="0" u="none" strike="noStrike" kern="1200" cap="none" spc="0" normalizeH="0" baseline="0" noProof="0" dirty="0">
                <a:ln>
                  <a:noFill/>
                </a:ln>
                <a:solidFill>
                  <a:srgbClr val="FFFF00"/>
                </a:solidFill>
                <a:effectLst/>
                <a:uLnTx/>
                <a:uFillTx/>
                <a:latin typeface="Consolas" panose="020B0609020204030204" pitchFamily="49" charset="0"/>
                <a:ea typeface="Hack" panose="020B0609030202020204" pitchFamily="49" charset="0"/>
                <a:cs typeface="Hack" panose="020B0609030202020204" pitchFamily="49" charset="0"/>
              </a:rPr>
              <a:t>$</a:t>
            </a:r>
            <a:r>
              <a:rPr kumimoji="0" lang="en-US"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 man </a:t>
            </a:r>
            <a:r>
              <a:rPr kumimoji="0" lang="en-US" i="0" u="none" strike="noStrike" kern="1200" cap="none" spc="0" normalizeH="0" baseline="0" noProof="0" dirty="0" err="1">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man</a:t>
            </a:r>
            <a:endParaRPr kumimoji="0" lang="en-US"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14562819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1A51459-CF2E-CDD9-6CAB-3F612B43A055}"/>
              </a:ext>
            </a:extLst>
          </p:cNvPr>
          <p:cNvSpPr>
            <a:spLocks noGrp="1"/>
          </p:cNvSpPr>
          <p:nvPr>
            <p:ph type="ctrTitle"/>
          </p:nvPr>
        </p:nvSpPr>
        <p:spPr/>
        <p:txBody>
          <a:bodyPr/>
          <a:lstStyle/>
          <a:p>
            <a:r>
              <a:rPr lang="en-US" noProof="0" dirty="0"/>
              <a:t>Understanding Man Pages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a:xfrm>
            <a:off x="443922" y="1502406"/>
            <a:ext cx="11303578" cy="4579417"/>
          </a:xfrm>
        </p:spPr>
        <p:txBody>
          <a:bodyPr/>
          <a:lstStyle/>
          <a:p>
            <a:pPr marL="0" indent="0">
              <a:buNone/>
            </a:pPr>
            <a:r>
              <a:rPr lang="en-GB" b="1" noProof="0" dirty="0">
                <a:solidFill>
                  <a:schemeClr val="tx1"/>
                </a:solidFill>
              </a:rPr>
              <a:t>Common sections you will encounter:</a:t>
            </a:r>
          </a:p>
          <a:p>
            <a:r>
              <a:rPr lang="en-GB" b="1" noProof="0" dirty="0">
                <a:solidFill>
                  <a:schemeClr val="tx1"/>
                </a:solidFill>
              </a:rPr>
              <a:t>NAME</a:t>
            </a:r>
            <a:r>
              <a:rPr lang="en-GB" noProof="0" dirty="0">
                <a:solidFill>
                  <a:schemeClr val="tx1"/>
                </a:solidFill>
              </a:rPr>
              <a:t> – what the command does</a:t>
            </a:r>
          </a:p>
          <a:p>
            <a:r>
              <a:rPr lang="en-GB" b="1" noProof="0" dirty="0">
                <a:solidFill>
                  <a:schemeClr val="tx1"/>
                </a:solidFill>
              </a:rPr>
              <a:t>SYNOPSIS</a:t>
            </a:r>
            <a:r>
              <a:rPr lang="en-GB" noProof="0" dirty="0">
                <a:solidFill>
                  <a:schemeClr val="tx1"/>
                </a:solidFill>
              </a:rPr>
              <a:t> – command syntax</a:t>
            </a:r>
          </a:p>
          <a:p>
            <a:r>
              <a:rPr lang="en-GB" b="1" noProof="0" dirty="0">
                <a:solidFill>
                  <a:schemeClr val="tx1"/>
                </a:solidFill>
              </a:rPr>
              <a:t>DESCRIPTION</a:t>
            </a:r>
            <a:r>
              <a:rPr lang="en-GB" noProof="0" dirty="0">
                <a:solidFill>
                  <a:schemeClr val="tx1"/>
                </a:solidFill>
              </a:rPr>
              <a:t> – detailed explanation and options</a:t>
            </a:r>
          </a:p>
          <a:p>
            <a:r>
              <a:rPr lang="en-GB" b="1" noProof="0" dirty="0">
                <a:solidFill>
                  <a:schemeClr val="tx1"/>
                </a:solidFill>
              </a:rPr>
              <a:t>EXAMPLES</a:t>
            </a:r>
            <a:r>
              <a:rPr lang="en-GB" noProof="0" dirty="0">
                <a:solidFill>
                  <a:schemeClr val="tx1"/>
                </a:solidFill>
              </a:rPr>
              <a:t> – common usage examples</a:t>
            </a:r>
          </a:p>
          <a:p>
            <a:r>
              <a:rPr lang="en-GB" b="1" noProof="0" dirty="0">
                <a:solidFill>
                  <a:schemeClr val="tx1"/>
                </a:solidFill>
              </a:rPr>
              <a:t>SEE ALSO </a:t>
            </a:r>
            <a:r>
              <a:rPr lang="en-GB" noProof="0" dirty="0">
                <a:solidFill>
                  <a:schemeClr val="tx1"/>
                </a:solidFill>
              </a:rPr>
              <a:t>– related commands</a:t>
            </a:r>
          </a:p>
          <a:p>
            <a:pPr marL="0" indent="0">
              <a:buNone/>
            </a:pPr>
            <a:r>
              <a:rPr lang="en-GB" b="1" noProof="0" dirty="0">
                <a:solidFill>
                  <a:schemeClr val="tx1"/>
                </a:solidFill>
              </a:rPr>
              <a:t>Useful keys:</a:t>
            </a:r>
            <a:endParaRPr lang="en-US" b="1" noProof="0" dirty="0">
              <a:solidFill>
                <a:schemeClr val="tx1"/>
              </a:solidFill>
            </a:endParaRP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pic>
        <p:nvPicPr>
          <p:cNvPr id="8" name="Picture 7">
            <a:extLst>
              <a:ext uri="{FF2B5EF4-FFF2-40B4-BE49-F238E27FC236}">
                <a16:creationId xmlns:a16="http://schemas.microsoft.com/office/drawing/2014/main" id="{5C04C9F6-A0C6-0727-E833-BA3E6212B9DD}"/>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6927096" y="160020"/>
            <a:ext cx="5264903" cy="6697980"/>
          </a:xfrm>
          <a:prstGeom prst="rect">
            <a:avLst/>
          </a:prstGeom>
        </p:spPr>
      </p:pic>
      <p:sp>
        <p:nvSpPr>
          <p:cNvPr id="13" name="TextBox 12">
            <a:extLst>
              <a:ext uri="{FF2B5EF4-FFF2-40B4-BE49-F238E27FC236}">
                <a16:creationId xmlns:a16="http://schemas.microsoft.com/office/drawing/2014/main" id="{DAC54342-0987-59A4-1220-76637A25AD53}"/>
              </a:ext>
            </a:extLst>
          </p:cNvPr>
          <p:cNvSpPr txBox="1"/>
          <p:nvPr/>
        </p:nvSpPr>
        <p:spPr>
          <a:xfrm>
            <a:off x="5200650" y="560354"/>
            <a:ext cx="1722548" cy="369332"/>
          </a:xfrm>
          <a:prstGeom prst="rect">
            <a:avLst/>
          </a:prstGeom>
          <a:solidFill>
            <a:schemeClr val="accent1">
              <a:lumMod val="40000"/>
              <a:lumOff val="60000"/>
            </a:schemeClr>
          </a:solidFill>
          <a:ln>
            <a:noFill/>
          </a:ln>
        </p:spPr>
        <p:txBody>
          <a:bodyPr wrap="square" rtlCol="0">
            <a:spAutoFit/>
          </a:bodyPr>
          <a:lstStyle/>
          <a:p>
            <a:pPr algn="r"/>
            <a:r>
              <a:rPr lang="en-GB" dirty="0"/>
              <a:t>Command name</a:t>
            </a:r>
          </a:p>
        </p:txBody>
      </p:sp>
      <p:sp>
        <p:nvSpPr>
          <p:cNvPr id="15" name="Rectangle: Rounded Corners 14">
            <a:extLst>
              <a:ext uri="{FF2B5EF4-FFF2-40B4-BE49-F238E27FC236}">
                <a16:creationId xmlns:a16="http://schemas.microsoft.com/office/drawing/2014/main" id="{1C4D5315-2943-FADF-8211-E396F79787DF}"/>
              </a:ext>
            </a:extLst>
          </p:cNvPr>
          <p:cNvSpPr/>
          <p:nvPr/>
        </p:nvSpPr>
        <p:spPr>
          <a:xfrm>
            <a:off x="6979752" y="526291"/>
            <a:ext cx="4899828" cy="430640"/>
          </a:xfrm>
          <a:prstGeom prst="roundRect">
            <a:avLst/>
          </a:prstGeom>
          <a:no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TextBox 15">
            <a:extLst>
              <a:ext uri="{FF2B5EF4-FFF2-40B4-BE49-F238E27FC236}">
                <a16:creationId xmlns:a16="http://schemas.microsoft.com/office/drawing/2014/main" id="{FC7B3A6D-71A9-4462-59FC-068918FF81AA}"/>
              </a:ext>
            </a:extLst>
          </p:cNvPr>
          <p:cNvSpPr txBox="1"/>
          <p:nvPr/>
        </p:nvSpPr>
        <p:spPr>
          <a:xfrm>
            <a:off x="5833626" y="4640822"/>
            <a:ext cx="1089572" cy="646331"/>
          </a:xfrm>
          <a:prstGeom prst="rect">
            <a:avLst/>
          </a:prstGeom>
          <a:solidFill>
            <a:schemeClr val="accent5">
              <a:lumMod val="40000"/>
              <a:lumOff val="60000"/>
            </a:schemeClr>
          </a:solidFill>
          <a:ln>
            <a:solidFill>
              <a:schemeClr val="accent5">
                <a:lumMod val="40000"/>
                <a:lumOff val="60000"/>
              </a:schemeClr>
            </a:solidFill>
          </a:ln>
        </p:spPr>
        <p:txBody>
          <a:bodyPr wrap="square" rtlCol="0">
            <a:spAutoFit/>
          </a:bodyPr>
          <a:lstStyle/>
          <a:p>
            <a:pPr algn="r"/>
            <a:r>
              <a:rPr lang="en-GB" dirty="0"/>
              <a:t>Author &amp; copyright</a:t>
            </a:r>
          </a:p>
        </p:txBody>
      </p:sp>
      <p:sp>
        <p:nvSpPr>
          <p:cNvPr id="17" name="TextBox 16">
            <a:extLst>
              <a:ext uri="{FF2B5EF4-FFF2-40B4-BE49-F238E27FC236}">
                <a16:creationId xmlns:a16="http://schemas.microsoft.com/office/drawing/2014/main" id="{9F4A1268-76C3-215E-AA08-91C3D3F0E6C2}"/>
              </a:ext>
            </a:extLst>
          </p:cNvPr>
          <p:cNvSpPr txBox="1"/>
          <p:nvPr/>
        </p:nvSpPr>
        <p:spPr>
          <a:xfrm>
            <a:off x="5833626" y="3765430"/>
            <a:ext cx="1089572" cy="369332"/>
          </a:xfrm>
          <a:prstGeom prst="rect">
            <a:avLst/>
          </a:prstGeom>
          <a:solidFill>
            <a:schemeClr val="accent4">
              <a:lumMod val="40000"/>
              <a:lumOff val="60000"/>
            </a:schemeClr>
          </a:solidFill>
          <a:ln>
            <a:solidFill>
              <a:schemeClr val="accent4">
                <a:lumMod val="40000"/>
                <a:lumOff val="60000"/>
              </a:schemeClr>
            </a:solidFill>
          </a:ln>
        </p:spPr>
        <p:txBody>
          <a:bodyPr wrap="square" rtlCol="0">
            <a:spAutoFit/>
          </a:bodyPr>
          <a:lstStyle/>
          <a:p>
            <a:pPr algn="r"/>
            <a:r>
              <a:rPr lang="en-GB" dirty="0"/>
              <a:t>Examples</a:t>
            </a:r>
          </a:p>
        </p:txBody>
      </p:sp>
      <p:sp>
        <p:nvSpPr>
          <p:cNvPr id="18" name="TextBox 17">
            <a:extLst>
              <a:ext uri="{FF2B5EF4-FFF2-40B4-BE49-F238E27FC236}">
                <a16:creationId xmlns:a16="http://schemas.microsoft.com/office/drawing/2014/main" id="{22168C57-8161-690E-5FCA-1486FE2E60FF}"/>
              </a:ext>
            </a:extLst>
          </p:cNvPr>
          <p:cNvSpPr txBox="1"/>
          <p:nvPr/>
        </p:nvSpPr>
        <p:spPr>
          <a:xfrm>
            <a:off x="4850130" y="1107996"/>
            <a:ext cx="2073068" cy="646331"/>
          </a:xfrm>
          <a:prstGeom prst="rect">
            <a:avLst/>
          </a:prstGeom>
          <a:solidFill>
            <a:schemeClr val="accent2">
              <a:lumMod val="40000"/>
              <a:lumOff val="60000"/>
            </a:schemeClr>
          </a:solidFill>
          <a:ln>
            <a:noFill/>
          </a:ln>
        </p:spPr>
        <p:txBody>
          <a:bodyPr wrap="square" rtlCol="0">
            <a:spAutoFit/>
          </a:bodyPr>
          <a:lstStyle/>
          <a:p>
            <a:pPr algn="r"/>
            <a:r>
              <a:rPr lang="en-GB" dirty="0"/>
              <a:t>Synopsis – summary of command line</a:t>
            </a:r>
          </a:p>
        </p:txBody>
      </p:sp>
      <p:sp>
        <p:nvSpPr>
          <p:cNvPr id="19" name="Rectangle: Rounded Corners 18">
            <a:extLst>
              <a:ext uri="{FF2B5EF4-FFF2-40B4-BE49-F238E27FC236}">
                <a16:creationId xmlns:a16="http://schemas.microsoft.com/office/drawing/2014/main" id="{5B945042-8993-EB9C-0D00-916587E7F61E}"/>
              </a:ext>
            </a:extLst>
          </p:cNvPr>
          <p:cNvSpPr/>
          <p:nvPr/>
        </p:nvSpPr>
        <p:spPr>
          <a:xfrm>
            <a:off x="6979752" y="1102250"/>
            <a:ext cx="4899828" cy="570865"/>
          </a:xfrm>
          <a:prstGeom prst="roundRect">
            <a:avLst/>
          </a:prstGeom>
          <a:no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TextBox 20">
            <a:extLst>
              <a:ext uri="{FF2B5EF4-FFF2-40B4-BE49-F238E27FC236}">
                <a16:creationId xmlns:a16="http://schemas.microsoft.com/office/drawing/2014/main" id="{26CA45C6-1788-A8DE-1A5E-F6AECBDB3AA1}"/>
              </a:ext>
            </a:extLst>
          </p:cNvPr>
          <p:cNvSpPr txBox="1"/>
          <p:nvPr/>
        </p:nvSpPr>
        <p:spPr>
          <a:xfrm>
            <a:off x="5615940" y="2315287"/>
            <a:ext cx="1307258" cy="923330"/>
          </a:xfrm>
          <a:prstGeom prst="rect">
            <a:avLst/>
          </a:prstGeom>
          <a:solidFill>
            <a:schemeClr val="accent3">
              <a:lumMod val="40000"/>
              <a:lumOff val="60000"/>
            </a:schemeClr>
          </a:solidFill>
          <a:ln>
            <a:noFill/>
          </a:ln>
        </p:spPr>
        <p:txBody>
          <a:bodyPr wrap="square" rtlCol="0">
            <a:spAutoFit/>
          </a:bodyPr>
          <a:lstStyle/>
          <a:p>
            <a:pPr algn="r"/>
            <a:r>
              <a:rPr lang="en-GB" dirty="0"/>
              <a:t>Description, options and details</a:t>
            </a:r>
          </a:p>
        </p:txBody>
      </p:sp>
      <p:sp>
        <p:nvSpPr>
          <p:cNvPr id="22" name="Rectangle: Rounded Corners 21">
            <a:extLst>
              <a:ext uri="{FF2B5EF4-FFF2-40B4-BE49-F238E27FC236}">
                <a16:creationId xmlns:a16="http://schemas.microsoft.com/office/drawing/2014/main" id="{D9533079-A16C-4C7B-CD72-56745E71E6E2}"/>
              </a:ext>
            </a:extLst>
          </p:cNvPr>
          <p:cNvSpPr/>
          <p:nvPr/>
        </p:nvSpPr>
        <p:spPr>
          <a:xfrm>
            <a:off x="6979752" y="1768205"/>
            <a:ext cx="4967219" cy="1791595"/>
          </a:xfrm>
          <a:prstGeom prst="roundRect">
            <a:avLst>
              <a:gd name="adj" fmla="val 7786"/>
            </a:avLst>
          </a:prstGeom>
          <a:noFill/>
          <a:ln w="25400">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Rectangle: Rounded Corners 23">
            <a:extLst>
              <a:ext uri="{FF2B5EF4-FFF2-40B4-BE49-F238E27FC236}">
                <a16:creationId xmlns:a16="http://schemas.microsoft.com/office/drawing/2014/main" id="{87362C22-7C18-0FFB-69EF-7A9BA38F44B8}"/>
              </a:ext>
            </a:extLst>
          </p:cNvPr>
          <p:cNvSpPr/>
          <p:nvPr/>
        </p:nvSpPr>
        <p:spPr>
          <a:xfrm>
            <a:off x="6979752" y="3594897"/>
            <a:ext cx="4967219" cy="677383"/>
          </a:xfrm>
          <a:prstGeom prst="roundRect">
            <a:avLst/>
          </a:prstGeom>
          <a:noFill/>
          <a:ln w="254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ectangle: Rounded Corners 25">
            <a:extLst>
              <a:ext uri="{FF2B5EF4-FFF2-40B4-BE49-F238E27FC236}">
                <a16:creationId xmlns:a16="http://schemas.microsoft.com/office/drawing/2014/main" id="{0123D47D-28F2-DE4D-3000-26DE1E3E1E9C}"/>
              </a:ext>
            </a:extLst>
          </p:cNvPr>
          <p:cNvSpPr/>
          <p:nvPr/>
        </p:nvSpPr>
        <p:spPr>
          <a:xfrm>
            <a:off x="6993127" y="4312038"/>
            <a:ext cx="5006499" cy="1303901"/>
          </a:xfrm>
          <a:prstGeom prst="roundRect">
            <a:avLst>
              <a:gd name="adj" fmla="val 13779"/>
            </a:avLst>
          </a:prstGeom>
          <a:noFill/>
          <a:ln w="254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TextBox 27">
            <a:extLst>
              <a:ext uri="{FF2B5EF4-FFF2-40B4-BE49-F238E27FC236}">
                <a16:creationId xmlns:a16="http://schemas.microsoft.com/office/drawing/2014/main" id="{1FE4F41A-9F0A-1B24-5949-3CD984E27432}"/>
              </a:ext>
            </a:extLst>
          </p:cNvPr>
          <p:cNvSpPr txBox="1"/>
          <p:nvPr/>
        </p:nvSpPr>
        <p:spPr>
          <a:xfrm>
            <a:off x="5090160" y="5639379"/>
            <a:ext cx="1833038" cy="646331"/>
          </a:xfrm>
          <a:prstGeom prst="rect">
            <a:avLst/>
          </a:prstGeom>
          <a:solidFill>
            <a:schemeClr val="accent6">
              <a:lumMod val="40000"/>
              <a:lumOff val="60000"/>
            </a:schemeClr>
          </a:solidFill>
          <a:ln>
            <a:noFill/>
          </a:ln>
        </p:spPr>
        <p:txBody>
          <a:bodyPr wrap="square" rtlCol="0">
            <a:spAutoFit/>
          </a:bodyPr>
          <a:lstStyle/>
          <a:p>
            <a:pPr algn="r"/>
            <a:r>
              <a:rPr lang="en-GB" dirty="0"/>
              <a:t>See also – related commands</a:t>
            </a:r>
          </a:p>
        </p:txBody>
      </p:sp>
      <p:sp>
        <p:nvSpPr>
          <p:cNvPr id="29" name="Rectangle: Rounded Corners 28">
            <a:extLst>
              <a:ext uri="{FF2B5EF4-FFF2-40B4-BE49-F238E27FC236}">
                <a16:creationId xmlns:a16="http://schemas.microsoft.com/office/drawing/2014/main" id="{DF7270B3-A669-0F8D-5528-3E0BD863884D}"/>
              </a:ext>
            </a:extLst>
          </p:cNvPr>
          <p:cNvSpPr/>
          <p:nvPr/>
        </p:nvSpPr>
        <p:spPr>
          <a:xfrm>
            <a:off x="6990426" y="5655697"/>
            <a:ext cx="5006499" cy="599931"/>
          </a:xfrm>
          <a:prstGeom prst="roundRect">
            <a:avLst/>
          </a:prstGeom>
          <a:noFill/>
          <a:ln w="254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aphicFrame>
        <p:nvGraphicFramePr>
          <p:cNvPr id="40" name="Table 39">
            <a:extLst>
              <a:ext uri="{FF2B5EF4-FFF2-40B4-BE49-F238E27FC236}">
                <a16:creationId xmlns:a16="http://schemas.microsoft.com/office/drawing/2014/main" id="{C7BD0FC7-9BAE-8EEA-DED3-999CF728B6B2}"/>
              </a:ext>
            </a:extLst>
          </p:cNvPr>
          <p:cNvGraphicFramePr>
            <a:graphicFrameLocks noGrp="1"/>
          </p:cNvGraphicFramePr>
          <p:nvPr>
            <p:extLst>
              <p:ext uri="{D42A27DB-BD31-4B8C-83A1-F6EECF244321}">
                <p14:modId xmlns:p14="http://schemas.microsoft.com/office/powerpoint/2010/main" val="2708836928"/>
              </p:ext>
            </p:extLst>
          </p:nvPr>
        </p:nvGraphicFramePr>
        <p:xfrm>
          <a:off x="744876" y="4099931"/>
          <a:ext cx="3217524" cy="2085564"/>
        </p:xfrm>
        <a:graphic>
          <a:graphicData uri="http://schemas.openxmlformats.org/drawingml/2006/table">
            <a:tbl>
              <a:tblPr firstRow="1" bandRow="1">
                <a:tableStyleId>{5C22544A-7EE6-4342-B048-85BDC9FD1C3A}</a:tableStyleId>
              </a:tblPr>
              <a:tblGrid>
                <a:gridCol w="817224">
                  <a:extLst>
                    <a:ext uri="{9D8B030D-6E8A-4147-A177-3AD203B41FA5}">
                      <a16:colId xmlns:a16="http://schemas.microsoft.com/office/drawing/2014/main" val="1551974525"/>
                    </a:ext>
                  </a:extLst>
                </a:gridCol>
                <a:gridCol w="2400300">
                  <a:extLst>
                    <a:ext uri="{9D8B030D-6E8A-4147-A177-3AD203B41FA5}">
                      <a16:colId xmlns:a16="http://schemas.microsoft.com/office/drawing/2014/main" val="587885695"/>
                    </a:ext>
                  </a:extLst>
                </a:gridCol>
              </a:tblGrid>
              <a:tr h="0">
                <a:tc>
                  <a:txBody>
                    <a:bodyPr/>
                    <a:lstStyle/>
                    <a:p>
                      <a:pPr algn="ctr"/>
                      <a:r>
                        <a:rPr lang="en-GB" sz="1800" dirty="0">
                          <a:solidFill>
                            <a:schemeClr val="tx2"/>
                          </a:solidFill>
                        </a:rPr>
                        <a:t>Key</a:t>
                      </a:r>
                    </a:p>
                  </a:txBody>
                  <a:tcPr marL="73273" marR="73273" marT="36637" marB="36637" anchor="ctr">
                    <a:solidFill>
                      <a:schemeClr val="accent4"/>
                    </a:solidFill>
                  </a:tcPr>
                </a:tc>
                <a:tc>
                  <a:txBody>
                    <a:bodyPr/>
                    <a:lstStyle/>
                    <a:p>
                      <a:pPr algn="ctr"/>
                      <a:r>
                        <a:rPr lang="en-GB" sz="1800" dirty="0">
                          <a:solidFill>
                            <a:schemeClr val="tx2"/>
                          </a:solidFill>
                        </a:rPr>
                        <a:t>Action</a:t>
                      </a:r>
                    </a:p>
                  </a:txBody>
                  <a:tcPr marL="73273" marR="73273" marT="36637" marB="36637" anchor="ctr">
                    <a:solidFill>
                      <a:schemeClr val="accent4"/>
                    </a:solidFill>
                  </a:tcPr>
                </a:tc>
                <a:extLst>
                  <a:ext uri="{0D108BD9-81ED-4DB2-BD59-A6C34878D82A}">
                    <a16:rowId xmlns:a16="http://schemas.microsoft.com/office/drawing/2014/main" val="2345767861"/>
                  </a:ext>
                </a:extLst>
              </a:tr>
              <a:tr h="335733">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n-GB" sz="1800" b="1" i="0" dirty="0">
                          <a:latin typeface="+mn-lt"/>
                          <a:cs typeface="Courier New" panose="02070309020205020404" pitchFamily="49" charset="0"/>
                        </a:rPr>
                        <a:t>Space</a:t>
                      </a:r>
                    </a:p>
                  </a:txBody>
                  <a:tcPr marL="73273" marR="73273" marT="36637" marB="36637" anchor="ctr">
                    <a:solidFill>
                      <a:schemeClr val="accent4">
                        <a:lumMod val="20000"/>
                        <a:lumOff val="80000"/>
                      </a:schemeClr>
                    </a:solidFill>
                  </a:tcPr>
                </a:tc>
                <a:tc>
                  <a:txBody>
                    <a:bodyPr/>
                    <a:lstStyle/>
                    <a:p>
                      <a:pPr>
                        <a:spcBef>
                          <a:spcPts val="600"/>
                        </a:spcBef>
                      </a:pPr>
                      <a:r>
                        <a:rPr lang="en-US" altLang="en-US" sz="1800" b="0" dirty="0"/>
                        <a:t>Next page</a:t>
                      </a:r>
                    </a:p>
                  </a:txBody>
                  <a:tcPr marL="73273" marR="73273" marT="36637" marB="36637" anchor="ctr">
                    <a:solidFill>
                      <a:schemeClr val="accent4">
                        <a:lumMod val="20000"/>
                        <a:lumOff val="80000"/>
                      </a:schemeClr>
                    </a:solidFill>
                  </a:tcPr>
                </a:tc>
                <a:extLst>
                  <a:ext uri="{0D108BD9-81ED-4DB2-BD59-A6C34878D82A}">
                    <a16:rowId xmlns:a16="http://schemas.microsoft.com/office/drawing/2014/main" val="3137229064"/>
                  </a:ext>
                </a:extLst>
              </a:tr>
              <a:tr h="320334">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n-GB" sz="1800" b="1" i="0" dirty="0">
                          <a:latin typeface="+mn-lt"/>
                          <a:cs typeface="Courier New" panose="02070309020205020404" pitchFamily="49" charset="0"/>
                        </a:rPr>
                        <a:t>b</a:t>
                      </a:r>
                    </a:p>
                  </a:txBody>
                  <a:tcPr marL="73273" marR="73273" marT="36637" marB="36637" anchor="ctr">
                    <a:solidFill>
                      <a:schemeClr val="accent4">
                        <a:lumMod val="40000"/>
                        <a:lumOff val="60000"/>
                      </a:schemeClr>
                    </a:solidFill>
                  </a:tcPr>
                </a:tc>
                <a:tc>
                  <a:txBody>
                    <a:bodyPr/>
                    <a:lstStyle/>
                    <a:p>
                      <a:pPr>
                        <a:spcBef>
                          <a:spcPts val="600"/>
                        </a:spcBef>
                      </a:pPr>
                      <a:r>
                        <a:rPr lang="en-US" altLang="en-US" sz="1800" b="0" dirty="0"/>
                        <a:t>Previous page</a:t>
                      </a:r>
                    </a:p>
                  </a:txBody>
                  <a:tcPr marL="73273" marR="73273" marT="36637" marB="36637" anchor="ctr">
                    <a:solidFill>
                      <a:schemeClr val="accent4">
                        <a:lumMod val="40000"/>
                        <a:lumOff val="60000"/>
                      </a:schemeClr>
                    </a:solidFill>
                  </a:tcPr>
                </a:tc>
                <a:extLst>
                  <a:ext uri="{0D108BD9-81ED-4DB2-BD59-A6C34878D82A}">
                    <a16:rowId xmlns:a16="http://schemas.microsoft.com/office/drawing/2014/main" val="1119249700"/>
                  </a:ext>
                </a:extLst>
              </a:tr>
              <a:tr h="320334">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n-GB" sz="1800" b="1" i="0" dirty="0">
                          <a:latin typeface="+mn-lt"/>
                          <a:cs typeface="Courier New" panose="02070309020205020404" pitchFamily="49" charset="0"/>
                        </a:rPr>
                        <a:t>/text</a:t>
                      </a:r>
                    </a:p>
                  </a:txBody>
                  <a:tcPr marL="73273" marR="73273" marT="36637" marB="36637" anchor="ctr">
                    <a:solidFill>
                      <a:schemeClr val="accent4">
                        <a:lumMod val="20000"/>
                        <a:lumOff val="80000"/>
                      </a:schemeClr>
                    </a:solidFill>
                  </a:tcPr>
                </a:tc>
                <a:tc>
                  <a:txBody>
                    <a:bodyPr/>
                    <a:lstStyle/>
                    <a:p>
                      <a:pPr>
                        <a:spcBef>
                          <a:spcPts val="600"/>
                        </a:spcBef>
                      </a:pPr>
                      <a:r>
                        <a:rPr lang="en-US" altLang="en-US" sz="1800" b="0" dirty="0"/>
                        <a:t>Search for text</a:t>
                      </a:r>
                    </a:p>
                  </a:txBody>
                  <a:tcPr marL="73273" marR="73273" marT="36637" marB="36637" anchor="ctr">
                    <a:solidFill>
                      <a:schemeClr val="accent4">
                        <a:lumMod val="20000"/>
                        <a:lumOff val="80000"/>
                      </a:schemeClr>
                    </a:solidFill>
                  </a:tcPr>
                </a:tc>
                <a:extLst>
                  <a:ext uri="{0D108BD9-81ED-4DB2-BD59-A6C34878D82A}">
                    <a16:rowId xmlns:a16="http://schemas.microsoft.com/office/drawing/2014/main" val="876851043"/>
                  </a:ext>
                </a:extLst>
              </a:tr>
              <a:tr h="320334">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n-GB" sz="1800" b="1" i="0" dirty="0">
                          <a:latin typeface="+mn-lt"/>
                          <a:cs typeface="Courier New" panose="02070309020205020404" pitchFamily="49" charset="0"/>
                        </a:rPr>
                        <a:t>n</a:t>
                      </a:r>
                    </a:p>
                  </a:txBody>
                  <a:tcPr marL="73273" marR="73273" marT="36637" marB="36637" anchor="ctr">
                    <a:solidFill>
                      <a:schemeClr val="accent4">
                        <a:lumMod val="40000"/>
                        <a:lumOff val="60000"/>
                      </a:schemeClr>
                    </a:solidFill>
                  </a:tcPr>
                </a:tc>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altLang="en-US" sz="1800" b="0" dirty="0"/>
                        <a:t>Next search match</a:t>
                      </a:r>
                    </a:p>
                  </a:txBody>
                  <a:tcPr marL="73273" marR="73273" marT="36637" marB="36637" anchor="ctr">
                    <a:solidFill>
                      <a:schemeClr val="accent4">
                        <a:lumMod val="40000"/>
                        <a:lumOff val="60000"/>
                      </a:schemeClr>
                    </a:solidFill>
                  </a:tcPr>
                </a:tc>
                <a:extLst>
                  <a:ext uri="{0D108BD9-81ED-4DB2-BD59-A6C34878D82A}">
                    <a16:rowId xmlns:a16="http://schemas.microsoft.com/office/drawing/2014/main" val="3202538270"/>
                  </a:ext>
                </a:extLst>
              </a:tr>
              <a:tr h="320334">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n-GB" sz="1800" b="1" i="0" dirty="0">
                          <a:latin typeface="+mn-lt"/>
                          <a:cs typeface="Courier New" panose="02070309020205020404" pitchFamily="49" charset="0"/>
                        </a:rPr>
                        <a:t>q</a:t>
                      </a:r>
                    </a:p>
                  </a:txBody>
                  <a:tcPr marL="73273" marR="73273" marT="36637" marB="36637" anchor="ctr">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altLang="en-US" sz="1800" b="0" dirty="0"/>
                        <a:t>Quit and return to shell</a:t>
                      </a:r>
                    </a:p>
                  </a:txBody>
                  <a:tcPr marL="73273" marR="73273" marT="36637" marB="36637" anchor="ctr">
                    <a:solidFill>
                      <a:schemeClr val="accent4">
                        <a:lumMod val="20000"/>
                        <a:lumOff val="80000"/>
                      </a:schemeClr>
                    </a:solidFill>
                  </a:tcPr>
                </a:tc>
                <a:extLst>
                  <a:ext uri="{0D108BD9-81ED-4DB2-BD59-A6C34878D82A}">
                    <a16:rowId xmlns:a16="http://schemas.microsoft.com/office/drawing/2014/main" val="2092763958"/>
                  </a:ext>
                </a:extLst>
              </a:tr>
            </a:tbl>
          </a:graphicData>
        </a:graphic>
      </p:graphicFrame>
    </p:spTree>
    <p:extLst>
      <p:ext uri="{BB962C8B-B14F-4D97-AF65-F5344CB8AC3E}">
        <p14:creationId xmlns:p14="http://schemas.microsoft.com/office/powerpoint/2010/main" val="22587420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0218FF3-4FD6-33F6-57D7-458665A9E9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45418" y="2486660"/>
            <a:ext cx="1071269" cy="1023620"/>
          </a:xfrm>
          <a:prstGeom prst="rect">
            <a:avLst/>
          </a:prstGeom>
        </p:spPr>
      </p:pic>
      <p:sp>
        <p:nvSpPr>
          <p:cNvPr id="3" name="Title 2">
            <a:extLst>
              <a:ext uri="{FF2B5EF4-FFF2-40B4-BE49-F238E27FC236}">
                <a16:creationId xmlns:a16="http://schemas.microsoft.com/office/drawing/2014/main" id="{0A2E61BE-6F13-EB4E-8A0C-6CBDFA6A39C5}"/>
              </a:ext>
            </a:extLst>
          </p:cNvPr>
          <p:cNvSpPr>
            <a:spLocks noGrp="1"/>
          </p:cNvSpPr>
          <p:nvPr>
            <p:ph type="ctrTitle"/>
          </p:nvPr>
        </p:nvSpPr>
        <p:spPr/>
        <p:txBody>
          <a:bodyPr/>
          <a:lstStyle/>
          <a:p>
            <a:r>
              <a:rPr lang="en-US" noProof="0" dirty="0"/>
              <a:t>Other sources of Help</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type="body" sz="quarter" idx="14"/>
          </p:nvPr>
        </p:nvSpPr>
        <p:spPr>
          <a:xfrm>
            <a:off x="443921" y="1733108"/>
            <a:ext cx="7834447" cy="4061405"/>
          </a:xfrm>
        </p:spPr>
        <p:txBody>
          <a:bodyPr/>
          <a:lstStyle/>
          <a:p>
            <a:pPr marL="285750" indent="-285750">
              <a:buFont typeface="Arial" panose="020B0604020202020204" pitchFamily="34" charset="0"/>
              <a:buChar char="•"/>
            </a:pPr>
            <a:r>
              <a:rPr lang="en-GB" noProof="0" dirty="0"/>
              <a:t>Many commands provide built-in help </a:t>
            </a:r>
            <a:r>
              <a:rPr lang="en-GB" dirty="0"/>
              <a:t>using (double hyphen) </a:t>
            </a:r>
            <a:r>
              <a:rPr lang="en-GB" b="1" dirty="0"/>
              <a:t>--</a:t>
            </a:r>
            <a:r>
              <a:rPr lang="en-GB" b="1" noProof="0" dirty="0"/>
              <a:t>help</a:t>
            </a:r>
            <a:endParaRPr lang="en-GB" noProof="0" dirty="0"/>
          </a:p>
          <a:p>
            <a:pPr marL="285750" indent="-285750">
              <a:buFont typeface="Arial" panose="020B0604020202020204" pitchFamily="34" charset="0"/>
              <a:buChar char="•"/>
            </a:pPr>
            <a:r>
              <a:rPr lang="en-GB" noProof="0" dirty="0"/>
              <a:t>GNU systems also include the </a:t>
            </a:r>
            <a:r>
              <a:rPr lang="en-GB" b="1" noProof="0" dirty="0"/>
              <a:t>info</a:t>
            </a:r>
            <a:r>
              <a:rPr lang="en-GB" noProof="0" dirty="0"/>
              <a:t> documentation system</a:t>
            </a:r>
          </a:p>
          <a:p>
            <a:pPr marL="285750" indent="-285750">
              <a:buFont typeface="Arial" panose="020B0604020202020204" pitchFamily="34" charset="0"/>
              <a:buChar char="•"/>
            </a:pPr>
            <a:r>
              <a:rPr lang="en-GB" noProof="0" dirty="0"/>
              <a:t>Use </a:t>
            </a:r>
            <a:r>
              <a:rPr lang="en-GB" b="1" noProof="0" dirty="0"/>
              <a:t>--help </a:t>
            </a:r>
            <a:r>
              <a:rPr lang="en-GB" noProof="0" dirty="0"/>
              <a:t>for quick syntax and common options and </a:t>
            </a:r>
            <a:r>
              <a:rPr lang="en-GB" b="1" noProof="0" dirty="0"/>
              <a:t>info</a:t>
            </a:r>
            <a:r>
              <a:rPr lang="en-GB" noProof="0" dirty="0"/>
              <a:t> for detailed guidance</a:t>
            </a:r>
          </a:p>
          <a:p>
            <a:r>
              <a:rPr lang="en-GB" b="1" dirty="0"/>
              <a:t>Example of built-in command help</a:t>
            </a:r>
          </a:p>
          <a:p>
            <a:endParaRPr lang="en-GB" b="1" dirty="0"/>
          </a:p>
          <a:p>
            <a:endParaRPr lang="en-GB" b="1" dirty="0"/>
          </a:p>
          <a:p>
            <a:endParaRPr lang="en-GB" b="1" dirty="0"/>
          </a:p>
          <a:p>
            <a:r>
              <a:rPr lang="en-GB" b="1" dirty="0"/>
              <a:t>Example of GNU documentation:</a:t>
            </a:r>
            <a:endParaRPr lang="en-US" b="1"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sp>
        <p:nvSpPr>
          <p:cNvPr id="9" name="Rectangle 6">
            <a:extLst>
              <a:ext uri="{FF2B5EF4-FFF2-40B4-BE49-F238E27FC236}">
                <a16:creationId xmlns:a16="http://schemas.microsoft.com/office/drawing/2014/main" id="{4851C4A8-BD12-7C87-F59F-3F08D485FDB0}"/>
              </a:ext>
            </a:extLst>
          </p:cNvPr>
          <p:cNvSpPr>
            <a:spLocks noChangeArrowheads="1"/>
          </p:cNvSpPr>
          <p:nvPr/>
        </p:nvSpPr>
        <p:spPr bwMode="auto">
          <a:xfrm>
            <a:off x="817418" y="3320484"/>
            <a:ext cx="5132278" cy="1210588"/>
          </a:xfrm>
          <a:prstGeom prst="rect">
            <a:avLst/>
          </a:prstGeom>
          <a:solidFill>
            <a:schemeClr val="tx1"/>
          </a:solidFill>
          <a:ln w="12700" algn="ctr">
            <a:solidFill>
              <a:srgbClr val="000000"/>
            </a:solidFill>
            <a:miter lim="800000"/>
            <a:headEnd/>
            <a:tailEnd/>
          </a:ln>
          <a:effectLst/>
        </p:spPr>
        <p:txBody>
          <a:bodyPr wrap="square" lIns="95250" tIns="50800" rIns="95250" bIns="50800">
            <a:spAutoFit/>
          </a:bodyPr>
          <a:lstStyle/>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GB" i="0" u="none" strike="noStrike" kern="1200" cap="none" spc="0" normalizeH="0" baseline="0" noProof="0" dirty="0">
                <a:ln>
                  <a:noFill/>
                </a:ln>
                <a:solidFill>
                  <a:srgbClr val="FFFF00"/>
                </a:solidFill>
                <a:effectLst/>
                <a:uLnTx/>
                <a:uFillTx/>
                <a:latin typeface="Consolas" panose="020B0609020204030204" pitchFamily="49" charset="0"/>
                <a:ea typeface="Hack" panose="020B0609030202020204" pitchFamily="49" charset="0"/>
                <a:cs typeface="Hack" panose="020B0609030202020204" pitchFamily="49" charset="0"/>
              </a:rPr>
              <a:t>$</a:t>
            </a:r>
            <a:r>
              <a:rPr kumimoji="0" lang="en-GB"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 date –help</a:t>
            </a:r>
          </a:p>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GB"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Usage: date [OPTION]... [+FORMAT]</a:t>
            </a:r>
          </a:p>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GB"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Display or set the system date and time</a:t>
            </a:r>
          </a:p>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GB"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a:t>
            </a:r>
            <a:endParaRPr kumimoji="0" lang="en-US"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endParaRPr>
          </a:p>
        </p:txBody>
      </p:sp>
      <p:sp>
        <p:nvSpPr>
          <p:cNvPr id="10" name="Rectangle 6">
            <a:extLst>
              <a:ext uri="{FF2B5EF4-FFF2-40B4-BE49-F238E27FC236}">
                <a16:creationId xmlns:a16="http://schemas.microsoft.com/office/drawing/2014/main" id="{724919EA-6FE7-E165-44C5-406EF5050EFC}"/>
              </a:ext>
            </a:extLst>
          </p:cNvPr>
          <p:cNvSpPr>
            <a:spLocks noChangeArrowheads="1"/>
          </p:cNvSpPr>
          <p:nvPr/>
        </p:nvSpPr>
        <p:spPr bwMode="auto">
          <a:xfrm>
            <a:off x="817418" y="4907860"/>
            <a:ext cx="5888182" cy="1210588"/>
          </a:xfrm>
          <a:prstGeom prst="rect">
            <a:avLst/>
          </a:prstGeom>
          <a:solidFill>
            <a:schemeClr val="tx1"/>
          </a:solidFill>
          <a:ln w="12700" algn="ctr">
            <a:solidFill>
              <a:srgbClr val="000000"/>
            </a:solidFill>
            <a:miter lim="800000"/>
            <a:headEnd/>
            <a:tailEnd/>
          </a:ln>
          <a:effectLst/>
        </p:spPr>
        <p:txBody>
          <a:bodyPr wrap="square" lIns="95250" tIns="50800" rIns="95250" bIns="50800">
            <a:spAutoFit/>
          </a:bodyPr>
          <a:lstStyle/>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GB" i="0" u="none" strike="noStrike" kern="1200" cap="none" spc="0" normalizeH="0" baseline="0" noProof="0" dirty="0">
                <a:ln>
                  <a:noFill/>
                </a:ln>
                <a:solidFill>
                  <a:srgbClr val="FFFF00"/>
                </a:solidFill>
                <a:effectLst/>
                <a:uLnTx/>
                <a:uFillTx/>
                <a:latin typeface="Consolas" panose="020B0609020204030204" pitchFamily="49" charset="0"/>
                <a:ea typeface="Hack" panose="020B0609030202020204" pitchFamily="49" charset="0"/>
                <a:cs typeface="Hack" panose="020B0609030202020204" pitchFamily="49" charset="0"/>
              </a:rPr>
              <a:t>$</a:t>
            </a:r>
            <a:r>
              <a:rPr kumimoji="0" lang="en-GB"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 info date</a:t>
            </a:r>
          </a:p>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GB"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File: coreutils.info, Node: date invocation</a:t>
            </a:r>
          </a:p>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GB"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‘date’: Print or set the system date and time</a:t>
            </a:r>
          </a:p>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GB"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a:t>
            </a:r>
            <a:endParaRPr kumimoji="0" lang="en-US"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15373991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8EBCD5B-6B23-98B8-C23F-2D83F0E22C28}"/>
              </a:ext>
            </a:extLst>
          </p:cNvPr>
          <p:cNvSpPr>
            <a:spLocks noGrp="1"/>
          </p:cNvSpPr>
          <p:nvPr>
            <p:ph type="ctrTitle"/>
          </p:nvPr>
        </p:nvSpPr>
        <p:spPr/>
        <p:txBody>
          <a:bodyPr/>
          <a:lstStyle/>
          <a:p>
            <a:r>
              <a:rPr lang="en-US" noProof="0" dirty="0"/>
              <a:t>Useful Online Resources</a:t>
            </a: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pic>
        <p:nvPicPr>
          <p:cNvPr id="7" name="Picture 6" descr="A computer mouse on a blue plate&#10;&#10;Description automatically generated">
            <a:extLst>
              <a:ext uri="{FF2B5EF4-FFF2-40B4-BE49-F238E27FC236}">
                <a16:creationId xmlns:a16="http://schemas.microsoft.com/office/drawing/2014/main" id="{3B4AA6C5-4320-3AF0-24FA-4271B73A3E60}"/>
              </a:ext>
            </a:extLst>
          </p:cNvPr>
          <p:cNvPicPr>
            <a:picLocks noChangeAspect="1"/>
          </p:cNvPicPr>
          <p:nvPr/>
        </p:nvPicPr>
        <p:blipFill>
          <a:blip r:embed="rId3"/>
          <a:stretch>
            <a:fillRect/>
          </a:stretch>
        </p:blipFill>
        <p:spPr>
          <a:xfrm>
            <a:off x="580330" y="1676211"/>
            <a:ext cx="1307747" cy="1320485"/>
          </a:xfrm>
          <a:prstGeom prst="rect">
            <a:avLst/>
          </a:prstGeom>
        </p:spPr>
      </p:pic>
      <p:graphicFrame>
        <p:nvGraphicFramePr>
          <p:cNvPr id="5" name="Table 4">
            <a:extLst>
              <a:ext uri="{FF2B5EF4-FFF2-40B4-BE49-F238E27FC236}">
                <a16:creationId xmlns:a16="http://schemas.microsoft.com/office/drawing/2014/main" id="{EB37C833-9EFE-2F43-18CD-B385E5AB732B}"/>
              </a:ext>
            </a:extLst>
          </p:cNvPr>
          <p:cNvGraphicFramePr>
            <a:graphicFrameLocks noGrp="1"/>
          </p:cNvGraphicFramePr>
          <p:nvPr>
            <p:extLst>
              <p:ext uri="{D42A27DB-BD31-4B8C-83A1-F6EECF244321}">
                <p14:modId xmlns:p14="http://schemas.microsoft.com/office/powerpoint/2010/main" val="298746084"/>
              </p:ext>
            </p:extLst>
          </p:nvPr>
        </p:nvGraphicFramePr>
        <p:xfrm>
          <a:off x="2438442" y="1676211"/>
          <a:ext cx="8087360" cy="3128346"/>
        </p:xfrm>
        <a:graphic>
          <a:graphicData uri="http://schemas.openxmlformats.org/drawingml/2006/table">
            <a:tbl>
              <a:tblPr firstRow="1" bandRow="1">
                <a:tableStyleId>{5C22544A-7EE6-4342-B048-85BDC9FD1C3A}</a:tableStyleId>
              </a:tblPr>
              <a:tblGrid>
                <a:gridCol w="3020462">
                  <a:extLst>
                    <a:ext uri="{9D8B030D-6E8A-4147-A177-3AD203B41FA5}">
                      <a16:colId xmlns:a16="http://schemas.microsoft.com/office/drawing/2014/main" val="1551974525"/>
                    </a:ext>
                  </a:extLst>
                </a:gridCol>
                <a:gridCol w="5066898">
                  <a:extLst>
                    <a:ext uri="{9D8B030D-6E8A-4147-A177-3AD203B41FA5}">
                      <a16:colId xmlns:a16="http://schemas.microsoft.com/office/drawing/2014/main" val="587885695"/>
                    </a:ext>
                  </a:extLst>
                </a:gridCol>
              </a:tblGrid>
              <a:tr h="0">
                <a:tc>
                  <a:txBody>
                    <a:bodyPr/>
                    <a:lstStyle/>
                    <a:p>
                      <a:pPr algn="ctr"/>
                      <a:r>
                        <a:rPr lang="en-GB" sz="1800" dirty="0">
                          <a:solidFill>
                            <a:schemeClr val="tx2"/>
                          </a:solidFill>
                        </a:rPr>
                        <a:t>Resource</a:t>
                      </a:r>
                    </a:p>
                  </a:txBody>
                  <a:tcPr marL="73273" marR="73273" marT="36637" marB="36637" anchor="ctr">
                    <a:solidFill>
                      <a:schemeClr val="accent4"/>
                    </a:solidFill>
                  </a:tcPr>
                </a:tc>
                <a:tc>
                  <a:txBody>
                    <a:bodyPr/>
                    <a:lstStyle/>
                    <a:p>
                      <a:pPr algn="ctr"/>
                      <a:r>
                        <a:rPr lang="en-GB" sz="1800" dirty="0">
                          <a:solidFill>
                            <a:schemeClr val="tx2"/>
                          </a:solidFill>
                        </a:rPr>
                        <a:t>Purpose</a:t>
                      </a:r>
                    </a:p>
                  </a:txBody>
                  <a:tcPr marL="73273" marR="73273" marT="36637" marB="36637" anchor="ctr">
                    <a:solidFill>
                      <a:schemeClr val="accent4"/>
                    </a:solidFill>
                  </a:tcPr>
                </a:tc>
                <a:extLst>
                  <a:ext uri="{0D108BD9-81ED-4DB2-BD59-A6C34878D82A}">
                    <a16:rowId xmlns:a16="http://schemas.microsoft.com/office/drawing/2014/main" val="2345767861"/>
                  </a:ext>
                </a:extLst>
              </a:tr>
              <a:tr h="335733">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1800" b="1" i="0" dirty="0">
                          <a:latin typeface="+mn-lt"/>
                          <a:cs typeface="Courier New" panose="02070309020205020404" pitchFamily="49" charset="0"/>
                        </a:rPr>
                        <a:t>https://kernel.org/</a:t>
                      </a:r>
                    </a:p>
                  </a:txBody>
                  <a:tcPr marL="73273" marR="73273" marT="36637" marB="36637" anchor="ctr">
                    <a:solidFill>
                      <a:schemeClr val="accent4">
                        <a:lumMod val="20000"/>
                        <a:lumOff val="80000"/>
                      </a:schemeClr>
                    </a:solidFill>
                  </a:tcPr>
                </a:tc>
                <a:tc>
                  <a:txBody>
                    <a:bodyPr/>
                    <a:lstStyle/>
                    <a:p>
                      <a:pPr>
                        <a:spcBef>
                          <a:spcPts val="600"/>
                        </a:spcBef>
                      </a:pPr>
                      <a:r>
                        <a:rPr lang="en-US" altLang="en-US" sz="1800" b="0" dirty="0"/>
                        <a:t>Official Linux Kernel site</a:t>
                      </a:r>
                    </a:p>
                  </a:txBody>
                  <a:tcPr marL="73273" marR="73273" marT="36637" marB="36637" anchor="ctr">
                    <a:solidFill>
                      <a:schemeClr val="accent4">
                        <a:lumMod val="20000"/>
                        <a:lumOff val="80000"/>
                      </a:schemeClr>
                    </a:solidFill>
                  </a:tcPr>
                </a:tc>
                <a:extLst>
                  <a:ext uri="{0D108BD9-81ED-4DB2-BD59-A6C34878D82A}">
                    <a16:rowId xmlns:a16="http://schemas.microsoft.com/office/drawing/2014/main" val="2381271311"/>
                  </a:ext>
                </a:extLst>
              </a:tr>
              <a:tr h="335733">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1800" b="1" i="0" dirty="0">
                          <a:latin typeface="+mn-lt"/>
                          <a:cs typeface="Courier New" panose="02070309020205020404" pitchFamily="49" charset="0"/>
                        </a:rPr>
                        <a:t>https://wiki.archlinux.org/</a:t>
                      </a:r>
                    </a:p>
                  </a:txBody>
                  <a:tcPr marL="73273" marR="73273" marT="36637" marB="36637" anchor="ctr">
                    <a:solidFill>
                      <a:schemeClr val="accent4">
                        <a:lumMod val="40000"/>
                        <a:lumOff val="60000"/>
                      </a:schemeClr>
                    </a:solidFill>
                  </a:tcPr>
                </a:tc>
                <a:tc>
                  <a:txBody>
                    <a:bodyPr/>
                    <a:lstStyle/>
                    <a:p>
                      <a:pPr>
                        <a:spcBef>
                          <a:spcPts val="600"/>
                        </a:spcBef>
                      </a:pPr>
                      <a:r>
                        <a:rPr lang="en-GB" altLang="en-US" sz="1800" b="0" dirty="0"/>
                        <a:t>Probably the best Linux knowledge base available</a:t>
                      </a:r>
                      <a:endParaRPr lang="en-US" altLang="en-US" sz="1800" b="0" dirty="0"/>
                    </a:p>
                  </a:txBody>
                  <a:tcPr marL="73273" marR="73273" marT="36637" marB="36637" anchor="ctr">
                    <a:solidFill>
                      <a:schemeClr val="accent4">
                        <a:lumMod val="40000"/>
                        <a:lumOff val="60000"/>
                      </a:schemeClr>
                    </a:solidFill>
                  </a:tcPr>
                </a:tc>
                <a:extLst>
                  <a:ext uri="{0D108BD9-81ED-4DB2-BD59-A6C34878D82A}">
                    <a16:rowId xmlns:a16="http://schemas.microsoft.com/office/drawing/2014/main" val="3137229064"/>
                  </a:ext>
                </a:extLst>
              </a:tr>
              <a:tr h="320334">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1800" b="1" i="0" dirty="0">
                          <a:latin typeface="+mn-lt"/>
                          <a:cs typeface="Courier New" panose="02070309020205020404" pitchFamily="49" charset="0"/>
                        </a:rPr>
                        <a:t>https://explainshell.com/</a:t>
                      </a:r>
                    </a:p>
                  </a:txBody>
                  <a:tcPr marL="73273" marR="73273" marT="36637" marB="36637" anchor="ctr">
                    <a:solidFill>
                      <a:schemeClr val="accent4">
                        <a:lumMod val="20000"/>
                        <a:lumOff val="80000"/>
                      </a:schemeClr>
                    </a:solidFill>
                  </a:tcPr>
                </a:tc>
                <a:tc>
                  <a:txBody>
                    <a:bodyPr/>
                    <a:lstStyle/>
                    <a:p>
                      <a:pPr>
                        <a:spcBef>
                          <a:spcPts val="600"/>
                        </a:spcBef>
                      </a:pPr>
                      <a:r>
                        <a:rPr lang="en-GB" altLang="en-US" sz="1800" b="0" dirty="0"/>
                        <a:t>Fantastic for beginners learning command syntax</a:t>
                      </a:r>
                      <a:endParaRPr lang="en-US" altLang="en-US" sz="1800" b="0" dirty="0"/>
                    </a:p>
                  </a:txBody>
                  <a:tcPr marL="73273" marR="73273" marT="36637" marB="36637" anchor="ctr">
                    <a:solidFill>
                      <a:schemeClr val="accent4">
                        <a:lumMod val="20000"/>
                        <a:lumOff val="80000"/>
                      </a:schemeClr>
                    </a:solidFill>
                  </a:tcPr>
                </a:tc>
                <a:extLst>
                  <a:ext uri="{0D108BD9-81ED-4DB2-BD59-A6C34878D82A}">
                    <a16:rowId xmlns:a16="http://schemas.microsoft.com/office/drawing/2014/main" val="1119249700"/>
                  </a:ext>
                </a:extLst>
              </a:tr>
              <a:tr h="320334">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1800" b="1" i="0" dirty="0">
                          <a:latin typeface="+mn-lt"/>
                          <a:cs typeface="Courier New" panose="02070309020205020404" pitchFamily="49" charset="0"/>
                        </a:rPr>
                        <a:t>https://crontab.guru/</a:t>
                      </a:r>
                    </a:p>
                  </a:txBody>
                  <a:tcPr marL="73273" marR="73273" marT="36637" marB="36637" anchor="ctr">
                    <a:solidFill>
                      <a:schemeClr val="accent4">
                        <a:lumMod val="40000"/>
                        <a:lumOff val="60000"/>
                      </a:schemeClr>
                    </a:solidFill>
                  </a:tcPr>
                </a:tc>
                <a:tc>
                  <a:txBody>
                    <a:bodyPr/>
                    <a:lstStyle/>
                    <a:p>
                      <a:pPr>
                        <a:spcBef>
                          <a:spcPts val="600"/>
                        </a:spcBef>
                      </a:pPr>
                      <a:r>
                        <a:rPr lang="en-US" altLang="en-US" sz="1800" b="0" dirty="0"/>
                        <a:t>Extremely useful reference tool</a:t>
                      </a:r>
                    </a:p>
                  </a:txBody>
                  <a:tcPr marL="73273" marR="73273" marT="36637" marB="36637" anchor="ctr">
                    <a:solidFill>
                      <a:schemeClr val="accent4">
                        <a:lumMod val="40000"/>
                        <a:lumOff val="60000"/>
                      </a:schemeClr>
                    </a:solidFill>
                  </a:tcPr>
                </a:tc>
                <a:extLst>
                  <a:ext uri="{0D108BD9-81ED-4DB2-BD59-A6C34878D82A}">
                    <a16:rowId xmlns:a16="http://schemas.microsoft.com/office/drawing/2014/main" val="876851043"/>
                  </a:ext>
                </a:extLst>
              </a:tr>
              <a:tr h="320334">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1800" b="1" i="0" dirty="0">
                          <a:latin typeface="+mn-lt"/>
                          <a:cs typeface="Courier New" panose="02070309020205020404" pitchFamily="49" charset="0"/>
                        </a:rPr>
                        <a:t>https://linuxfoundation.org/</a:t>
                      </a:r>
                    </a:p>
                  </a:txBody>
                  <a:tcPr marL="73273" marR="73273" marT="36637" marB="36637" anchor="ctr">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GB" altLang="en-US" sz="1800" b="0" dirty="0"/>
                        <a:t>Industry body and learning resources</a:t>
                      </a:r>
                      <a:endParaRPr lang="en-US" altLang="en-US" sz="1800" b="0" dirty="0"/>
                    </a:p>
                  </a:txBody>
                  <a:tcPr marL="73273" marR="73273" marT="36637" marB="36637" anchor="ctr">
                    <a:solidFill>
                      <a:schemeClr val="accent4">
                        <a:lumMod val="20000"/>
                        <a:lumOff val="80000"/>
                      </a:schemeClr>
                    </a:solidFill>
                  </a:tcPr>
                </a:tc>
                <a:extLst>
                  <a:ext uri="{0D108BD9-81ED-4DB2-BD59-A6C34878D82A}">
                    <a16:rowId xmlns:a16="http://schemas.microsoft.com/office/drawing/2014/main" val="3202538270"/>
                  </a:ext>
                </a:extLst>
              </a:tr>
              <a:tr h="320334">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1800" b="1" i="0" dirty="0">
                          <a:latin typeface="+mn-lt"/>
                          <a:cs typeface="Courier New" panose="02070309020205020404" pitchFamily="49" charset="0"/>
                        </a:rPr>
                        <a:t>https://distrowatch.com/</a:t>
                      </a:r>
                    </a:p>
                  </a:txBody>
                  <a:tcPr marL="73273" marR="73273" marT="36637" marB="36637" anchor="ctr">
                    <a:solidFill>
                      <a:schemeClr val="accent4">
                        <a:lumMod val="40000"/>
                        <a:lumOff val="60000"/>
                      </a:schemeClr>
                    </a:solidFill>
                  </a:tcPr>
                </a:tc>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altLang="en-US" sz="1800" b="0" dirty="0"/>
                        <a:t>Useful for exploring distributions</a:t>
                      </a:r>
                    </a:p>
                  </a:txBody>
                  <a:tcPr marL="73273" marR="73273" marT="36637" marB="36637" anchor="ctr">
                    <a:solidFill>
                      <a:schemeClr val="accent4">
                        <a:lumMod val="40000"/>
                        <a:lumOff val="60000"/>
                      </a:schemeClr>
                    </a:solidFill>
                  </a:tcPr>
                </a:tc>
                <a:extLst>
                  <a:ext uri="{0D108BD9-81ED-4DB2-BD59-A6C34878D82A}">
                    <a16:rowId xmlns:a16="http://schemas.microsoft.com/office/drawing/2014/main" val="2092763958"/>
                  </a:ext>
                </a:extLst>
              </a:tr>
              <a:tr h="320334">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1800" b="1" i="0" dirty="0">
                          <a:latin typeface="+mn-lt"/>
                          <a:cs typeface="Courier New" panose="02070309020205020404" pitchFamily="49" charset="0"/>
                        </a:rPr>
                        <a:t>https://itsfoss.com/</a:t>
                      </a:r>
                    </a:p>
                  </a:txBody>
                  <a:tcPr marL="73273" marR="73273" marT="36637" marB="36637" anchor="ctr">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altLang="en-US" sz="1800" b="0" dirty="0"/>
                        <a:t>Beginner-friendly tutorials</a:t>
                      </a:r>
                    </a:p>
                  </a:txBody>
                  <a:tcPr marL="73273" marR="73273" marT="36637" marB="36637" anchor="ctr">
                    <a:solidFill>
                      <a:schemeClr val="accent4">
                        <a:lumMod val="20000"/>
                        <a:lumOff val="80000"/>
                      </a:schemeClr>
                    </a:solidFill>
                  </a:tcPr>
                </a:tc>
                <a:extLst>
                  <a:ext uri="{0D108BD9-81ED-4DB2-BD59-A6C34878D82A}">
                    <a16:rowId xmlns:a16="http://schemas.microsoft.com/office/drawing/2014/main" val="1765363294"/>
                  </a:ext>
                </a:extLst>
              </a:tr>
              <a:tr h="320334">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1800" b="1" i="0" dirty="0">
                          <a:latin typeface="+mn-lt"/>
                          <a:cs typeface="Courier New" panose="02070309020205020404" pitchFamily="49" charset="0"/>
                        </a:rPr>
                        <a:t>https://linux-hardware.org/</a:t>
                      </a:r>
                    </a:p>
                  </a:txBody>
                  <a:tcPr marL="73273" marR="73273" marT="36637" marB="36637" anchor="ctr">
                    <a:solidFill>
                      <a:schemeClr val="accent4">
                        <a:lumMod val="40000"/>
                        <a:lumOff val="60000"/>
                      </a:schemeClr>
                    </a:solidFill>
                  </a:tcPr>
                </a:tc>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altLang="en-US" sz="1800" b="0" dirty="0"/>
                        <a:t>Hardware compatibility checks</a:t>
                      </a:r>
                    </a:p>
                  </a:txBody>
                  <a:tcPr marL="73273" marR="73273" marT="36637" marB="36637" anchor="ctr">
                    <a:solidFill>
                      <a:schemeClr val="accent4">
                        <a:lumMod val="40000"/>
                        <a:lumOff val="60000"/>
                      </a:schemeClr>
                    </a:solidFill>
                  </a:tcPr>
                </a:tc>
                <a:extLst>
                  <a:ext uri="{0D108BD9-81ED-4DB2-BD59-A6C34878D82A}">
                    <a16:rowId xmlns:a16="http://schemas.microsoft.com/office/drawing/2014/main" val="352019447"/>
                  </a:ext>
                </a:extLst>
              </a:tr>
            </a:tbl>
          </a:graphicData>
        </a:graphic>
      </p:graphicFrame>
      <p:pic>
        <p:nvPicPr>
          <p:cNvPr id="10" name="Content Placeholder 9">
            <a:extLst>
              <a:ext uri="{FF2B5EF4-FFF2-40B4-BE49-F238E27FC236}">
                <a16:creationId xmlns:a16="http://schemas.microsoft.com/office/drawing/2014/main" id="{E2B71954-C6EE-F930-B902-D81C6D3D1729}"/>
              </a:ext>
            </a:extLst>
          </p:cNvPr>
          <p:cNvPicPr>
            <a:picLocks noGrp="1" noChangeAspect="1"/>
          </p:cNvPicPr>
          <p:nvPr>
            <p:ph sz="quarter" idx="4"/>
          </p:nvPr>
        </p:nvPicPr>
        <p:blipFill>
          <a:blip r:embed="rId4">
            <a:extLst>
              <a:ext uri="{28A0092B-C50C-407E-A947-70E740481C1C}">
                <a14:useLocalDpi xmlns:a14="http://schemas.microsoft.com/office/drawing/2010/main" val="0"/>
              </a:ext>
            </a:extLst>
          </a:blip>
          <a:stretch>
            <a:fillRect/>
          </a:stretch>
        </p:blipFill>
        <p:spPr>
          <a:xfrm>
            <a:off x="580330" y="3313728"/>
            <a:ext cx="1400444" cy="1400444"/>
          </a:xfrm>
          <a:prstGeom prst="rect">
            <a:avLst/>
          </a:prstGeom>
        </p:spPr>
      </p:pic>
    </p:spTree>
    <p:extLst>
      <p:ext uri="{BB962C8B-B14F-4D97-AF65-F5344CB8AC3E}">
        <p14:creationId xmlns:p14="http://schemas.microsoft.com/office/powerpoint/2010/main" val="26357440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DC045F9-074A-BFE7-CA0E-B53E2B7463E5}"/>
              </a:ext>
            </a:extLst>
          </p:cNvPr>
          <p:cNvSpPr>
            <a:spLocks noGrp="1"/>
          </p:cNvSpPr>
          <p:nvPr>
            <p:ph type="ctrTitle"/>
          </p:nvPr>
        </p:nvSpPr>
        <p:spPr>
          <a:xfrm>
            <a:off x="443921" y="500194"/>
            <a:ext cx="6679721" cy="858985"/>
          </a:xfrm>
        </p:spPr>
        <p:txBody>
          <a:bodyPr/>
          <a:lstStyle/>
          <a:p>
            <a:r>
              <a:rPr lang="en-US" noProof="0" dirty="0"/>
              <a:t>Practical exercise 2 – T1</a:t>
            </a:r>
          </a:p>
        </p:txBody>
      </p:sp>
      <p:sp>
        <p:nvSpPr>
          <p:cNvPr id="4" name="Text Placeholder 3">
            <a:extLst>
              <a:ext uri="{FF2B5EF4-FFF2-40B4-BE49-F238E27FC236}">
                <a16:creationId xmlns:a16="http://schemas.microsoft.com/office/drawing/2014/main" id="{E9C5A723-C0B1-124B-8CB6-AA3105C9A4E6}"/>
              </a:ext>
            </a:extLst>
          </p:cNvPr>
          <p:cNvSpPr>
            <a:spLocks noGrp="1"/>
          </p:cNvSpPr>
          <p:nvPr>
            <p:ph type="body" sz="quarter" idx="13"/>
          </p:nvPr>
        </p:nvSpPr>
        <p:spPr>
          <a:xfrm>
            <a:off x="443921" y="1733108"/>
            <a:ext cx="6679721" cy="4061405"/>
          </a:xfrm>
        </p:spPr>
        <p:txBody>
          <a:bodyPr/>
          <a:lstStyle/>
          <a:p>
            <a:pPr marL="285750" indent="-285750">
              <a:buFont typeface="Arial" panose="020B0604020202020204" pitchFamily="34" charset="0"/>
              <a:buChar char="•"/>
            </a:pPr>
            <a:r>
              <a:rPr lang="en-US" noProof="0" dirty="0"/>
              <a:t>In the accompanying Exercise Guide</a:t>
            </a:r>
          </a:p>
          <a:p>
            <a:pPr marL="285750" indent="-285750">
              <a:buFont typeface="Arial" panose="020B0604020202020204" pitchFamily="34" charset="0"/>
              <a:buChar char="•"/>
            </a:pPr>
            <a:endParaRPr lang="en-US" noProof="0" dirty="0"/>
          </a:p>
        </p:txBody>
      </p:sp>
    </p:spTree>
    <p:extLst>
      <p:ext uri="{BB962C8B-B14F-4D97-AF65-F5344CB8AC3E}">
        <p14:creationId xmlns:p14="http://schemas.microsoft.com/office/powerpoint/2010/main" val="34035858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US" noProof="0" dirty="0"/>
              <a:t>Fact finding commands</a:t>
            </a:r>
          </a:p>
        </p:txBody>
      </p:sp>
      <p:sp>
        <p:nvSpPr>
          <p:cNvPr id="3" name="Subtitle 2">
            <a:extLst>
              <a:ext uri="{FF2B5EF4-FFF2-40B4-BE49-F238E27FC236}">
                <a16:creationId xmlns:a16="http://schemas.microsoft.com/office/drawing/2014/main" id="{400223EC-021C-8C1F-AB05-8FC151270DE0}"/>
              </a:ext>
            </a:extLst>
          </p:cNvPr>
          <p:cNvSpPr>
            <a:spLocks noGrp="1"/>
          </p:cNvSpPr>
          <p:nvPr>
            <p:ph type="subTitle" idx="1"/>
          </p:nvPr>
        </p:nvSpPr>
        <p:spPr/>
        <p:txBody>
          <a:bodyPr/>
          <a:lstStyle/>
          <a:p>
            <a:r>
              <a:rPr lang="en-US" noProof="0" dirty="0"/>
              <a:t>Find out things</a:t>
            </a:r>
          </a:p>
        </p:txBody>
      </p:sp>
    </p:spTree>
    <p:extLst>
      <p:ext uri="{BB962C8B-B14F-4D97-AF65-F5344CB8AC3E}">
        <p14:creationId xmlns:p14="http://schemas.microsoft.com/office/powerpoint/2010/main" val="2972155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8913357-C225-C780-A1D7-E4E616E15BE5}"/>
              </a:ext>
            </a:extLst>
          </p:cNvPr>
          <p:cNvSpPr>
            <a:spLocks noGrp="1"/>
          </p:cNvSpPr>
          <p:nvPr>
            <p:ph type="ctrTitle"/>
          </p:nvPr>
        </p:nvSpPr>
        <p:spPr/>
        <p:txBody>
          <a:bodyPr/>
          <a:lstStyle/>
          <a:p>
            <a:r>
              <a:rPr lang="en-GB" noProof="0" dirty="0"/>
              <a:t>Finding information about your system</a:t>
            </a:r>
            <a:endParaRPr lang="en-US"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type="body" sz="quarter" idx="14"/>
          </p:nvPr>
        </p:nvSpPr>
        <p:spPr/>
        <p:txBody>
          <a:bodyPr/>
          <a:lstStyle/>
          <a:p>
            <a:pPr marL="9803">
              <a:spcBef>
                <a:spcPts val="569"/>
              </a:spcBef>
              <a:buClr>
                <a:srgbClr val="000000"/>
              </a:buClr>
              <a:tabLst>
                <a:tab pos="289957" algn="l"/>
                <a:tab pos="290473" algn="l"/>
              </a:tabLst>
            </a:pPr>
            <a:r>
              <a:rPr lang="en-GB" b="1" spc="-8" noProof="0" dirty="0">
                <a:solidFill>
                  <a:srgbClr val="2D2C2C"/>
                </a:solidFill>
                <a:cs typeface="Segoe UI"/>
              </a:rPr>
              <a:t>These commands are commonly used to discover information about a Linux system:</a:t>
            </a:r>
            <a:endParaRPr lang="en-US" spc="-8" noProof="0" dirty="0">
              <a:solidFill>
                <a:srgbClr val="2D2C2C"/>
              </a:solidFill>
              <a:cs typeface="Segoe UI"/>
            </a:endParaRPr>
          </a:p>
          <a:p>
            <a:pPr marL="289957" indent="-280154">
              <a:spcBef>
                <a:spcPts val="569"/>
              </a:spcBef>
              <a:buClr>
                <a:srgbClr val="000000"/>
              </a:buClr>
              <a:buFont typeface="Arial"/>
              <a:buChar char="•"/>
              <a:tabLst>
                <a:tab pos="289957" algn="l"/>
                <a:tab pos="290473" algn="l"/>
              </a:tabLst>
            </a:pPr>
            <a:endParaRPr lang="en-US" spc="-8" noProof="0" dirty="0">
              <a:solidFill>
                <a:srgbClr val="2D2C2C"/>
              </a:solidFill>
              <a:cs typeface="Segoe UI"/>
            </a:endParaRPr>
          </a:p>
          <a:p>
            <a:pPr marL="289957" indent="-280154">
              <a:spcBef>
                <a:spcPts val="569"/>
              </a:spcBef>
              <a:buClr>
                <a:srgbClr val="000000"/>
              </a:buClr>
              <a:buFont typeface="Arial"/>
              <a:buChar char="•"/>
              <a:tabLst>
                <a:tab pos="289957" algn="l"/>
                <a:tab pos="290473" algn="l"/>
              </a:tabLst>
            </a:pPr>
            <a:endParaRPr lang="en-US" spc="-8" noProof="0" dirty="0">
              <a:solidFill>
                <a:srgbClr val="2D2C2C"/>
              </a:solidFill>
              <a:cs typeface="Segoe UI"/>
            </a:endParaRPr>
          </a:p>
          <a:p>
            <a:pPr marL="289957" indent="-280154">
              <a:spcBef>
                <a:spcPts val="569"/>
              </a:spcBef>
              <a:buClr>
                <a:srgbClr val="000000"/>
              </a:buClr>
              <a:buFont typeface="Arial"/>
              <a:buChar char="•"/>
              <a:tabLst>
                <a:tab pos="289957" algn="l"/>
                <a:tab pos="290473" algn="l"/>
              </a:tabLst>
            </a:pPr>
            <a:endParaRPr lang="en-US" spc="-8" noProof="0" dirty="0">
              <a:solidFill>
                <a:srgbClr val="2D2C2C"/>
              </a:solidFill>
              <a:cs typeface="Segoe UI"/>
            </a:endParaRPr>
          </a:p>
          <a:p>
            <a:pPr marL="289957" indent="-280154">
              <a:spcBef>
                <a:spcPts val="569"/>
              </a:spcBef>
              <a:buClr>
                <a:srgbClr val="000000"/>
              </a:buClr>
              <a:buFont typeface="Arial"/>
              <a:buChar char="•"/>
              <a:tabLst>
                <a:tab pos="289957" algn="l"/>
                <a:tab pos="290473" algn="l"/>
              </a:tabLst>
            </a:pPr>
            <a:endParaRPr lang="en-US" spc="-24" noProof="0" dirty="0">
              <a:solidFill>
                <a:srgbClr val="2D2C2C"/>
              </a:solidFill>
              <a:cs typeface="Segoe UI"/>
            </a:endParaRPr>
          </a:p>
          <a:p>
            <a:pPr marL="518001" lvl="1" indent="-233204">
              <a:spcBef>
                <a:spcPts val="488"/>
              </a:spcBef>
              <a:buClr>
                <a:srgbClr val="000000"/>
              </a:buClr>
              <a:buFont typeface="Arial"/>
              <a:buChar char="•"/>
              <a:tabLst>
                <a:tab pos="517485" algn="l"/>
                <a:tab pos="518001" algn="l"/>
              </a:tabLst>
            </a:pPr>
            <a:endParaRPr lang="en-US" spc="-24" noProof="0" dirty="0">
              <a:solidFill>
                <a:srgbClr val="2D2C2C"/>
              </a:solidFill>
              <a:cs typeface="Segoe UI"/>
            </a:endParaRPr>
          </a:p>
          <a:p>
            <a:pPr marL="518001" lvl="1" indent="-233204">
              <a:spcBef>
                <a:spcPts val="488"/>
              </a:spcBef>
              <a:buClr>
                <a:srgbClr val="000000"/>
              </a:buClr>
              <a:buFont typeface="Arial"/>
              <a:buChar char="•"/>
              <a:tabLst>
                <a:tab pos="517485" algn="l"/>
                <a:tab pos="518001" algn="l"/>
              </a:tabLst>
            </a:pPr>
            <a:endParaRPr lang="en-US" spc="-24" noProof="0" dirty="0">
              <a:solidFill>
                <a:srgbClr val="2D2C2C"/>
              </a:solidFill>
              <a:cs typeface="Segoe UI"/>
            </a:endParaRPr>
          </a:p>
          <a:p>
            <a:pPr marL="518001" lvl="1" indent="-233204">
              <a:spcBef>
                <a:spcPts val="488"/>
              </a:spcBef>
              <a:buClr>
                <a:srgbClr val="000000"/>
              </a:buClr>
              <a:buFont typeface="Arial"/>
              <a:buChar char="•"/>
              <a:tabLst>
                <a:tab pos="517485" algn="l"/>
                <a:tab pos="518001" algn="l"/>
              </a:tabLst>
            </a:pPr>
            <a:endParaRPr lang="en-US" spc="-24" noProof="0" dirty="0">
              <a:solidFill>
                <a:srgbClr val="2D2C2C"/>
              </a:solidFill>
              <a:cs typeface="Segoe UI"/>
            </a:endParaRPr>
          </a:p>
          <a:p>
            <a:pPr marL="518001" lvl="1" indent="-233204">
              <a:spcBef>
                <a:spcPts val="488"/>
              </a:spcBef>
              <a:buClr>
                <a:srgbClr val="000000"/>
              </a:buClr>
              <a:buFont typeface="Arial"/>
              <a:buChar char="•"/>
              <a:tabLst>
                <a:tab pos="517485" algn="l"/>
                <a:tab pos="518001" algn="l"/>
              </a:tabLst>
            </a:pPr>
            <a:endParaRPr lang="en-US" spc="-24" noProof="0" dirty="0">
              <a:solidFill>
                <a:srgbClr val="2D2C2C"/>
              </a:solidFill>
              <a:cs typeface="Segoe UI"/>
            </a:endParaRPr>
          </a:p>
          <a:p>
            <a:pPr marL="518001" lvl="1" indent="-233204">
              <a:spcBef>
                <a:spcPts val="488"/>
              </a:spcBef>
              <a:buClr>
                <a:srgbClr val="000000"/>
              </a:buClr>
              <a:buFont typeface="Arial"/>
              <a:buChar char="•"/>
              <a:tabLst>
                <a:tab pos="517485" algn="l"/>
                <a:tab pos="518001" algn="l"/>
              </a:tabLst>
            </a:pPr>
            <a:endParaRPr lang="en-US" spc="-24" noProof="0" dirty="0">
              <a:solidFill>
                <a:srgbClr val="2D2C2C"/>
              </a:solidFill>
              <a:cs typeface="Segoe UI"/>
            </a:endParaRPr>
          </a:p>
          <a:p>
            <a:pPr marL="295553" indent="-285750">
              <a:spcBef>
                <a:spcPts val="77"/>
              </a:spcBef>
              <a:buClr>
                <a:srgbClr val="000000"/>
              </a:buClr>
              <a:buFont typeface="Arial" panose="020B0604020202020204" pitchFamily="34" charset="0"/>
              <a:buChar char="•"/>
              <a:tabLst>
                <a:tab pos="289957" algn="l"/>
                <a:tab pos="290473" algn="l"/>
              </a:tabLst>
            </a:pPr>
            <a:r>
              <a:rPr lang="en-GB" spc="-8" noProof="0" dirty="0">
                <a:solidFill>
                  <a:srgbClr val="2D2C2C"/>
                </a:solidFill>
                <a:cs typeface="Segoe UI"/>
              </a:rPr>
              <a:t>Use man &lt;command&gt; to learn more about a command and its options.</a:t>
            </a:r>
            <a:endParaRPr lang="en-US" sz="2800" noProof="0" dirty="0"/>
          </a:p>
        </p:txBody>
      </p:sp>
      <p:sp>
        <p:nvSpPr>
          <p:cNvPr id="7" name="Text Placeholder 6">
            <a:extLst>
              <a:ext uri="{FF2B5EF4-FFF2-40B4-BE49-F238E27FC236}">
                <a16:creationId xmlns:a16="http://schemas.microsoft.com/office/drawing/2014/main" id="{E0394426-7B8C-3677-D562-2719A6DA695F}"/>
              </a:ext>
            </a:extLst>
          </p:cNvPr>
          <p:cNvSpPr>
            <a:spLocks noGrp="1"/>
          </p:cNvSpPr>
          <p:nvPr>
            <p:ph type="body" sz="quarter" idx="15"/>
          </p:nvPr>
        </p:nvSpPr>
        <p:spPr/>
        <p:txBody>
          <a:bodyPr/>
          <a:lstStyle/>
          <a:p>
            <a:r>
              <a:rPr lang="en-GB" b="1" dirty="0"/>
              <a:t>Examples</a:t>
            </a: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graphicFrame>
        <p:nvGraphicFramePr>
          <p:cNvPr id="4" name="Table 3">
            <a:extLst>
              <a:ext uri="{FF2B5EF4-FFF2-40B4-BE49-F238E27FC236}">
                <a16:creationId xmlns:a16="http://schemas.microsoft.com/office/drawing/2014/main" id="{094E4ADD-5691-1FE5-4EAA-1C4FADB1CEC7}"/>
              </a:ext>
            </a:extLst>
          </p:cNvPr>
          <p:cNvGraphicFramePr>
            <a:graphicFrameLocks noGrp="1"/>
          </p:cNvGraphicFramePr>
          <p:nvPr>
            <p:extLst>
              <p:ext uri="{D42A27DB-BD31-4B8C-83A1-F6EECF244321}">
                <p14:modId xmlns:p14="http://schemas.microsoft.com/office/powerpoint/2010/main" val="2926994822"/>
              </p:ext>
            </p:extLst>
          </p:nvPr>
        </p:nvGraphicFramePr>
        <p:xfrm>
          <a:off x="540401" y="2432285"/>
          <a:ext cx="5303520" cy="2433158"/>
        </p:xfrm>
        <a:graphic>
          <a:graphicData uri="http://schemas.openxmlformats.org/drawingml/2006/table">
            <a:tbl>
              <a:tblPr firstRow="1" bandRow="1">
                <a:tableStyleId>{5C22544A-7EE6-4342-B048-85BDC9FD1C3A}</a:tableStyleId>
              </a:tblPr>
              <a:tblGrid>
                <a:gridCol w="1207119">
                  <a:extLst>
                    <a:ext uri="{9D8B030D-6E8A-4147-A177-3AD203B41FA5}">
                      <a16:colId xmlns:a16="http://schemas.microsoft.com/office/drawing/2014/main" val="1551974525"/>
                    </a:ext>
                  </a:extLst>
                </a:gridCol>
                <a:gridCol w="4096401">
                  <a:extLst>
                    <a:ext uri="{9D8B030D-6E8A-4147-A177-3AD203B41FA5}">
                      <a16:colId xmlns:a16="http://schemas.microsoft.com/office/drawing/2014/main" val="587885695"/>
                    </a:ext>
                  </a:extLst>
                </a:gridCol>
              </a:tblGrid>
              <a:tr h="0">
                <a:tc>
                  <a:txBody>
                    <a:bodyPr/>
                    <a:lstStyle/>
                    <a:p>
                      <a:pPr algn="ctr"/>
                      <a:r>
                        <a:rPr lang="en-GB" sz="1800" dirty="0">
                          <a:solidFill>
                            <a:schemeClr val="tx2"/>
                          </a:solidFill>
                        </a:rPr>
                        <a:t>Command</a:t>
                      </a:r>
                    </a:p>
                  </a:txBody>
                  <a:tcPr marL="73273" marR="73273" marT="36637" marB="36637" anchor="ctr">
                    <a:solidFill>
                      <a:schemeClr val="accent4"/>
                    </a:solidFill>
                  </a:tcPr>
                </a:tc>
                <a:tc>
                  <a:txBody>
                    <a:bodyPr/>
                    <a:lstStyle/>
                    <a:p>
                      <a:pPr algn="ctr"/>
                      <a:r>
                        <a:rPr lang="en-GB" sz="1800" dirty="0">
                          <a:solidFill>
                            <a:schemeClr val="tx2"/>
                          </a:solidFill>
                        </a:rPr>
                        <a:t>Purpose</a:t>
                      </a:r>
                    </a:p>
                  </a:txBody>
                  <a:tcPr marL="73273" marR="73273" marT="36637" marB="36637" anchor="ctr">
                    <a:solidFill>
                      <a:schemeClr val="accent4"/>
                    </a:solidFill>
                  </a:tcPr>
                </a:tc>
                <a:extLst>
                  <a:ext uri="{0D108BD9-81ED-4DB2-BD59-A6C34878D82A}">
                    <a16:rowId xmlns:a16="http://schemas.microsoft.com/office/drawing/2014/main" val="2345767861"/>
                  </a:ext>
                </a:extLst>
              </a:tr>
              <a:tr h="335733">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1800" b="1" i="0" dirty="0" err="1">
                          <a:latin typeface="Consolas" panose="020B0609020204030204" pitchFamily="49" charset="0"/>
                          <a:cs typeface="Courier New" panose="02070309020205020404" pitchFamily="49" charset="0"/>
                        </a:rPr>
                        <a:t>ps</a:t>
                      </a:r>
                      <a:r>
                        <a:rPr lang="en-GB" sz="1800" b="1" i="0" dirty="0">
                          <a:latin typeface="Consolas" panose="020B0609020204030204" pitchFamily="49" charset="0"/>
                          <a:cs typeface="Courier New" panose="02070309020205020404" pitchFamily="49" charset="0"/>
                        </a:rPr>
                        <a:t> </a:t>
                      </a:r>
                    </a:p>
                  </a:txBody>
                  <a:tcPr marL="73273" marR="73273" marT="36637" marB="36637" anchor="ctr">
                    <a:solidFill>
                      <a:schemeClr val="accent4">
                        <a:lumMod val="20000"/>
                        <a:lumOff val="80000"/>
                      </a:schemeClr>
                    </a:solidFill>
                  </a:tcPr>
                </a:tc>
                <a:tc>
                  <a:txBody>
                    <a:bodyPr/>
                    <a:lstStyle/>
                    <a:p>
                      <a:pPr>
                        <a:spcBef>
                          <a:spcPts val="600"/>
                        </a:spcBef>
                      </a:pPr>
                      <a:r>
                        <a:rPr lang="en-US" altLang="en-US" sz="1800" b="0" dirty="0"/>
                        <a:t>Display active processes</a:t>
                      </a:r>
                    </a:p>
                  </a:txBody>
                  <a:tcPr marL="73273" marR="73273" marT="36637" marB="36637" anchor="ctr">
                    <a:solidFill>
                      <a:schemeClr val="accent4">
                        <a:lumMod val="20000"/>
                        <a:lumOff val="80000"/>
                      </a:schemeClr>
                    </a:solidFill>
                  </a:tcPr>
                </a:tc>
                <a:extLst>
                  <a:ext uri="{0D108BD9-81ED-4DB2-BD59-A6C34878D82A}">
                    <a16:rowId xmlns:a16="http://schemas.microsoft.com/office/drawing/2014/main" val="2381271311"/>
                  </a:ext>
                </a:extLst>
              </a:tr>
              <a:tr h="335733">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1800" b="1" i="0" dirty="0">
                          <a:latin typeface="Consolas" panose="020B0609020204030204" pitchFamily="49" charset="0"/>
                          <a:cs typeface="Courier New" panose="02070309020205020404" pitchFamily="49" charset="0"/>
                        </a:rPr>
                        <a:t>date </a:t>
                      </a:r>
                    </a:p>
                  </a:txBody>
                  <a:tcPr marL="73273" marR="73273" marT="36637" marB="36637" anchor="ctr">
                    <a:solidFill>
                      <a:schemeClr val="accent4">
                        <a:lumMod val="40000"/>
                        <a:lumOff val="60000"/>
                      </a:schemeClr>
                    </a:solidFill>
                  </a:tcPr>
                </a:tc>
                <a:tc>
                  <a:txBody>
                    <a:bodyPr/>
                    <a:lstStyle/>
                    <a:p>
                      <a:pPr>
                        <a:spcBef>
                          <a:spcPts val="600"/>
                        </a:spcBef>
                      </a:pPr>
                      <a:r>
                        <a:rPr lang="en-GB" altLang="en-US" sz="1800" b="0" dirty="0"/>
                        <a:t>Display current date and time</a:t>
                      </a:r>
                    </a:p>
                  </a:txBody>
                  <a:tcPr marL="73273" marR="73273" marT="36637" marB="36637" anchor="ctr">
                    <a:solidFill>
                      <a:schemeClr val="accent4">
                        <a:lumMod val="40000"/>
                        <a:lumOff val="60000"/>
                      </a:schemeClr>
                    </a:solidFill>
                  </a:tcPr>
                </a:tc>
                <a:extLst>
                  <a:ext uri="{0D108BD9-81ED-4DB2-BD59-A6C34878D82A}">
                    <a16:rowId xmlns:a16="http://schemas.microsoft.com/office/drawing/2014/main" val="3137229064"/>
                  </a:ext>
                </a:extLst>
              </a:tr>
              <a:tr h="320334">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1800" b="1" i="0" dirty="0" err="1">
                          <a:latin typeface="Consolas" panose="020B0609020204030204" pitchFamily="49" charset="0"/>
                          <a:cs typeface="Courier New" panose="02070309020205020404" pitchFamily="49" charset="0"/>
                        </a:rPr>
                        <a:t>uname</a:t>
                      </a:r>
                      <a:endParaRPr lang="en-GB" sz="1800" b="1" i="0" dirty="0">
                        <a:latin typeface="Consolas" panose="020B0609020204030204" pitchFamily="49" charset="0"/>
                        <a:cs typeface="Courier New" panose="02070309020205020404" pitchFamily="49" charset="0"/>
                      </a:endParaRPr>
                    </a:p>
                  </a:txBody>
                  <a:tcPr marL="73273" marR="73273" marT="36637" marB="36637" anchor="ctr">
                    <a:solidFill>
                      <a:schemeClr val="accent4">
                        <a:lumMod val="20000"/>
                        <a:lumOff val="80000"/>
                      </a:schemeClr>
                    </a:solidFill>
                  </a:tcPr>
                </a:tc>
                <a:tc>
                  <a:txBody>
                    <a:bodyPr/>
                    <a:lstStyle/>
                    <a:p>
                      <a:pPr>
                        <a:spcBef>
                          <a:spcPts val="600"/>
                        </a:spcBef>
                      </a:pPr>
                      <a:r>
                        <a:rPr lang="en-GB" altLang="en-US" sz="1800" b="0" dirty="0"/>
                        <a:t>Display system and kernel information</a:t>
                      </a:r>
                    </a:p>
                  </a:txBody>
                  <a:tcPr marL="73273" marR="73273" marT="36637" marB="36637" anchor="ctr">
                    <a:solidFill>
                      <a:schemeClr val="accent4">
                        <a:lumMod val="20000"/>
                        <a:lumOff val="80000"/>
                      </a:schemeClr>
                    </a:solidFill>
                  </a:tcPr>
                </a:tc>
                <a:extLst>
                  <a:ext uri="{0D108BD9-81ED-4DB2-BD59-A6C34878D82A}">
                    <a16:rowId xmlns:a16="http://schemas.microsoft.com/office/drawing/2014/main" val="1119249700"/>
                  </a:ext>
                </a:extLst>
              </a:tr>
              <a:tr h="320334">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1800" b="1" i="0" dirty="0">
                          <a:latin typeface="Consolas" panose="020B0609020204030204" pitchFamily="49" charset="0"/>
                          <a:cs typeface="Courier New" panose="02070309020205020404" pitchFamily="49" charset="0"/>
                        </a:rPr>
                        <a:t>who or w</a:t>
                      </a:r>
                    </a:p>
                  </a:txBody>
                  <a:tcPr marL="73273" marR="73273" marT="36637" marB="36637" anchor="ctr">
                    <a:solidFill>
                      <a:schemeClr val="accent4">
                        <a:lumMod val="40000"/>
                        <a:lumOff val="60000"/>
                      </a:schemeClr>
                    </a:solidFill>
                  </a:tcPr>
                </a:tc>
                <a:tc>
                  <a:txBody>
                    <a:bodyPr/>
                    <a:lstStyle/>
                    <a:p>
                      <a:pPr>
                        <a:spcBef>
                          <a:spcPts val="600"/>
                        </a:spcBef>
                      </a:pPr>
                      <a:r>
                        <a:rPr lang="en-GB" altLang="en-US" sz="1800" b="0" dirty="0"/>
                        <a:t>Show logged-in users</a:t>
                      </a:r>
                    </a:p>
                  </a:txBody>
                  <a:tcPr marL="73273" marR="73273" marT="36637" marB="36637" anchor="ctr">
                    <a:solidFill>
                      <a:schemeClr val="accent4">
                        <a:lumMod val="40000"/>
                        <a:lumOff val="60000"/>
                      </a:schemeClr>
                    </a:solidFill>
                  </a:tcPr>
                </a:tc>
                <a:extLst>
                  <a:ext uri="{0D108BD9-81ED-4DB2-BD59-A6C34878D82A}">
                    <a16:rowId xmlns:a16="http://schemas.microsoft.com/office/drawing/2014/main" val="876851043"/>
                  </a:ext>
                </a:extLst>
              </a:tr>
              <a:tr h="320334">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1800" b="1" i="0" dirty="0" err="1">
                          <a:latin typeface="Consolas" panose="020B0609020204030204" pitchFamily="49" charset="0"/>
                          <a:cs typeface="Courier New" panose="02070309020205020404" pitchFamily="49" charset="0"/>
                        </a:rPr>
                        <a:t>df</a:t>
                      </a:r>
                      <a:r>
                        <a:rPr lang="en-GB" sz="1800" b="1" i="0" dirty="0">
                          <a:latin typeface="Consolas" panose="020B0609020204030204" pitchFamily="49" charset="0"/>
                          <a:cs typeface="Courier New" panose="02070309020205020404" pitchFamily="49" charset="0"/>
                        </a:rPr>
                        <a:t> </a:t>
                      </a:r>
                    </a:p>
                  </a:txBody>
                  <a:tcPr marL="73273" marR="73273" marT="36637" marB="36637" anchor="ctr">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GB" altLang="en-US" sz="1800" b="0" dirty="0"/>
                        <a:t>Show filesystem space usage</a:t>
                      </a:r>
                    </a:p>
                  </a:txBody>
                  <a:tcPr marL="73273" marR="73273" marT="36637" marB="36637" anchor="ctr">
                    <a:solidFill>
                      <a:schemeClr val="accent4">
                        <a:lumMod val="20000"/>
                        <a:lumOff val="80000"/>
                      </a:schemeClr>
                    </a:solidFill>
                  </a:tcPr>
                </a:tc>
                <a:extLst>
                  <a:ext uri="{0D108BD9-81ED-4DB2-BD59-A6C34878D82A}">
                    <a16:rowId xmlns:a16="http://schemas.microsoft.com/office/drawing/2014/main" val="3202538270"/>
                  </a:ext>
                </a:extLst>
              </a:tr>
              <a:tr h="320334">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1800" b="1" i="0" dirty="0">
                          <a:latin typeface="Consolas" panose="020B0609020204030204" pitchFamily="49" charset="0"/>
                          <a:cs typeface="Courier New" panose="02070309020205020404" pitchFamily="49" charset="0"/>
                        </a:rPr>
                        <a:t>echo</a:t>
                      </a:r>
                    </a:p>
                  </a:txBody>
                  <a:tcPr marL="73273" marR="73273" marT="36637" marB="36637" anchor="ctr">
                    <a:solidFill>
                      <a:schemeClr val="accent4">
                        <a:lumMod val="40000"/>
                        <a:lumOff val="60000"/>
                      </a:schemeClr>
                    </a:solidFill>
                  </a:tcPr>
                </a:tc>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GB" altLang="en-US" sz="1800" b="0" dirty="0"/>
                        <a:t>Display text or variable values</a:t>
                      </a:r>
                    </a:p>
                  </a:txBody>
                  <a:tcPr marL="73273" marR="73273" marT="36637" marB="36637" anchor="ctr">
                    <a:solidFill>
                      <a:schemeClr val="accent4">
                        <a:lumMod val="40000"/>
                        <a:lumOff val="60000"/>
                      </a:schemeClr>
                    </a:solidFill>
                  </a:tcPr>
                </a:tc>
                <a:extLst>
                  <a:ext uri="{0D108BD9-81ED-4DB2-BD59-A6C34878D82A}">
                    <a16:rowId xmlns:a16="http://schemas.microsoft.com/office/drawing/2014/main" val="2092763958"/>
                  </a:ext>
                </a:extLst>
              </a:tr>
            </a:tbl>
          </a:graphicData>
        </a:graphic>
      </p:graphicFrame>
      <p:sp>
        <p:nvSpPr>
          <p:cNvPr id="8" name="Rectangle 6">
            <a:extLst>
              <a:ext uri="{FF2B5EF4-FFF2-40B4-BE49-F238E27FC236}">
                <a16:creationId xmlns:a16="http://schemas.microsoft.com/office/drawing/2014/main" id="{1A4EED72-EAA4-B099-40DC-1D88FFEA0D6C}"/>
              </a:ext>
            </a:extLst>
          </p:cNvPr>
          <p:cNvSpPr>
            <a:spLocks noChangeArrowheads="1"/>
          </p:cNvSpPr>
          <p:nvPr/>
        </p:nvSpPr>
        <p:spPr bwMode="auto">
          <a:xfrm>
            <a:off x="6484959" y="2212366"/>
            <a:ext cx="4082727" cy="1764586"/>
          </a:xfrm>
          <a:prstGeom prst="rect">
            <a:avLst/>
          </a:prstGeom>
          <a:solidFill>
            <a:schemeClr val="tx1"/>
          </a:solidFill>
          <a:ln w="12700" algn="ctr">
            <a:solidFill>
              <a:srgbClr val="000000"/>
            </a:solidFill>
            <a:miter lim="800000"/>
            <a:headEnd/>
            <a:tailEnd/>
          </a:ln>
          <a:effectLst/>
        </p:spPr>
        <p:txBody>
          <a:bodyPr wrap="square" lIns="95250" tIns="50800" rIns="95250" bIns="50800">
            <a:spAutoFit/>
          </a:bodyPr>
          <a:lstStyle/>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GB" i="0" u="none" strike="noStrike" kern="1200" cap="none" spc="0" normalizeH="0" baseline="0" noProof="0" dirty="0">
                <a:ln>
                  <a:noFill/>
                </a:ln>
                <a:solidFill>
                  <a:srgbClr val="FFFF00"/>
                </a:solidFill>
                <a:effectLst/>
                <a:uLnTx/>
                <a:uFillTx/>
                <a:latin typeface="Consolas" panose="020B0609020204030204" pitchFamily="49" charset="0"/>
                <a:ea typeface="Hack" panose="020B0609030202020204" pitchFamily="49" charset="0"/>
                <a:cs typeface="Hack" panose="020B0609030202020204" pitchFamily="49" charset="0"/>
              </a:rPr>
              <a:t>$</a:t>
            </a:r>
            <a:r>
              <a:rPr kumimoji="0" lang="en-GB"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 date</a:t>
            </a:r>
          </a:p>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GB"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Wed Jun 4 09:45:12 BST 2026</a:t>
            </a:r>
          </a:p>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GB" i="0" u="none" strike="noStrike" kern="1200" cap="none" spc="0" normalizeH="0" baseline="0" noProof="0" dirty="0">
                <a:ln>
                  <a:noFill/>
                </a:ln>
                <a:solidFill>
                  <a:srgbClr val="FFFF00"/>
                </a:solidFill>
                <a:effectLst/>
                <a:uLnTx/>
                <a:uFillTx/>
                <a:latin typeface="Consolas" panose="020B0609020204030204" pitchFamily="49" charset="0"/>
                <a:ea typeface="Hack" panose="020B0609030202020204" pitchFamily="49" charset="0"/>
                <a:cs typeface="Hack" panose="020B0609030202020204" pitchFamily="49" charset="0"/>
              </a:rPr>
              <a:t>$</a:t>
            </a:r>
            <a:r>
              <a:rPr kumimoji="0" lang="en-GB"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 who</a:t>
            </a:r>
          </a:p>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GB" i="0" u="none" strike="noStrike" kern="1200" cap="none" spc="0" normalizeH="0" baseline="0" noProof="0" dirty="0" err="1">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donald</a:t>
            </a:r>
            <a:r>
              <a:rPr kumimoji="0" lang="en-GB"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 pts/0 Jun 4 09:30</a:t>
            </a:r>
          </a:p>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GB" i="0" u="none" strike="noStrike" kern="1200" cap="none" spc="0" normalizeH="0" baseline="0" noProof="0" dirty="0">
                <a:ln>
                  <a:noFill/>
                </a:ln>
                <a:solidFill>
                  <a:srgbClr val="FFFF00"/>
                </a:solidFill>
                <a:effectLst/>
                <a:uLnTx/>
                <a:uFillTx/>
                <a:latin typeface="Consolas" panose="020B0609020204030204" pitchFamily="49" charset="0"/>
                <a:ea typeface="Hack" panose="020B0609030202020204" pitchFamily="49" charset="0"/>
                <a:cs typeface="Hack" panose="020B0609030202020204" pitchFamily="49" charset="0"/>
              </a:rPr>
              <a:t>$</a:t>
            </a:r>
            <a:r>
              <a:rPr kumimoji="0" lang="en-GB"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 </a:t>
            </a:r>
            <a:r>
              <a:rPr kumimoji="0" lang="en-GB" i="0" u="none" strike="noStrike" kern="1200" cap="none" spc="0" normalizeH="0" baseline="0" noProof="0" dirty="0" err="1">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uname</a:t>
            </a:r>
            <a:r>
              <a:rPr kumimoji="0" lang="en-GB"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 –r</a:t>
            </a:r>
          </a:p>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GB"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6.8.0-62-generic</a:t>
            </a:r>
            <a:endParaRPr kumimoji="0" lang="en-US"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24776084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5F7F422-65B4-2E54-C3F2-CFF5D35D6495}"/>
              </a:ext>
            </a:extLst>
          </p:cNvPr>
          <p:cNvSpPr>
            <a:spLocks noGrp="1"/>
          </p:cNvSpPr>
          <p:nvPr>
            <p:ph type="ctrTitle"/>
          </p:nvPr>
        </p:nvSpPr>
        <p:spPr/>
        <p:txBody>
          <a:bodyPr/>
          <a:lstStyle/>
          <a:p>
            <a:r>
              <a:rPr lang="en-US" noProof="0" dirty="0"/>
              <a:t>Viewing text files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type="body" sz="quarter" idx="14"/>
          </p:nvPr>
        </p:nvSpPr>
        <p:spPr/>
        <p:txBody>
          <a:bodyPr/>
          <a:lstStyle/>
          <a:p>
            <a:pPr marL="0" indent="0">
              <a:buNone/>
            </a:pPr>
            <a:r>
              <a:rPr lang="en-GB" sz="1800" b="1" spc="-8" noProof="0" dirty="0">
                <a:solidFill>
                  <a:srgbClr val="2D2C2C"/>
                </a:solidFill>
                <a:cs typeface="Segoe UI"/>
              </a:rPr>
              <a:t>Common commands for viewing text files:</a:t>
            </a:r>
          </a:p>
          <a:p>
            <a:pPr marL="0" indent="0">
              <a:buNone/>
            </a:pPr>
            <a:endParaRPr lang="en-GB" b="1" spc="-8" dirty="0">
              <a:solidFill>
                <a:srgbClr val="2D2C2C"/>
              </a:solidFill>
              <a:cs typeface="Segoe UI"/>
            </a:endParaRPr>
          </a:p>
          <a:p>
            <a:pPr marL="0" indent="0">
              <a:buNone/>
            </a:pPr>
            <a:endParaRPr lang="en-GB" sz="2800" b="1" spc="-8" noProof="0" dirty="0">
              <a:solidFill>
                <a:srgbClr val="2D2C2C"/>
              </a:solidFill>
              <a:cs typeface="Segoe UI"/>
            </a:endParaRPr>
          </a:p>
          <a:p>
            <a:pPr marL="0" indent="0">
              <a:buNone/>
            </a:pPr>
            <a:endParaRPr lang="en-GB" sz="2800" b="1" spc="-8" dirty="0">
              <a:solidFill>
                <a:srgbClr val="2D2C2C"/>
              </a:solidFill>
              <a:cs typeface="Segoe UI"/>
            </a:endParaRPr>
          </a:p>
          <a:p>
            <a:pPr marL="0" indent="0">
              <a:buNone/>
            </a:pPr>
            <a:endParaRPr lang="en-GB" sz="2800" b="1" spc="-8" noProof="0" dirty="0">
              <a:solidFill>
                <a:srgbClr val="2D2C2C"/>
              </a:solidFill>
              <a:cs typeface="Segoe UI"/>
            </a:endParaRPr>
          </a:p>
          <a:p>
            <a:pPr marL="0" indent="0">
              <a:buNone/>
            </a:pPr>
            <a:endParaRPr lang="en-GB" sz="2800" b="1" spc="-8" dirty="0">
              <a:solidFill>
                <a:srgbClr val="2D2C2C"/>
              </a:solidFill>
              <a:cs typeface="Segoe UI"/>
            </a:endParaRPr>
          </a:p>
          <a:p>
            <a:pPr marL="285750" indent="-285750">
              <a:buFont typeface="Arial" panose="020B0604020202020204" pitchFamily="34" charset="0"/>
              <a:buChar char="•"/>
            </a:pPr>
            <a:r>
              <a:rPr lang="en-GB" noProof="0" dirty="0"/>
              <a:t>cat is most useful for short files.</a:t>
            </a:r>
          </a:p>
          <a:p>
            <a:pPr marL="285750" indent="-285750">
              <a:buFont typeface="Arial" panose="020B0604020202020204" pitchFamily="34" charset="0"/>
              <a:buChar char="•"/>
            </a:pPr>
            <a:r>
              <a:rPr lang="en-GB" noProof="0" dirty="0"/>
              <a:t>Use less for large files and cat for short files.</a:t>
            </a:r>
            <a:endParaRPr lang="en-US" noProof="0" dirty="0"/>
          </a:p>
        </p:txBody>
      </p:sp>
      <p:sp>
        <p:nvSpPr>
          <p:cNvPr id="8" name="Text Placeholder 7">
            <a:extLst>
              <a:ext uri="{FF2B5EF4-FFF2-40B4-BE49-F238E27FC236}">
                <a16:creationId xmlns:a16="http://schemas.microsoft.com/office/drawing/2014/main" id="{8EC0B713-7441-A579-208E-D96FD0B53C91}"/>
              </a:ext>
            </a:extLst>
          </p:cNvPr>
          <p:cNvSpPr>
            <a:spLocks noGrp="1"/>
          </p:cNvSpPr>
          <p:nvPr>
            <p:ph type="body" sz="quarter" idx="15"/>
          </p:nvPr>
        </p:nvSpPr>
        <p:spPr/>
        <p:txBody>
          <a:bodyPr/>
          <a:lstStyle/>
          <a:p>
            <a:r>
              <a:rPr lang="en-GB" b="1" dirty="0"/>
              <a:t>Examples</a:t>
            </a:r>
            <a:endParaRPr lang="en-GB"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graphicFrame>
        <p:nvGraphicFramePr>
          <p:cNvPr id="6" name="Table 5">
            <a:extLst>
              <a:ext uri="{FF2B5EF4-FFF2-40B4-BE49-F238E27FC236}">
                <a16:creationId xmlns:a16="http://schemas.microsoft.com/office/drawing/2014/main" id="{B7A182DD-9D09-E51D-DD28-5E7F3C0ADCFB}"/>
              </a:ext>
            </a:extLst>
          </p:cNvPr>
          <p:cNvGraphicFramePr>
            <a:graphicFrameLocks noGrp="1"/>
          </p:cNvGraphicFramePr>
          <p:nvPr>
            <p:extLst>
              <p:ext uri="{D42A27DB-BD31-4B8C-83A1-F6EECF244321}">
                <p14:modId xmlns:p14="http://schemas.microsoft.com/office/powerpoint/2010/main" val="1944822377"/>
              </p:ext>
            </p:extLst>
          </p:nvPr>
        </p:nvGraphicFramePr>
        <p:xfrm>
          <a:off x="530361" y="2157923"/>
          <a:ext cx="5337119" cy="3090794"/>
        </p:xfrm>
        <a:graphic>
          <a:graphicData uri="http://schemas.openxmlformats.org/drawingml/2006/table">
            <a:tbl>
              <a:tblPr firstRow="1" bandRow="1">
                <a:tableStyleId>{5C22544A-7EE6-4342-B048-85BDC9FD1C3A}</a:tableStyleId>
              </a:tblPr>
              <a:tblGrid>
                <a:gridCol w="2466839">
                  <a:extLst>
                    <a:ext uri="{9D8B030D-6E8A-4147-A177-3AD203B41FA5}">
                      <a16:colId xmlns:a16="http://schemas.microsoft.com/office/drawing/2014/main" val="1551974525"/>
                    </a:ext>
                  </a:extLst>
                </a:gridCol>
                <a:gridCol w="2870280">
                  <a:extLst>
                    <a:ext uri="{9D8B030D-6E8A-4147-A177-3AD203B41FA5}">
                      <a16:colId xmlns:a16="http://schemas.microsoft.com/office/drawing/2014/main" val="587885695"/>
                    </a:ext>
                  </a:extLst>
                </a:gridCol>
              </a:tblGrid>
              <a:tr h="0">
                <a:tc>
                  <a:txBody>
                    <a:bodyPr/>
                    <a:lstStyle/>
                    <a:p>
                      <a:pPr algn="ctr"/>
                      <a:r>
                        <a:rPr lang="en-GB" sz="1800" dirty="0">
                          <a:solidFill>
                            <a:schemeClr val="tx2"/>
                          </a:solidFill>
                        </a:rPr>
                        <a:t>Command</a:t>
                      </a:r>
                    </a:p>
                  </a:txBody>
                  <a:tcPr marL="73273" marR="73273" marT="36637" marB="36637" anchor="ctr">
                    <a:solidFill>
                      <a:schemeClr val="accent4"/>
                    </a:solidFill>
                  </a:tcPr>
                </a:tc>
                <a:tc>
                  <a:txBody>
                    <a:bodyPr/>
                    <a:lstStyle/>
                    <a:p>
                      <a:pPr algn="ctr"/>
                      <a:r>
                        <a:rPr lang="en-GB" sz="1800" dirty="0">
                          <a:solidFill>
                            <a:schemeClr val="tx2"/>
                          </a:solidFill>
                        </a:rPr>
                        <a:t>Purpose</a:t>
                      </a:r>
                    </a:p>
                  </a:txBody>
                  <a:tcPr marL="73273" marR="73273" marT="36637" marB="36637" anchor="ctr">
                    <a:solidFill>
                      <a:schemeClr val="accent4"/>
                    </a:solidFill>
                  </a:tcPr>
                </a:tc>
                <a:extLst>
                  <a:ext uri="{0D108BD9-81ED-4DB2-BD59-A6C34878D82A}">
                    <a16:rowId xmlns:a16="http://schemas.microsoft.com/office/drawing/2014/main" val="2345767861"/>
                  </a:ext>
                </a:extLst>
              </a:tr>
              <a:tr h="335733">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10319" marR="105767">
                        <a:spcBef>
                          <a:spcPts val="73"/>
                        </a:spcBef>
                        <a:tabLst>
                          <a:tab pos="537607" algn="l"/>
                          <a:tab pos="852329" algn="l"/>
                        </a:tabLst>
                      </a:pPr>
                      <a:r>
                        <a:rPr lang="en-US" sz="1800" b="1" spc="-12" noProof="0" dirty="0">
                          <a:solidFill>
                            <a:schemeClr val="tx1"/>
                          </a:solidFill>
                          <a:latin typeface="Consolas" panose="020B0609020204030204" pitchFamily="49" charset="0"/>
                        </a:rPr>
                        <a:t>cat &lt;file&gt;</a:t>
                      </a:r>
                      <a:endParaRPr lang="en-US" sz="1800" b="1" noProof="0" dirty="0">
                        <a:solidFill>
                          <a:schemeClr val="tx1"/>
                        </a:solidFill>
                        <a:latin typeface="Consolas" panose="020B0609020204030204" pitchFamily="49" charset="0"/>
                      </a:endParaRPr>
                    </a:p>
                  </a:txBody>
                  <a:tcPr>
                    <a:solidFill>
                      <a:schemeClr val="accent4">
                        <a:lumMod val="20000"/>
                        <a:lumOff val="80000"/>
                      </a:schemeClr>
                    </a:solidFill>
                  </a:tcPr>
                </a:tc>
                <a:tc>
                  <a:txBody>
                    <a:bodyPr/>
                    <a:lstStyle/>
                    <a:p>
                      <a:pPr>
                        <a:spcBef>
                          <a:spcPts val="600"/>
                        </a:spcBef>
                      </a:pPr>
                      <a:r>
                        <a:rPr lang="en-GB" altLang="en-US" sz="1800" b="0" dirty="0">
                          <a:latin typeface="+mn-lt"/>
                        </a:rPr>
                        <a:t>Display the entire file</a:t>
                      </a:r>
                    </a:p>
                  </a:txBody>
                  <a:tcPr marL="73273" marR="73273" marT="36637" marB="36637" anchor="ctr">
                    <a:solidFill>
                      <a:schemeClr val="accent4">
                        <a:lumMod val="20000"/>
                        <a:lumOff val="80000"/>
                      </a:schemeClr>
                    </a:solidFill>
                  </a:tcPr>
                </a:tc>
                <a:extLst>
                  <a:ext uri="{0D108BD9-81ED-4DB2-BD59-A6C34878D82A}">
                    <a16:rowId xmlns:a16="http://schemas.microsoft.com/office/drawing/2014/main" val="2381271311"/>
                  </a:ext>
                </a:extLst>
              </a:tr>
              <a:tr h="335733">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b="1" spc="-12" noProof="0" dirty="0">
                          <a:solidFill>
                            <a:schemeClr val="tx1"/>
                          </a:solidFill>
                          <a:latin typeface="Consolas" panose="020B0609020204030204" pitchFamily="49" charset="0"/>
                        </a:rPr>
                        <a:t>more &lt;file&gt;</a:t>
                      </a:r>
                      <a:endParaRPr lang="en-US" sz="1800" b="1" noProof="0" dirty="0">
                        <a:solidFill>
                          <a:schemeClr val="tx1"/>
                        </a:solidFill>
                        <a:latin typeface="Consolas" panose="020B0609020204030204" pitchFamily="49" charset="0"/>
                        <a:ea typeface="Hack" panose="020B0609030202020204" pitchFamily="49" charset="0"/>
                        <a:cs typeface="Hack" panose="020B0609030202020204" pitchFamily="49" charset="0"/>
                      </a:endParaRPr>
                    </a:p>
                  </a:txBody>
                  <a:tcPr>
                    <a:solidFill>
                      <a:schemeClr val="accent4">
                        <a:lumMod val="40000"/>
                        <a:lumOff val="60000"/>
                      </a:schemeClr>
                    </a:solidFill>
                  </a:tcPr>
                </a:tc>
                <a:tc>
                  <a:txBody>
                    <a:bodyPr/>
                    <a:lstStyle/>
                    <a:p>
                      <a:pPr>
                        <a:spcBef>
                          <a:spcPts val="600"/>
                        </a:spcBef>
                      </a:pPr>
                      <a:r>
                        <a:rPr lang="en-GB" altLang="en-US" sz="1800" b="0" dirty="0">
                          <a:latin typeface="+mn-lt"/>
                        </a:rPr>
                        <a:t>View one screen at a time</a:t>
                      </a:r>
                    </a:p>
                  </a:txBody>
                  <a:tcPr marL="73273" marR="73273" marT="36637" marB="36637" anchor="ctr">
                    <a:solidFill>
                      <a:schemeClr val="accent4">
                        <a:lumMod val="40000"/>
                        <a:lumOff val="60000"/>
                      </a:schemeClr>
                    </a:solidFill>
                  </a:tcPr>
                </a:tc>
                <a:extLst>
                  <a:ext uri="{0D108BD9-81ED-4DB2-BD59-A6C34878D82A}">
                    <a16:rowId xmlns:a16="http://schemas.microsoft.com/office/drawing/2014/main" val="3137229064"/>
                  </a:ext>
                </a:extLst>
              </a:tr>
              <a:tr h="320334">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b="1" spc="-12" noProof="0" dirty="0">
                          <a:solidFill>
                            <a:schemeClr val="tx1"/>
                          </a:solidFill>
                          <a:latin typeface="Consolas" panose="020B0609020204030204" pitchFamily="49" charset="0"/>
                        </a:rPr>
                        <a:t>less &lt;file&gt;</a:t>
                      </a:r>
                      <a:endParaRPr lang="en-US" sz="1800" b="1" noProof="0" dirty="0">
                        <a:solidFill>
                          <a:schemeClr val="tx1"/>
                        </a:solidFill>
                        <a:latin typeface="Consolas" panose="020B0609020204030204" pitchFamily="49" charset="0"/>
                      </a:endParaRPr>
                    </a:p>
                  </a:txBody>
                  <a:tcPr>
                    <a:solidFill>
                      <a:schemeClr val="accent4">
                        <a:lumMod val="20000"/>
                        <a:lumOff val="80000"/>
                      </a:schemeClr>
                    </a:solidFill>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GB" sz="1800" spc="-8" noProof="0" dirty="0">
                          <a:latin typeface="+mn-lt"/>
                        </a:rPr>
                        <a:t>View a file with scrolling and search</a:t>
                      </a:r>
                      <a:endParaRPr lang="en-US" sz="1800" noProof="0" dirty="0">
                        <a:latin typeface="+mn-lt"/>
                      </a:endParaRPr>
                    </a:p>
                  </a:txBody>
                  <a:tcPr>
                    <a:solidFill>
                      <a:schemeClr val="accent4">
                        <a:lumMod val="20000"/>
                        <a:lumOff val="80000"/>
                      </a:schemeClr>
                    </a:solidFill>
                  </a:tcPr>
                </a:tc>
                <a:extLst>
                  <a:ext uri="{0D108BD9-81ED-4DB2-BD59-A6C34878D82A}">
                    <a16:rowId xmlns:a16="http://schemas.microsoft.com/office/drawing/2014/main" val="1119249700"/>
                  </a:ext>
                </a:extLst>
              </a:tr>
              <a:tr h="320334">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10319" marR="105767">
                        <a:spcBef>
                          <a:spcPts val="73"/>
                        </a:spcBef>
                        <a:tabLst>
                          <a:tab pos="537607" algn="l"/>
                          <a:tab pos="852329" algn="l"/>
                        </a:tabLst>
                      </a:pPr>
                      <a:r>
                        <a:rPr lang="en-US" sz="1800" b="1" spc="-12" noProof="0" dirty="0">
                          <a:solidFill>
                            <a:schemeClr val="tx1"/>
                          </a:solidFill>
                          <a:latin typeface="Consolas" panose="020B0609020204030204" pitchFamily="49" charset="0"/>
                        </a:rPr>
                        <a:t>head -n X &lt;file&gt;</a:t>
                      </a:r>
                      <a:endParaRPr lang="en-US" sz="1800" b="1" noProof="0" dirty="0">
                        <a:solidFill>
                          <a:schemeClr val="tx1"/>
                        </a:solidFill>
                        <a:latin typeface="Consolas" panose="020B0609020204030204" pitchFamily="49" charset="0"/>
                      </a:endParaRPr>
                    </a:p>
                  </a:txBody>
                  <a:tcPr>
                    <a:solidFill>
                      <a:schemeClr val="accent4">
                        <a:lumMod val="40000"/>
                        <a:lumOff val="60000"/>
                      </a:schemeClr>
                    </a:solidFill>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sz="1800" spc="-4" noProof="0" dirty="0">
                          <a:latin typeface="+mn-lt"/>
                        </a:rPr>
                        <a:t>Display the first X lines</a:t>
                      </a:r>
                      <a:endParaRPr lang="en-US" sz="1800" spc="-8" noProof="0" dirty="0">
                        <a:latin typeface="+mn-lt"/>
                        <a:cs typeface="Segoe UI"/>
                      </a:endParaRPr>
                    </a:p>
                  </a:txBody>
                  <a:tcPr>
                    <a:solidFill>
                      <a:schemeClr val="accent4">
                        <a:lumMod val="40000"/>
                        <a:lumOff val="60000"/>
                      </a:schemeClr>
                    </a:solidFill>
                  </a:tcPr>
                </a:tc>
                <a:extLst>
                  <a:ext uri="{0D108BD9-81ED-4DB2-BD59-A6C34878D82A}">
                    <a16:rowId xmlns:a16="http://schemas.microsoft.com/office/drawing/2014/main" val="876851043"/>
                  </a:ext>
                </a:extLst>
              </a:tr>
              <a:tr h="320334">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10319" marR="105767">
                        <a:spcBef>
                          <a:spcPts val="73"/>
                        </a:spcBef>
                        <a:tabLst>
                          <a:tab pos="537607" algn="l"/>
                          <a:tab pos="852329" algn="l"/>
                        </a:tabLst>
                      </a:pPr>
                      <a:r>
                        <a:rPr lang="en-US" sz="1800" b="1" spc="-12" noProof="0" dirty="0">
                          <a:solidFill>
                            <a:schemeClr val="tx1"/>
                          </a:solidFill>
                          <a:latin typeface="Consolas" panose="020B0609020204030204" pitchFamily="49" charset="0"/>
                        </a:rPr>
                        <a:t>tail -n X &lt;file&gt;</a:t>
                      </a:r>
                      <a:endParaRPr lang="en-US" sz="1800" b="1" noProof="0" dirty="0">
                        <a:solidFill>
                          <a:schemeClr val="tx1"/>
                        </a:solidFill>
                        <a:latin typeface="Consolas" panose="020B0609020204030204" pitchFamily="49" charset="0"/>
                      </a:endParaRPr>
                    </a:p>
                  </a:txBody>
                  <a:tcPr>
                    <a:solidFill>
                      <a:schemeClr val="accent4">
                        <a:lumMod val="20000"/>
                        <a:lumOff val="80000"/>
                      </a:schemeClr>
                    </a:solidFill>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GB" sz="1800" spc="-8" noProof="0" dirty="0">
                          <a:latin typeface="+mn-lt"/>
                        </a:rPr>
                        <a:t>Display the last X lines</a:t>
                      </a:r>
                      <a:endParaRPr lang="en-US" sz="1800" noProof="0" dirty="0">
                        <a:latin typeface="+mn-lt"/>
                      </a:endParaRPr>
                    </a:p>
                  </a:txBody>
                  <a:tcPr>
                    <a:solidFill>
                      <a:schemeClr val="accent4">
                        <a:lumMod val="20000"/>
                        <a:lumOff val="80000"/>
                      </a:schemeClr>
                    </a:solidFill>
                  </a:tcPr>
                </a:tc>
                <a:extLst>
                  <a:ext uri="{0D108BD9-81ED-4DB2-BD59-A6C34878D82A}">
                    <a16:rowId xmlns:a16="http://schemas.microsoft.com/office/drawing/2014/main" val="3202538270"/>
                  </a:ext>
                </a:extLst>
              </a:tr>
              <a:tr h="320334">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10319" marR="105767">
                        <a:spcBef>
                          <a:spcPts val="73"/>
                        </a:spcBef>
                        <a:tabLst>
                          <a:tab pos="537607" algn="l"/>
                          <a:tab pos="852329" algn="l"/>
                        </a:tabLst>
                      </a:pPr>
                      <a:r>
                        <a:rPr lang="en-US" sz="1800" b="1" spc="-12" noProof="0" dirty="0">
                          <a:solidFill>
                            <a:schemeClr val="tx1"/>
                          </a:solidFill>
                          <a:latin typeface="Consolas" panose="020B0609020204030204" pitchFamily="49" charset="0"/>
                        </a:rPr>
                        <a:t>tail -n +X &lt;file&gt;</a:t>
                      </a:r>
                      <a:endParaRPr lang="en-US" sz="1800" b="1" noProof="0" dirty="0">
                        <a:solidFill>
                          <a:schemeClr val="tx1"/>
                        </a:solidFill>
                        <a:latin typeface="Consolas" panose="020B0609020204030204" pitchFamily="49" charset="0"/>
                      </a:endParaRPr>
                    </a:p>
                  </a:txBody>
                  <a:tcPr>
                    <a:solidFill>
                      <a:schemeClr val="accent4">
                        <a:lumMod val="40000"/>
                        <a:lumOff val="60000"/>
                      </a:schemeClr>
                    </a:solidFill>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GB" sz="1800" spc="-8" noProof="0" dirty="0">
                          <a:latin typeface="+mn-lt"/>
                        </a:rPr>
                        <a:t>Display from line X to the end</a:t>
                      </a:r>
                      <a:endParaRPr lang="en-US" sz="1800" noProof="0" dirty="0">
                        <a:latin typeface="+mn-lt"/>
                      </a:endParaRPr>
                    </a:p>
                  </a:txBody>
                  <a:tcPr>
                    <a:solidFill>
                      <a:schemeClr val="accent4">
                        <a:lumMod val="40000"/>
                        <a:lumOff val="60000"/>
                      </a:schemeClr>
                    </a:solidFill>
                  </a:tcPr>
                </a:tc>
                <a:extLst>
                  <a:ext uri="{0D108BD9-81ED-4DB2-BD59-A6C34878D82A}">
                    <a16:rowId xmlns:a16="http://schemas.microsoft.com/office/drawing/2014/main" val="2092763958"/>
                  </a:ext>
                </a:extLst>
              </a:tr>
            </a:tbl>
          </a:graphicData>
        </a:graphic>
      </p:graphicFrame>
      <p:sp>
        <p:nvSpPr>
          <p:cNvPr id="7" name="Rectangle 6">
            <a:extLst>
              <a:ext uri="{FF2B5EF4-FFF2-40B4-BE49-F238E27FC236}">
                <a16:creationId xmlns:a16="http://schemas.microsoft.com/office/drawing/2014/main" id="{AB34CB0C-CAE6-7FCA-BCBF-ADFF9D380F1F}"/>
              </a:ext>
            </a:extLst>
          </p:cNvPr>
          <p:cNvSpPr>
            <a:spLocks noChangeArrowheads="1"/>
          </p:cNvSpPr>
          <p:nvPr/>
        </p:nvSpPr>
        <p:spPr bwMode="auto">
          <a:xfrm>
            <a:off x="6484959" y="2212366"/>
            <a:ext cx="4518321" cy="2041585"/>
          </a:xfrm>
          <a:prstGeom prst="rect">
            <a:avLst/>
          </a:prstGeom>
          <a:solidFill>
            <a:schemeClr val="tx1"/>
          </a:solidFill>
          <a:ln w="12700" algn="ctr">
            <a:solidFill>
              <a:srgbClr val="000000"/>
            </a:solidFill>
            <a:miter lim="800000"/>
            <a:headEnd/>
            <a:tailEnd/>
          </a:ln>
          <a:effectLst/>
        </p:spPr>
        <p:txBody>
          <a:bodyPr wrap="square" lIns="95250" tIns="50800" rIns="95250" bIns="50800">
            <a:spAutoFit/>
          </a:bodyPr>
          <a:lstStyle/>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GB" i="0" u="none" strike="noStrike" kern="1200" cap="none" spc="0" normalizeH="0" baseline="0" noProof="0" dirty="0">
                <a:ln>
                  <a:noFill/>
                </a:ln>
                <a:solidFill>
                  <a:srgbClr val="FFFF00"/>
                </a:solidFill>
                <a:effectLst/>
                <a:uLnTx/>
                <a:uFillTx/>
                <a:latin typeface="Consolas" panose="020B0609020204030204" pitchFamily="49" charset="0"/>
                <a:ea typeface="Hack" panose="020B0609030202020204" pitchFamily="49" charset="0"/>
                <a:cs typeface="Hack" panose="020B0609030202020204" pitchFamily="49" charset="0"/>
              </a:rPr>
              <a:t>$</a:t>
            </a:r>
            <a:r>
              <a:rPr kumimoji="0" lang="en-GB"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 head -n 3 /etc/hosts</a:t>
            </a:r>
          </a:p>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GB"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127.0.0.1 localhost</a:t>
            </a:r>
          </a:p>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GB"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192.168.1.1 yogi</a:t>
            </a:r>
          </a:p>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GB"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192.168.1.2 rocky1</a:t>
            </a:r>
          </a:p>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GB" i="0" u="none" strike="noStrike" kern="1200" cap="none" spc="0" normalizeH="0" baseline="0" noProof="0" dirty="0">
                <a:ln>
                  <a:noFill/>
                </a:ln>
                <a:solidFill>
                  <a:srgbClr val="FFFF00"/>
                </a:solidFill>
                <a:effectLst/>
                <a:uLnTx/>
                <a:uFillTx/>
                <a:latin typeface="Consolas" panose="020B0609020204030204" pitchFamily="49" charset="0"/>
                <a:ea typeface="Hack" panose="020B0609030202020204" pitchFamily="49" charset="0"/>
                <a:cs typeface="Hack" panose="020B0609030202020204" pitchFamily="49" charset="0"/>
              </a:rPr>
              <a:t>$</a:t>
            </a:r>
            <a:r>
              <a:rPr kumimoji="0" lang="en-GB"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 tail -n 2 /etc/hosts</a:t>
            </a:r>
          </a:p>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GB"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192.168.1.10 server1</a:t>
            </a:r>
          </a:p>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GB"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192.168.1.11 server2</a:t>
            </a:r>
          </a:p>
        </p:txBody>
      </p:sp>
    </p:spTree>
    <p:extLst>
      <p:ext uri="{BB962C8B-B14F-4D97-AF65-F5344CB8AC3E}">
        <p14:creationId xmlns:p14="http://schemas.microsoft.com/office/powerpoint/2010/main" val="3042514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D89221-363B-20EF-8ECA-D241772EC942}"/>
              </a:ext>
            </a:extLst>
          </p:cNvPr>
          <p:cNvSpPr>
            <a:spLocks noGrp="1"/>
          </p:cNvSpPr>
          <p:nvPr>
            <p:ph type="ctrTitle"/>
          </p:nvPr>
        </p:nvSpPr>
        <p:spPr/>
        <p:txBody>
          <a:bodyPr/>
          <a:lstStyle/>
          <a:p>
            <a:r>
              <a:rPr lang="en-US" noProof="0" dirty="0"/>
              <a:t>Searching Text and Counting File Contents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type="body" sz="quarter" idx="14"/>
          </p:nvPr>
        </p:nvSpPr>
        <p:spPr/>
        <p:txBody>
          <a:bodyPr/>
          <a:lstStyle/>
          <a:p>
            <a:pPr marL="0" indent="0">
              <a:buNone/>
            </a:pPr>
            <a:r>
              <a:rPr lang="en-GB" sz="1800" b="1" spc="-8" noProof="0" dirty="0">
                <a:solidFill>
                  <a:srgbClr val="2D2C2C"/>
                </a:solidFill>
                <a:cs typeface="Segoe UI"/>
              </a:rPr>
              <a:t>Use these commands to search files and count lines, words, and characters:</a:t>
            </a:r>
          </a:p>
          <a:p>
            <a:pPr marL="0" indent="0">
              <a:buNone/>
            </a:pPr>
            <a:endParaRPr lang="en-GB" b="1" spc="-8" dirty="0">
              <a:solidFill>
                <a:srgbClr val="2D2C2C"/>
              </a:solidFill>
              <a:cs typeface="Segoe UI"/>
            </a:endParaRPr>
          </a:p>
          <a:p>
            <a:pPr marL="0" indent="0">
              <a:buNone/>
            </a:pPr>
            <a:endParaRPr lang="en-GB" sz="1800" b="1" spc="-8" noProof="0" dirty="0">
              <a:solidFill>
                <a:srgbClr val="2D2C2C"/>
              </a:solidFill>
              <a:cs typeface="Segoe UI"/>
            </a:endParaRPr>
          </a:p>
          <a:p>
            <a:pPr marL="0" indent="0">
              <a:buNone/>
            </a:pPr>
            <a:endParaRPr lang="en-GB" b="1" spc="-8" dirty="0">
              <a:solidFill>
                <a:srgbClr val="2D2C2C"/>
              </a:solidFill>
              <a:cs typeface="Segoe UI"/>
            </a:endParaRPr>
          </a:p>
          <a:p>
            <a:pPr marL="0" indent="0">
              <a:buNone/>
            </a:pPr>
            <a:endParaRPr lang="en-GB" sz="1800" b="1" spc="-8" noProof="0" dirty="0">
              <a:solidFill>
                <a:srgbClr val="2D2C2C"/>
              </a:solidFill>
              <a:cs typeface="Segoe UI"/>
            </a:endParaRPr>
          </a:p>
          <a:p>
            <a:pPr marL="0" indent="0">
              <a:buNone/>
            </a:pPr>
            <a:endParaRPr lang="en-GB" b="1" spc="-8" dirty="0">
              <a:solidFill>
                <a:srgbClr val="2D2C2C"/>
              </a:solidFill>
              <a:cs typeface="Segoe UI"/>
            </a:endParaRPr>
          </a:p>
          <a:p>
            <a:pPr marL="285750" indent="-285750">
              <a:buFont typeface="Arial" panose="020B0604020202020204" pitchFamily="34" charset="0"/>
              <a:buChar char="•"/>
            </a:pPr>
            <a:r>
              <a:rPr lang="en-GB" sz="1800" b="1" noProof="0" dirty="0"/>
              <a:t>grep</a:t>
            </a:r>
            <a:r>
              <a:rPr lang="en-GB" sz="1800" noProof="0" dirty="0"/>
              <a:t> is commonly used to locate specific information in files</a:t>
            </a:r>
          </a:p>
          <a:p>
            <a:pPr marL="285750" indent="-285750">
              <a:buFont typeface="Arial" panose="020B0604020202020204" pitchFamily="34" charset="0"/>
              <a:buChar char="•"/>
            </a:pPr>
            <a:r>
              <a:rPr lang="en-GB" sz="1800" b="1" noProof="0" dirty="0" err="1"/>
              <a:t>wc</a:t>
            </a:r>
            <a:r>
              <a:rPr lang="en-GB" sz="1800" b="1" noProof="0" dirty="0"/>
              <a:t> -l </a:t>
            </a:r>
            <a:r>
              <a:rPr lang="en-GB" sz="1800" noProof="0" dirty="0"/>
              <a:t>is often used to count records or lines of output.</a:t>
            </a:r>
            <a:endParaRPr lang="en-US" sz="1800" noProof="0" dirty="0"/>
          </a:p>
        </p:txBody>
      </p:sp>
      <p:sp>
        <p:nvSpPr>
          <p:cNvPr id="8" name="Text Placeholder 7">
            <a:extLst>
              <a:ext uri="{FF2B5EF4-FFF2-40B4-BE49-F238E27FC236}">
                <a16:creationId xmlns:a16="http://schemas.microsoft.com/office/drawing/2014/main" id="{2AD475D4-E75A-0241-129C-4332A7E4B305}"/>
              </a:ext>
            </a:extLst>
          </p:cNvPr>
          <p:cNvSpPr>
            <a:spLocks noGrp="1"/>
          </p:cNvSpPr>
          <p:nvPr>
            <p:ph type="body" sz="quarter" idx="15"/>
          </p:nvPr>
        </p:nvSpPr>
        <p:spPr/>
        <p:txBody>
          <a:bodyPr/>
          <a:lstStyle/>
          <a:p>
            <a:r>
              <a:rPr lang="en-GB" b="1" dirty="0"/>
              <a:t>Examples</a:t>
            </a:r>
            <a:endParaRPr lang="en-GB"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graphicFrame>
        <p:nvGraphicFramePr>
          <p:cNvPr id="6" name="Table 5">
            <a:extLst>
              <a:ext uri="{FF2B5EF4-FFF2-40B4-BE49-F238E27FC236}">
                <a16:creationId xmlns:a16="http://schemas.microsoft.com/office/drawing/2014/main" id="{DDC4B122-FBA8-D706-0F5E-D30C21F4D8BB}"/>
              </a:ext>
            </a:extLst>
          </p:cNvPr>
          <p:cNvGraphicFramePr>
            <a:graphicFrameLocks noGrp="1"/>
          </p:cNvGraphicFramePr>
          <p:nvPr>
            <p:extLst>
              <p:ext uri="{D42A27DB-BD31-4B8C-83A1-F6EECF244321}">
                <p14:modId xmlns:p14="http://schemas.microsoft.com/office/powerpoint/2010/main" val="1612209616"/>
              </p:ext>
            </p:extLst>
          </p:nvPr>
        </p:nvGraphicFramePr>
        <p:xfrm>
          <a:off x="798191" y="2353867"/>
          <a:ext cx="5233924" cy="2066788"/>
        </p:xfrm>
        <a:graphic>
          <a:graphicData uri="http://schemas.openxmlformats.org/drawingml/2006/table">
            <a:tbl>
              <a:tblPr firstRow="1" bandRow="1">
                <a:tableStyleId>{5C22544A-7EE6-4342-B048-85BDC9FD1C3A}</a:tableStyleId>
              </a:tblPr>
              <a:tblGrid>
                <a:gridCol w="2947942">
                  <a:extLst>
                    <a:ext uri="{9D8B030D-6E8A-4147-A177-3AD203B41FA5}">
                      <a16:colId xmlns:a16="http://schemas.microsoft.com/office/drawing/2014/main" val="1551974525"/>
                    </a:ext>
                  </a:extLst>
                </a:gridCol>
                <a:gridCol w="2285982">
                  <a:extLst>
                    <a:ext uri="{9D8B030D-6E8A-4147-A177-3AD203B41FA5}">
                      <a16:colId xmlns:a16="http://schemas.microsoft.com/office/drawing/2014/main" val="587885695"/>
                    </a:ext>
                  </a:extLst>
                </a:gridCol>
              </a:tblGrid>
              <a:tr h="0">
                <a:tc>
                  <a:txBody>
                    <a:bodyPr/>
                    <a:lstStyle/>
                    <a:p>
                      <a:pPr algn="ctr"/>
                      <a:r>
                        <a:rPr lang="en-GB" sz="1800" dirty="0">
                          <a:solidFill>
                            <a:schemeClr val="tx2"/>
                          </a:solidFill>
                        </a:rPr>
                        <a:t>Command</a:t>
                      </a:r>
                    </a:p>
                  </a:txBody>
                  <a:tcPr marL="73273" marR="73273" marT="36637" marB="36637" anchor="ctr">
                    <a:solidFill>
                      <a:schemeClr val="accent4"/>
                    </a:solidFill>
                  </a:tcPr>
                </a:tc>
                <a:tc>
                  <a:txBody>
                    <a:bodyPr/>
                    <a:lstStyle/>
                    <a:p>
                      <a:pPr algn="ctr"/>
                      <a:r>
                        <a:rPr lang="en-GB" sz="1800" dirty="0">
                          <a:solidFill>
                            <a:schemeClr val="tx2"/>
                          </a:solidFill>
                        </a:rPr>
                        <a:t>Purpose</a:t>
                      </a:r>
                    </a:p>
                  </a:txBody>
                  <a:tcPr marL="73273" marR="73273" marT="36637" marB="36637" anchor="ctr">
                    <a:solidFill>
                      <a:schemeClr val="accent4"/>
                    </a:solidFill>
                  </a:tcPr>
                </a:tc>
                <a:extLst>
                  <a:ext uri="{0D108BD9-81ED-4DB2-BD59-A6C34878D82A}">
                    <a16:rowId xmlns:a16="http://schemas.microsoft.com/office/drawing/2014/main" val="2345767861"/>
                  </a:ext>
                </a:extLst>
              </a:tr>
              <a:tr h="335733">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10319" marR="105767">
                        <a:spcBef>
                          <a:spcPts val="73"/>
                        </a:spcBef>
                        <a:tabLst>
                          <a:tab pos="537607" algn="l"/>
                          <a:tab pos="852329" algn="l"/>
                        </a:tabLst>
                      </a:pPr>
                      <a:r>
                        <a:rPr lang="en-US" sz="1800" b="1" spc="-12" noProof="0" dirty="0">
                          <a:solidFill>
                            <a:schemeClr val="tx1"/>
                          </a:solidFill>
                          <a:latin typeface="Consolas" panose="020B0609020204030204" pitchFamily="49" charset="0"/>
                        </a:rPr>
                        <a:t>grep ‘pattern’ &lt;file&gt;</a:t>
                      </a:r>
                    </a:p>
                  </a:txBody>
                  <a:tcPr>
                    <a:solidFill>
                      <a:schemeClr val="accent4">
                        <a:lumMod val="20000"/>
                        <a:lumOff val="80000"/>
                      </a:schemeClr>
                    </a:solidFill>
                  </a:tcPr>
                </a:tc>
                <a:tc>
                  <a:txBody>
                    <a:bodyPr/>
                    <a:lstStyle/>
                    <a:p>
                      <a:pPr>
                        <a:spcBef>
                          <a:spcPts val="600"/>
                        </a:spcBef>
                      </a:pPr>
                      <a:r>
                        <a:rPr lang="en-GB" altLang="en-US" sz="1800" b="0" dirty="0">
                          <a:latin typeface="+mn-lt"/>
                        </a:rPr>
                        <a:t>Search for lines containing a pattern</a:t>
                      </a:r>
                    </a:p>
                  </a:txBody>
                  <a:tcPr marL="73273" marR="73273" marT="36637" marB="36637" anchor="ctr">
                    <a:solidFill>
                      <a:schemeClr val="accent4">
                        <a:lumMod val="20000"/>
                        <a:lumOff val="80000"/>
                      </a:schemeClr>
                    </a:solidFill>
                  </a:tcPr>
                </a:tc>
                <a:extLst>
                  <a:ext uri="{0D108BD9-81ED-4DB2-BD59-A6C34878D82A}">
                    <a16:rowId xmlns:a16="http://schemas.microsoft.com/office/drawing/2014/main" val="2381271311"/>
                  </a:ext>
                </a:extLst>
              </a:tr>
              <a:tr h="335733">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sz="1800" b="1" spc="-12" noProof="0" dirty="0" err="1">
                          <a:solidFill>
                            <a:schemeClr val="tx1"/>
                          </a:solidFill>
                          <a:latin typeface="Consolas" panose="020B0609020204030204" pitchFamily="49" charset="0"/>
                        </a:rPr>
                        <a:t>wc</a:t>
                      </a:r>
                      <a:r>
                        <a:rPr lang="en-GB" sz="1800" b="1" spc="-12" noProof="0" dirty="0">
                          <a:solidFill>
                            <a:schemeClr val="tx1"/>
                          </a:solidFill>
                          <a:latin typeface="Consolas" panose="020B0609020204030204" pitchFamily="49" charset="0"/>
                        </a:rPr>
                        <a:t> -l &lt;file&gt;</a:t>
                      </a:r>
                    </a:p>
                  </a:txBody>
                  <a:tcPr>
                    <a:solidFill>
                      <a:schemeClr val="accent4">
                        <a:lumMod val="40000"/>
                        <a:lumOff val="60000"/>
                      </a:schemeClr>
                    </a:solidFill>
                  </a:tcPr>
                </a:tc>
                <a:tc>
                  <a:txBody>
                    <a:bodyPr/>
                    <a:lstStyle/>
                    <a:p>
                      <a:pPr>
                        <a:spcBef>
                          <a:spcPts val="600"/>
                        </a:spcBef>
                      </a:pPr>
                      <a:r>
                        <a:rPr lang="en-GB" altLang="en-US" sz="1800" b="0" dirty="0">
                          <a:latin typeface="+mn-lt"/>
                        </a:rPr>
                        <a:t>Count lines</a:t>
                      </a:r>
                    </a:p>
                  </a:txBody>
                  <a:tcPr marL="73273" marR="73273" marT="36637" marB="36637" anchor="ctr">
                    <a:solidFill>
                      <a:schemeClr val="accent4">
                        <a:lumMod val="40000"/>
                        <a:lumOff val="60000"/>
                      </a:schemeClr>
                    </a:solidFill>
                  </a:tcPr>
                </a:tc>
                <a:extLst>
                  <a:ext uri="{0D108BD9-81ED-4DB2-BD59-A6C34878D82A}">
                    <a16:rowId xmlns:a16="http://schemas.microsoft.com/office/drawing/2014/main" val="3137229064"/>
                  </a:ext>
                </a:extLst>
              </a:tr>
              <a:tr h="335733">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sz="1800" b="1" spc="-12" noProof="0" dirty="0" err="1">
                          <a:solidFill>
                            <a:schemeClr val="tx1"/>
                          </a:solidFill>
                          <a:latin typeface="Consolas" panose="020B0609020204030204" pitchFamily="49" charset="0"/>
                        </a:rPr>
                        <a:t>wc</a:t>
                      </a:r>
                      <a:r>
                        <a:rPr lang="en-GB" sz="1800" b="1" spc="-12" noProof="0" dirty="0">
                          <a:solidFill>
                            <a:schemeClr val="tx1"/>
                          </a:solidFill>
                          <a:latin typeface="Consolas" panose="020B0609020204030204" pitchFamily="49" charset="0"/>
                        </a:rPr>
                        <a:t> -w &lt;file&gt;</a:t>
                      </a:r>
                    </a:p>
                  </a:txBody>
                  <a:tcPr>
                    <a:solidFill>
                      <a:schemeClr val="accent4">
                        <a:lumMod val="20000"/>
                        <a:lumOff val="80000"/>
                      </a:schemeClr>
                    </a:solidFill>
                  </a:tcPr>
                </a:tc>
                <a:tc>
                  <a:txBody>
                    <a:bodyPr/>
                    <a:lstStyle/>
                    <a:p>
                      <a:pPr>
                        <a:spcBef>
                          <a:spcPts val="600"/>
                        </a:spcBef>
                      </a:pPr>
                      <a:r>
                        <a:rPr lang="en-GB" altLang="en-US" sz="1800" b="0" dirty="0">
                          <a:latin typeface="+mn-lt"/>
                        </a:rPr>
                        <a:t>Count words</a:t>
                      </a:r>
                    </a:p>
                  </a:txBody>
                  <a:tcPr marL="73273" marR="73273" marT="36637" marB="36637" anchor="ctr">
                    <a:solidFill>
                      <a:schemeClr val="accent4">
                        <a:lumMod val="20000"/>
                        <a:lumOff val="80000"/>
                      </a:schemeClr>
                    </a:solidFill>
                  </a:tcPr>
                </a:tc>
                <a:extLst>
                  <a:ext uri="{0D108BD9-81ED-4DB2-BD59-A6C34878D82A}">
                    <a16:rowId xmlns:a16="http://schemas.microsoft.com/office/drawing/2014/main" val="2308225666"/>
                  </a:ext>
                </a:extLst>
              </a:tr>
              <a:tr h="335733">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sz="1800" b="1" spc="-12" noProof="0" dirty="0" err="1">
                          <a:solidFill>
                            <a:schemeClr val="tx1"/>
                          </a:solidFill>
                          <a:latin typeface="Consolas" panose="020B0609020204030204" pitchFamily="49" charset="0"/>
                        </a:rPr>
                        <a:t>wc</a:t>
                      </a:r>
                      <a:r>
                        <a:rPr lang="en-GB" sz="1800" b="1" spc="-12" noProof="0" dirty="0">
                          <a:solidFill>
                            <a:schemeClr val="tx1"/>
                          </a:solidFill>
                          <a:latin typeface="Consolas" panose="020B0609020204030204" pitchFamily="49" charset="0"/>
                        </a:rPr>
                        <a:t> -c &lt;file&gt;</a:t>
                      </a:r>
                    </a:p>
                  </a:txBody>
                  <a:tcPr>
                    <a:solidFill>
                      <a:schemeClr val="accent4">
                        <a:lumMod val="40000"/>
                        <a:lumOff val="60000"/>
                      </a:schemeClr>
                    </a:solidFill>
                  </a:tcPr>
                </a:tc>
                <a:tc>
                  <a:txBody>
                    <a:bodyPr/>
                    <a:lstStyle/>
                    <a:p>
                      <a:pPr>
                        <a:spcBef>
                          <a:spcPts val="600"/>
                        </a:spcBef>
                      </a:pPr>
                      <a:r>
                        <a:rPr lang="en-GB" altLang="en-US" sz="1800" b="0" dirty="0">
                          <a:latin typeface="+mn-lt"/>
                        </a:rPr>
                        <a:t>Count characters</a:t>
                      </a:r>
                    </a:p>
                  </a:txBody>
                  <a:tcPr marL="73273" marR="73273" marT="36637" marB="36637" anchor="ctr">
                    <a:solidFill>
                      <a:schemeClr val="accent4">
                        <a:lumMod val="40000"/>
                        <a:lumOff val="60000"/>
                      </a:schemeClr>
                    </a:solidFill>
                  </a:tcPr>
                </a:tc>
                <a:extLst>
                  <a:ext uri="{0D108BD9-81ED-4DB2-BD59-A6C34878D82A}">
                    <a16:rowId xmlns:a16="http://schemas.microsoft.com/office/drawing/2014/main" val="2178946890"/>
                  </a:ext>
                </a:extLst>
              </a:tr>
            </a:tbl>
          </a:graphicData>
        </a:graphic>
      </p:graphicFrame>
      <p:sp>
        <p:nvSpPr>
          <p:cNvPr id="7" name="Rectangle 6">
            <a:extLst>
              <a:ext uri="{FF2B5EF4-FFF2-40B4-BE49-F238E27FC236}">
                <a16:creationId xmlns:a16="http://schemas.microsoft.com/office/drawing/2014/main" id="{B6CCED00-4D7E-AE63-770D-627958BFD87E}"/>
              </a:ext>
            </a:extLst>
          </p:cNvPr>
          <p:cNvSpPr>
            <a:spLocks noChangeArrowheads="1"/>
          </p:cNvSpPr>
          <p:nvPr/>
        </p:nvSpPr>
        <p:spPr bwMode="auto">
          <a:xfrm>
            <a:off x="6586559" y="2181886"/>
            <a:ext cx="3719745" cy="2318583"/>
          </a:xfrm>
          <a:prstGeom prst="rect">
            <a:avLst/>
          </a:prstGeom>
          <a:solidFill>
            <a:schemeClr val="tx1"/>
          </a:solidFill>
          <a:ln w="12700" algn="ctr">
            <a:solidFill>
              <a:srgbClr val="000000"/>
            </a:solidFill>
            <a:miter lim="800000"/>
            <a:headEnd/>
            <a:tailEnd/>
          </a:ln>
          <a:effectLst/>
        </p:spPr>
        <p:txBody>
          <a:bodyPr wrap="square" lIns="95250" tIns="50800" rIns="95250" bIns="50800">
            <a:spAutoFit/>
          </a:bodyPr>
          <a:lstStyle/>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GB" i="0" u="none" strike="noStrike" kern="1200" cap="none" spc="0" normalizeH="0" baseline="0" noProof="0" dirty="0">
                <a:ln>
                  <a:noFill/>
                </a:ln>
                <a:solidFill>
                  <a:srgbClr val="FFFF00"/>
                </a:solidFill>
                <a:effectLst/>
                <a:uLnTx/>
                <a:uFillTx/>
                <a:latin typeface="Consolas" panose="020B0609020204030204" pitchFamily="49" charset="0"/>
                <a:ea typeface="Hack" panose="020B0609030202020204" pitchFamily="49" charset="0"/>
                <a:cs typeface="Hack" panose="020B0609030202020204" pitchFamily="49" charset="0"/>
              </a:rPr>
              <a:t>$</a:t>
            </a:r>
            <a:r>
              <a:rPr kumimoji="0" lang="en-GB"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 grep localhost /etc/hosts</a:t>
            </a:r>
          </a:p>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GB"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127.0.0.1 localhost</a:t>
            </a:r>
          </a:p>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endParaRPr kumimoji="0" lang="en-GB"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endParaRPr>
          </a:p>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GB" i="0" u="none" strike="noStrike" kern="1200" cap="none" spc="0" normalizeH="0" baseline="0" noProof="0" dirty="0">
                <a:ln>
                  <a:noFill/>
                </a:ln>
                <a:solidFill>
                  <a:srgbClr val="FFFF00"/>
                </a:solidFill>
                <a:effectLst/>
                <a:uLnTx/>
                <a:uFillTx/>
                <a:latin typeface="Consolas" panose="020B0609020204030204" pitchFamily="49" charset="0"/>
                <a:ea typeface="Hack" panose="020B0609030202020204" pitchFamily="49" charset="0"/>
                <a:cs typeface="Hack" panose="020B0609030202020204" pitchFamily="49" charset="0"/>
              </a:rPr>
              <a:t>$</a:t>
            </a:r>
            <a:r>
              <a:rPr kumimoji="0" lang="en-GB"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 </a:t>
            </a:r>
            <a:r>
              <a:rPr kumimoji="0" lang="en-GB" i="0" u="none" strike="noStrike" kern="1200" cap="none" spc="0" normalizeH="0" baseline="0" noProof="0" dirty="0" err="1">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wc</a:t>
            </a:r>
            <a:r>
              <a:rPr kumimoji="0" lang="en-GB"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 -l /etc/hosts</a:t>
            </a:r>
          </a:p>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GB"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27 /etc/hosts</a:t>
            </a:r>
          </a:p>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endParaRPr kumimoji="0" lang="en-GB"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endParaRPr>
          </a:p>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GB" i="0" u="none" strike="noStrike" kern="1200" cap="none" spc="0" normalizeH="0" baseline="0" noProof="0" dirty="0">
                <a:ln>
                  <a:noFill/>
                </a:ln>
                <a:solidFill>
                  <a:srgbClr val="FFFF00"/>
                </a:solidFill>
                <a:effectLst/>
                <a:uLnTx/>
                <a:uFillTx/>
                <a:latin typeface="Consolas" panose="020B0609020204030204" pitchFamily="49" charset="0"/>
                <a:ea typeface="Hack" panose="020B0609030202020204" pitchFamily="49" charset="0"/>
                <a:cs typeface="Hack" panose="020B0609030202020204" pitchFamily="49" charset="0"/>
              </a:rPr>
              <a:t>$</a:t>
            </a:r>
            <a:r>
              <a:rPr kumimoji="0" lang="en-GB"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 </a:t>
            </a:r>
            <a:r>
              <a:rPr kumimoji="0" lang="en-GB" i="0" u="none" strike="noStrike" kern="1200" cap="none" spc="0" normalizeH="0" baseline="0" noProof="0" dirty="0" err="1">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wc</a:t>
            </a:r>
            <a:r>
              <a:rPr kumimoji="0" lang="en-GB"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 -w /etc/hosts</a:t>
            </a:r>
          </a:p>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GB"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120 /etc/hosts</a:t>
            </a:r>
          </a:p>
        </p:txBody>
      </p:sp>
    </p:spTree>
    <p:extLst>
      <p:ext uri="{BB962C8B-B14F-4D97-AF65-F5344CB8AC3E}">
        <p14:creationId xmlns:p14="http://schemas.microsoft.com/office/powerpoint/2010/main" val="8634596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2EEAC36-E734-BD6E-F831-EC60D753CE0E}"/>
              </a:ext>
            </a:extLst>
          </p:cNvPr>
          <p:cNvSpPr>
            <a:spLocks noGrp="1"/>
          </p:cNvSpPr>
          <p:nvPr>
            <p:ph type="ctrTitle"/>
          </p:nvPr>
        </p:nvSpPr>
        <p:spPr/>
        <p:txBody>
          <a:bodyPr/>
          <a:lstStyle/>
          <a:p>
            <a:r>
              <a:rPr lang="en-US" noProof="0" dirty="0"/>
              <a:t>Review questions</a:t>
            </a:r>
          </a:p>
        </p:txBody>
      </p:sp>
      <p:sp>
        <p:nvSpPr>
          <p:cNvPr id="11" name="Text Placeholder 10">
            <a:extLst>
              <a:ext uri="{FF2B5EF4-FFF2-40B4-BE49-F238E27FC236}">
                <a16:creationId xmlns:a16="http://schemas.microsoft.com/office/drawing/2014/main" id="{BC7087D8-A380-C70E-F3BC-21ED9C807F36}"/>
              </a:ext>
            </a:extLst>
          </p:cNvPr>
          <p:cNvSpPr>
            <a:spLocks noGrp="1"/>
          </p:cNvSpPr>
          <p:nvPr>
            <p:ph type="body" sz="quarter" idx="13"/>
          </p:nvPr>
        </p:nvSpPr>
        <p:spPr/>
        <p:txBody>
          <a:bodyPr/>
          <a:lstStyle/>
          <a:p>
            <a:pPr marL="342900" indent="-342900">
              <a:buFont typeface="+mj-lt"/>
              <a:buAutoNum type="alphaLcParenR"/>
            </a:pPr>
            <a:r>
              <a:rPr lang="en-US" noProof="0" dirty="0"/>
              <a:t>Which is the default shell on most Linux distros?</a:t>
            </a:r>
          </a:p>
          <a:p>
            <a:pPr marL="342900" indent="-342900">
              <a:buFont typeface="+mj-lt"/>
              <a:buAutoNum type="alphaLcParenR"/>
            </a:pPr>
            <a:r>
              <a:rPr lang="en-US" noProof="0" dirty="0"/>
              <a:t>Which is the default shell on BSD UNIX?</a:t>
            </a:r>
          </a:p>
          <a:p>
            <a:pPr marL="342900" indent="-342900">
              <a:buFont typeface="+mj-lt"/>
              <a:buAutoNum type="alphaLcParenR"/>
            </a:pPr>
            <a:r>
              <a:rPr lang="en-US" noProof="0" dirty="0"/>
              <a:t>Which pager command is used by the man command on Linux?</a:t>
            </a:r>
          </a:p>
          <a:p>
            <a:pPr marL="342900" indent="-342900">
              <a:buFont typeface="+mj-lt"/>
              <a:buAutoNum type="alphaLcParenR"/>
            </a:pPr>
            <a:r>
              <a:rPr lang="en-US" noProof="0" dirty="0"/>
              <a:t>Which command shows keyboard control character mappings?</a:t>
            </a:r>
          </a:p>
          <a:p>
            <a:pPr marL="342900" indent="-342900">
              <a:buFont typeface="+mj-lt"/>
              <a:buAutoNum type="alphaLcParenR"/>
            </a:pPr>
            <a:r>
              <a:rPr lang="en-US" noProof="0" dirty="0"/>
              <a:t>What content type must a file have so that commands such as cat, more, tail, and grep would work correctly?</a:t>
            </a:r>
          </a:p>
          <a:p>
            <a:pPr marL="342900" indent="-342900">
              <a:buFont typeface="+mj-lt"/>
              <a:buAutoNum type="alphaLcParenR"/>
            </a:pPr>
            <a:r>
              <a:rPr lang="en-US" noProof="0" dirty="0"/>
              <a:t>Which file reading tool is most useful for the purpose of reading system log files (e.g., to read the last few lines of a log file)?</a:t>
            </a:r>
          </a:p>
          <a:p>
            <a:pPr marL="342900" indent="-342900">
              <a:buFont typeface="+mj-lt"/>
              <a:buAutoNum type="alphaLcParenR"/>
            </a:pPr>
            <a:r>
              <a:rPr lang="en-US" noProof="0" dirty="0"/>
              <a:t>Describe how grep could be useful in reading log files.</a:t>
            </a:r>
          </a:p>
          <a:p>
            <a:pPr marL="342900" indent="-342900">
              <a:buFont typeface="+mj-lt"/>
              <a:buAutoNum type="alphaLcParenR"/>
            </a:pPr>
            <a:endParaRPr lang="en-US" noProof="0" dirty="0"/>
          </a:p>
        </p:txBody>
      </p:sp>
      <p:sp>
        <p:nvSpPr>
          <p:cNvPr id="2" name="Slide Number Placeholder 1">
            <a:extLst>
              <a:ext uri="{FF2B5EF4-FFF2-40B4-BE49-F238E27FC236}">
                <a16:creationId xmlns:a16="http://schemas.microsoft.com/office/drawing/2014/main" id="{D7EC235F-614F-714E-A97F-4FF50EFF14FD}"/>
              </a:ext>
            </a:extLst>
          </p:cNvPr>
          <p:cNvSpPr>
            <a:spLocks noGrp="1"/>
          </p:cNvSpPr>
          <p:nvPr>
            <p:ph type="sldNum" sz="quarter" idx="4294967295"/>
          </p:nvPr>
        </p:nvSpPr>
        <p:spPr>
          <a:xfrm>
            <a:off x="9448800" y="6399213"/>
            <a:ext cx="2743200" cy="365125"/>
          </a:xfrm>
          <a:prstGeom prst="rect">
            <a:avLst/>
          </a:prstGeom>
        </p:spPr>
        <p:txBody>
          <a:bodyPr/>
          <a:lstStyle/>
          <a:p>
            <a:pPr lvl="0"/>
            <a:fld id="{EF892D59-8F09-EF4B-AD6D-DA609442F868}" type="slidenum">
              <a:rPr lang="en-US" noProof="0" smtClean="0"/>
              <a:pPr lvl="0"/>
              <a:t>28</a:t>
            </a:fld>
            <a:endParaRPr lang="en-US" noProof="0" dirty="0"/>
          </a:p>
        </p:txBody>
      </p:sp>
    </p:spTree>
    <p:extLst>
      <p:ext uri="{BB962C8B-B14F-4D97-AF65-F5344CB8AC3E}">
        <p14:creationId xmlns:p14="http://schemas.microsoft.com/office/powerpoint/2010/main" val="25451517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DC045F9-074A-BFE7-CA0E-B53E2B7463E5}"/>
              </a:ext>
            </a:extLst>
          </p:cNvPr>
          <p:cNvSpPr>
            <a:spLocks noGrp="1"/>
          </p:cNvSpPr>
          <p:nvPr>
            <p:ph type="ctrTitle"/>
          </p:nvPr>
        </p:nvSpPr>
        <p:spPr>
          <a:xfrm>
            <a:off x="443921" y="500194"/>
            <a:ext cx="6679721" cy="858985"/>
          </a:xfrm>
        </p:spPr>
        <p:txBody>
          <a:bodyPr/>
          <a:lstStyle/>
          <a:p>
            <a:r>
              <a:rPr lang="en-US" noProof="0" dirty="0"/>
              <a:t>Practical exercise 2 – T2 and T3</a:t>
            </a:r>
          </a:p>
        </p:txBody>
      </p:sp>
      <p:sp>
        <p:nvSpPr>
          <p:cNvPr id="4" name="Text Placeholder 3">
            <a:extLst>
              <a:ext uri="{FF2B5EF4-FFF2-40B4-BE49-F238E27FC236}">
                <a16:creationId xmlns:a16="http://schemas.microsoft.com/office/drawing/2014/main" id="{E9C5A723-C0B1-124B-8CB6-AA3105C9A4E6}"/>
              </a:ext>
            </a:extLst>
          </p:cNvPr>
          <p:cNvSpPr>
            <a:spLocks noGrp="1"/>
          </p:cNvSpPr>
          <p:nvPr>
            <p:ph type="body" sz="quarter" idx="13"/>
          </p:nvPr>
        </p:nvSpPr>
        <p:spPr>
          <a:xfrm>
            <a:off x="443921" y="1733108"/>
            <a:ext cx="6679721" cy="4061405"/>
          </a:xfrm>
        </p:spPr>
        <p:txBody>
          <a:bodyPr/>
          <a:lstStyle/>
          <a:p>
            <a:pPr marL="285750" indent="-285750">
              <a:buFont typeface="Arial" panose="020B0604020202020204" pitchFamily="34" charset="0"/>
              <a:buChar char="•"/>
            </a:pPr>
            <a:r>
              <a:rPr lang="en-US" noProof="0" dirty="0"/>
              <a:t>In the accompanying Exercise Guide</a:t>
            </a:r>
          </a:p>
          <a:p>
            <a:pPr marL="285750" indent="-285750">
              <a:buFont typeface="Arial" panose="020B0604020202020204" pitchFamily="34" charset="0"/>
              <a:buChar char="•"/>
            </a:pPr>
            <a:endParaRPr lang="en-US" noProof="0" dirty="0"/>
          </a:p>
        </p:txBody>
      </p:sp>
    </p:spTree>
    <p:extLst>
      <p:ext uri="{BB962C8B-B14F-4D97-AF65-F5344CB8AC3E}">
        <p14:creationId xmlns:p14="http://schemas.microsoft.com/office/powerpoint/2010/main" val="33988791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9243A8C-DEA3-BC9C-2B49-22CA644D3420}"/>
              </a:ext>
            </a:extLst>
          </p:cNvPr>
          <p:cNvSpPr>
            <a:spLocks noGrp="1"/>
          </p:cNvSpPr>
          <p:nvPr>
            <p:ph type="ctrTitle"/>
          </p:nvPr>
        </p:nvSpPr>
        <p:spPr/>
        <p:txBody>
          <a:bodyPr/>
          <a:lstStyle/>
          <a:p>
            <a:r>
              <a:rPr lang="en-US" noProof="0" dirty="0"/>
              <a:t>Summary</a:t>
            </a:r>
          </a:p>
        </p:txBody>
      </p:sp>
      <p:sp>
        <p:nvSpPr>
          <p:cNvPr id="6" name="Text Placeholder 5">
            <a:extLst>
              <a:ext uri="{FF2B5EF4-FFF2-40B4-BE49-F238E27FC236}">
                <a16:creationId xmlns:a16="http://schemas.microsoft.com/office/drawing/2014/main" id="{9ECDB192-E59C-C44D-B6D5-3E31ED8088B5}"/>
              </a:ext>
            </a:extLst>
          </p:cNvPr>
          <p:cNvSpPr>
            <a:spLocks noGrp="1"/>
          </p:cNvSpPr>
          <p:nvPr>
            <p:ph type="body" sz="quarter" idx="13"/>
          </p:nvPr>
        </p:nvSpPr>
        <p:spPr/>
        <p:txBody>
          <a:bodyPr/>
          <a:lstStyle/>
          <a:p>
            <a:pPr marL="9803">
              <a:spcBef>
                <a:spcPts val="1056"/>
              </a:spcBef>
              <a:buClr>
                <a:srgbClr val="000000"/>
              </a:buClr>
              <a:tabLst>
                <a:tab pos="289957" algn="l"/>
                <a:tab pos="290473" algn="l"/>
              </a:tabLst>
            </a:pPr>
            <a:r>
              <a:rPr lang="en-GB" noProof="0" dirty="0"/>
              <a:t>In this module you learned how to:</a:t>
            </a:r>
          </a:p>
          <a:p>
            <a:pPr marL="295553" indent="-285750">
              <a:spcBef>
                <a:spcPts val="1056"/>
              </a:spcBef>
              <a:buClr>
                <a:srgbClr val="000000"/>
              </a:buClr>
              <a:buFont typeface="Arial" panose="020B0604020202020204" pitchFamily="34" charset="0"/>
              <a:buChar char="•"/>
              <a:tabLst>
                <a:tab pos="289957" algn="l"/>
                <a:tab pos="290473" algn="l"/>
              </a:tabLst>
            </a:pPr>
            <a:r>
              <a:rPr lang="en-GB" noProof="0" dirty="0"/>
              <a:t>Use a shell to enter and execute Linux commands.</a:t>
            </a:r>
          </a:p>
          <a:p>
            <a:pPr marL="295553" indent="-285750">
              <a:spcBef>
                <a:spcPts val="1056"/>
              </a:spcBef>
              <a:buClr>
                <a:srgbClr val="000000"/>
              </a:buClr>
              <a:buFont typeface="Arial" panose="020B0604020202020204" pitchFamily="34" charset="0"/>
              <a:buChar char="•"/>
              <a:tabLst>
                <a:tab pos="289957" algn="l"/>
                <a:tab pos="290473" algn="l"/>
              </a:tabLst>
            </a:pPr>
            <a:r>
              <a:rPr lang="en-GB" noProof="0" dirty="0"/>
              <a:t>Interpret the basic command format: command [options] [arguments].</a:t>
            </a:r>
          </a:p>
          <a:p>
            <a:pPr marL="295553" indent="-285750">
              <a:spcBef>
                <a:spcPts val="1056"/>
              </a:spcBef>
              <a:buClr>
                <a:srgbClr val="000000"/>
              </a:buClr>
              <a:buFont typeface="Arial" panose="020B0604020202020204" pitchFamily="34" charset="0"/>
              <a:buChar char="•"/>
              <a:tabLst>
                <a:tab pos="289957" algn="l"/>
                <a:tab pos="290473" algn="l"/>
              </a:tabLst>
            </a:pPr>
            <a:r>
              <a:rPr lang="en-GB" noProof="0" dirty="0"/>
              <a:t>Find information about a Linux system using common commands.</a:t>
            </a:r>
          </a:p>
          <a:p>
            <a:pPr marL="295553" indent="-285750">
              <a:spcBef>
                <a:spcPts val="1056"/>
              </a:spcBef>
              <a:buClr>
                <a:srgbClr val="000000"/>
              </a:buClr>
              <a:buFont typeface="Arial" panose="020B0604020202020204" pitchFamily="34" charset="0"/>
              <a:buChar char="•"/>
              <a:tabLst>
                <a:tab pos="289957" algn="l"/>
                <a:tab pos="290473" algn="l"/>
              </a:tabLst>
            </a:pPr>
            <a:r>
              <a:rPr lang="en-GB" noProof="0" dirty="0"/>
              <a:t>View, search and count information in text files.</a:t>
            </a:r>
          </a:p>
          <a:p>
            <a:pPr marL="295553" indent="-285750">
              <a:spcBef>
                <a:spcPts val="1056"/>
              </a:spcBef>
              <a:buClr>
                <a:srgbClr val="000000"/>
              </a:buClr>
              <a:buFont typeface="Arial" panose="020B0604020202020204" pitchFamily="34" charset="0"/>
              <a:buChar char="•"/>
              <a:tabLst>
                <a:tab pos="289957" algn="l"/>
                <a:tab pos="290473" algn="l"/>
              </a:tabLst>
            </a:pPr>
            <a:r>
              <a:rPr lang="en-GB" noProof="0" dirty="0"/>
              <a:t>Access command documentation using man, --help and info.</a:t>
            </a:r>
            <a:endParaRPr lang="en-US" noProof="0" dirty="0"/>
          </a:p>
        </p:txBody>
      </p:sp>
      <p:sp>
        <p:nvSpPr>
          <p:cNvPr id="2" name="Slide Number Placeholder 1">
            <a:extLst>
              <a:ext uri="{FF2B5EF4-FFF2-40B4-BE49-F238E27FC236}">
                <a16:creationId xmlns:a16="http://schemas.microsoft.com/office/drawing/2014/main" id="{F111C5DB-635E-4576-A4C3-837B7E452E1E}"/>
              </a:ext>
            </a:extLst>
          </p:cNvPr>
          <p:cNvSpPr>
            <a:spLocks noGrp="1"/>
          </p:cNvSpPr>
          <p:nvPr>
            <p:ph type="sldNum" sz="quarter" idx="4294967295"/>
          </p:nvPr>
        </p:nvSpPr>
        <p:spPr>
          <a:xfrm>
            <a:off x="9448800" y="6399213"/>
            <a:ext cx="2743200" cy="365125"/>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spTree>
    <p:extLst>
      <p:ext uri="{BB962C8B-B14F-4D97-AF65-F5344CB8AC3E}">
        <p14:creationId xmlns:p14="http://schemas.microsoft.com/office/powerpoint/2010/main" val="219338912"/>
      </p:ext>
    </p:extLst>
  </p:cSld>
  <p:clrMapOvr>
    <a:masterClrMapping/>
  </p:clrMapOvr>
</p:sld>
</file>

<file path=ppt/theme/theme1.xml><?xml version="1.0" encoding="utf-8"?>
<a:theme xmlns:a="http://schemas.openxmlformats.org/drawingml/2006/main" name="Cover Slides - Business/Marketing">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6ECD9A05-B13E-4324-B75B-08409513F687}"/>
    </a:ext>
  </a:extLst>
</a:theme>
</file>

<file path=ppt/theme/theme2.xml><?xml version="1.0" encoding="utf-8"?>
<a:theme xmlns:a="http://schemas.openxmlformats.org/drawingml/2006/main" name="Divider Slides">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6E6B1516-6D1C-4FBD-AF93-6EEE726A80B9}"/>
    </a:ext>
  </a:extLst>
</a:theme>
</file>

<file path=ppt/theme/theme3.xml><?xml version="1.0" encoding="utf-8"?>
<a:theme xmlns:a="http://schemas.openxmlformats.org/drawingml/2006/main" name="Blue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4.xml><?xml version="1.0" encoding="utf-8"?>
<a:theme xmlns:a="http://schemas.openxmlformats.org/drawingml/2006/main" name="Yellow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5.xml><?xml version="1.0" encoding="utf-8"?>
<a:theme xmlns:a="http://schemas.openxmlformats.org/drawingml/2006/main" name="Red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6.xml><?xml version="1.0" encoding="utf-8"?>
<a:theme xmlns:a="http://schemas.openxmlformats.org/drawingml/2006/main" name="Purple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7.xml><?xml version="1.0" encoding="utf-8"?>
<a:theme xmlns:a="http://schemas.openxmlformats.org/drawingml/2006/main" name="Orange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8.xml><?xml version="1.0" encoding="utf-8"?>
<a:theme xmlns:a="http://schemas.openxmlformats.org/drawingml/2006/main" name="Green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9.xml><?xml version="1.0" encoding="utf-8"?>
<a:theme xmlns:a="http://schemas.openxmlformats.org/drawingml/2006/main" name="B/W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C56BBB1E4FF9742A33FBD8267A09A09" ma:contentTypeVersion="20" ma:contentTypeDescription="Create a new document." ma:contentTypeScope="" ma:versionID="20b712914e31333b2350e8d9f89ed109">
  <xsd:schema xmlns:xsd="http://www.w3.org/2001/XMLSchema" xmlns:xs="http://www.w3.org/2001/XMLSchema" xmlns:p="http://schemas.microsoft.com/office/2006/metadata/properties" xmlns:ns2="4851bab5-d36a-4f24-a761-998180967d12" xmlns:ns3="52e7f57a-cc1d-4bce-9b60-d9dd785361c7" targetNamespace="http://schemas.microsoft.com/office/2006/metadata/properties" ma:root="true" ma:fieldsID="2b6d7960c137aa88f38dc03ba7d04627" ns2:_="" ns3:_="">
    <xsd:import namespace="4851bab5-d36a-4f24-a761-998180967d12"/>
    <xsd:import namespace="52e7f57a-cc1d-4bce-9b60-d9dd785361c7"/>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Locatio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3:TaxCatchAll" minOccurs="0"/>
                <xsd:element ref="ns2:lcf76f155ced4ddcb4097134ff3c332f" minOccurs="0"/>
                <xsd:element ref="ns2:MediaServiceObjectDetectorVersions" minOccurs="0"/>
                <xsd:element ref="ns2:MediaLengthInSecond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51bab5-d36a-4f24-a761-998180967d1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Location" ma:index="13" nillable="true" ma:displayName="Location" ma:internalName="MediaServiceLocatio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85f1f1f9-0179-4c93-b971-8e9741e045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LengthInSeconds" ma:index="24" nillable="true" ma:displayName="MediaLengthInSeconds" ma:hidden="true" ma:internalName="MediaLengthInSeconds" ma:readOnly="true">
      <xsd:simpleType>
        <xsd:restriction base="dms:Unknown"/>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2e7f57a-cc1d-4bce-9b60-d9dd785361c7"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3d87296d-c167-4d27-bd74-7208a540dcb7}" ma:internalName="TaxCatchAll" ma:showField="CatchAllData" ma:web="52e7f57a-cc1d-4bce-9b60-d9dd785361c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52e7f57a-cc1d-4bce-9b60-d9dd785361c7" xsi:nil="true"/>
    <lcf76f155ced4ddcb4097134ff3c332f xmlns="4851bab5-d36a-4f24-a761-998180967d12">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E0CF5967-01BD-40C1-B1E3-8E6CDE2BF890}">
  <ds:schemaRefs>
    <ds:schemaRef ds:uri="http://schemas.microsoft.com/sharepoint/v3/contenttype/forms"/>
  </ds:schemaRefs>
</ds:datastoreItem>
</file>

<file path=customXml/itemProps2.xml><?xml version="1.0" encoding="utf-8"?>
<ds:datastoreItem xmlns:ds="http://schemas.openxmlformats.org/officeDocument/2006/customXml" ds:itemID="{45EC4E0F-9D58-4792-B66B-076551BA2D5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51bab5-d36a-4f24-a761-998180967d12"/>
    <ds:schemaRef ds:uri="52e7f57a-cc1d-4bce-9b60-d9dd785361c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AC71F1D-A98C-43DF-A986-061295C23702}">
  <ds:schemaRefs>
    <ds:schemaRef ds:uri="http://purl.org/dc/terms/"/>
    <ds:schemaRef ds:uri="http://purl.org/dc/elements/1.1/"/>
    <ds:schemaRef ds:uri="http://schemas.microsoft.com/office/infopath/2007/PartnerControls"/>
    <ds:schemaRef ds:uri="http://schemas.microsoft.com/office/2006/metadata/properties"/>
    <ds:schemaRef ds:uri="52e7f57a-cc1d-4bce-9b60-d9dd785361c7"/>
    <ds:schemaRef ds:uri="http://schemas.microsoft.com/office/2006/documentManagement/types"/>
    <ds:schemaRef ds:uri="4851bab5-d36a-4f24-a761-998180967d12"/>
    <ds:schemaRef ds:uri="http://schemas.openxmlformats.org/package/2006/metadata/core-properti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QAPPTDeck_Jun2024_v1Main</Template>
  <TotalTime>20613</TotalTime>
  <Words>4913</Words>
  <Application>Microsoft Office PowerPoint</Application>
  <PresentationFormat>Widescreen</PresentationFormat>
  <Paragraphs>591</Paragraphs>
  <Slides>30</Slides>
  <Notes>30</Notes>
  <HiddenSlides>0</HiddenSlides>
  <MMClips>0</MMClips>
  <ScaleCrop>false</ScaleCrop>
  <HeadingPairs>
    <vt:vector size="6" baseType="variant">
      <vt:variant>
        <vt:lpstr>Fonts Used</vt:lpstr>
      </vt:variant>
      <vt:variant>
        <vt:i4>6</vt:i4>
      </vt:variant>
      <vt:variant>
        <vt:lpstr>Theme</vt:lpstr>
      </vt:variant>
      <vt:variant>
        <vt:i4>9</vt:i4>
      </vt:variant>
      <vt:variant>
        <vt:lpstr>Slide Titles</vt:lpstr>
      </vt:variant>
      <vt:variant>
        <vt:i4>30</vt:i4>
      </vt:variant>
    </vt:vector>
  </HeadingPairs>
  <TitlesOfParts>
    <vt:vector size="45" baseType="lpstr">
      <vt:lpstr>Aptos</vt:lpstr>
      <vt:lpstr>Arial</vt:lpstr>
      <vt:lpstr>Consolas</vt:lpstr>
      <vt:lpstr>Courier New</vt:lpstr>
      <vt:lpstr>Figtree</vt:lpstr>
      <vt:lpstr>Segoe UI</vt:lpstr>
      <vt:lpstr>Cover Slides - Business/Marketing</vt:lpstr>
      <vt:lpstr>Divider Slides</vt:lpstr>
      <vt:lpstr>Blue Module</vt:lpstr>
      <vt:lpstr>Yellow Module</vt:lpstr>
      <vt:lpstr>Red Module</vt:lpstr>
      <vt:lpstr>Purple Module</vt:lpstr>
      <vt:lpstr>Orange Module</vt:lpstr>
      <vt:lpstr>Green Module</vt:lpstr>
      <vt:lpstr>B/W Module</vt:lpstr>
      <vt:lpstr>Module 2: Linux Session</vt:lpstr>
      <vt:lpstr>Contents</vt:lpstr>
      <vt:lpstr>System access</vt:lpstr>
      <vt:lpstr>Gaining access to the system</vt:lpstr>
      <vt:lpstr>Login steps</vt:lpstr>
      <vt:lpstr>Virtual Text Consoles and Logins</vt:lpstr>
      <vt:lpstr>Types of Linux User Accounts</vt:lpstr>
      <vt:lpstr>Logging out</vt:lpstr>
      <vt:lpstr>What is a Shell?</vt:lpstr>
      <vt:lpstr>Evolution of the Unix/Linux Shells</vt:lpstr>
      <vt:lpstr>Common Linux and UNIX Shells</vt:lpstr>
      <vt:lpstr>The command line</vt:lpstr>
      <vt:lpstr>Entering commands</vt:lpstr>
      <vt:lpstr>Command Line Editing Keys</vt:lpstr>
      <vt:lpstr>How Linux Finds Commands</vt:lpstr>
      <vt:lpstr>Knowledge check</vt:lpstr>
      <vt:lpstr>Help</vt:lpstr>
      <vt:lpstr>Getting help</vt:lpstr>
      <vt:lpstr>Man – Manual Pages</vt:lpstr>
      <vt:lpstr>Understanding Man Pages</vt:lpstr>
      <vt:lpstr>Other sources of Help</vt:lpstr>
      <vt:lpstr>Useful Online Resources</vt:lpstr>
      <vt:lpstr>Practical exercise 2 – T1</vt:lpstr>
      <vt:lpstr>Fact finding commands</vt:lpstr>
      <vt:lpstr>Finding information about your system</vt:lpstr>
      <vt:lpstr>Viewing text files</vt:lpstr>
      <vt:lpstr>Searching Text and Counting File Contents</vt:lpstr>
      <vt:lpstr>Review questions</vt:lpstr>
      <vt:lpstr>Practical exercise 2 – T2 and T3</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a cover slide</dc:title>
  <dc:creator>Haynes, Amanda</dc:creator>
  <cp:lastModifiedBy>Cameron, Donald</cp:lastModifiedBy>
  <cp:revision>68</cp:revision>
  <dcterms:created xsi:type="dcterms:W3CDTF">2024-06-24T11:44:08Z</dcterms:created>
  <dcterms:modified xsi:type="dcterms:W3CDTF">2026-06-09T15:21:06Z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0x010100075BAD9D95F28D4EB8D45E8498D5AAA1</vt:lpwstr>
  </property>
  <property fmtid="{D5CDD505-2E9C-101B-9397-08002B2CF9AE}" pid="3" name="MediaServiceImageTags">
    <vt:lpwstr/>
  </property>
</Properties>
</file>