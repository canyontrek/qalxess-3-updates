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6.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809" r:id="rId5"/>
    <p:sldMasterId id="2147483874" r:id="rId6"/>
    <p:sldMasterId id="2147483885" r:id="rId7"/>
    <p:sldMasterId id="2147483897" r:id="rId8"/>
    <p:sldMasterId id="2147483908" r:id="rId9"/>
    <p:sldMasterId id="2147483930" r:id="rId10"/>
  </p:sldMasterIdLst>
  <p:notesMasterIdLst>
    <p:notesMasterId r:id="rId51"/>
  </p:notesMasterIdLst>
  <p:sldIdLst>
    <p:sldId id="1220" r:id="rId11"/>
    <p:sldId id="1221" r:id="rId12"/>
    <p:sldId id="1222" r:id="rId13"/>
    <p:sldId id="1223" r:id="rId14"/>
    <p:sldId id="1224" r:id="rId15"/>
    <p:sldId id="1225" r:id="rId16"/>
    <p:sldId id="1226" r:id="rId17"/>
    <p:sldId id="1227" r:id="rId18"/>
    <p:sldId id="1228" r:id="rId19"/>
    <p:sldId id="1229" r:id="rId20"/>
    <p:sldId id="1230" r:id="rId21"/>
    <p:sldId id="1231" r:id="rId22"/>
    <p:sldId id="1232" r:id="rId23"/>
    <p:sldId id="1233" r:id="rId24"/>
    <p:sldId id="1234" r:id="rId25"/>
    <p:sldId id="1235" r:id="rId26"/>
    <p:sldId id="1636" r:id="rId27"/>
    <p:sldId id="1236" r:id="rId28"/>
    <p:sldId id="728" r:id="rId29"/>
    <p:sldId id="1237" r:id="rId30"/>
    <p:sldId id="1238" r:id="rId31"/>
    <p:sldId id="725" r:id="rId32"/>
    <p:sldId id="1239" r:id="rId33"/>
    <p:sldId id="1240" r:id="rId34"/>
    <p:sldId id="324" r:id="rId35"/>
    <p:sldId id="1241" r:id="rId36"/>
    <p:sldId id="1637" r:id="rId37"/>
    <p:sldId id="1634" r:id="rId38"/>
    <p:sldId id="1243" r:id="rId39"/>
    <p:sldId id="1244" r:id="rId40"/>
    <p:sldId id="1245" r:id="rId41"/>
    <p:sldId id="727" r:id="rId42"/>
    <p:sldId id="1246" r:id="rId43"/>
    <p:sldId id="1247" r:id="rId44"/>
    <p:sldId id="1248" r:id="rId45"/>
    <p:sldId id="1638" r:id="rId46"/>
    <p:sldId id="1249" r:id="rId47"/>
    <p:sldId id="1635" r:id="rId48"/>
    <p:sldId id="1251" r:id="rId49"/>
    <p:sldId id="1639"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ection>
        <p14:section name="Introduction" id="{D71C3838-11FC-3F44-90EC-9E7C8FE30A48}">
          <p14:sldIdLst/>
        </p14:section>
        <p14:section name="Content Slides" id="{05C53EB9-C633-4D6D-B3BC-F573E1DB951E}">
          <p14:sldIdLst>
            <p14:sldId id="1220"/>
            <p14:sldId id="1221"/>
            <p14:sldId id="1222"/>
            <p14:sldId id="1223"/>
            <p14:sldId id="1224"/>
            <p14:sldId id="1225"/>
            <p14:sldId id="1226"/>
            <p14:sldId id="1227"/>
            <p14:sldId id="1228"/>
            <p14:sldId id="1229"/>
            <p14:sldId id="1230"/>
            <p14:sldId id="1231"/>
            <p14:sldId id="1232"/>
            <p14:sldId id="1233"/>
            <p14:sldId id="1234"/>
            <p14:sldId id="1235"/>
            <p14:sldId id="1636"/>
            <p14:sldId id="1236"/>
            <p14:sldId id="728"/>
            <p14:sldId id="1237"/>
            <p14:sldId id="1238"/>
            <p14:sldId id="725"/>
            <p14:sldId id="1239"/>
            <p14:sldId id="1240"/>
            <p14:sldId id="324"/>
            <p14:sldId id="1241"/>
            <p14:sldId id="1637"/>
            <p14:sldId id="1634"/>
            <p14:sldId id="1243"/>
            <p14:sldId id="1244"/>
            <p14:sldId id="1245"/>
            <p14:sldId id="727"/>
            <p14:sldId id="1246"/>
            <p14:sldId id="1247"/>
            <p14:sldId id="1248"/>
            <p14:sldId id="1638"/>
            <p14:sldId id="1249"/>
            <p14:sldId id="1635"/>
            <p14:sldId id="1251"/>
            <p14:sldId id="163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65"/>
    <p:restoredTop sz="96163" autoAdjust="0"/>
  </p:normalViewPr>
  <p:slideViewPr>
    <p:cSldViewPr snapToGrid="0">
      <p:cViewPr>
        <p:scale>
          <a:sx n="100" d="100"/>
          <a:sy n="100" d="100"/>
        </p:scale>
        <p:origin x="-75" y="-1810"/>
      </p:cViewPr>
      <p:guideLst/>
    </p:cSldViewPr>
  </p:slideViewPr>
  <p:outlineViewPr>
    <p:cViewPr>
      <p:scale>
        <a:sx n="33" d="100"/>
        <a:sy n="33" d="100"/>
      </p:scale>
      <p:origin x="0" y="-15912"/>
    </p:cViewPr>
  </p:outlineViewPr>
  <p:notesTextViewPr>
    <p:cViewPr>
      <p:scale>
        <a:sx n="1" d="1"/>
        <a:sy n="1" d="1"/>
      </p:scale>
      <p:origin x="0" y="0"/>
    </p:cViewPr>
  </p:notesTextViewPr>
  <p:notesViewPr>
    <p:cSldViewPr snapToGrid="0">
      <p:cViewPr>
        <p:scale>
          <a:sx n="90" d="100"/>
          <a:sy n="90" d="100"/>
        </p:scale>
        <p:origin x="1808" y="-16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slide" Target="slides/slide40.xml"/><Relationship Id="rId55"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viewProps" Target="viewProps.xml"/><Relationship Id="rId5" Type="http://schemas.openxmlformats.org/officeDocument/2006/relationships/slideMaster" Target="slideMasters/slideMaster2.xml"/><Relationship Id="rId19" Type="http://schemas.openxmlformats.org/officeDocument/2006/relationships/slide" Target="slides/slide9.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microsoft.com/office/2018/10/relationships/authors" Target="authors.xml"/><Relationship Id="rId10" Type="http://schemas.openxmlformats.org/officeDocument/2006/relationships/slideMaster" Target="slideMasters/slideMaster7.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1CA97419-2A66-4ABB-A9A6-B50B88346909}"/>
    <pc:docChg chg="undo redo custSel modSld delMainMaster">
      <pc:chgData name="Feist, Ella" userId="992bbaf2-811d-42cb-a4d6-e7fc45e325e8" providerId="ADAL" clId="{1CA97419-2A66-4ABB-A9A6-B50B88346909}" dt="2025-05-28T08:20:39.168" v="376" actId="2"/>
      <pc:docMkLst>
        <pc:docMk/>
      </pc:docMkLst>
      <pc:sldChg chg="delSp modSp mod">
        <pc:chgData name="Feist, Ella" userId="992bbaf2-811d-42cb-a4d6-e7fc45e325e8" providerId="ADAL" clId="{1CA97419-2A66-4ABB-A9A6-B50B88346909}" dt="2025-05-28T08:20:26.029" v="375" actId="790"/>
        <pc:sldMkLst>
          <pc:docMk/>
          <pc:sldMk cId="3955786310" sldId="324"/>
        </pc:sldMkLst>
        <pc:spChg chg="mod">
          <ac:chgData name="Feist, Ella" userId="992bbaf2-811d-42cb-a4d6-e7fc45e325e8" providerId="ADAL" clId="{1CA97419-2A66-4ABB-A9A6-B50B88346909}" dt="2025-05-28T08:20:26.029" v="375" actId="790"/>
          <ac:spMkLst>
            <pc:docMk/>
            <pc:sldMk cId="3955786310" sldId="324"/>
            <ac:spMk id="429060" creationId="{00000000-0000-0000-0000-000000000000}"/>
          </ac:spMkLst>
        </pc:spChg>
        <pc:graphicFrameChg chg="modGraphic">
          <ac:chgData name="Feist, Ella" userId="992bbaf2-811d-42cb-a4d6-e7fc45e325e8" providerId="ADAL" clId="{1CA97419-2A66-4ABB-A9A6-B50B88346909}" dt="2025-05-28T08:20:26.029" v="375" actId="790"/>
          <ac:graphicFrameMkLst>
            <pc:docMk/>
            <pc:sldMk cId="3955786310" sldId="324"/>
            <ac:graphicFrameMk id="2" creationId="{F08BA3BF-DC4D-7EB5-9B3C-C9CC24C37165}"/>
          </ac:graphicFrameMkLst>
        </pc:graphicFrameChg>
      </pc:sldChg>
      <pc:sldChg chg="modSp mod">
        <pc:chgData name="Feist, Ella" userId="992bbaf2-811d-42cb-a4d6-e7fc45e325e8" providerId="ADAL" clId="{1CA97419-2A66-4ABB-A9A6-B50B88346909}" dt="2025-05-28T08:20:26.029" v="375" actId="790"/>
        <pc:sldMkLst>
          <pc:docMk/>
          <pc:sldMk cId="99868203" sldId="725"/>
        </pc:sldMkLst>
        <pc:spChg chg="mod">
          <ac:chgData name="Feist, Ella" userId="992bbaf2-811d-42cb-a4d6-e7fc45e325e8" providerId="ADAL" clId="{1CA97419-2A66-4ABB-A9A6-B50B88346909}" dt="2025-05-28T08:20:26.029" v="375" actId="790"/>
          <ac:spMkLst>
            <pc:docMk/>
            <pc:sldMk cId="99868203" sldId="725"/>
            <ac:spMk id="2" creationId="{A9A6FF77-D641-4417-92E7-11CC6238BF20}"/>
          </ac:spMkLst>
        </pc:spChg>
        <pc:spChg chg="mod">
          <ac:chgData name="Feist, Ella" userId="992bbaf2-811d-42cb-a4d6-e7fc45e325e8" providerId="ADAL" clId="{1CA97419-2A66-4ABB-A9A6-B50B88346909}" dt="2025-05-28T08:20:26.029" v="375" actId="790"/>
          <ac:spMkLst>
            <pc:docMk/>
            <pc:sldMk cId="99868203" sldId="725"/>
            <ac:spMk id="3" creationId="{2A4AA05C-EEB3-F5CD-3631-79224368A7D5}"/>
          </ac:spMkLst>
        </pc:spChg>
        <pc:spChg chg="mod">
          <ac:chgData name="Feist, Ella" userId="992bbaf2-811d-42cb-a4d6-e7fc45e325e8" providerId="ADAL" clId="{1CA97419-2A66-4ABB-A9A6-B50B88346909}" dt="2025-05-28T08:20:26.029" v="375" actId="790"/>
          <ac:spMkLst>
            <pc:docMk/>
            <pc:sldMk cId="99868203" sldId="725"/>
            <ac:spMk id="5" creationId="{91A8ED3D-B755-43C9-BCB1-DCF495C0C9DB}"/>
          </ac:spMkLst>
        </pc:spChg>
        <pc:spChg chg="mod">
          <ac:chgData name="Feist, Ella" userId="992bbaf2-811d-42cb-a4d6-e7fc45e325e8" providerId="ADAL" clId="{1CA97419-2A66-4ABB-A9A6-B50B88346909}" dt="2025-05-28T08:20:26.029" v="375" actId="790"/>
          <ac:spMkLst>
            <pc:docMk/>
            <pc:sldMk cId="99868203" sldId="725"/>
            <ac:spMk id="11" creationId="{1A024438-FC1B-F197-8C51-D8EE9E1DE430}"/>
          </ac:spMkLst>
        </pc:spChg>
      </pc:sldChg>
      <pc:sldChg chg="modSp mod">
        <pc:chgData name="Feist, Ella" userId="992bbaf2-811d-42cb-a4d6-e7fc45e325e8" providerId="ADAL" clId="{1CA97419-2A66-4ABB-A9A6-B50B88346909}" dt="2025-05-28T08:20:26.029" v="375" actId="790"/>
        <pc:sldMkLst>
          <pc:docMk/>
          <pc:sldMk cId="2976485968" sldId="727"/>
        </pc:sldMkLst>
        <pc:spChg chg="mod">
          <ac:chgData name="Feist, Ella" userId="992bbaf2-811d-42cb-a4d6-e7fc45e325e8" providerId="ADAL" clId="{1CA97419-2A66-4ABB-A9A6-B50B88346909}" dt="2025-05-28T08:20:26.029" v="375" actId="790"/>
          <ac:spMkLst>
            <pc:docMk/>
            <pc:sldMk cId="2976485968" sldId="727"/>
            <ac:spMk id="2" creationId="{A9A6FF77-D641-4417-92E7-11CC6238BF20}"/>
          </ac:spMkLst>
        </pc:spChg>
        <pc:spChg chg="mod">
          <ac:chgData name="Feist, Ella" userId="992bbaf2-811d-42cb-a4d6-e7fc45e325e8" providerId="ADAL" clId="{1CA97419-2A66-4ABB-A9A6-B50B88346909}" dt="2025-05-28T08:20:26.029" v="375" actId="790"/>
          <ac:spMkLst>
            <pc:docMk/>
            <pc:sldMk cId="2976485968" sldId="727"/>
            <ac:spMk id="5" creationId="{91A8ED3D-B755-43C9-BCB1-DCF495C0C9DB}"/>
          </ac:spMkLst>
        </pc:spChg>
        <pc:spChg chg="mod">
          <ac:chgData name="Feist, Ella" userId="992bbaf2-811d-42cb-a4d6-e7fc45e325e8" providerId="ADAL" clId="{1CA97419-2A66-4ABB-A9A6-B50B88346909}" dt="2025-05-28T08:20:26.029" v="375" actId="790"/>
          <ac:spMkLst>
            <pc:docMk/>
            <pc:sldMk cId="2976485968" sldId="727"/>
            <ac:spMk id="6" creationId="{E976E657-D2F2-A8CD-C179-E94585392272}"/>
          </ac:spMkLst>
        </pc:spChg>
        <pc:graphicFrameChg chg="mod modGraphic">
          <ac:chgData name="Feist, Ella" userId="992bbaf2-811d-42cb-a4d6-e7fc45e325e8" providerId="ADAL" clId="{1CA97419-2A66-4ABB-A9A6-B50B88346909}" dt="2025-05-28T08:20:26.029" v="375" actId="790"/>
          <ac:graphicFrameMkLst>
            <pc:docMk/>
            <pc:sldMk cId="2976485968" sldId="727"/>
            <ac:graphicFrameMk id="3" creationId="{53604DC8-012F-B694-8267-E14BBFB09DBF}"/>
          </ac:graphicFrameMkLst>
        </pc:graphicFrameChg>
      </pc:sldChg>
      <pc:sldChg chg="modSp mod">
        <pc:chgData name="Feist, Ella" userId="992bbaf2-811d-42cb-a4d6-e7fc45e325e8" providerId="ADAL" clId="{1CA97419-2A66-4ABB-A9A6-B50B88346909}" dt="2025-05-28T08:20:26.029" v="375" actId="790"/>
        <pc:sldMkLst>
          <pc:docMk/>
          <pc:sldMk cId="3419610912" sldId="728"/>
        </pc:sldMkLst>
        <pc:spChg chg="mod">
          <ac:chgData name="Feist, Ella" userId="992bbaf2-811d-42cb-a4d6-e7fc45e325e8" providerId="ADAL" clId="{1CA97419-2A66-4ABB-A9A6-B50B88346909}" dt="2025-05-28T08:20:26.029" v="375" actId="790"/>
          <ac:spMkLst>
            <pc:docMk/>
            <pc:sldMk cId="3419610912" sldId="728"/>
            <ac:spMk id="2" creationId="{A9A6FF77-D641-4417-92E7-11CC6238BF20}"/>
          </ac:spMkLst>
        </pc:spChg>
        <pc:spChg chg="mod">
          <ac:chgData name="Feist, Ella" userId="992bbaf2-811d-42cb-a4d6-e7fc45e325e8" providerId="ADAL" clId="{1CA97419-2A66-4ABB-A9A6-B50B88346909}" dt="2025-05-28T08:20:26.029" v="375" actId="790"/>
          <ac:spMkLst>
            <pc:docMk/>
            <pc:sldMk cId="3419610912" sldId="728"/>
            <ac:spMk id="3" creationId="{C6C42292-D8B8-10CC-0BBB-0713C77DAEF8}"/>
          </ac:spMkLst>
        </pc:spChg>
        <pc:spChg chg="mod">
          <ac:chgData name="Feist, Ella" userId="992bbaf2-811d-42cb-a4d6-e7fc45e325e8" providerId="ADAL" clId="{1CA97419-2A66-4ABB-A9A6-B50B88346909}" dt="2025-05-28T08:20:26.029" v="375" actId="790"/>
          <ac:spMkLst>
            <pc:docMk/>
            <pc:sldMk cId="3419610912" sldId="728"/>
            <ac:spMk id="5" creationId="{91A8ED3D-B755-43C9-BCB1-DCF495C0C9DB}"/>
          </ac:spMkLst>
        </pc:spChg>
        <pc:spChg chg="mod">
          <ac:chgData name="Feist, Ella" userId="992bbaf2-811d-42cb-a4d6-e7fc45e325e8" providerId="ADAL" clId="{1CA97419-2A66-4ABB-A9A6-B50B88346909}" dt="2025-05-28T08:20:26.029" v="375" actId="790"/>
          <ac:spMkLst>
            <pc:docMk/>
            <pc:sldMk cId="3419610912" sldId="728"/>
            <ac:spMk id="7" creationId="{CF4F9CDB-FBBB-8DED-4995-E86B75AA0290}"/>
          </ac:spMkLst>
        </pc:spChg>
      </pc:sldChg>
      <pc:sldChg chg="modSp mod modClrScheme chgLayout">
        <pc:chgData name="Feist, Ella" userId="992bbaf2-811d-42cb-a4d6-e7fc45e325e8" providerId="ADAL" clId="{1CA97419-2A66-4ABB-A9A6-B50B88346909}" dt="2025-05-28T08:20:26.029" v="375" actId="790"/>
        <pc:sldMkLst>
          <pc:docMk/>
          <pc:sldMk cId="2094328400" sldId="1220"/>
        </pc:sldMkLst>
        <pc:spChg chg="mod ord">
          <ac:chgData name="Feist, Ella" userId="992bbaf2-811d-42cb-a4d6-e7fc45e325e8" providerId="ADAL" clId="{1CA97419-2A66-4ABB-A9A6-B50B88346909}" dt="2025-05-28T08:20:26.029" v="375" actId="790"/>
          <ac:spMkLst>
            <pc:docMk/>
            <pc:sldMk cId="2094328400" sldId="1220"/>
            <ac:spMk id="4" creationId="{441B5810-8C67-B742-B639-848419728702}"/>
          </ac:spMkLst>
        </pc:spChg>
        <pc:spChg chg="mod ord">
          <ac:chgData name="Feist, Ella" userId="992bbaf2-811d-42cb-a4d6-e7fc45e325e8" providerId="ADAL" clId="{1CA97419-2A66-4ABB-A9A6-B50B88346909}" dt="2025-05-28T08:20:26.029" v="375" actId="790"/>
          <ac:spMkLst>
            <pc:docMk/>
            <pc:sldMk cId="2094328400" sldId="1220"/>
            <ac:spMk id="5" creationId="{8CBCB393-8086-8BAC-8BF8-7FE3AA92F23C}"/>
          </ac:spMkLst>
        </pc:spChg>
        <pc:graphicFrameChg chg="mod modGraphic">
          <ac:chgData name="Feist, Ella" userId="992bbaf2-811d-42cb-a4d6-e7fc45e325e8" providerId="ADAL" clId="{1CA97419-2A66-4ABB-A9A6-B50B88346909}" dt="2025-05-28T08:20:26.029" v="375" actId="790"/>
          <ac:graphicFrameMkLst>
            <pc:docMk/>
            <pc:sldMk cId="2094328400" sldId="1220"/>
            <ac:graphicFrameMk id="6" creationId="{A7A9D250-0438-BDDB-F869-70A8FFD12F6C}"/>
          </ac:graphicFrameMkLst>
        </pc:graphicFrameChg>
      </pc:sldChg>
      <pc:sldChg chg="modSp mod">
        <pc:chgData name="Feist, Ella" userId="992bbaf2-811d-42cb-a4d6-e7fc45e325e8" providerId="ADAL" clId="{1CA97419-2A66-4ABB-A9A6-B50B88346909}" dt="2025-05-28T08:20:26.029" v="375" actId="790"/>
        <pc:sldMkLst>
          <pc:docMk/>
          <pc:sldMk cId="548710506" sldId="1221"/>
        </pc:sldMkLst>
        <pc:spChg chg="mod">
          <ac:chgData name="Feist, Ella" userId="992bbaf2-811d-42cb-a4d6-e7fc45e325e8" providerId="ADAL" clId="{1CA97419-2A66-4ABB-A9A6-B50B88346909}" dt="2025-05-28T08:20:26.029" v="375" actId="790"/>
          <ac:spMkLst>
            <pc:docMk/>
            <pc:sldMk cId="548710506" sldId="1221"/>
            <ac:spMk id="4" creationId="{00000000-0000-0000-0000-000000000000}"/>
          </ac:spMkLst>
        </pc:spChg>
        <pc:spChg chg="mod">
          <ac:chgData name="Feist, Ella" userId="992bbaf2-811d-42cb-a4d6-e7fc45e325e8" providerId="ADAL" clId="{1CA97419-2A66-4ABB-A9A6-B50B88346909}" dt="2025-05-28T08:20:26.029" v="375" actId="790"/>
          <ac:spMkLst>
            <pc:docMk/>
            <pc:sldMk cId="548710506" sldId="1221"/>
            <ac:spMk id="6" creationId="{00000000-0000-0000-0000-000000000000}"/>
          </ac:spMkLst>
        </pc:spChg>
      </pc:sldChg>
      <pc:sldChg chg="modSp mod modNotesTx">
        <pc:chgData name="Feist, Ella" userId="992bbaf2-811d-42cb-a4d6-e7fc45e325e8" providerId="ADAL" clId="{1CA97419-2A66-4ABB-A9A6-B50B88346909}" dt="2025-05-28T08:20:26.029" v="375" actId="790"/>
        <pc:sldMkLst>
          <pc:docMk/>
          <pc:sldMk cId="1214885177" sldId="1222"/>
        </pc:sldMkLst>
        <pc:spChg chg="mod">
          <ac:chgData name="Feist, Ella" userId="992bbaf2-811d-42cb-a4d6-e7fc45e325e8" providerId="ADAL" clId="{1CA97419-2A66-4ABB-A9A6-B50B88346909}" dt="2025-05-28T08:20:26.029" v="375" actId="790"/>
          <ac:spMkLst>
            <pc:docMk/>
            <pc:sldMk cId="1214885177" sldId="1222"/>
            <ac:spMk id="2" creationId="{A9A6FF77-D641-4417-92E7-11CC6238BF20}"/>
          </ac:spMkLst>
        </pc:spChg>
        <pc:spChg chg="mod">
          <ac:chgData name="Feist, Ella" userId="992bbaf2-811d-42cb-a4d6-e7fc45e325e8" providerId="ADAL" clId="{1CA97419-2A66-4ABB-A9A6-B50B88346909}" dt="2025-05-28T08:20:26.029" v="375" actId="790"/>
          <ac:spMkLst>
            <pc:docMk/>
            <pc:sldMk cId="1214885177" sldId="1222"/>
            <ac:spMk id="3" creationId="{9143CE4D-BE38-A849-99AD-1BE249B6B5D3}"/>
          </ac:spMkLst>
        </pc:spChg>
        <pc:spChg chg="mod">
          <ac:chgData name="Feist, Ella" userId="992bbaf2-811d-42cb-a4d6-e7fc45e325e8" providerId="ADAL" clId="{1CA97419-2A66-4ABB-A9A6-B50B88346909}" dt="2025-05-28T08:20:26.029" v="375" actId="790"/>
          <ac:spMkLst>
            <pc:docMk/>
            <pc:sldMk cId="1214885177" sldId="1222"/>
            <ac:spMk id="5" creationId="{91A8ED3D-B755-43C9-BCB1-DCF495C0C9DB}"/>
          </ac:spMkLst>
        </pc:spChg>
      </pc:sldChg>
      <pc:sldChg chg="addSp delSp modSp mod modClrScheme chgLayout">
        <pc:chgData name="Feist, Ella" userId="992bbaf2-811d-42cb-a4d6-e7fc45e325e8" providerId="ADAL" clId="{1CA97419-2A66-4ABB-A9A6-B50B88346909}" dt="2025-05-28T08:20:26.029" v="375" actId="790"/>
        <pc:sldMkLst>
          <pc:docMk/>
          <pc:sldMk cId="2175079608" sldId="1223"/>
        </pc:sldMkLst>
        <pc:spChg chg="add mod ord">
          <ac:chgData name="Feist, Ella" userId="992bbaf2-811d-42cb-a4d6-e7fc45e325e8" providerId="ADAL" clId="{1CA97419-2A66-4ABB-A9A6-B50B88346909}" dt="2025-05-28T08:20:26.029" v="375" actId="790"/>
          <ac:spMkLst>
            <pc:docMk/>
            <pc:sldMk cId="2175079608" sldId="1223"/>
            <ac:spMk id="3" creationId="{E6474704-E9AC-F7A6-E7CF-8D1EBEC5EF58}"/>
          </ac:spMkLst>
        </pc:spChg>
        <pc:spChg chg="mod ord">
          <ac:chgData name="Feist, Ella" userId="992bbaf2-811d-42cb-a4d6-e7fc45e325e8" providerId="ADAL" clId="{1CA97419-2A66-4ABB-A9A6-B50B88346909}" dt="2025-05-28T08:20:26.029" v="375" actId="790"/>
          <ac:spMkLst>
            <pc:docMk/>
            <pc:sldMk cId="2175079608" sldId="1223"/>
            <ac:spMk id="4" creationId="{9ED32BBC-8A3B-5FB1-DB0F-B65F461BDA2D}"/>
          </ac:spMkLst>
        </pc:spChg>
      </pc:sldChg>
      <pc:sldChg chg="modSp mod modClrScheme chgLayout">
        <pc:chgData name="Feist, Ella" userId="992bbaf2-811d-42cb-a4d6-e7fc45e325e8" providerId="ADAL" clId="{1CA97419-2A66-4ABB-A9A6-B50B88346909}" dt="2025-05-28T08:20:26.029" v="375" actId="790"/>
        <pc:sldMkLst>
          <pc:docMk/>
          <pc:sldMk cId="2244892050" sldId="1224"/>
        </pc:sldMkLst>
        <pc:spChg chg="mod ord">
          <ac:chgData name="Feist, Ella" userId="992bbaf2-811d-42cb-a4d6-e7fc45e325e8" providerId="ADAL" clId="{1CA97419-2A66-4ABB-A9A6-B50B88346909}" dt="2025-05-28T08:20:26.029" v="375" actId="790"/>
          <ac:spMkLst>
            <pc:docMk/>
            <pc:sldMk cId="2244892050" sldId="1224"/>
            <ac:spMk id="2" creationId="{A9A6FF77-D641-4417-92E7-11CC6238BF20}"/>
          </ac:spMkLst>
        </pc:spChg>
        <pc:spChg chg="mod ord">
          <ac:chgData name="Feist, Ella" userId="992bbaf2-811d-42cb-a4d6-e7fc45e325e8" providerId="ADAL" clId="{1CA97419-2A66-4ABB-A9A6-B50B88346909}" dt="2025-05-28T08:20:26.029" v="375" actId="790"/>
          <ac:spMkLst>
            <pc:docMk/>
            <pc:sldMk cId="2244892050" sldId="1224"/>
            <ac:spMk id="3" creationId="{572179E5-D428-BFD4-9138-4C041BAC9AEE}"/>
          </ac:spMkLst>
        </pc:spChg>
        <pc:spChg chg="mod ord">
          <ac:chgData name="Feist, Ella" userId="992bbaf2-811d-42cb-a4d6-e7fc45e325e8" providerId="ADAL" clId="{1CA97419-2A66-4ABB-A9A6-B50B88346909}" dt="2025-05-28T08:20:26.029" v="375" actId="790"/>
          <ac:spMkLst>
            <pc:docMk/>
            <pc:sldMk cId="2244892050" sldId="1224"/>
            <ac:spMk id="5" creationId="{91A8ED3D-B755-43C9-BCB1-DCF495C0C9DB}"/>
          </ac:spMkLst>
        </pc:spChg>
        <pc:picChg chg="mod">
          <ac:chgData name="Feist, Ella" userId="992bbaf2-811d-42cb-a4d6-e7fc45e325e8" providerId="ADAL" clId="{1CA97419-2A66-4ABB-A9A6-B50B88346909}" dt="2025-05-28T08:01:16.445" v="44" actId="1076"/>
          <ac:picMkLst>
            <pc:docMk/>
            <pc:sldMk cId="2244892050" sldId="1224"/>
            <ac:picMk id="9" creationId="{395DDEF4-0AA1-82D3-D235-72272AB859A2}"/>
          </ac:picMkLst>
        </pc:picChg>
      </pc:sldChg>
      <pc:sldChg chg="modSp mod">
        <pc:chgData name="Feist, Ella" userId="992bbaf2-811d-42cb-a4d6-e7fc45e325e8" providerId="ADAL" clId="{1CA97419-2A66-4ABB-A9A6-B50B88346909}" dt="2025-05-28T08:20:26.029" v="375" actId="790"/>
        <pc:sldMkLst>
          <pc:docMk/>
          <pc:sldMk cId="3602589547" sldId="1225"/>
        </pc:sldMkLst>
        <pc:spChg chg="mod">
          <ac:chgData name="Feist, Ella" userId="992bbaf2-811d-42cb-a4d6-e7fc45e325e8" providerId="ADAL" clId="{1CA97419-2A66-4ABB-A9A6-B50B88346909}" dt="2025-05-28T08:20:26.029" v="375" actId="790"/>
          <ac:spMkLst>
            <pc:docMk/>
            <pc:sldMk cId="3602589547" sldId="1225"/>
            <ac:spMk id="2" creationId="{C5F9DAA6-4973-F0DC-09A1-3B02E8992C2C}"/>
          </ac:spMkLst>
        </pc:spChg>
        <pc:spChg chg="mod">
          <ac:chgData name="Feist, Ella" userId="992bbaf2-811d-42cb-a4d6-e7fc45e325e8" providerId="ADAL" clId="{1CA97419-2A66-4ABB-A9A6-B50B88346909}" dt="2025-05-28T08:20:26.029" v="375" actId="790"/>
          <ac:spMkLst>
            <pc:docMk/>
            <pc:sldMk cId="3602589547" sldId="1225"/>
            <ac:spMk id="4" creationId="{9ED32BBC-8A3B-5FB1-DB0F-B65F461BDA2D}"/>
          </ac:spMkLst>
        </pc:spChg>
      </pc:sldChg>
      <pc:sldChg chg="modSp mod modNotesTx">
        <pc:chgData name="Feist, Ella" userId="992bbaf2-811d-42cb-a4d6-e7fc45e325e8" providerId="ADAL" clId="{1CA97419-2A66-4ABB-A9A6-B50B88346909}" dt="2025-05-28T08:20:26.029" v="375" actId="790"/>
        <pc:sldMkLst>
          <pc:docMk/>
          <pc:sldMk cId="1415435890" sldId="1226"/>
        </pc:sldMkLst>
        <pc:spChg chg="mod">
          <ac:chgData name="Feist, Ella" userId="992bbaf2-811d-42cb-a4d6-e7fc45e325e8" providerId="ADAL" clId="{1CA97419-2A66-4ABB-A9A6-B50B88346909}" dt="2025-05-28T08:20:26.029" v="375" actId="790"/>
          <ac:spMkLst>
            <pc:docMk/>
            <pc:sldMk cId="1415435890" sldId="1226"/>
            <ac:spMk id="2" creationId="{A9A6FF77-D641-4417-92E7-11CC6238BF20}"/>
          </ac:spMkLst>
        </pc:spChg>
        <pc:spChg chg="mod">
          <ac:chgData name="Feist, Ella" userId="992bbaf2-811d-42cb-a4d6-e7fc45e325e8" providerId="ADAL" clId="{1CA97419-2A66-4ABB-A9A6-B50B88346909}" dt="2025-05-28T08:20:26.029" v="375" actId="790"/>
          <ac:spMkLst>
            <pc:docMk/>
            <pc:sldMk cId="1415435890" sldId="1226"/>
            <ac:spMk id="4" creationId="{2B6EE415-786F-01CA-218A-394C7EDE3564}"/>
          </ac:spMkLst>
        </pc:spChg>
        <pc:spChg chg="mod">
          <ac:chgData name="Feist, Ella" userId="992bbaf2-811d-42cb-a4d6-e7fc45e325e8" providerId="ADAL" clId="{1CA97419-2A66-4ABB-A9A6-B50B88346909}" dt="2025-05-28T08:20:26.029" v="375" actId="790"/>
          <ac:spMkLst>
            <pc:docMk/>
            <pc:sldMk cId="1415435890" sldId="1226"/>
            <ac:spMk id="5" creationId="{91A8ED3D-B755-43C9-BCB1-DCF495C0C9DB}"/>
          </ac:spMkLst>
        </pc:spChg>
        <pc:graphicFrameChg chg="mod modGraphic">
          <ac:chgData name="Feist, Ella" userId="992bbaf2-811d-42cb-a4d6-e7fc45e325e8" providerId="ADAL" clId="{1CA97419-2A66-4ABB-A9A6-B50B88346909}" dt="2025-05-28T08:20:26.029" v="375" actId="790"/>
          <ac:graphicFrameMkLst>
            <pc:docMk/>
            <pc:sldMk cId="1415435890" sldId="1226"/>
            <ac:graphicFrameMk id="6" creationId="{F2591C18-EDE3-8C60-5195-3C61A4A64026}"/>
          </ac:graphicFrameMkLst>
        </pc:graphicFrameChg>
      </pc:sldChg>
      <pc:sldChg chg="modSp mod">
        <pc:chgData name="Feist, Ella" userId="992bbaf2-811d-42cb-a4d6-e7fc45e325e8" providerId="ADAL" clId="{1CA97419-2A66-4ABB-A9A6-B50B88346909}" dt="2025-05-28T08:20:26.029" v="375" actId="790"/>
        <pc:sldMkLst>
          <pc:docMk/>
          <pc:sldMk cId="2412630130" sldId="1227"/>
        </pc:sldMkLst>
        <pc:spChg chg="mod">
          <ac:chgData name="Feist, Ella" userId="992bbaf2-811d-42cb-a4d6-e7fc45e325e8" providerId="ADAL" clId="{1CA97419-2A66-4ABB-A9A6-B50B88346909}" dt="2025-05-28T08:20:26.029" v="375" actId="790"/>
          <ac:spMkLst>
            <pc:docMk/>
            <pc:sldMk cId="2412630130" sldId="1227"/>
            <ac:spMk id="2" creationId="{A9A6FF77-D641-4417-92E7-11CC6238BF20}"/>
          </ac:spMkLst>
        </pc:spChg>
        <pc:spChg chg="mod">
          <ac:chgData name="Feist, Ella" userId="992bbaf2-811d-42cb-a4d6-e7fc45e325e8" providerId="ADAL" clId="{1CA97419-2A66-4ABB-A9A6-B50B88346909}" dt="2025-05-28T08:20:26.029" v="375" actId="790"/>
          <ac:spMkLst>
            <pc:docMk/>
            <pc:sldMk cId="2412630130" sldId="1227"/>
            <ac:spMk id="3" creationId="{04604675-897F-5AF1-6608-89D7C5851835}"/>
          </ac:spMkLst>
        </pc:spChg>
        <pc:spChg chg="mod">
          <ac:chgData name="Feist, Ella" userId="992bbaf2-811d-42cb-a4d6-e7fc45e325e8" providerId="ADAL" clId="{1CA97419-2A66-4ABB-A9A6-B50B88346909}" dt="2025-05-28T08:20:26.029" v="375" actId="790"/>
          <ac:spMkLst>
            <pc:docMk/>
            <pc:sldMk cId="2412630130" sldId="1227"/>
            <ac:spMk id="5" creationId="{91A8ED3D-B755-43C9-BCB1-DCF495C0C9DB}"/>
          </ac:spMkLst>
        </pc:spChg>
        <pc:spChg chg="mod">
          <ac:chgData name="Feist, Ella" userId="992bbaf2-811d-42cb-a4d6-e7fc45e325e8" providerId="ADAL" clId="{1CA97419-2A66-4ABB-A9A6-B50B88346909}" dt="2025-05-28T08:20:26.029" v="375" actId="790"/>
          <ac:spMkLst>
            <pc:docMk/>
            <pc:sldMk cId="2412630130" sldId="1227"/>
            <ac:spMk id="7" creationId="{10DA153C-0763-7E81-3E35-679133409A6D}"/>
          </ac:spMkLst>
        </pc:spChg>
        <pc:spChg chg="mod">
          <ac:chgData name="Feist, Ella" userId="992bbaf2-811d-42cb-a4d6-e7fc45e325e8" providerId="ADAL" clId="{1CA97419-2A66-4ABB-A9A6-B50B88346909}" dt="2025-05-28T08:20:26.029" v="375" actId="790"/>
          <ac:spMkLst>
            <pc:docMk/>
            <pc:sldMk cId="2412630130" sldId="1227"/>
            <ac:spMk id="8" creationId="{08BFA7F9-5640-A33D-5F1A-DFAFA27AFAD3}"/>
          </ac:spMkLst>
        </pc:spChg>
        <pc:spChg chg="mod">
          <ac:chgData name="Feist, Ella" userId="992bbaf2-811d-42cb-a4d6-e7fc45e325e8" providerId="ADAL" clId="{1CA97419-2A66-4ABB-A9A6-B50B88346909}" dt="2025-05-28T08:20:26.029" v="375" actId="790"/>
          <ac:spMkLst>
            <pc:docMk/>
            <pc:sldMk cId="2412630130" sldId="1227"/>
            <ac:spMk id="12" creationId="{26F13CC9-6EC4-E102-010F-FD73F8C7DF7E}"/>
          </ac:spMkLst>
        </pc:spChg>
      </pc:sldChg>
      <pc:sldChg chg="modSp mod">
        <pc:chgData name="Feist, Ella" userId="992bbaf2-811d-42cb-a4d6-e7fc45e325e8" providerId="ADAL" clId="{1CA97419-2A66-4ABB-A9A6-B50B88346909}" dt="2025-05-28T08:20:26.029" v="375" actId="790"/>
        <pc:sldMkLst>
          <pc:docMk/>
          <pc:sldMk cId="2413376295" sldId="1228"/>
        </pc:sldMkLst>
        <pc:spChg chg="mod">
          <ac:chgData name="Feist, Ella" userId="992bbaf2-811d-42cb-a4d6-e7fc45e325e8" providerId="ADAL" clId="{1CA97419-2A66-4ABB-A9A6-B50B88346909}" dt="2025-05-28T08:20:26.029" v="375" actId="790"/>
          <ac:spMkLst>
            <pc:docMk/>
            <pc:sldMk cId="2413376295" sldId="1228"/>
            <ac:spMk id="2" creationId="{A9A6FF77-D641-4417-92E7-11CC6238BF20}"/>
          </ac:spMkLst>
        </pc:spChg>
        <pc:spChg chg="mod">
          <ac:chgData name="Feist, Ella" userId="992bbaf2-811d-42cb-a4d6-e7fc45e325e8" providerId="ADAL" clId="{1CA97419-2A66-4ABB-A9A6-B50B88346909}" dt="2025-05-28T08:20:26.029" v="375" actId="790"/>
          <ac:spMkLst>
            <pc:docMk/>
            <pc:sldMk cId="2413376295" sldId="1228"/>
            <ac:spMk id="3" creationId="{BAD109EB-AC62-5D32-4E55-432E8BBCBE80}"/>
          </ac:spMkLst>
        </pc:spChg>
        <pc:spChg chg="mod">
          <ac:chgData name="Feist, Ella" userId="992bbaf2-811d-42cb-a4d6-e7fc45e325e8" providerId="ADAL" clId="{1CA97419-2A66-4ABB-A9A6-B50B88346909}" dt="2025-05-28T08:03:27.812" v="74" actId="20577"/>
          <ac:spMkLst>
            <pc:docMk/>
            <pc:sldMk cId="2413376295" sldId="1228"/>
            <ac:spMk id="5" creationId="{91A8ED3D-B755-43C9-BCB1-DCF495C0C9DB}"/>
          </ac:spMkLst>
        </pc:spChg>
        <pc:spChg chg="mod">
          <ac:chgData name="Feist, Ella" userId="992bbaf2-811d-42cb-a4d6-e7fc45e325e8" providerId="ADAL" clId="{1CA97419-2A66-4ABB-A9A6-B50B88346909}" dt="2025-05-28T08:20:26.029" v="375" actId="790"/>
          <ac:spMkLst>
            <pc:docMk/>
            <pc:sldMk cId="2413376295" sldId="1228"/>
            <ac:spMk id="8" creationId="{619FC9F8-F471-CFDC-6FFE-6CAF29A9112F}"/>
          </ac:spMkLst>
        </pc:spChg>
        <pc:spChg chg="mod">
          <ac:chgData name="Feist, Ella" userId="992bbaf2-811d-42cb-a4d6-e7fc45e325e8" providerId="ADAL" clId="{1CA97419-2A66-4ABB-A9A6-B50B88346909}" dt="2025-05-28T08:20:26.029" v="375" actId="790"/>
          <ac:spMkLst>
            <pc:docMk/>
            <pc:sldMk cId="2413376295" sldId="1228"/>
            <ac:spMk id="11" creationId="{9F38A54C-32C5-EDC6-7465-5BEA853E09CA}"/>
          </ac:spMkLst>
        </pc:spChg>
        <pc:spChg chg="mod">
          <ac:chgData name="Feist, Ella" userId="992bbaf2-811d-42cb-a4d6-e7fc45e325e8" providerId="ADAL" clId="{1CA97419-2A66-4ABB-A9A6-B50B88346909}" dt="2025-05-28T08:20:26.029" v="375" actId="790"/>
          <ac:spMkLst>
            <pc:docMk/>
            <pc:sldMk cId="2413376295" sldId="1228"/>
            <ac:spMk id="12" creationId="{1771FEBF-11C1-9B2E-CBC6-F1D00F1225DB}"/>
          </ac:spMkLst>
        </pc:spChg>
        <pc:spChg chg="mod">
          <ac:chgData name="Feist, Ella" userId="992bbaf2-811d-42cb-a4d6-e7fc45e325e8" providerId="ADAL" clId="{1CA97419-2A66-4ABB-A9A6-B50B88346909}" dt="2025-05-28T08:20:26.029" v="375" actId="790"/>
          <ac:spMkLst>
            <pc:docMk/>
            <pc:sldMk cId="2413376295" sldId="1228"/>
            <ac:spMk id="13" creationId="{54DB848C-5B1D-3490-7466-77C3F75BAAE4}"/>
          </ac:spMkLst>
        </pc:spChg>
        <pc:spChg chg="mod">
          <ac:chgData name="Feist, Ella" userId="992bbaf2-811d-42cb-a4d6-e7fc45e325e8" providerId="ADAL" clId="{1CA97419-2A66-4ABB-A9A6-B50B88346909}" dt="2025-05-28T08:20:26.029" v="375" actId="790"/>
          <ac:spMkLst>
            <pc:docMk/>
            <pc:sldMk cId="2413376295" sldId="1228"/>
            <ac:spMk id="14" creationId="{97DBFC7B-FF9C-4480-96AE-B6F5909818AD}"/>
          </ac:spMkLst>
        </pc:spChg>
        <pc:spChg chg="mod">
          <ac:chgData name="Feist, Ella" userId="992bbaf2-811d-42cb-a4d6-e7fc45e325e8" providerId="ADAL" clId="{1CA97419-2A66-4ABB-A9A6-B50B88346909}" dt="2025-05-28T08:20:26.029" v="375" actId="790"/>
          <ac:spMkLst>
            <pc:docMk/>
            <pc:sldMk cId="2413376295" sldId="1228"/>
            <ac:spMk id="15" creationId="{CC8ED993-D081-3E13-F51A-86BE8584C273}"/>
          </ac:spMkLst>
        </pc:spChg>
        <pc:spChg chg="mod">
          <ac:chgData name="Feist, Ella" userId="992bbaf2-811d-42cb-a4d6-e7fc45e325e8" providerId="ADAL" clId="{1CA97419-2A66-4ABB-A9A6-B50B88346909}" dt="2025-05-28T08:20:26.029" v="375" actId="790"/>
          <ac:spMkLst>
            <pc:docMk/>
            <pc:sldMk cId="2413376295" sldId="1228"/>
            <ac:spMk id="18" creationId="{243B400F-4DBC-B695-D176-A1952C5F43FE}"/>
          </ac:spMkLst>
        </pc:spChg>
        <pc:spChg chg="mod">
          <ac:chgData name="Feist, Ella" userId="992bbaf2-811d-42cb-a4d6-e7fc45e325e8" providerId="ADAL" clId="{1CA97419-2A66-4ABB-A9A6-B50B88346909}" dt="2025-05-28T08:20:26.029" v="375" actId="790"/>
          <ac:spMkLst>
            <pc:docMk/>
            <pc:sldMk cId="2413376295" sldId="1228"/>
            <ac:spMk id="19" creationId="{D6CE2A5F-0CF2-7AE9-2186-C4D200005553}"/>
          </ac:spMkLst>
        </pc:spChg>
      </pc:sldChg>
      <pc:sldChg chg="modSp mod">
        <pc:chgData name="Feist, Ella" userId="992bbaf2-811d-42cb-a4d6-e7fc45e325e8" providerId="ADAL" clId="{1CA97419-2A66-4ABB-A9A6-B50B88346909}" dt="2025-05-28T08:20:26.029" v="375" actId="790"/>
        <pc:sldMkLst>
          <pc:docMk/>
          <pc:sldMk cId="31744773" sldId="1229"/>
        </pc:sldMkLst>
        <pc:spChg chg="mod">
          <ac:chgData name="Feist, Ella" userId="992bbaf2-811d-42cb-a4d6-e7fc45e325e8" providerId="ADAL" clId="{1CA97419-2A66-4ABB-A9A6-B50B88346909}" dt="2025-05-28T08:20:26.029" v="375" actId="790"/>
          <ac:spMkLst>
            <pc:docMk/>
            <pc:sldMk cId="31744773" sldId="1229"/>
            <ac:spMk id="2" creationId="{A9A6FF77-D641-4417-92E7-11CC6238BF20}"/>
          </ac:spMkLst>
        </pc:spChg>
        <pc:spChg chg="mod">
          <ac:chgData name="Feist, Ella" userId="992bbaf2-811d-42cb-a4d6-e7fc45e325e8" providerId="ADAL" clId="{1CA97419-2A66-4ABB-A9A6-B50B88346909}" dt="2025-05-28T08:20:26.029" v="375" actId="790"/>
          <ac:spMkLst>
            <pc:docMk/>
            <pc:sldMk cId="31744773" sldId="1229"/>
            <ac:spMk id="3" creationId="{965AAF7B-0FFE-C50E-1C2F-16EDCE97E900}"/>
          </ac:spMkLst>
        </pc:spChg>
        <pc:spChg chg="mod">
          <ac:chgData name="Feist, Ella" userId="992bbaf2-811d-42cb-a4d6-e7fc45e325e8" providerId="ADAL" clId="{1CA97419-2A66-4ABB-A9A6-B50B88346909}" dt="2025-05-28T08:20:26.029" v="375" actId="790"/>
          <ac:spMkLst>
            <pc:docMk/>
            <pc:sldMk cId="31744773" sldId="1229"/>
            <ac:spMk id="5" creationId="{91A8ED3D-B755-43C9-BCB1-DCF495C0C9DB}"/>
          </ac:spMkLst>
        </pc:spChg>
        <pc:spChg chg="mod">
          <ac:chgData name="Feist, Ella" userId="992bbaf2-811d-42cb-a4d6-e7fc45e325e8" providerId="ADAL" clId="{1CA97419-2A66-4ABB-A9A6-B50B88346909}" dt="2025-05-28T08:20:26.029" v="375" actId="790"/>
          <ac:spMkLst>
            <pc:docMk/>
            <pc:sldMk cId="31744773" sldId="1229"/>
            <ac:spMk id="12" creationId="{26F13CC9-6EC4-E102-010F-FD73F8C7DF7E}"/>
          </ac:spMkLst>
        </pc:spChg>
        <pc:graphicFrameChg chg="mod modGraphic">
          <ac:chgData name="Feist, Ella" userId="992bbaf2-811d-42cb-a4d6-e7fc45e325e8" providerId="ADAL" clId="{1CA97419-2A66-4ABB-A9A6-B50B88346909}" dt="2025-05-28T08:20:26.029" v="375" actId="790"/>
          <ac:graphicFrameMkLst>
            <pc:docMk/>
            <pc:sldMk cId="31744773" sldId="1229"/>
            <ac:graphicFrameMk id="6" creationId="{5285E4FD-2E41-7172-0629-10803C6E61BF}"/>
          </ac:graphicFrameMkLst>
        </pc:graphicFrameChg>
      </pc:sldChg>
      <pc:sldChg chg="addSp delSp modSp mod chgLayout">
        <pc:chgData name="Feist, Ella" userId="992bbaf2-811d-42cb-a4d6-e7fc45e325e8" providerId="ADAL" clId="{1CA97419-2A66-4ABB-A9A6-B50B88346909}" dt="2025-05-28T08:20:26.029" v="375" actId="790"/>
        <pc:sldMkLst>
          <pc:docMk/>
          <pc:sldMk cId="885286825" sldId="1230"/>
        </pc:sldMkLst>
        <pc:spChg chg="mod ord">
          <ac:chgData name="Feist, Ella" userId="992bbaf2-811d-42cb-a4d6-e7fc45e325e8" providerId="ADAL" clId="{1CA97419-2A66-4ABB-A9A6-B50B88346909}" dt="2025-05-28T08:20:26.029" v="375" actId="790"/>
          <ac:spMkLst>
            <pc:docMk/>
            <pc:sldMk cId="885286825" sldId="1230"/>
            <ac:spMk id="2" creationId="{A9A6FF77-D641-4417-92E7-11CC6238BF20}"/>
          </ac:spMkLst>
        </pc:spChg>
        <pc:spChg chg="mod">
          <ac:chgData name="Feist, Ella" userId="992bbaf2-811d-42cb-a4d6-e7fc45e325e8" providerId="ADAL" clId="{1CA97419-2A66-4ABB-A9A6-B50B88346909}" dt="2025-05-28T08:20:26.029" v="375" actId="790"/>
          <ac:spMkLst>
            <pc:docMk/>
            <pc:sldMk cId="885286825" sldId="1230"/>
            <ac:spMk id="4" creationId="{8D648ECC-AB5A-AB0A-FB27-5512A38A5302}"/>
          </ac:spMkLst>
        </pc:spChg>
        <pc:spChg chg="mod ord">
          <ac:chgData name="Feist, Ella" userId="992bbaf2-811d-42cb-a4d6-e7fc45e325e8" providerId="ADAL" clId="{1CA97419-2A66-4ABB-A9A6-B50B88346909}" dt="2025-05-28T08:20:26.029" v="375" actId="790"/>
          <ac:spMkLst>
            <pc:docMk/>
            <pc:sldMk cId="885286825" sldId="1230"/>
            <ac:spMk id="5" creationId="{91A8ED3D-B755-43C9-BCB1-DCF495C0C9DB}"/>
          </ac:spMkLst>
        </pc:spChg>
        <pc:spChg chg="mod">
          <ac:chgData name="Feist, Ella" userId="992bbaf2-811d-42cb-a4d6-e7fc45e325e8" providerId="ADAL" clId="{1CA97419-2A66-4ABB-A9A6-B50B88346909}" dt="2025-05-28T08:20:26.029" v="375" actId="790"/>
          <ac:spMkLst>
            <pc:docMk/>
            <pc:sldMk cId="885286825" sldId="1230"/>
            <ac:spMk id="7" creationId="{4D25DA78-3821-7246-D2A9-BFC3734C1047}"/>
          </ac:spMkLst>
        </pc:spChg>
        <pc:spChg chg="mod">
          <ac:chgData name="Feist, Ella" userId="992bbaf2-811d-42cb-a4d6-e7fc45e325e8" providerId="ADAL" clId="{1CA97419-2A66-4ABB-A9A6-B50B88346909}" dt="2025-05-28T08:20:26.029" v="375" actId="790"/>
          <ac:spMkLst>
            <pc:docMk/>
            <pc:sldMk cId="885286825" sldId="1230"/>
            <ac:spMk id="9" creationId="{9F1F389A-F258-B6A5-4A9A-96DC3C366050}"/>
          </ac:spMkLst>
        </pc:spChg>
        <pc:spChg chg="mod ord">
          <ac:chgData name="Feist, Ella" userId="992bbaf2-811d-42cb-a4d6-e7fc45e325e8" providerId="ADAL" clId="{1CA97419-2A66-4ABB-A9A6-B50B88346909}" dt="2025-05-28T08:20:26.029" v="375" actId="790"/>
          <ac:spMkLst>
            <pc:docMk/>
            <pc:sldMk cId="885286825" sldId="1230"/>
            <ac:spMk id="10" creationId="{59462447-B157-1F5E-E7E0-C9E585757303}"/>
          </ac:spMkLst>
        </pc:spChg>
        <pc:spChg chg="mod">
          <ac:chgData name="Feist, Ella" userId="992bbaf2-811d-42cb-a4d6-e7fc45e325e8" providerId="ADAL" clId="{1CA97419-2A66-4ABB-A9A6-B50B88346909}" dt="2025-05-28T08:20:26.029" v="375" actId="790"/>
          <ac:spMkLst>
            <pc:docMk/>
            <pc:sldMk cId="885286825" sldId="1230"/>
            <ac:spMk id="11" creationId="{15B4F6C0-7D6C-B26B-D173-6BE43E6F32E9}"/>
          </ac:spMkLst>
        </pc:spChg>
        <pc:spChg chg="mod">
          <ac:chgData name="Feist, Ella" userId="992bbaf2-811d-42cb-a4d6-e7fc45e325e8" providerId="ADAL" clId="{1CA97419-2A66-4ABB-A9A6-B50B88346909}" dt="2025-05-28T08:20:26.029" v="375" actId="790"/>
          <ac:spMkLst>
            <pc:docMk/>
            <pc:sldMk cId="885286825" sldId="1230"/>
            <ac:spMk id="12" creationId="{58D4E29F-5E55-BA85-DDDA-3317AA1E4909}"/>
          </ac:spMkLst>
        </pc:spChg>
        <pc:spChg chg="mod">
          <ac:chgData name="Feist, Ella" userId="992bbaf2-811d-42cb-a4d6-e7fc45e325e8" providerId="ADAL" clId="{1CA97419-2A66-4ABB-A9A6-B50B88346909}" dt="2025-05-28T08:20:26.029" v="375" actId="790"/>
          <ac:spMkLst>
            <pc:docMk/>
            <pc:sldMk cId="885286825" sldId="1230"/>
            <ac:spMk id="13" creationId="{754AA841-4919-CEF0-F0CA-1399C82C6762}"/>
          </ac:spMkLst>
        </pc:spChg>
        <pc:spChg chg="mod">
          <ac:chgData name="Feist, Ella" userId="992bbaf2-811d-42cb-a4d6-e7fc45e325e8" providerId="ADAL" clId="{1CA97419-2A66-4ABB-A9A6-B50B88346909}" dt="2025-05-28T08:20:26.029" v="375" actId="790"/>
          <ac:spMkLst>
            <pc:docMk/>
            <pc:sldMk cId="885286825" sldId="1230"/>
            <ac:spMk id="43" creationId="{6E7753D9-199A-54B2-5583-58953399C7C2}"/>
          </ac:spMkLst>
        </pc:spChg>
      </pc:sldChg>
      <pc:sldChg chg="modSp mod">
        <pc:chgData name="Feist, Ella" userId="992bbaf2-811d-42cb-a4d6-e7fc45e325e8" providerId="ADAL" clId="{1CA97419-2A66-4ABB-A9A6-B50B88346909}" dt="2025-05-28T08:20:26.029" v="375" actId="790"/>
        <pc:sldMkLst>
          <pc:docMk/>
          <pc:sldMk cId="3368178948" sldId="1231"/>
        </pc:sldMkLst>
        <pc:spChg chg="mod">
          <ac:chgData name="Feist, Ella" userId="992bbaf2-811d-42cb-a4d6-e7fc45e325e8" providerId="ADAL" clId="{1CA97419-2A66-4ABB-A9A6-B50B88346909}" dt="2025-05-28T08:20:26.029" v="375" actId="790"/>
          <ac:spMkLst>
            <pc:docMk/>
            <pc:sldMk cId="3368178948" sldId="1231"/>
            <ac:spMk id="2" creationId="{A9A6FF77-D641-4417-92E7-11CC6238BF20}"/>
          </ac:spMkLst>
        </pc:spChg>
        <pc:spChg chg="mod">
          <ac:chgData name="Feist, Ella" userId="992bbaf2-811d-42cb-a4d6-e7fc45e325e8" providerId="ADAL" clId="{1CA97419-2A66-4ABB-A9A6-B50B88346909}" dt="2025-05-28T08:20:26.029" v="375" actId="790"/>
          <ac:spMkLst>
            <pc:docMk/>
            <pc:sldMk cId="3368178948" sldId="1231"/>
            <ac:spMk id="3" creationId="{74F661B4-0A20-EE5E-9DFE-6F504E179739}"/>
          </ac:spMkLst>
        </pc:spChg>
        <pc:spChg chg="mod">
          <ac:chgData name="Feist, Ella" userId="992bbaf2-811d-42cb-a4d6-e7fc45e325e8" providerId="ADAL" clId="{1CA97419-2A66-4ABB-A9A6-B50B88346909}" dt="2025-05-28T08:20:26.029" v="375" actId="790"/>
          <ac:spMkLst>
            <pc:docMk/>
            <pc:sldMk cId="3368178948" sldId="1231"/>
            <ac:spMk id="5" creationId="{91A8ED3D-B755-43C9-BCB1-DCF495C0C9DB}"/>
          </ac:spMkLst>
        </pc:spChg>
        <pc:graphicFrameChg chg="modGraphic">
          <ac:chgData name="Feist, Ella" userId="992bbaf2-811d-42cb-a4d6-e7fc45e325e8" providerId="ADAL" clId="{1CA97419-2A66-4ABB-A9A6-B50B88346909}" dt="2025-05-28T08:20:26.029" v="375" actId="790"/>
          <ac:graphicFrameMkLst>
            <pc:docMk/>
            <pc:sldMk cId="3368178948" sldId="1231"/>
            <ac:graphicFrameMk id="7" creationId="{2280D65D-EDBF-1431-6804-A53D4D00A8B5}"/>
          </ac:graphicFrameMkLst>
        </pc:graphicFrameChg>
      </pc:sldChg>
      <pc:sldChg chg="modSp mod modClrScheme chgLayout">
        <pc:chgData name="Feist, Ella" userId="992bbaf2-811d-42cb-a4d6-e7fc45e325e8" providerId="ADAL" clId="{1CA97419-2A66-4ABB-A9A6-B50B88346909}" dt="2025-05-28T08:20:26.029" v="375" actId="790"/>
        <pc:sldMkLst>
          <pc:docMk/>
          <pc:sldMk cId="3119941161" sldId="1232"/>
        </pc:sldMkLst>
        <pc:spChg chg="mod ord">
          <ac:chgData name="Feist, Ella" userId="992bbaf2-811d-42cb-a4d6-e7fc45e325e8" providerId="ADAL" clId="{1CA97419-2A66-4ABB-A9A6-B50B88346909}" dt="2025-05-28T08:20:26.029" v="375" actId="790"/>
          <ac:spMkLst>
            <pc:docMk/>
            <pc:sldMk cId="3119941161" sldId="1232"/>
            <ac:spMk id="2" creationId="{A9A6FF77-D641-4417-92E7-11CC6238BF20}"/>
          </ac:spMkLst>
        </pc:spChg>
        <pc:spChg chg="mod ord">
          <ac:chgData name="Feist, Ella" userId="992bbaf2-811d-42cb-a4d6-e7fc45e325e8" providerId="ADAL" clId="{1CA97419-2A66-4ABB-A9A6-B50B88346909}" dt="2025-05-28T08:20:26.029" v="375" actId="790"/>
          <ac:spMkLst>
            <pc:docMk/>
            <pc:sldMk cId="3119941161" sldId="1232"/>
            <ac:spMk id="3" creationId="{360AE7D6-A055-E391-CDB2-9839838108D5}"/>
          </ac:spMkLst>
        </pc:spChg>
        <pc:spChg chg="mod ord">
          <ac:chgData name="Feist, Ella" userId="992bbaf2-811d-42cb-a4d6-e7fc45e325e8" providerId="ADAL" clId="{1CA97419-2A66-4ABB-A9A6-B50B88346909}" dt="2025-05-28T08:20:26.029" v="375" actId="790"/>
          <ac:spMkLst>
            <pc:docMk/>
            <pc:sldMk cId="3119941161" sldId="1232"/>
            <ac:spMk id="5" creationId="{91A8ED3D-B755-43C9-BCB1-DCF495C0C9DB}"/>
          </ac:spMkLst>
        </pc:spChg>
        <pc:picChg chg="mod">
          <ac:chgData name="Feist, Ella" userId="992bbaf2-811d-42cb-a4d6-e7fc45e325e8" providerId="ADAL" clId="{1CA97419-2A66-4ABB-A9A6-B50B88346909}" dt="2025-05-28T08:06:32.512" v="120" actId="1076"/>
          <ac:picMkLst>
            <pc:docMk/>
            <pc:sldMk cId="3119941161" sldId="1232"/>
            <ac:picMk id="6" creationId="{E9A5BADA-4DA7-4ABA-27AD-5A43AC964D29}"/>
          </ac:picMkLst>
        </pc:picChg>
      </pc:sldChg>
      <pc:sldChg chg="modSp mod">
        <pc:chgData name="Feist, Ella" userId="992bbaf2-811d-42cb-a4d6-e7fc45e325e8" providerId="ADAL" clId="{1CA97419-2A66-4ABB-A9A6-B50B88346909}" dt="2025-05-28T08:20:39.168" v="376" actId="2"/>
        <pc:sldMkLst>
          <pc:docMk/>
          <pc:sldMk cId="1343522054" sldId="1233"/>
        </pc:sldMkLst>
        <pc:spChg chg="mod">
          <ac:chgData name="Feist, Ella" userId="992bbaf2-811d-42cb-a4d6-e7fc45e325e8" providerId="ADAL" clId="{1CA97419-2A66-4ABB-A9A6-B50B88346909}" dt="2025-05-28T08:20:26.029" v="375" actId="790"/>
          <ac:spMkLst>
            <pc:docMk/>
            <pc:sldMk cId="1343522054" sldId="1233"/>
            <ac:spMk id="2" creationId="{A9A6FF77-D641-4417-92E7-11CC6238BF20}"/>
          </ac:spMkLst>
        </pc:spChg>
        <pc:spChg chg="mod">
          <ac:chgData name="Feist, Ella" userId="992bbaf2-811d-42cb-a4d6-e7fc45e325e8" providerId="ADAL" clId="{1CA97419-2A66-4ABB-A9A6-B50B88346909}" dt="2025-05-28T08:20:26.029" v="375" actId="790"/>
          <ac:spMkLst>
            <pc:docMk/>
            <pc:sldMk cId="1343522054" sldId="1233"/>
            <ac:spMk id="3" creationId="{CE3EB04C-012C-3558-5517-C0D9E2D6B9D7}"/>
          </ac:spMkLst>
        </pc:spChg>
        <pc:spChg chg="mod">
          <ac:chgData name="Feist, Ella" userId="992bbaf2-811d-42cb-a4d6-e7fc45e325e8" providerId="ADAL" clId="{1CA97419-2A66-4ABB-A9A6-B50B88346909}" dt="2025-05-28T08:20:26.029" v="375" actId="790"/>
          <ac:spMkLst>
            <pc:docMk/>
            <pc:sldMk cId="1343522054" sldId="1233"/>
            <ac:spMk id="5" creationId="{91A8ED3D-B755-43C9-BCB1-DCF495C0C9DB}"/>
          </ac:spMkLst>
        </pc:spChg>
        <pc:spChg chg="mod">
          <ac:chgData name="Feist, Ella" userId="992bbaf2-811d-42cb-a4d6-e7fc45e325e8" providerId="ADAL" clId="{1CA97419-2A66-4ABB-A9A6-B50B88346909}" dt="2025-05-28T08:20:39.168" v="376" actId="2"/>
          <ac:spMkLst>
            <pc:docMk/>
            <pc:sldMk cId="1343522054" sldId="1233"/>
            <ac:spMk id="7" creationId="{48F0DB91-9195-CAD7-B03E-A05F092AD2D9}"/>
          </ac:spMkLst>
        </pc:spChg>
        <pc:spChg chg="mod">
          <ac:chgData name="Feist, Ella" userId="992bbaf2-811d-42cb-a4d6-e7fc45e325e8" providerId="ADAL" clId="{1CA97419-2A66-4ABB-A9A6-B50B88346909}" dt="2025-05-28T08:20:26.029" v="375" actId="790"/>
          <ac:spMkLst>
            <pc:docMk/>
            <pc:sldMk cId="1343522054" sldId="1233"/>
            <ac:spMk id="8" creationId="{BE6364AA-47F9-34EB-E59A-2755939149D9}"/>
          </ac:spMkLst>
        </pc:spChg>
      </pc:sldChg>
      <pc:sldChg chg="modSp mod">
        <pc:chgData name="Feist, Ella" userId="992bbaf2-811d-42cb-a4d6-e7fc45e325e8" providerId="ADAL" clId="{1CA97419-2A66-4ABB-A9A6-B50B88346909}" dt="2025-05-28T08:20:26.029" v="375" actId="790"/>
        <pc:sldMkLst>
          <pc:docMk/>
          <pc:sldMk cId="1294999274" sldId="1234"/>
        </pc:sldMkLst>
        <pc:spChg chg="mod">
          <ac:chgData name="Feist, Ella" userId="992bbaf2-811d-42cb-a4d6-e7fc45e325e8" providerId="ADAL" clId="{1CA97419-2A66-4ABB-A9A6-B50B88346909}" dt="2025-05-28T08:20:26.029" v="375" actId="790"/>
          <ac:spMkLst>
            <pc:docMk/>
            <pc:sldMk cId="1294999274" sldId="1234"/>
            <ac:spMk id="2" creationId="{A9A6FF77-D641-4417-92E7-11CC6238BF20}"/>
          </ac:spMkLst>
        </pc:spChg>
        <pc:spChg chg="mod">
          <ac:chgData name="Feist, Ella" userId="992bbaf2-811d-42cb-a4d6-e7fc45e325e8" providerId="ADAL" clId="{1CA97419-2A66-4ABB-A9A6-B50B88346909}" dt="2025-05-28T08:20:26.029" v="375" actId="790"/>
          <ac:spMkLst>
            <pc:docMk/>
            <pc:sldMk cId="1294999274" sldId="1234"/>
            <ac:spMk id="3" creationId="{9BB9823F-C2B8-429E-9DB6-8C189B8D35C5}"/>
          </ac:spMkLst>
        </pc:spChg>
        <pc:spChg chg="mod">
          <ac:chgData name="Feist, Ella" userId="992bbaf2-811d-42cb-a4d6-e7fc45e325e8" providerId="ADAL" clId="{1CA97419-2A66-4ABB-A9A6-B50B88346909}" dt="2025-05-28T08:20:26.029" v="375" actId="790"/>
          <ac:spMkLst>
            <pc:docMk/>
            <pc:sldMk cId="1294999274" sldId="1234"/>
            <ac:spMk id="5" creationId="{91A8ED3D-B755-43C9-BCB1-DCF495C0C9DB}"/>
          </ac:spMkLst>
        </pc:spChg>
        <pc:spChg chg="mod">
          <ac:chgData name="Feist, Ella" userId="992bbaf2-811d-42cb-a4d6-e7fc45e325e8" providerId="ADAL" clId="{1CA97419-2A66-4ABB-A9A6-B50B88346909}" dt="2025-05-28T08:20:26.029" v="375" actId="790"/>
          <ac:spMkLst>
            <pc:docMk/>
            <pc:sldMk cId="1294999274" sldId="1234"/>
            <ac:spMk id="9" creationId="{C6B90332-2DA7-AE4D-D57C-B581FD1CC848}"/>
          </ac:spMkLst>
        </pc:spChg>
        <pc:spChg chg="mod">
          <ac:chgData name="Feist, Ella" userId="992bbaf2-811d-42cb-a4d6-e7fc45e325e8" providerId="ADAL" clId="{1CA97419-2A66-4ABB-A9A6-B50B88346909}" dt="2025-05-28T08:20:26.029" v="375" actId="790"/>
          <ac:spMkLst>
            <pc:docMk/>
            <pc:sldMk cId="1294999274" sldId="1234"/>
            <ac:spMk id="10" creationId="{2C183116-8874-DC7C-5958-3EDAD98F8D90}"/>
          </ac:spMkLst>
        </pc:spChg>
      </pc:sldChg>
      <pc:sldChg chg="modSp mod">
        <pc:chgData name="Feist, Ella" userId="992bbaf2-811d-42cb-a4d6-e7fc45e325e8" providerId="ADAL" clId="{1CA97419-2A66-4ABB-A9A6-B50B88346909}" dt="2025-05-28T08:20:26.029" v="375" actId="790"/>
        <pc:sldMkLst>
          <pc:docMk/>
          <pc:sldMk cId="2612267020" sldId="1235"/>
        </pc:sldMkLst>
        <pc:spChg chg="mod">
          <ac:chgData name="Feist, Ella" userId="992bbaf2-811d-42cb-a4d6-e7fc45e325e8" providerId="ADAL" clId="{1CA97419-2A66-4ABB-A9A6-B50B88346909}" dt="2025-05-28T08:20:26.029" v="375" actId="790"/>
          <ac:spMkLst>
            <pc:docMk/>
            <pc:sldMk cId="2612267020" sldId="1235"/>
            <ac:spMk id="2" creationId="{A9A6FF77-D641-4417-92E7-11CC6238BF20}"/>
          </ac:spMkLst>
        </pc:spChg>
        <pc:spChg chg="mod">
          <ac:chgData name="Feist, Ella" userId="992bbaf2-811d-42cb-a4d6-e7fc45e325e8" providerId="ADAL" clId="{1CA97419-2A66-4ABB-A9A6-B50B88346909}" dt="2025-05-28T08:20:26.029" v="375" actId="790"/>
          <ac:spMkLst>
            <pc:docMk/>
            <pc:sldMk cId="2612267020" sldId="1235"/>
            <ac:spMk id="3" creationId="{03217E64-1279-FC5A-0E3B-A243FE33F9B6}"/>
          </ac:spMkLst>
        </pc:spChg>
        <pc:spChg chg="mod">
          <ac:chgData name="Feist, Ella" userId="992bbaf2-811d-42cb-a4d6-e7fc45e325e8" providerId="ADAL" clId="{1CA97419-2A66-4ABB-A9A6-B50B88346909}" dt="2025-05-28T08:20:26.029" v="375" actId="790"/>
          <ac:spMkLst>
            <pc:docMk/>
            <pc:sldMk cId="2612267020" sldId="1235"/>
            <ac:spMk id="5" creationId="{91A8ED3D-B755-43C9-BCB1-DCF495C0C9DB}"/>
          </ac:spMkLst>
        </pc:spChg>
        <pc:spChg chg="mod">
          <ac:chgData name="Feist, Ella" userId="992bbaf2-811d-42cb-a4d6-e7fc45e325e8" providerId="ADAL" clId="{1CA97419-2A66-4ABB-A9A6-B50B88346909}" dt="2025-05-28T08:20:26.029" v="375" actId="790"/>
          <ac:spMkLst>
            <pc:docMk/>
            <pc:sldMk cId="2612267020" sldId="1235"/>
            <ac:spMk id="8" creationId="{F466260D-A7F5-1EEE-E827-C1B3FAB82411}"/>
          </ac:spMkLst>
        </pc:spChg>
        <pc:spChg chg="mod">
          <ac:chgData name="Feist, Ella" userId="992bbaf2-811d-42cb-a4d6-e7fc45e325e8" providerId="ADAL" clId="{1CA97419-2A66-4ABB-A9A6-B50B88346909}" dt="2025-05-28T08:20:26.029" v="375" actId="790"/>
          <ac:spMkLst>
            <pc:docMk/>
            <pc:sldMk cId="2612267020" sldId="1235"/>
            <ac:spMk id="9" creationId="{0A2B8670-AEE1-8C23-5BB7-2130CF045C6E}"/>
          </ac:spMkLst>
        </pc:spChg>
      </pc:sldChg>
      <pc:sldChg chg="addSp delSp modSp mod chgLayout">
        <pc:chgData name="Feist, Ella" userId="992bbaf2-811d-42cb-a4d6-e7fc45e325e8" providerId="ADAL" clId="{1CA97419-2A66-4ABB-A9A6-B50B88346909}" dt="2025-05-28T08:20:26.029" v="375" actId="790"/>
        <pc:sldMkLst>
          <pc:docMk/>
          <pc:sldMk cId="1739455348" sldId="1236"/>
        </pc:sldMkLst>
        <pc:spChg chg="mod ord">
          <ac:chgData name="Feist, Ella" userId="992bbaf2-811d-42cb-a4d6-e7fc45e325e8" providerId="ADAL" clId="{1CA97419-2A66-4ABB-A9A6-B50B88346909}" dt="2025-05-28T08:20:26.029" v="375" actId="790"/>
          <ac:spMkLst>
            <pc:docMk/>
            <pc:sldMk cId="1739455348" sldId="1236"/>
            <ac:spMk id="2" creationId="{D7EC235F-614F-714E-A97F-4FF50EFF14FD}"/>
          </ac:spMkLst>
        </pc:spChg>
        <pc:spChg chg="mod ord">
          <ac:chgData name="Feist, Ella" userId="992bbaf2-811d-42cb-a4d6-e7fc45e325e8" providerId="ADAL" clId="{1CA97419-2A66-4ABB-A9A6-B50B88346909}" dt="2025-05-28T08:20:26.029" v="375" actId="790"/>
          <ac:spMkLst>
            <pc:docMk/>
            <pc:sldMk cId="1739455348" sldId="1236"/>
            <ac:spMk id="4" creationId="{E9C5A723-C0B1-124B-8CB6-AA3105C9A4E6}"/>
          </ac:spMkLst>
        </pc:spChg>
        <pc:spChg chg="mod ord">
          <ac:chgData name="Feist, Ella" userId="992bbaf2-811d-42cb-a4d6-e7fc45e325e8" providerId="ADAL" clId="{1CA97419-2A66-4ABB-A9A6-B50B88346909}" dt="2025-05-28T08:20:26.029" v="375" actId="790"/>
          <ac:spMkLst>
            <pc:docMk/>
            <pc:sldMk cId="1739455348" sldId="1236"/>
            <ac:spMk id="5" creationId="{979A5E23-6065-D476-460C-1C46CF38262F}"/>
          </ac:spMkLst>
        </pc:spChg>
      </pc:sldChg>
      <pc:sldChg chg="modSp mod">
        <pc:chgData name="Feist, Ella" userId="992bbaf2-811d-42cb-a4d6-e7fc45e325e8" providerId="ADAL" clId="{1CA97419-2A66-4ABB-A9A6-B50B88346909}" dt="2025-05-28T08:20:26.029" v="375" actId="790"/>
        <pc:sldMkLst>
          <pc:docMk/>
          <pc:sldMk cId="3342176162" sldId="1237"/>
        </pc:sldMkLst>
        <pc:spChg chg="mod">
          <ac:chgData name="Feist, Ella" userId="992bbaf2-811d-42cb-a4d6-e7fc45e325e8" providerId="ADAL" clId="{1CA97419-2A66-4ABB-A9A6-B50B88346909}" dt="2025-05-28T08:20:26.029" v="375" actId="790"/>
          <ac:spMkLst>
            <pc:docMk/>
            <pc:sldMk cId="3342176162" sldId="1237"/>
            <ac:spMk id="2" creationId="{A9A6FF77-D641-4417-92E7-11CC6238BF20}"/>
          </ac:spMkLst>
        </pc:spChg>
        <pc:spChg chg="mod">
          <ac:chgData name="Feist, Ella" userId="992bbaf2-811d-42cb-a4d6-e7fc45e325e8" providerId="ADAL" clId="{1CA97419-2A66-4ABB-A9A6-B50B88346909}" dt="2025-05-28T08:20:26.029" v="375" actId="790"/>
          <ac:spMkLst>
            <pc:docMk/>
            <pc:sldMk cId="3342176162" sldId="1237"/>
            <ac:spMk id="3" creationId="{2C4D8E87-787A-B7A0-4507-3D533FCB881A}"/>
          </ac:spMkLst>
        </pc:spChg>
        <pc:spChg chg="mod">
          <ac:chgData name="Feist, Ella" userId="992bbaf2-811d-42cb-a4d6-e7fc45e325e8" providerId="ADAL" clId="{1CA97419-2A66-4ABB-A9A6-B50B88346909}" dt="2025-05-28T08:20:26.029" v="375" actId="790"/>
          <ac:spMkLst>
            <pc:docMk/>
            <pc:sldMk cId="3342176162" sldId="1237"/>
            <ac:spMk id="5" creationId="{91A8ED3D-B755-43C9-BCB1-DCF495C0C9DB}"/>
          </ac:spMkLst>
        </pc:spChg>
        <pc:spChg chg="mod">
          <ac:chgData name="Feist, Ella" userId="992bbaf2-811d-42cb-a4d6-e7fc45e325e8" providerId="ADAL" clId="{1CA97419-2A66-4ABB-A9A6-B50B88346909}" dt="2025-05-28T08:20:26.029" v="375" actId="790"/>
          <ac:spMkLst>
            <pc:docMk/>
            <pc:sldMk cId="3342176162" sldId="1237"/>
            <ac:spMk id="10" creationId="{5A2EA8B5-7149-6F56-BFB4-9B1011741CCC}"/>
          </ac:spMkLst>
        </pc:spChg>
        <pc:spChg chg="mod">
          <ac:chgData name="Feist, Ella" userId="992bbaf2-811d-42cb-a4d6-e7fc45e325e8" providerId="ADAL" clId="{1CA97419-2A66-4ABB-A9A6-B50B88346909}" dt="2025-05-28T08:20:26.029" v="375" actId="790"/>
          <ac:spMkLst>
            <pc:docMk/>
            <pc:sldMk cId="3342176162" sldId="1237"/>
            <ac:spMk id="11" creationId="{1A024438-FC1B-F197-8C51-D8EE9E1DE430}"/>
          </ac:spMkLst>
        </pc:spChg>
      </pc:sldChg>
      <pc:sldChg chg="modSp mod">
        <pc:chgData name="Feist, Ella" userId="992bbaf2-811d-42cb-a4d6-e7fc45e325e8" providerId="ADAL" clId="{1CA97419-2A66-4ABB-A9A6-B50B88346909}" dt="2025-05-28T08:20:26.029" v="375" actId="790"/>
        <pc:sldMkLst>
          <pc:docMk/>
          <pc:sldMk cId="1456852893" sldId="1238"/>
        </pc:sldMkLst>
        <pc:spChg chg="mod">
          <ac:chgData name="Feist, Ella" userId="992bbaf2-811d-42cb-a4d6-e7fc45e325e8" providerId="ADAL" clId="{1CA97419-2A66-4ABB-A9A6-B50B88346909}" dt="2025-05-28T08:20:26.029" v="375" actId="790"/>
          <ac:spMkLst>
            <pc:docMk/>
            <pc:sldMk cId="1456852893" sldId="1238"/>
            <ac:spMk id="2" creationId="{A9A6FF77-D641-4417-92E7-11CC6238BF20}"/>
          </ac:spMkLst>
        </pc:spChg>
        <pc:spChg chg="mod">
          <ac:chgData name="Feist, Ella" userId="992bbaf2-811d-42cb-a4d6-e7fc45e325e8" providerId="ADAL" clId="{1CA97419-2A66-4ABB-A9A6-B50B88346909}" dt="2025-05-28T08:20:26.029" v="375" actId="790"/>
          <ac:spMkLst>
            <pc:docMk/>
            <pc:sldMk cId="1456852893" sldId="1238"/>
            <ac:spMk id="3" creationId="{EADCB999-185B-E85F-590B-E0AE6D380A01}"/>
          </ac:spMkLst>
        </pc:spChg>
        <pc:spChg chg="mod">
          <ac:chgData name="Feist, Ella" userId="992bbaf2-811d-42cb-a4d6-e7fc45e325e8" providerId="ADAL" clId="{1CA97419-2A66-4ABB-A9A6-B50B88346909}" dt="2025-05-28T08:20:26.029" v="375" actId="790"/>
          <ac:spMkLst>
            <pc:docMk/>
            <pc:sldMk cId="1456852893" sldId="1238"/>
            <ac:spMk id="4" creationId="{90E7732F-4126-B77C-8AE7-82705C48FE90}"/>
          </ac:spMkLst>
        </pc:spChg>
        <pc:spChg chg="mod">
          <ac:chgData name="Feist, Ella" userId="992bbaf2-811d-42cb-a4d6-e7fc45e325e8" providerId="ADAL" clId="{1CA97419-2A66-4ABB-A9A6-B50B88346909}" dt="2025-05-28T08:20:26.029" v="375" actId="790"/>
          <ac:spMkLst>
            <pc:docMk/>
            <pc:sldMk cId="1456852893" sldId="1238"/>
            <ac:spMk id="5" creationId="{91A8ED3D-B755-43C9-BCB1-DCF495C0C9DB}"/>
          </ac:spMkLst>
        </pc:spChg>
        <pc:spChg chg="mod">
          <ac:chgData name="Feist, Ella" userId="992bbaf2-811d-42cb-a4d6-e7fc45e325e8" providerId="ADAL" clId="{1CA97419-2A66-4ABB-A9A6-B50B88346909}" dt="2025-05-28T08:20:26.029" v="375" actId="790"/>
          <ac:spMkLst>
            <pc:docMk/>
            <pc:sldMk cId="1456852893" sldId="1238"/>
            <ac:spMk id="10" creationId="{5A2EA8B5-7149-6F56-BFB4-9B1011741CCC}"/>
          </ac:spMkLst>
        </pc:spChg>
        <pc:spChg chg="mod">
          <ac:chgData name="Feist, Ella" userId="992bbaf2-811d-42cb-a4d6-e7fc45e325e8" providerId="ADAL" clId="{1CA97419-2A66-4ABB-A9A6-B50B88346909}" dt="2025-05-28T08:20:26.029" v="375" actId="790"/>
          <ac:spMkLst>
            <pc:docMk/>
            <pc:sldMk cId="1456852893" sldId="1238"/>
            <ac:spMk id="11" creationId="{1A024438-FC1B-F197-8C51-D8EE9E1DE430}"/>
          </ac:spMkLst>
        </pc:spChg>
      </pc:sldChg>
      <pc:sldChg chg="modSp mod">
        <pc:chgData name="Feist, Ella" userId="992bbaf2-811d-42cb-a4d6-e7fc45e325e8" providerId="ADAL" clId="{1CA97419-2A66-4ABB-A9A6-B50B88346909}" dt="2025-05-28T08:20:26.029" v="375" actId="790"/>
        <pc:sldMkLst>
          <pc:docMk/>
          <pc:sldMk cId="3459065428" sldId="1239"/>
        </pc:sldMkLst>
        <pc:spChg chg="mod">
          <ac:chgData name="Feist, Ella" userId="992bbaf2-811d-42cb-a4d6-e7fc45e325e8" providerId="ADAL" clId="{1CA97419-2A66-4ABB-A9A6-B50B88346909}" dt="2025-05-28T08:20:26.029" v="375" actId="790"/>
          <ac:spMkLst>
            <pc:docMk/>
            <pc:sldMk cId="3459065428" sldId="1239"/>
            <ac:spMk id="2" creationId="{A9A6FF77-D641-4417-92E7-11CC6238BF20}"/>
          </ac:spMkLst>
        </pc:spChg>
        <pc:spChg chg="mod">
          <ac:chgData name="Feist, Ella" userId="992bbaf2-811d-42cb-a4d6-e7fc45e325e8" providerId="ADAL" clId="{1CA97419-2A66-4ABB-A9A6-B50B88346909}" dt="2025-05-28T08:20:26.029" v="375" actId="790"/>
          <ac:spMkLst>
            <pc:docMk/>
            <pc:sldMk cId="3459065428" sldId="1239"/>
            <ac:spMk id="3" creationId="{20880320-C9B7-1899-4C6A-AF2EB40E0CC8}"/>
          </ac:spMkLst>
        </pc:spChg>
        <pc:spChg chg="mod">
          <ac:chgData name="Feist, Ella" userId="992bbaf2-811d-42cb-a4d6-e7fc45e325e8" providerId="ADAL" clId="{1CA97419-2A66-4ABB-A9A6-B50B88346909}" dt="2025-05-28T08:20:26.029" v="375" actId="790"/>
          <ac:spMkLst>
            <pc:docMk/>
            <pc:sldMk cId="3459065428" sldId="1239"/>
            <ac:spMk id="5" creationId="{91A8ED3D-B755-43C9-BCB1-DCF495C0C9DB}"/>
          </ac:spMkLst>
        </pc:spChg>
        <pc:spChg chg="mod">
          <ac:chgData name="Feist, Ella" userId="992bbaf2-811d-42cb-a4d6-e7fc45e325e8" providerId="ADAL" clId="{1CA97419-2A66-4ABB-A9A6-B50B88346909}" dt="2025-05-28T08:20:26.029" v="375" actId="790"/>
          <ac:spMkLst>
            <pc:docMk/>
            <pc:sldMk cId="3459065428" sldId="1239"/>
            <ac:spMk id="8" creationId="{7F3130CE-961F-70D0-95ED-C0531378B7AF}"/>
          </ac:spMkLst>
        </pc:spChg>
        <pc:spChg chg="mod">
          <ac:chgData name="Feist, Ella" userId="992bbaf2-811d-42cb-a4d6-e7fc45e325e8" providerId="ADAL" clId="{1CA97419-2A66-4ABB-A9A6-B50B88346909}" dt="2025-05-28T08:20:26.029" v="375" actId="790"/>
          <ac:spMkLst>
            <pc:docMk/>
            <pc:sldMk cId="3459065428" sldId="1239"/>
            <ac:spMk id="9" creationId="{B6EA1869-1073-966D-3A0E-715D04F905A4}"/>
          </ac:spMkLst>
        </pc:spChg>
      </pc:sldChg>
      <pc:sldChg chg="modSp mod">
        <pc:chgData name="Feist, Ella" userId="992bbaf2-811d-42cb-a4d6-e7fc45e325e8" providerId="ADAL" clId="{1CA97419-2A66-4ABB-A9A6-B50B88346909}" dt="2025-05-28T08:20:26.029" v="375" actId="790"/>
        <pc:sldMkLst>
          <pc:docMk/>
          <pc:sldMk cId="1165101465" sldId="1240"/>
        </pc:sldMkLst>
        <pc:spChg chg="mod">
          <ac:chgData name="Feist, Ella" userId="992bbaf2-811d-42cb-a4d6-e7fc45e325e8" providerId="ADAL" clId="{1CA97419-2A66-4ABB-A9A6-B50B88346909}" dt="2025-05-28T08:20:26.029" v="375" actId="790"/>
          <ac:spMkLst>
            <pc:docMk/>
            <pc:sldMk cId="1165101465" sldId="1240"/>
            <ac:spMk id="2" creationId="{A9A6FF77-D641-4417-92E7-11CC6238BF20}"/>
          </ac:spMkLst>
        </pc:spChg>
        <pc:spChg chg="mod">
          <ac:chgData name="Feist, Ella" userId="992bbaf2-811d-42cb-a4d6-e7fc45e325e8" providerId="ADAL" clId="{1CA97419-2A66-4ABB-A9A6-B50B88346909}" dt="2025-05-28T08:20:26.029" v="375" actId="790"/>
          <ac:spMkLst>
            <pc:docMk/>
            <pc:sldMk cId="1165101465" sldId="1240"/>
            <ac:spMk id="3" creationId="{73BDE295-6EB3-BDE4-740C-A81325995C1C}"/>
          </ac:spMkLst>
        </pc:spChg>
        <pc:spChg chg="mod">
          <ac:chgData name="Feist, Ella" userId="992bbaf2-811d-42cb-a4d6-e7fc45e325e8" providerId="ADAL" clId="{1CA97419-2A66-4ABB-A9A6-B50B88346909}" dt="2025-05-28T08:20:26.029" v="375" actId="790"/>
          <ac:spMkLst>
            <pc:docMk/>
            <pc:sldMk cId="1165101465" sldId="1240"/>
            <ac:spMk id="5" creationId="{91A8ED3D-B755-43C9-BCB1-DCF495C0C9DB}"/>
          </ac:spMkLst>
        </pc:spChg>
        <pc:spChg chg="mod">
          <ac:chgData name="Feist, Ella" userId="992bbaf2-811d-42cb-a4d6-e7fc45e325e8" providerId="ADAL" clId="{1CA97419-2A66-4ABB-A9A6-B50B88346909}" dt="2025-05-28T08:20:26.029" v="375" actId="790"/>
          <ac:spMkLst>
            <pc:docMk/>
            <pc:sldMk cId="1165101465" sldId="1240"/>
            <ac:spMk id="8" creationId="{7F3130CE-961F-70D0-95ED-C0531378B7AF}"/>
          </ac:spMkLst>
        </pc:spChg>
      </pc:sldChg>
      <pc:sldChg chg="modSp mod">
        <pc:chgData name="Feist, Ella" userId="992bbaf2-811d-42cb-a4d6-e7fc45e325e8" providerId="ADAL" clId="{1CA97419-2A66-4ABB-A9A6-B50B88346909}" dt="2025-05-28T08:20:26.029" v="375" actId="790"/>
        <pc:sldMkLst>
          <pc:docMk/>
          <pc:sldMk cId="1075119306" sldId="1241"/>
        </pc:sldMkLst>
        <pc:spChg chg="mod">
          <ac:chgData name="Feist, Ella" userId="992bbaf2-811d-42cb-a4d6-e7fc45e325e8" providerId="ADAL" clId="{1CA97419-2A66-4ABB-A9A6-B50B88346909}" dt="2025-05-28T08:20:26.029" v="375" actId="790"/>
          <ac:spMkLst>
            <pc:docMk/>
            <pc:sldMk cId="1075119306" sldId="1241"/>
            <ac:spMk id="2" creationId="{A9A6FF77-D641-4417-92E7-11CC6238BF20}"/>
          </ac:spMkLst>
        </pc:spChg>
        <pc:spChg chg="mod">
          <ac:chgData name="Feist, Ella" userId="992bbaf2-811d-42cb-a4d6-e7fc45e325e8" providerId="ADAL" clId="{1CA97419-2A66-4ABB-A9A6-B50B88346909}" dt="2025-05-28T08:20:26.029" v="375" actId="790"/>
          <ac:spMkLst>
            <pc:docMk/>
            <pc:sldMk cId="1075119306" sldId="1241"/>
            <ac:spMk id="3" creationId="{0D578256-1BCB-A550-1661-A8BC295866AD}"/>
          </ac:spMkLst>
        </pc:spChg>
        <pc:spChg chg="mod">
          <ac:chgData name="Feist, Ella" userId="992bbaf2-811d-42cb-a4d6-e7fc45e325e8" providerId="ADAL" clId="{1CA97419-2A66-4ABB-A9A6-B50B88346909}" dt="2025-05-28T08:20:26.029" v="375" actId="790"/>
          <ac:spMkLst>
            <pc:docMk/>
            <pc:sldMk cId="1075119306" sldId="1241"/>
            <ac:spMk id="5" creationId="{91A8ED3D-B755-43C9-BCB1-DCF495C0C9DB}"/>
          </ac:spMkLst>
        </pc:spChg>
        <pc:spChg chg="mod">
          <ac:chgData name="Feist, Ella" userId="992bbaf2-811d-42cb-a4d6-e7fc45e325e8" providerId="ADAL" clId="{1CA97419-2A66-4ABB-A9A6-B50B88346909}" dt="2025-05-28T08:20:26.029" v="375" actId="790"/>
          <ac:spMkLst>
            <pc:docMk/>
            <pc:sldMk cId="1075119306" sldId="1241"/>
            <ac:spMk id="7" creationId="{A66F8AF7-E7A3-F8D4-203D-C39E1F1EA2C8}"/>
          </ac:spMkLst>
        </pc:spChg>
        <pc:spChg chg="mod">
          <ac:chgData name="Feist, Ella" userId="992bbaf2-811d-42cb-a4d6-e7fc45e325e8" providerId="ADAL" clId="{1CA97419-2A66-4ABB-A9A6-B50B88346909}" dt="2025-05-28T08:20:26.029" v="375" actId="790"/>
          <ac:spMkLst>
            <pc:docMk/>
            <pc:sldMk cId="1075119306" sldId="1241"/>
            <ac:spMk id="10" creationId="{3DC707CC-F40F-C1F2-6C69-BF9F974A6D8A}"/>
          </ac:spMkLst>
        </pc:spChg>
      </pc:sldChg>
      <pc:sldChg chg="addSp delSp modSp mod chgLayout">
        <pc:chgData name="Feist, Ella" userId="992bbaf2-811d-42cb-a4d6-e7fc45e325e8" providerId="ADAL" clId="{1CA97419-2A66-4ABB-A9A6-B50B88346909}" dt="2025-05-28T08:20:26.029" v="375" actId="790"/>
        <pc:sldMkLst>
          <pc:docMk/>
          <pc:sldMk cId="973331674" sldId="1243"/>
        </pc:sldMkLst>
        <pc:spChg chg="mod ord">
          <ac:chgData name="Feist, Ella" userId="992bbaf2-811d-42cb-a4d6-e7fc45e325e8" providerId="ADAL" clId="{1CA97419-2A66-4ABB-A9A6-B50B88346909}" dt="2025-05-28T08:20:26.029" v="375" actId="790"/>
          <ac:spMkLst>
            <pc:docMk/>
            <pc:sldMk cId="973331674" sldId="1243"/>
            <ac:spMk id="4" creationId="{9ED32BBC-8A3B-5FB1-DB0F-B65F461BDA2D}"/>
          </ac:spMkLst>
        </pc:spChg>
        <pc:spChg chg="add mod ord">
          <ac:chgData name="Feist, Ella" userId="992bbaf2-811d-42cb-a4d6-e7fc45e325e8" providerId="ADAL" clId="{1CA97419-2A66-4ABB-A9A6-B50B88346909}" dt="2025-05-28T08:20:26.029" v="375" actId="790"/>
          <ac:spMkLst>
            <pc:docMk/>
            <pc:sldMk cId="973331674" sldId="1243"/>
            <ac:spMk id="5" creationId="{1EE5EAA5-2514-A414-ED71-59D1EC26A258}"/>
          </ac:spMkLst>
        </pc:spChg>
      </pc:sldChg>
      <pc:sldChg chg="modSp mod">
        <pc:chgData name="Feist, Ella" userId="992bbaf2-811d-42cb-a4d6-e7fc45e325e8" providerId="ADAL" clId="{1CA97419-2A66-4ABB-A9A6-B50B88346909}" dt="2025-05-28T08:20:26.029" v="375" actId="790"/>
        <pc:sldMkLst>
          <pc:docMk/>
          <pc:sldMk cId="4172584610" sldId="1244"/>
        </pc:sldMkLst>
        <pc:spChg chg="mod">
          <ac:chgData name="Feist, Ella" userId="992bbaf2-811d-42cb-a4d6-e7fc45e325e8" providerId="ADAL" clId="{1CA97419-2A66-4ABB-A9A6-B50B88346909}" dt="2025-05-28T08:20:26.029" v="375" actId="790"/>
          <ac:spMkLst>
            <pc:docMk/>
            <pc:sldMk cId="4172584610" sldId="1244"/>
            <ac:spMk id="2" creationId="{A9A6FF77-D641-4417-92E7-11CC6238BF20}"/>
          </ac:spMkLst>
        </pc:spChg>
        <pc:spChg chg="mod">
          <ac:chgData name="Feist, Ella" userId="992bbaf2-811d-42cb-a4d6-e7fc45e325e8" providerId="ADAL" clId="{1CA97419-2A66-4ABB-A9A6-B50B88346909}" dt="2025-05-28T08:20:26.029" v="375" actId="790"/>
          <ac:spMkLst>
            <pc:docMk/>
            <pc:sldMk cId="4172584610" sldId="1244"/>
            <ac:spMk id="3" creationId="{0BA39D56-3F63-9B62-CD80-6185356E4989}"/>
          </ac:spMkLst>
        </pc:spChg>
        <pc:spChg chg="mod">
          <ac:chgData name="Feist, Ella" userId="992bbaf2-811d-42cb-a4d6-e7fc45e325e8" providerId="ADAL" clId="{1CA97419-2A66-4ABB-A9A6-B50B88346909}" dt="2025-05-28T08:20:26.029" v="375" actId="790"/>
          <ac:spMkLst>
            <pc:docMk/>
            <pc:sldMk cId="4172584610" sldId="1244"/>
            <ac:spMk id="4" creationId="{CD50E466-00F2-E693-5311-E71B1AA7D0F8}"/>
          </ac:spMkLst>
        </pc:spChg>
        <pc:spChg chg="mod">
          <ac:chgData name="Feist, Ella" userId="992bbaf2-811d-42cb-a4d6-e7fc45e325e8" providerId="ADAL" clId="{1CA97419-2A66-4ABB-A9A6-B50B88346909}" dt="2025-05-28T08:20:26.029" v="375" actId="790"/>
          <ac:spMkLst>
            <pc:docMk/>
            <pc:sldMk cId="4172584610" sldId="1244"/>
            <ac:spMk id="5" creationId="{91A8ED3D-B755-43C9-BCB1-DCF495C0C9DB}"/>
          </ac:spMkLst>
        </pc:spChg>
        <pc:spChg chg="mod">
          <ac:chgData name="Feist, Ella" userId="992bbaf2-811d-42cb-a4d6-e7fc45e325e8" providerId="ADAL" clId="{1CA97419-2A66-4ABB-A9A6-B50B88346909}" dt="2025-05-28T08:20:26.029" v="375" actId="790"/>
          <ac:spMkLst>
            <pc:docMk/>
            <pc:sldMk cId="4172584610" sldId="1244"/>
            <ac:spMk id="7" creationId="{A5D214A6-BAFB-EB55-FDC4-125B63C325BE}"/>
          </ac:spMkLst>
        </pc:spChg>
      </pc:sldChg>
      <pc:sldChg chg="modSp mod">
        <pc:chgData name="Feist, Ella" userId="992bbaf2-811d-42cb-a4d6-e7fc45e325e8" providerId="ADAL" clId="{1CA97419-2A66-4ABB-A9A6-B50B88346909}" dt="2025-05-28T08:20:26.029" v="375" actId="790"/>
        <pc:sldMkLst>
          <pc:docMk/>
          <pc:sldMk cId="706934328" sldId="1245"/>
        </pc:sldMkLst>
        <pc:spChg chg="mod">
          <ac:chgData name="Feist, Ella" userId="992bbaf2-811d-42cb-a4d6-e7fc45e325e8" providerId="ADAL" clId="{1CA97419-2A66-4ABB-A9A6-B50B88346909}" dt="2025-05-28T08:20:26.029" v="375" actId="790"/>
          <ac:spMkLst>
            <pc:docMk/>
            <pc:sldMk cId="706934328" sldId="1245"/>
            <ac:spMk id="2" creationId="{A9A6FF77-D641-4417-92E7-11CC6238BF20}"/>
          </ac:spMkLst>
        </pc:spChg>
        <pc:spChg chg="mod">
          <ac:chgData name="Feist, Ella" userId="992bbaf2-811d-42cb-a4d6-e7fc45e325e8" providerId="ADAL" clId="{1CA97419-2A66-4ABB-A9A6-B50B88346909}" dt="2025-05-28T08:20:26.029" v="375" actId="790"/>
          <ac:spMkLst>
            <pc:docMk/>
            <pc:sldMk cId="706934328" sldId="1245"/>
            <ac:spMk id="3" creationId="{924BEE55-75F6-4653-4009-A6EE9DD32181}"/>
          </ac:spMkLst>
        </pc:spChg>
        <pc:spChg chg="mod">
          <ac:chgData name="Feist, Ella" userId="992bbaf2-811d-42cb-a4d6-e7fc45e325e8" providerId="ADAL" clId="{1CA97419-2A66-4ABB-A9A6-B50B88346909}" dt="2025-05-28T08:20:26.029" v="375" actId="790"/>
          <ac:spMkLst>
            <pc:docMk/>
            <pc:sldMk cId="706934328" sldId="1245"/>
            <ac:spMk id="5" creationId="{91A8ED3D-B755-43C9-BCB1-DCF495C0C9DB}"/>
          </ac:spMkLst>
        </pc:spChg>
      </pc:sldChg>
      <pc:sldChg chg="modSp mod">
        <pc:chgData name="Feist, Ella" userId="992bbaf2-811d-42cb-a4d6-e7fc45e325e8" providerId="ADAL" clId="{1CA97419-2A66-4ABB-A9A6-B50B88346909}" dt="2025-05-28T08:20:26.029" v="375" actId="790"/>
        <pc:sldMkLst>
          <pc:docMk/>
          <pc:sldMk cId="931107049" sldId="1246"/>
        </pc:sldMkLst>
        <pc:spChg chg="mod">
          <ac:chgData name="Feist, Ella" userId="992bbaf2-811d-42cb-a4d6-e7fc45e325e8" providerId="ADAL" clId="{1CA97419-2A66-4ABB-A9A6-B50B88346909}" dt="2025-05-28T08:20:26.029" v="375" actId="790"/>
          <ac:spMkLst>
            <pc:docMk/>
            <pc:sldMk cId="931107049" sldId="1246"/>
            <ac:spMk id="2" creationId="{A9A6FF77-D641-4417-92E7-11CC6238BF20}"/>
          </ac:spMkLst>
        </pc:spChg>
        <pc:spChg chg="mod">
          <ac:chgData name="Feist, Ella" userId="992bbaf2-811d-42cb-a4d6-e7fc45e325e8" providerId="ADAL" clId="{1CA97419-2A66-4ABB-A9A6-B50B88346909}" dt="2025-05-28T08:20:26.029" v="375" actId="790"/>
          <ac:spMkLst>
            <pc:docMk/>
            <pc:sldMk cId="931107049" sldId="1246"/>
            <ac:spMk id="3" creationId="{C70EE4BD-EF96-46B5-64D0-D4A183D007BF}"/>
          </ac:spMkLst>
        </pc:spChg>
        <pc:spChg chg="mod">
          <ac:chgData name="Feist, Ella" userId="992bbaf2-811d-42cb-a4d6-e7fc45e325e8" providerId="ADAL" clId="{1CA97419-2A66-4ABB-A9A6-B50B88346909}" dt="2025-05-28T08:20:26.029" v="375" actId="790"/>
          <ac:spMkLst>
            <pc:docMk/>
            <pc:sldMk cId="931107049" sldId="1246"/>
            <ac:spMk id="5" creationId="{91A8ED3D-B755-43C9-BCB1-DCF495C0C9DB}"/>
          </ac:spMkLst>
        </pc:spChg>
        <pc:spChg chg="mod">
          <ac:chgData name="Feist, Ella" userId="992bbaf2-811d-42cb-a4d6-e7fc45e325e8" providerId="ADAL" clId="{1CA97419-2A66-4ABB-A9A6-B50B88346909}" dt="2025-05-28T08:20:26.029" v="375" actId="790"/>
          <ac:spMkLst>
            <pc:docMk/>
            <pc:sldMk cId="931107049" sldId="1246"/>
            <ac:spMk id="9" creationId="{CA2FA335-3BF0-9FEA-14CC-295D691056C7}"/>
          </ac:spMkLst>
        </pc:spChg>
        <pc:spChg chg="mod">
          <ac:chgData name="Feist, Ella" userId="992bbaf2-811d-42cb-a4d6-e7fc45e325e8" providerId="ADAL" clId="{1CA97419-2A66-4ABB-A9A6-B50B88346909}" dt="2025-05-28T08:20:26.029" v="375" actId="790"/>
          <ac:spMkLst>
            <pc:docMk/>
            <pc:sldMk cId="931107049" sldId="1246"/>
            <ac:spMk id="10" creationId="{7F921C0C-4371-27F0-7A02-C8007189498F}"/>
          </ac:spMkLst>
        </pc:spChg>
        <pc:spChg chg="mod">
          <ac:chgData name="Feist, Ella" userId="992bbaf2-811d-42cb-a4d6-e7fc45e325e8" providerId="ADAL" clId="{1CA97419-2A66-4ABB-A9A6-B50B88346909}" dt="2025-05-28T08:20:26.029" v="375" actId="790"/>
          <ac:spMkLst>
            <pc:docMk/>
            <pc:sldMk cId="931107049" sldId="1246"/>
            <ac:spMk id="11" creationId="{6B8A0B59-444F-B3DB-973D-8887BF50F09A}"/>
          </ac:spMkLst>
        </pc:spChg>
      </pc:sldChg>
      <pc:sldChg chg="modSp mod">
        <pc:chgData name="Feist, Ella" userId="992bbaf2-811d-42cb-a4d6-e7fc45e325e8" providerId="ADAL" clId="{1CA97419-2A66-4ABB-A9A6-B50B88346909}" dt="2025-05-28T08:20:26.029" v="375" actId="790"/>
        <pc:sldMkLst>
          <pc:docMk/>
          <pc:sldMk cId="437299968" sldId="1247"/>
        </pc:sldMkLst>
        <pc:spChg chg="mod">
          <ac:chgData name="Feist, Ella" userId="992bbaf2-811d-42cb-a4d6-e7fc45e325e8" providerId="ADAL" clId="{1CA97419-2A66-4ABB-A9A6-B50B88346909}" dt="2025-05-28T08:20:26.029" v="375" actId="790"/>
          <ac:spMkLst>
            <pc:docMk/>
            <pc:sldMk cId="437299968" sldId="1247"/>
            <ac:spMk id="2" creationId="{A9A6FF77-D641-4417-92E7-11CC6238BF20}"/>
          </ac:spMkLst>
        </pc:spChg>
        <pc:spChg chg="mod">
          <ac:chgData name="Feist, Ella" userId="992bbaf2-811d-42cb-a4d6-e7fc45e325e8" providerId="ADAL" clId="{1CA97419-2A66-4ABB-A9A6-B50B88346909}" dt="2025-05-28T08:20:26.029" v="375" actId="790"/>
          <ac:spMkLst>
            <pc:docMk/>
            <pc:sldMk cId="437299968" sldId="1247"/>
            <ac:spMk id="3" creationId="{4E189369-8BC7-C3FF-BCAC-3984FB1CF1D1}"/>
          </ac:spMkLst>
        </pc:spChg>
        <pc:spChg chg="mod">
          <ac:chgData name="Feist, Ella" userId="992bbaf2-811d-42cb-a4d6-e7fc45e325e8" providerId="ADAL" clId="{1CA97419-2A66-4ABB-A9A6-B50B88346909}" dt="2025-05-28T08:20:26.029" v="375" actId="790"/>
          <ac:spMkLst>
            <pc:docMk/>
            <pc:sldMk cId="437299968" sldId="1247"/>
            <ac:spMk id="5" creationId="{91A8ED3D-B755-43C9-BCB1-DCF495C0C9DB}"/>
          </ac:spMkLst>
        </pc:spChg>
        <pc:spChg chg="mod">
          <ac:chgData name="Feist, Ella" userId="992bbaf2-811d-42cb-a4d6-e7fc45e325e8" providerId="ADAL" clId="{1CA97419-2A66-4ABB-A9A6-B50B88346909}" dt="2025-05-28T08:20:26.029" v="375" actId="790"/>
          <ac:spMkLst>
            <pc:docMk/>
            <pc:sldMk cId="437299968" sldId="1247"/>
            <ac:spMk id="8" creationId="{93B824F8-BD31-ADF4-A96C-B1927BED31FD}"/>
          </ac:spMkLst>
        </pc:spChg>
        <pc:spChg chg="mod">
          <ac:chgData name="Feist, Ella" userId="992bbaf2-811d-42cb-a4d6-e7fc45e325e8" providerId="ADAL" clId="{1CA97419-2A66-4ABB-A9A6-B50B88346909}" dt="2025-05-28T08:20:26.029" v="375" actId="790"/>
          <ac:spMkLst>
            <pc:docMk/>
            <pc:sldMk cId="437299968" sldId="1247"/>
            <ac:spMk id="9" creationId="{CC259FEF-9BDF-50D6-29B4-E01F2EB96F8B}"/>
          </ac:spMkLst>
        </pc:spChg>
        <pc:spChg chg="mod">
          <ac:chgData name="Feist, Ella" userId="992bbaf2-811d-42cb-a4d6-e7fc45e325e8" providerId="ADAL" clId="{1CA97419-2A66-4ABB-A9A6-B50B88346909}" dt="2025-05-28T08:20:26.029" v="375" actId="790"/>
          <ac:spMkLst>
            <pc:docMk/>
            <pc:sldMk cId="437299968" sldId="1247"/>
            <ac:spMk id="12" creationId="{64551768-6134-6E23-134F-F34D7D860FB9}"/>
          </ac:spMkLst>
        </pc:spChg>
        <pc:spChg chg="mod">
          <ac:chgData name="Feist, Ella" userId="992bbaf2-811d-42cb-a4d6-e7fc45e325e8" providerId="ADAL" clId="{1CA97419-2A66-4ABB-A9A6-B50B88346909}" dt="2025-05-28T08:20:26.029" v="375" actId="790"/>
          <ac:spMkLst>
            <pc:docMk/>
            <pc:sldMk cId="437299968" sldId="1247"/>
            <ac:spMk id="13" creationId="{5C198D3A-CCD1-D2B8-9718-3992CAEEA9BF}"/>
          </ac:spMkLst>
        </pc:spChg>
        <pc:graphicFrameChg chg="mod modGraphic">
          <ac:chgData name="Feist, Ella" userId="992bbaf2-811d-42cb-a4d6-e7fc45e325e8" providerId="ADAL" clId="{1CA97419-2A66-4ABB-A9A6-B50B88346909}" dt="2025-05-28T08:20:26.029" v="375" actId="790"/>
          <ac:graphicFrameMkLst>
            <pc:docMk/>
            <pc:sldMk cId="437299968" sldId="1247"/>
            <ac:graphicFrameMk id="6" creationId="{1733304D-244D-3787-B3B9-45505E6F490C}"/>
          </ac:graphicFrameMkLst>
        </pc:graphicFrameChg>
      </pc:sldChg>
      <pc:sldChg chg="modSp mod">
        <pc:chgData name="Feist, Ella" userId="992bbaf2-811d-42cb-a4d6-e7fc45e325e8" providerId="ADAL" clId="{1CA97419-2A66-4ABB-A9A6-B50B88346909}" dt="2025-05-28T08:20:26.029" v="375" actId="790"/>
        <pc:sldMkLst>
          <pc:docMk/>
          <pc:sldMk cId="2762665505" sldId="1248"/>
        </pc:sldMkLst>
        <pc:spChg chg="mod">
          <ac:chgData name="Feist, Ella" userId="992bbaf2-811d-42cb-a4d6-e7fc45e325e8" providerId="ADAL" clId="{1CA97419-2A66-4ABB-A9A6-B50B88346909}" dt="2025-05-28T08:20:26.029" v="375" actId="790"/>
          <ac:spMkLst>
            <pc:docMk/>
            <pc:sldMk cId="2762665505" sldId="1248"/>
            <ac:spMk id="2" creationId="{A9A6FF77-D641-4417-92E7-11CC6238BF20}"/>
          </ac:spMkLst>
        </pc:spChg>
        <pc:spChg chg="mod">
          <ac:chgData name="Feist, Ella" userId="992bbaf2-811d-42cb-a4d6-e7fc45e325e8" providerId="ADAL" clId="{1CA97419-2A66-4ABB-A9A6-B50B88346909}" dt="2025-05-28T08:20:26.029" v="375" actId="790"/>
          <ac:spMkLst>
            <pc:docMk/>
            <pc:sldMk cId="2762665505" sldId="1248"/>
            <ac:spMk id="4" creationId="{598285F0-7481-4A78-7D4C-189726056575}"/>
          </ac:spMkLst>
        </pc:spChg>
        <pc:spChg chg="mod">
          <ac:chgData name="Feist, Ella" userId="992bbaf2-811d-42cb-a4d6-e7fc45e325e8" providerId="ADAL" clId="{1CA97419-2A66-4ABB-A9A6-B50B88346909}" dt="2025-05-28T08:20:26.029" v="375" actId="790"/>
          <ac:spMkLst>
            <pc:docMk/>
            <pc:sldMk cId="2762665505" sldId="1248"/>
            <ac:spMk id="5" creationId="{91A8ED3D-B755-43C9-BCB1-DCF495C0C9DB}"/>
          </ac:spMkLst>
        </pc:spChg>
        <pc:spChg chg="mod">
          <ac:chgData name="Feist, Ella" userId="992bbaf2-811d-42cb-a4d6-e7fc45e325e8" providerId="ADAL" clId="{1CA97419-2A66-4ABB-A9A6-B50B88346909}" dt="2025-05-28T08:20:26.029" v="375" actId="790"/>
          <ac:spMkLst>
            <pc:docMk/>
            <pc:sldMk cId="2762665505" sldId="1248"/>
            <ac:spMk id="14" creationId="{A7DAB94C-CC78-24A8-E70E-325B1A6DDD66}"/>
          </ac:spMkLst>
        </pc:spChg>
        <pc:spChg chg="mod">
          <ac:chgData name="Feist, Ella" userId="992bbaf2-811d-42cb-a4d6-e7fc45e325e8" providerId="ADAL" clId="{1CA97419-2A66-4ABB-A9A6-B50B88346909}" dt="2025-05-28T08:20:26.029" v="375" actId="790"/>
          <ac:spMkLst>
            <pc:docMk/>
            <pc:sldMk cId="2762665505" sldId="1248"/>
            <ac:spMk id="15" creationId="{D5F82530-AF61-5CFD-640E-1247672768C2}"/>
          </ac:spMkLst>
        </pc:spChg>
        <pc:spChg chg="mod">
          <ac:chgData name="Feist, Ella" userId="992bbaf2-811d-42cb-a4d6-e7fc45e325e8" providerId="ADAL" clId="{1CA97419-2A66-4ABB-A9A6-B50B88346909}" dt="2025-05-28T08:20:26.029" v="375" actId="790"/>
          <ac:spMkLst>
            <pc:docMk/>
            <pc:sldMk cId="2762665505" sldId="1248"/>
            <ac:spMk id="16" creationId="{4B9677B4-3CC2-082D-50A9-27BB78A522D3}"/>
          </ac:spMkLst>
        </pc:spChg>
        <pc:graphicFrameChg chg="mod modGraphic">
          <ac:chgData name="Feist, Ella" userId="992bbaf2-811d-42cb-a4d6-e7fc45e325e8" providerId="ADAL" clId="{1CA97419-2A66-4ABB-A9A6-B50B88346909}" dt="2025-05-28T08:20:26.029" v="375" actId="790"/>
          <ac:graphicFrameMkLst>
            <pc:docMk/>
            <pc:sldMk cId="2762665505" sldId="1248"/>
            <ac:graphicFrameMk id="6" creationId="{EE790229-2479-C9C1-9E5F-53425E162C1E}"/>
          </ac:graphicFrameMkLst>
        </pc:graphicFrameChg>
      </pc:sldChg>
      <pc:sldChg chg="delSp modSp mod modClrScheme chgLayout">
        <pc:chgData name="Feist, Ella" userId="992bbaf2-811d-42cb-a4d6-e7fc45e325e8" providerId="ADAL" clId="{1CA97419-2A66-4ABB-A9A6-B50B88346909}" dt="2025-05-28T08:20:26.029" v="375" actId="790"/>
        <pc:sldMkLst>
          <pc:docMk/>
          <pc:sldMk cId="428314703" sldId="1249"/>
        </pc:sldMkLst>
        <pc:spChg chg="mod ord">
          <ac:chgData name="Feist, Ella" userId="992bbaf2-811d-42cb-a4d6-e7fc45e325e8" providerId="ADAL" clId="{1CA97419-2A66-4ABB-A9A6-B50B88346909}" dt="2025-05-28T08:20:26.029" v="375" actId="790"/>
          <ac:spMkLst>
            <pc:docMk/>
            <pc:sldMk cId="428314703" sldId="1249"/>
            <ac:spMk id="2" creationId="{D7EC235F-614F-714E-A97F-4FF50EFF14FD}"/>
          </ac:spMkLst>
        </pc:spChg>
        <pc:spChg chg="mod ord">
          <ac:chgData name="Feist, Ella" userId="992bbaf2-811d-42cb-a4d6-e7fc45e325e8" providerId="ADAL" clId="{1CA97419-2A66-4ABB-A9A6-B50B88346909}" dt="2025-05-28T08:20:26.029" v="375" actId="790"/>
          <ac:spMkLst>
            <pc:docMk/>
            <pc:sldMk cId="428314703" sldId="1249"/>
            <ac:spMk id="4" creationId="{E9C5A723-C0B1-124B-8CB6-AA3105C9A4E6}"/>
          </ac:spMkLst>
        </pc:spChg>
        <pc:spChg chg="mod ord">
          <ac:chgData name="Feist, Ella" userId="992bbaf2-811d-42cb-a4d6-e7fc45e325e8" providerId="ADAL" clId="{1CA97419-2A66-4ABB-A9A6-B50B88346909}" dt="2025-05-28T08:20:26.029" v="375" actId="790"/>
          <ac:spMkLst>
            <pc:docMk/>
            <pc:sldMk cId="428314703" sldId="1249"/>
            <ac:spMk id="7" creationId="{30B5A579-E082-53F5-D03A-664095939DEE}"/>
          </ac:spMkLst>
        </pc:spChg>
      </pc:sldChg>
      <pc:sldChg chg="modSp mod modClrScheme chgLayout">
        <pc:chgData name="Feist, Ella" userId="992bbaf2-811d-42cb-a4d6-e7fc45e325e8" providerId="ADAL" clId="{1CA97419-2A66-4ABB-A9A6-B50B88346909}" dt="2025-05-28T08:20:26.029" v="375" actId="790"/>
        <pc:sldMkLst>
          <pc:docMk/>
          <pc:sldMk cId="802669007" sldId="1251"/>
        </pc:sldMkLst>
        <pc:spChg chg="mod ord">
          <ac:chgData name="Feist, Ella" userId="992bbaf2-811d-42cb-a4d6-e7fc45e325e8" providerId="ADAL" clId="{1CA97419-2A66-4ABB-A9A6-B50B88346909}" dt="2025-05-28T08:20:26.029" v="375" actId="790"/>
          <ac:spMkLst>
            <pc:docMk/>
            <pc:sldMk cId="802669007" sldId="1251"/>
            <ac:spMk id="2" creationId="{F111C5DB-635E-4576-A4C3-837B7E452E1E}"/>
          </ac:spMkLst>
        </pc:spChg>
        <pc:spChg chg="mod ord">
          <ac:chgData name="Feist, Ella" userId="992bbaf2-811d-42cb-a4d6-e7fc45e325e8" providerId="ADAL" clId="{1CA97419-2A66-4ABB-A9A6-B50B88346909}" dt="2025-05-28T08:20:26.029" v="375" actId="790"/>
          <ac:spMkLst>
            <pc:docMk/>
            <pc:sldMk cId="802669007" sldId="1251"/>
            <ac:spMk id="3" creationId="{58663B72-C679-B2FD-AA92-D404A41515CF}"/>
          </ac:spMkLst>
        </pc:spChg>
        <pc:spChg chg="mod ord">
          <ac:chgData name="Feist, Ella" userId="992bbaf2-811d-42cb-a4d6-e7fc45e325e8" providerId="ADAL" clId="{1CA97419-2A66-4ABB-A9A6-B50B88346909}" dt="2025-05-28T08:20:26.029" v="375" actId="790"/>
          <ac:spMkLst>
            <pc:docMk/>
            <pc:sldMk cId="802669007" sldId="1251"/>
            <ac:spMk id="6" creationId="{9ECDB192-E59C-C44D-B6D5-3E31ED8088B5}"/>
          </ac:spMkLst>
        </pc:spChg>
      </pc:sldChg>
      <pc:sldChg chg="addSp delSp modSp mod chgLayout">
        <pc:chgData name="Feist, Ella" userId="992bbaf2-811d-42cb-a4d6-e7fc45e325e8" providerId="ADAL" clId="{1CA97419-2A66-4ABB-A9A6-B50B88346909}" dt="2025-05-28T08:20:26.029" v="375" actId="790"/>
        <pc:sldMkLst>
          <pc:docMk/>
          <pc:sldMk cId="203526778" sldId="1634"/>
        </pc:sldMkLst>
        <pc:spChg chg="mod ord">
          <ac:chgData name="Feist, Ella" userId="992bbaf2-811d-42cb-a4d6-e7fc45e325e8" providerId="ADAL" clId="{1CA97419-2A66-4ABB-A9A6-B50B88346909}" dt="2025-05-28T08:20:26.029" v="375" actId="790"/>
          <ac:spMkLst>
            <pc:docMk/>
            <pc:sldMk cId="203526778" sldId="1634"/>
            <ac:spMk id="2" creationId="{D7EC235F-614F-714E-A97F-4FF50EFF14FD}"/>
          </ac:spMkLst>
        </pc:spChg>
        <pc:spChg chg="mod ord">
          <ac:chgData name="Feist, Ella" userId="992bbaf2-811d-42cb-a4d6-e7fc45e325e8" providerId="ADAL" clId="{1CA97419-2A66-4ABB-A9A6-B50B88346909}" dt="2025-05-28T08:20:26.029" v="375" actId="790"/>
          <ac:spMkLst>
            <pc:docMk/>
            <pc:sldMk cId="203526778" sldId="1634"/>
            <ac:spMk id="4" creationId="{E9C5A723-C0B1-124B-8CB6-AA3105C9A4E6}"/>
          </ac:spMkLst>
        </pc:spChg>
        <pc:spChg chg="mod ord">
          <ac:chgData name="Feist, Ella" userId="992bbaf2-811d-42cb-a4d6-e7fc45e325e8" providerId="ADAL" clId="{1CA97419-2A66-4ABB-A9A6-B50B88346909}" dt="2025-05-28T08:20:26.029" v="375" actId="790"/>
          <ac:spMkLst>
            <pc:docMk/>
            <pc:sldMk cId="203526778" sldId="1634"/>
            <ac:spMk id="5" creationId="{979A5E23-6065-D476-460C-1C46CF38262F}"/>
          </ac:spMkLst>
        </pc:spChg>
      </pc:sldChg>
      <pc:sldChg chg="addSp delSp modSp mod chgLayout">
        <pc:chgData name="Feist, Ella" userId="992bbaf2-811d-42cb-a4d6-e7fc45e325e8" providerId="ADAL" clId="{1CA97419-2A66-4ABB-A9A6-B50B88346909}" dt="2025-05-28T08:20:26.029" v="375" actId="790"/>
        <pc:sldMkLst>
          <pc:docMk/>
          <pc:sldMk cId="2521748957" sldId="1635"/>
        </pc:sldMkLst>
        <pc:spChg chg="mod ord">
          <ac:chgData name="Feist, Ella" userId="992bbaf2-811d-42cb-a4d6-e7fc45e325e8" providerId="ADAL" clId="{1CA97419-2A66-4ABB-A9A6-B50B88346909}" dt="2025-05-28T08:20:26.029" v="375" actId="790"/>
          <ac:spMkLst>
            <pc:docMk/>
            <pc:sldMk cId="2521748957" sldId="1635"/>
            <ac:spMk id="2" creationId="{D7EC235F-614F-714E-A97F-4FF50EFF14FD}"/>
          </ac:spMkLst>
        </pc:spChg>
        <pc:spChg chg="mod ord">
          <ac:chgData name="Feist, Ella" userId="992bbaf2-811d-42cb-a4d6-e7fc45e325e8" providerId="ADAL" clId="{1CA97419-2A66-4ABB-A9A6-B50B88346909}" dt="2025-05-28T08:20:26.029" v="375" actId="790"/>
          <ac:spMkLst>
            <pc:docMk/>
            <pc:sldMk cId="2521748957" sldId="1635"/>
            <ac:spMk id="4" creationId="{E9C5A723-C0B1-124B-8CB6-AA3105C9A4E6}"/>
          </ac:spMkLst>
        </pc:spChg>
        <pc:spChg chg="mod ord">
          <ac:chgData name="Feist, Ella" userId="992bbaf2-811d-42cb-a4d6-e7fc45e325e8" providerId="ADAL" clId="{1CA97419-2A66-4ABB-A9A6-B50B88346909}" dt="2025-05-28T08:20:26.029" v="375" actId="790"/>
          <ac:spMkLst>
            <pc:docMk/>
            <pc:sldMk cId="2521748957" sldId="1635"/>
            <ac:spMk id="5" creationId="{979A5E23-6065-D476-460C-1C46CF38262F}"/>
          </ac:spMkLst>
        </pc:spChg>
      </pc:sldChg>
      <pc:sldChg chg="modSp mod">
        <pc:chgData name="Feist, Ella" userId="992bbaf2-811d-42cb-a4d6-e7fc45e325e8" providerId="ADAL" clId="{1CA97419-2A66-4ABB-A9A6-B50B88346909}" dt="2025-05-28T08:20:26.029" v="375" actId="790"/>
        <pc:sldMkLst>
          <pc:docMk/>
          <pc:sldMk cId="2406648083" sldId="1636"/>
        </pc:sldMkLst>
        <pc:spChg chg="mod">
          <ac:chgData name="Feist, Ella" userId="992bbaf2-811d-42cb-a4d6-e7fc45e325e8" providerId="ADAL" clId="{1CA97419-2A66-4ABB-A9A6-B50B88346909}" dt="2025-05-28T08:20:26.029" v="375" actId="790"/>
          <ac:spMkLst>
            <pc:docMk/>
            <pc:sldMk cId="2406648083" sldId="1636"/>
            <ac:spMk id="4" creationId="{90E0F95A-93EF-962F-FB3A-AFD8113EC126}"/>
          </ac:spMkLst>
        </pc:spChg>
        <pc:spChg chg="mod">
          <ac:chgData name="Feist, Ella" userId="992bbaf2-811d-42cb-a4d6-e7fc45e325e8" providerId="ADAL" clId="{1CA97419-2A66-4ABB-A9A6-B50B88346909}" dt="2025-05-28T08:20:26.029" v="375" actId="790"/>
          <ac:spMkLst>
            <pc:docMk/>
            <pc:sldMk cId="2406648083" sldId="1636"/>
            <ac:spMk id="5" creationId="{5CEFDB95-01C1-932E-0B3D-B234A824362E}"/>
          </ac:spMkLst>
        </pc:spChg>
        <pc:spChg chg="mod">
          <ac:chgData name="Feist, Ella" userId="992bbaf2-811d-42cb-a4d6-e7fc45e325e8" providerId="ADAL" clId="{1CA97419-2A66-4ABB-A9A6-B50B88346909}" dt="2025-05-28T08:20:26.029" v="375" actId="790"/>
          <ac:spMkLst>
            <pc:docMk/>
            <pc:sldMk cId="2406648083" sldId="1636"/>
            <ac:spMk id="6" creationId="{ADDC82A8-9856-A625-7792-2ABC9B35758B}"/>
          </ac:spMkLst>
        </pc:spChg>
      </pc:sldChg>
      <pc:sldChg chg="modSp mod">
        <pc:chgData name="Feist, Ella" userId="992bbaf2-811d-42cb-a4d6-e7fc45e325e8" providerId="ADAL" clId="{1CA97419-2A66-4ABB-A9A6-B50B88346909}" dt="2025-05-28T08:20:26.029" v="375" actId="790"/>
        <pc:sldMkLst>
          <pc:docMk/>
          <pc:sldMk cId="4062266599" sldId="1637"/>
        </pc:sldMkLst>
        <pc:spChg chg="mod">
          <ac:chgData name="Feist, Ella" userId="992bbaf2-811d-42cb-a4d6-e7fc45e325e8" providerId="ADAL" clId="{1CA97419-2A66-4ABB-A9A6-B50B88346909}" dt="2025-05-28T08:20:26.029" v="375" actId="790"/>
          <ac:spMkLst>
            <pc:docMk/>
            <pc:sldMk cId="4062266599" sldId="1637"/>
            <ac:spMk id="4" creationId="{C5BD53FA-DC6B-67CE-86D4-8DAC1809F59F}"/>
          </ac:spMkLst>
        </pc:spChg>
        <pc:spChg chg="mod">
          <ac:chgData name="Feist, Ella" userId="992bbaf2-811d-42cb-a4d6-e7fc45e325e8" providerId="ADAL" clId="{1CA97419-2A66-4ABB-A9A6-B50B88346909}" dt="2025-05-28T08:20:26.029" v="375" actId="790"/>
          <ac:spMkLst>
            <pc:docMk/>
            <pc:sldMk cId="4062266599" sldId="1637"/>
            <ac:spMk id="5" creationId="{2BF29E82-ABC2-95CB-52CC-0BC0F43E17FE}"/>
          </ac:spMkLst>
        </pc:spChg>
        <pc:spChg chg="mod">
          <ac:chgData name="Feist, Ella" userId="992bbaf2-811d-42cb-a4d6-e7fc45e325e8" providerId="ADAL" clId="{1CA97419-2A66-4ABB-A9A6-B50B88346909}" dt="2025-05-28T08:20:26.029" v="375" actId="790"/>
          <ac:spMkLst>
            <pc:docMk/>
            <pc:sldMk cId="4062266599" sldId="1637"/>
            <ac:spMk id="6" creationId="{F39C8D80-C7D7-943E-1E74-44075AAABA31}"/>
          </ac:spMkLst>
        </pc:spChg>
      </pc:sldChg>
      <pc:sldChg chg="modSp mod">
        <pc:chgData name="Feist, Ella" userId="992bbaf2-811d-42cb-a4d6-e7fc45e325e8" providerId="ADAL" clId="{1CA97419-2A66-4ABB-A9A6-B50B88346909}" dt="2025-05-28T08:20:26.029" v="375" actId="790"/>
        <pc:sldMkLst>
          <pc:docMk/>
          <pc:sldMk cId="1414348382" sldId="1638"/>
        </pc:sldMkLst>
        <pc:spChg chg="mod">
          <ac:chgData name="Feist, Ella" userId="992bbaf2-811d-42cb-a4d6-e7fc45e325e8" providerId="ADAL" clId="{1CA97419-2A66-4ABB-A9A6-B50B88346909}" dt="2025-05-28T08:20:26.029" v="375" actId="790"/>
          <ac:spMkLst>
            <pc:docMk/>
            <pc:sldMk cId="1414348382" sldId="1638"/>
            <ac:spMk id="4" creationId="{B344B163-FCA9-D65D-0AAA-8D83EC4DA994}"/>
          </ac:spMkLst>
        </pc:spChg>
        <pc:spChg chg="mod">
          <ac:chgData name="Feist, Ella" userId="992bbaf2-811d-42cb-a4d6-e7fc45e325e8" providerId="ADAL" clId="{1CA97419-2A66-4ABB-A9A6-B50B88346909}" dt="2025-05-28T08:20:26.029" v="375" actId="790"/>
          <ac:spMkLst>
            <pc:docMk/>
            <pc:sldMk cId="1414348382" sldId="1638"/>
            <ac:spMk id="5" creationId="{1092D3CD-7DEA-C345-7841-32259B24EA1D}"/>
          </ac:spMkLst>
        </pc:spChg>
        <pc:spChg chg="mod">
          <ac:chgData name="Feist, Ella" userId="992bbaf2-811d-42cb-a4d6-e7fc45e325e8" providerId="ADAL" clId="{1CA97419-2A66-4ABB-A9A6-B50B88346909}" dt="2025-05-28T08:20:26.029" v="375" actId="790"/>
          <ac:spMkLst>
            <pc:docMk/>
            <pc:sldMk cId="1414348382" sldId="1638"/>
            <ac:spMk id="6" creationId="{165ED521-AA9F-8DF3-E5B0-D0FE1142F427}"/>
          </ac:spMkLst>
        </pc:spChg>
      </pc:sldChg>
      <pc:sldChg chg="modSp mod">
        <pc:chgData name="Feist, Ella" userId="992bbaf2-811d-42cb-a4d6-e7fc45e325e8" providerId="ADAL" clId="{1CA97419-2A66-4ABB-A9A6-B50B88346909}" dt="2025-05-28T08:20:26.029" v="375" actId="790"/>
        <pc:sldMkLst>
          <pc:docMk/>
          <pc:sldMk cId="2431563535" sldId="1639"/>
        </pc:sldMkLst>
        <pc:spChg chg="mod">
          <ac:chgData name="Feist, Ella" userId="992bbaf2-811d-42cb-a4d6-e7fc45e325e8" providerId="ADAL" clId="{1CA97419-2A66-4ABB-A9A6-B50B88346909}" dt="2025-05-28T08:20:26.029" v="375" actId="790"/>
          <ac:spMkLst>
            <pc:docMk/>
            <pc:sldMk cId="2431563535" sldId="1639"/>
            <ac:spMk id="2" creationId="{8D64EFD1-9C3B-03BC-A702-1AB64BE08E09}"/>
          </ac:spMkLst>
        </pc:spChg>
        <pc:spChg chg="mod">
          <ac:chgData name="Feist, Ella" userId="992bbaf2-811d-42cb-a4d6-e7fc45e325e8" providerId="ADAL" clId="{1CA97419-2A66-4ABB-A9A6-B50B88346909}" dt="2025-05-28T08:20:26.029" v="375" actId="790"/>
          <ac:spMkLst>
            <pc:docMk/>
            <pc:sldMk cId="2431563535" sldId="1639"/>
            <ac:spMk id="3" creationId="{8A6A8A21-73C3-ADCF-EEE6-64A70547071C}"/>
          </ac:spMkLst>
        </pc:spChg>
        <pc:spChg chg="mod">
          <ac:chgData name="Feist, Ella" userId="992bbaf2-811d-42cb-a4d6-e7fc45e325e8" providerId="ADAL" clId="{1CA97419-2A66-4ABB-A9A6-B50B88346909}" dt="2025-05-28T08:20:26.029" v="375" actId="790"/>
          <ac:spMkLst>
            <pc:docMk/>
            <pc:sldMk cId="2431563535" sldId="1639"/>
            <ac:spMk id="4" creationId="{EFC04528-47E7-6249-7B10-8BBD1C276D79}"/>
          </ac:spMkLst>
        </pc:spChg>
      </pc:sldChg>
      <pc:sldMasterChg chg="del delSldLayout">
        <pc:chgData name="Feist, Ella" userId="992bbaf2-811d-42cb-a4d6-e7fc45e325e8" providerId="ADAL" clId="{1CA97419-2A66-4ABB-A9A6-B50B88346909}" dt="2025-05-28T07:59:31.062" v="1"/>
        <pc:sldMasterMkLst>
          <pc:docMk/>
          <pc:sldMasterMk cId="2217866481" sldId="2147483660"/>
        </pc:sldMasterMkLst>
        <pc:sldLayoutChg chg="del">
          <pc:chgData name="Feist, Ella" userId="992bbaf2-811d-42cb-a4d6-e7fc45e325e8" providerId="ADAL" clId="{1CA97419-2A66-4ABB-A9A6-B50B88346909}" dt="2025-05-28T07:59:31.062" v="1"/>
          <pc:sldLayoutMkLst>
            <pc:docMk/>
            <pc:sldMasterMk cId="2217866481" sldId="2147483660"/>
            <pc:sldLayoutMk cId="1785230785" sldId="2147483777"/>
          </pc:sldLayoutMkLst>
        </pc:sldLayoutChg>
        <pc:sldLayoutChg chg="del">
          <pc:chgData name="Feist, Ella" userId="992bbaf2-811d-42cb-a4d6-e7fc45e325e8" providerId="ADAL" clId="{1CA97419-2A66-4ABB-A9A6-B50B88346909}" dt="2025-05-28T07:59:31.062" v="1"/>
          <pc:sldLayoutMkLst>
            <pc:docMk/>
            <pc:sldMasterMk cId="2217866481" sldId="2147483660"/>
            <pc:sldLayoutMk cId="3151091117" sldId="2147483780"/>
          </pc:sldLayoutMkLst>
        </pc:sldLayoutChg>
        <pc:sldLayoutChg chg="del">
          <pc:chgData name="Feist, Ella" userId="992bbaf2-811d-42cb-a4d6-e7fc45e325e8" providerId="ADAL" clId="{1CA97419-2A66-4ABB-A9A6-B50B88346909}" dt="2025-05-28T07:59:31.062" v="1"/>
          <pc:sldLayoutMkLst>
            <pc:docMk/>
            <pc:sldMasterMk cId="2217866481" sldId="2147483660"/>
            <pc:sldLayoutMk cId="2670422055" sldId="2147483781"/>
          </pc:sldLayoutMkLst>
        </pc:sldLayoutChg>
        <pc:sldLayoutChg chg="del">
          <pc:chgData name="Feist, Ella" userId="992bbaf2-811d-42cb-a4d6-e7fc45e325e8" providerId="ADAL" clId="{1CA97419-2A66-4ABB-A9A6-B50B88346909}" dt="2025-05-28T07:59:31.062" v="1"/>
          <pc:sldLayoutMkLst>
            <pc:docMk/>
            <pc:sldMasterMk cId="2217866481" sldId="2147483660"/>
            <pc:sldLayoutMk cId="3910812132" sldId="2147483786"/>
          </pc:sldLayoutMkLst>
        </pc:sldLayoutChg>
        <pc:sldLayoutChg chg="del">
          <pc:chgData name="Feist, Ella" userId="992bbaf2-811d-42cb-a4d6-e7fc45e325e8" providerId="ADAL" clId="{1CA97419-2A66-4ABB-A9A6-B50B88346909}" dt="2025-05-28T07:59:31.062" v="1"/>
          <pc:sldLayoutMkLst>
            <pc:docMk/>
            <pc:sldMasterMk cId="2217866481" sldId="2147483660"/>
            <pc:sldLayoutMk cId="3389854272" sldId="2147483788"/>
          </pc:sldLayoutMkLst>
        </pc:sldLayoutChg>
        <pc:sldLayoutChg chg="del">
          <pc:chgData name="Feist, Ella" userId="992bbaf2-811d-42cb-a4d6-e7fc45e325e8" providerId="ADAL" clId="{1CA97419-2A66-4ABB-A9A6-B50B88346909}" dt="2025-05-28T07:59:31.062" v="1"/>
          <pc:sldLayoutMkLst>
            <pc:docMk/>
            <pc:sldMasterMk cId="2217866481" sldId="2147483660"/>
            <pc:sldLayoutMk cId="844404885" sldId="2147483796"/>
          </pc:sldLayoutMkLst>
        </pc:sldLayoutChg>
        <pc:sldLayoutChg chg="del">
          <pc:chgData name="Feist, Ella" userId="992bbaf2-811d-42cb-a4d6-e7fc45e325e8" providerId="ADAL" clId="{1CA97419-2A66-4ABB-A9A6-B50B88346909}" dt="2025-05-28T07:59:31.062" v="1"/>
          <pc:sldLayoutMkLst>
            <pc:docMk/>
            <pc:sldMasterMk cId="2217866481" sldId="2147483660"/>
            <pc:sldLayoutMk cId="2238072026" sldId="2147483797"/>
          </pc:sldLayoutMkLst>
        </pc:sldLayoutChg>
        <pc:sldLayoutChg chg="del">
          <pc:chgData name="Feist, Ella" userId="992bbaf2-811d-42cb-a4d6-e7fc45e325e8" providerId="ADAL" clId="{1CA97419-2A66-4ABB-A9A6-B50B88346909}" dt="2025-05-28T07:59:31.062" v="1"/>
          <pc:sldLayoutMkLst>
            <pc:docMk/>
            <pc:sldMasterMk cId="2217866481" sldId="2147483660"/>
            <pc:sldLayoutMk cId="2785161596" sldId="2147483798"/>
          </pc:sldLayoutMkLst>
        </pc:sldLayoutChg>
        <pc:sldLayoutChg chg="del">
          <pc:chgData name="Feist, Ella" userId="992bbaf2-811d-42cb-a4d6-e7fc45e325e8" providerId="ADAL" clId="{1CA97419-2A66-4ABB-A9A6-B50B88346909}" dt="2025-05-28T07:59:31.062" v="1"/>
          <pc:sldLayoutMkLst>
            <pc:docMk/>
            <pc:sldMasterMk cId="2217866481" sldId="2147483660"/>
            <pc:sldLayoutMk cId="1958520897" sldId="2147483872"/>
          </pc:sldLayoutMkLst>
        </pc:sldLayoutChg>
        <pc:sldLayoutChg chg="del">
          <pc:chgData name="Feist, Ella" userId="992bbaf2-811d-42cb-a4d6-e7fc45e325e8" providerId="ADAL" clId="{1CA97419-2A66-4ABB-A9A6-B50B88346909}" dt="2025-05-28T07:59:31.062" v="1"/>
          <pc:sldLayoutMkLst>
            <pc:docMk/>
            <pc:sldMasterMk cId="2217866481" sldId="2147483660"/>
            <pc:sldLayoutMk cId="472251335" sldId="2147483873"/>
          </pc:sldLayoutMkLst>
        </pc:sldLayoutChg>
      </pc:sldMasterChg>
      <pc:sldMasterChg chg="del delSldLayout">
        <pc:chgData name="Feist, Ella" userId="992bbaf2-811d-42cb-a4d6-e7fc45e325e8" providerId="ADAL" clId="{1CA97419-2A66-4ABB-A9A6-B50B88346909}" dt="2025-05-28T07:59:31.062" v="1"/>
        <pc:sldMasterMkLst>
          <pc:docMk/>
          <pc:sldMasterMk cId="1433300368" sldId="2147483799"/>
        </pc:sldMasterMkLst>
        <pc:sldLayoutChg chg="del">
          <pc:chgData name="Feist, Ella" userId="992bbaf2-811d-42cb-a4d6-e7fc45e325e8" providerId="ADAL" clId="{1CA97419-2A66-4ABB-A9A6-B50B88346909}" dt="2025-05-28T07:59:31.062" v="1"/>
          <pc:sldLayoutMkLst>
            <pc:docMk/>
            <pc:sldMasterMk cId="1433300368" sldId="2147483799"/>
            <pc:sldLayoutMk cId="1527291370" sldId="2147483818"/>
          </pc:sldLayoutMkLst>
        </pc:sldLayoutChg>
        <pc:sldLayoutChg chg="del">
          <pc:chgData name="Feist, Ella" userId="992bbaf2-811d-42cb-a4d6-e7fc45e325e8" providerId="ADAL" clId="{1CA97419-2A66-4ABB-A9A6-B50B88346909}" dt="2025-05-28T07:59:31.062" v="1"/>
          <pc:sldLayoutMkLst>
            <pc:docMk/>
            <pc:sldMasterMk cId="1433300368" sldId="2147483799"/>
            <pc:sldLayoutMk cId="3562340024" sldId="2147483819"/>
          </pc:sldLayoutMkLst>
        </pc:sldLayoutChg>
        <pc:sldLayoutChg chg="del">
          <pc:chgData name="Feist, Ella" userId="992bbaf2-811d-42cb-a4d6-e7fc45e325e8" providerId="ADAL" clId="{1CA97419-2A66-4ABB-A9A6-B50B88346909}" dt="2025-05-28T07:59:31.062" v="1"/>
          <pc:sldLayoutMkLst>
            <pc:docMk/>
            <pc:sldMasterMk cId="1433300368" sldId="2147483799"/>
            <pc:sldLayoutMk cId="520181862" sldId="2147483820"/>
          </pc:sldLayoutMkLst>
        </pc:sldLayoutChg>
      </pc:sldMasterChg>
      <pc:sldMasterChg chg="del delSldLayout">
        <pc:chgData name="Feist, Ella" userId="992bbaf2-811d-42cb-a4d6-e7fc45e325e8" providerId="ADAL" clId="{1CA97419-2A66-4ABB-A9A6-B50B88346909}" dt="2025-05-28T07:59:31.062" v="1"/>
        <pc:sldMasterMkLst>
          <pc:docMk/>
          <pc:sldMasterMk cId="4045664613" sldId="2147483821"/>
        </pc:sldMasterMkLst>
        <pc:sldLayoutChg chg="del">
          <pc:chgData name="Feist, Ella" userId="992bbaf2-811d-42cb-a4d6-e7fc45e325e8" providerId="ADAL" clId="{1CA97419-2A66-4ABB-A9A6-B50B88346909}" dt="2025-05-28T07:59:31.062" v="1"/>
          <pc:sldLayoutMkLst>
            <pc:docMk/>
            <pc:sldMasterMk cId="4045664613" sldId="2147483821"/>
            <pc:sldLayoutMk cId="1659487629" sldId="2147483822"/>
          </pc:sldLayoutMkLst>
        </pc:sldLayoutChg>
        <pc:sldLayoutChg chg="del">
          <pc:chgData name="Feist, Ella" userId="992bbaf2-811d-42cb-a4d6-e7fc45e325e8" providerId="ADAL" clId="{1CA97419-2A66-4ABB-A9A6-B50B88346909}" dt="2025-05-28T07:59:31.062" v="1"/>
          <pc:sldLayoutMkLst>
            <pc:docMk/>
            <pc:sldMasterMk cId="4045664613" sldId="2147483821"/>
            <pc:sldLayoutMk cId="3209770388" sldId="2147483823"/>
          </pc:sldLayoutMkLst>
        </pc:sldLayoutChg>
        <pc:sldLayoutChg chg="del">
          <pc:chgData name="Feist, Ella" userId="992bbaf2-811d-42cb-a4d6-e7fc45e325e8" providerId="ADAL" clId="{1CA97419-2A66-4ABB-A9A6-B50B88346909}" dt="2025-05-28T07:59:31.062" v="1"/>
          <pc:sldLayoutMkLst>
            <pc:docMk/>
            <pc:sldMasterMk cId="4045664613" sldId="2147483821"/>
            <pc:sldLayoutMk cId="2989585299" sldId="2147483824"/>
          </pc:sldLayoutMkLst>
        </pc:sldLayoutChg>
        <pc:sldLayoutChg chg="del">
          <pc:chgData name="Feist, Ella" userId="992bbaf2-811d-42cb-a4d6-e7fc45e325e8" providerId="ADAL" clId="{1CA97419-2A66-4ABB-A9A6-B50B88346909}" dt="2025-05-28T07:59:31.062" v="1"/>
          <pc:sldLayoutMkLst>
            <pc:docMk/>
            <pc:sldMasterMk cId="4045664613" sldId="2147483821"/>
            <pc:sldLayoutMk cId="771702010" sldId="2147483825"/>
          </pc:sldLayoutMkLst>
        </pc:sldLayoutChg>
      </pc:sldMasterChg>
      <pc:sldMasterChg chg="del delSldLayout">
        <pc:chgData name="Feist, Ella" userId="992bbaf2-811d-42cb-a4d6-e7fc45e325e8" providerId="ADAL" clId="{1CA97419-2A66-4ABB-A9A6-B50B88346909}" dt="2025-05-28T07:59:31.062" v="1"/>
        <pc:sldMasterMkLst>
          <pc:docMk/>
          <pc:sldMasterMk cId="3391850710" sldId="2147483826"/>
        </pc:sldMasterMkLst>
        <pc:sldLayoutChg chg="del">
          <pc:chgData name="Feist, Ella" userId="992bbaf2-811d-42cb-a4d6-e7fc45e325e8" providerId="ADAL" clId="{1CA97419-2A66-4ABB-A9A6-B50B88346909}" dt="2025-05-28T07:59:31.062" v="1"/>
          <pc:sldLayoutMkLst>
            <pc:docMk/>
            <pc:sldMasterMk cId="3391850710" sldId="2147483826"/>
            <pc:sldLayoutMk cId="186167143" sldId="2147483827"/>
          </pc:sldLayoutMkLst>
        </pc:sldLayoutChg>
        <pc:sldLayoutChg chg="del">
          <pc:chgData name="Feist, Ella" userId="992bbaf2-811d-42cb-a4d6-e7fc45e325e8" providerId="ADAL" clId="{1CA97419-2A66-4ABB-A9A6-B50B88346909}" dt="2025-05-28T07:59:31.062" v="1"/>
          <pc:sldLayoutMkLst>
            <pc:docMk/>
            <pc:sldMasterMk cId="3391850710" sldId="2147483826"/>
            <pc:sldLayoutMk cId="4273777609" sldId="2147483828"/>
          </pc:sldLayoutMkLst>
        </pc:sldLayoutChg>
        <pc:sldLayoutChg chg="del">
          <pc:chgData name="Feist, Ella" userId="992bbaf2-811d-42cb-a4d6-e7fc45e325e8" providerId="ADAL" clId="{1CA97419-2A66-4ABB-A9A6-B50B88346909}" dt="2025-05-28T07:59:31.062" v="1"/>
          <pc:sldLayoutMkLst>
            <pc:docMk/>
            <pc:sldMasterMk cId="3391850710" sldId="2147483826"/>
            <pc:sldLayoutMk cId="928190420" sldId="2147483829"/>
          </pc:sldLayoutMkLst>
        </pc:sldLayoutChg>
        <pc:sldLayoutChg chg="del">
          <pc:chgData name="Feist, Ella" userId="992bbaf2-811d-42cb-a4d6-e7fc45e325e8" providerId="ADAL" clId="{1CA97419-2A66-4ABB-A9A6-B50B88346909}" dt="2025-05-28T07:59:31.062" v="1"/>
          <pc:sldLayoutMkLst>
            <pc:docMk/>
            <pc:sldMasterMk cId="3391850710" sldId="2147483826"/>
            <pc:sldLayoutMk cId="778525727" sldId="2147483830"/>
          </pc:sldLayoutMkLst>
        </pc:sldLayoutChg>
      </pc:sldMasterChg>
      <pc:sldMasterChg chg="del delSldLayout">
        <pc:chgData name="Feist, Ella" userId="992bbaf2-811d-42cb-a4d6-e7fc45e325e8" providerId="ADAL" clId="{1CA97419-2A66-4ABB-A9A6-B50B88346909}" dt="2025-05-28T07:59:31.062" v="1"/>
        <pc:sldMasterMkLst>
          <pc:docMk/>
          <pc:sldMasterMk cId="3899971177" sldId="2147483831"/>
        </pc:sldMasterMkLst>
        <pc:sldLayoutChg chg="del">
          <pc:chgData name="Feist, Ella" userId="992bbaf2-811d-42cb-a4d6-e7fc45e325e8" providerId="ADAL" clId="{1CA97419-2A66-4ABB-A9A6-B50B88346909}" dt="2025-05-28T07:59:31.062" v="1"/>
          <pc:sldLayoutMkLst>
            <pc:docMk/>
            <pc:sldMasterMk cId="3899971177" sldId="2147483831"/>
            <pc:sldLayoutMk cId="1296847754" sldId="2147483832"/>
          </pc:sldLayoutMkLst>
        </pc:sldLayoutChg>
        <pc:sldLayoutChg chg="del">
          <pc:chgData name="Feist, Ella" userId="992bbaf2-811d-42cb-a4d6-e7fc45e325e8" providerId="ADAL" clId="{1CA97419-2A66-4ABB-A9A6-B50B88346909}" dt="2025-05-28T07:59:31.062" v="1"/>
          <pc:sldLayoutMkLst>
            <pc:docMk/>
            <pc:sldMasterMk cId="3899971177" sldId="2147483831"/>
            <pc:sldLayoutMk cId="2124554007" sldId="2147483833"/>
          </pc:sldLayoutMkLst>
        </pc:sldLayoutChg>
        <pc:sldLayoutChg chg="del">
          <pc:chgData name="Feist, Ella" userId="992bbaf2-811d-42cb-a4d6-e7fc45e325e8" providerId="ADAL" clId="{1CA97419-2A66-4ABB-A9A6-B50B88346909}" dt="2025-05-28T07:59:31.062" v="1"/>
          <pc:sldLayoutMkLst>
            <pc:docMk/>
            <pc:sldMasterMk cId="3899971177" sldId="2147483831"/>
            <pc:sldLayoutMk cId="2692646997" sldId="2147483834"/>
          </pc:sldLayoutMkLst>
        </pc:sldLayoutChg>
        <pc:sldLayoutChg chg="del">
          <pc:chgData name="Feist, Ella" userId="992bbaf2-811d-42cb-a4d6-e7fc45e325e8" providerId="ADAL" clId="{1CA97419-2A66-4ABB-A9A6-B50B88346909}" dt="2025-05-28T07:59:31.062" v="1"/>
          <pc:sldLayoutMkLst>
            <pc:docMk/>
            <pc:sldMasterMk cId="3899971177" sldId="2147483831"/>
            <pc:sldLayoutMk cId="164223612" sldId="2147483835"/>
          </pc:sldLayoutMkLst>
        </pc:sldLayoutChg>
      </pc:sldMasterChg>
      <pc:sldMasterChg chg="del delSldLayout">
        <pc:chgData name="Feist, Ella" userId="992bbaf2-811d-42cb-a4d6-e7fc45e325e8" providerId="ADAL" clId="{1CA97419-2A66-4ABB-A9A6-B50B88346909}" dt="2025-05-28T07:59:31.062" v="1"/>
        <pc:sldMasterMkLst>
          <pc:docMk/>
          <pc:sldMasterMk cId="4061346496" sldId="2147483836"/>
        </pc:sldMasterMkLst>
        <pc:sldLayoutChg chg="del">
          <pc:chgData name="Feist, Ella" userId="992bbaf2-811d-42cb-a4d6-e7fc45e325e8" providerId="ADAL" clId="{1CA97419-2A66-4ABB-A9A6-B50B88346909}" dt="2025-05-28T07:59:31.062" v="1"/>
          <pc:sldLayoutMkLst>
            <pc:docMk/>
            <pc:sldMasterMk cId="4061346496" sldId="2147483836"/>
            <pc:sldLayoutMk cId="1342340652" sldId="2147483837"/>
          </pc:sldLayoutMkLst>
        </pc:sldLayoutChg>
        <pc:sldLayoutChg chg="del">
          <pc:chgData name="Feist, Ella" userId="992bbaf2-811d-42cb-a4d6-e7fc45e325e8" providerId="ADAL" clId="{1CA97419-2A66-4ABB-A9A6-B50B88346909}" dt="2025-05-28T07:59:31.062" v="1"/>
          <pc:sldLayoutMkLst>
            <pc:docMk/>
            <pc:sldMasterMk cId="4061346496" sldId="2147483836"/>
            <pc:sldLayoutMk cId="1129306061" sldId="2147483838"/>
          </pc:sldLayoutMkLst>
        </pc:sldLayoutChg>
        <pc:sldLayoutChg chg="del">
          <pc:chgData name="Feist, Ella" userId="992bbaf2-811d-42cb-a4d6-e7fc45e325e8" providerId="ADAL" clId="{1CA97419-2A66-4ABB-A9A6-B50B88346909}" dt="2025-05-28T07:59:31.062" v="1"/>
          <pc:sldLayoutMkLst>
            <pc:docMk/>
            <pc:sldMasterMk cId="4061346496" sldId="2147483836"/>
            <pc:sldLayoutMk cId="291058354" sldId="2147483839"/>
          </pc:sldLayoutMkLst>
        </pc:sldLayoutChg>
        <pc:sldLayoutChg chg="del">
          <pc:chgData name="Feist, Ella" userId="992bbaf2-811d-42cb-a4d6-e7fc45e325e8" providerId="ADAL" clId="{1CA97419-2A66-4ABB-A9A6-B50B88346909}" dt="2025-05-28T07:59:31.062" v="1"/>
          <pc:sldLayoutMkLst>
            <pc:docMk/>
            <pc:sldMasterMk cId="4061346496" sldId="2147483836"/>
            <pc:sldLayoutMk cId="1057880355" sldId="2147483840"/>
          </pc:sldLayoutMkLst>
        </pc:sldLayoutChg>
      </pc:sldMasterChg>
      <pc:sldMasterChg chg="del delSldLayout">
        <pc:chgData name="Feist, Ella" userId="992bbaf2-811d-42cb-a4d6-e7fc45e325e8" providerId="ADAL" clId="{1CA97419-2A66-4ABB-A9A6-B50B88346909}" dt="2025-05-28T07:59:31.062" v="1"/>
        <pc:sldMasterMkLst>
          <pc:docMk/>
          <pc:sldMasterMk cId="1513994161" sldId="2147483841"/>
        </pc:sldMasterMkLst>
        <pc:sldLayoutChg chg="del">
          <pc:chgData name="Feist, Ella" userId="992bbaf2-811d-42cb-a4d6-e7fc45e325e8" providerId="ADAL" clId="{1CA97419-2A66-4ABB-A9A6-B50B88346909}" dt="2025-05-28T07:59:31.062" v="1"/>
          <pc:sldLayoutMkLst>
            <pc:docMk/>
            <pc:sldMasterMk cId="1513994161" sldId="2147483841"/>
            <pc:sldLayoutMk cId="2408842378" sldId="2147483842"/>
          </pc:sldLayoutMkLst>
        </pc:sldLayoutChg>
        <pc:sldLayoutChg chg="del">
          <pc:chgData name="Feist, Ella" userId="992bbaf2-811d-42cb-a4d6-e7fc45e325e8" providerId="ADAL" clId="{1CA97419-2A66-4ABB-A9A6-B50B88346909}" dt="2025-05-28T07:59:31.062" v="1"/>
          <pc:sldLayoutMkLst>
            <pc:docMk/>
            <pc:sldMasterMk cId="1513994161" sldId="2147483841"/>
            <pc:sldLayoutMk cId="3257542985" sldId="2147483843"/>
          </pc:sldLayoutMkLst>
        </pc:sldLayoutChg>
        <pc:sldLayoutChg chg="del">
          <pc:chgData name="Feist, Ella" userId="992bbaf2-811d-42cb-a4d6-e7fc45e325e8" providerId="ADAL" clId="{1CA97419-2A66-4ABB-A9A6-B50B88346909}" dt="2025-05-28T07:59:31.062" v="1"/>
          <pc:sldLayoutMkLst>
            <pc:docMk/>
            <pc:sldMasterMk cId="1513994161" sldId="2147483841"/>
            <pc:sldLayoutMk cId="57802930" sldId="2147483844"/>
          </pc:sldLayoutMkLst>
        </pc:sldLayoutChg>
        <pc:sldLayoutChg chg="del">
          <pc:chgData name="Feist, Ella" userId="992bbaf2-811d-42cb-a4d6-e7fc45e325e8" providerId="ADAL" clId="{1CA97419-2A66-4ABB-A9A6-B50B88346909}" dt="2025-05-28T07:59:31.062" v="1"/>
          <pc:sldLayoutMkLst>
            <pc:docMk/>
            <pc:sldMasterMk cId="1513994161" sldId="2147483841"/>
            <pc:sldLayoutMk cId="892830820" sldId="2147483845"/>
          </pc:sldLayoutMkLst>
        </pc:sldLayoutChg>
      </pc:sldMasterChg>
      <pc:sldMasterChg chg="del delSldLayout">
        <pc:chgData name="Feist, Ella" userId="992bbaf2-811d-42cb-a4d6-e7fc45e325e8" providerId="ADAL" clId="{1CA97419-2A66-4ABB-A9A6-B50B88346909}" dt="2025-05-28T07:59:31.062" v="1"/>
        <pc:sldMasterMkLst>
          <pc:docMk/>
          <pc:sldMasterMk cId="1256176808" sldId="2147483846"/>
        </pc:sldMasterMkLst>
        <pc:sldLayoutChg chg="del">
          <pc:chgData name="Feist, Ella" userId="992bbaf2-811d-42cb-a4d6-e7fc45e325e8" providerId="ADAL" clId="{1CA97419-2A66-4ABB-A9A6-B50B88346909}" dt="2025-05-28T07:59:31.062" v="1"/>
          <pc:sldLayoutMkLst>
            <pc:docMk/>
            <pc:sldMasterMk cId="1256176808" sldId="2147483846"/>
            <pc:sldLayoutMk cId="1930662052" sldId="2147483847"/>
          </pc:sldLayoutMkLst>
        </pc:sldLayoutChg>
        <pc:sldLayoutChg chg="del">
          <pc:chgData name="Feist, Ella" userId="992bbaf2-811d-42cb-a4d6-e7fc45e325e8" providerId="ADAL" clId="{1CA97419-2A66-4ABB-A9A6-B50B88346909}" dt="2025-05-28T07:59:31.062" v="1"/>
          <pc:sldLayoutMkLst>
            <pc:docMk/>
            <pc:sldMasterMk cId="1256176808" sldId="2147483846"/>
            <pc:sldLayoutMk cId="2862166332" sldId="2147483848"/>
          </pc:sldLayoutMkLst>
        </pc:sldLayoutChg>
        <pc:sldLayoutChg chg="del">
          <pc:chgData name="Feist, Ella" userId="992bbaf2-811d-42cb-a4d6-e7fc45e325e8" providerId="ADAL" clId="{1CA97419-2A66-4ABB-A9A6-B50B88346909}" dt="2025-05-28T07:59:31.062" v="1"/>
          <pc:sldLayoutMkLst>
            <pc:docMk/>
            <pc:sldMasterMk cId="1256176808" sldId="2147483846"/>
            <pc:sldLayoutMk cId="4243011970" sldId="2147483849"/>
          </pc:sldLayoutMkLst>
        </pc:sldLayoutChg>
        <pc:sldLayoutChg chg="del">
          <pc:chgData name="Feist, Ella" userId="992bbaf2-811d-42cb-a4d6-e7fc45e325e8" providerId="ADAL" clId="{1CA97419-2A66-4ABB-A9A6-B50B88346909}" dt="2025-05-28T07:59:31.062" v="1"/>
          <pc:sldLayoutMkLst>
            <pc:docMk/>
            <pc:sldMasterMk cId="1256176808" sldId="2147483846"/>
            <pc:sldLayoutMk cId="787685289" sldId="2147483850"/>
          </pc:sldLayoutMkLst>
        </pc:sldLayoutChg>
      </pc:sldMasterChg>
      <pc:sldMasterChg chg="del delSldLayout">
        <pc:chgData name="Feist, Ella" userId="992bbaf2-811d-42cb-a4d6-e7fc45e325e8" providerId="ADAL" clId="{1CA97419-2A66-4ABB-A9A6-B50B88346909}" dt="2025-05-28T07:59:31.062" v="1"/>
        <pc:sldMasterMkLst>
          <pc:docMk/>
          <pc:sldMasterMk cId="3031503955" sldId="2147483919"/>
        </pc:sldMasterMkLst>
        <pc:sldLayoutChg chg="del">
          <pc:chgData name="Feist, Ella" userId="992bbaf2-811d-42cb-a4d6-e7fc45e325e8" providerId="ADAL" clId="{1CA97419-2A66-4ABB-A9A6-B50B88346909}" dt="2025-05-28T07:59:31.062" v="1"/>
          <pc:sldLayoutMkLst>
            <pc:docMk/>
            <pc:sldMasterMk cId="3031503955" sldId="2147483919"/>
            <pc:sldLayoutMk cId="2893047665" sldId="2147483920"/>
          </pc:sldLayoutMkLst>
        </pc:sldLayoutChg>
        <pc:sldLayoutChg chg="del">
          <pc:chgData name="Feist, Ella" userId="992bbaf2-811d-42cb-a4d6-e7fc45e325e8" providerId="ADAL" clId="{1CA97419-2A66-4ABB-A9A6-B50B88346909}" dt="2025-05-28T07:59:31.062" v="1"/>
          <pc:sldLayoutMkLst>
            <pc:docMk/>
            <pc:sldMasterMk cId="3031503955" sldId="2147483919"/>
            <pc:sldLayoutMk cId="2311018602" sldId="2147483921"/>
          </pc:sldLayoutMkLst>
        </pc:sldLayoutChg>
        <pc:sldLayoutChg chg="del">
          <pc:chgData name="Feist, Ella" userId="992bbaf2-811d-42cb-a4d6-e7fc45e325e8" providerId="ADAL" clId="{1CA97419-2A66-4ABB-A9A6-B50B88346909}" dt="2025-05-28T07:59:31.062" v="1"/>
          <pc:sldLayoutMkLst>
            <pc:docMk/>
            <pc:sldMasterMk cId="3031503955" sldId="2147483919"/>
            <pc:sldLayoutMk cId="409655489" sldId="2147483922"/>
          </pc:sldLayoutMkLst>
        </pc:sldLayoutChg>
        <pc:sldLayoutChg chg="del">
          <pc:chgData name="Feist, Ella" userId="992bbaf2-811d-42cb-a4d6-e7fc45e325e8" providerId="ADAL" clId="{1CA97419-2A66-4ABB-A9A6-B50B88346909}" dt="2025-05-28T07:59:31.062" v="1"/>
          <pc:sldLayoutMkLst>
            <pc:docMk/>
            <pc:sldMasterMk cId="3031503955" sldId="2147483919"/>
            <pc:sldLayoutMk cId="1924027665" sldId="2147483923"/>
          </pc:sldLayoutMkLst>
        </pc:sldLayoutChg>
        <pc:sldLayoutChg chg="del">
          <pc:chgData name="Feist, Ella" userId="992bbaf2-811d-42cb-a4d6-e7fc45e325e8" providerId="ADAL" clId="{1CA97419-2A66-4ABB-A9A6-B50B88346909}" dt="2025-05-28T07:59:31.062" v="1"/>
          <pc:sldLayoutMkLst>
            <pc:docMk/>
            <pc:sldMasterMk cId="3031503955" sldId="2147483919"/>
            <pc:sldLayoutMk cId="1365561193" sldId="2147483924"/>
          </pc:sldLayoutMkLst>
        </pc:sldLayoutChg>
        <pc:sldLayoutChg chg="del">
          <pc:chgData name="Feist, Ella" userId="992bbaf2-811d-42cb-a4d6-e7fc45e325e8" providerId="ADAL" clId="{1CA97419-2A66-4ABB-A9A6-B50B88346909}" dt="2025-05-28T07:59:31.062" v="1"/>
          <pc:sldLayoutMkLst>
            <pc:docMk/>
            <pc:sldMasterMk cId="3031503955" sldId="2147483919"/>
            <pc:sldLayoutMk cId="2092895715" sldId="2147483925"/>
          </pc:sldLayoutMkLst>
        </pc:sldLayoutChg>
        <pc:sldLayoutChg chg="del">
          <pc:chgData name="Feist, Ella" userId="992bbaf2-811d-42cb-a4d6-e7fc45e325e8" providerId="ADAL" clId="{1CA97419-2A66-4ABB-A9A6-B50B88346909}" dt="2025-05-28T07:59:31.062" v="1"/>
          <pc:sldLayoutMkLst>
            <pc:docMk/>
            <pc:sldMasterMk cId="3031503955" sldId="2147483919"/>
            <pc:sldLayoutMk cId="3044172282" sldId="2147483926"/>
          </pc:sldLayoutMkLst>
        </pc:sldLayoutChg>
        <pc:sldLayoutChg chg="del">
          <pc:chgData name="Feist, Ella" userId="992bbaf2-811d-42cb-a4d6-e7fc45e325e8" providerId="ADAL" clId="{1CA97419-2A66-4ABB-A9A6-B50B88346909}" dt="2025-05-28T07:59:31.062" v="1"/>
          <pc:sldLayoutMkLst>
            <pc:docMk/>
            <pc:sldMasterMk cId="3031503955" sldId="2147483919"/>
            <pc:sldLayoutMk cId="3760372723" sldId="2147483927"/>
          </pc:sldLayoutMkLst>
        </pc:sldLayoutChg>
        <pc:sldLayoutChg chg="del">
          <pc:chgData name="Feist, Ella" userId="992bbaf2-811d-42cb-a4d6-e7fc45e325e8" providerId="ADAL" clId="{1CA97419-2A66-4ABB-A9A6-B50B88346909}" dt="2025-05-28T07:59:31.062" v="1"/>
          <pc:sldLayoutMkLst>
            <pc:docMk/>
            <pc:sldMasterMk cId="3031503955" sldId="2147483919"/>
            <pc:sldLayoutMk cId="62625303" sldId="2147483928"/>
          </pc:sldLayoutMkLst>
        </pc:sldLayoutChg>
        <pc:sldLayoutChg chg="del">
          <pc:chgData name="Feist, Ella" userId="992bbaf2-811d-42cb-a4d6-e7fc45e325e8" providerId="ADAL" clId="{1CA97419-2A66-4ABB-A9A6-B50B88346909}" dt="2025-05-28T07:59:31.062" v="1"/>
          <pc:sldLayoutMkLst>
            <pc:docMk/>
            <pc:sldMasterMk cId="3031503955" sldId="2147483919"/>
            <pc:sldLayoutMk cId="641472249" sldId="2147483929"/>
          </pc:sldLayoutMkLst>
        </pc:sldLayoutChg>
      </pc:sldMasterChg>
      <pc:sldMasterChg chg="del delSldLayout">
        <pc:chgData name="Feist, Ella" userId="992bbaf2-811d-42cb-a4d6-e7fc45e325e8" providerId="ADAL" clId="{1CA97419-2A66-4ABB-A9A6-B50B88346909}" dt="2025-05-28T07:59:31.062" v="1"/>
        <pc:sldMasterMkLst>
          <pc:docMk/>
          <pc:sldMasterMk cId="537580445" sldId="2147483941"/>
        </pc:sldMasterMkLst>
        <pc:sldLayoutChg chg="del">
          <pc:chgData name="Feist, Ella" userId="992bbaf2-811d-42cb-a4d6-e7fc45e325e8" providerId="ADAL" clId="{1CA97419-2A66-4ABB-A9A6-B50B88346909}" dt="2025-05-28T07:59:31.062" v="1"/>
          <pc:sldLayoutMkLst>
            <pc:docMk/>
            <pc:sldMasterMk cId="537580445" sldId="2147483941"/>
            <pc:sldLayoutMk cId="3655050728" sldId="2147483942"/>
          </pc:sldLayoutMkLst>
        </pc:sldLayoutChg>
        <pc:sldLayoutChg chg="del">
          <pc:chgData name="Feist, Ella" userId="992bbaf2-811d-42cb-a4d6-e7fc45e325e8" providerId="ADAL" clId="{1CA97419-2A66-4ABB-A9A6-B50B88346909}" dt="2025-05-28T07:59:31.062" v="1"/>
          <pc:sldLayoutMkLst>
            <pc:docMk/>
            <pc:sldMasterMk cId="537580445" sldId="2147483941"/>
            <pc:sldLayoutMk cId="191104469" sldId="2147483948"/>
          </pc:sldLayoutMkLst>
        </pc:sldLayoutChg>
        <pc:sldLayoutChg chg="del">
          <pc:chgData name="Feist, Ella" userId="992bbaf2-811d-42cb-a4d6-e7fc45e325e8" providerId="ADAL" clId="{1CA97419-2A66-4ABB-A9A6-B50B88346909}" dt="2025-05-28T07:59:31.062" v="1"/>
          <pc:sldLayoutMkLst>
            <pc:docMk/>
            <pc:sldMasterMk cId="537580445" sldId="2147483941"/>
            <pc:sldLayoutMk cId="3106673082" sldId="2147483949"/>
          </pc:sldLayoutMkLst>
        </pc:sldLayoutChg>
        <pc:sldLayoutChg chg="del">
          <pc:chgData name="Feist, Ella" userId="992bbaf2-811d-42cb-a4d6-e7fc45e325e8" providerId="ADAL" clId="{1CA97419-2A66-4ABB-A9A6-B50B88346909}" dt="2025-05-28T07:59:31.062" v="1"/>
          <pc:sldLayoutMkLst>
            <pc:docMk/>
            <pc:sldMasterMk cId="537580445" sldId="2147483941"/>
            <pc:sldLayoutMk cId="2883798060" sldId="2147483950"/>
          </pc:sldLayoutMkLst>
        </pc:sldLayoutChg>
        <pc:sldLayoutChg chg="del">
          <pc:chgData name="Feist, Ella" userId="992bbaf2-811d-42cb-a4d6-e7fc45e325e8" providerId="ADAL" clId="{1CA97419-2A66-4ABB-A9A6-B50B88346909}" dt="2025-05-28T07:59:31.062" v="1"/>
          <pc:sldLayoutMkLst>
            <pc:docMk/>
            <pc:sldMasterMk cId="537580445" sldId="2147483941"/>
            <pc:sldLayoutMk cId="4228679101" sldId="2147483951"/>
          </pc:sldLayoutMkLst>
        </pc:sldLayoutChg>
      </pc:sldMasterChg>
      <pc:sldMasterChg chg="del delSldLayout">
        <pc:chgData name="Feist, Ella" userId="992bbaf2-811d-42cb-a4d6-e7fc45e325e8" providerId="ADAL" clId="{1CA97419-2A66-4ABB-A9A6-B50B88346909}" dt="2025-05-28T07:59:31.062" v="1"/>
        <pc:sldMasterMkLst>
          <pc:docMk/>
          <pc:sldMasterMk cId="1502784078" sldId="2147483943"/>
        </pc:sldMasterMkLst>
        <pc:sldLayoutChg chg="del">
          <pc:chgData name="Feist, Ella" userId="992bbaf2-811d-42cb-a4d6-e7fc45e325e8" providerId="ADAL" clId="{1CA97419-2A66-4ABB-A9A6-B50B88346909}" dt="2025-05-28T07:59:31.062" v="1"/>
          <pc:sldLayoutMkLst>
            <pc:docMk/>
            <pc:sldMasterMk cId="1502784078" sldId="2147483943"/>
            <pc:sldLayoutMk cId="3733918436" sldId="2147483944"/>
          </pc:sldLayoutMkLst>
        </pc:sldLayoutChg>
        <pc:sldLayoutChg chg="del">
          <pc:chgData name="Feist, Ella" userId="992bbaf2-811d-42cb-a4d6-e7fc45e325e8" providerId="ADAL" clId="{1CA97419-2A66-4ABB-A9A6-B50B88346909}" dt="2025-05-28T07:59:31.062" v="1"/>
          <pc:sldLayoutMkLst>
            <pc:docMk/>
            <pc:sldMasterMk cId="1502784078" sldId="2147483943"/>
            <pc:sldLayoutMk cId="714599208" sldId="2147483952"/>
          </pc:sldLayoutMkLst>
        </pc:sldLayoutChg>
        <pc:sldLayoutChg chg="del">
          <pc:chgData name="Feist, Ella" userId="992bbaf2-811d-42cb-a4d6-e7fc45e325e8" providerId="ADAL" clId="{1CA97419-2A66-4ABB-A9A6-B50B88346909}" dt="2025-05-28T07:59:31.062" v="1"/>
          <pc:sldLayoutMkLst>
            <pc:docMk/>
            <pc:sldMasterMk cId="1502784078" sldId="2147483943"/>
            <pc:sldLayoutMk cId="785506021" sldId="2147483953"/>
          </pc:sldLayoutMkLst>
        </pc:sldLayoutChg>
        <pc:sldLayoutChg chg="del">
          <pc:chgData name="Feist, Ella" userId="992bbaf2-811d-42cb-a4d6-e7fc45e325e8" providerId="ADAL" clId="{1CA97419-2A66-4ABB-A9A6-B50B88346909}" dt="2025-05-28T07:59:31.062" v="1"/>
          <pc:sldLayoutMkLst>
            <pc:docMk/>
            <pc:sldMasterMk cId="1502784078" sldId="2147483943"/>
            <pc:sldLayoutMk cId="1326846653" sldId="2147483954"/>
          </pc:sldLayoutMkLst>
        </pc:sldLayoutChg>
        <pc:sldLayoutChg chg="del">
          <pc:chgData name="Feist, Ella" userId="992bbaf2-811d-42cb-a4d6-e7fc45e325e8" providerId="ADAL" clId="{1CA97419-2A66-4ABB-A9A6-B50B88346909}" dt="2025-05-28T07:59:31.062" v="1"/>
          <pc:sldLayoutMkLst>
            <pc:docMk/>
            <pc:sldMasterMk cId="1502784078" sldId="2147483943"/>
            <pc:sldLayoutMk cId="1638070405" sldId="2147483955"/>
          </pc:sldLayoutMkLst>
        </pc:sldLayoutChg>
      </pc:sldMasterChg>
    </pc:docChg>
  </pc:docChgLst>
  <pc:docChgLst>
    <pc:chgData name="Feist, Ella" userId="992bbaf2-811d-42cb-a4d6-e7fc45e325e8" providerId="ADAL" clId="{DFAFDD80-4E85-49C0-A5F4-99D4535BE309}"/>
    <pc:docChg chg="undo custSel modSld">
      <pc:chgData name="Feist, Ella" userId="992bbaf2-811d-42cb-a4d6-e7fc45e325e8" providerId="ADAL" clId="{DFAFDD80-4E85-49C0-A5F4-99D4535BE309}" dt="2025-05-30T10:48:20.547" v="105" actId="207"/>
      <pc:docMkLst>
        <pc:docMk/>
      </pc:docMkLst>
      <pc:sldChg chg="modSp mod modNotes">
        <pc:chgData name="Feist, Ella" userId="992bbaf2-811d-42cb-a4d6-e7fc45e325e8" providerId="ADAL" clId="{DFAFDD80-4E85-49C0-A5F4-99D4535BE309}" dt="2025-05-30T10:47:12.926" v="84" actId="27636"/>
        <pc:sldMkLst>
          <pc:docMk/>
          <pc:sldMk cId="3955786310" sldId="324"/>
        </pc:sldMkLst>
        <pc:spChg chg="mod">
          <ac:chgData name="Feist, Ella" userId="992bbaf2-811d-42cb-a4d6-e7fc45e325e8" providerId="ADAL" clId="{DFAFDD80-4E85-49C0-A5F4-99D4535BE309}" dt="2025-05-30T10:44:23.200" v="0" actId="790"/>
          <ac:spMkLst>
            <pc:docMk/>
            <pc:sldMk cId="3955786310" sldId="324"/>
            <ac:spMk id="429060" creationId="{00000000-0000-0000-0000-000000000000}"/>
          </ac:spMkLst>
        </pc:spChg>
        <pc:graphicFrameChg chg="modGraphic">
          <ac:chgData name="Feist, Ella" userId="992bbaf2-811d-42cb-a4d6-e7fc45e325e8" providerId="ADAL" clId="{DFAFDD80-4E85-49C0-A5F4-99D4535BE309}" dt="2025-05-30T10:44:23.200" v="0" actId="790"/>
          <ac:graphicFrameMkLst>
            <pc:docMk/>
            <pc:sldMk cId="3955786310" sldId="324"/>
            <ac:graphicFrameMk id="2" creationId="{F08BA3BF-DC4D-7EB5-9B3C-C9CC24C37165}"/>
          </ac:graphicFrameMkLst>
        </pc:graphicFrameChg>
      </pc:sldChg>
      <pc:sldChg chg="modSp mod">
        <pc:chgData name="Feist, Ella" userId="992bbaf2-811d-42cb-a4d6-e7fc45e325e8" providerId="ADAL" clId="{DFAFDD80-4E85-49C0-A5F4-99D4535BE309}" dt="2025-05-30T10:44:23.200" v="0" actId="790"/>
        <pc:sldMkLst>
          <pc:docMk/>
          <pc:sldMk cId="99868203" sldId="725"/>
        </pc:sldMkLst>
        <pc:spChg chg="mod">
          <ac:chgData name="Feist, Ella" userId="992bbaf2-811d-42cb-a4d6-e7fc45e325e8" providerId="ADAL" clId="{DFAFDD80-4E85-49C0-A5F4-99D4535BE309}" dt="2025-05-30T10:44:23.200" v="0" actId="790"/>
          <ac:spMkLst>
            <pc:docMk/>
            <pc:sldMk cId="99868203" sldId="725"/>
            <ac:spMk id="2" creationId="{A9A6FF77-D641-4417-92E7-11CC6238BF20}"/>
          </ac:spMkLst>
        </pc:spChg>
        <pc:spChg chg="mod">
          <ac:chgData name="Feist, Ella" userId="992bbaf2-811d-42cb-a4d6-e7fc45e325e8" providerId="ADAL" clId="{DFAFDD80-4E85-49C0-A5F4-99D4535BE309}" dt="2025-05-30T10:44:23.200" v="0" actId="790"/>
          <ac:spMkLst>
            <pc:docMk/>
            <pc:sldMk cId="99868203" sldId="725"/>
            <ac:spMk id="3" creationId="{2A4AA05C-EEB3-F5CD-3631-79224368A7D5}"/>
          </ac:spMkLst>
        </pc:spChg>
        <pc:spChg chg="mod">
          <ac:chgData name="Feist, Ella" userId="992bbaf2-811d-42cb-a4d6-e7fc45e325e8" providerId="ADAL" clId="{DFAFDD80-4E85-49C0-A5F4-99D4535BE309}" dt="2025-05-30T10:44:23.200" v="0" actId="790"/>
          <ac:spMkLst>
            <pc:docMk/>
            <pc:sldMk cId="99868203" sldId="725"/>
            <ac:spMk id="5" creationId="{91A8ED3D-B755-43C9-BCB1-DCF495C0C9DB}"/>
          </ac:spMkLst>
        </pc:spChg>
        <pc:spChg chg="mod">
          <ac:chgData name="Feist, Ella" userId="992bbaf2-811d-42cb-a4d6-e7fc45e325e8" providerId="ADAL" clId="{DFAFDD80-4E85-49C0-A5F4-99D4535BE309}" dt="2025-05-30T10:44:23.200" v="0" actId="790"/>
          <ac:spMkLst>
            <pc:docMk/>
            <pc:sldMk cId="99868203" sldId="725"/>
            <ac:spMk id="11" creationId="{1A024438-FC1B-F197-8C51-D8EE9E1DE430}"/>
          </ac:spMkLst>
        </pc:spChg>
      </pc:sldChg>
      <pc:sldChg chg="modSp mod modNotes">
        <pc:chgData name="Feist, Ella" userId="992bbaf2-811d-42cb-a4d6-e7fc45e325e8" providerId="ADAL" clId="{DFAFDD80-4E85-49C0-A5F4-99D4535BE309}" dt="2025-05-30T10:48:03.716" v="101" actId="14100"/>
        <pc:sldMkLst>
          <pc:docMk/>
          <pc:sldMk cId="2976485968" sldId="727"/>
        </pc:sldMkLst>
        <pc:spChg chg="mod">
          <ac:chgData name="Feist, Ella" userId="992bbaf2-811d-42cb-a4d6-e7fc45e325e8" providerId="ADAL" clId="{DFAFDD80-4E85-49C0-A5F4-99D4535BE309}" dt="2025-05-30T10:44:23.200" v="0" actId="790"/>
          <ac:spMkLst>
            <pc:docMk/>
            <pc:sldMk cId="2976485968" sldId="727"/>
            <ac:spMk id="2" creationId="{A9A6FF77-D641-4417-92E7-11CC6238BF20}"/>
          </ac:spMkLst>
        </pc:spChg>
        <pc:spChg chg="mod">
          <ac:chgData name="Feist, Ella" userId="992bbaf2-811d-42cb-a4d6-e7fc45e325e8" providerId="ADAL" clId="{DFAFDD80-4E85-49C0-A5F4-99D4535BE309}" dt="2025-05-30T10:44:23.200" v="0" actId="790"/>
          <ac:spMkLst>
            <pc:docMk/>
            <pc:sldMk cId="2976485968" sldId="727"/>
            <ac:spMk id="5" creationId="{91A8ED3D-B755-43C9-BCB1-DCF495C0C9DB}"/>
          </ac:spMkLst>
        </pc:spChg>
        <pc:spChg chg="mod">
          <ac:chgData name="Feist, Ella" userId="992bbaf2-811d-42cb-a4d6-e7fc45e325e8" providerId="ADAL" clId="{DFAFDD80-4E85-49C0-A5F4-99D4535BE309}" dt="2025-05-30T10:44:23.200" v="0" actId="790"/>
          <ac:spMkLst>
            <pc:docMk/>
            <pc:sldMk cId="2976485968" sldId="727"/>
            <ac:spMk id="6" creationId="{E976E657-D2F2-A8CD-C179-E94585392272}"/>
          </ac:spMkLst>
        </pc:spChg>
        <pc:graphicFrameChg chg="modGraphic">
          <ac:chgData name="Feist, Ella" userId="992bbaf2-811d-42cb-a4d6-e7fc45e325e8" providerId="ADAL" clId="{DFAFDD80-4E85-49C0-A5F4-99D4535BE309}" dt="2025-05-30T10:44:23.200" v="0" actId="790"/>
          <ac:graphicFrameMkLst>
            <pc:docMk/>
            <pc:sldMk cId="2976485968" sldId="727"/>
            <ac:graphicFrameMk id="3" creationId="{53604DC8-012F-B694-8267-E14BBFB09DBF}"/>
          </ac:graphicFrameMkLst>
        </pc:graphicFrameChg>
      </pc:sldChg>
      <pc:sldChg chg="modSp mod modNotes">
        <pc:chgData name="Feist, Ella" userId="992bbaf2-811d-42cb-a4d6-e7fc45e325e8" providerId="ADAL" clId="{DFAFDD80-4E85-49C0-A5F4-99D4535BE309}" dt="2025-05-30T10:46:41.843" v="71" actId="20577"/>
        <pc:sldMkLst>
          <pc:docMk/>
          <pc:sldMk cId="3419610912" sldId="728"/>
        </pc:sldMkLst>
        <pc:spChg chg="mod">
          <ac:chgData name="Feist, Ella" userId="992bbaf2-811d-42cb-a4d6-e7fc45e325e8" providerId="ADAL" clId="{DFAFDD80-4E85-49C0-A5F4-99D4535BE309}" dt="2025-05-30T10:44:23.200" v="0" actId="790"/>
          <ac:spMkLst>
            <pc:docMk/>
            <pc:sldMk cId="3419610912" sldId="728"/>
            <ac:spMk id="2" creationId="{A9A6FF77-D641-4417-92E7-11CC6238BF20}"/>
          </ac:spMkLst>
        </pc:spChg>
        <pc:spChg chg="mod">
          <ac:chgData name="Feist, Ella" userId="992bbaf2-811d-42cb-a4d6-e7fc45e325e8" providerId="ADAL" clId="{DFAFDD80-4E85-49C0-A5F4-99D4535BE309}" dt="2025-05-30T10:44:23.200" v="0" actId="790"/>
          <ac:spMkLst>
            <pc:docMk/>
            <pc:sldMk cId="3419610912" sldId="728"/>
            <ac:spMk id="3" creationId="{C6C42292-D8B8-10CC-0BBB-0713C77DAEF8}"/>
          </ac:spMkLst>
        </pc:spChg>
        <pc:spChg chg="mod">
          <ac:chgData name="Feist, Ella" userId="992bbaf2-811d-42cb-a4d6-e7fc45e325e8" providerId="ADAL" clId="{DFAFDD80-4E85-49C0-A5F4-99D4535BE309}" dt="2025-05-30T10:44:23.200" v="0" actId="790"/>
          <ac:spMkLst>
            <pc:docMk/>
            <pc:sldMk cId="3419610912" sldId="728"/>
            <ac:spMk id="5" creationId="{91A8ED3D-B755-43C9-BCB1-DCF495C0C9DB}"/>
          </ac:spMkLst>
        </pc:spChg>
        <pc:spChg chg="mod">
          <ac:chgData name="Feist, Ella" userId="992bbaf2-811d-42cb-a4d6-e7fc45e325e8" providerId="ADAL" clId="{DFAFDD80-4E85-49C0-A5F4-99D4535BE309}" dt="2025-05-30T10:44:23.200" v="0" actId="790"/>
          <ac:spMkLst>
            <pc:docMk/>
            <pc:sldMk cId="3419610912" sldId="728"/>
            <ac:spMk id="7" creationId="{CF4F9CDB-FBBB-8DED-4995-E86B75AA0290}"/>
          </ac:spMkLst>
        </pc:spChg>
      </pc:sldChg>
      <pc:sldChg chg="modSp mod">
        <pc:chgData name="Feist, Ella" userId="992bbaf2-811d-42cb-a4d6-e7fc45e325e8" providerId="ADAL" clId="{DFAFDD80-4E85-49C0-A5F4-99D4535BE309}" dt="2025-05-30T10:44:23.200" v="0" actId="790"/>
        <pc:sldMkLst>
          <pc:docMk/>
          <pc:sldMk cId="2094328400" sldId="1220"/>
        </pc:sldMkLst>
        <pc:spChg chg="mod">
          <ac:chgData name="Feist, Ella" userId="992bbaf2-811d-42cb-a4d6-e7fc45e325e8" providerId="ADAL" clId="{DFAFDD80-4E85-49C0-A5F4-99D4535BE309}" dt="2025-05-30T10:44:23.200" v="0" actId="790"/>
          <ac:spMkLst>
            <pc:docMk/>
            <pc:sldMk cId="2094328400" sldId="1220"/>
            <ac:spMk id="4" creationId="{441B5810-8C67-B742-B639-848419728702}"/>
          </ac:spMkLst>
        </pc:spChg>
        <pc:spChg chg="mod">
          <ac:chgData name="Feist, Ella" userId="992bbaf2-811d-42cb-a4d6-e7fc45e325e8" providerId="ADAL" clId="{DFAFDD80-4E85-49C0-A5F4-99D4535BE309}" dt="2025-05-30T10:44:23.200" v="0" actId="790"/>
          <ac:spMkLst>
            <pc:docMk/>
            <pc:sldMk cId="2094328400" sldId="1220"/>
            <ac:spMk id="5" creationId="{8CBCB393-8086-8BAC-8BF8-7FE3AA92F23C}"/>
          </ac:spMkLst>
        </pc:spChg>
        <pc:graphicFrameChg chg="modGraphic">
          <ac:chgData name="Feist, Ella" userId="992bbaf2-811d-42cb-a4d6-e7fc45e325e8" providerId="ADAL" clId="{DFAFDD80-4E85-49C0-A5F4-99D4535BE309}" dt="2025-05-30T10:44:23.200" v="0" actId="790"/>
          <ac:graphicFrameMkLst>
            <pc:docMk/>
            <pc:sldMk cId="2094328400" sldId="1220"/>
            <ac:graphicFrameMk id="6" creationId="{A7A9D250-0438-BDDB-F869-70A8FFD12F6C}"/>
          </ac:graphicFrameMkLst>
        </pc:graphicFrameChg>
      </pc:sldChg>
      <pc:sldChg chg="modSp mod">
        <pc:chgData name="Feist, Ella" userId="992bbaf2-811d-42cb-a4d6-e7fc45e325e8" providerId="ADAL" clId="{DFAFDD80-4E85-49C0-A5F4-99D4535BE309}" dt="2025-05-30T10:44:23.200" v="0" actId="790"/>
        <pc:sldMkLst>
          <pc:docMk/>
          <pc:sldMk cId="548710506" sldId="1221"/>
        </pc:sldMkLst>
        <pc:spChg chg="mod">
          <ac:chgData name="Feist, Ella" userId="992bbaf2-811d-42cb-a4d6-e7fc45e325e8" providerId="ADAL" clId="{DFAFDD80-4E85-49C0-A5F4-99D4535BE309}" dt="2025-05-30T10:44:23.200" v="0" actId="790"/>
          <ac:spMkLst>
            <pc:docMk/>
            <pc:sldMk cId="548710506" sldId="1221"/>
            <ac:spMk id="4" creationId="{00000000-0000-0000-0000-000000000000}"/>
          </ac:spMkLst>
        </pc:spChg>
        <pc:spChg chg="mod">
          <ac:chgData name="Feist, Ella" userId="992bbaf2-811d-42cb-a4d6-e7fc45e325e8" providerId="ADAL" clId="{DFAFDD80-4E85-49C0-A5F4-99D4535BE309}" dt="2025-05-30T10:44:23.200" v="0" actId="790"/>
          <ac:spMkLst>
            <pc:docMk/>
            <pc:sldMk cId="548710506" sldId="1221"/>
            <ac:spMk id="6" creationId="{00000000-0000-0000-0000-000000000000}"/>
          </ac:spMkLst>
        </pc:spChg>
      </pc:sldChg>
      <pc:sldChg chg="modSp mod modNotes">
        <pc:chgData name="Feist, Ella" userId="992bbaf2-811d-42cb-a4d6-e7fc45e325e8" providerId="ADAL" clId="{DFAFDD80-4E85-49C0-A5F4-99D4535BE309}" dt="2025-05-30T10:44:48.314" v="6" actId="20577"/>
        <pc:sldMkLst>
          <pc:docMk/>
          <pc:sldMk cId="1214885177" sldId="1222"/>
        </pc:sldMkLst>
        <pc:spChg chg="mod">
          <ac:chgData name="Feist, Ella" userId="992bbaf2-811d-42cb-a4d6-e7fc45e325e8" providerId="ADAL" clId="{DFAFDD80-4E85-49C0-A5F4-99D4535BE309}" dt="2025-05-30T10:44:23.200" v="0" actId="790"/>
          <ac:spMkLst>
            <pc:docMk/>
            <pc:sldMk cId="1214885177" sldId="1222"/>
            <ac:spMk id="2" creationId="{A9A6FF77-D641-4417-92E7-11CC6238BF20}"/>
          </ac:spMkLst>
        </pc:spChg>
        <pc:spChg chg="mod">
          <ac:chgData name="Feist, Ella" userId="992bbaf2-811d-42cb-a4d6-e7fc45e325e8" providerId="ADAL" clId="{DFAFDD80-4E85-49C0-A5F4-99D4535BE309}" dt="2025-05-30T10:44:23.200" v="0" actId="790"/>
          <ac:spMkLst>
            <pc:docMk/>
            <pc:sldMk cId="1214885177" sldId="1222"/>
            <ac:spMk id="3" creationId="{9143CE4D-BE38-A849-99AD-1BE249B6B5D3}"/>
          </ac:spMkLst>
        </pc:spChg>
        <pc:spChg chg="mod">
          <ac:chgData name="Feist, Ella" userId="992bbaf2-811d-42cb-a4d6-e7fc45e325e8" providerId="ADAL" clId="{DFAFDD80-4E85-49C0-A5F4-99D4535BE309}" dt="2025-05-30T10:44:23.200" v="0" actId="790"/>
          <ac:spMkLst>
            <pc:docMk/>
            <pc:sldMk cId="1214885177" sldId="1222"/>
            <ac:spMk id="5" creationId="{91A8ED3D-B755-43C9-BCB1-DCF495C0C9DB}"/>
          </ac:spMkLst>
        </pc:spChg>
      </pc:sldChg>
      <pc:sldChg chg="modSp mod">
        <pc:chgData name="Feist, Ella" userId="992bbaf2-811d-42cb-a4d6-e7fc45e325e8" providerId="ADAL" clId="{DFAFDD80-4E85-49C0-A5F4-99D4535BE309}" dt="2025-05-30T10:44:23.200" v="0" actId="790"/>
        <pc:sldMkLst>
          <pc:docMk/>
          <pc:sldMk cId="2175079608" sldId="1223"/>
        </pc:sldMkLst>
        <pc:spChg chg="mod">
          <ac:chgData name="Feist, Ella" userId="992bbaf2-811d-42cb-a4d6-e7fc45e325e8" providerId="ADAL" clId="{DFAFDD80-4E85-49C0-A5F4-99D4535BE309}" dt="2025-05-30T10:44:23.200" v="0" actId="790"/>
          <ac:spMkLst>
            <pc:docMk/>
            <pc:sldMk cId="2175079608" sldId="1223"/>
            <ac:spMk id="3" creationId="{E6474704-E9AC-F7A6-E7CF-8D1EBEC5EF58}"/>
          </ac:spMkLst>
        </pc:spChg>
        <pc:spChg chg="mod">
          <ac:chgData name="Feist, Ella" userId="992bbaf2-811d-42cb-a4d6-e7fc45e325e8" providerId="ADAL" clId="{DFAFDD80-4E85-49C0-A5F4-99D4535BE309}" dt="2025-05-30T10:44:23.200" v="0" actId="790"/>
          <ac:spMkLst>
            <pc:docMk/>
            <pc:sldMk cId="2175079608" sldId="1223"/>
            <ac:spMk id="4" creationId="{9ED32BBC-8A3B-5FB1-DB0F-B65F461BDA2D}"/>
          </ac:spMkLst>
        </pc:spChg>
      </pc:sldChg>
      <pc:sldChg chg="modSp mod">
        <pc:chgData name="Feist, Ella" userId="992bbaf2-811d-42cb-a4d6-e7fc45e325e8" providerId="ADAL" clId="{DFAFDD80-4E85-49C0-A5F4-99D4535BE309}" dt="2025-05-30T10:44:23.200" v="0" actId="790"/>
        <pc:sldMkLst>
          <pc:docMk/>
          <pc:sldMk cId="2244892050" sldId="1224"/>
        </pc:sldMkLst>
        <pc:spChg chg="mod">
          <ac:chgData name="Feist, Ella" userId="992bbaf2-811d-42cb-a4d6-e7fc45e325e8" providerId="ADAL" clId="{DFAFDD80-4E85-49C0-A5F4-99D4535BE309}" dt="2025-05-30T10:44:23.200" v="0" actId="790"/>
          <ac:spMkLst>
            <pc:docMk/>
            <pc:sldMk cId="2244892050" sldId="1224"/>
            <ac:spMk id="2" creationId="{A9A6FF77-D641-4417-92E7-11CC6238BF20}"/>
          </ac:spMkLst>
        </pc:spChg>
        <pc:spChg chg="mod">
          <ac:chgData name="Feist, Ella" userId="992bbaf2-811d-42cb-a4d6-e7fc45e325e8" providerId="ADAL" clId="{DFAFDD80-4E85-49C0-A5F4-99D4535BE309}" dt="2025-05-30T10:44:23.200" v="0" actId="790"/>
          <ac:spMkLst>
            <pc:docMk/>
            <pc:sldMk cId="2244892050" sldId="1224"/>
            <ac:spMk id="3" creationId="{572179E5-D428-BFD4-9138-4C041BAC9AEE}"/>
          </ac:spMkLst>
        </pc:spChg>
        <pc:spChg chg="mod">
          <ac:chgData name="Feist, Ella" userId="992bbaf2-811d-42cb-a4d6-e7fc45e325e8" providerId="ADAL" clId="{DFAFDD80-4E85-49C0-A5F4-99D4535BE309}" dt="2025-05-30T10:44:23.200" v="0" actId="790"/>
          <ac:spMkLst>
            <pc:docMk/>
            <pc:sldMk cId="2244892050" sldId="1224"/>
            <ac:spMk id="5" creationId="{91A8ED3D-B755-43C9-BCB1-DCF495C0C9DB}"/>
          </ac:spMkLst>
        </pc:spChg>
      </pc:sldChg>
      <pc:sldChg chg="modSp mod">
        <pc:chgData name="Feist, Ella" userId="992bbaf2-811d-42cb-a4d6-e7fc45e325e8" providerId="ADAL" clId="{DFAFDD80-4E85-49C0-A5F4-99D4535BE309}" dt="2025-05-30T10:44:23.200" v="0" actId="790"/>
        <pc:sldMkLst>
          <pc:docMk/>
          <pc:sldMk cId="3602589547" sldId="1225"/>
        </pc:sldMkLst>
        <pc:spChg chg="mod">
          <ac:chgData name="Feist, Ella" userId="992bbaf2-811d-42cb-a4d6-e7fc45e325e8" providerId="ADAL" clId="{DFAFDD80-4E85-49C0-A5F4-99D4535BE309}" dt="2025-05-30T10:44:23.200" v="0" actId="790"/>
          <ac:spMkLst>
            <pc:docMk/>
            <pc:sldMk cId="3602589547" sldId="1225"/>
            <ac:spMk id="2" creationId="{C5F9DAA6-4973-F0DC-09A1-3B02E8992C2C}"/>
          </ac:spMkLst>
        </pc:spChg>
        <pc:spChg chg="mod">
          <ac:chgData name="Feist, Ella" userId="992bbaf2-811d-42cb-a4d6-e7fc45e325e8" providerId="ADAL" clId="{DFAFDD80-4E85-49C0-A5F4-99D4535BE309}" dt="2025-05-30T10:44:23.200" v="0" actId="790"/>
          <ac:spMkLst>
            <pc:docMk/>
            <pc:sldMk cId="3602589547" sldId="1225"/>
            <ac:spMk id="4" creationId="{9ED32BBC-8A3B-5FB1-DB0F-B65F461BDA2D}"/>
          </ac:spMkLst>
        </pc:spChg>
      </pc:sldChg>
      <pc:sldChg chg="modSp mod modNotes">
        <pc:chgData name="Feist, Ella" userId="992bbaf2-811d-42cb-a4d6-e7fc45e325e8" providerId="ADAL" clId="{DFAFDD80-4E85-49C0-A5F4-99D4535BE309}" dt="2025-05-30T10:44:56.693" v="7" actId="207"/>
        <pc:sldMkLst>
          <pc:docMk/>
          <pc:sldMk cId="1415435890" sldId="1226"/>
        </pc:sldMkLst>
        <pc:spChg chg="mod">
          <ac:chgData name="Feist, Ella" userId="992bbaf2-811d-42cb-a4d6-e7fc45e325e8" providerId="ADAL" clId="{DFAFDD80-4E85-49C0-A5F4-99D4535BE309}" dt="2025-05-30T10:44:23.200" v="0" actId="790"/>
          <ac:spMkLst>
            <pc:docMk/>
            <pc:sldMk cId="1415435890" sldId="1226"/>
            <ac:spMk id="2" creationId="{A9A6FF77-D641-4417-92E7-11CC6238BF20}"/>
          </ac:spMkLst>
        </pc:spChg>
        <pc:spChg chg="mod">
          <ac:chgData name="Feist, Ella" userId="992bbaf2-811d-42cb-a4d6-e7fc45e325e8" providerId="ADAL" clId="{DFAFDD80-4E85-49C0-A5F4-99D4535BE309}" dt="2025-05-30T10:44:23.200" v="0" actId="790"/>
          <ac:spMkLst>
            <pc:docMk/>
            <pc:sldMk cId="1415435890" sldId="1226"/>
            <ac:spMk id="4" creationId="{2B6EE415-786F-01CA-218A-394C7EDE3564}"/>
          </ac:spMkLst>
        </pc:spChg>
        <pc:spChg chg="mod">
          <ac:chgData name="Feist, Ella" userId="992bbaf2-811d-42cb-a4d6-e7fc45e325e8" providerId="ADAL" clId="{DFAFDD80-4E85-49C0-A5F4-99D4535BE309}" dt="2025-05-30T10:44:23.200" v="0" actId="790"/>
          <ac:spMkLst>
            <pc:docMk/>
            <pc:sldMk cId="1415435890" sldId="1226"/>
            <ac:spMk id="5" creationId="{91A8ED3D-B755-43C9-BCB1-DCF495C0C9DB}"/>
          </ac:spMkLst>
        </pc:spChg>
        <pc:graphicFrameChg chg="modGraphic">
          <ac:chgData name="Feist, Ella" userId="992bbaf2-811d-42cb-a4d6-e7fc45e325e8" providerId="ADAL" clId="{DFAFDD80-4E85-49C0-A5F4-99D4535BE309}" dt="2025-05-30T10:44:23.200" v="0" actId="790"/>
          <ac:graphicFrameMkLst>
            <pc:docMk/>
            <pc:sldMk cId="1415435890" sldId="1226"/>
            <ac:graphicFrameMk id="6" creationId="{F2591C18-EDE3-8C60-5195-3C61A4A64026}"/>
          </ac:graphicFrameMkLst>
        </pc:graphicFrameChg>
      </pc:sldChg>
      <pc:sldChg chg="modSp mod">
        <pc:chgData name="Feist, Ella" userId="992bbaf2-811d-42cb-a4d6-e7fc45e325e8" providerId="ADAL" clId="{DFAFDD80-4E85-49C0-A5F4-99D4535BE309}" dt="2025-05-30T10:44:23.200" v="0" actId="790"/>
        <pc:sldMkLst>
          <pc:docMk/>
          <pc:sldMk cId="2412630130" sldId="1227"/>
        </pc:sldMkLst>
        <pc:spChg chg="mod">
          <ac:chgData name="Feist, Ella" userId="992bbaf2-811d-42cb-a4d6-e7fc45e325e8" providerId="ADAL" clId="{DFAFDD80-4E85-49C0-A5F4-99D4535BE309}" dt="2025-05-30T10:44:23.200" v="0" actId="790"/>
          <ac:spMkLst>
            <pc:docMk/>
            <pc:sldMk cId="2412630130" sldId="1227"/>
            <ac:spMk id="2" creationId="{A9A6FF77-D641-4417-92E7-11CC6238BF20}"/>
          </ac:spMkLst>
        </pc:spChg>
        <pc:spChg chg="mod">
          <ac:chgData name="Feist, Ella" userId="992bbaf2-811d-42cb-a4d6-e7fc45e325e8" providerId="ADAL" clId="{DFAFDD80-4E85-49C0-A5F4-99D4535BE309}" dt="2025-05-30T10:44:23.200" v="0" actId="790"/>
          <ac:spMkLst>
            <pc:docMk/>
            <pc:sldMk cId="2412630130" sldId="1227"/>
            <ac:spMk id="3" creationId="{04604675-897F-5AF1-6608-89D7C5851835}"/>
          </ac:spMkLst>
        </pc:spChg>
        <pc:spChg chg="mod">
          <ac:chgData name="Feist, Ella" userId="992bbaf2-811d-42cb-a4d6-e7fc45e325e8" providerId="ADAL" clId="{DFAFDD80-4E85-49C0-A5F4-99D4535BE309}" dt="2025-05-30T10:44:23.200" v="0" actId="790"/>
          <ac:spMkLst>
            <pc:docMk/>
            <pc:sldMk cId="2412630130" sldId="1227"/>
            <ac:spMk id="5" creationId="{91A8ED3D-B755-43C9-BCB1-DCF495C0C9DB}"/>
          </ac:spMkLst>
        </pc:spChg>
        <pc:spChg chg="mod">
          <ac:chgData name="Feist, Ella" userId="992bbaf2-811d-42cb-a4d6-e7fc45e325e8" providerId="ADAL" clId="{DFAFDD80-4E85-49C0-A5F4-99D4535BE309}" dt="2025-05-30T10:44:23.200" v="0" actId="790"/>
          <ac:spMkLst>
            <pc:docMk/>
            <pc:sldMk cId="2412630130" sldId="1227"/>
            <ac:spMk id="7" creationId="{10DA153C-0763-7E81-3E35-679133409A6D}"/>
          </ac:spMkLst>
        </pc:spChg>
        <pc:spChg chg="mod">
          <ac:chgData name="Feist, Ella" userId="992bbaf2-811d-42cb-a4d6-e7fc45e325e8" providerId="ADAL" clId="{DFAFDD80-4E85-49C0-A5F4-99D4535BE309}" dt="2025-05-30T10:44:23.200" v="0" actId="790"/>
          <ac:spMkLst>
            <pc:docMk/>
            <pc:sldMk cId="2412630130" sldId="1227"/>
            <ac:spMk id="8" creationId="{08BFA7F9-5640-A33D-5F1A-DFAFA27AFAD3}"/>
          </ac:spMkLst>
        </pc:spChg>
        <pc:spChg chg="mod">
          <ac:chgData name="Feist, Ella" userId="992bbaf2-811d-42cb-a4d6-e7fc45e325e8" providerId="ADAL" clId="{DFAFDD80-4E85-49C0-A5F4-99D4535BE309}" dt="2025-05-30T10:44:23.200" v="0" actId="790"/>
          <ac:spMkLst>
            <pc:docMk/>
            <pc:sldMk cId="2412630130" sldId="1227"/>
            <ac:spMk id="12" creationId="{26F13CC9-6EC4-E102-010F-FD73F8C7DF7E}"/>
          </ac:spMkLst>
        </pc:spChg>
      </pc:sldChg>
      <pc:sldChg chg="modSp mod modNotes">
        <pc:chgData name="Feist, Ella" userId="992bbaf2-811d-42cb-a4d6-e7fc45e325e8" providerId="ADAL" clId="{DFAFDD80-4E85-49C0-A5F4-99D4535BE309}" dt="2025-05-30T10:45:11.675" v="9" actId="20577"/>
        <pc:sldMkLst>
          <pc:docMk/>
          <pc:sldMk cId="2413376295" sldId="1228"/>
        </pc:sldMkLst>
        <pc:spChg chg="mod">
          <ac:chgData name="Feist, Ella" userId="992bbaf2-811d-42cb-a4d6-e7fc45e325e8" providerId="ADAL" clId="{DFAFDD80-4E85-49C0-A5F4-99D4535BE309}" dt="2025-05-30T10:44:23.200" v="0" actId="790"/>
          <ac:spMkLst>
            <pc:docMk/>
            <pc:sldMk cId="2413376295" sldId="1228"/>
            <ac:spMk id="2" creationId="{A9A6FF77-D641-4417-92E7-11CC6238BF20}"/>
          </ac:spMkLst>
        </pc:spChg>
        <pc:spChg chg="mod">
          <ac:chgData name="Feist, Ella" userId="992bbaf2-811d-42cb-a4d6-e7fc45e325e8" providerId="ADAL" clId="{DFAFDD80-4E85-49C0-A5F4-99D4535BE309}" dt="2025-05-30T10:44:23.200" v="0" actId="790"/>
          <ac:spMkLst>
            <pc:docMk/>
            <pc:sldMk cId="2413376295" sldId="1228"/>
            <ac:spMk id="3" creationId="{BAD109EB-AC62-5D32-4E55-432E8BBCBE80}"/>
          </ac:spMkLst>
        </pc:spChg>
        <pc:spChg chg="mod">
          <ac:chgData name="Feist, Ella" userId="992bbaf2-811d-42cb-a4d6-e7fc45e325e8" providerId="ADAL" clId="{DFAFDD80-4E85-49C0-A5F4-99D4535BE309}" dt="2025-05-30T10:44:23.200" v="0" actId="790"/>
          <ac:spMkLst>
            <pc:docMk/>
            <pc:sldMk cId="2413376295" sldId="1228"/>
            <ac:spMk id="5" creationId="{91A8ED3D-B755-43C9-BCB1-DCF495C0C9DB}"/>
          </ac:spMkLst>
        </pc:spChg>
        <pc:spChg chg="mod">
          <ac:chgData name="Feist, Ella" userId="992bbaf2-811d-42cb-a4d6-e7fc45e325e8" providerId="ADAL" clId="{DFAFDD80-4E85-49C0-A5F4-99D4535BE309}" dt="2025-05-30T10:44:23.200" v="0" actId="790"/>
          <ac:spMkLst>
            <pc:docMk/>
            <pc:sldMk cId="2413376295" sldId="1228"/>
            <ac:spMk id="8" creationId="{619FC9F8-F471-CFDC-6FFE-6CAF29A9112F}"/>
          </ac:spMkLst>
        </pc:spChg>
        <pc:spChg chg="mod">
          <ac:chgData name="Feist, Ella" userId="992bbaf2-811d-42cb-a4d6-e7fc45e325e8" providerId="ADAL" clId="{DFAFDD80-4E85-49C0-A5F4-99D4535BE309}" dt="2025-05-30T10:44:23.200" v="0" actId="790"/>
          <ac:spMkLst>
            <pc:docMk/>
            <pc:sldMk cId="2413376295" sldId="1228"/>
            <ac:spMk id="12" creationId="{1771FEBF-11C1-9B2E-CBC6-F1D00F1225DB}"/>
          </ac:spMkLst>
        </pc:spChg>
        <pc:spChg chg="mod">
          <ac:chgData name="Feist, Ella" userId="992bbaf2-811d-42cb-a4d6-e7fc45e325e8" providerId="ADAL" clId="{DFAFDD80-4E85-49C0-A5F4-99D4535BE309}" dt="2025-05-30T10:44:23.200" v="0" actId="790"/>
          <ac:spMkLst>
            <pc:docMk/>
            <pc:sldMk cId="2413376295" sldId="1228"/>
            <ac:spMk id="13" creationId="{54DB848C-5B1D-3490-7466-77C3F75BAAE4}"/>
          </ac:spMkLst>
        </pc:spChg>
        <pc:spChg chg="mod">
          <ac:chgData name="Feist, Ella" userId="992bbaf2-811d-42cb-a4d6-e7fc45e325e8" providerId="ADAL" clId="{DFAFDD80-4E85-49C0-A5F4-99D4535BE309}" dt="2025-05-30T10:44:23.200" v="0" actId="790"/>
          <ac:spMkLst>
            <pc:docMk/>
            <pc:sldMk cId="2413376295" sldId="1228"/>
            <ac:spMk id="14" creationId="{97DBFC7B-FF9C-4480-96AE-B6F5909818AD}"/>
          </ac:spMkLst>
        </pc:spChg>
        <pc:spChg chg="mod">
          <ac:chgData name="Feist, Ella" userId="992bbaf2-811d-42cb-a4d6-e7fc45e325e8" providerId="ADAL" clId="{DFAFDD80-4E85-49C0-A5F4-99D4535BE309}" dt="2025-05-30T10:44:23.200" v="0" actId="790"/>
          <ac:spMkLst>
            <pc:docMk/>
            <pc:sldMk cId="2413376295" sldId="1228"/>
            <ac:spMk id="15" creationId="{CC8ED993-D081-3E13-F51A-86BE8584C273}"/>
          </ac:spMkLst>
        </pc:spChg>
        <pc:spChg chg="mod">
          <ac:chgData name="Feist, Ella" userId="992bbaf2-811d-42cb-a4d6-e7fc45e325e8" providerId="ADAL" clId="{DFAFDD80-4E85-49C0-A5F4-99D4535BE309}" dt="2025-05-30T10:44:23.200" v="0" actId="790"/>
          <ac:spMkLst>
            <pc:docMk/>
            <pc:sldMk cId="2413376295" sldId="1228"/>
            <ac:spMk id="18" creationId="{243B400F-4DBC-B695-D176-A1952C5F43FE}"/>
          </ac:spMkLst>
        </pc:spChg>
        <pc:spChg chg="mod">
          <ac:chgData name="Feist, Ella" userId="992bbaf2-811d-42cb-a4d6-e7fc45e325e8" providerId="ADAL" clId="{DFAFDD80-4E85-49C0-A5F4-99D4535BE309}" dt="2025-05-30T10:44:23.200" v="0" actId="790"/>
          <ac:spMkLst>
            <pc:docMk/>
            <pc:sldMk cId="2413376295" sldId="1228"/>
            <ac:spMk id="19" creationId="{D6CE2A5F-0CF2-7AE9-2186-C4D200005553}"/>
          </ac:spMkLst>
        </pc:spChg>
      </pc:sldChg>
      <pc:sldChg chg="modSp mod modNotes">
        <pc:chgData name="Feist, Ella" userId="992bbaf2-811d-42cb-a4d6-e7fc45e325e8" providerId="ADAL" clId="{DFAFDD80-4E85-49C0-A5F4-99D4535BE309}" dt="2025-05-30T10:45:19.914" v="11" actId="20577"/>
        <pc:sldMkLst>
          <pc:docMk/>
          <pc:sldMk cId="31744773" sldId="1229"/>
        </pc:sldMkLst>
        <pc:spChg chg="mod">
          <ac:chgData name="Feist, Ella" userId="992bbaf2-811d-42cb-a4d6-e7fc45e325e8" providerId="ADAL" clId="{DFAFDD80-4E85-49C0-A5F4-99D4535BE309}" dt="2025-05-30T10:44:23.200" v="0" actId="790"/>
          <ac:spMkLst>
            <pc:docMk/>
            <pc:sldMk cId="31744773" sldId="1229"/>
            <ac:spMk id="2" creationId="{A9A6FF77-D641-4417-92E7-11CC6238BF20}"/>
          </ac:spMkLst>
        </pc:spChg>
        <pc:spChg chg="mod">
          <ac:chgData name="Feist, Ella" userId="992bbaf2-811d-42cb-a4d6-e7fc45e325e8" providerId="ADAL" clId="{DFAFDD80-4E85-49C0-A5F4-99D4535BE309}" dt="2025-05-30T10:44:23.200" v="0" actId="790"/>
          <ac:spMkLst>
            <pc:docMk/>
            <pc:sldMk cId="31744773" sldId="1229"/>
            <ac:spMk id="3" creationId="{965AAF7B-0FFE-C50E-1C2F-16EDCE97E900}"/>
          </ac:spMkLst>
        </pc:spChg>
        <pc:spChg chg="mod">
          <ac:chgData name="Feist, Ella" userId="992bbaf2-811d-42cb-a4d6-e7fc45e325e8" providerId="ADAL" clId="{DFAFDD80-4E85-49C0-A5F4-99D4535BE309}" dt="2025-05-30T10:44:23.200" v="0" actId="790"/>
          <ac:spMkLst>
            <pc:docMk/>
            <pc:sldMk cId="31744773" sldId="1229"/>
            <ac:spMk id="5" creationId="{91A8ED3D-B755-43C9-BCB1-DCF495C0C9DB}"/>
          </ac:spMkLst>
        </pc:spChg>
        <pc:spChg chg="mod">
          <ac:chgData name="Feist, Ella" userId="992bbaf2-811d-42cb-a4d6-e7fc45e325e8" providerId="ADAL" clId="{DFAFDD80-4E85-49C0-A5F4-99D4535BE309}" dt="2025-05-30T10:44:23.200" v="0" actId="790"/>
          <ac:spMkLst>
            <pc:docMk/>
            <pc:sldMk cId="31744773" sldId="1229"/>
            <ac:spMk id="12" creationId="{26F13CC9-6EC4-E102-010F-FD73F8C7DF7E}"/>
          </ac:spMkLst>
        </pc:spChg>
        <pc:graphicFrameChg chg="modGraphic">
          <ac:chgData name="Feist, Ella" userId="992bbaf2-811d-42cb-a4d6-e7fc45e325e8" providerId="ADAL" clId="{DFAFDD80-4E85-49C0-A5F4-99D4535BE309}" dt="2025-05-30T10:44:23.200" v="0" actId="790"/>
          <ac:graphicFrameMkLst>
            <pc:docMk/>
            <pc:sldMk cId="31744773" sldId="1229"/>
            <ac:graphicFrameMk id="6" creationId="{5285E4FD-2E41-7172-0629-10803C6E61BF}"/>
          </ac:graphicFrameMkLst>
        </pc:graphicFrameChg>
      </pc:sldChg>
      <pc:sldChg chg="modSp mod modNotes">
        <pc:chgData name="Feist, Ella" userId="992bbaf2-811d-42cb-a4d6-e7fc45e325e8" providerId="ADAL" clId="{DFAFDD80-4E85-49C0-A5F4-99D4535BE309}" dt="2025-05-30T10:46:04.810" v="50" actId="20577"/>
        <pc:sldMkLst>
          <pc:docMk/>
          <pc:sldMk cId="885286825" sldId="1230"/>
        </pc:sldMkLst>
        <pc:spChg chg="mod">
          <ac:chgData name="Feist, Ella" userId="992bbaf2-811d-42cb-a4d6-e7fc45e325e8" providerId="ADAL" clId="{DFAFDD80-4E85-49C0-A5F4-99D4535BE309}" dt="2025-05-30T10:44:23.200" v="0" actId="790"/>
          <ac:spMkLst>
            <pc:docMk/>
            <pc:sldMk cId="885286825" sldId="1230"/>
            <ac:spMk id="2" creationId="{A9A6FF77-D641-4417-92E7-11CC6238BF20}"/>
          </ac:spMkLst>
        </pc:spChg>
        <pc:spChg chg="mod">
          <ac:chgData name="Feist, Ella" userId="992bbaf2-811d-42cb-a4d6-e7fc45e325e8" providerId="ADAL" clId="{DFAFDD80-4E85-49C0-A5F4-99D4535BE309}" dt="2025-05-30T10:44:23.200" v="0" actId="790"/>
          <ac:spMkLst>
            <pc:docMk/>
            <pc:sldMk cId="885286825" sldId="1230"/>
            <ac:spMk id="4" creationId="{8D648ECC-AB5A-AB0A-FB27-5512A38A5302}"/>
          </ac:spMkLst>
        </pc:spChg>
        <pc:spChg chg="mod">
          <ac:chgData name="Feist, Ella" userId="992bbaf2-811d-42cb-a4d6-e7fc45e325e8" providerId="ADAL" clId="{DFAFDD80-4E85-49C0-A5F4-99D4535BE309}" dt="2025-05-30T10:44:23.200" v="0" actId="790"/>
          <ac:spMkLst>
            <pc:docMk/>
            <pc:sldMk cId="885286825" sldId="1230"/>
            <ac:spMk id="5" creationId="{91A8ED3D-B755-43C9-BCB1-DCF495C0C9DB}"/>
          </ac:spMkLst>
        </pc:spChg>
        <pc:spChg chg="mod">
          <ac:chgData name="Feist, Ella" userId="992bbaf2-811d-42cb-a4d6-e7fc45e325e8" providerId="ADAL" clId="{DFAFDD80-4E85-49C0-A5F4-99D4535BE309}" dt="2025-05-30T10:44:23.200" v="0" actId="790"/>
          <ac:spMkLst>
            <pc:docMk/>
            <pc:sldMk cId="885286825" sldId="1230"/>
            <ac:spMk id="7" creationId="{4D25DA78-3821-7246-D2A9-BFC3734C1047}"/>
          </ac:spMkLst>
        </pc:spChg>
        <pc:spChg chg="mod">
          <ac:chgData name="Feist, Ella" userId="992bbaf2-811d-42cb-a4d6-e7fc45e325e8" providerId="ADAL" clId="{DFAFDD80-4E85-49C0-A5F4-99D4535BE309}" dt="2025-05-30T10:44:23.200" v="0" actId="790"/>
          <ac:spMkLst>
            <pc:docMk/>
            <pc:sldMk cId="885286825" sldId="1230"/>
            <ac:spMk id="8" creationId="{83066FDB-8988-ED6F-1779-F08FAD26C21F}"/>
          </ac:spMkLst>
        </pc:spChg>
        <pc:spChg chg="mod">
          <ac:chgData name="Feist, Ella" userId="992bbaf2-811d-42cb-a4d6-e7fc45e325e8" providerId="ADAL" clId="{DFAFDD80-4E85-49C0-A5F4-99D4535BE309}" dt="2025-05-30T10:44:23.200" v="0" actId="790"/>
          <ac:spMkLst>
            <pc:docMk/>
            <pc:sldMk cId="885286825" sldId="1230"/>
            <ac:spMk id="10" creationId="{59462447-B157-1F5E-E7E0-C9E585757303}"/>
          </ac:spMkLst>
        </pc:spChg>
        <pc:spChg chg="mod">
          <ac:chgData name="Feist, Ella" userId="992bbaf2-811d-42cb-a4d6-e7fc45e325e8" providerId="ADAL" clId="{DFAFDD80-4E85-49C0-A5F4-99D4535BE309}" dt="2025-05-30T10:44:23.200" v="0" actId="790"/>
          <ac:spMkLst>
            <pc:docMk/>
            <pc:sldMk cId="885286825" sldId="1230"/>
            <ac:spMk id="11" creationId="{15B4F6C0-7D6C-B26B-D173-6BE43E6F32E9}"/>
          </ac:spMkLst>
        </pc:spChg>
        <pc:spChg chg="mod">
          <ac:chgData name="Feist, Ella" userId="992bbaf2-811d-42cb-a4d6-e7fc45e325e8" providerId="ADAL" clId="{DFAFDD80-4E85-49C0-A5F4-99D4535BE309}" dt="2025-05-30T10:44:23.200" v="0" actId="790"/>
          <ac:spMkLst>
            <pc:docMk/>
            <pc:sldMk cId="885286825" sldId="1230"/>
            <ac:spMk id="12" creationId="{58D4E29F-5E55-BA85-DDDA-3317AA1E4909}"/>
          </ac:spMkLst>
        </pc:spChg>
        <pc:spChg chg="mod">
          <ac:chgData name="Feist, Ella" userId="992bbaf2-811d-42cb-a4d6-e7fc45e325e8" providerId="ADAL" clId="{DFAFDD80-4E85-49C0-A5F4-99D4535BE309}" dt="2025-05-30T10:44:23.200" v="0" actId="790"/>
          <ac:spMkLst>
            <pc:docMk/>
            <pc:sldMk cId="885286825" sldId="1230"/>
            <ac:spMk id="13" creationId="{754AA841-4919-CEF0-F0CA-1399C82C6762}"/>
          </ac:spMkLst>
        </pc:spChg>
        <pc:spChg chg="mod">
          <ac:chgData name="Feist, Ella" userId="992bbaf2-811d-42cb-a4d6-e7fc45e325e8" providerId="ADAL" clId="{DFAFDD80-4E85-49C0-A5F4-99D4535BE309}" dt="2025-05-30T10:44:23.200" v="0" actId="790"/>
          <ac:spMkLst>
            <pc:docMk/>
            <pc:sldMk cId="885286825" sldId="1230"/>
            <ac:spMk id="43" creationId="{6E7753D9-199A-54B2-5583-58953399C7C2}"/>
          </ac:spMkLst>
        </pc:spChg>
      </pc:sldChg>
      <pc:sldChg chg="modSp mod modNotes">
        <pc:chgData name="Feist, Ella" userId="992bbaf2-811d-42cb-a4d6-e7fc45e325e8" providerId="ADAL" clId="{DFAFDD80-4E85-49C0-A5F4-99D4535BE309}" dt="2025-05-30T10:46:11.408" v="52" actId="20577"/>
        <pc:sldMkLst>
          <pc:docMk/>
          <pc:sldMk cId="3368178948" sldId="1231"/>
        </pc:sldMkLst>
        <pc:spChg chg="mod">
          <ac:chgData name="Feist, Ella" userId="992bbaf2-811d-42cb-a4d6-e7fc45e325e8" providerId="ADAL" clId="{DFAFDD80-4E85-49C0-A5F4-99D4535BE309}" dt="2025-05-30T10:44:23.200" v="0" actId="790"/>
          <ac:spMkLst>
            <pc:docMk/>
            <pc:sldMk cId="3368178948" sldId="1231"/>
            <ac:spMk id="2" creationId="{A9A6FF77-D641-4417-92E7-11CC6238BF20}"/>
          </ac:spMkLst>
        </pc:spChg>
        <pc:spChg chg="mod">
          <ac:chgData name="Feist, Ella" userId="992bbaf2-811d-42cb-a4d6-e7fc45e325e8" providerId="ADAL" clId="{DFAFDD80-4E85-49C0-A5F4-99D4535BE309}" dt="2025-05-30T10:44:23.200" v="0" actId="790"/>
          <ac:spMkLst>
            <pc:docMk/>
            <pc:sldMk cId="3368178948" sldId="1231"/>
            <ac:spMk id="3" creationId="{74F661B4-0A20-EE5E-9DFE-6F504E179739}"/>
          </ac:spMkLst>
        </pc:spChg>
        <pc:spChg chg="mod">
          <ac:chgData name="Feist, Ella" userId="992bbaf2-811d-42cb-a4d6-e7fc45e325e8" providerId="ADAL" clId="{DFAFDD80-4E85-49C0-A5F4-99D4535BE309}" dt="2025-05-30T10:44:23.200" v="0" actId="790"/>
          <ac:spMkLst>
            <pc:docMk/>
            <pc:sldMk cId="3368178948" sldId="1231"/>
            <ac:spMk id="5" creationId="{91A8ED3D-B755-43C9-BCB1-DCF495C0C9DB}"/>
          </ac:spMkLst>
        </pc:spChg>
        <pc:graphicFrameChg chg="modGraphic">
          <ac:chgData name="Feist, Ella" userId="992bbaf2-811d-42cb-a4d6-e7fc45e325e8" providerId="ADAL" clId="{DFAFDD80-4E85-49C0-A5F4-99D4535BE309}" dt="2025-05-30T10:44:23.200" v="0" actId="790"/>
          <ac:graphicFrameMkLst>
            <pc:docMk/>
            <pc:sldMk cId="3368178948" sldId="1231"/>
            <ac:graphicFrameMk id="7" creationId="{2280D65D-EDBF-1431-6804-A53D4D00A8B5}"/>
          </ac:graphicFrameMkLst>
        </pc:graphicFrameChg>
      </pc:sldChg>
      <pc:sldChg chg="modSp mod">
        <pc:chgData name="Feist, Ella" userId="992bbaf2-811d-42cb-a4d6-e7fc45e325e8" providerId="ADAL" clId="{DFAFDD80-4E85-49C0-A5F4-99D4535BE309}" dt="2025-05-30T10:44:23.200" v="0" actId="790"/>
        <pc:sldMkLst>
          <pc:docMk/>
          <pc:sldMk cId="3119941161" sldId="1232"/>
        </pc:sldMkLst>
        <pc:spChg chg="mod">
          <ac:chgData name="Feist, Ella" userId="992bbaf2-811d-42cb-a4d6-e7fc45e325e8" providerId="ADAL" clId="{DFAFDD80-4E85-49C0-A5F4-99D4535BE309}" dt="2025-05-30T10:44:23.200" v="0" actId="790"/>
          <ac:spMkLst>
            <pc:docMk/>
            <pc:sldMk cId="3119941161" sldId="1232"/>
            <ac:spMk id="2" creationId="{A9A6FF77-D641-4417-92E7-11CC6238BF20}"/>
          </ac:spMkLst>
        </pc:spChg>
        <pc:spChg chg="mod">
          <ac:chgData name="Feist, Ella" userId="992bbaf2-811d-42cb-a4d6-e7fc45e325e8" providerId="ADAL" clId="{DFAFDD80-4E85-49C0-A5F4-99D4535BE309}" dt="2025-05-30T10:44:23.200" v="0" actId="790"/>
          <ac:spMkLst>
            <pc:docMk/>
            <pc:sldMk cId="3119941161" sldId="1232"/>
            <ac:spMk id="3" creationId="{360AE7D6-A055-E391-CDB2-9839838108D5}"/>
          </ac:spMkLst>
        </pc:spChg>
        <pc:spChg chg="mod">
          <ac:chgData name="Feist, Ella" userId="992bbaf2-811d-42cb-a4d6-e7fc45e325e8" providerId="ADAL" clId="{DFAFDD80-4E85-49C0-A5F4-99D4535BE309}" dt="2025-05-30T10:44:23.200" v="0" actId="790"/>
          <ac:spMkLst>
            <pc:docMk/>
            <pc:sldMk cId="3119941161" sldId="1232"/>
            <ac:spMk id="5" creationId="{91A8ED3D-B755-43C9-BCB1-DCF495C0C9DB}"/>
          </ac:spMkLst>
        </pc:spChg>
      </pc:sldChg>
      <pc:sldChg chg="modSp mod">
        <pc:chgData name="Feist, Ella" userId="992bbaf2-811d-42cb-a4d6-e7fc45e325e8" providerId="ADAL" clId="{DFAFDD80-4E85-49C0-A5F4-99D4535BE309}" dt="2025-05-30T10:44:23.200" v="0" actId="790"/>
        <pc:sldMkLst>
          <pc:docMk/>
          <pc:sldMk cId="1343522054" sldId="1233"/>
        </pc:sldMkLst>
        <pc:spChg chg="mod">
          <ac:chgData name="Feist, Ella" userId="992bbaf2-811d-42cb-a4d6-e7fc45e325e8" providerId="ADAL" clId="{DFAFDD80-4E85-49C0-A5F4-99D4535BE309}" dt="2025-05-30T10:44:23.200" v="0" actId="790"/>
          <ac:spMkLst>
            <pc:docMk/>
            <pc:sldMk cId="1343522054" sldId="1233"/>
            <ac:spMk id="2" creationId="{A9A6FF77-D641-4417-92E7-11CC6238BF20}"/>
          </ac:spMkLst>
        </pc:spChg>
        <pc:spChg chg="mod">
          <ac:chgData name="Feist, Ella" userId="992bbaf2-811d-42cb-a4d6-e7fc45e325e8" providerId="ADAL" clId="{DFAFDD80-4E85-49C0-A5F4-99D4535BE309}" dt="2025-05-30T10:44:23.200" v="0" actId="790"/>
          <ac:spMkLst>
            <pc:docMk/>
            <pc:sldMk cId="1343522054" sldId="1233"/>
            <ac:spMk id="3" creationId="{CE3EB04C-012C-3558-5517-C0D9E2D6B9D7}"/>
          </ac:spMkLst>
        </pc:spChg>
        <pc:spChg chg="mod">
          <ac:chgData name="Feist, Ella" userId="992bbaf2-811d-42cb-a4d6-e7fc45e325e8" providerId="ADAL" clId="{DFAFDD80-4E85-49C0-A5F4-99D4535BE309}" dt="2025-05-30T10:44:23.200" v="0" actId="790"/>
          <ac:spMkLst>
            <pc:docMk/>
            <pc:sldMk cId="1343522054" sldId="1233"/>
            <ac:spMk id="5" creationId="{91A8ED3D-B755-43C9-BCB1-DCF495C0C9DB}"/>
          </ac:spMkLst>
        </pc:spChg>
        <pc:spChg chg="mod">
          <ac:chgData name="Feist, Ella" userId="992bbaf2-811d-42cb-a4d6-e7fc45e325e8" providerId="ADAL" clId="{DFAFDD80-4E85-49C0-A5F4-99D4535BE309}" dt="2025-05-30T10:44:23.200" v="0" actId="790"/>
          <ac:spMkLst>
            <pc:docMk/>
            <pc:sldMk cId="1343522054" sldId="1233"/>
            <ac:spMk id="7" creationId="{48F0DB91-9195-CAD7-B03E-A05F092AD2D9}"/>
          </ac:spMkLst>
        </pc:spChg>
        <pc:spChg chg="mod">
          <ac:chgData name="Feist, Ella" userId="992bbaf2-811d-42cb-a4d6-e7fc45e325e8" providerId="ADAL" clId="{DFAFDD80-4E85-49C0-A5F4-99D4535BE309}" dt="2025-05-30T10:44:23.200" v="0" actId="790"/>
          <ac:spMkLst>
            <pc:docMk/>
            <pc:sldMk cId="1343522054" sldId="1233"/>
            <ac:spMk id="8" creationId="{BE6364AA-47F9-34EB-E59A-2755939149D9}"/>
          </ac:spMkLst>
        </pc:spChg>
      </pc:sldChg>
      <pc:sldChg chg="modSp mod">
        <pc:chgData name="Feist, Ella" userId="992bbaf2-811d-42cb-a4d6-e7fc45e325e8" providerId="ADAL" clId="{DFAFDD80-4E85-49C0-A5F4-99D4535BE309}" dt="2025-05-30T10:44:23.200" v="0" actId="790"/>
        <pc:sldMkLst>
          <pc:docMk/>
          <pc:sldMk cId="1294999274" sldId="1234"/>
        </pc:sldMkLst>
        <pc:spChg chg="mod">
          <ac:chgData name="Feist, Ella" userId="992bbaf2-811d-42cb-a4d6-e7fc45e325e8" providerId="ADAL" clId="{DFAFDD80-4E85-49C0-A5F4-99D4535BE309}" dt="2025-05-30T10:44:23.200" v="0" actId="790"/>
          <ac:spMkLst>
            <pc:docMk/>
            <pc:sldMk cId="1294999274" sldId="1234"/>
            <ac:spMk id="2" creationId="{A9A6FF77-D641-4417-92E7-11CC6238BF20}"/>
          </ac:spMkLst>
        </pc:spChg>
        <pc:spChg chg="mod">
          <ac:chgData name="Feist, Ella" userId="992bbaf2-811d-42cb-a4d6-e7fc45e325e8" providerId="ADAL" clId="{DFAFDD80-4E85-49C0-A5F4-99D4535BE309}" dt="2025-05-30T10:44:23.200" v="0" actId="790"/>
          <ac:spMkLst>
            <pc:docMk/>
            <pc:sldMk cId="1294999274" sldId="1234"/>
            <ac:spMk id="3" creationId="{9BB9823F-C2B8-429E-9DB6-8C189B8D35C5}"/>
          </ac:spMkLst>
        </pc:spChg>
        <pc:spChg chg="mod">
          <ac:chgData name="Feist, Ella" userId="992bbaf2-811d-42cb-a4d6-e7fc45e325e8" providerId="ADAL" clId="{DFAFDD80-4E85-49C0-A5F4-99D4535BE309}" dt="2025-05-30T10:44:23.200" v="0" actId="790"/>
          <ac:spMkLst>
            <pc:docMk/>
            <pc:sldMk cId="1294999274" sldId="1234"/>
            <ac:spMk id="5" creationId="{91A8ED3D-B755-43C9-BCB1-DCF495C0C9DB}"/>
          </ac:spMkLst>
        </pc:spChg>
        <pc:spChg chg="mod">
          <ac:chgData name="Feist, Ella" userId="992bbaf2-811d-42cb-a4d6-e7fc45e325e8" providerId="ADAL" clId="{DFAFDD80-4E85-49C0-A5F4-99D4535BE309}" dt="2025-05-30T10:44:23.200" v="0" actId="790"/>
          <ac:spMkLst>
            <pc:docMk/>
            <pc:sldMk cId="1294999274" sldId="1234"/>
            <ac:spMk id="9" creationId="{C6B90332-2DA7-AE4D-D57C-B581FD1CC848}"/>
          </ac:spMkLst>
        </pc:spChg>
        <pc:spChg chg="mod">
          <ac:chgData name="Feist, Ella" userId="992bbaf2-811d-42cb-a4d6-e7fc45e325e8" providerId="ADAL" clId="{DFAFDD80-4E85-49C0-A5F4-99D4535BE309}" dt="2025-05-30T10:44:23.200" v="0" actId="790"/>
          <ac:spMkLst>
            <pc:docMk/>
            <pc:sldMk cId="1294999274" sldId="1234"/>
            <ac:spMk id="10" creationId="{2C183116-8874-DC7C-5958-3EDAD98F8D90}"/>
          </ac:spMkLst>
        </pc:spChg>
      </pc:sldChg>
      <pc:sldChg chg="modSp mod modNotes">
        <pc:chgData name="Feist, Ella" userId="992bbaf2-811d-42cb-a4d6-e7fc45e325e8" providerId="ADAL" clId="{DFAFDD80-4E85-49C0-A5F4-99D4535BE309}" dt="2025-05-30T10:46:25.307" v="59" actId="313"/>
        <pc:sldMkLst>
          <pc:docMk/>
          <pc:sldMk cId="2612267020" sldId="1235"/>
        </pc:sldMkLst>
        <pc:spChg chg="mod">
          <ac:chgData name="Feist, Ella" userId="992bbaf2-811d-42cb-a4d6-e7fc45e325e8" providerId="ADAL" clId="{DFAFDD80-4E85-49C0-A5F4-99D4535BE309}" dt="2025-05-30T10:44:23.200" v="0" actId="790"/>
          <ac:spMkLst>
            <pc:docMk/>
            <pc:sldMk cId="2612267020" sldId="1235"/>
            <ac:spMk id="2" creationId="{A9A6FF77-D641-4417-92E7-11CC6238BF20}"/>
          </ac:spMkLst>
        </pc:spChg>
        <pc:spChg chg="mod">
          <ac:chgData name="Feist, Ella" userId="992bbaf2-811d-42cb-a4d6-e7fc45e325e8" providerId="ADAL" clId="{DFAFDD80-4E85-49C0-A5F4-99D4535BE309}" dt="2025-05-30T10:44:23.200" v="0" actId="790"/>
          <ac:spMkLst>
            <pc:docMk/>
            <pc:sldMk cId="2612267020" sldId="1235"/>
            <ac:spMk id="3" creationId="{03217E64-1279-FC5A-0E3B-A243FE33F9B6}"/>
          </ac:spMkLst>
        </pc:spChg>
        <pc:spChg chg="mod">
          <ac:chgData name="Feist, Ella" userId="992bbaf2-811d-42cb-a4d6-e7fc45e325e8" providerId="ADAL" clId="{DFAFDD80-4E85-49C0-A5F4-99D4535BE309}" dt="2025-05-30T10:44:23.200" v="0" actId="790"/>
          <ac:spMkLst>
            <pc:docMk/>
            <pc:sldMk cId="2612267020" sldId="1235"/>
            <ac:spMk id="5" creationId="{91A8ED3D-B755-43C9-BCB1-DCF495C0C9DB}"/>
          </ac:spMkLst>
        </pc:spChg>
        <pc:spChg chg="mod">
          <ac:chgData name="Feist, Ella" userId="992bbaf2-811d-42cb-a4d6-e7fc45e325e8" providerId="ADAL" clId="{DFAFDD80-4E85-49C0-A5F4-99D4535BE309}" dt="2025-05-30T10:44:23.200" v="0" actId="790"/>
          <ac:spMkLst>
            <pc:docMk/>
            <pc:sldMk cId="2612267020" sldId="1235"/>
            <ac:spMk id="8" creationId="{F466260D-A7F5-1EEE-E827-C1B3FAB82411}"/>
          </ac:spMkLst>
        </pc:spChg>
        <pc:spChg chg="mod">
          <ac:chgData name="Feist, Ella" userId="992bbaf2-811d-42cb-a4d6-e7fc45e325e8" providerId="ADAL" clId="{DFAFDD80-4E85-49C0-A5F4-99D4535BE309}" dt="2025-05-30T10:44:23.200" v="0" actId="790"/>
          <ac:spMkLst>
            <pc:docMk/>
            <pc:sldMk cId="2612267020" sldId="1235"/>
            <ac:spMk id="9" creationId="{0A2B8670-AEE1-8C23-5BB7-2130CF045C6E}"/>
          </ac:spMkLst>
        </pc:spChg>
      </pc:sldChg>
      <pc:sldChg chg="modSp mod">
        <pc:chgData name="Feist, Ella" userId="992bbaf2-811d-42cb-a4d6-e7fc45e325e8" providerId="ADAL" clId="{DFAFDD80-4E85-49C0-A5F4-99D4535BE309}" dt="2025-05-30T10:44:23.200" v="0" actId="790"/>
        <pc:sldMkLst>
          <pc:docMk/>
          <pc:sldMk cId="1739455348" sldId="1236"/>
        </pc:sldMkLst>
        <pc:spChg chg="mod">
          <ac:chgData name="Feist, Ella" userId="992bbaf2-811d-42cb-a4d6-e7fc45e325e8" providerId="ADAL" clId="{DFAFDD80-4E85-49C0-A5F4-99D4535BE309}" dt="2025-05-30T10:44:23.200" v="0" actId="790"/>
          <ac:spMkLst>
            <pc:docMk/>
            <pc:sldMk cId="1739455348" sldId="1236"/>
            <ac:spMk id="2" creationId="{D7EC235F-614F-714E-A97F-4FF50EFF14FD}"/>
          </ac:spMkLst>
        </pc:spChg>
        <pc:spChg chg="mod">
          <ac:chgData name="Feist, Ella" userId="992bbaf2-811d-42cb-a4d6-e7fc45e325e8" providerId="ADAL" clId="{DFAFDD80-4E85-49C0-A5F4-99D4535BE309}" dt="2025-05-30T10:44:23.200" v="0" actId="790"/>
          <ac:spMkLst>
            <pc:docMk/>
            <pc:sldMk cId="1739455348" sldId="1236"/>
            <ac:spMk id="4" creationId="{E9C5A723-C0B1-124B-8CB6-AA3105C9A4E6}"/>
          </ac:spMkLst>
        </pc:spChg>
        <pc:spChg chg="mod">
          <ac:chgData name="Feist, Ella" userId="992bbaf2-811d-42cb-a4d6-e7fc45e325e8" providerId="ADAL" clId="{DFAFDD80-4E85-49C0-A5F4-99D4535BE309}" dt="2025-05-30T10:44:23.200" v="0" actId="790"/>
          <ac:spMkLst>
            <pc:docMk/>
            <pc:sldMk cId="1739455348" sldId="1236"/>
            <ac:spMk id="5" creationId="{979A5E23-6065-D476-460C-1C46CF38262F}"/>
          </ac:spMkLst>
        </pc:spChg>
      </pc:sldChg>
      <pc:sldChg chg="modSp mod modNotes">
        <pc:chgData name="Feist, Ella" userId="992bbaf2-811d-42cb-a4d6-e7fc45e325e8" providerId="ADAL" clId="{DFAFDD80-4E85-49C0-A5F4-99D4535BE309}" dt="2025-05-30T10:46:50.808" v="72" actId="207"/>
        <pc:sldMkLst>
          <pc:docMk/>
          <pc:sldMk cId="3342176162" sldId="1237"/>
        </pc:sldMkLst>
        <pc:spChg chg="mod">
          <ac:chgData name="Feist, Ella" userId="992bbaf2-811d-42cb-a4d6-e7fc45e325e8" providerId="ADAL" clId="{DFAFDD80-4E85-49C0-A5F4-99D4535BE309}" dt="2025-05-30T10:44:23.200" v="0" actId="790"/>
          <ac:spMkLst>
            <pc:docMk/>
            <pc:sldMk cId="3342176162" sldId="1237"/>
            <ac:spMk id="2" creationId="{A9A6FF77-D641-4417-92E7-11CC6238BF20}"/>
          </ac:spMkLst>
        </pc:spChg>
        <pc:spChg chg="mod">
          <ac:chgData name="Feist, Ella" userId="992bbaf2-811d-42cb-a4d6-e7fc45e325e8" providerId="ADAL" clId="{DFAFDD80-4E85-49C0-A5F4-99D4535BE309}" dt="2025-05-30T10:44:23.200" v="0" actId="790"/>
          <ac:spMkLst>
            <pc:docMk/>
            <pc:sldMk cId="3342176162" sldId="1237"/>
            <ac:spMk id="3" creationId="{2C4D8E87-787A-B7A0-4507-3D533FCB881A}"/>
          </ac:spMkLst>
        </pc:spChg>
        <pc:spChg chg="mod">
          <ac:chgData name="Feist, Ella" userId="992bbaf2-811d-42cb-a4d6-e7fc45e325e8" providerId="ADAL" clId="{DFAFDD80-4E85-49C0-A5F4-99D4535BE309}" dt="2025-05-30T10:44:23.200" v="0" actId="790"/>
          <ac:spMkLst>
            <pc:docMk/>
            <pc:sldMk cId="3342176162" sldId="1237"/>
            <ac:spMk id="5" creationId="{91A8ED3D-B755-43C9-BCB1-DCF495C0C9DB}"/>
          </ac:spMkLst>
        </pc:spChg>
        <pc:spChg chg="mod">
          <ac:chgData name="Feist, Ella" userId="992bbaf2-811d-42cb-a4d6-e7fc45e325e8" providerId="ADAL" clId="{DFAFDD80-4E85-49C0-A5F4-99D4535BE309}" dt="2025-05-30T10:44:23.200" v="0" actId="790"/>
          <ac:spMkLst>
            <pc:docMk/>
            <pc:sldMk cId="3342176162" sldId="1237"/>
            <ac:spMk id="10" creationId="{5A2EA8B5-7149-6F56-BFB4-9B1011741CCC}"/>
          </ac:spMkLst>
        </pc:spChg>
        <pc:spChg chg="mod">
          <ac:chgData name="Feist, Ella" userId="992bbaf2-811d-42cb-a4d6-e7fc45e325e8" providerId="ADAL" clId="{DFAFDD80-4E85-49C0-A5F4-99D4535BE309}" dt="2025-05-30T10:44:23.200" v="0" actId="790"/>
          <ac:spMkLst>
            <pc:docMk/>
            <pc:sldMk cId="3342176162" sldId="1237"/>
            <ac:spMk id="11" creationId="{1A024438-FC1B-F197-8C51-D8EE9E1DE430}"/>
          </ac:spMkLst>
        </pc:spChg>
      </pc:sldChg>
      <pc:sldChg chg="modSp mod modNotes">
        <pc:chgData name="Feist, Ella" userId="992bbaf2-811d-42cb-a4d6-e7fc45e325e8" providerId="ADAL" clId="{DFAFDD80-4E85-49C0-A5F4-99D4535BE309}" dt="2025-05-30T10:47:03.170" v="81" actId="20577"/>
        <pc:sldMkLst>
          <pc:docMk/>
          <pc:sldMk cId="1456852893" sldId="1238"/>
        </pc:sldMkLst>
        <pc:spChg chg="mod">
          <ac:chgData name="Feist, Ella" userId="992bbaf2-811d-42cb-a4d6-e7fc45e325e8" providerId="ADAL" clId="{DFAFDD80-4E85-49C0-A5F4-99D4535BE309}" dt="2025-05-30T10:44:23.200" v="0" actId="790"/>
          <ac:spMkLst>
            <pc:docMk/>
            <pc:sldMk cId="1456852893" sldId="1238"/>
            <ac:spMk id="2" creationId="{A9A6FF77-D641-4417-92E7-11CC6238BF20}"/>
          </ac:spMkLst>
        </pc:spChg>
        <pc:spChg chg="mod">
          <ac:chgData name="Feist, Ella" userId="992bbaf2-811d-42cb-a4d6-e7fc45e325e8" providerId="ADAL" clId="{DFAFDD80-4E85-49C0-A5F4-99D4535BE309}" dt="2025-05-30T10:44:23.200" v="0" actId="790"/>
          <ac:spMkLst>
            <pc:docMk/>
            <pc:sldMk cId="1456852893" sldId="1238"/>
            <ac:spMk id="3" creationId="{EADCB999-185B-E85F-590B-E0AE6D380A01}"/>
          </ac:spMkLst>
        </pc:spChg>
        <pc:spChg chg="mod">
          <ac:chgData name="Feist, Ella" userId="992bbaf2-811d-42cb-a4d6-e7fc45e325e8" providerId="ADAL" clId="{DFAFDD80-4E85-49C0-A5F4-99D4535BE309}" dt="2025-05-30T10:44:23.200" v="0" actId="790"/>
          <ac:spMkLst>
            <pc:docMk/>
            <pc:sldMk cId="1456852893" sldId="1238"/>
            <ac:spMk id="4" creationId="{90E7732F-4126-B77C-8AE7-82705C48FE90}"/>
          </ac:spMkLst>
        </pc:spChg>
        <pc:spChg chg="mod">
          <ac:chgData name="Feist, Ella" userId="992bbaf2-811d-42cb-a4d6-e7fc45e325e8" providerId="ADAL" clId="{DFAFDD80-4E85-49C0-A5F4-99D4535BE309}" dt="2025-05-30T10:44:23.200" v="0" actId="790"/>
          <ac:spMkLst>
            <pc:docMk/>
            <pc:sldMk cId="1456852893" sldId="1238"/>
            <ac:spMk id="5" creationId="{91A8ED3D-B755-43C9-BCB1-DCF495C0C9DB}"/>
          </ac:spMkLst>
        </pc:spChg>
        <pc:spChg chg="mod">
          <ac:chgData name="Feist, Ella" userId="992bbaf2-811d-42cb-a4d6-e7fc45e325e8" providerId="ADAL" clId="{DFAFDD80-4E85-49C0-A5F4-99D4535BE309}" dt="2025-05-30T10:44:23.200" v="0" actId="790"/>
          <ac:spMkLst>
            <pc:docMk/>
            <pc:sldMk cId="1456852893" sldId="1238"/>
            <ac:spMk id="10" creationId="{5A2EA8B5-7149-6F56-BFB4-9B1011741CCC}"/>
          </ac:spMkLst>
        </pc:spChg>
        <pc:spChg chg="mod">
          <ac:chgData name="Feist, Ella" userId="992bbaf2-811d-42cb-a4d6-e7fc45e325e8" providerId="ADAL" clId="{DFAFDD80-4E85-49C0-A5F4-99D4535BE309}" dt="2025-05-30T10:44:23.200" v="0" actId="790"/>
          <ac:spMkLst>
            <pc:docMk/>
            <pc:sldMk cId="1456852893" sldId="1238"/>
            <ac:spMk id="11" creationId="{1A024438-FC1B-F197-8C51-D8EE9E1DE430}"/>
          </ac:spMkLst>
        </pc:spChg>
      </pc:sldChg>
      <pc:sldChg chg="modSp mod modNotes">
        <pc:chgData name="Feist, Ella" userId="992bbaf2-811d-42cb-a4d6-e7fc45e325e8" providerId="ADAL" clId="{DFAFDD80-4E85-49C0-A5F4-99D4535BE309}" dt="2025-05-30T10:47:07.684" v="82" actId="207"/>
        <pc:sldMkLst>
          <pc:docMk/>
          <pc:sldMk cId="3459065428" sldId="1239"/>
        </pc:sldMkLst>
        <pc:spChg chg="mod">
          <ac:chgData name="Feist, Ella" userId="992bbaf2-811d-42cb-a4d6-e7fc45e325e8" providerId="ADAL" clId="{DFAFDD80-4E85-49C0-A5F4-99D4535BE309}" dt="2025-05-30T10:44:23.200" v="0" actId="790"/>
          <ac:spMkLst>
            <pc:docMk/>
            <pc:sldMk cId="3459065428" sldId="1239"/>
            <ac:spMk id="2" creationId="{A9A6FF77-D641-4417-92E7-11CC6238BF20}"/>
          </ac:spMkLst>
        </pc:spChg>
        <pc:spChg chg="mod">
          <ac:chgData name="Feist, Ella" userId="992bbaf2-811d-42cb-a4d6-e7fc45e325e8" providerId="ADAL" clId="{DFAFDD80-4E85-49C0-A5F4-99D4535BE309}" dt="2025-05-30T10:44:23.200" v="0" actId="790"/>
          <ac:spMkLst>
            <pc:docMk/>
            <pc:sldMk cId="3459065428" sldId="1239"/>
            <ac:spMk id="3" creationId="{20880320-C9B7-1899-4C6A-AF2EB40E0CC8}"/>
          </ac:spMkLst>
        </pc:spChg>
        <pc:spChg chg="mod">
          <ac:chgData name="Feist, Ella" userId="992bbaf2-811d-42cb-a4d6-e7fc45e325e8" providerId="ADAL" clId="{DFAFDD80-4E85-49C0-A5F4-99D4535BE309}" dt="2025-05-30T10:44:23.200" v="0" actId="790"/>
          <ac:spMkLst>
            <pc:docMk/>
            <pc:sldMk cId="3459065428" sldId="1239"/>
            <ac:spMk id="5" creationId="{91A8ED3D-B755-43C9-BCB1-DCF495C0C9DB}"/>
          </ac:spMkLst>
        </pc:spChg>
        <pc:spChg chg="mod">
          <ac:chgData name="Feist, Ella" userId="992bbaf2-811d-42cb-a4d6-e7fc45e325e8" providerId="ADAL" clId="{DFAFDD80-4E85-49C0-A5F4-99D4535BE309}" dt="2025-05-30T10:44:23.200" v="0" actId="790"/>
          <ac:spMkLst>
            <pc:docMk/>
            <pc:sldMk cId="3459065428" sldId="1239"/>
            <ac:spMk id="8" creationId="{7F3130CE-961F-70D0-95ED-C0531378B7AF}"/>
          </ac:spMkLst>
        </pc:spChg>
        <pc:spChg chg="mod">
          <ac:chgData name="Feist, Ella" userId="992bbaf2-811d-42cb-a4d6-e7fc45e325e8" providerId="ADAL" clId="{DFAFDD80-4E85-49C0-A5F4-99D4535BE309}" dt="2025-05-30T10:44:23.200" v="0" actId="790"/>
          <ac:spMkLst>
            <pc:docMk/>
            <pc:sldMk cId="3459065428" sldId="1239"/>
            <ac:spMk id="9" creationId="{B6EA1869-1073-966D-3A0E-715D04F905A4}"/>
          </ac:spMkLst>
        </pc:spChg>
      </pc:sldChg>
      <pc:sldChg chg="modSp mod">
        <pc:chgData name="Feist, Ella" userId="992bbaf2-811d-42cb-a4d6-e7fc45e325e8" providerId="ADAL" clId="{DFAFDD80-4E85-49C0-A5F4-99D4535BE309}" dt="2025-05-30T10:44:23.200" v="0" actId="790"/>
        <pc:sldMkLst>
          <pc:docMk/>
          <pc:sldMk cId="1165101465" sldId="1240"/>
        </pc:sldMkLst>
        <pc:spChg chg="mod">
          <ac:chgData name="Feist, Ella" userId="992bbaf2-811d-42cb-a4d6-e7fc45e325e8" providerId="ADAL" clId="{DFAFDD80-4E85-49C0-A5F4-99D4535BE309}" dt="2025-05-30T10:44:23.200" v="0" actId="790"/>
          <ac:spMkLst>
            <pc:docMk/>
            <pc:sldMk cId="1165101465" sldId="1240"/>
            <ac:spMk id="2" creationId="{A9A6FF77-D641-4417-92E7-11CC6238BF20}"/>
          </ac:spMkLst>
        </pc:spChg>
        <pc:spChg chg="mod">
          <ac:chgData name="Feist, Ella" userId="992bbaf2-811d-42cb-a4d6-e7fc45e325e8" providerId="ADAL" clId="{DFAFDD80-4E85-49C0-A5F4-99D4535BE309}" dt="2025-05-30T10:44:23.200" v="0" actId="790"/>
          <ac:spMkLst>
            <pc:docMk/>
            <pc:sldMk cId="1165101465" sldId="1240"/>
            <ac:spMk id="3" creationId="{73BDE295-6EB3-BDE4-740C-A81325995C1C}"/>
          </ac:spMkLst>
        </pc:spChg>
        <pc:spChg chg="mod">
          <ac:chgData name="Feist, Ella" userId="992bbaf2-811d-42cb-a4d6-e7fc45e325e8" providerId="ADAL" clId="{DFAFDD80-4E85-49C0-A5F4-99D4535BE309}" dt="2025-05-30T10:44:23.200" v="0" actId="790"/>
          <ac:spMkLst>
            <pc:docMk/>
            <pc:sldMk cId="1165101465" sldId="1240"/>
            <ac:spMk id="5" creationId="{91A8ED3D-B755-43C9-BCB1-DCF495C0C9DB}"/>
          </ac:spMkLst>
        </pc:spChg>
        <pc:spChg chg="mod">
          <ac:chgData name="Feist, Ella" userId="992bbaf2-811d-42cb-a4d6-e7fc45e325e8" providerId="ADAL" clId="{DFAFDD80-4E85-49C0-A5F4-99D4535BE309}" dt="2025-05-30T10:44:23.200" v="0" actId="790"/>
          <ac:spMkLst>
            <pc:docMk/>
            <pc:sldMk cId="1165101465" sldId="1240"/>
            <ac:spMk id="8" creationId="{7F3130CE-961F-70D0-95ED-C0531378B7AF}"/>
          </ac:spMkLst>
        </pc:spChg>
      </pc:sldChg>
      <pc:sldChg chg="modSp mod modNotes">
        <pc:chgData name="Feist, Ella" userId="992bbaf2-811d-42cb-a4d6-e7fc45e325e8" providerId="ADAL" clId="{DFAFDD80-4E85-49C0-A5F4-99D4535BE309}" dt="2025-05-30T10:47:28.504" v="87" actId="14100"/>
        <pc:sldMkLst>
          <pc:docMk/>
          <pc:sldMk cId="1075119306" sldId="1241"/>
        </pc:sldMkLst>
        <pc:spChg chg="mod">
          <ac:chgData name="Feist, Ella" userId="992bbaf2-811d-42cb-a4d6-e7fc45e325e8" providerId="ADAL" clId="{DFAFDD80-4E85-49C0-A5F4-99D4535BE309}" dt="2025-05-30T10:44:23.200" v="0" actId="790"/>
          <ac:spMkLst>
            <pc:docMk/>
            <pc:sldMk cId="1075119306" sldId="1241"/>
            <ac:spMk id="2" creationId="{A9A6FF77-D641-4417-92E7-11CC6238BF20}"/>
          </ac:spMkLst>
        </pc:spChg>
        <pc:spChg chg="mod">
          <ac:chgData name="Feist, Ella" userId="992bbaf2-811d-42cb-a4d6-e7fc45e325e8" providerId="ADAL" clId="{DFAFDD80-4E85-49C0-A5F4-99D4535BE309}" dt="2025-05-30T10:44:23.200" v="0" actId="790"/>
          <ac:spMkLst>
            <pc:docMk/>
            <pc:sldMk cId="1075119306" sldId="1241"/>
            <ac:spMk id="3" creationId="{0D578256-1BCB-A550-1661-A8BC295866AD}"/>
          </ac:spMkLst>
        </pc:spChg>
        <pc:spChg chg="mod">
          <ac:chgData name="Feist, Ella" userId="992bbaf2-811d-42cb-a4d6-e7fc45e325e8" providerId="ADAL" clId="{DFAFDD80-4E85-49C0-A5F4-99D4535BE309}" dt="2025-05-30T10:44:23.200" v="0" actId="790"/>
          <ac:spMkLst>
            <pc:docMk/>
            <pc:sldMk cId="1075119306" sldId="1241"/>
            <ac:spMk id="5" creationId="{91A8ED3D-B755-43C9-BCB1-DCF495C0C9DB}"/>
          </ac:spMkLst>
        </pc:spChg>
        <pc:spChg chg="mod">
          <ac:chgData name="Feist, Ella" userId="992bbaf2-811d-42cb-a4d6-e7fc45e325e8" providerId="ADAL" clId="{DFAFDD80-4E85-49C0-A5F4-99D4535BE309}" dt="2025-05-30T10:44:23.200" v="0" actId="790"/>
          <ac:spMkLst>
            <pc:docMk/>
            <pc:sldMk cId="1075119306" sldId="1241"/>
            <ac:spMk id="7" creationId="{A66F8AF7-E7A3-F8D4-203D-C39E1F1EA2C8}"/>
          </ac:spMkLst>
        </pc:spChg>
        <pc:spChg chg="mod">
          <ac:chgData name="Feist, Ella" userId="992bbaf2-811d-42cb-a4d6-e7fc45e325e8" providerId="ADAL" clId="{DFAFDD80-4E85-49C0-A5F4-99D4535BE309}" dt="2025-05-30T10:44:23.200" v="0" actId="790"/>
          <ac:spMkLst>
            <pc:docMk/>
            <pc:sldMk cId="1075119306" sldId="1241"/>
            <ac:spMk id="10" creationId="{3DC707CC-F40F-C1F2-6C69-BF9F974A6D8A}"/>
          </ac:spMkLst>
        </pc:spChg>
      </pc:sldChg>
      <pc:sldChg chg="modSp mod">
        <pc:chgData name="Feist, Ella" userId="992bbaf2-811d-42cb-a4d6-e7fc45e325e8" providerId="ADAL" clId="{DFAFDD80-4E85-49C0-A5F4-99D4535BE309}" dt="2025-05-30T10:44:23.200" v="0" actId="790"/>
        <pc:sldMkLst>
          <pc:docMk/>
          <pc:sldMk cId="973331674" sldId="1243"/>
        </pc:sldMkLst>
        <pc:spChg chg="mod">
          <ac:chgData name="Feist, Ella" userId="992bbaf2-811d-42cb-a4d6-e7fc45e325e8" providerId="ADAL" clId="{DFAFDD80-4E85-49C0-A5F4-99D4535BE309}" dt="2025-05-30T10:44:23.200" v="0" actId="790"/>
          <ac:spMkLst>
            <pc:docMk/>
            <pc:sldMk cId="973331674" sldId="1243"/>
            <ac:spMk id="4" creationId="{9ED32BBC-8A3B-5FB1-DB0F-B65F461BDA2D}"/>
          </ac:spMkLst>
        </pc:spChg>
        <pc:spChg chg="mod">
          <ac:chgData name="Feist, Ella" userId="992bbaf2-811d-42cb-a4d6-e7fc45e325e8" providerId="ADAL" clId="{DFAFDD80-4E85-49C0-A5F4-99D4535BE309}" dt="2025-05-30T10:44:23.200" v="0" actId="790"/>
          <ac:spMkLst>
            <pc:docMk/>
            <pc:sldMk cId="973331674" sldId="1243"/>
            <ac:spMk id="5" creationId="{1EE5EAA5-2514-A414-ED71-59D1EC26A258}"/>
          </ac:spMkLst>
        </pc:spChg>
      </pc:sldChg>
      <pc:sldChg chg="modSp mod modNotes">
        <pc:chgData name="Feist, Ella" userId="992bbaf2-811d-42cb-a4d6-e7fc45e325e8" providerId="ADAL" clId="{DFAFDD80-4E85-49C0-A5F4-99D4535BE309}" dt="2025-05-30T10:47:45.943" v="94" actId="20577"/>
        <pc:sldMkLst>
          <pc:docMk/>
          <pc:sldMk cId="4172584610" sldId="1244"/>
        </pc:sldMkLst>
        <pc:spChg chg="mod">
          <ac:chgData name="Feist, Ella" userId="992bbaf2-811d-42cb-a4d6-e7fc45e325e8" providerId="ADAL" clId="{DFAFDD80-4E85-49C0-A5F4-99D4535BE309}" dt="2025-05-30T10:44:23.200" v="0" actId="790"/>
          <ac:spMkLst>
            <pc:docMk/>
            <pc:sldMk cId="4172584610" sldId="1244"/>
            <ac:spMk id="2" creationId="{A9A6FF77-D641-4417-92E7-11CC6238BF20}"/>
          </ac:spMkLst>
        </pc:spChg>
        <pc:spChg chg="mod">
          <ac:chgData name="Feist, Ella" userId="992bbaf2-811d-42cb-a4d6-e7fc45e325e8" providerId="ADAL" clId="{DFAFDD80-4E85-49C0-A5F4-99D4535BE309}" dt="2025-05-30T10:44:23.200" v="0" actId="790"/>
          <ac:spMkLst>
            <pc:docMk/>
            <pc:sldMk cId="4172584610" sldId="1244"/>
            <ac:spMk id="3" creationId="{0BA39D56-3F63-9B62-CD80-6185356E4989}"/>
          </ac:spMkLst>
        </pc:spChg>
        <pc:spChg chg="mod">
          <ac:chgData name="Feist, Ella" userId="992bbaf2-811d-42cb-a4d6-e7fc45e325e8" providerId="ADAL" clId="{DFAFDD80-4E85-49C0-A5F4-99D4535BE309}" dt="2025-05-30T10:44:23.200" v="0" actId="790"/>
          <ac:spMkLst>
            <pc:docMk/>
            <pc:sldMk cId="4172584610" sldId="1244"/>
            <ac:spMk id="4" creationId="{CD50E466-00F2-E693-5311-E71B1AA7D0F8}"/>
          </ac:spMkLst>
        </pc:spChg>
        <pc:spChg chg="mod">
          <ac:chgData name="Feist, Ella" userId="992bbaf2-811d-42cb-a4d6-e7fc45e325e8" providerId="ADAL" clId="{DFAFDD80-4E85-49C0-A5F4-99D4535BE309}" dt="2025-05-30T10:44:23.200" v="0" actId="790"/>
          <ac:spMkLst>
            <pc:docMk/>
            <pc:sldMk cId="4172584610" sldId="1244"/>
            <ac:spMk id="5" creationId="{91A8ED3D-B755-43C9-BCB1-DCF495C0C9DB}"/>
          </ac:spMkLst>
        </pc:spChg>
        <pc:spChg chg="mod">
          <ac:chgData name="Feist, Ella" userId="992bbaf2-811d-42cb-a4d6-e7fc45e325e8" providerId="ADAL" clId="{DFAFDD80-4E85-49C0-A5F4-99D4535BE309}" dt="2025-05-30T10:44:23.200" v="0" actId="790"/>
          <ac:spMkLst>
            <pc:docMk/>
            <pc:sldMk cId="4172584610" sldId="1244"/>
            <ac:spMk id="7" creationId="{A5D214A6-BAFB-EB55-FDC4-125B63C325BE}"/>
          </ac:spMkLst>
        </pc:spChg>
      </pc:sldChg>
      <pc:sldChg chg="modSp mod modNotes">
        <pc:chgData name="Feist, Ella" userId="992bbaf2-811d-42cb-a4d6-e7fc45e325e8" providerId="ADAL" clId="{DFAFDD80-4E85-49C0-A5F4-99D4535BE309}" dt="2025-05-30T10:47:51.767" v="95" actId="207"/>
        <pc:sldMkLst>
          <pc:docMk/>
          <pc:sldMk cId="706934328" sldId="1245"/>
        </pc:sldMkLst>
        <pc:spChg chg="mod">
          <ac:chgData name="Feist, Ella" userId="992bbaf2-811d-42cb-a4d6-e7fc45e325e8" providerId="ADAL" clId="{DFAFDD80-4E85-49C0-A5F4-99D4535BE309}" dt="2025-05-30T10:44:23.200" v="0" actId="790"/>
          <ac:spMkLst>
            <pc:docMk/>
            <pc:sldMk cId="706934328" sldId="1245"/>
            <ac:spMk id="2" creationId="{A9A6FF77-D641-4417-92E7-11CC6238BF20}"/>
          </ac:spMkLst>
        </pc:spChg>
        <pc:spChg chg="mod">
          <ac:chgData name="Feist, Ella" userId="992bbaf2-811d-42cb-a4d6-e7fc45e325e8" providerId="ADAL" clId="{DFAFDD80-4E85-49C0-A5F4-99D4535BE309}" dt="2025-05-30T10:44:23.200" v="0" actId="790"/>
          <ac:spMkLst>
            <pc:docMk/>
            <pc:sldMk cId="706934328" sldId="1245"/>
            <ac:spMk id="3" creationId="{924BEE55-75F6-4653-4009-A6EE9DD32181}"/>
          </ac:spMkLst>
        </pc:spChg>
        <pc:spChg chg="mod">
          <ac:chgData name="Feist, Ella" userId="992bbaf2-811d-42cb-a4d6-e7fc45e325e8" providerId="ADAL" clId="{DFAFDD80-4E85-49C0-A5F4-99D4535BE309}" dt="2025-05-30T10:44:23.200" v="0" actId="790"/>
          <ac:spMkLst>
            <pc:docMk/>
            <pc:sldMk cId="706934328" sldId="1245"/>
            <ac:spMk id="5" creationId="{91A8ED3D-B755-43C9-BCB1-DCF495C0C9DB}"/>
          </ac:spMkLst>
        </pc:spChg>
      </pc:sldChg>
      <pc:sldChg chg="modSp mod modNotes">
        <pc:chgData name="Feist, Ella" userId="992bbaf2-811d-42cb-a4d6-e7fc45e325e8" providerId="ADAL" clId="{DFAFDD80-4E85-49C0-A5F4-99D4535BE309}" dt="2025-05-30T10:48:10.195" v="103" actId="20577"/>
        <pc:sldMkLst>
          <pc:docMk/>
          <pc:sldMk cId="931107049" sldId="1246"/>
        </pc:sldMkLst>
        <pc:spChg chg="mod">
          <ac:chgData name="Feist, Ella" userId="992bbaf2-811d-42cb-a4d6-e7fc45e325e8" providerId="ADAL" clId="{DFAFDD80-4E85-49C0-A5F4-99D4535BE309}" dt="2025-05-30T10:44:23.200" v="0" actId="790"/>
          <ac:spMkLst>
            <pc:docMk/>
            <pc:sldMk cId="931107049" sldId="1246"/>
            <ac:spMk id="2" creationId="{A9A6FF77-D641-4417-92E7-11CC6238BF20}"/>
          </ac:spMkLst>
        </pc:spChg>
        <pc:spChg chg="mod">
          <ac:chgData name="Feist, Ella" userId="992bbaf2-811d-42cb-a4d6-e7fc45e325e8" providerId="ADAL" clId="{DFAFDD80-4E85-49C0-A5F4-99D4535BE309}" dt="2025-05-30T10:44:23.200" v="0" actId="790"/>
          <ac:spMkLst>
            <pc:docMk/>
            <pc:sldMk cId="931107049" sldId="1246"/>
            <ac:spMk id="3" creationId="{C70EE4BD-EF96-46B5-64D0-D4A183D007BF}"/>
          </ac:spMkLst>
        </pc:spChg>
        <pc:spChg chg="mod">
          <ac:chgData name="Feist, Ella" userId="992bbaf2-811d-42cb-a4d6-e7fc45e325e8" providerId="ADAL" clId="{DFAFDD80-4E85-49C0-A5F4-99D4535BE309}" dt="2025-05-30T10:44:23.200" v="0" actId="790"/>
          <ac:spMkLst>
            <pc:docMk/>
            <pc:sldMk cId="931107049" sldId="1246"/>
            <ac:spMk id="5" creationId="{91A8ED3D-B755-43C9-BCB1-DCF495C0C9DB}"/>
          </ac:spMkLst>
        </pc:spChg>
        <pc:spChg chg="mod">
          <ac:chgData name="Feist, Ella" userId="992bbaf2-811d-42cb-a4d6-e7fc45e325e8" providerId="ADAL" clId="{DFAFDD80-4E85-49C0-A5F4-99D4535BE309}" dt="2025-05-30T10:44:23.200" v="0" actId="790"/>
          <ac:spMkLst>
            <pc:docMk/>
            <pc:sldMk cId="931107049" sldId="1246"/>
            <ac:spMk id="9" creationId="{CA2FA335-3BF0-9FEA-14CC-295D691056C7}"/>
          </ac:spMkLst>
        </pc:spChg>
        <pc:spChg chg="mod">
          <ac:chgData name="Feist, Ella" userId="992bbaf2-811d-42cb-a4d6-e7fc45e325e8" providerId="ADAL" clId="{DFAFDD80-4E85-49C0-A5F4-99D4535BE309}" dt="2025-05-30T10:44:23.200" v="0" actId="790"/>
          <ac:spMkLst>
            <pc:docMk/>
            <pc:sldMk cId="931107049" sldId="1246"/>
            <ac:spMk id="10" creationId="{7F921C0C-4371-27F0-7A02-C8007189498F}"/>
          </ac:spMkLst>
        </pc:spChg>
        <pc:spChg chg="mod">
          <ac:chgData name="Feist, Ella" userId="992bbaf2-811d-42cb-a4d6-e7fc45e325e8" providerId="ADAL" clId="{DFAFDD80-4E85-49C0-A5F4-99D4535BE309}" dt="2025-05-30T10:44:23.200" v="0" actId="790"/>
          <ac:spMkLst>
            <pc:docMk/>
            <pc:sldMk cId="931107049" sldId="1246"/>
            <ac:spMk id="11" creationId="{6B8A0B59-444F-B3DB-973D-8887BF50F09A}"/>
          </ac:spMkLst>
        </pc:spChg>
      </pc:sldChg>
      <pc:sldChg chg="modSp mod modNotes">
        <pc:chgData name="Feist, Ella" userId="992bbaf2-811d-42cb-a4d6-e7fc45e325e8" providerId="ADAL" clId="{DFAFDD80-4E85-49C0-A5F4-99D4535BE309}" dt="2025-05-30T10:48:16.163" v="104" actId="207"/>
        <pc:sldMkLst>
          <pc:docMk/>
          <pc:sldMk cId="437299968" sldId="1247"/>
        </pc:sldMkLst>
        <pc:spChg chg="mod">
          <ac:chgData name="Feist, Ella" userId="992bbaf2-811d-42cb-a4d6-e7fc45e325e8" providerId="ADAL" clId="{DFAFDD80-4E85-49C0-A5F4-99D4535BE309}" dt="2025-05-30T10:44:23.200" v="0" actId="790"/>
          <ac:spMkLst>
            <pc:docMk/>
            <pc:sldMk cId="437299968" sldId="1247"/>
            <ac:spMk id="2" creationId="{A9A6FF77-D641-4417-92E7-11CC6238BF20}"/>
          </ac:spMkLst>
        </pc:spChg>
        <pc:spChg chg="mod">
          <ac:chgData name="Feist, Ella" userId="992bbaf2-811d-42cb-a4d6-e7fc45e325e8" providerId="ADAL" clId="{DFAFDD80-4E85-49C0-A5F4-99D4535BE309}" dt="2025-05-30T10:44:23.200" v="0" actId="790"/>
          <ac:spMkLst>
            <pc:docMk/>
            <pc:sldMk cId="437299968" sldId="1247"/>
            <ac:spMk id="3" creationId="{4E189369-8BC7-C3FF-BCAC-3984FB1CF1D1}"/>
          </ac:spMkLst>
        </pc:spChg>
        <pc:spChg chg="mod">
          <ac:chgData name="Feist, Ella" userId="992bbaf2-811d-42cb-a4d6-e7fc45e325e8" providerId="ADAL" clId="{DFAFDD80-4E85-49C0-A5F4-99D4535BE309}" dt="2025-05-30T10:44:23.200" v="0" actId="790"/>
          <ac:spMkLst>
            <pc:docMk/>
            <pc:sldMk cId="437299968" sldId="1247"/>
            <ac:spMk id="5" creationId="{91A8ED3D-B755-43C9-BCB1-DCF495C0C9DB}"/>
          </ac:spMkLst>
        </pc:spChg>
        <pc:spChg chg="mod">
          <ac:chgData name="Feist, Ella" userId="992bbaf2-811d-42cb-a4d6-e7fc45e325e8" providerId="ADAL" clId="{DFAFDD80-4E85-49C0-A5F4-99D4535BE309}" dt="2025-05-30T10:44:23.200" v="0" actId="790"/>
          <ac:spMkLst>
            <pc:docMk/>
            <pc:sldMk cId="437299968" sldId="1247"/>
            <ac:spMk id="8" creationId="{93B824F8-BD31-ADF4-A96C-B1927BED31FD}"/>
          </ac:spMkLst>
        </pc:spChg>
        <pc:spChg chg="mod">
          <ac:chgData name="Feist, Ella" userId="992bbaf2-811d-42cb-a4d6-e7fc45e325e8" providerId="ADAL" clId="{DFAFDD80-4E85-49C0-A5F4-99D4535BE309}" dt="2025-05-30T10:44:23.200" v="0" actId="790"/>
          <ac:spMkLst>
            <pc:docMk/>
            <pc:sldMk cId="437299968" sldId="1247"/>
            <ac:spMk id="9" creationId="{CC259FEF-9BDF-50D6-29B4-E01F2EB96F8B}"/>
          </ac:spMkLst>
        </pc:spChg>
        <pc:spChg chg="mod">
          <ac:chgData name="Feist, Ella" userId="992bbaf2-811d-42cb-a4d6-e7fc45e325e8" providerId="ADAL" clId="{DFAFDD80-4E85-49C0-A5F4-99D4535BE309}" dt="2025-05-30T10:44:23.200" v="0" actId="790"/>
          <ac:spMkLst>
            <pc:docMk/>
            <pc:sldMk cId="437299968" sldId="1247"/>
            <ac:spMk id="12" creationId="{64551768-6134-6E23-134F-F34D7D860FB9}"/>
          </ac:spMkLst>
        </pc:spChg>
        <pc:spChg chg="mod">
          <ac:chgData name="Feist, Ella" userId="992bbaf2-811d-42cb-a4d6-e7fc45e325e8" providerId="ADAL" clId="{DFAFDD80-4E85-49C0-A5F4-99D4535BE309}" dt="2025-05-30T10:44:23.200" v="0" actId="790"/>
          <ac:spMkLst>
            <pc:docMk/>
            <pc:sldMk cId="437299968" sldId="1247"/>
            <ac:spMk id="13" creationId="{5C198D3A-CCD1-D2B8-9718-3992CAEEA9BF}"/>
          </ac:spMkLst>
        </pc:spChg>
        <pc:graphicFrameChg chg="modGraphic">
          <ac:chgData name="Feist, Ella" userId="992bbaf2-811d-42cb-a4d6-e7fc45e325e8" providerId="ADAL" clId="{DFAFDD80-4E85-49C0-A5F4-99D4535BE309}" dt="2025-05-30T10:44:23.200" v="0" actId="790"/>
          <ac:graphicFrameMkLst>
            <pc:docMk/>
            <pc:sldMk cId="437299968" sldId="1247"/>
            <ac:graphicFrameMk id="6" creationId="{1733304D-244D-3787-B3B9-45505E6F490C}"/>
          </ac:graphicFrameMkLst>
        </pc:graphicFrameChg>
      </pc:sldChg>
      <pc:sldChg chg="modSp mod modNotes">
        <pc:chgData name="Feist, Ella" userId="992bbaf2-811d-42cb-a4d6-e7fc45e325e8" providerId="ADAL" clId="{DFAFDD80-4E85-49C0-A5F4-99D4535BE309}" dt="2025-05-30T10:48:20.547" v="105" actId="207"/>
        <pc:sldMkLst>
          <pc:docMk/>
          <pc:sldMk cId="2762665505" sldId="1248"/>
        </pc:sldMkLst>
        <pc:spChg chg="mod">
          <ac:chgData name="Feist, Ella" userId="992bbaf2-811d-42cb-a4d6-e7fc45e325e8" providerId="ADAL" clId="{DFAFDD80-4E85-49C0-A5F4-99D4535BE309}" dt="2025-05-30T10:44:23.200" v="0" actId="790"/>
          <ac:spMkLst>
            <pc:docMk/>
            <pc:sldMk cId="2762665505" sldId="1248"/>
            <ac:spMk id="2" creationId="{A9A6FF77-D641-4417-92E7-11CC6238BF20}"/>
          </ac:spMkLst>
        </pc:spChg>
        <pc:spChg chg="mod">
          <ac:chgData name="Feist, Ella" userId="992bbaf2-811d-42cb-a4d6-e7fc45e325e8" providerId="ADAL" clId="{DFAFDD80-4E85-49C0-A5F4-99D4535BE309}" dt="2025-05-30T10:44:23.200" v="0" actId="790"/>
          <ac:spMkLst>
            <pc:docMk/>
            <pc:sldMk cId="2762665505" sldId="1248"/>
            <ac:spMk id="4" creationId="{598285F0-7481-4A78-7D4C-189726056575}"/>
          </ac:spMkLst>
        </pc:spChg>
        <pc:spChg chg="mod">
          <ac:chgData name="Feist, Ella" userId="992bbaf2-811d-42cb-a4d6-e7fc45e325e8" providerId="ADAL" clId="{DFAFDD80-4E85-49C0-A5F4-99D4535BE309}" dt="2025-05-30T10:44:23.200" v="0" actId="790"/>
          <ac:spMkLst>
            <pc:docMk/>
            <pc:sldMk cId="2762665505" sldId="1248"/>
            <ac:spMk id="5" creationId="{91A8ED3D-B755-43C9-BCB1-DCF495C0C9DB}"/>
          </ac:spMkLst>
        </pc:spChg>
        <pc:spChg chg="mod">
          <ac:chgData name="Feist, Ella" userId="992bbaf2-811d-42cb-a4d6-e7fc45e325e8" providerId="ADAL" clId="{DFAFDD80-4E85-49C0-A5F4-99D4535BE309}" dt="2025-05-30T10:44:23.200" v="0" actId="790"/>
          <ac:spMkLst>
            <pc:docMk/>
            <pc:sldMk cId="2762665505" sldId="1248"/>
            <ac:spMk id="14" creationId="{A7DAB94C-CC78-24A8-E70E-325B1A6DDD66}"/>
          </ac:spMkLst>
        </pc:spChg>
        <pc:spChg chg="mod">
          <ac:chgData name="Feist, Ella" userId="992bbaf2-811d-42cb-a4d6-e7fc45e325e8" providerId="ADAL" clId="{DFAFDD80-4E85-49C0-A5F4-99D4535BE309}" dt="2025-05-30T10:44:23.200" v="0" actId="790"/>
          <ac:spMkLst>
            <pc:docMk/>
            <pc:sldMk cId="2762665505" sldId="1248"/>
            <ac:spMk id="15" creationId="{D5F82530-AF61-5CFD-640E-1247672768C2}"/>
          </ac:spMkLst>
        </pc:spChg>
        <pc:spChg chg="mod">
          <ac:chgData name="Feist, Ella" userId="992bbaf2-811d-42cb-a4d6-e7fc45e325e8" providerId="ADAL" clId="{DFAFDD80-4E85-49C0-A5F4-99D4535BE309}" dt="2025-05-30T10:44:23.200" v="0" actId="790"/>
          <ac:spMkLst>
            <pc:docMk/>
            <pc:sldMk cId="2762665505" sldId="1248"/>
            <ac:spMk id="16" creationId="{4B9677B4-3CC2-082D-50A9-27BB78A522D3}"/>
          </ac:spMkLst>
        </pc:spChg>
        <pc:graphicFrameChg chg="modGraphic">
          <ac:chgData name="Feist, Ella" userId="992bbaf2-811d-42cb-a4d6-e7fc45e325e8" providerId="ADAL" clId="{DFAFDD80-4E85-49C0-A5F4-99D4535BE309}" dt="2025-05-30T10:44:23.200" v="0" actId="790"/>
          <ac:graphicFrameMkLst>
            <pc:docMk/>
            <pc:sldMk cId="2762665505" sldId="1248"/>
            <ac:graphicFrameMk id="6" creationId="{EE790229-2479-C9C1-9E5F-53425E162C1E}"/>
          </ac:graphicFrameMkLst>
        </pc:graphicFrameChg>
      </pc:sldChg>
      <pc:sldChg chg="modSp mod">
        <pc:chgData name="Feist, Ella" userId="992bbaf2-811d-42cb-a4d6-e7fc45e325e8" providerId="ADAL" clId="{DFAFDD80-4E85-49C0-A5F4-99D4535BE309}" dt="2025-05-30T10:44:23.200" v="0" actId="790"/>
        <pc:sldMkLst>
          <pc:docMk/>
          <pc:sldMk cId="428314703" sldId="1249"/>
        </pc:sldMkLst>
        <pc:spChg chg="mod">
          <ac:chgData name="Feist, Ella" userId="992bbaf2-811d-42cb-a4d6-e7fc45e325e8" providerId="ADAL" clId="{DFAFDD80-4E85-49C0-A5F4-99D4535BE309}" dt="2025-05-30T10:44:23.200" v="0" actId="790"/>
          <ac:spMkLst>
            <pc:docMk/>
            <pc:sldMk cId="428314703" sldId="1249"/>
            <ac:spMk id="2" creationId="{D7EC235F-614F-714E-A97F-4FF50EFF14FD}"/>
          </ac:spMkLst>
        </pc:spChg>
        <pc:spChg chg="mod">
          <ac:chgData name="Feist, Ella" userId="992bbaf2-811d-42cb-a4d6-e7fc45e325e8" providerId="ADAL" clId="{DFAFDD80-4E85-49C0-A5F4-99D4535BE309}" dt="2025-05-30T10:44:23.200" v="0" actId="790"/>
          <ac:spMkLst>
            <pc:docMk/>
            <pc:sldMk cId="428314703" sldId="1249"/>
            <ac:spMk id="4" creationId="{E9C5A723-C0B1-124B-8CB6-AA3105C9A4E6}"/>
          </ac:spMkLst>
        </pc:spChg>
        <pc:spChg chg="mod">
          <ac:chgData name="Feist, Ella" userId="992bbaf2-811d-42cb-a4d6-e7fc45e325e8" providerId="ADAL" clId="{DFAFDD80-4E85-49C0-A5F4-99D4535BE309}" dt="2025-05-30T10:44:23.200" v="0" actId="790"/>
          <ac:spMkLst>
            <pc:docMk/>
            <pc:sldMk cId="428314703" sldId="1249"/>
            <ac:spMk id="7" creationId="{30B5A579-E082-53F5-D03A-664095939DEE}"/>
          </ac:spMkLst>
        </pc:spChg>
      </pc:sldChg>
      <pc:sldChg chg="modSp mod">
        <pc:chgData name="Feist, Ella" userId="992bbaf2-811d-42cb-a4d6-e7fc45e325e8" providerId="ADAL" clId="{DFAFDD80-4E85-49C0-A5F4-99D4535BE309}" dt="2025-05-30T10:44:23.200" v="0" actId="790"/>
        <pc:sldMkLst>
          <pc:docMk/>
          <pc:sldMk cId="802669007" sldId="1251"/>
        </pc:sldMkLst>
        <pc:spChg chg="mod">
          <ac:chgData name="Feist, Ella" userId="992bbaf2-811d-42cb-a4d6-e7fc45e325e8" providerId="ADAL" clId="{DFAFDD80-4E85-49C0-A5F4-99D4535BE309}" dt="2025-05-30T10:44:23.200" v="0" actId="790"/>
          <ac:spMkLst>
            <pc:docMk/>
            <pc:sldMk cId="802669007" sldId="1251"/>
            <ac:spMk id="2" creationId="{F111C5DB-635E-4576-A4C3-837B7E452E1E}"/>
          </ac:spMkLst>
        </pc:spChg>
        <pc:spChg chg="mod">
          <ac:chgData name="Feist, Ella" userId="992bbaf2-811d-42cb-a4d6-e7fc45e325e8" providerId="ADAL" clId="{DFAFDD80-4E85-49C0-A5F4-99D4535BE309}" dt="2025-05-30T10:44:23.200" v="0" actId="790"/>
          <ac:spMkLst>
            <pc:docMk/>
            <pc:sldMk cId="802669007" sldId="1251"/>
            <ac:spMk id="3" creationId="{58663B72-C679-B2FD-AA92-D404A41515CF}"/>
          </ac:spMkLst>
        </pc:spChg>
        <pc:spChg chg="mod">
          <ac:chgData name="Feist, Ella" userId="992bbaf2-811d-42cb-a4d6-e7fc45e325e8" providerId="ADAL" clId="{DFAFDD80-4E85-49C0-A5F4-99D4535BE309}" dt="2025-05-30T10:44:23.200" v="0" actId="790"/>
          <ac:spMkLst>
            <pc:docMk/>
            <pc:sldMk cId="802669007" sldId="1251"/>
            <ac:spMk id="6" creationId="{9ECDB192-E59C-C44D-B6D5-3E31ED8088B5}"/>
          </ac:spMkLst>
        </pc:spChg>
      </pc:sldChg>
      <pc:sldChg chg="modSp mod">
        <pc:chgData name="Feist, Ella" userId="992bbaf2-811d-42cb-a4d6-e7fc45e325e8" providerId="ADAL" clId="{DFAFDD80-4E85-49C0-A5F4-99D4535BE309}" dt="2025-05-30T10:44:23.200" v="0" actId="790"/>
        <pc:sldMkLst>
          <pc:docMk/>
          <pc:sldMk cId="203526778" sldId="1634"/>
        </pc:sldMkLst>
        <pc:spChg chg="mod">
          <ac:chgData name="Feist, Ella" userId="992bbaf2-811d-42cb-a4d6-e7fc45e325e8" providerId="ADAL" clId="{DFAFDD80-4E85-49C0-A5F4-99D4535BE309}" dt="2025-05-30T10:44:23.200" v="0" actId="790"/>
          <ac:spMkLst>
            <pc:docMk/>
            <pc:sldMk cId="203526778" sldId="1634"/>
            <ac:spMk id="2" creationId="{D7EC235F-614F-714E-A97F-4FF50EFF14FD}"/>
          </ac:spMkLst>
        </pc:spChg>
        <pc:spChg chg="mod">
          <ac:chgData name="Feist, Ella" userId="992bbaf2-811d-42cb-a4d6-e7fc45e325e8" providerId="ADAL" clId="{DFAFDD80-4E85-49C0-A5F4-99D4535BE309}" dt="2025-05-30T10:44:23.200" v="0" actId="790"/>
          <ac:spMkLst>
            <pc:docMk/>
            <pc:sldMk cId="203526778" sldId="1634"/>
            <ac:spMk id="4" creationId="{E9C5A723-C0B1-124B-8CB6-AA3105C9A4E6}"/>
          </ac:spMkLst>
        </pc:spChg>
        <pc:spChg chg="mod">
          <ac:chgData name="Feist, Ella" userId="992bbaf2-811d-42cb-a4d6-e7fc45e325e8" providerId="ADAL" clId="{DFAFDD80-4E85-49C0-A5F4-99D4535BE309}" dt="2025-05-30T10:44:23.200" v="0" actId="790"/>
          <ac:spMkLst>
            <pc:docMk/>
            <pc:sldMk cId="203526778" sldId="1634"/>
            <ac:spMk id="5" creationId="{979A5E23-6065-D476-460C-1C46CF38262F}"/>
          </ac:spMkLst>
        </pc:spChg>
      </pc:sldChg>
      <pc:sldChg chg="modSp mod">
        <pc:chgData name="Feist, Ella" userId="992bbaf2-811d-42cb-a4d6-e7fc45e325e8" providerId="ADAL" clId="{DFAFDD80-4E85-49C0-A5F4-99D4535BE309}" dt="2025-05-30T10:44:23.200" v="0" actId="790"/>
        <pc:sldMkLst>
          <pc:docMk/>
          <pc:sldMk cId="2521748957" sldId="1635"/>
        </pc:sldMkLst>
        <pc:spChg chg="mod">
          <ac:chgData name="Feist, Ella" userId="992bbaf2-811d-42cb-a4d6-e7fc45e325e8" providerId="ADAL" clId="{DFAFDD80-4E85-49C0-A5F4-99D4535BE309}" dt="2025-05-30T10:44:23.200" v="0" actId="790"/>
          <ac:spMkLst>
            <pc:docMk/>
            <pc:sldMk cId="2521748957" sldId="1635"/>
            <ac:spMk id="2" creationId="{D7EC235F-614F-714E-A97F-4FF50EFF14FD}"/>
          </ac:spMkLst>
        </pc:spChg>
        <pc:spChg chg="mod">
          <ac:chgData name="Feist, Ella" userId="992bbaf2-811d-42cb-a4d6-e7fc45e325e8" providerId="ADAL" clId="{DFAFDD80-4E85-49C0-A5F4-99D4535BE309}" dt="2025-05-30T10:44:23.200" v="0" actId="790"/>
          <ac:spMkLst>
            <pc:docMk/>
            <pc:sldMk cId="2521748957" sldId="1635"/>
            <ac:spMk id="4" creationId="{E9C5A723-C0B1-124B-8CB6-AA3105C9A4E6}"/>
          </ac:spMkLst>
        </pc:spChg>
        <pc:spChg chg="mod">
          <ac:chgData name="Feist, Ella" userId="992bbaf2-811d-42cb-a4d6-e7fc45e325e8" providerId="ADAL" clId="{DFAFDD80-4E85-49C0-A5F4-99D4535BE309}" dt="2025-05-30T10:44:23.200" v="0" actId="790"/>
          <ac:spMkLst>
            <pc:docMk/>
            <pc:sldMk cId="2521748957" sldId="1635"/>
            <ac:spMk id="5" creationId="{979A5E23-6065-D476-460C-1C46CF38262F}"/>
          </ac:spMkLst>
        </pc:spChg>
      </pc:sldChg>
      <pc:sldChg chg="modSp mod">
        <pc:chgData name="Feist, Ella" userId="992bbaf2-811d-42cb-a4d6-e7fc45e325e8" providerId="ADAL" clId="{DFAFDD80-4E85-49C0-A5F4-99D4535BE309}" dt="2025-05-30T10:44:23.200" v="0" actId="790"/>
        <pc:sldMkLst>
          <pc:docMk/>
          <pc:sldMk cId="2406648083" sldId="1636"/>
        </pc:sldMkLst>
        <pc:spChg chg="mod">
          <ac:chgData name="Feist, Ella" userId="992bbaf2-811d-42cb-a4d6-e7fc45e325e8" providerId="ADAL" clId="{DFAFDD80-4E85-49C0-A5F4-99D4535BE309}" dt="2025-05-30T10:44:23.200" v="0" actId="790"/>
          <ac:spMkLst>
            <pc:docMk/>
            <pc:sldMk cId="2406648083" sldId="1636"/>
            <ac:spMk id="4" creationId="{90E0F95A-93EF-962F-FB3A-AFD8113EC126}"/>
          </ac:spMkLst>
        </pc:spChg>
        <pc:spChg chg="mod">
          <ac:chgData name="Feist, Ella" userId="992bbaf2-811d-42cb-a4d6-e7fc45e325e8" providerId="ADAL" clId="{DFAFDD80-4E85-49C0-A5F4-99D4535BE309}" dt="2025-05-30T10:44:23.200" v="0" actId="790"/>
          <ac:spMkLst>
            <pc:docMk/>
            <pc:sldMk cId="2406648083" sldId="1636"/>
            <ac:spMk id="5" creationId="{5CEFDB95-01C1-932E-0B3D-B234A824362E}"/>
          </ac:spMkLst>
        </pc:spChg>
        <pc:spChg chg="mod">
          <ac:chgData name="Feist, Ella" userId="992bbaf2-811d-42cb-a4d6-e7fc45e325e8" providerId="ADAL" clId="{DFAFDD80-4E85-49C0-A5F4-99D4535BE309}" dt="2025-05-30T10:44:23.200" v="0" actId="790"/>
          <ac:spMkLst>
            <pc:docMk/>
            <pc:sldMk cId="2406648083" sldId="1636"/>
            <ac:spMk id="6" creationId="{ADDC82A8-9856-A625-7792-2ABC9B35758B}"/>
          </ac:spMkLst>
        </pc:spChg>
      </pc:sldChg>
      <pc:sldChg chg="modSp mod">
        <pc:chgData name="Feist, Ella" userId="992bbaf2-811d-42cb-a4d6-e7fc45e325e8" providerId="ADAL" clId="{DFAFDD80-4E85-49C0-A5F4-99D4535BE309}" dt="2025-05-30T10:44:23.200" v="0" actId="790"/>
        <pc:sldMkLst>
          <pc:docMk/>
          <pc:sldMk cId="4062266599" sldId="1637"/>
        </pc:sldMkLst>
        <pc:spChg chg="mod">
          <ac:chgData name="Feist, Ella" userId="992bbaf2-811d-42cb-a4d6-e7fc45e325e8" providerId="ADAL" clId="{DFAFDD80-4E85-49C0-A5F4-99D4535BE309}" dt="2025-05-30T10:44:23.200" v="0" actId="790"/>
          <ac:spMkLst>
            <pc:docMk/>
            <pc:sldMk cId="4062266599" sldId="1637"/>
            <ac:spMk id="4" creationId="{C5BD53FA-DC6B-67CE-86D4-8DAC1809F59F}"/>
          </ac:spMkLst>
        </pc:spChg>
        <pc:spChg chg="mod">
          <ac:chgData name="Feist, Ella" userId="992bbaf2-811d-42cb-a4d6-e7fc45e325e8" providerId="ADAL" clId="{DFAFDD80-4E85-49C0-A5F4-99D4535BE309}" dt="2025-05-30T10:44:23.200" v="0" actId="790"/>
          <ac:spMkLst>
            <pc:docMk/>
            <pc:sldMk cId="4062266599" sldId="1637"/>
            <ac:spMk id="5" creationId="{2BF29E82-ABC2-95CB-52CC-0BC0F43E17FE}"/>
          </ac:spMkLst>
        </pc:spChg>
        <pc:spChg chg="mod">
          <ac:chgData name="Feist, Ella" userId="992bbaf2-811d-42cb-a4d6-e7fc45e325e8" providerId="ADAL" clId="{DFAFDD80-4E85-49C0-A5F4-99D4535BE309}" dt="2025-05-30T10:44:23.200" v="0" actId="790"/>
          <ac:spMkLst>
            <pc:docMk/>
            <pc:sldMk cId="4062266599" sldId="1637"/>
            <ac:spMk id="6" creationId="{F39C8D80-C7D7-943E-1E74-44075AAABA31}"/>
          </ac:spMkLst>
        </pc:spChg>
      </pc:sldChg>
      <pc:sldChg chg="modSp mod">
        <pc:chgData name="Feist, Ella" userId="992bbaf2-811d-42cb-a4d6-e7fc45e325e8" providerId="ADAL" clId="{DFAFDD80-4E85-49C0-A5F4-99D4535BE309}" dt="2025-05-30T10:44:23.200" v="0" actId="790"/>
        <pc:sldMkLst>
          <pc:docMk/>
          <pc:sldMk cId="1414348382" sldId="1638"/>
        </pc:sldMkLst>
        <pc:spChg chg="mod">
          <ac:chgData name="Feist, Ella" userId="992bbaf2-811d-42cb-a4d6-e7fc45e325e8" providerId="ADAL" clId="{DFAFDD80-4E85-49C0-A5F4-99D4535BE309}" dt="2025-05-30T10:44:23.200" v="0" actId="790"/>
          <ac:spMkLst>
            <pc:docMk/>
            <pc:sldMk cId="1414348382" sldId="1638"/>
            <ac:spMk id="4" creationId="{B344B163-FCA9-D65D-0AAA-8D83EC4DA994}"/>
          </ac:spMkLst>
        </pc:spChg>
        <pc:spChg chg="mod">
          <ac:chgData name="Feist, Ella" userId="992bbaf2-811d-42cb-a4d6-e7fc45e325e8" providerId="ADAL" clId="{DFAFDD80-4E85-49C0-A5F4-99D4535BE309}" dt="2025-05-30T10:44:23.200" v="0" actId="790"/>
          <ac:spMkLst>
            <pc:docMk/>
            <pc:sldMk cId="1414348382" sldId="1638"/>
            <ac:spMk id="5" creationId="{1092D3CD-7DEA-C345-7841-32259B24EA1D}"/>
          </ac:spMkLst>
        </pc:spChg>
        <pc:spChg chg="mod">
          <ac:chgData name="Feist, Ella" userId="992bbaf2-811d-42cb-a4d6-e7fc45e325e8" providerId="ADAL" clId="{DFAFDD80-4E85-49C0-A5F4-99D4535BE309}" dt="2025-05-30T10:44:23.200" v="0" actId="790"/>
          <ac:spMkLst>
            <pc:docMk/>
            <pc:sldMk cId="1414348382" sldId="1638"/>
            <ac:spMk id="6" creationId="{165ED521-AA9F-8DF3-E5B0-D0FE1142F427}"/>
          </ac:spMkLst>
        </pc:spChg>
      </pc:sldChg>
      <pc:sldChg chg="modSp mod">
        <pc:chgData name="Feist, Ella" userId="992bbaf2-811d-42cb-a4d6-e7fc45e325e8" providerId="ADAL" clId="{DFAFDD80-4E85-49C0-A5F4-99D4535BE309}" dt="2025-05-30T10:44:23.200" v="0" actId="790"/>
        <pc:sldMkLst>
          <pc:docMk/>
          <pc:sldMk cId="2431563535" sldId="1639"/>
        </pc:sldMkLst>
        <pc:spChg chg="mod">
          <ac:chgData name="Feist, Ella" userId="992bbaf2-811d-42cb-a4d6-e7fc45e325e8" providerId="ADAL" clId="{DFAFDD80-4E85-49C0-A5F4-99D4535BE309}" dt="2025-05-30T10:44:23.200" v="0" actId="790"/>
          <ac:spMkLst>
            <pc:docMk/>
            <pc:sldMk cId="2431563535" sldId="1639"/>
            <ac:spMk id="2" creationId="{8D64EFD1-9C3B-03BC-A702-1AB64BE08E09}"/>
          </ac:spMkLst>
        </pc:spChg>
        <pc:spChg chg="mod">
          <ac:chgData name="Feist, Ella" userId="992bbaf2-811d-42cb-a4d6-e7fc45e325e8" providerId="ADAL" clId="{DFAFDD80-4E85-49C0-A5F4-99D4535BE309}" dt="2025-05-30T10:44:23.200" v="0" actId="790"/>
          <ac:spMkLst>
            <pc:docMk/>
            <pc:sldMk cId="2431563535" sldId="1639"/>
            <ac:spMk id="3" creationId="{8A6A8A21-73C3-ADCF-EEE6-64A70547071C}"/>
          </ac:spMkLst>
        </pc:spChg>
        <pc:spChg chg="mod">
          <ac:chgData name="Feist, Ella" userId="992bbaf2-811d-42cb-a4d6-e7fc45e325e8" providerId="ADAL" clId="{DFAFDD80-4E85-49C0-A5F4-99D4535BE309}" dt="2025-05-30T10:44:23.200" v="0" actId="790"/>
          <ac:spMkLst>
            <pc:docMk/>
            <pc:sldMk cId="2431563535" sldId="1639"/>
            <ac:spMk id="4" creationId="{EFC04528-47E7-6249-7B10-8BBD1C276D7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29/05/2026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dirty="0"/>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dirty="0"/>
          </a:p>
        </p:txBody>
      </p:sp>
      <p:sp>
        <p:nvSpPr>
          <p:cNvPr id="6" name="Slide Image Placeholder 5">
            <a:extLst>
              <a:ext uri="{FF2B5EF4-FFF2-40B4-BE49-F238E27FC236}">
                <a16:creationId xmlns:a16="http://schemas.microsoft.com/office/drawing/2014/main" id="{3DDB46D8-F250-4382-BB9F-ED8824C6D536}"/>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1DD67D11-198C-4FB2-8FBB-0C1DD9E26E0C}"/>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219458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48901C6-1DA1-FB44-ABEE-06A0FEB7738E}" type="slidenum">
              <a:rPr lang="en-GB" smtClean="0"/>
              <a:pPr/>
              <a:t>2</a:t>
            </a:fld>
            <a:endParaRPr lang="en-GB" dirty="0"/>
          </a:p>
        </p:txBody>
      </p:sp>
      <p:sp>
        <p:nvSpPr>
          <p:cNvPr id="6" name="Slide Image Placeholder 5">
            <a:extLst>
              <a:ext uri="{FF2B5EF4-FFF2-40B4-BE49-F238E27FC236}">
                <a16:creationId xmlns:a16="http://schemas.microsoft.com/office/drawing/2014/main" id="{E9E46E42-99A9-42F8-996F-71F172C43209}"/>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AC7ABEA7-3AE7-4A57-B02A-AA99E2A56A4D}"/>
              </a:ext>
            </a:extLst>
          </p:cNvPr>
          <p:cNvSpPr>
            <a:spLocks noGrp="1"/>
          </p:cNvSpPr>
          <p:nvPr>
            <p:ph type="body" idx="1"/>
          </p:nvPr>
        </p:nvSpPr>
        <p:spPr/>
        <p:txBody>
          <a:bodyPr/>
          <a:lstStyle/>
          <a:p>
            <a:r>
              <a:rPr lang="en-GB" dirty="0">
                <a:latin typeface="+mn-lt"/>
              </a:rPr>
              <a:t>Although there are several shells, in this course we will be concentrating on the shell called bash.</a:t>
            </a:r>
          </a:p>
        </p:txBody>
      </p:sp>
    </p:spTree>
    <p:extLst>
      <p:ext uri="{BB962C8B-B14F-4D97-AF65-F5344CB8AC3E}">
        <p14:creationId xmlns:p14="http://schemas.microsoft.com/office/powerpoint/2010/main" val="2004021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US" noProof="0" dirty="0">
                <a:latin typeface="+mn-lt"/>
              </a:rPr>
              <a:t>It is easy to become overwhelmed by the features in Bash. One reason is that Bash supports the syntax from all the common shells. </a:t>
            </a:r>
          </a:p>
          <a:p>
            <a:pPr marL="12700">
              <a:lnSpc>
                <a:spcPct val="100000"/>
              </a:lnSpc>
              <a:spcBef>
                <a:spcPts val="105"/>
              </a:spcBef>
            </a:pPr>
            <a:r>
              <a:rPr lang="en-US" noProof="0" dirty="0">
                <a:latin typeface="+mn-lt"/>
              </a:rPr>
              <a:t>It can emulate the Bourne shell. Linux has no Bourne shell, but typing </a:t>
            </a:r>
            <a:r>
              <a:rPr lang="en-US" b="1" noProof="0" dirty="0" err="1">
                <a:latin typeface="+mn-lt"/>
              </a:rPr>
              <a:t>sh</a:t>
            </a:r>
            <a:r>
              <a:rPr lang="en-US" dirty="0"/>
              <a:t> invokes the Bash shell</a:t>
            </a:r>
            <a:r>
              <a:rPr lang="en-US" noProof="0" dirty="0">
                <a:latin typeface="+mn-lt"/>
              </a:rPr>
              <a:t> in Bourne shell emulation mode (</a:t>
            </a:r>
            <a:r>
              <a:rPr lang="en-US" b="1" noProof="0" dirty="0" err="1">
                <a:latin typeface="+mn-lt"/>
              </a:rPr>
              <a:t>sh</a:t>
            </a:r>
            <a:r>
              <a:rPr lang="en-US" noProof="0" dirty="0">
                <a:latin typeface="+mn-lt"/>
              </a:rPr>
              <a:t> is a symbolic link that points to </a:t>
            </a:r>
            <a:r>
              <a:rPr lang="en-US" b="1" noProof="0" dirty="0">
                <a:latin typeface="+mn-lt"/>
              </a:rPr>
              <a:t>/bin/bash</a:t>
            </a:r>
            <a:r>
              <a:rPr lang="en-US" noProof="0" dirty="0">
                <a:latin typeface="+mn-lt"/>
              </a:rPr>
              <a:t>).</a:t>
            </a:r>
          </a:p>
          <a:p>
            <a:pPr marL="12700">
              <a:lnSpc>
                <a:spcPct val="100000"/>
              </a:lnSpc>
              <a:spcBef>
                <a:spcPts val="105"/>
              </a:spcBef>
            </a:pPr>
            <a:r>
              <a:rPr lang="en-US" noProof="0" dirty="0">
                <a:latin typeface="+mn-lt"/>
              </a:rPr>
              <a:t>POSIX (an IEEE standard) defines a shell, and Bash can conform to that. There are some subtle differences in behavior between the Bourne shell and POSIX, although most would not notice them. Generally, POSIX behavior is not required and is a subset of the full product.</a:t>
            </a:r>
          </a:p>
          <a:p>
            <a:pPr marL="12700">
              <a:lnSpc>
                <a:spcPct val="100000"/>
              </a:lnSpc>
              <a:spcBef>
                <a:spcPts val="105"/>
              </a:spcBef>
            </a:pPr>
            <a:r>
              <a:rPr lang="en-US" noProof="0" dirty="0">
                <a:latin typeface="+mn-lt"/>
              </a:rPr>
              <a:t>The Korn shell (ksh) is a popular UNIX shell, and many of its features are incorporated into Bash. However, Korn shell 93 (ksh93) has many more features than Bash. </a:t>
            </a:r>
          </a:p>
          <a:p>
            <a:pPr marL="12700">
              <a:lnSpc>
                <a:spcPct val="100000"/>
              </a:lnSpc>
              <a:spcBef>
                <a:spcPts val="105"/>
              </a:spcBef>
            </a:pPr>
            <a:r>
              <a:rPr lang="en-US" noProof="0" dirty="0">
                <a:latin typeface="+mn-lt"/>
              </a:rPr>
              <a:t>The C shell (csh) is not so popular and is used mostly by developers. A few of the C shell’s features are in Bash, but most C shell syntax is so esoteric that it could not be incorporated.</a:t>
            </a:r>
          </a:p>
          <a:p>
            <a:pPr marL="12700">
              <a:lnSpc>
                <a:spcPct val="100000"/>
              </a:lnSpc>
              <a:spcBef>
                <a:spcPts val="105"/>
              </a:spcBef>
            </a:pPr>
            <a:r>
              <a:rPr lang="en-US" noProof="0" dirty="0">
                <a:latin typeface="+mn-lt"/>
              </a:rPr>
              <a:t>The differences between Bash and the Bourne, Korn, and C shells are fully explained in the Bash FAQ that is usually bundled with the product, or from ftp://ftp.cwru.edu/pub/bash/FAQ.</a:t>
            </a:r>
            <a:endParaRPr lang="en-GB" noProof="0" dirty="0">
              <a:latin typeface="+mn-lt"/>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321389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dirty="0"/>
          </a:p>
        </p:txBody>
      </p:sp>
    </p:spTree>
    <p:extLst>
      <p:ext uri="{BB962C8B-B14F-4D97-AF65-F5344CB8AC3E}">
        <p14:creationId xmlns:p14="http://schemas.microsoft.com/office/powerpoint/2010/main" val="4248992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4225759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dirty="0"/>
          </a:p>
        </p:txBody>
      </p:sp>
    </p:spTree>
    <p:extLst>
      <p:ext uri="{BB962C8B-B14F-4D97-AF65-F5344CB8AC3E}">
        <p14:creationId xmlns:p14="http://schemas.microsoft.com/office/powerpoint/2010/main" val="38083201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39065">
              <a:lnSpc>
                <a:spcPct val="100000"/>
              </a:lnSpc>
              <a:spcBef>
                <a:spcPts val="105"/>
              </a:spcBef>
            </a:pPr>
            <a:r>
              <a:rPr lang="en-GB" sz="1200" spc="-20" noProof="0" dirty="0">
                <a:latin typeface="+mn-lt"/>
                <a:cs typeface="Segoe UI"/>
              </a:rPr>
              <a:t>Shells</a:t>
            </a:r>
            <a:r>
              <a:rPr lang="en-GB" sz="1200" spc="-45" noProof="0" dirty="0">
                <a:latin typeface="+mn-lt"/>
                <a:cs typeface="Segoe UI"/>
              </a:rPr>
              <a:t> </a:t>
            </a:r>
            <a:r>
              <a:rPr lang="en-GB" sz="1200" spc="-20" noProof="0" dirty="0">
                <a:latin typeface="+mn-lt"/>
                <a:cs typeface="Segoe UI"/>
              </a:rPr>
              <a:t>have</a:t>
            </a:r>
            <a:r>
              <a:rPr lang="en-GB" sz="1200" spc="-25" noProof="0" dirty="0">
                <a:latin typeface="+mn-lt"/>
                <a:cs typeface="Segoe UI"/>
              </a:rPr>
              <a:t> </a:t>
            </a:r>
            <a:r>
              <a:rPr lang="en-GB" sz="1200" spc="-15" noProof="0" dirty="0">
                <a:latin typeface="+mn-lt"/>
                <a:cs typeface="Segoe UI"/>
              </a:rPr>
              <a:t>been</a:t>
            </a:r>
            <a:r>
              <a:rPr lang="en-GB" sz="1200" spc="-45" noProof="0" dirty="0">
                <a:latin typeface="+mn-lt"/>
                <a:cs typeface="Segoe UI"/>
              </a:rPr>
              <a:t> </a:t>
            </a:r>
            <a:r>
              <a:rPr lang="en-GB" sz="1200" spc="-20" noProof="0" dirty="0">
                <a:latin typeface="+mn-lt"/>
                <a:cs typeface="Segoe UI"/>
              </a:rPr>
              <a:t>designed</a:t>
            </a:r>
            <a:r>
              <a:rPr lang="en-GB" sz="1200" spc="-70" noProof="0" dirty="0">
                <a:latin typeface="+mn-lt"/>
                <a:cs typeface="Segoe UI"/>
              </a:rPr>
              <a:t> </a:t>
            </a:r>
            <a:r>
              <a:rPr lang="en-GB" sz="1200" spc="-15" noProof="0" dirty="0">
                <a:latin typeface="+mn-lt"/>
                <a:cs typeface="Segoe UI"/>
              </a:rPr>
              <a:t>to</a:t>
            </a:r>
            <a:r>
              <a:rPr lang="en-GB" sz="1200" spc="-40" noProof="0" dirty="0">
                <a:latin typeface="+mn-lt"/>
                <a:cs typeface="Segoe UI"/>
              </a:rPr>
              <a:t> </a:t>
            </a:r>
            <a:r>
              <a:rPr lang="en-GB" sz="1200" spc="-20" noProof="0" dirty="0">
                <a:latin typeface="+mn-lt"/>
                <a:cs typeface="Segoe UI"/>
              </a:rPr>
              <a:t>understand</a:t>
            </a:r>
            <a:r>
              <a:rPr lang="en-GB" sz="1200" spc="-70" noProof="0" dirty="0">
                <a:latin typeface="+mn-lt"/>
                <a:cs typeface="Segoe UI"/>
              </a:rPr>
              <a:t> </a:t>
            </a:r>
            <a:r>
              <a:rPr lang="en-GB" sz="1200" spc="-15" noProof="0" dirty="0">
                <a:latin typeface="+mn-lt"/>
                <a:cs typeface="Segoe UI"/>
              </a:rPr>
              <a:t>numerous</a:t>
            </a:r>
            <a:r>
              <a:rPr lang="en-GB" sz="1200" spc="-70" noProof="0" dirty="0">
                <a:latin typeface="+mn-lt"/>
                <a:cs typeface="Segoe UI"/>
              </a:rPr>
              <a:t> </a:t>
            </a:r>
            <a:r>
              <a:rPr lang="en-GB" sz="1200" spc="-25" noProof="0" dirty="0">
                <a:latin typeface="+mn-lt"/>
                <a:cs typeface="Segoe UI"/>
              </a:rPr>
              <a:t>special</a:t>
            </a:r>
            <a:r>
              <a:rPr lang="en-GB" sz="1200" spc="-10" noProof="0" dirty="0">
                <a:latin typeface="+mn-lt"/>
                <a:cs typeface="Segoe UI"/>
              </a:rPr>
              <a:t> </a:t>
            </a:r>
            <a:r>
              <a:rPr lang="en-GB" sz="1200" spc="-25" noProof="0" dirty="0">
                <a:latin typeface="+mn-lt"/>
                <a:cs typeface="Segoe UI"/>
              </a:rPr>
              <a:t>characters.</a:t>
            </a:r>
            <a:br>
              <a:rPr lang="en-GB" sz="1200" spc="-25" noProof="0" dirty="0">
                <a:latin typeface="+mn-lt"/>
                <a:cs typeface="Segoe UI"/>
              </a:rPr>
            </a:br>
            <a:endParaRPr lang="en-GB" sz="1200" spc="-30" noProof="0" dirty="0">
              <a:latin typeface="+mn-lt"/>
              <a:cs typeface="Segoe UI"/>
            </a:endParaRPr>
          </a:p>
          <a:p>
            <a:pPr marL="12700" marR="139065" algn="just">
              <a:lnSpc>
                <a:spcPct val="100000"/>
              </a:lnSpc>
              <a:spcBef>
                <a:spcPts val="105"/>
              </a:spcBef>
            </a:pPr>
            <a:r>
              <a:rPr lang="en-GB" sz="1200" spc="-15" noProof="0" dirty="0">
                <a:latin typeface="+mn-lt"/>
                <a:cs typeface="Segoe UI"/>
              </a:rPr>
              <a:t>In</a:t>
            </a:r>
            <a:r>
              <a:rPr lang="en-GB" sz="1200" spc="-20" noProof="0" dirty="0">
                <a:latin typeface="+mn-lt"/>
                <a:cs typeface="Segoe UI"/>
              </a:rPr>
              <a:t> </a:t>
            </a:r>
            <a:r>
              <a:rPr lang="en-GB" sz="1200" spc="-25" noProof="0" dirty="0">
                <a:latin typeface="+mn-lt"/>
                <a:cs typeface="Segoe UI"/>
              </a:rPr>
              <a:t>fact,</a:t>
            </a:r>
            <a:r>
              <a:rPr lang="en-GB" sz="1200" noProof="0" dirty="0">
                <a:latin typeface="+mn-lt"/>
                <a:cs typeface="Segoe UI"/>
              </a:rPr>
              <a:t> </a:t>
            </a:r>
            <a:r>
              <a:rPr lang="en-GB" sz="1200" spc="-15" noProof="0" dirty="0">
                <a:latin typeface="+mn-lt"/>
                <a:cs typeface="Segoe UI"/>
              </a:rPr>
              <a:t>most</a:t>
            </a:r>
            <a:r>
              <a:rPr lang="en-GB" sz="1200" spc="-55" noProof="0" dirty="0">
                <a:latin typeface="+mn-lt"/>
                <a:cs typeface="Segoe UI"/>
              </a:rPr>
              <a:t> </a:t>
            </a:r>
            <a:r>
              <a:rPr lang="en-GB" sz="1200" spc="-10" noProof="0" dirty="0">
                <a:latin typeface="+mn-lt"/>
                <a:cs typeface="Segoe UI"/>
              </a:rPr>
              <a:t>of</a:t>
            </a:r>
            <a:r>
              <a:rPr lang="en-GB" sz="1200" spc="-30"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25" noProof="0" dirty="0">
                <a:latin typeface="+mn-lt"/>
                <a:cs typeface="Segoe UI"/>
              </a:rPr>
              <a:t>characters</a:t>
            </a:r>
            <a:r>
              <a:rPr lang="en-GB" sz="1200" spc="5" noProof="0" dirty="0">
                <a:latin typeface="+mn-lt"/>
                <a:cs typeface="Segoe UI"/>
              </a:rPr>
              <a:t> </a:t>
            </a:r>
            <a:r>
              <a:rPr lang="en-GB" sz="1200" spc="-10" noProof="0" dirty="0">
                <a:latin typeface="+mn-lt"/>
                <a:cs typeface="Segoe UI"/>
              </a:rPr>
              <a:t>on </a:t>
            </a:r>
            <a:r>
              <a:rPr lang="en-GB" sz="1200" spc="-15" noProof="0" dirty="0">
                <a:latin typeface="+mn-lt"/>
                <a:cs typeface="Segoe UI"/>
              </a:rPr>
              <a:t>your </a:t>
            </a:r>
            <a:r>
              <a:rPr lang="en-GB" sz="1200" spc="-20" noProof="0" dirty="0">
                <a:latin typeface="+mn-lt"/>
                <a:cs typeface="Segoe UI"/>
              </a:rPr>
              <a:t>keyboard (except </a:t>
            </a:r>
            <a:r>
              <a:rPr lang="en-GB" sz="1200" spc="-15" noProof="0" dirty="0">
                <a:latin typeface="+mn-lt"/>
                <a:cs typeface="Segoe UI"/>
              </a:rPr>
              <a:t>for </a:t>
            </a:r>
            <a:r>
              <a:rPr lang="en-GB" sz="1200" spc="-25" noProof="0" dirty="0">
                <a:latin typeface="+mn-lt"/>
                <a:cs typeface="Segoe UI"/>
              </a:rPr>
              <a:t>alphanumerics, </a:t>
            </a:r>
            <a:r>
              <a:rPr lang="en-GB" sz="1200" spc="-20" noProof="0" dirty="0">
                <a:latin typeface="+mn-lt"/>
                <a:cs typeface="Segoe UI"/>
              </a:rPr>
              <a:t>dash, underscore </a:t>
            </a:r>
            <a:r>
              <a:rPr lang="en-GB" sz="1200" spc="-15" noProof="0" dirty="0">
                <a:latin typeface="+mn-lt"/>
                <a:cs typeface="Segoe UI"/>
              </a:rPr>
              <a:t>and </a:t>
            </a:r>
            <a:r>
              <a:rPr lang="en-GB" sz="1200" spc="-20" noProof="0" dirty="0">
                <a:latin typeface="+mn-lt"/>
                <a:cs typeface="Segoe UI"/>
              </a:rPr>
              <a:t>full stop) have </a:t>
            </a:r>
            <a:r>
              <a:rPr lang="en-GB" sz="1200" spc="-15" noProof="0" dirty="0">
                <a:latin typeface="+mn-lt"/>
                <a:cs typeface="Segoe UI"/>
              </a:rPr>
              <a:t>some sort </a:t>
            </a:r>
            <a:r>
              <a:rPr lang="en-GB" sz="1200" spc="-10" noProof="0" dirty="0">
                <a:latin typeface="+mn-lt"/>
                <a:cs typeface="Segoe UI"/>
              </a:rPr>
              <a:t>of </a:t>
            </a:r>
            <a:r>
              <a:rPr lang="en-GB" sz="1200" spc="-20" noProof="0" dirty="0">
                <a:latin typeface="+mn-lt"/>
                <a:cs typeface="Segoe UI"/>
              </a:rPr>
              <a:t>meaning </a:t>
            </a:r>
            <a:r>
              <a:rPr lang="en-GB" sz="1200" spc="-15" noProof="0" dirty="0">
                <a:latin typeface="+mn-lt"/>
                <a:cs typeface="Segoe UI"/>
              </a:rPr>
              <a:t>to the</a:t>
            </a:r>
            <a:r>
              <a:rPr lang="en-GB" sz="1200" spc="-65" noProof="0" dirty="0">
                <a:latin typeface="+mn-lt"/>
                <a:cs typeface="Segoe UI"/>
              </a:rPr>
              <a:t> </a:t>
            </a:r>
            <a:r>
              <a:rPr lang="en-GB" sz="1200" spc="-20" noProof="0" dirty="0">
                <a:latin typeface="+mn-lt"/>
                <a:cs typeface="Segoe UI"/>
              </a:rPr>
              <a:t>shell:</a:t>
            </a:r>
            <a:endParaRPr lang="en-GB" sz="1200" noProof="0" dirty="0">
              <a:latin typeface="+mn-lt"/>
              <a:cs typeface="Segoe UI"/>
            </a:endParaRPr>
          </a:p>
          <a:p>
            <a:pPr marL="241300" marR="248285" indent="-228600">
              <a:lnSpc>
                <a:spcPct val="100000"/>
              </a:lnSpc>
              <a:spcBef>
                <a:spcPts val="600"/>
              </a:spcBef>
              <a:buFont typeface="+mj-lt"/>
              <a:buAutoNum type="arabicPeriod"/>
            </a:pPr>
            <a:r>
              <a:rPr lang="en-GB" sz="1200" spc="-25" noProof="0" dirty="0">
                <a:latin typeface="+mn-lt"/>
                <a:cs typeface="Segoe UI"/>
              </a:rPr>
              <a:t>Whitespaces </a:t>
            </a:r>
            <a:r>
              <a:rPr lang="en-GB" sz="1200" spc="-20" noProof="0" dirty="0">
                <a:latin typeface="+mn-lt"/>
                <a:cs typeface="Segoe UI"/>
              </a:rPr>
              <a:t>allow </a:t>
            </a:r>
            <a:r>
              <a:rPr lang="en-GB" sz="1200" spc="-15" noProof="0" dirty="0">
                <a:latin typeface="+mn-lt"/>
                <a:cs typeface="Segoe UI"/>
              </a:rPr>
              <a:t>the </a:t>
            </a:r>
            <a:r>
              <a:rPr lang="en-GB" sz="1200" spc="-20" noProof="0" dirty="0">
                <a:latin typeface="+mn-lt"/>
                <a:cs typeface="Segoe UI"/>
              </a:rPr>
              <a:t>shell </a:t>
            </a:r>
            <a:r>
              <a:rPr lang="en-GB" sz="1200" spc="-15" noProof="0" dirty="0">
                <a:latin typeface="+mn-lt"/>
                <a:cs typeface="Segoe UI"/>
              </a:rPr>
              <a:t>to </a:t>
            </a:r>
            <a:r>
              <a:rPr lang="en-GB" sz="1200" spc="-20" noProof="0" dirty="0">
                <a:latin typeface="+mn-lt"/>
                <a:cs typeface="Segoe UI"/>
              </a:rPr>
              <a:t>tokenise </a:t>
            </a:r>
            <a:r>
              <a:rPr lang="en-GB" sz="1200" spc="-15" noProof="0" dirty="0">
                <a:latin typeface="+mn-lt"/>
                <a:cs typeface="Segoe UI"/>
              </a:rPr>
              <a:t>the </a:t>
            </a:r>
            <a:r>
              <a:rPr lang="en-GB" sz="1200" spc="-20" noProof="0" dirty="0">
                <a:latin typeface="+mn-lt"/>
                <a:cs typeface="Segoe UI"/>
              </a:rPr>
              <a:t>line (separate </a:t>
            </a:r>
            <a:r>
              <a:rPr lang="en-GB" sz="1200" spc="-15" noProof="0" dirty="0">
                <a:latin typeface="+mn-lt"/>
                <a:cs typeface="Segoe UI"/>
              </a:rPr>
              <a:t>words we </a:t>
            </a:r>
            <a:r>
              <a:rPr lang="en-GB" sz="1200" spc="-20" noProof="0" dirty="0">
                <a:latin typeface="+mn-lt"/>
                <a:cs typeface="Segoe UI"/>
              </a:rPr>
              <a:t>specify </a:t>
            </a:r>
            <a:r>
              <a:rPr lang="en-GB" sz="1200" spc="-10" noProof="0" dirty="0">
                <a:latin typeface="+mn-lt"/>
                <a:cs typeface="Segoe UI"/>
              </a:rPr>
              <a:t>on </a:t>
            </a:r>
            <a:r>
              <a:rPr lang="en-GB" sz="1200" spc="-15" noProof="0" dirty="0">
                <a:latin typeface="+mn-lt"/>
                <a:cs typeface="Segoe UI"/>
              </a:rPr>
              <a:t>the </a:t>
            </a:r>
            <a:r>
              <a:rPr lang="en-GB" sz="1200" spc="-20" noProof="0" dirty="0">
                <a:latin typeface="+mn-lt"/>
                <a:cs typeface="Segoe UI"/>
              </a:rPr>
              <a:t>command line). </a:t>
            </a:r>
          </a:p>
          <a:p>
            <a:pPr marL="241300" marR="248285" indent="-228600">
              <a:lnSpc>
                <a:spcPct val="100000"/>
              </a:lnSpc>
              <a:spcBef>
                <a:spcPts val="600"/>
              </a:spcBef>
              <a:buFont typeface="+mj-lt"/>
              <a:buAutoNum type="arabicPeriod"/>
            </a:pPr>
            <a:r>
              <a:rPr lang="en-GB" sz="1200" spc="-20" noProof="0" dirty="0">
                <a:latin typeface="+mn-lt"/>
                <a:cs typeface="Segoe UI"/>
              </a:rPr>
              <a:t>Wildcards (globbing) </a:t>
            </a:r>
            <a:r>
              <a:rPr lang="en-GB" sz="1200" spc="-25" noProof="0" dirty="0">
                <a:latin typeface="+mn-lt"/>
                <a:cs typeface="Segoe UI"/>
              </a:rPr>
              <a:t>characters </a:t>
            </a:r>
            <a:r>
              <a:rPr lang="en-GB" sz="1200" spc="-15" noProof="0" dirty="0">
                <a:latin typeface="+mn-lt"/>
                <a:cs typeface="Segoe UI"/>
              </a:rPr>
              <a:t>are used </a:t>
            </a:r>
            <a:r>
              <a:rPr lang="en-GB" sz="1200" spc="-10" noProof="0" dirty="0">
                <a:latin typeface="+mn-lt"/>
                <a:cs typeface="Segoe UI"/>
              </a:rPr>
              <a:t>by </a:t>
            </a:r>
            <a:r>
              <a:rPr lang="en-GB" sz="1200" spc="-20" noProof="0" dirty="0">
                <a:latin typeface="+mn-lt"/>
                <a:cs typeface="Segoe UI"/>
              </a:rPr>
              <a:t>programs (mostly shells, </a:t>
            </a:r>
            <a:r>
              <a:rPr lang="en-GB" sz="1200" spc="-10" noProof="0" dirty="0">
                <a:latin typeface="+mn-lt"/>
                <a:cs typeface="Segoe UI"/>
              </a:rPr>
              <a:t>but not </a:t>
            </a:r>
            <a:r>
              <a:rPr lang="en-GB" sz="1200" spc="-25" noProof="0" dirty="0">
                <a:latin typeface="+mn-lt"/>
                <a:cs typeface="Segoe UI"/>
              </a:rPr>
              <a:t>exclusively!) </a:t>
            </a:r>
            <a:r>
              <a:rPr lang="en-GB" sz="1200" spc="-15" noProof="0" dirty="0">
                <a:latin typeface="+mn-lt"/>
                <a:cs typeface="Segoe UI"/>
              </a:rPr>
              <a:t>to </a:t>
            </a:r>
            <a:r>
              <a:rPr lang="en-GB" sz="1200" spc="-20" noProof="0" dirty="0">
                <a:latin typeface="+mn-lt"/>
                <a:cs typeface="Segoe UI"/>
              </a:rPr>
              <a:t>generate </a:t>
            </a:r>
            <a:r>
              <a:rPr lang="en-GB" sz="1200" spc="-25" noProof="0" dirty="0">
                <a:latin typeface="+mn-lt"/>
                <a:cs typeface="Segoe UI"/>
              </a:rPr>
              <a:t>filenames.</a:t>
            </a:r>
          </a:p>
          <a:p>
            <a:pPr marL="241300" marR="248285" indent="-228600">
              <a:lnSpc>
                <a:spcPct val="100000"/>
              </a:lnSpc>
              <a:spcBef>
                <a:spcPts val="600"/>
              </a:spcBef>
              <a:buFont typeface="+mj-lt"/>
              <a:buAutoNum type="arabicPeriod"/>
            </a:pPr>
            <a:r>
              <a:rPr lang="en-GB" sz="1200" spc="-20" noProof="0" dirty="0">
                <a:latin typeface="+mn-lt"/>
                <a:cs typeface="Segoe UI"/>
              </a:rPr>
              <a:t>Quotation </a:t>
            </a:r>
            <a:r>
              <a:rPr lang="en-GB" sz="1200" spc="-25" noProof="0" dirty="0">
                <a:latin typeface="+mn-lt"/>
                <a:cs typeface="Segoe UI"/>
              </a:rPr>
              <a:t>characters </a:t>
            </a:r>
            <a:r>
              <a:rPr lang="en-GB" sz="1200" spc="-20" noProof="0" dirty="0">
                <a:latin typeface="+mn-lt"/>
                <a:cs typeface="Segoe UI"/>
              </a:rPr>
              <a:t>(known also ‘escape’ </a:t>
            </a:r>
            <a:r>
              <a:rPr lang="en-GB" sz="1200" spc="-25" noProof="0" dirty="0">
                <a:latin typeface="+mn-lt"/>
                <a:cs typeface="Segoe UI"/>
              </a:rPr>
              <a:t>mechanism) </a:t>
            </a:r>
            <a:r>
              <a:rPr lang="en-GB" sz="1200" spc="-20" noProof="0" dirty="0">
                <a:latin typeface="+mn-lt"/>
                <a:cs typeface="Segoe UI"/>
              </a:rPr>
              <a:t>allow </a:t>
            </a:r>
            <a:r>
              <a:rPr lang="en-GB" sz="1200" spc="-10" noProof="0" dirty="0">
                <a:latin typeface="+mn-lt"/>
                <a:cs typeface="Segoe UI"/>
              </a:rPr>
              <a:t>us </a:t>
            </a:r>
            <a:r>
              <a:rPr lang="en-GB" sz="1200" spc="-15" noProof="0" dirty="0">
                <a:latin typeface="+mn-lt"/>
                <a:cs typeface="Segoe UI"/>
              </a:rPr>
              <a:t>to </a:t>
            </a:r>
            <a:r>
              <a:rPr lang="en-GB" sz="1200" spc="-20" noProof="0" dirty="0">
                <a:latin typeface="+mn-lt"/>
                <a:cs typeface="Segoe UI"/>
              </a:rPr>
              <a:t>inform </a:t>
            </a:r>
            <a:r>
              <a:rPr lang="en-GB" sz="1200" spc="-15" noProof="0" dirty="0">
                <a:latin typeface="+mn-lt"/>
                <a:cs typeface="Segoe UI"/>
              </a:rPr>
              <a:t>the </a:t>
            </a:r>
            <a:r>
              <a:rPr lang="en-GB" sz="1200" spc="-20" noProof="0" dirty="0">
                <a:latin typeface="+mn-lt"/>
                <a:cs typeface="Segoe UI"/>
              </a:rPr>
              <a:t>shell which </a:t>
            </a:r>
            <a:r>
              <a:rPr lang="en-GB" sz="1200" spc="-25" noProof="0" dirty="0">
                <a:latin typeface="+mn-lt"/>
                <a:cs typeface="Segoe UI"/>
              </a:rPr>
              <a:t>special characters </a:t>
            </a:r>
            <a:r>
              <a:rPr lang="en-GB" sz="1200" spc="-15" noProof="0" dirty="0">
                <a:latin typeface="+mn-lt"/>
                <a:cs typeface="Segoe UI"/>
              </a:rPr>
              <a:t>we</a:t>
            </a:r>
            <a:r>
              <a:rPr lang="en-GB" sz="1200" spc="-30" noProof="0" dirty="0">
                <a:latin typeface="+mn-lt"/>
                <a:cs typeface="Segoe UI"/>
              </a:rPr>
              <a:t> </a:t>
            </a:r>
            <a:r>
              <a:rPr lang="en-GB" sz="1200" spc="-15" noProof="0" dirty="0">
                <a:latin typeface="+mn-lt"/>
                <a:cs typeface="Segoe UI"/>
              </a:rPr>
              <a:t>need</a:t>
            </a:r>
            <a:r>
              <a:rPr lang="en-GB" sz="1200" spc="-45"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protect</a:t>
            </a:r>
            <a:r>
              <a:rPr lang="en-GB" sz="1200" spc="-35" noProof="0" dirty="0">
                <a:latin typeface="+mn-lt"/>
                <a:cs typeface="Segoe UI"/>
              </a:rPr>
              <a:t> </a:t>
            </a:r>
            <a:r>
              <a:rPr lang="en-GB" sz="1200" spc="-15" noProof="0" dirty="0">
                <a:latin typeface="+mn-lt"/>
                <a:cs typeface="Segoe UI"/>
              </a:rPr>
              <a:t>from</a:t>
            </a:r>
            <a:r>
              <a:rPr lang="en-GB" sz="1200" spc="-60" noProof="0" dirty="0">
                <a:latin typeface="+mn-lt"/>
                <a:cs typeface="Segoe UI"/>
              </a:rPr>
              <a:t> </a:t>
            </a:r>
            <a:r>
              <a:rPr lang="en-GB" sz="1200" spc="-20" noProof="0" dirty="0">
                <a:latin typeface="+mn-lt"/>
                <a:cs typeface="Segoe UI"/>
              </a:rPr>
              <a:t>interpretation.</a:t>
            </a:r>
            <a:r>
              <a:rPr lang="en-GB" sz="1200" spc="-55" noProof="0" dirty="0">
                <a:latin typeface="+mn-lt"/>
                <a:cs typeface="Segoe UI"/>
              </a:rPr>
              <a:t> </a:t>
            </a:r>
          </a:p>
          <a:p>
            <a:pPr marL="241300" marR="248285" indent="-228600">
              <a:lnSpc>
                <a:spcPct val="100000"/>
              </a:lnSpc>
              <a:spcBef>
                <a:spcPts val="600"/>
              </a:spcBef>
              <a:buFont typeface="+mj-lt"/>
              <a:buAutoNum type="arabicPeriod"/>
            </a:pPr>
            <a:r>
              <a:rPr lang="en-GB" sz="1200" spc="-20" noProof="0" dirty="0">
                <a:latin typeface="+mn-lt"/>
                <a:cs typeface="Segoe UI"/>
              </a:rPr>
              <a:t>Redirection </a:t>
            </a:r>
            <a:r>
              <a:rPr lang="en-GB" sz="1200" spc="-25" noProof="0" dirty="0">
                <a:latin typeface="+mn-lt"/>
                <a:cs typeface="Segoe UI"/>
              </a:rPr>
              <a:t>characters </a:t>
            </a:r>
            <a:r>
              <a:rPr lang="en-GB" sz="1200" spc="-20" noProof="0" dirty="0">
                <a:latin typeface="+mn-lt"/>
                <a:cs typeface="Segoe UI"/>
              </a:rPr>
              <a:t>allow </a:t>
            </a:r>
            <a:r>
              <a:rPr lang="en-GB" sz="1200" spc="-10" noProof="0" dirty="0">
                <a:latin typeface="+mn-lt"/>
                <a:cs typeface="Segoe UI"/>
              </a:rPr>
              <a:t>us </a:t>
            </a:r>
            <a:r>
              <a:rPr lang="en-GB" sz="1200" spc="-15" noProof="0" dirty="0">
                <a:latin typeface="+mn-lt"/>
                <a:cs typeface="Segoe UI"/>
              </a:rPr>
              <a:t>to </a:t>
            </a:r>
            <a:r>
              <a:rPr lang="en-GB" sz="1200" spc="-20" noProof="0" dirty="0">
                <a:latin typeface="+mn-lt"/>
                <a:cs typeface="Segoe UI"/>
              </a:rPr>
              <a:t>control </a:t>
            </a:r>
            <a:r>
              <a:rPr lang="en-GB" sz="1200" spc="-15" noProof="0" dirty="0">
                <a:latin typeface="+mn-lt"/>
                <a:cs typeface="Segoe UI"/>
              </a:rPr>
              <a:t>the source and </a:t>
            </a:r>
            <a:r>
              <a:rPr lang="en-GB" sz="1200" spc="-25" noProof="0" dirty="0">
                <a:latin typeface="+mn-lt"/>
                <a:cs typeface="Segoe UI"/>
              </a:rPr>
              <a:t>destination files </a:t>
            </a:r>
            <a:r>
              <a:rPr lang="en-GB" sz="1200" spc="-20" noProof="0" dirty="0">
                <a:latin typeface="+mn-lt"/>
                <a:cs typeface="Segoe UI"/>
              </a:rPr>
              <a:t>that </a:t>
            </a:r>
            <a:r>
              <a:rPr lang="en-GB" sz="1200" noProof="0" dirty="0">
                <a:latin typeface="+mn-lt"/>
                <a:cs typeface="Segoe UI"/>
              </a:rPr>
              <a:t>a </a:t>
            </a:r>
            <a:r>
              <a:rPr lang="en-GB" sz="1200" spc="-20" noProof="0" dirty="0">
                <a:latin typeface="+mn-lt"/>
                <a:cs typeface="Segoe UI"/>
              </a:rPr>
              <a:t>command might take its information</a:t>
            </a:r>
            <a:r>
              <a:rPr lang="en-GB" sz="1200" spc="-75" noProof="0" dirty="0">
                <a:latin typeface="+mn-lt"/>
                <a:cs typeface="Segoe UI"/>
              </a:rPr>
              <a:t> </a:t>
            </a:r>
            <a:r>
              <a:rPr lang="en-GB" sz="1200" spc="-15" noProof="0" dirty="0">
                <a:latin typeface="+mn-lt"/>
                <a:cs typeface="Segoe UI"/>
              </a:rPr>
              <a:t>from</a:t>
            </a:r>
            <a:r>
              <a:rPr lang="en-GB" sz="1200" spc="-60" noProof="0" dirty="0">
                <a:latin typeface="+mn-lt"/>
                <a:cs typeface="Segoe UI"/>
              </a:rPr>
              <a:t> </a:t>
            </a:r>
            <a:r>
              <a:rPr lang="en-GB" sz="1200" spc="-15" noProof="0" dirty="0">
                <a:latin typeface="+mn-lt"/>
                <a:cs typeface="Segoe UI"/>
              </a:rPr>
              <a:t>and</a:t>
            </a:r>
            <a:r>
              <a:rPr lang="en-GB" sz="1200" spc="-25" noProof="0" dirty="0">
                <a:latin typeface="+mn-lt"/>
                <a:cs typeface="Segoe UI"/>
              </a:rPr>
              <a:t> </a:t>
            </a:r>
            <a:r>
              <a:rPr lang="en-GB" sz="1200" spc="-20" noProof="0" dirty="0">
                <a:latin typeface="+mn-lt"/>
                <a:cs typeface="Segoe UI"/>
              </a:rPr>
              <a:t>write</a:t>
            </a:r>
            <a:r>
              <a:rPr lang="en-GB" sz="1200" spc="-30" noProof="0" dirty="0">
                <a:latin typeface="+mn-lt"/>
                <a:cs typeface="Segoe UI"/>
              </a:rPr>
              <a:t> </a:t>
            </a:r>
            <a:r>
              <a:rPr lang="en-GB" sz="1200" spc="-20" noProof="0" dirty="0">
                <a:latin typeface="+mn-lt"/>
                <a:cs typeface="Segoe UI"/>
              </a:rPr>
              <a:t>its various</a:t>
            </a:r>
            <a:r>
              <a:rPr lang="en-GB" sz="1200" spc="-50" noProof="0" dirty="0">
                <a:latin typeface="+mn-lt"/>
                <a:cs typeface="Segoe UI"/>
              </a:rPr>
              <a:t> </a:t>
            </a:r>
            <a:r>
              <a:rPr lang="en-GB" sz="1200" spc="-20" noProof="0" dirty="0">
                <a:latin typeface="+mn-lt"/>
                <a:cs typeface="Segoe UI"/>
              </a:rPr>
              <a:t>outputs</a:t>
            </a:r>
            <a:r>
              <a:rPr lang="en-GB" sz="1200" spc="-75" noProof="0" dirty="0">
                <a:latin typeface="+mn-lt"/>
                <a:cs typeface="Segoe UI"/>
              </a:rPr>
              <a:t> </a:t>
            </a:r>
            <a:r>
              <a:rPr lang="en-GB" sz="1200" spc="-15" noProof="0" dirty="0">
                <a:latin typeface="+mn-lt"/>
                <a:cs typeface="Segoe UI"/>
              </a:rPr>
              <a:t>to</a:t>
            </a:r>
          </a:p>
          <a:p>
            <a:pPr marL="241300" marR="248285" indent="-228600">
              <a:lnSpc>
                <a:spcPct val="100000"/>
              </a:lnSpc>
              <a:spcBef>
                <a:spcPts val="600"/>
              </a:spcBef>
              <a:buFont typeface="+mj-lt"/>
              <a:buAutoNum type="arabicPeriod"/>
            </a:pPr>
            <a:r>
              <a:rPr lang="en-GB" spc="-15" dirty="0">
                <a:latin typeface="+mn-lt"/>
                <a:cs typeface="Segoe UI"/>
              </a:rPr>
              <a:t>The semicolon character allows more than one command to be entered on  a line</a:t>
            </a:r>
            <a:endParaRPr lang="en-GB" sz="1200" spc="-15" noProof="0" dirty="0">
              <a:latin typeface="+mn-lt"/>
              <a:cs typeface="Segoe UI"/>
            </a:endParaRPr>
          </a:p>
          <a:p>
            <a:pPr marL="12700" marR="248285">
              <a:lnSpc>
                <a:spcPct val="100000"/>
              </a:lnSpc>
              <a:spcBef>
                <a:spcPts val="600"/>
              </a:spcBef>
            </a:pPr>
            <a:endParaRPr lang="en-GB" sz="1200" noProof="0" dirty="0">
              <a:latin typeface="Montserrat" panose="00000500000000000000" pitchFamily="2" charset="0"/>
              <a:cs typeface="Segoe UI"/>
            </a:endParaRPr>
          </a:p>
          <a:p>
            <a:endParaRPr lang="en-GB" sz="1200" noProof="0" dirty="0">
              <a:latin typeface="Montserrat" panose="00000500000000000000" pitchFamily="2" charset="0"/>
            </a:endParaRPr>
          </a:p>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7</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95355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6944485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sz="1200" spc="-25" noProof="0" dirty="0">
                <a:latin typeface="+mn-lt"/>
                <a:cs typeface="Segoe UI"/>
              </a:rPr>
              <a:t>Wildcard</a:t>
            </a:r>
            <a:r>
              <a:rPr lang="en-GB" sz="1200" spc="-55" noProof="0" dirty="0">
                <a:latin typeface="+mn-lt"/>
                <a:cs typeface="Segoe UI"/>
              </a:rPr>
              <a:t> </a:t>
            </a:r>
            <a:r>
              <a:rPr lang="en-GB" sz="1200" spc="-25" noProof="0" dirty="0">
                <a:latin typeface="+mn-lt"/>
                <a:cs typeface="Segoe UI"/>
              </a:rPr>
              <a:t>characters</a:t>
            </a:r>
            <a:r>
              <a:rPr lang="en-GB" sz="120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interpreted</a:t>
            </a:r>
            <a:r>
              <a:rPr lang="en-GB" sz="1200" spc="-80" noProof="0" dirty="0">
                <a:latin typeface="+mn-lt"/>
                <a:cs typeface="Segoe UI"/>
              </a:rPr>
              <a:t> </a:t>
            </a:r>
            <a:r>
              <a:rPr lang="en-GB" sz="1200" spc="-10" noProof="0" dirty="0">
                <a:latin typeface="+mn-lt"/>
                <a:cs typeface="Segoe UI"/>
              </a:rPr>
              <a:t>by</a:t>
            </a:r>
            <a:r>
              <a:rPr lang="en-GB" sz="1200" spc="-4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shell,</a:t>
            </a:r>
            <a:r>
              <a:rPr lang="en-GB" sz="1200" spc="-60" noProof="0" dirty="0">
                <a:latin typeface="+mn-lt"/>
                <a:cs typeface="Segoe UI"/>
              </a:rPr>
              <a:t> </a:t>
            </a:r>
            <a:r>
              <a:rPr lang="en-GB" sz="1200" spc="-10" noProof="0" dirty="0">
                <a:latin typeface="+mn-lt"/>
                <a:cs typeface="Segoe UI"/>
              </a:rPr>
              <a:t>not</a:t>
            </a:r>
            <a:r>
              <a:rPr lang="en-GB" sz="1200" spc="-6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command.</a:t>
            </a:r>
            <a:br>
              <a:rPr lang="en-GB" sz="1200" spc="-20" noProof="0" dirty="0">
                <a:latin typeface="+mn-lt"/>
                <a:cs typeface="Segoe UI"/>
              </a:rPr>
            </a:br>
            <a:endParaRPr lang="en-GB" sz="1200" noProof="0" dirty="0">
              <a:latin typeface="+mn-lt"/>
              <a:cs typeface="Segoe UI"/>
            </a:endParaRPr>
          </a:p>
          <a:p>
            <a:pPr marL="12700" marR="53975">
              <a:lnSpc>
                <a:spcPct val="100000"/>
              </a:lnSpc>
              <a:spcBef>
                <a:spcPts val="605"/>
              </a:spcBef>
            </a:pPr>
            <a:r>
              <a:rPr lang="en-GB" sz="1200" spc="-20" noProof="0" dirty="0">
                <a:latin typeface="+mn-lt"/>
                <a:cs typeface="Segoe UI"/>
              </a:rPr>
              <a:t>Expansion</a:t>
            </a:r>
            <a:r>
              <a:rPr lang="en-GB" sz="1200" spc="-7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5" noProof="0" dirty="0">
                <a:latin typeface="+mn-lt"/>
                <a:cs typeface="Segoe UI"/>
              </a:rPr>
              <a:t>wildcards</a:t>
            </a:r>
            <a:r>
              <a:rPr lang="en-GB" sz="1200" spc="-20" noProof="0" dirty="0">
                <a:latin typeface="+mn-lt"/>
                <a:cs typeface="Segoe UI"/>
              </a:rPr>
              <a:t> </a:t>
            </a:r>
            <a:r>
              <a:rPr lang="en-GB" sz="1200" spc="-15" noProof="0" dirty="0">
                <a:latin typeface="+mn-lt"/>
                <a:cs typeface="Segoe UI"/>
              </a:rPr>
              <a:t>is</a:t>
            </a:r>
            <a:r>
              <a:rPr lang="en-GB" sz="1200" spc="-20" noProof="0" dirty="0">
                <a:latin typeface="+mn-lt"/>
                <a:cs typeface="Segoe UI"/>
              </a:rPr>
              <a:t> performed</a:t>
            </a:r>
            <a:r>
              <a:rPr lang="en-GB" sz="1200" spc="-75" noProof="0" dirty="0">
                <a:latin typeface="+mn-lt"/>
                <a:cs typeface="Segoe UI"/>
              </a:rPr>
              <a:t> </a:t>
            </a:r>
            <a:r>
              <a:rPr lang="en-GB" sz="1200" spc="-15" noProof="0" dirty="0">
                <a:latin typeface="+mn-lt"/>
                <a:cs typeface="Segoe UI"/>
              </a:rPr>
              <a:t>during</a:t>
            </a:r>
            <a:r>
              <a:rPr lang="en-GB" sz="1200" spc="-75"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scanning</a:t>
            </a:r>
            <a:r>
              <a:rPr lang="en-GB" sz="1200" spc="-45" noProof="0" dirty="0">
                <a:latin typeface="+mn-lt"/>
                <a:cs typeface="Segoe UI"/>
              </a:rPr>
              <a:t> </a:t>
            </a:r>
            <a:r>
              <a:rPr lang="en-GB" sz="1200" spc="-20" noProof="0" dirty="0">
                <a:latin typeface="+mn-lt"/>
                <a:cs typeface="Segoe UI"/>
              </a:rPr>
              <a:t>stage,</a:t>
            </a:r>
            <a:r>
              <a:rPr lang="en-GB" sz="1200" spc="-35" noProof="0" dirty="0">
                <a:latin typeface="+mn-lt"/>
                <a:cs typeface="Segoe UI"/>
              </a:rPr>
              <a:t> </a:t>
            </a:r>
            <a:r>
              <a:rPr lang="en-GB" sz="1200" spc="-15" noProof="0" dirty="0">
                <a:latin typeface="+mn-lt"/>
                <a:cs typeface="Segoe UI"/>
              </a:rPr>
              <a:t>before</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command </a:t>
            </a:r>
            <a:r>
              <a:rPr lang="en-GB" sz="1200" spc="-15" noProof="0" dirty="0">
                <a:latin typeface="+mn-lt"/>
                <a:cs typeface="Segoe UI"/>
              </a:rPr>
              <a:t>is</a:t>
            </a:r>
            <a:r>
              <a:rPr lang="en-GB" sz="1200" spc="-20" noProof="0" dirty="0">
                <a:latin typeface="+mn-lt"/>
                <a:cs typeface="Segoe UI"/>
              </a:rPr>
              <a:t> </a:t>
            </a:r>
            <a:r>
              <a:rPr lang="en-GB" sz="1200" spc="-25" noProof="0" dirty="0">
                <a:latin typeface="+mn-lt"/>
                <a:cs typeface="Segoe UI"/>
              </a:rPr>
              <a:t>executed,</a:t>
            </a:r>
            <a:r>
              <a:rPr lang="en-GB" sz="1200" spc="-20" noProof="0" dirty="0">
                <a:latin typeface="+mn-lt"/>
                <a:cs typeface="Segoe UI"/>
              </a:rPr>
              <a:t> </a:t>
            </a:r>
            <a:r>
              <a:rPr lang="en-GB" sz="1200" spc="-260" noProof="0" dirty="0">
                <a:latin typeface="+mn-lt"/>
                <a:cs typeface="Segoe UI"/>
              </a:rPr>
              <a:t> </a:t>
            </a:r>
            <a:r>
              <a:rPr lang="en-GB" sz="1200" spc="-20" noProof="0" dirty="0">
                <a:latin typeface="+mn-lt"/>
                <a:cs typeface="Segoe UI"/>
              </a:rPr>
              <a:t>even</a:t>
            </a:r>
            <a:r>
              <a:rPr lang="en-GB" sz="1200" spc="-80" noProof="0" dirty="0">
                <a:latin typeface="+mn-lt"/>
                <a:cs typeface="Segoe UI"/>
              </a:rPr>
              <a:t> </a:t>
            </a:r>
            <a:r>
              <a:rPr lang="en-GB" sz="1200" spc="-15" noProof="0" dirty="0">
                <a:latin typeface="+mn-lt"/>
                <a:cs typeface="Segoe UI"/>
              </a:rPr>
              <a:t>before</a:t>
            </a:r>
            <a:r>
              <a:rPr lang="en-GB" sz="1200" spc="-6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shell</a:t>
            </a:r>
            <a:r>
              <a:rPr lang="en-GB" sz="1200" spc="-65" noProof="0" dirty="0">
                <a:latin typeface="+mn-lt"/>
                <a:cs typeface="Segoe UI"/>
              </a:rPr>
              <a:t> </a:t>
            </a:r>
            <a:r>
              <a:rPr lang="en-GB" sz="1200" spc="-20" noProof="0" dirty="0">
                <a:latin typeface="+mn-lt"/>
                <a:cs typeface="Segoe UI"/>
              </a:rPr>
              <a:t>checks</a:t>
            </a:r>
            <a:r>
              <a:rPr lang="en-GB" sz="1200" spc="-35" noProof="0" dirty="0">
                <a:latin typeface="+mn-lt"/>
                <a:cs typeface="Segoe UI"/>
              </a:rPr>
              <a:t> </a:t>
            </a:r>
            <a:r>
              <a:rPr lang="en-GB" sz="1200" spc="-15" noProof="0" dirty="0">
                <a:latin typeface="+mn-lt"/>
                <a:cs typeface="Segoe UI"/>
              </a:rPr>
              <a:t>if</a:t>
            </a:r>
            <a:r>
              <a:rPr lang="en-GB" sz="1200" spc="-4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command</a:t>
            </a:r>
            <a:r>
              <a:rPr lang="en-GB" sz="1200" spc="-30" noProof="0" dirty="0">
                <a:latin typeface="+mn-lt"/>
                <a:cs typeface="Segoe UI"/>
              </a:rPr>
              <a:t> </a:t>
            </a:r>
            <a:r>
              <a:rPr lang="en-GB" sz="1200" spc="-25" noProof="0" dirty="0">
                <a:latin typeface="+mn-lt"/>
                <a:cs typeface="Segoe UI"/>
              </a:rPr>
              <a:t>exists.</a:t>
            </a:r>
          </a:p>
          <a:p>
            <a:pPr marL="12700">
              <a:lnSpc>
                <a:spcPct val="100000"/>
              </a:lnSpc>
              <a:spcBef>
                <a:spcPts val="600"/>
              </a:spcBef>
            </a:pPr>
            <a:br>
              <a:rPr lang="en-GB" sz="1200" spc="-15" noProof="0" dirty="0">
                <a:latin typeface="+mn-lt"/>
                <a:cs typeface="Segoe UI"/>
              </a:rPr>
            </a:br>
            <a:r>
              <a:rPr lang="en-GB" sz="1200" spc="-15" noProof="0" dirty="0">
                <a:latin typeface="+mn-lt"/>
                <a:cs typeface="Segoe UI"/>
              </a:rPr>
              <a:t>The</a:t>
            </a:r>
            <a:r>
              <a:rPr lang="en-GB" sz="1200" spc="-80" noProof="0" dirty="0">
                <a:latin typeface="+mn-lt"/>
                <a:cs typeface="Segoe UI"/>
              </a:rPr>
              <a:t> </a:t>
            </a:r>
            <a:r>
              <a:rPr lang="en-GB" sz="1200" spc="-20" noProof="0" dirty="0">
                <a:latin typeface="+mn-lt"/>
                <a:cs typeface="Segoe UI"/>
              </a:rPr>
              <a:t>shell</a:t>
            </a:r>
            <a:r>
              <a:rPr lang="en-GB" sz="1200" spc="-35" noProof="0" dirty="0">
                <a:latin typeface="+mn-lt"/>
                <a:cs typeface="Segoe UI"/>
              </a:rPr>
              <a:t> </a:t>
            </a:r>
            <a:r>
              <a:rPr lang="en-GB" sz="1200" spc="-25" noProof="0" dirty="0">
                <a:latin typeface="+mn-lt"/>
                <a:cs typeface="Segoe UI"/>
              </a:rPr>
              <a:t>will</a:t>
            </a:r>
            <a:r>
              <a:rPr lang="en-GB" sz="1200" spc="-30" noProof="0" dirty="0">
                <a:latin typeface="+mn-lt"/>
                <a:cs typeface="Segoe UI"/>
              </a:rPr>
              <a:t> </a:t>
            </a:r>
            <a:r>
              <a:rPr lang="en-GB" sz="1200" spc="-25" noProof="0" dirty="0">
                <a:latin typeface="+mn-lt"/>
                <a:cs typeface="Segoe UI"/>
              </a:rPr>
              <a:t>match</a:t>
            </a:r>
            <a:r>
              <a:rPr lang="en-GB" sz="1200" spc="-2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5" noProof="0" dirty="0">
                <a:latin typeface="+mn-lt"/>
                <a:cs typeface="Segoe UI"/>
              </a:rPr>
              <a:t>“wildcard”</a:t>
            </a:r>
            <a:r>
              <a:rPr lang="en-GB" sz="1200" spc="-20" noProof="0" dirty="0">
                <a:latin typeface="+mn-lt"/>
                <a:cs typeface="Segoe UI"/>
              </a:rPr>
              <a:t> pattern</a:t>
            </a:r>
            <a:r>
              <a:rPr lang="en-GB" sz="1200" spc="-50" noProof="0" dirty="0">
                <a:latin typeface="+mn-lt"/>
                <a:cs typeface="Segoe UI"/>
              </a:rPr>
              <a:t> </a:t>
            </a:r>
            <a:r>
              <a:rPr lang="en-GB" sz="1200" spc="-20" noProof="0" dirty="0">
                <a:latin typeface="+mn-lt"/>
                <a:cs typeface="Segoe UI"/>
              </a:rPr>
              <a:t>against</a:t>
            </a:r>
            <a:r>
              <a:rPr lang="en-GB" sz="1200" spc="-30" noProof="0" dirty="0">
                <a:latin typeface="+mn-lt"/>
                <a:cs typeface="Segoe UI"/>
              </a:rPr>
              <a:t> </a:t>
            </a:r>
            <a:r>
              <a:rPr lang="en-GB" sz="1200" spc="-15" noProof="0" dirty="0">
                <a:latin typeface="+mn-lt"/>
                <a:cs typeface="Segoe UI"/>
              </a:rPr>
              <a:t>the</a:t>
            </a:r>
            <a:r>
              <a:rPr lang="en-GB" sz="1200" spc="-25" noProof="0" dirty="0">
                <a:latin typeface="+mn-lt"/>
                <a:cs typeface="Segoe UI"/>
              </a:rPr>
              <a:t> filenames </a:t>
            </a:r>
            <a:r>
              <a:rPr lang="en-GB" sz="1200" spc="-15" noProof="0" dirty="0">
                <a:latin typeface="+mn-lt"/>
                <a:cs typeface="Segoe UI"/>
              </a:rPr>
              <a:t>at</a:t>
            </a:r>
            <a:r>
              <a:rPr lang="en-GB" sz="1200" spc="-30"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appropriate</a:t>
            </a:r>
            <a:r>
              <a:rPr lang="en-GB" sz="1200" spc="-55" noProof="0" dirty="0">
                <a:latin typeface="+mn-lt"/>
                <a:cs typeface="Segoe UI"/>
              </a:rPr>
              <a:t> </a:t>
            </a:r>
            <a:r>
              <a:rPr lang="en-GB" sz="1200" spc="-25" noProof="0" dirty="0">
                <a:latin typeface="+mn-lt"/>
                <a:cs typeface="Segoe UI"/>
              </a:rPr>
              <a:t>place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system.</a:t>
            </a:r>
          </a:p>
          <a:p>
            <a:pPr marL="12700">
              <a:lnSpc>
                <a:spcPct val="100000"/>
              </a:lnSpc>
              <a:spcBef>
                <a:spcPts val="600"/>
              </a:spcBef>
            </a:pPr>
            <a:endParaRPr lang="en-GB" sz="1200" spc="-20" noProof="0" dirty="0">
              <a:latin typeface="+mn-lt"/>
              <a:cs typeface="Segoe UI"/>
            </a:endParaRPr>
          </a:p>
          <a:p>
            <a:pPr marL="12700">
              <a:lnSpc>
                <a:spcPct val="100000"/>
              </a:lnSpc>
            </a:pPr>
            <a:r>
              <a:rPr lang="en-GB" sz="1200" spc="-15" noProof="0" dirty="0">
                <a:latin typeface="+mn-lt"/>
                <a:cs typeface="Segoe UI"/>
              </a:rPr>
              <a:t>In</a:t>
            </a:r>
            <a:r>
              <a:rPr lang="en-GB" sz="1200" spc="-8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case</a:t>
            </a:r>
            <a:r>
              <a:rPr lang="en-GB" sz="1200" spc="-35" noProof="0" dirty="0">
                <a:latin typeface="+mn-lt"/>
                <a:cs typeface="Segoe UI"/>
              </a:rPr>
              <a:t> </a:t>
            </a:r>
            <a:r>
              <a:rPr lang="en-GB" sz="1200" spc="-10" noProof="0" dirty="0">
                <a:latin typeface="+mn-lt"/>
                <a:cs typeface="Segoe UI"/>
              </a:rPr>
              <a:t>of</a:t>
            </a:r>
            <a:r>
              <a:rPr lang="en-GB" sz="1200" spc="-4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first</a:t>
            </a:r>
            <a:r>
              <a:rPr lang="en-GB" sz="1200" spc="-40" noProof="0" dirty="0">
                <a:latin typeface="+mn-lt"/>
                <a:cs typeface="Segoe UI"/>
              </a:rPr>
              <a:t> </a:t>
            </a:r>
            <a:r>
              <a:rPr lang="en-GB" sz="1200" spc="-25" noProof="0" dirty="0">
                <a:latin typeface="+mn-lt"/>
                <a:cs typeface="Segoe UI"/>
              </a:rPr>
              <a:t>example</a:t>
            </a:r>
            <a:r>
              <a:rPr lang="en-GB" sz="1200" spc="-10" noProof="0" dirty="0">
                <a:latin typeface="+mn-lt"/>
                <a:cs typeface="Segoe UI"/>
              </a:rPr>
              <a:t> </a:t>
            </a:r>
            <a:r>
              <a:rPr lang="en-GB" sz="1200" spc="-15" noProof="0" dirty="0">
                <a:latin typeface="+mn-lt"/>
                <a:cs typeface="Segoe UI"/>
              </a:rPr>
              <a:t>in</a:t>
            </a:r>
            <a:r>
              <a:rPr lang="en-GB" sz="1200" spc="-5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slide: </a:t>
            </a:r>
            <a:r>
              <a:rPr lang="en-GB" sz="1200" b="1" spc="-20" noProof="0" dirty="0">
                <a:latin typeface="+mn-lt"/>
                <a:cs typeface="Segoe UI"/>
              </a:rPr>
              <a:t>my*</a:t>
            </a:r>
            <a:r>
              <a:rPr lang="en-GB" sz="1200" spc="-20" noProof="0" dirty="0">
                <a:latin typeface="+mn-lt"/>
                <a:cs typeface="Segoe UI"/>
              </a:rPr>
              <a:t> </a:t>
            </a:r>
          </a:p>
          <a:p>
            <a:pPr marL="12700">
              <a:lnSpc>
                <a:spcPct val="100000"/>
              </a:lnSpc>
              <a:spcBef>
                <a:spcPts val="600"/>
              </a:spcBef>
            </a:pPr>
            <a:r>
              <a:rPr lang="en-GB" spc="-20" dirty="0">
                <a:cs typeface="Segoe UI"/>
              </a:rPr>
              <a:t>…</a:t>
            </a:r>
            <a:r>
              <a:rPr lang="en-GB" sz="1200" spc="-20" noProof="0" dirty="0">
                <a:latin typeface="+mn-lt"/>
                <a:cs typeface="Segoe UI"/>
              </a:rPr>
              <a:t>the</a:t>
            </a:r>
            <a:r>
              <a:rPr lang="en-GB" sz="1200" spc="-55" noProof="0" dirty="0">
                <a:latin typeface="+mn-lt"/>
                <a:cs typeface="Segoe UI"/>
              </a:rPr>
              <a:t> </a:t>
            </a:r>
            <a:r>
              <a:rPr lang="en-GB" sz="1200" spc="-20" noProof="0" dirty="0">
                <a:latin typeface="+mn-lt"/>
                <a:cs typeface="Segoe UI"/>
              </a:rPr>
              <a:t>shell</a:t>
            </a:r>
            <a:r>
              <a:rPr lang="en-GB" sz="1200" spc="-60" noProof="0" dirty="0">
                <a:latin typeface="+mn-lt"/>
                <a:cs typeface="Segoe UI"/>
              </a:rPr>
              <a:t> </a:t>
            </a:r>
            <a:r>
              <a:rPr lang="en-GB" sz="1200" spc="-20" noProof="0" dirty="0">
                <a:latin typeface="+mn-lt"/>
                <a:cs typeface="Segoe UI"/>
              </a:rPr>
              <a:t>checks</a:t>
            </a:r>
            <a:r>
              <a:rPr lang="en-GB" sz="1200" spc="-30" noProof="0" dirty="0">
                <a:latin typeface="+mn-lt"/>
                <a:cs typeface="Segoe UI"/>
              </a:rPr>
              <a:t> </a:t>
            </a:r>
            <a:r>
              <a:rPr lang="en-GB" sz="1200" spc="-20" noProof="0" dirty="0">
                <a:latin typeface="+mn-lt"/>
                <a:cs typeface="Segoe UI"/>
              </a:rPr>
              <a:t>against</a:t>
            </a:r>
            <a:r>
              <a:rPr lang="en-GB" sz="1200" spc="-35" noProof="0" dirty="0">
                <a:latin typeface="+mn-lt"/>
                <a:cs typeface="Segoe UI"/>
              </a:rPr>
              <a:t> </a:t>
            </a:r>
            <a:r>
              <a:rPr lang="en-GB" sz="1200" spc="-20" noProof="0" dirty="0">
                <a:latin typeface="+mn-lt"/>
                <a:cs typeface="Segoe UI"/>
              </a:rPr>
              <a:t>files</a:t>
            </a:r>
            <a:r>
              <a:rPr lang="en-GB" sz="1200" spc="-3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the</a:t>
            </a:r>
            <a:r>
              <a:rPr lang="en-GB" sz="1200" spc="-25" noProof="0" dirty="0">
                <a:latin typeface="+mn-lt"/>
                <a:cs typeface="Segoe UI"/>
              </a:rPr>
              <a:t> </a:t>
            </a:r>
            <a:r>
              <a:rPr lang="en-GB" sz="1200" spc="-20" noProof="0" dirty="0">
                <a:latin typeface="+mn-lt"/>
                <a:cs typeface="Segoe UI"/>
              </a:rPr>
              <a:t>current</a:t>
            </a:r>
            <a:r>
              <a:rPr lang="en-GB" sz="1200" spc="-60" noProof="0" dirty="0">
                <a:latin typeface="+mn-lt"/>
                <a:cs typeface="Segoe UI"/>
              </a:rPr>
              <a:t> </a:t>
            </a:r>
            <a:r>
              <a:rPr lang="en-GB" sz="1200" spc="-20" noProof="0" dirty="0">
                <a:latin typeface="+mn-lt"/>
                <a:cs typeface="Segoe UI"/>
              </a:rPr>
              <a:t>directory.</a:t>
            </a:r>
          </a:p>
          <a:p>
            <a:pPr marL="12700">
              <a:lnSpc>
                <a:spcPct val="100000"/>
              </a:lnSpc>
              <a:spcBef>
                <a:spcPts val="600"/>
              </a:spcBef>
            </a:pP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the</a:t>
            </a:r>
            <a:r>
              <a:rPr lang="en-GB" sz="1200" spc="-25" noProof="0" dirty="0">
                <a:latin typeface="+mn-lt"/>
                <a:cs typeface="Segoe UI"/>
              </a:rPr>
              <a:t> </a:t>
            </a:r>
            <a:r>
              <a:rPr lang="en-GB" sz="1200" spc="-20" noProof="0" dirty="0">
                <a:latin typeface="+mn-lt"/>
                <a:cs typeface="Segoe UI"/>
              </a:rPr>
              <a:t>second</a:t>
            </a:r>
            <a:r>
              <a:rPr lang="en-GB" sz="1200" spc="-50" noProof="0" dirty="0">
                <a:latin typeface="+mn-lt"/>
                <a:cs typeface="Segoe UI"/>
              </a:rPr>
              <a:t> </a:t>
            </a:r>
            <a:r>
              <a:rPr lang="en-GB" sz="1200" spc="-25" noProof="0" dirty="0">
                <a:latin typeface="+mn-lt"/>
                <a:cs typeface="Segoe UI"/>
              </a:rPr>
              <a:t>example: </a:t>
            </a:r>
            <a:r>
              <a:rPr lang="en-GB" sz="1200" b="1" spc="-25" noProof="0" dirty="0">
                <a:latin typeface="+mn-lt"/>
                <a:cs typeface="Segoe UI"/>
              </a:rPr>
              <a:t>/tmp/my*</a:t>
            </a:r>
            <a:endParaRPr lang="en-GB" b="1" dirty="0">
              <a:cs typeface="Segoe UI"/>
            </a:endParaRPr>
          </a:p>
          <a:p>
            <a:pPr marL="12700">
              <a:lnSpc>
                <a:spcPct val="100000"/>
              </a:lnSpc>
              <a:spcBef>
                <a:spcPts val="600"/>
              </a:spcBef>
            </a:pPr>
            <a:r>
              <a:rPr lang="en-GB" b="1" spc="-15" dirty="0">
                <a:cs typeface="Segoe UI"/>
              </a:rPr>
              <a:t>…</a:t>
            </a:r>
            <a:r>
              <a:rPr lang="en-GB" spc="-15" dirty="0">
                <a:cs typeface="Segoe UI"/>
              </a:rPr>
              <a:t>t</a:t>
            </a:r>
            <a:r>
              <a:rPr lang="en-GB" sz="1200" spc="-15" noProof="0" dirty="0">
                <a:latin typeface="+mn-lt"/>
                <a:cs typeface="Segoe UI"/>
              </a:rPr>
              <a:t>he</a:t>
            </a:r>
            <a:r>
              <a:rPr lang="en-GB" sz="1200" spc="-55" noProof="0" dirty="0">
                <a:latin typeface="+mn-lt"/>
                <a:cs typeface="Segoe UI"/>
              </a:rPr>
              <a:t> </a:t>
            </a:r>
            <a:r>
              <a:rPr lang="en-GB" sz="1200" spc="-20" noProof="0" dirty="0">
                <a:latin typeface="+mn-lt"/>
                <a:cs typeface="Segoe UI"/>
              </a:rPr>
              <a:t>shell</a:t>
            </a:r>
            <a:r>
              <a:rPr lang="en-GB" sz="1200" spc="-60" noProof="0" dirty="0">
                <a:latin typeface="+mn-lt"/>
                <a:cs typeface="Segoe UI"/>
              </a:rPr>
              <a:t> </a:t>
            </a:r>
            <a:r>
              <a:rPr lang="en-GB" sz="1200" spc="-20" noProof="0" dirty="0">
                <a:latin typeface="+mn-lt"/>
                <a:cs typeface="Segoe UI"/>
              </a:rPr>
              <a:t>checks</a:t>
            </a:r>
            <a:r>
              <a:rPr lang="en-GB" sz="1200" spc="-25" noProof="0" dirty="0">
                <a:latin typeface="+mn-lt"/>
                <a:cs typeface="Segoe UI"/>
              </a:rPr>
              <a:t> </a:t>
            </a:r>
            <a:r>
              <a:rPr lang="en-GB" sz="1200" spc="-20" noProof="0" dirty="0">
                <a:latin typeface="+mn-lt"/>
                <a:cs typeface="Segoe UI"/>
              </a:rPr>
              <a:t>against</a:t>
            </a:r>
            <a:r>
              <a:rPr lang="en-GB" sz="1200" spc="-35" noProof="0" dirty="0">
                <a:latin typeface="+mn-lt"/>
                <a:cs typeface="Segoe UI"/>
              </a:rPr>
              <a:t> </a:t>
            </a:r>
            <a:r>
              <a:rPr lang="en-GB" sz="1200" spc="-25" noProof="0" dirty="0">
                <a:latin typeface="+mn-lt"/>
                <a:cs typeface="Segoe UI"/>
              </a:rPr>
              <a:t>files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directory</a:t>
            </a:r>
            <a:r>
              <a:rPr lang="en-GB" sz="1200" spc="-65" noProof="0" dirty="0">
                <a:latin typeface="+mn-lt"/>
                <a:cs typeface="Segoe UI"/>
              </a:rPr>
              <a:t> </a:t>
            </a:r>
            <a:r>
              <a:rPr lang="en-GB" sz="1200" b="1" spc="-20" noProof="0" dirty="0">
                <a:latin typeface="+mn-lt"/>
                <a:cs typeface="Segoe UI"/>
              </a:rPr>
              <a:t>/tmp</a:t>
            </a:r>
            <a:r>
              <a:rPr lang="en-GB" sz="1200" spc="-20" noProof="0" dirty="0">
                <a:latin typeface="+mn-lt"/>
                <a:cs typeface="Segoe UI"/>
              </a:rPr>
              <a:t>,</a:t>
            </a:r>
            <a:r>
              <a:rPr lang="en-GB" sz="1200" spc="-30" noProof="0" dirty="0">
                <a:latin typeface="+mn-lt"/>
                <a:cs typeface="Segoe UI"/>
              </a:rPr>
              <a:t> </a:t>
            </a:r>
            <a:r>
              <a:rPr lang="en-GB" sz="1200" spc="-15" noProof="0" dirty="0">
                <a:latin typeface="+mn-lt"/>
                <a:cs typeface="Segoe UI"/>
              </a:rPr>
              <a:t>and</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arguments</a:t>
            </a:r>
            <a:r>
              <a:rPr lang="en-GB" sz="1200" spc="-50" noProof="0" dirty="0">
                <a:latin typeface="+mn-lt"/>
                <a:cs typeface="Segoe UI"/>
              </a:rPr>
              <a:t> </a:t>
            </a:r>
            <a:r>
              <a:rPr lang="en-GB" sz="1200" spc="-20" noProof="0" dirty="0">
                <a:latin typeface="+mn-lt"/>
                <a:cs typeface="Segoe UI"/>
              </a:rPr>
              <a:t>passed</a:t>
            </a:r>
            <a:r>
              <a:rPr lang="en-GB" sz="1200" spc="-50"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command </a:t>
            </a:r>
            <a:r>
              <a:rPr lang="en-GB" sz="1200" spc="-25" noProof="0" dirty="0">
                <a:latin typeface="+mn-lt"/>
                <a:cs typeface="Segoe UI"/>
              </a:rPr>
              <a:t>will</a:t>
            </a:r>
            <a:r>
              <a:rPr lang="en-GB" sz="1200" spc="-35" noProof="0" dirty="0">
                <a:latin typeface="+mn-lt"/>
                <a:cs typeface="Segoe UI"/>
              </a:rPr>
              <a:t> </a:t>
            </a:r>
            <a:r>
              <a:rPr lang="en-GB" sz="1200" spc="-10" noProof="0" dirty="0">
                <a:latin typeface="+mn-lt"/>
                <a:cs typeface="Segoe UI"/>
              </a:rPr>
              <a:t>be </a:t>
            </a:r>
            <a:r>
              <a:rPr lang="en-GB" sz="1200" spc="-260" noProof="0" dirty="0">
                <a:latin typeface="+mn-lt"/>
                <a:cs typeface="Segoe UI"/>
              </a:rPr>
              <a:t> </a:t>
            </a:r>
            <a:r>
              <a:rPr lang="en-GB" sz="1200" spc="-20" noProof="0" dirty="0">
                <a:latin typeface="+mn-lt"/>
                <a:cs typeface="Segoe UI"/>
              </a:rPr>
              <a:t>absolute</a:t>
            </a:r>
            <a:r>
              <a:rPr lang="en-GB" sz="1200" spc="-90" noProof="0" dirty="0">
                <a:latin typeface="+mn-lt"/>
                <a:cs typeface="Segoe UI"/>
              </a:rPr>
              <a:t> </a:t>
            </a:r>
            <a:r>
              <a:rPr lang="en-GB" sz="1200" spc="-20" noProof="0" dirty="0">
                <a:latin typeface="+mn-lt"/>
                <a:cs typeface="Segoe UI"/>
              </a:rPr>
              <a:t>pathnames</a:t>
            </a:r>
            <a:r>
              <a:rPr lang="en-GB" sz="1200" spc="-30" noProof="0" dirty="0">
                <a:latin typeface="+mn-lt"/>
                <a:cs typeface="Segoe UI"/>
              </a:rPr>
              <a:t> that </a:t>
            </a:r>
            <a:r>
              <a:rPr lang="en-GB" sz="1200" spc="-20" noProof="0" dirty="0">
                <a:latin typeface="+mn-lt"/>
                <a:cs typeface="Segoe UI"/>
              </a:rPr>
              <a:t>include</a:t>
            </a:r>
            <a:r>
              <a:rPr lang="en-GB" sz="1200" spc="-8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b="1" spc="-20" noProof="0" dirty="0">
                <a:latin typeface="+mn-lt"/>
                <a:cs typeface="Segoe UI"/>
              </a:rPr>
              <a:t>/tmp</a:t>
            </a:r>
            <a:r>
              <a:rPr lang="en-GB" sz="1200" b="1" spc="-30" noProof="0" dirty="0">
                <a:latin typeface="+mn-lt"/>
                <a:cs typeface="Segoe UI"/>
              </a:rPr>
              <a:t> </a:t>
            </a:r>
            <a:r>
              <a:rPr lang="en-GB" sz="1200" spc="-20" noProof="0" dirty="0">
                <a:latin typeface="+mn-lt"/>
                <a:cs typeface="Segoe UI"/>
              </a:rPr>
              <a:t>component.</a:t>
            </a:r>
            <a:endParaRPr lang="en-GB" sz="1200" noProof="0" dirty="0">
              <a:latin typeface="+mn-lt"/>
              <a:cs typeface="Segoe UI"/>
            </a:endParaRPr>
          </a:p>
          <a:p>
            <a:endParaRPr lang="en-GB" sz="1200" noProof="0" dirty="0">
              <a:latin typeface="Montserrat" panose="00000500000000000000" pitchFamily="2" charset="0"/>
            </a:endParaRPr>
          </a:p>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9369284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4765">
              <a:lnSpc>
                <a:spcPct val="100000"/>
              </a:lnSpc>
              <a:spcBef>
                <a:spcPts val="105"/>
              </a:spcBef>
            </a:pPr>
            <a:r>
              <a:rPr lang="en-GB" sz="1200" spc="-20" noProof="0" dirty="0">
                <a:latin typeface="+mn-lt"/>
                <a:cs typeface="Segoe UI"/>
              </a:rPr>
              <a:t>Any </a:t>
            </a:r>
            <a:r>
              <a:rPr lang="en-GB" sz="1200" spc="-15" noProof="0" dirty="0">
                <a:latin typeface="+mn-lt"/>
                <a:cs typeface="Segoe UI"/>
              </a:rPr>
              <a:t>program </a:t>
            </a:r>
            <a:r>
              <a:rPr lang="en-GB" sz="1200" spc="-20" noProof="0" dirty="0">
                <a:latin typeface="+mn-lt"/>
                <a:cs typeface="Segoe UI"/>
              </a:rPr>
              <a:t>that can take </a:t>
            </a:r>
            <a:r>
              <a:rPr lang="en-GB" sz="1200" noProof="0" dirty="0">
                <a:latin typeface="+mn-lt"/>
                <a:cs typeface="Segoe UI"/>
              </a:rPr>
              <a:t>a </a:t>
            </a:r>
            <a:r>
              <a:rPr lang="en-GB" sz="1200" spc="-25" noProof="0" dirty="0">
                <a:latin typeface="+mn-lt"/>
                <a:cs typeface="Segoe UI"/>
              </a:rPr>
              <a:t>filename </a:t>
            </a:r>
            <a:r>
              <a:rPr lang="en-GB" spc="-15" dirty="0">
                <a:cs typeface="Segoe UI"/>
              </a:rPr>
              <a:t>as</a:t>
            </a:r>
            <a:r>
              <a:rPr lang="en-GB" sz="1200" spc="-15" noProof="0" dirty="0">
                <a:latin typeface="+mn-lt"/>
                <a:cs typeface="Segoe UI"/>
              </a:rPr>
              <a:t> an </a:t>
            </a:r>
            <a:r>
              <a:rPr lang="en-GB" sz="1200" spc="-20" noProof="0" dirty="0">
                <a:latin typeface="+mn-lt"/>
                <a:cs typeface="Segoe UI"/>
              </a:rPr>
              <a:t>argument can </a:t>
            </a:r>
            <a:r>
              <a:rPr lang="en-GB" sz="1200" spc="-10" noProof="0" dirty="0">
                <a:latin typeface="+mn-lt"/>
                <a:cs typeface="Segoe UI"/>
              </a:rPr>
              <a:t>be </a:t>
            </a:r>
            <a:r>
              <a:rPr lang="en-GB" sz="1200" spc="-25" noProof="0" dirty="0">
                <a:latin typeface="+mn-lt"/>
                <a:cs typeface="Segoe UI"/>
              </a:rPr>
              <a:t>called </a:t>
            </a:r>
            <a:r>
              <a:rPr lang="en-GB" sz="1200" spc="-15" noProof="0" dirty="0">
                <a:latin typeface="+mn-lt"/>
                <a:cs typeface="Segoe UI"/>
              </a:rPr>
              <a:t>using </a:t>
            </a:r>
            <a:r>
              <a:rPr lang="en-GB" sz="1200" spc="-20" noProof="0" dirty="0">
                <a:latin typeface="+mn-lt"/>
                <a:cs typeface="Segoe UI"/>
              </a:rPr>
              <a:t>wildcards.</a:t>
            </a:r>
          </a:p>
          <a:p>
            <a:pPr marL="12700" marR="110489">
              <a:lnSpc>
                <a:spcPct val="100000"/>
              </a:lnSpc>
              <a:spcBef>
                <a:spcPts val="605"/>
              </a:spcBef>
            </a:pPr>
            <a:r>
              <a:rPr lang="en-GB" sz="1200" spc="-15" noProof="0" dirty="0">
                <a:latin typeface="+mn-lt"/>
                <a:cs typeface="Segoe UI"/>
              </a:rPr>
              <a:t>The </a:t>
            </a:r>
            <a:r>
              <a:rPr lang="en-GB" sz="1200" spc="-25" noProof="0" dirty="0">
                <a:latin typeface="+mn-lt"/>
                <a:cs typeface="Segoe UI"/>
              </a:rPr>
              <a:t>characters </a:t>
            </a:r>
            <a:r>
              <a:rPr lang="en-GB" sz="1200" spc="-15" noProof="0" dirty="0">
                <a:latin typeface="+mn-lt"/>
                <a:cs typeface="Segoe UI"/>
              </a:rPr>
              <a:t>used to </a:t>
            </a:r>
            <a:r>
              <a:rPr lang="en-GB" sz="1200" spc="-20" noProof="0" dirty="0">
                <a:latin typeface="+mn-lt"/>
                <a:cs typeface="Segoe UI"/>
              </a:rPr>
              <a:t>describe </a:t>
            </a:r>
            <a:r>
              <a:rPr lang="en-GB" sz="1200" spc="-15" noProof="0" dirty="0">
                <a:latin typeface="+mn-lt"/>
                <a:cs typeface="Segoe UI"/>
              </a:rPr>
              <a:t>the </a:t>
            </a:r>
            <a:r>
              <a:rPr lang="en-GB" sz="1200" spc="-25" noProof="0" dirty="0">
                <a:latin typeface="+mn-lt"/>
                <a:cs typeface="Segoe UI"/>
              </a:rPr>
              <a:t>filename(s) </a:t>
            </a:r>
            <a:r>
              <a:rPr lang="en-GB" sz="1200" spc="-10" noProof="0" dirty="0">
                <a:latin typeface="+mn-lt"/>
                <a:cs typeface="Segoe UI"/>
              </a:rPr>
              <a:t>of </a:t>
            </a:r>
            <a:r>
              <a:rPr lang="en-GB" sz="1200" spc="-20" noProof="0" dirty="0">
                <a:latin typeface="+mn-lt"/>
                <a:cs typeface="Segoe UI"/>
              </a:rPr>
              <a:t>interest include </a:t>
            </a:r>
            <a:r>
              <a:rPr lang="en-GB" sz="1200" spc="-25" noProof="0" dirty="0">
                <a:latin typeface="+mn-lt"/>
                <a:cs typeface="Segoe UI"/>
              </a:rPr>
              <a:t>[character </a:t>
            </a:r>
            <a:r>
              <a:rPr lang="en-GB" sz="1200" spc="-20" noProof="0" dirty="0">
                <a:latin typeface="+mn-lt"/>
                <a:cs typeface="Segoe UI"/>
              </a:rPr>
              <a:t>class], </a:t>
            </a:r>
            <a:r>
              <a:rPr lang="en-GB" sz="1200" spc="-15" noProof="0" dirty="0">
                <a:latin typeface="+mn-lt"/>
                <a:cs typeface="Segoe UI"/>
              </a:rPr>
              <a:t>where </a:t>
            </a:r>
            <a:r>
              <a:rPr lang="en-GB" sz="1200" spc="-25" noProof="0" dirty="0">
                <a:latin typeface="+mn-lt"/>
                <a:cs typeface="Segoe UI"/>
              </a:rPr>
              <a:t>character class </a:t>
            </a:r>
            <a:r>
              <a:rPr lang="en-GB" sz="1200" spc="-260" noProof="0" dirty="0">
                <a:latin typeface="+mn-lt"/>
                <a:cs typeface="Segoe UI"/>
              </a:rPr>
              <a:t> </a:t>
            </a:r>
            <a:r>
              <a:rPr lang="en-GB" sz="1200" spc="-20" noProof="0" dirty="0">
                <a:latin typeface="+mn-lt"/>
                <a:cs typeface="Segoe UI"/>
              </a:rPr>
              <a:t>can </a:t>
            </a:r>
            <a:r>
              <a:rPr lang="en-GB" sz="1200" spc="-5" noProof="0" dirty="0">
                <a:latin typeface="+mn-lt"/>
                <a:cs typeface="Segoe UI"/>
              </a:rPr>
              <a:t>be </a:t>
            </a:r>
            <a:r>
              <a:rPr lang="en-GB" sz="1200" spc="5" noProof="0" dirty="0">
                <a:latin typeface="+mn-lt"/>
                <a:cs typeface="Segoe UI"/>
              </a:rPr>
              <a:t>a </a:t>
            </a:r>
            <a:r>
              <a:rPr lang="en-GB" sz="1200" spc="-20" noProof="0" dirty="0">
                <a:latin typeface="+mn-lt"/>
                <a:cs typeface="Segoe UI"/>
              </a:rPr>
              <a:t>list </a:t>
            </a:r>
            <a:r>
              <a:rPr lang="en-GB" sz="1200" spc="-10" noProof="0" dirty="0">
                <a:latin typeface="+mn-lt"/>
                <a:cs typeface="Segoe UI"/>
              </a:rPr>
              <a:t>of </a:t>
            </a:r>
            <a:r>
              <a:rPr lang="en-GB" sz="1200" spc="-25" noProof="0" dirty="0">
                <a:latin typeface="+mn-lt"/>
                <a:cs typeface="Segoe UI"/>
              </a:rPr>
              <a:t>characters, </a:t>
            </a:r>
            <a:r>
              <a:rPr lang="en-GB" sz="1200" spc="-20" noProof="0" dirty="0">
                <a:latin typeface="+mn-lt"/>
                <a:cs typeface="Segoe UI"/>
              </a:rPr>
              <a:t>and/or </a:t>
            </a:r>
            <a:r>
              <a:rPr lang="en-GB" sz="1200" spc="5" noProof="0" dirty="0">
                <a:latin typeface="+mn-lt"/>
                <a:cs typeface="Segoe UI"/>
              </a:rPr>
              <a:t>a </a:t>
            </a:r>
            <a:r>
              <a:rPr lang="en-GB" sz="1200" spc="-15" noProof="0" dirty="0">
                <a:latin typeface="+mn-lt"/>
                <a:cs typeface="Segoe UI"/>
              </a:rPr>
              <a:t>range </a:t>
            </a:r>
            <a:r>
              <a:rPr lang="en-GB" sz="1200" spc="-20" noProof="0" dirty="0">
                <a:latin typeface="+mn-lt"/>
                <a:cs typeface="Segoe UI"/>
              </a:rPr>
              <a:t>like </a:t>
            </a:r>
            <a:r>
              <a:rPr lang="en-GB" sz="1200" spc="-15" noProof="0" dirty="0">
                <a:latin typeface="+mn-lt"/>
                <a:cs typeface="Segoe UI"/>
              </a:rPr>
              <a:t>a-z </a:t>
            </a:r>
            <a:r>
              <a:rPr lang="en-GB" sz="1200" spc="-10" noProof="0" dirty="0">
                <a:latin typeface="+mn-lt"/>
                <a:cs typeface="Segoe UI"/>
              </a:rPr>
              <a:t>or </a:t>
            </a:r>
            <a:r>
              <a:rPr lang="en-GB" sz="1200" spc="-15" noProof="0" dirty="0">
                <a:latin typeface="+mn-lt"/>
                <a:cs typeface="Segoe UI"/>
              </a:rPr>
              <a:t>0-9.</a:t>
            </a:r>
          </a:p>
          <a:p>
            <a:pPr marL="12700" marR="110489">
              <a:lnSpc>
                <a:spcPct val="100000"/>
              </a:lnSpc>
              <a:spcBef>
                <a:spcPts val="605"/>
              </a:spcBef>
            </a:pPr>
            <a:r>
              <a:rPr lang="en-GB" sz="1200" spc="-25" noProof="0" dirty="0">
                <a:latin typeface="+mn-lt"/>
                <a:cs typeface="Segoe UI"/>
              </a:rPr>
              <a:t>Character classes </a:t>
            </a:r>
            <a:r>
              <a:rPr lang="en-GB" sz="1200" spc="-20" noProof="0" dirty="0">
                <a:latin typeface="+mn-lt"/>
                <a:cs typeface="Segoe UI"/>
              </a:rPr>
              <a:t>can </a:t>
            </a:r>
            <a:r>
              <a:rPr lang="en-GB" sz="1200" spc="-5" noProof="0" dirty="0">
                <a:latin typeface="+mn-lt"/>
                <a:cs typeface="Segoe UI"/>
              </a:rPr>
              <a:t>be </a:t>
            </a:r>
            <a:r>
              <a:rPr lang="en-GB" sz="1200" spc="-20" noProof="0" dirty="0">
                <a:latin typeface="+mn-lt"/>
                <a:cs typeface="Segoe UI"/>
              </a:rPr>
              <a:t>combined, </a:t>
            </a:r>
            <a:r>
              <a:rPr lang="en-GB" sz="1200" spc="-10" noProof="0" dirty="0">
                <a:latin typeface="+mn-lt"/>
                <a:cs typeface="Segoe UI"/>
              </a:rPr>
              <a:t>so </a:t>
            </a:r>
            <a:r>
              <a:rPr lang="en-GB" sz="1200" spc="-15" noProof="0" dirty="0">
                <a:latin typeface="+mn-lt"/>
                <a:cs typeface="Segoe UI"/>
              </a:rPr>
              <a:t>for </a:t>
            </a:r>
            <a:r>
              <a:rPr lang="en-GB" sz="1200" spc="-10" noProof="0" dirty="0">
                <a:latin typeface="+mn-lt"/>
                <a:cs typeface="Segoe UI"/>
              </a:rPr>
              <a:t> </a:t>
            </a:r>
            <a:r>
              <a:rPr lang="en-GB" sz="1200" spc="-25" noProof="0" dirty="0">
                <a:latin typeface="+mn-lt"/>
                <a:cs typeface="Segoe UI"/>
              </a:rPr>
              <a:t>example </a:t>
            </a:r>
            <a:r>
              <a:rPr lang="en-GB" sz="1200" spc="-20" noProof="0" dirty="0">
                <a:latin typeface="+mn-lt"/>
                <a:cs typeface="Segoe UI"/>
              </a:rPr>
              <a:t>[Aa-z0-9] means either </a:t>
            </a:r>
            <a:r>
              <a:rPr lang="en-GB" sz="1200" spc="-15" noProof="0" dirty="0">
                <a:latin typeface="+mn-lt"/>
                <a:cs typeface="Segoe UI"/>
              </a:rPr>
              <a:t>an </a:t>
            </a:r>
            <a:r>
              <a:rPr lang="en-GB" sz="1200" spc="-20" noProof="0" dirty="0">
                <a:latin typeface="+mn-lt"/>
                <a:cs typeface="Segoe UI"/>
              </a:rPr>
              <a:t>uppercase </a:t>
            </a:r>
            <a:r>
              <a:rPr lang="en-GB" sz="1200" spc="-15" noProof="0" dirty="0">
                <a:latin typeface="+mn-lt"/>
                <a:cs typeface="Segoe UI"/>
              </a:rPr>
              <a:t>A, </a:t>
            </a:r>
            <a:r>
              <a:rPr lang="en-GB" sz="1200" spc="-10" noProof="0" dirty="0">
                <a:latin typeface="+mn-lt"/>
                <a:cs typeface="Segoe UI"/>
              </a:rPr>
              <a:t>or </a:t>
            </a:r>
            <a:r>
              <a:rPr lang="en-GB" sz="1200" noProof="0" dirty="0">
                <a:latin typeface="+mn-lt"/>
                <a:cs typeface="Segoe UI"/>
              </a:rPr>
              <a:t>a </a:t>
            </a:r>
            <a:r>
              <a:rPr lang="en-GB" sz="1200" spc="-20" noProof="0" dirty="0">
                <a:latin typeface="+mn-lt"/>
                <a:cs typeface="Segoe UI"/>
              </a:rPr>
              <a:t>lowercase letter, </a:t>
            </a:r>
            <a:r>
              <a:rPr lang="en-GB" sz="1200" spc="-10" noProof="0" dirty="0">
                <a:latin typeface="+mn-lt"/>
                <a:cs typeface="Segoe UI"/>
              </a:rPr>
              <a:t>or </a:t>
            </a:r>
            <a:r>
              <a:rPr lang="en-GB" sz="1200" noProof="0" dirty="0">
                <a:latin typeface="+mn-lt"/>
                <a:cs typeface="Segoe UI"/>
              </a:rPr>
              <a:t>a </a:t>
            </a:r>
            <a:r>
              <a:rPr lang="en-GB" sz="1200" spc="-15" noProof="0" dirty="0">
                <a:latin typeface="+mn-lt"/>
                <a:cs typeface="Segoe UI"/>
              </a:rPr>
              <a:t>number. </a:t>
            </a:r>
          </a:p>
          <a:p>
            <a:pPr marL="12700" marR="110489">
              <a:lnSpc>
                <a:spcPct val="100000"/>
              </a:lnSpc>
              <a:spcBef>
                <a:spcPts val="605"/>
              </a:spcBef>
            </a:pPr>
            <a:r>
              <a:rPr lang="en-GB" sz="1200" spc="5" noProof="0" dirty="0">
                <a:latin typeface="+mn-lt"/>
                <a:cs typeface="Segoe UI"/>
              </a:rPr>
              <a:t>A </a:t>
            </a:r>
            <a:r>
              <a:rPr lang="en-GB" sz="1200" noProof="0" dirty="0">
                <a:latin typeface="+mn-lt"/>
                <a:cs typeface="Segoe UI"/>
              </a:rPr>
              <a:t>! </a:t>
            </a:r>
            <a:r>
              <a:rPr lang="en-GB" sz="1200" spc="-15" noProof="0" dirty="0">
                <a:latin typeface="+mn-lt"/>
                <a:cs typeface="Segoe UI"/>
              </a:rPr>
              <a:t>as the </a:t>
            </a:r>
            <a:r>
              <a:rPr lang="en-GB" sz="1200" spc="-20" noProof="0" dirty="0">
                <a:latin typeface="+mn-lt"/>
                <a:cs typeface="Segoe UI"/>
              </a:rPr>
              <a:t>first </a:t>
            </a:r>
            <a:r>
              <a:rPr lang="en-GB" sz="1200" spc="-15" noProof="0" dirty="0">
                <a:latin typeface="+mn-lt"/>
                <a:cs typeface="Segoe UI"/>
              </a:rPr>
              <a:t> </a:t>
            </a:r>
            <a:r>
              <a:rPr lang="en-GB" sz="1200" spc="-25" noProof="0" dirty="0">
                <a:latin typeface="+mn-lt"/>
                <a:cs typeface="Segoe UI"/>
              </a:rPr>
              <a:t>character</a:t>
            </a:r>
            <a:r>
              <a:rPr lang="en-GB" sz="1200" spc="-30" noProof="0" dirty="0">
                <a:latin typeface="+mn-lt"/>
                <a:cs typeface="Segoe UI"/>
              </a:rPr>
              <a:t> </a:t>
            </a:r>
            <a:r>
              <a:rPr lang="en-GB" sz="1200" spc="-20" noProof="0" dirty="0">
                <a:latin typeface="+mn-lt"/>
                <a:cs typeface="Segoe UI"/>
              </a:rPr>
              <a:t>inside</a:t>
            </a:r>
            <a:r>
              <a:rPr lang="en-GB" sz="1200" spc="-60" noProof="0" dirty="0">
                <a:latin typeface="+mn-lt"/>
                <a:cs typeface="Segoe UI"/>
              </a:rPr>
              <a:t> </a:t>
            </a:r>
            <a:r>
              <a:rPr lang="en-GB" sz="1200" spc="-15" noProof="0" dirty="0">
                <a:latin typeface="+mn-lt"/>
                <a:cs typeface="Segoe UI"/>
              </a:rPr>
              <a:t>the </a:t>
            </a:r>
            <a:r>
              <a:rPr lang="en-GB" sz="1200" noProof="0" dirty="0">
                <a:latin typeface="+mn-lt"/>
                <a:cs typeface="Segoe UI"/>
              </a:rPr>
              <a:t>[</a:t>
            </a:r>
            <a:r>
              <a:rPr lang="en-GB" sz="1200" spc="-75" noProof="0" dirty="0">
                <a:latin typeface="+mn-lt"/>
                <a:cs typeface="Segoe UI"/>
              </a:rPr>
              <a:t> </a:t>
            </a:r>
            <a:r>
              <a:rPr lang="en-GB" sz="1200" noProof="0" dirty="0">
                <a:latin typeface="+mn-lt"/>
                <a:cs typeface="Segoe UI"/>
              </a:rPr>
              <a:t>]</a:t>
            </a:r>
            <a:r>
              <a:rPr lang="en-GB" sz="1200" spc="-20" noProof="0" dirty="0">
                <a:latin typeface="+mn-lt"/>
                <a:cs typeface="Segoe UI"/>
              </a:rPr>
              <a:t> means</a:t>
            </a:r>
            <a:r>
              <a:rPr lang="en-GB" sz="1200" spc="-55" noProof="0" dirty="0">
                <a:latin typeface="+mn-lt"/>
                <a:cs typeface="Segoe UI"/>
              </a:rPr>
              <a:t> </a:t>
            </a:r>
            <a:r>
              <a:rPr lang="en-GB" sz="1200" spc="-15" noProof="0" dirty="0">
                <a:latin typeface="+mn-lt"/>
                <a:cs typeface="Segoe UI"/>
              </a:rPr>
              <a:t>none</a:t>
            </a:r>
            <a:r>
              <a:rPr lang="en-GB" sz="1200" spc="-5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5" noProof="0" dirty="0">
                <a:latin typeface="+mn-lt"/>
                <a:cs typeface="Segoe UI"/>
              </a:rPr>
              <a:t>characters</a:t>
            </a:r>
            <a:r>
              <a:rPr lang="en-GB" sz="120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5" noProof="0" dirty="0">
                <a:latin typeface="+mn-lt"/>
                <a:cs typeface="Segoe UI"/>
              </a:rPr>
              <a:t>character</a:t>
            </a:r>
            <a:r>
              <a:rPr lang="en-GB" sz="1200" noProof="0" dirty="0">
                <a:latin typeface="+mn-lt"/>
                <a:cs typeface="Segoe UI"/>
              </a:rPr>
              <a:t> </a:t>
            </a:r>
            <a:r>
              <a:rPr lang="en-GB" sz="1200" spc="-25" noProof="0" dirty="0">
                <a:latin typeface="+mn-lt"/>
                <a:cs typeface="Segoe UI"/>
              </a:rPr>
              <a:t>class.</a:t>
            </a:r>
          </a:p>
          <a:p>
            <a:pPr marL="12700" marR="125730">
              <a:lnSpc>
                <a:spcPct val="100000"/>
              </a:lnSpc>
              <a:spcBef>
                <a:spcPts val="605"/>
              </a:spcBef>
            </a:pPr>
            <a:r>
              <a:rPr lang="en-GB" sz="1200" spc="-20" noProof="0" dirty="0">
                <a:latin typeface="+mn-lt"/>
                <a:cs typeface="Segoe UI"/>
              </a:rPr>
              <a:t>Shell</a:t>
            </a:r>
            <a:r>
              <a:rPr lang="en-GB" sz="1200" spc="-60" noProof="0" dirty="0">
                <a:latin typeface="+mn-lt"/>
                <a:cs typeface="Segoe UI"/>
              </a:rPr>
              <a:t> </a:t>
            </a:r>
            <a:r>
              <a:rPr lang="en-GB" sz="1200" spc="-20" noProof="0" dirty="0">
                <a:latin typeface="+mn-lt"/>
                <a:cs typeface="Segoe UI"/>
              </a:rPr>
              <a:t>wildcards normally</a:t>
            </a:r>
            <a:r>
              <a:rPr lang="en-GB" sz="1200" spc="-75" noProof="0" dirty="0">
                <a:latin typeface="+mn-lt"/>
                <a:cs typeface="Segoe UI"/>
              </a:rPr>
              <a:t> </a:t>
            </a:r>
            <a:r>
              <a:rPr lang="en-GB" sz="1200" spc="-15" noProof="0" dirty="0">
                <a:latin typeface="+mn-lt"/>
                <a:cs typeface="Segoe UI"/>
              </a:rPr>
              <a:t>ignore</a:t>
            </a:r>
            <a:r>
              <a:rPr lang="en-GB" sz="1200" spc="-80" noProof="0" dirty="0">
                <a:latin typeface="+mn-lt"/>
                <a:cs typeface="Segoe UI"/>
              </a:rPr>
              <a:t> </a:t>
            </a:r>
            <a:r>
              <a:rPr lang="en-GB" sz="1200" spc="-25" noProof="0" dirty="0">
                <a:latin typeface="+mn-lt"/>
                <a:cs typeface="Segoe UI"/>
              </a:rPr>
              <a:t>filenames</a:t>
            </a:r>
            <a:r>
              <a:rPr lang="en-GB" sz="1200" spc="-20" noProof="0" dirty="0">
                <a:latin typeface="+mn-lt"/>
                <a:cs typeface="Segoe UI"/>
              </a:rPr>
              <a:t> starting</a:t>
            </a:r>
            <a:r>
              <a:rPr lang="en-GB" sz="1200" spc="-50"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noProof="0" dirty="0">
                <a:latin typeface="+mn-lt"/>
                <a:cs typeface="Segoe UI"/>
              </a:rPr>
              <a:t>a</a:t>
            </a:r>
            <a:r>
              <a:rPr lang="en-GB" sz="1200" spc="-15" noProof="0" dirty="0">
                <a:latin typeface="+mn-lt"/>
                <a:cs typeface="Segoe UI"/>
              </a:rPr>
              <a:t> dot,</a:t>
            </a:r>
            <a:r>
              <a:rPr lang="en-GB" sz="1200" spc="-60" noProof="0" dirty="0">
                <a:latin typeface="+mn-lt"/>
                <a:cs typeface="Segoe UI"/>
              </a:rPr>
              <a:t> </a:t>
            </a:r>
            <a:r>
              <a:rPr lang="en-GB" sz="1200" spc="-10" noProof="0" dirty="0">
                <a:latin typeface="+mn-lt"/>
                <a:cs typeface="Segoe UI"/>
              </a:rPr>
              <a:t>but</a:t>
            </a:r>
            <a:r>
              <a:rPr lang="en-GB" sz="1200" spc="-6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bash</a:t>
            </a:r>
            <a:r>
              <a:rPr lang="en-GB" sz="1200" spc="-50" noProof="0" dirty="0">
                <a:latin typeface="+mn-lt"/>
                <a:cs typeface="Segoe UI"/>
              </a:rPr>
              <a:t> </a:t>
            </a:r>
            <a:r>
              <a:rPr lang="en-GB" sz="1200" spc="-20" noProof="0" dirty="0">
                <a:latin typeface="+mn-lt"/>
                <a:cs typeface="Segoe UI"/>
              </a:rPr>
              <a:t>this can</a:t>
            </a:r>
            <a:r>
              <a:rPr lang="en-GB" sz="1200" spc="-25"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20" noProof="0" dirty="0">
                <a:latin typeface="+mn-lt"/>
                <a:cs typeface="Segoe UI"/>
              </a:rPr>
              <a:t>overridden</a:t>
            </a:r>
            <a:r>
              <a:rPr lang="en-GB" sz="1200" spc="-75" noProof="0" dirty="0">
                <a:latin typeface="+mn-lt"/>
                <a:cs typeface="Segoe UI"/>
              </a:rPr>
              <a:t> </a:t>
            </a:r>
            <a:r>
              <a:rPr lang="en-GB" sz="1200" spc="-10" noProof="0" dirty="0">
                <a:latin typeface="+mn-lt"/>
                <a:cs typeface="Segoe UI"/>
              </a:rPr>
              <a:t>by</a:t>
            </a:r>
            <a:r>
              <a:rPr lang="en-GB" sz="1200" spc="-40" noProof="0" dirty="0">
                <a:latin typeface="+mn-lt"/>
                <a:cs typeface="Segoe UI"/>
              </a:rPr>
              <a:t> </a:t>
            </a:r>
            <a:r>
              <a:rPr lang="en-GB" sz="1200" spc="-20" noProof="0" dirty="0">
                <a:latin typeface="+mn-lt"/>
                <a:cs typeface="Segoe UI"/>
              </a:rPr>
              <a:t>setting</a:t>
            </a:r>
            <a:r>
              <a:rPr lang="en-GB" sz="1200" spc="-5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shell </a:t>
            </a:r>
            <a:r>
              <a:rPr lang="en-GB" sz="1200" spc="-260" noProof="0" dirty="0">
                <a:latin typeface="+mn-lt"/>
                <a:cs typeface="Segoe UI"/>
              </a:rPr>
              <a:t> </a:t>
            </a:r>
            <a:r>
              <a:rPr lang="en-GB" sz="1200" spc="-20" noProof="0" dirty="0">
                <a:latin typeface="+mn-lt"/>
                <a:cs typeface="Segoe UI"/>
              </a:rPr>
              <a:t>option:</a:t>
            </a:r>
            <a:r>
              <a:rPr lang="en-GB" sz="1200" spc="-110" noProof="0" dirty="0">
                <a:latin typeface="+mn-lt"/>
                <a:cs typeface="Segoe UI"/>
              </a:rPr>
              <a:t> </a:t>
            </a:r>
            <a:r>
              <a:rPr lang="en-GB" sz="1200" b="1" spc="-15" noProof="0" dirty="0">
                <a:latin typeface="+mn-lt"/>
                <a:cs typeface="Segoe UI"/>
              </a:rPr>
              <a:t>shopt</a:t>
            </a:r>
            <a:r>
              <a:rPr lang="en-GB" sz="1200" b="1" spc="-60" noProof="0" dirty="0">
                <a:latin typeface="+mn-lt"/>
                <a:cs typeface="Segoe UI"/>
              </a:rPr>
              <a:t> </a:t>
            </a:r>
            <a:r>
              <a:rPr lang="en-GB" sz="1200" b="1" spc="-10" noProof="0" dirty="0">
                <a:latin typeface="+mn-lt"/>
                <a:cs typeface="Segoe UI"/>
              </a:rPr>
              <a:t>-s</a:t>
            </a:r>
            <a:r>
              <a:rPr lang="en-GB" sz="1200" b="1" spc="-55" noProof="0" dirty="0">
                <a:latin typeface="+mn-lt"/>
                <a:cs typeface="Segoe UI"/>
              </a:rPr>
              <a:t> </a:t>
            </a:r>
            <a:r>
              <a:rPr lang="en-GB" sz="1200" b="1" spc="-20" noProof="0" dirty="0">
                <a:latin typeface="+mn-lt"/>
                <a:cs typeface="Segoe UI"/>
              </a:rPr>
              <a:t>dotglob</a:t>
            </a:r>
            <a:r>
              <a:rPr lang="en-GB" sz="1200" b="1" spc="-55" noProof="0" dirty="0">
                <a:latin typeface="+mn-lt"/>
                <a:cs typeface="Segoe UI"/>
              </a:rPr>
              <a:t> </a:t>
            </a:r>
            <a:r>
              <a:rPr lang="en-GB" sz="1200" spc="-20" noProof="0" dirty="0">
                <a:latin typeface="+mn-lt"/>
                <a:cs typeface="Segoe UI"/>
              </a:rPr>
              <a:t>means</a:t>
            </a:r>
            <a:r>
              <a:rPr lang="en-GB" sz="1200" spc="-55" noProof="0" dirty="0">
                <a:latin typeface="+mn-lt"/>
                <a:cs typeface="Segoe UI"/>
              </a:rPr>
              <a:t> </a:t>
            </a:r>
            <a:r>
              <a:rPr lang="en-GB" sz="1200" spc="-15" noProof="0" dirty="0">
                <a:latin typeface="+mn-lt"/>
                <a:cs typeface="Segoe UI"/>
              </a:rPr>
              <a:t>glob</a:t>
            </a:r>
            <a:r>
              <a:rPr lang="en-GB" sz="1200" spc="-55" noProof="0" dirty="0">
                <a:latin typeface="+mn-lt"/>
                <a:cs typeface="Segoe UI"/>
              </a:rPr>
              <a:t> </a:t>
            </a:r>
            <a:r>
              <a:rPr lang="en-GB" sz="1200" spc="-20" noProof="0" dirty="0">
                <a:latin typeface="+mn-lt"/>
                <a:cs typeface="Segoe UI"/>
              </a:rPr>
              <a:t>constructs</a:t>
            </a:r>
            <a:r>
              <a:rPr lang="en-GB" sz="1200" spc="-50" noProof="0" dirty="0">
                <a:latin typeface="+mn-lt"/>
                <a:cs typeface="Segoe UI"/>
              </a:rPr>
              <a:t> </a:t>
            </a:r>
            <a:r>
              <a:rPr lang="en-GB" sz="1200" spc="-20" noProof="0" dirty="0">
                <a:latin typeface="+mn-lt"/>
                <a:cs typeface="Segoe UI"/>
              </a:rPr>
              <a:t>include</a:t>
            </a:r>
            <a:r>
              <a:rPr lang="en-GB" sz="1200" spc="-60" noProof="0" dirty="0">
                <a:latin typeface="+mn-lt"/>
                <a:cs typeface="Segoe UI"/>
              </a:rPr>
              <a:t> </a:t>
            </a:r>
            <a:r>
              <a:rPr lang="en-GB" sz="1200" spc="-20" noProof="0" dirty="0">
                <a:latin typeface="+mn-lt"/>
                <a:cs typeface="Segoe UI"/>
              </a:rPr>
              <a:t>all </a:t>
            </a:r>
            <a:r>
              <a:rPr lang="en-GB" sz="1200" spc="-25" noProof="0" dirty="0">
                <a:latin typeface="+mn-lt"/>
                <a:cs typeface="Segoe UI"/>
              </a:rPr>
              <a:t>filenames.</a:t>
            </a:r>
            <a:endParaRPr lang="en-GB" sz="1200" noProof="0" dirty="0">
              <a:latin typeface="+mn-lt"/>
            </a:endParaRPr>
          </a:p>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08896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4284663"/>
          </a:xfrm>
        </p:spPr>
        <p:txBody>
          <a:bodyPr/>
          <a:lstStyle/>
          <a:p>
            <a:pPr marL="12700">
              <a:lnSpc>
                <a:spcPct val="100000"/>
              </a:lnSpc>
              <a:spcBef>
                <a:spcPts val="700"/>
              </a:spcBef>
            </a:pPr>
            <a:r>
              <a:rPr lang="en-GB" sz="1200" spc="-20" noProof="0" dirty="0">
                <a:latin typeface="+mn-lt"/>
                <a:cs typeface="Segoe UI"/>
              </a:rPr>
              <a:t>Answers:</a:t>
            </a:r>
            <a:endParaRPr lang="en-GB" sz="1200" noProof="0" dirty="0">
              <a:latin typeface="+mn-lt"/>
              <a:cs typeface="Segoe UI"/>
            </a:endParaRPr>
          </a:p>
          <a:p>
            <a:pPr marL="241300" marR="506730" indent="-228600">
              <a:lnSpc>
                <a:spcPct val="100000"/>
              </a:lnSpc>
              <a:spcBef>
                <a:spcPts val="605"/>
              </a:spcBef>
              <a:buFont typeface="+mj-lt"/>
              <a:buAutoNum type="arabicPeriod"/>
              <a:tabLst>
                <a:tab pos="180340" algn="l"/>
              </a:tabLst>
            </a:pPr>
            <a:r>
              <a:rPr lang="en-GB" sz="1200" spc="-15" noProof="0" dirty="0">
                <a:latin typeface="+mn-lt"/>
                <a:cs typeface="Segoe UI"/>
              </a:rPr>
              <a:t>List</a:t>
            </a:r>
            <a:r>
              <a:rPr lang="en-GB" sz="1200" spc="-65" noProof="0" dirty="0">
                <a:latin typeface="+mn-lt"/>
                <a:cs typeface="Segoe UI"/>
              </a:rPr>
              <a:t> </a:t>
            </a:r>
            <a:r>
              <a:rPr lang="en-GB" sz="1200" spc="-20" noProof="0" dirty="0">
                <a:latin typeface="+mn-lt"/>
                <a:cs typeface="Segoe UI"/>
              </a:rPr>
              <a:t>all</a:t>
            </a:r>
            <a:r>
              <a:rPr lang="en-GB" sz="1200" spc="-15" noProof="0" dirty="0">
                <a:latin typeface="+mn-lt"/>
                <a:cs typeface="Segoe UI"/>
              </a:rPr>
              <a:t> </a:t>
            </a:r>
            <a:r>
              <a:rPr lang="en-GB" sz="1200" spc="-25" noProof="0" dirty="0">
                <a:latin typeface="+mn-lt"/>
                <a:cs typeface="Segoe UI"/>
              </a:rPr>
              <a:t>filenames </a:t>
            </a:r>
            <a:r>
              <a:rPr lang="en-GB" sz="1200" spc="-15" noProof="0" dirty="0">
                <a:latin typeface="+mn-lt"/>
                <a:cs typeface="Segoe UI"/>
              </a:rPr>
              <a:t>here </a:t>
            </a:r>
            <a:r>
              <a:rPr lang="en-GB" sz="1200" spc="-20" noProof="0" dirty="0">
                <a:latin typeface="+mn-lt"/>
                <a:cs typeface="Segoe UI"/>
              </a:rPr>
              <a:t>that</a:t>
            </a:r>
            <a:r>
              <a:rPr lang="en-GB" sz="1200" spc="-35" noProof="0" dirty="0">
                <a:latin typeface="+mn-lt"/>
                <a:cs typeface="Segoe UI"/>
              </a:rPr>
              <a:t> </a:t>
            </a:r>
            <a:r>
              <a:rPr lang="en-GB" sz="1200" spc="-15" noProof="0" dirty="0">
                <a:latin typeface="+mn-lt"/>
                <a:cs typeface="Segoe UI"/>
              </a:rPr>
              <a:t>end</a:t>
            </a:r>
            <a:r>
              <a:rPr lang="en-GB" sz="1200" spc="-55"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15" noProof="0" dirty="0">
                <a:latin typeface="+mn-lt"/>
                <a:cs typeface="Segoe UI"/>
              </a:rPr>
              <a:t>dot,</a:t>
            </a:r>
            <a:r>
              <a:rPr lang="en-GB" sz="1200" spc="-60" noProof="0" dirty="0">
                <a:latin typeface="+mn-lt"/>
                <a:cs typeface="Segoe UI"/>
              </a:rPr>
              <a:t> </a:t>
            </a:r>
            <a:r>
              <a:rPr lang="en-GB" sz="1200" spc="-20" noProof="0" dirty="0">
                <a:latin typeface="+mn-lt"/>
                <a:cs typeface="Segoe UI"/>
              </a:rPr>
              <a:t>followed</a:t>
            </a:r>
            <a:r>
              <a:rPr lang="en-GB" sz="1200" spc="-50" noProof="0" dirty="0">
                <a:latin typeface="+mn-lt"/>
                <a:cs typeface="Segoe UI"/>
              </a:rPr>
              <a:t> </a:t>
            </a:r>
            <a:r>
              <a:rPr lang="en-GB" sz="1200" spc="-10" noProof="0" dirty="0">
                <a:latin typeface="+mn-lt"/>
                <a:cs typeface="Segoe UI"/>
              </a:rPr>
              <a:t>by</a:t>
            </a:r>
            <a:r>
              <a:rPr lang="en-GB" sz="1200" spc="-40" noProof="0" dirty="0">
                <a:latin typeface="+mn-lt"/>
                <a:cs typeface="Segoe UI"/>
              </a:rPr>
              <a:t> </a:t>
            </a:r>
            <a:r>
              <a:rPr lang="en-GB" sz="1200" spc="-15" noProof="0" dirty="0">
                <a:latin typeface="+mn-lt"/>
                <a:cs typeface="Segoe UI"/>
              </a:rPr>
              <a:t>any</a:t>
            </a:r>
            <a:r>
              <a:rPr lang="en-GB" sz="1200" spc="-45" noProof="0" dirty="0">
                <a:latin typeface="+mn-lt"/>
                <a:cs typeface="Segoe UI"/>
              </a:rPr>
              <a:t> </a:t>
            </a:r>
            <a:r>
              <a:rPr lang="en-GB" sz="1200" spc="-20" noProof="0" dirty="0">
                <a:latin typeface="+mn-lt"/>
                <a:cs typeface="Segoe UI"/>
              </a:rPr>
              <a:t>single</a:t>
            </a:r>
            <a:r>
              <a:rPr lang="en-GB" sz="1200" spc="-55" noProof="0" dirty="0">
                <a:latin typeface="+mn-lt"/>
                <a:cs typeface="Segoe UI"/>
              </a:rPr>
              <a:t> </a:t>
            </a:r>
            <a:r>
              <a:rPr lang="en-GB" sz="1200" spc="-25" noProof="0" dirty="0">
                <a:latin typeface="+mn-lt"/>
                <a:cs typeface="Segoe UI"/>
              </a:rPr>
              <a:t>character</a:t>
            </a:r>
            <a:r>
              <a:rPr lang="en-GB" sz="1200" noProof="0" dirty="0">
                <a:latin typeface="+mn-lt"/>
                <a:cs typeface="Segoe UI"/>
              </a:rPr>
              <a:t> </a:t>
            </a:r>
            <a:r>
              <a:rPr lang="en-GB" sz="1200" spc="-15" noProof="0" dirty="0">
                <a:latin typeface="+mn-lt"/>
                <a:cs typeface="Segoe UI"/>
              </a:rPr>
              <a:t>(one </a:t>
            </a:r>
            <a:r>
              <a:rPr lang="en-GB" sz="1200" spc="-260" noProof="0" dirty="0">
                <a:latin typeface="+mn-lt"/>
                <a:cs typeface="Segoe UI"/>
              </a:rPr>
              <a:t> </a:t>
            </a:r>
            <a:r>
              <a:rPr lang="en-GB" sz="1200" spc="-25" noProof="0" dirty="0">
                <a:latin typeface="+mn-lt"/>
                <a:cs typeface="Segoe UI"/>
              </a:rPr>
              <a:t>character after </a:t>
            </a:r>
            <a:r>
              <a:rPr lang="en-GB" sz="1200" spc="-15" noProof="0" dirty="0">
                <a:latin typeface="+mn-lt"/>
                <a:cs typeface="Segoe UI"/>
              </a:rPr>
              <a:t>the</a:t>
            </a:r>
            <a:r>
              <a:rPr lang="en-GB" sz="1200" spc="-35" noProof="0" dirty="0">
                <a:latin typeface="+mn-lt"/>
                <a:cs typeface="Segoe UI"/>
              </a:rPr>
              <a:t> </a:t>
            </a:r>
            <a:r>
              <a:rPr lang="en-GB" sz="1200" spc="-10" noProof="0" dirty="0">
                <a:latin typeface="+mn-lt"/>
                <a:cs typeface="Segoe UI"/>
              </a:rPr>
              <a:t>dot</a:t>
            </a:r>
            <a:r>
              <a:rPr lang="en-GB" sz="1200" spc="-65" noProof="0" dirty="0">
                <a:latin typeface="+mn-lt"/>
                <a:cs typeface="Segoe UI"/>
              </a:rPr>
              <a:t> </a:t>
            </a:r>
            <a:r>
              <a:rPr lang="en-GB" sz="1200" spc="-15" noProof="0" dirty="0">
                <a:latin typeface="+mn-lt"/>
                <a:cs typeface="Segoe UI"/>
              </a:rPr>
              <a:t>must</a:t>
            </a:r>
            <a:r>
              <a:rPr lang="en-GB" sz="1200" spc="-65" noProof="0" dirty="0">
                <a:latin typeface="+mn-lt"/>
                <a:cs typeface="Segoe UI"/>
              </a:rPr>
              <a:t> </a:t>
            </a:r>
            <a:r>
              <a:rPr lang="en-GB" sz="1200" spc="-10" noProof="0" dirty="0">
                <a:latin typeface="+mn-lt"/>
                <a:cs typeface="Segoe UI"/>
              </a:rPr>
              <a:t>be</a:t>
            </a:r>
            <a:r>
              <a:rPr lang="en-GB" sz="1200" spc="-35" noProof="0" dirty="0">
                <a:latin typeface="+mn-lt"/>
                <a:cs typeface="Segoe UI"/>
              </a:rPr>
              <a:t> </a:t>
            </a:r>
            <a:r>
              <a:rPr lang="en-GB" sz="1200" spc="-20" noProof="0" dirty="0">
                <a:latin typeface="+mn-lt"/>
                <a:cs typeface="Segoe UI"/>
              </a:rPr>
              <a:t>there).</a:t>
            </a:r>
            <a:endParaRPr lang="en-GB" dirty="0">
              <a:cs typeface="Segoe UI"/>
            </a:endParaRPr>
          </a:p>
          <a:p>
            <a:pPr marL="241300" marR="506730" indent="-228600">
              <a:lnSpc>
                <a:spcPct val="100000"/>
              </a:lnSpc>
              <a:spcBef>
                <a:spcPts val="605"/>
              </a:spcBef>
              <a:buFont typeface="+mj-lt"/>
              <a:buAutoNum type="arabicPeriod"/>
              <a:tabLst>
                <a:tab pos="180340" algn="l"/>
              </a:tabLst>
            </a:pPr>
            <a:r>
              <a:rPr lang="en-GB" sz="1200" spc="-25" noProof="0" dirty="0">
                <a:latin typeface="+mn-lt"/>
                <a:cs typeface="Segoe UI"/>
              </a:rPr>
              <a:t>Display</a:t>
            </a:r>
            <a:r>
              <a:rPr lang="en-GB" sz="1200" spc="-4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contents</a:t>
            </a:r>
            <a:r>
              <a:rPr lang="en-GB" sz="1200" spc="-50"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20" noProof="0" dirty="0">
                <a:latin typeface="+mn-lt"/>
                <a:cs typeface="Segoe UI"/>
              </a:rPr>
              <a:t>all</a:t>
            </a:r>
            <a:r>
              <a:rPr lang="en-GB" sz="1200" spc="-15" noProof="0" dirty="0">
                <a:latin typeface="+mn-lt"/>
                <a:cs typeface="Segoe UI"/>
              </a:rPr>
              <a:t> </a:t>
            </a:r>
            <a:r>
              <a:rPr lang="en-GB" sz="1200" spc="-25" noProof="0" dirty="0">
                <a:latin typeface="+mn-lt"/>
                <a:cs typeface="Segoe UI"/>
              </a:rPr>
              <a:t>filenames </a:t>
            </a:r>
            <a:r>
              <a:rPr lang="en-GB" sz="1200" spc="-15" noProof="0" dirty="0">
                <a:latin typeface="+mn-lt"/>
                <a:cs typeface="Segoe UI"/>
              </a:rPr>
              <a:t>here </a:t>
            </a:r>
            <a:r>
              <a:rPr lang="en-GB" sz="1200" spc="-20" noProof="0" dirty="0">
                <a:latin typeface="+mn-lt"/>
                <a:cs typeface="Segoe UI"/>
              </a:rPr>
              <a:t>that</a:t>
            </a:r>
            <a:r>
              <a:rPr lang="en-GB" sz="1200" spc="-40" noProof="0" dirty="0">
                <a:latin typeface="+mn-lt"/>
                <a:cs typeface="Segoe UI"/>
              </a:rPr>
              <a:t> </a:t>
            </a:r>
            <a:r>
              <a:rPr lang="en-GB" sz="1200" spc="-15" noProof="0" dirty="0">
                <a:latin typeface="+mn-lt"/>
                <a:cs typeface="Segoe UI"/>
              </a:rPr>
              <a:t>begin</a:t>
            </a:r>
            <a:r>
              <a:rPr lang="en-GB" sz="1200" spc="-50"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noProof="0" dirty="0">
                <a:latin typeface="+mn-lt"/>
                <a:cs typeface="Segoe UI"/>
              </a:rPr>
              <a:t>an uppercase</a:t>
            </a:r>
            <a:r>
              <a:rPr lang="en-GB" sz="1200" spc="-20" noProof="0" dirty="0">
                <a:latin typeface="+mn-lt"/>
                <a:cs typeface="Segoe UI"/>
              </a:rPr>
              <a:t> letter,</a:t>
            </a:r>
            <a:r>
              <a:rPr lang="en-GB" sz="1200" spc="-35" noProof="0" dirty="0">
                <a:latin typeface="+mn-lt"/>
                <a:cs typeface="Segoe UI"/>
              </a:rPr>
              <a:t> </a:t>
            </a:r>
            <a:r>
              <a:rPr lang="en-GB" sz="1200" spc="-20" noProof="0" dirty="0">
                <a:latin typeface="+mn-lt"/>
                <a:cs typeface="Segoe UI"/>
              </a:rPr>
              <a:t>followed</a:t>
            </a:r>
            <a:r>
              <a:rPr lang="en-GB" sz="1200" spc="-50" noProof="0" dirty="0">
                <a:latin typeface="+mn-lt"/>
                <a:cs typeface="Segoe UI"/>
              </a:rPr>
              <a:t> </a:t>
            </a:r>
            <a:r>
              <a:rPr lang="en-GB" sz="1200" spc="-10" noProof="0" dirty="0">
                <a:latin typeface="+mn-lt"/>
                <a:cs typeface="Segoe UI"/>
              </a:rPr>
              <a:t>by</a:t>
            </a:r>
            <a:r>
              <a:rPr lang="en-GB" sz="1200" spc="-45" noProof="0" dirty="0">
                <a:latin typeface="+mn-lt"/>
                <a:cs typeface="Segoe UI"/>
              </a:rPr>
              <a:t> </a:t>
            </a:r>
            <a:r>
              <a:rPr lang="en-GB" sz="1200" spc="-15" noProof="0" dirty="0">
                <a:latin typeface="+mn-lt"/>
                <a:cs typeface="Segoe UI"/>
              </a:rPr>
              <a:t>any </a:t>
            </a:r>
            <a:r>
              <a:rPr lang="en-GB" sz="1200" spc="-254" noProof="0" dirty="0">
                <a:latin typeface="+mn-lt"/>
                <a:cs typeface="Segoe UI"/>
              </a:rPr>
              <a:t> </a:t>
            </a:r>
            <a:r>
              <a:rPr lang="en-GB" sz="1200" spc="-15" noProof="0" dirty="0">
                <a:latin typeface="+mn-lt"/>
                <a:cs typeface="Segoe UI"/>
              </a:rPr>
              <a:t>number</a:t>
            </a:r>
            <a:r>
              <a:rPr lang="en-GB" sz="1200" spc="-100" noProof="0" dirty="0">
                <a:latin typeface="+mn-lt"/>
                <a:cs typeface="Segoe UI"/>
              </a:rPr>
              <a:t> </a:t>
            </a:r>
            <a:r>
              <a:rPr lang="en-GB" sz="1200" spc="-10" noProof="0" dirty="0">
                <a:latin typeface="+mn-lt"/>
                <a:cs typeface="Segoe UI"/>
              </a:rPr>
              <a:t>of</a:t>
            </a:r>
            <a:r>
              <a:rPr lang="en-GB" sz="1200" spc="-40" noProof="0" dirty="0">
                <a:latin typeface="+mn-lt"/>
                <a:cs typeface="Segoe UI"/>
              </a:rPr>
              <a:t> </a:t>
            </a:r>
            <a:r>
              <a:rPr lang="en-GB" sz="1200" spc="-15" noProof="0" dirty="0">
                <a:latin typeface="+mn-lt"/>
                <a:cs typeface="Segoe UI"/>
              </a:rPr>
              <a:t>any</a:t>
            </a:r>
            <a:r>
              <a:rPr lang="en-GB" sz="1200" spc="-45" noProof="0" dirty="0">
                <a:latin typeface="+mn-lt"/>
                <a:cs typeface="Segoe UI"/>
              </a:rPr>
              <a:t> </a:t>
            </a:r>
            <a:r>
              <a:rPr lang="en-GB" sz="1200" spc="-25" noProof="0" dirty="0">
                <a:latin typeface="+mn-lt"/>
                <a:cs typeface="Segoe UI"/>
              </a:rPr>
              <a:t>characters,</a:t>
            </a:r>
            <a:r>
              <a:rPr lang="en-GB" sz="1200" spc="-15" noProof="0" dirty="0">
                <a:latin typeface="+mn-lt"/>
                <a:cs typeface="Segoe UI"/>
              </a:rPr>
              <a:t> </a:t>
            </a:r>
            <a:r>
              <a:rPr lang="en-GB" sz="1200" spc="-20" noProof="0" dirty="0">
                <a:latin typeface="+mn-lt"/>
                <a:cs typeface="Segoe UI"/>
              </a:rPr>
              <a:t>including</a:t>
            </a:r>
            <a:r>
              <a:rPr lang="en-GB" sz="1200" spc="-75" noProof="0" dirty="0">
                <a:latin typeface="+mn-lt"/>
                <a:cs typeface="Segoe UI"/>
              </a:rPr>
              <a:t> </a:t>
            </a:r>
            <a:r>
              <a:rPr lang="en-GB" sz="1200" spc="-15" noProof="0" dirty="0">
                <a:latin typeface="+mn-lt"/>
                <a:cs typeface="Segoe UI"/>
              </a:rPr>
              <a:t>none;</a:t>
            </a:r>
            <a:r>
              <a:rPr lang="en-GB" sz="1200" spc="-65" noProof="0" dirty="0">
                <a:latin typeface="+mn-lt"/>
                <a:cs typeface="Segoe UI"/>
              </a:rPr>
              <a:t> </a:t>
            </a:r>
            <a:r>
              <a:rPr lang="en-GB" sz="1200" spc="-15" noProof="0" dirty="0">
                <a:latin typeface="+mn-lt"/>
                <a:cs typeface="Segoe UI"/>
              </a:rPr>
              <a:t>so</a:t>
            </a:r>
            <a:r>
              <a:rPr lang="en-GB" sz="1200" spc="-55" noProof="0" dirty="0">
                <a:latin typeface="+mn-lt"/>
                <a:cs typeface="Segoe UI"/>
              </a:rPr>
              <a:t> </a:t>
            </a:r>
            <a:r>
              <a:rPr lang="en-GB" sz="1200" spc="-25" noProof="0" dirty="0">
                <a:latin typeface="+mn-lt"/>
                <a:cs typeface="Segoe UI"/>
              </a:rPr>
              <a:t>filename</a:t>
            </a:r>
            <a:r>
              <a:rPr lang="en-GB" sz="1200" spc="-35" noProof="0" dirty="0">
                <a:latin typeface="+mn-lt"/>
                <a:cs typeface="Segoe UI"/>
              </a:rPr>
              <a:t> </a:t>
            </a:r>
            <a:r>
              <a:rPr lang="en-GB" sz="1200" spc="5" noProof="0" dirty="0">
                <a:latin typeface="+mn-lt"/>
                <a:cs typeface="Segoe UI"/>
              </a:rPr>
              <a:t>M</a:t>
            </a:r>
            <a:r>
              <a:rPr lang="en-GB" sz="1200" spc="-50" noProof="0" dirty="0">
                <a:latin typeface="+mn-lt"/>
                <a:cs typeface="Segoe UI"/>
              </a:rPr>
              <a:t> </a:t>
            </a:r>
            <a:r>
              <a:rPr lang="en-GB" sz="1200" spc="-20" noProof="0" dirty="0">
                <a:latin typeface="+mn-lt"/>
                <a:cs typeface="Segoe UI"/>
              </a:rPr>
              <a:t>would</a:t>
            </a:r>
            <a:r>
              <a:rPr lang="en-GB" sz="1200" spc="-55" noProof="0" dirty="0">
                <a:latin typeface="+mn-lt"/>
                <a:cs typeface="Segoe UI"/>
              </a:rPr>
              <a:t> </a:t>
            </a:r>
            <a:r>
              <a:rPr lang="en-GB" sz="1200" spc="-10" noProof="0" dirty="0">
                <a:latin typeface="+mn-lt"/>
                <a:cs typeface="Segoe UI"/>
              </a:rPr>
              <a:t>be</a:t>
            </a:r>
            <a:r>
              <a:rPr lang="en-GB" sz="1200" spc="-35" noProof="0" dirty="0">
                <a:latin typeface="+mn-lt"/>
                <a:cs typeface="Segoe UI"/>
              </a:rPr>
              <a:t> </a:t>
            </a:r>
            <a:r>
              <a:rPr lang="en-GB" sz="1200" spc="-25" noProof="0" dirty="0">
                <a:latin typeface="+mn-lt"/>
                <a:cs typeface="Segoe UI"/>
              </a:rPr>
              <a:t>matched.</a:t>
            </a:r>
            <a:endParaRPr lang="en-GB" dirty="0">
              <a:cs typeface="Segoe UI"/>
            </a:endParaRPr>
          </a:p>
          <a:p>
            <a:pPr marL="241300" marR="506730" indent="-228600">
              <a:lnSpc>
                <a:spcPct val="100000"/>
              </a:lnSpc>
              <a:spcBef>
                <a:spcPts val="605"/>
              </a:spcBef>
              <a:buFont typeface="+mj-lt"/>
              <a:buAutoNum type="arabicPeriod"/>
              <a:tabLst>
                <a:tab pos="180340" algn="l"/>
              </a:tabLst>
            </a:pPr>
            <a:r>
              <a:rPr lang="en-GB" sz="1200" spc="-15" noProof="0" dirty="0">
                <a:latin typeface="+mn-lt"/>
                <a:cs typeface="Segoe UI"/>
              </a:rPr>
              <a:t>List</a:t>
            </a:r>
            <a:r>
              <a:rPr lang="en-GB" sz="1200" spc="-65" noProof="0" dirty="0">
                <a:latin typeface="+mn-lt"/>
                <a:cs typeface="Segoe UI"/>
              </a:rPr>
              <a:t> </a:t>
            </a:r>
            <a:r>
              <a:rPr lang="en-GB" sz="1200" spc="-20" noProof="0" dirty="0">
                <a:latin typeface="+mn-lt"/>
                <a:cs typeface="Segoe UI"/>
              </a:rPr>
              <a:t>all</a:t>
            </a:r>
            <a:r>
              <a:rPr lang="en-GB" sz="1200" spc="-15" noProof="0" dirty="0">
                <a:latin typeface="+mn-lt"/>
                <a:cs typeface="Segoe UI"/>
              </a:rPr>
              <a:t> </a:t>
            </a:r>
            <a:r>
              <a:rPr lang="en-GB" sz="1200" spc="-25" noProof="0" dirty="0">
                <a:latin typeface="+mn-lt"/>
                <a:cs typeface="Segoe UI"/>
              </a:rPr>
              <a:t>filenames </a:t>
            </a:r>
            <a:r>
              <a:rPr lang="en-GB" sz="1200" spc="-15" noProof="0" dirty="0">
                <a:latin typeface="+mn-lt"/>
                <a:cs typeface="Segoe UI"/>
              </a:rPr>
              <a:t>in</a:t>
            </a:r>
            <a:r>
              <a:rPr lang="en-GB" sz="1200" b="1" spc="-55" noProof="0" dirty="0">
                <a:latin typeface="+mn-lt"/>
                <a:cs typeface="Segoe UI"/>
              </a:rPr>
              <a:t> </a:t>
            </a:r>
            <a:r>
              <a:rPr lang="en-GB" sz="1200" b="1" spc="-20" noProof="0" dirty="0">
                <a:latin typeface="+mn-lt"/>
                <a:cs typeface="Segoe UI"/>
              </a:rPr>
              <a:t>/etc</a:t>
            </a:r>
            <a:r>
              <a:rPr lang="en-GB" sz="1200" b="1" spc="-15" noProof="0" dirty="0">
                <a:latin typeface="+mn-lt"/>
                <a:cs typeface="Segoe UI"/>
              </a:rPr>
              <a:t> </a:t>
            </a:r>
            <a:r>
              <a:rPr lang="en-GB" sz="1200" spc="-20" noProof="0" dirty="0">
                <a:latin typeface="+mn-lt"/>
                <a:cs typeface="Segoe UI"/>
              </a:rPr>
              <a:t>directory</a:t>
            </a:r>
            <a:r>
              <a:rPr lang="en-GB" sz="1200" spc="-70"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15" noProof="0" dirty="0">
                <a:latin typeface="+mn-lt"/>
                <a:cs typeface="Segoe UI"/>
              </a:rPr>
              <a:t>begin</a:t>
            </a:r>
            <a:r>
              <a:rPr lang="en-GB" sz="1200" spc="-50" noProof="0" dirty="0">
                <a:latin typeface="+mn-lt"/>
                <a:cs typeface="Segoe UI"/>
              </a:rPr>
              <a:t> </a:t>
            </a:r>
            <a:r>
              <a:rPr lang="en-GB" sz="1200" spc="-20" noProof="0" dirty="0">
                <a:latin typeface="+mn-lt"/>
                <a:cs typeface="Segoe UI"/>
              </a:rPr>
              <a:t>with</a:t>
            </a:r>
            <a:r>
              <a:rPr lang="en-GB" sz="1200" spc="-30" noProof="0" dirty="0">
                <a:latin typeface="+mn-lt"/>
                <a:cs typeface="Segoe UI"/>
              </a:rPr>
              <a:t> </a:t>
            </a:r>
            <a:r>
              <a:rPr lang="en-GB" sz="1200" spc="-15" noProof="0" dirty="0">
                <a:latin typeface="+mn-lt"/>
                <a:cs typeface="Segoe UI"/>
              </a:rPr>
              <a:t>any</a:t>
            </a:r>
            <a:r>
              <a:rPr lang="en-GB" sz="1200" spc="-40" noProof="0" dirty="0">
                <a:latin typeface="+mn-lt"/>
                <a:cs typeface="Segoe UI"/>
              </a:rPr>
              <a:t> </a:t>
            </a:r>
            <a:r>
              <a:rPr lang="en-GB" sz="1200" spc="-25" noProof="0" dirty="0">
                <a:latin typeface="+mn-lt"/>
                <a:cs typeface="Segoe UI"/>
              </a:rPr>
              <a:t>character</a:t>
            </a:r>
            <a:r>
              <a:rPr lang="en-GB" sz="1200"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15" noProof="0" dirty="0">
                <a:latin typeface="+mn-lt"/>
                <a:cs typeface="Segoe UI"/>
              </a:rPr>
              <a:t>is</a:t>
            </a:r>
            <a:r>
              <a:rPr lang="en-GB" sz="1200" spc="-30" noProof="0" dirty="0">
                <a:latin typeface="+mn-lt"/>
                <a:cs typeface="Segoe UI"/>
              </a:rPr>
              <a:t> </a:t>
            </a:r>
            <a:r>
              <a:rPr lang="en-GB" sz="1200" spc="-10" noProof="0" dirty="0">
                <a:latin typeface="+mn-lt"/>
                <a:cs typeface="Segoe UI"/>
              </a:rPr>
              <a:t>not</a:t>
            </a:r>
            <a:r>
              <a:rPr lang="en-GB" sz="1200" spc="-60" noProof="0" dirty="0">
                <a:latin typeface="+mn-lt"/>
                <a:cs typeface="Segoe UI"/>
              </a:rPr>
              <a:t> </a:t>
            </a:r>
            <a:r>
              <a:rPr lang="en-GB" sz="1200" spc="-15" noProof="0" dirty="0">
                <a:latin typeface="+mn-lt"/>
                <a:cs typeface="Segoe UI"/>
              </a:rPr>
              <a:t>in</a:t>
            </a:r>
            <a:r>
              <a:rPr lang="en-GB" sz="1200" spc="-5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range</a:t>
            </a:r>
            <a:r>
              <a:rPr lang="en-GB" sz="1200" spc="-55" noProof="0" dirty="0">
                <a:latin typeface="+mn-lt"/>
                <a:cs typeface="Segoe UI"/>
              </a:rPr>
              <a:t> </a:t>
            </a:r>
            <a:r>
              <a:rPr lang="en-GB" sz="1200" spc="-10" noProof="0" dirty="0">
                <a:latin typeface="+mn-lt"/>
                <a:cs typeface="Segoe UI"/>
              </a:rPr>
              <a:t>of</a:t>
            </a:r>
            <a:r>
              <a:rPr lang="en-GB" sz="1200" spc="-65" noProof="0" dirty="0">
                <a:latin typeface="+mn-lt"/>
                <a:cs typeface="Segoe UI"/>
              </a:rPr>
              <a:t> lower case</a:t>
            </a:r>
            <a:r>
              <a:rPr lang="en-GB" sz="1200" spc="-1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15" noProof="0" dirty="0">
                <a:latin typeface="+mn-lt"/>
                <a:cs typeface="Segoe UI"/>
              </a:rPr>
              <a:t>m, </a:t>
            </a:r>
            <a:r>
              <a:rPr lang="en-GB" sz="1200" spc="-30" noProof="0" dirty="0">
                <a:latin typeface="+mn-lt"/>
                <a:cs typeface="Segoe UI"/>
              </a:rPr>
              <a:t>f</a:t>
            </a:r>
            <a:r>
              <a:rPr lang="en-GB" sz="1200" spc="-15" noProof="0" dirty="0">
                <a:latin typeface="+mn-lt"/>
                <a:cs typeface="Segoe UI"/>
              </a:rPr>
              <a:t>o</a:t>
            </a:r>
            <a:r>
              <a:rPr lang="en-GB" sz="1200" spc="-30" noProof="0" dirty="0">
                <a:latin typeface="+mn-lt"/>
                <a:cs typeface="Segoe UI"/>
              </a:rPr>
              <a:t>ll</a:t>
            </a:r>
            <a:r>
              <a:rPr lang="en-GB" sz="1200" spc="-15" noProof="0" dirty="0">
                <a:latin typeface="+mn-lt"/>
                <a:cs typeface="Segoe UI"/>
              </a:rPr>
              <a:t>o</a:t>
            </a:r>
            <a:r>
              <a:rPr lang="en-GB" sz="1200" spc="-30" noProof="0" dirty="0">
                <a:latin typeface="+mn-lt"/>
                <a:cs typeface="Segoe UI"/>
              </a:rPr>
              <a:t>w</a:t>
            </a:r>
            <a:r>
              <a:rPr lang="en-GB" sz="1200" spc="-20" noProof="0" dirty="0">
                <a:latin typeface="+mn-lt"/>
                <a:cs typeface="Segoe UI"/>
              </a:rPr>
              <a:t>e</a:t>
            </a:r>
            <a:r>
              <a:rPr lang="en-GB" sz="1200" spc="5" noProof="0" dirty="0">
                <a:latin typeface="+mn-lt"/>
                <a:cs typeface="Segoe UI"/>
              </a:rPr>
              <a:t>d</a:t>
            </a:r>
            <a:r>
              <a:rPr lang="en-GB" sz="1200" spc="-80" noProof="0" dirty="0">
                <a:latin typeface="+mn-lt"/>
                <a:cs typeface="Segoe UI"/>
              </a:rPr>
              <a:t> </a:t>
            </a:r>
            <a:r>
              <a:rPr lang="en-GB" sz="1200" spc="-15" noProof="0" dirty="0">
                <a:latin typeface="+mn-lt"/>
                <a:cs typeface="Segoe UI"/>
              </a:rPr>
              <a:t>b</a:t>
            </a:r>
            <a:r>
              <a:rPr lang="en-GB" sz="1200" spc="5" noProof="0" dirty="0">
                <a:latin typeface="+mn-lt"/>
                <a:cs typeface="Segoe UI"/>
              </a:rPr>
              <a:t>y</a:t>
            </a:r>
            <a:r>
              <a:rPr lang="en-GB" sz="1200" spc="-45" noProof="0" dirty="0">
                <a:latin typeface="+mn-lt"/>
                <a:cs typeface="Segoe UI"/>
              </a:rPr>
              <a:t> </a:t>
            </a:r>
            <a:r>
              <a:rPr lang="en-GB" sz="1200" spc="-30" noProof="0" dirty="0">
                <a:latin typeface="+mn-lt"/>
                <a:cs typeface="Segoe UI"/>
              </a:rPr>
              <a:t>a</a:t>
            </a:r>
            <a:r>
              <a:rPr lang="en-GB" sz="1200" spc="-20" noProof="0" dirty="0">
                <a:latin typeface="+mn-lt"/>
                <a:cs typeface="Segoe UI"/>
              </a:rPr>
              <a:t>n</a:t>
            </a:r>
            <a:r>
              <a:rPr lang="en-GB" sz="1200" spc="5" noProof="0" dirty="0">
                <a:latin typeface="+mn-lt"/>
                <a:cs typeface="Segoe UI"/>
              </a:rPr>
              <a:t>y</a:t>
            </a:r>
            <a:r>
              <a:rPr lang="en-GB" sz="1200" spc="-45" noProof="0" dirty="0">
                <a:latin typeface="+mn-lt"/>
                <a:cs typeface="Segoe UI"/>
              </a:rPr>
              <a:t> </a:t>
            </a:r>
            <a:r>
              <a:rPr lang="en-GB" sz="1200" spc="-20" noProof="0" dirty="0">
                <a:latin typeface="+mn-lt"/>
                <a:cs typeface="Segoe UI"/>
              </a:rPr>
              <a:t>nu</a:t>
            </a:r>
            <a:r>
              <a:rPr lang="en-GB" sz="1200" spc="-30" noProof="0" dirty="0">
                <a:latin typeface="+mn-lt"/>
                <a:cs typeface="Segoe UI"/>
              </a:rPr>
              <a:t>m</a:t>
            </a:r>
            <a:r>
              <a:rPr lang="en-GB" sz="1200" spc="-15" noProof="0" dirty="0">
                <a:latin typeface="+mn-lt"/>
                <a:cs typeface="Segoe UI"/>
              </a:rPr>
              <a:t>b</a:t>
            </a:r>
            <a:r>
              <a:rPr lang="en-GB" sz="1200" spc="-20" noProof="0" dirty="0">
                <a:latin typeface="+mn-lt"/>
                <a:cs typeface="Segoe UI"/>
              </a:rPr>
              <a:t>e</a:t>
            </a:r>
            <a:r>
              <a:rPr lang="en-GB" sz="1200" noProof="0" dirty="0">
                <a:latin typeface="+mn-lt"/>
                <a:cs typeface="Segoe UI"/>
              </a:rPr>
              <a:t>r</a:t>
            </a:r>
            <a:r>
              <a:rPr lang="en-GB" sz="1200" spc="-50" noProof="0" dirty="0">
                <a:latin typeface="+mn-lt"/>
                <a:cs typeface="Segoe UI"/>
              </a:rPr>
              <a:t> </a:t>
            </a:r>
            <a:r>
              <a:rPr lang="en-GB" sz="1200" spc="-15" noProof="0" dirty="0">
                <a:latin typeface="+mn-lt"/>
                <a:cs typeface="Segoe UI"/>
              </a:rPr>
              <a:t>o</a:t>
            </a:r>
            <a:r>
              <a:rPr lang="en-GB" sz="1200" noProof="0" dirty="0">
                <a:latin typeface="+mn-lt"/>
                <a:cs typeface="Segoe UI"/>
              </a:rPr>
              <a:t>f</a:t>
            </a:r>
            <a:r>
              <a:rPr lang="en-GB" sz="1200" spc="-65" noProof="0" dirty="0">
                <a:latin typeface="+mn-lt"/>
                <a:cs typeface="Segoe UI"/>
              </a:rPr>
              <a:t> </a:t>
            </a:r>
            <a:r>
              <a:rPr lang="en-GB" sz="1200" spc="-30" noProof="0" dirty="0">
                <a:latin typeface="+mn-lt"/>
                <a:cs typeface="Segoe UI"/>
              </a:rPr>
              <a:t>a</a:t>
            </a:r>
            <a:r>
              <a:rPr lang="en-GB" sz="1200" spc="-20" noProof="0" dirty="0">
                <a:latin typeface="+mn-lt"/>
                <a:cs typeface="Segoe UI"/>
              </a:rPr>
              <a:t>n</a:t>
            </a:r>
            <a:r>
              <a:rPr lang="en-GB" sz="1200" spc="5" noProof="0" dirty="0">
                <a:latin typeface="+mn-lt"/>
                <a:cs typeface="Segoe UI"/>
              </a:rPr>
              <a:t>y</a:t>
            </a:r>
            <a:r>
              <a:rPr lang="en-GB" sz="1200" spc="-45" noProof="0" dirty="0">
                <a:latin typeface="+mn-lt"/>
                <a:cs typeface="Segoe UI"/>
              </a:rPr>
              <a:t> </a:t>
            </a:r>
            <a:r>
              <a:rPr lang="en-GB" sz="1200" spc="-35" noProof="0" dirty="0">
                <a:latin typeface="+mn-lt"/>
                <a:cs typeface="Segoe UI"/>
              </a:rPr>
              <a:t>c</a:t>
            </a:r>
            <a:r>
              <a:rPr lang="en-GB" sz="1200" spc="-20" noProof="0" dirty="0">
                <a:latin typeface="+mn-lt"/>
                <a:cs typeface="Segoe UI"/>
              </a:rPr>
              <a:t>h</a:t>
            </a:r>
            <a:r>
              <a:rPr lang="en-GB" sz="1200" spc="-30" noProof="0" dirty="0">
                <a:latin typeface="+mn-lt"/>
                <a:cs typeface="Segoe UI"/>
              </a:rPr>
              <a:t>a</a:t>
            </a:r>
            <a:r>
              <a:rPr lang="en-GB" sz="1200" spc="-15" noProof="0" dirty="0">
                <a:latin typeface="+mn-lt"/>
                <a:cs typeface="Segoe UI"/>
              </a:rPr>
              <a:t>r</a:t>
            </a:r>
            <a:r>
              <a:rPr lang="en-GB" sz="1200" spc="-35" noProof="0" dirty="0">
                <a:latin typeface="+mn-lt"/>
                <a:cs typeface="Segoe UI"/>
              </a:rPr>
              <a:t>act</a:t>
            </a:r>
            <a:r>
              <a:rPr lang="en-GB" sz="1200" spc="-20" noProof="0" dirty="0">
                <a:latin typeface="+mn-lt"/>
                <a:cs typeface="Segoe UI"/>
              </a:rPr>
              <a:t>e</a:t>
            </a:r>
            <a:r>
              <a:rPr lang="en-GB" sz="1200" spc="-15" noProof="0" dirty="0">
                <a:latin typeface="+mn-lt"/>
                <a:cs typeface="Segoe UI"/>
              </a:rPr>
              <a:t>r</a:t>
            </a:r>
            <a:r>
              <a:rPr lang="en-GB" sz="1200" spc="-25" noProof="0" dirty="0">
                <a:latin typeface="+mn-lt"/>
                <a:cs typeface="Segoe UI"/>
              </a:rPr>
              <a:t>s</a:t>
            </a:r>
            <a:r>
              <a:rPr lang="en-GB" sz="1200" noProof="0" dirty="0">
                <a:latin typeface="+mn-lt"/>
                <a:cs typeface="Segoe UI"/>
              </a:rPr>
              <a:t>.</a:t>
            </a:r>
          </a:p>
          <a:p>
            <a:pPr marL="241300" marR="506730" indent="-228600">
              <a:lnSpc>
                <a:spcPct val="100000"/>
              </a:lnSpc>
              <a:spcBef>
                <a:spcPts val="605"/>
              </a:spcBef>
              <a:buFont typeface="+mj-lt"/>
              <a:buAutoNum type="arabicPeriod"/>
              <a:tabLst>
                <a:tab pos="180340" algn="l"/>
              </a:tabLst>
            </a:pPr>
            <a:r>
              <a:rPr lang="en-GB" sz="1200" spc="-25" noProof="0" dirty="0">
                <a:latin typeface="+mn-lt"/>
                <a:cs typeface="Segoe UI"/>
              </a:rPr>
              <a:t>Classify</a:t>
            </a:r>
            <a:r>
              <a:rPr lang="en-GB" sz="1200" spc="-4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contents</a:t>
            </a:r>
            <a:r>
              <a:rPr lang="en-GB" sz="1200" spc="-5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20" noProof="0" dirty="0">
                <a:latin typeface="+mn-lt"/>
                <a:cs typeface="Segoe UI"/>
              </a:rPr>
              <a:t>all</a:t>
            </a:r>
            <a:r>
              <a:rPr lang="en-GB" sz="1200" spc="-30" noProof="0" dirty="0">
                <a:latin typeface="+mn-lt"/>
                <a:cs typeface="Segoe UI"/>
              </a:rPr>
              <a:t> </a:t>
            </a:r>
            <a:r>
              <a:rPr lang="en-GB" sz="1200" spc="-25" noProof="0" dirty="0">
                <a:latin typeface="+mn-lt"/>
                <a:cs typeface="Segoe UI"/>
              </a:rPr>
              <a:t>filenames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b="1" spc="-20" noProof="0" dirty="0">
                <a:latin typeface="+mn-lt"/>
                <a:cs typeface="Segoe UI"/>
              </a:rPr>
              <a:t>/usr/bin</a:t>
            </a:r>
            <a:r>
              <a:rPr lang="en-GB" sz="1200" b="1" spc="-45" noProof="0" dirty="0">
                <a:latin typeface="+mn-lt"/>
                <a:cs typeface="Segoe UI"/>
              </a:rPr>
              <a:t> </a:t>
            </a:r>
            <a:r>
              <a:rPr lang="en-GB" sz="1200" spc="-20" noProof="0" dirty="0">
                <a:latin typeface="+mn-lt"/>
                <a:cs typeface="Segoe UI"/>
              </a:rPr>
              <a:t>directory</a:t>
            </a:r>
            <a:r>
              <a:rPr lang="en-GB" sz="1200" spc="-65" noProof="0" dirty="0">
                <a:latin typeface="+mn-lt"/>
                <a:cs typeface="Segoe UI"/>
              </a:rPr>
              <a:t> </a:t>
            </a:r>
            <a:r>
              <a:rPr lang="en-GB" sz="1200" spc="-20" noProof="0" dirty="0">
                <a:latin typeface="+mn-lt"/>
                <a:cs typeface="Segoe UI"/>
              </a:rPr>
              <a:t>that</a:t>
            </a:r>
            <a:r>
              <a:rPr lang="en-GB" sz="1200" spc="-15" noProof="0" dirty="0">
                <a:latin typeface="+mn-lt"/>
                <a:cs typeface="Segoe UI"/>
              </a:rPr>
              <a:t> </a:t>
            </a:r>
            <a:r>
              <a:rPr lang="en-GB" sz="1200" spc="-25" noProof="0" dirty="0">
                <a:latin typeface="+mn-lt"/>
                <a:cs typeface="Segoe UI"/>
              </a:rPr>
              <a:t>contain</a:t>
            </a:r>
            <a:r>
              <a:rPr lang="en-GB" sz="1200" spc="-50" noProof="0" dirty="0">
                <a:latin typeface="+mn-lt"/>
                <a:cs typeface="Segoe UI"/>
              </a:rPr>
              <a:t> </a:t>
            </a:r>
            <a:r>
              <a:rPr lang="en-GB" sz="1200" spc="-15" noProof="0" dirty="0">
                <a:latin typeface="+mn-lt"/>
                <a:cs typeface="Segoe UI"/>
              </a:rPr>
              <a:t>an</a:t>
            </a:r>
            <a:r>
              <a:rPr lang="en-GB" sz="1200" spc="-25" noProof="0" dirty="0">
                <a:latin typeface="+mn-lt"/>
                <a:cs typeface="Segoe UI"/>
              </a:rPr>
              <a:t> </a:t>
            </a:r>
            <a:r>
              <a:rPr lang="en-GB" sz="1200" spc="-15" noProof="0" dirty="0">
                <a:latin typeface="+mn-lt"/>
                <a:cs typeface="Segoe UI"/>
              </a:rPr>
              <a:t>x.</a:t>
            </a:r>
            <a:endParaRPr lang="en-GB" dirty="0">
              <a:cs typeface="Segoe UI"/>
            </a:endParaRPr>
          </a:p>
          <a:p>
            <a:pPr marL="241300" marR="506730" indent="-228600">
              <a:lnSpc>
                <a:spcPct val="100000"/>
              </a:lnSpc>
              <a:spcBef>
                <a:spcPts val="605"/>
              </a:spcBef>
              <a:buFont typeface="+mj-lt"/>
              <a:buAutoNum type="arabicPeriod"/>
              <a:tabLst>
                <a:tab pos="180340" algn="l"/>
              </a:tabLst>
            </a:pPr>
            <a:r>
              <a:rPr lang="en-GB" sz="1200" spc="-15" noProof="0" dirty="0">
                <a:latin typeface="+mn-lt"/>
                <a:cs typeface="Segoe UI"/>
              </a:rPr>
              <a:t>List</a:t>
            </a:r>
            <a:r>
              <a:rPr lang="en-GB" sz="1200" spc="-65" noProof="0" dirty="0">
                <a:latin typeface="+mn-lt"/>
                <a:cs typeface="Segoe UI"/>
              </a:rPr>
              <a:t> </a:t>
            </a:r>
            <a:r>
              <a:rPr lang="en-GB" sz="1200" spc="-20" noProof="0" dirty="0">
                <a:latin typeface="+mn-lt"/>
                <a:cs typeface="Segoe UI"/>
              </a:rPr>
              <a:t>all </a:t>
            </a:r>
            <a:r>
              <a:rPr lang="en-GB" sz="1200" spc="-25" noProof="0" dirty="0">
                <a:latin typeface="+mn-lt"/>
                <a:cs typeface="Segoe UI"/>
              </a:rPr>
              <a:t>filenames</a:t>
            </a:r>
            <a:r>
              <a:rPr lang="en-GB" sz="1200" spc="-3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here </a:t>
            </a:r>
            <a:r>
              <a:rPr lang="en-GB" sz="1200" spc="-20" noProof="0" dirty="0">
                <a:latin typeface="+mn-lt"/>
                <a:cs typeface="Segoe UI"/>
              </a:rPr>
              <a:t>that</a:t>
            </a:r>
            <a:r>
              <a:rPr lang="en-GB" sz="1200" spc="-35" noProof="0" dirty="0">
                <a:latin typeface="+mn-lt"/>
                <a:cs typeface="Segoe UI"/>
              </a:rPr>
              <a:t> </a:t>
            </a:r>
            <a:r>
              <a:rPr lang="en-GB" sz="1200" spc="-15" noProof="0" dirty="0">
                <a:latin typeface="+mn-lt"/>
                <a:cs typeface="Segoe UI"/>
              </a:rPr>
              <a:t>begin</a:t>
            </a:r>
            <a:r>
              <a:rPr lang="en-GB" sz="1200" spc="-55" noProof="0" dirty="0">
                <a:latin typeface="+mn-lt"/>
                <a:cs typeface="Segoe UI"/>
              </a:rPr>
              <a:t> </a:t>
            </a:r>
            <a:r>
              <a:rPr lang="en-GB" sz="1200" spc="-20" noProof="0" dirty="0">
                <a:latin typeface="+mn-lt"/>
                <a:cs typeface="Segoe UI"/>
              </a:rPr>
              <a:t>with</a:t>
            </a:r>
            <a:r>
              <a:rPr lang="en-GB" sz="1200" spc="-3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lowercase</a:t>
            </a:r>
            <a:r>
              <a:rPr lang="en-GB" sz="1200" spc="-35" noProof="0" dirty="0">
                <a:latin typeface="+mn-lt"/>
                <a:cs typeface="Segoe UI"/>
              </a:rPr>
              <a:t> </a:t>
            </a:r>
            <a:r>
              <a:rPr lang="en-GB" sz="1200" spc="-20" noProof="0" dirty="0">
                <a:latin typeface="+mn-lt"/>
                <a:cs typeface="Segoe UI"/>
              </a:rPr>
              <a:t>letter,</a:t>
            </a:r>
            <a:r>
              <a:rPr lang="en-GB" sz="1200" spc="-35" noProof="0" dirty="0">
                <a:latin typeface="+mn-lt"/>
                <a:cs typeface="Segoe UI"/>
              </a:rPr>
              <a:t> </a:t>
            </a:r>
            <a:r>
              <a:rPr lang="en-GB" sz="1200" spc="-20" noProof="0" dirty="0">
                <a:latin typeface="+mn-lt"/>
                <a:cs typeface="Segoe UI"/>
              </a:rPr>
              <a:t>followed</a:t>
            </a:r>
            <a:r>
              <a:rPr lang="en-GB" sz="1200" spc="-55" noProof="0" dirty="0">
                <a:latin typeface="+mn-lt"/>
                <a:cs typeface="Segoe UI"/>
              </a:rPr>
              <a:t> </a:t>
            </a:r>
            <a:r>
              <a:rPr lang="en-GB" sz="1200" spc="-10" noProof="0" dirty="0">
                <a:latin typeface="+mn-lt"/>
                <a:cs typeface="Segoe UI"/>
              </a:rPr>
              <a:t>by</a:t>
            </a:r>
            <a:r>
              <a:rPr lang="en-GB" sz="1200" spc="-45" noProof="0" dirty="0">
                <a:latin typeface="+mn-lt"/>
                <a:cs typeface="Segoe UI"/>
              </a:rPr>
              <a:t> </a:t>
            </a:r>
            <a:r>
              <a:rPr lang="en-GB" sz="1200" spc="-15" noProof="0" dirty="0">
                <a:latin typeface="+mn-lt"/>
                <a:cs typeface="Segoe UI"/>
              </a:rPr>
              <a:t>any</a:t>
            </a:r>
            <a:r>
              <a:rPr lang="en-GB" sz="1200" spc="-45" noProof="0" dirty="0">
                <a:latin typeface="+mn-lt"/>
                <a:cs typeface="Segoe UI"/>
              </a:rPr>
              <a:t> </a:t>
            </a:r>
            <a:r>
              <a:rPr lang="en-GB" sz="1200" spc="-15" noProof="0" dirty="0">
                <a:latin typeface="+mn-lt"/>
                <a:cs typeface="Segoe UI"/>
              </a:rPr>
              <a:t>number</a:t>
            </a:r>
            <a:r>
              <a:rPr lang="en-GB" sz="1200" spc="-45" noProof="0" dirty="0">
                <a:latin typeface="+mn-lt"/>
                <a:cs typeface="Segoe UI"/>
              </a:rPr>
              <a:t> </a:t>
            </a:r>
            <a:r>
              <a:rPr lang="en-GB" sz="1200" spc="-10" noProof="0" dirty="0">
                <a:latin typeface="+mn-lt"/>
                <a:cs typeface="Segoe UI"/>
              </a:rPr>
              <a:t>of </a:t>
            </a:r>
            <a:r>
              <a:rPr lang="en-GB" sz="1200" spc="-260" noProof="0" dirty="0">
                <a:latin typeface="+mn-lt"/>
                <a:cs typeface="Segoe UI"/>
              </a:rPr>
              <a:t> </a:t>
            </a:r>
            <a:r>
              <a:rPr lang="en-GB" sz="1200" spc="-15" noProof="0" dirty="0">
                <a:latin typeface="+mn-lt"/>
                <a:cs typeface="Segoe UI"/>
              </a:rPr>
              <a:t>any</a:t>
            </a:r>
            <a:r>
              <a:rPr lang="en-GB" sz="1200" spc="-75" noProof="0" dirty="0">
                <a:latin typeface="+mn-lt"/>
                <a:cs typeface="Segoe UI"/>
              </a:rPr>
              <a:t> </a:t>
            </a:r>
            <a:r>
              <a:rPr lang="en-GB" sz="1200" spc="-25" noProof="0" dirty="0">
                <a:latin typeface="+mn-lt"/>
                <a:cs typeface="Segoe UI"/>
              </a:rPr>
              <a:t>characters,</a:t>
            </a:r>
            <a:r>
              <a:rPr lang="en-GB" sz="1200" spc="-15" noProof="0" dirty="0">
                <a:latin typeface="+mn-lt"/>
                <a:cs typeface="Segoe UI"/>
              </a:rPr>
              <a:t> and</a:t>
            </a:r>
            <a:r>
              <a:rPr lang="en-GB" sz="1200" spc="-55" noProof="0" dirty="0">
                <a:latin typeface="+mn-lt"/>
                <a:cs typeface="Segoe UI"/>
              </a:rPr>
              <a:t> </a:t>
            </a:r>
            <a:r>
              <a:rPr lang="en-GB" sz="1200" spc="-15" noProof="0" dirty="0">
                <a:latin typeface="+mn-lt"/>
                <a:cs typeface="Segoe UI"/>
              </a:rPr>
              <a:t>end</a:t>
            </a:r>
            <a:r>
              <a:rPr lang="en-GB" sz="1200" spc="-55" noProof="0" dirty="0">
                <a:latin typeface="+mn-lt"/>
                <a:cs typeface="Segoe UI"/>
              </a:rPr>
              <a:t> </a:t>
            </a:r>
            <a:r>
              <a:rPr lang="en-GB" sz="1200" spc="-20" noProof="0" dirty="0">
                <a:latin typeface="+mn-lt"/>
                <a:cs typeface="Segoe UI"/>
              </a:rPr>
              <a:t>with</a:t>
            </a:r>
            <a:r>
              <a:rPr lang="en-GB" sz="1200" spc="-30"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digit</a:t>
            </a:r>
            <a:endParaRPr lang="en-GB" dirty="0">
              <a:cs typeface="Segoe UI"/>
            </a:endParaRPr>
          </a:p>
          <a:p>
            <a:pPr marL="241300" marR="506730" indent="-228600">
              <a:lnSpc>
                <a:spcPct val="100000"/>
              </a:lnSpc>
              <a:spcBef>
                <a:spcPts val="605"/>
              </a:spcBef>
              <a:buFont typeface="+mj-lt"/>
              <a:buAutoNum type="arabicPeriod"/>
              <a:tabLst>
                <a:tab pos="180340" algn="l"/>
              </a:tabLst>
            </a:pPr>
            <a:r>
              <a:rPr lang="en-GB" sz="1200" spc="-15" noProof="0" dirty="0">
                <a:latin typeface="+mn-lt"/>
                <a:cs typeface="Segoe UI"/>
              </a:rPr>
              <a:t>Do </a:t>
            </a:r>
            <a:r>
              <a:rPr lang="en-GB" sz="1200" noProof="0" dirty="0">
                <a:latin typeface="+mn-lt"/>
                <a:cs typeface="Segoe UI"/>
              </a:rPr>
              <a:t>a </a:t>
            </a:r>
            <a:r>
              <a:rPr lang="en-GB" sz="1200" spc="-15" noProof="0" dirty="0">
                <a:latin typeface="+mn-lt"/>
                <a:cs typeface="Segoe UI"/>
              </a:rPr>
              <a:t>‘long </a:t>
            </a:r>
            <a:r>
              <a:rPr lang="en-GB" sz="1200" spc="-20" noProof="0" dirty="0">
                <a:latin typeface="+mn-lt"/>
                <a:cs typeface="Segoe UI"/>
              </a:rPr>
              <a:t>listing’ </a:t>
            </a:r>
            <a:r>
              <a:rPr lang="en-GB" sz="1200" spc="-10" noProof="0" dirty="0">
                <a:latin typeface="+mn-lt"/>
                <a:cs typeface="Segoe UI"/>
              </a:rPr>
              <a:t>of </a:t>
            </a:r>
            <a:r>
              <a:rPr lang="en-GB" sz="1200" spc="-20" noProof="0" dirty="0">
                <a:latin typeface="+mn-lt"/>
                <a:cs typeface="Segoe UI"/>
              </a:rPr>
              <a:t>all </a:t>
            </a:r>
            <a:r>
              <a:rPr lang="en-GB" sz="1200" spc="-25" noProof="0" dirty="0">
                <a:latin typeface="+mn-lt"/>
                <a:cs typeface="Segoe UI"/>
              </a:rPr>
              <a:t>files or directories </a:t>
            </a:r>
            <a:r>
              <a:rPr lang="en-GB" sz="1200" spc="-15" noProof="0" dirty="0">
                <a:latin typeface="+mn-lt"/>
                <a:cs typeface="Segoe UI"/>
              </a:rPr>
              <a:t>here </a:t>
            </a:r>
            <a:r>
              <a:rPr lang="en-GB" sz="1200" spc="-20" noProof="0" dirty="0">
                <a:latin typeface="+mn-lt"/>
                <a:cs typeface="Segoe UI"/>
              </a:rPr>
              <a:t>that </a:t>
            </a:r>
            <a:r>
              <a:rPr lang="en-GB" sz="1200" spc="-15" noProof="0" dirty="0">
                <a:latin typeface="+mn-lt"/>
                <a:cs typeface="Segoe UI"/>
              </a:rPr>
              <a:t>begin </a:t>
            </a:r>
            <a:r>
              <a:rPr lang="en-GB" sz="1200" spc="-20" noProof="0" dirty="0">
                <a:latin typeface="+mn-lt"/>
                <a:cs typeface="Segoe UI"/>
              </a:rPr>
              <a:t>with </a:t>
            </a:r>
            <a:r>
              <a:rPr lang="en-GB" sz="1200" noProof="0" dirty="0">
                <a:latin typeface="+mn-lt"/>
                <a:cs typeface="Segoe UI"/>
              </a:rPr>
              <a:t>a </a:t>
            </a:r>
            <a:r>
              <a:rPr lang="en-GB" sz="1200" spc="-15" noProof="0" dirty="0">
                <a:latin typeface="+mn-lt"/>
                <a:cs typeface="Segoe UI"/>
              </a:rPr>
              <a:t>dot, </a:t>
            </a:r>
            <a:r>
              <a:rPr lang="en-GB" sz="1200" spc="-20" noProof="0" dirty="0">
                <a:latin typeface="+mn-lt"/>
                <a:cs typeface="Segoe UI"/>
              </a:rPr>
              <a:t>followed </a:t>
            </a:r>
            <a:r>
              <a:rPr lang="en-GB" sz="1200" spc="-10" noProof="0" dirty="0">
                <a:latin typeface="+mn-lt"/>
                <a:cs typeface="Segoe UI"/>
              </a:rPr>
              <a:t>by </a:t>
            </a:r>
            <a:r>
              <a:rPr lang="en-GB" sz="1200" spc="-15" noProof="0" dirty="0">
                <a:latin typeface="+mn-lt"/>
                <a:cs typeface="Segoe UI"/>
              </a:rPr>
              <a:t>any </a:t>
            </a:r>
            <a:r>
              <a:rPr lang="en-GB" sz="1200" spc="-25" noProof="0" dirty="0">
                <a:latin typeface="+mn-lt"/>
                <a:cs typeface="Segoe UI"/>
              </a:rPr>
              <a:t>character</a:t>
            </a:r>
            <a:r>
              <a:rPr lang="en-GB" sz="1200" spc="-20" noProof="0" dirty="0">
                <a:latin typeface="+mn-lt"/>
                <a:cs typeface="Segoe UI"/>
              </a:rPr>
              <a:t> other</a:t>
            </a:r>
            <a:r>
              <a:rPr lang="en-GB" sz="1200" spc="-70" noProof="0" dirty="0">
                <a:latin typeface="+mn-lt"/>
                <a:cs typeface="Segoe UI"/>
              </a:rPr>
              <a:t> </a:t>
            </a:r>
            <a:r>
              <a:rPr lang="en-GB" sz="1200" spc="-20" noProof="0" dirty="0">
                <a:latin typeface="+mn-lt"/>
                <a:cs typeface="Segoe UI"/>
              </a:rPr>
              <a:t>than</a:t>
            </a:r>
            <a:r>
              <a:rPr lang="en-GB" sz="1200" spc="-50" noProof="0" dirty="0">
                <a:latin typeface="+mn-lt"/>
                <a:cs typeface="Segoe UI"/>
              </a:rPr>
              <a:t> </a:t>
            </a:r>
            <a:r>
              <a:rPr lang="en-GB" sz="1200" noProof="0" dirty="0">
                <a:latin typeface="+mn-lt"/>
                <a:cs typeface="Segoe UI"/>
              </a:rPr>
              <a:t>a</a:t>
            </a:r>
            <a:r>
              <a:rPr lang="en-GB" sz="1200" spc="-15" noProof="0" dirty="0">
                <a:latin typeface="+mn-lt"/>
                <a:cs typeface="Segoe UI"/>
              </a:rPr>
              <a:t> dot,</a:t>
            </a:r>
            <a:r>
              <a:rPr lang="en-GB" sz="1200" spc="-60" noProof="0" dirty="0">
                <a:latin typeface="+mn-lt"/>
                <a:cs typeface="Segoe UI"/>
              </a:rPr>
              <a:t> </a:t>
            </a:r>
            <a:r>
              <a:rPr lang="en-GB" sz="1200" spc="-20" noProof="0" dirty="0">
                <a:latin typeface="+mn-lt"/>
                <a:cs typeface="Segoe UI"/>
              </a:rPr>
              <a:t>followed</a:t>
            </a:r>
            <a:r>
              <a:rPr lang="en-GB" sz="1200" spc="-45" noProof="0" dirty="0">
                <a:latin typeface="+mn-lt"/>
                <a:cs typeface="Segoe UI"/>
              </a:rPr>
              <a:t> </a:t>
            </a:r>
            <a:r>
              <a:rPr lang="en-GB" sz="1200" spc="-10" noProof="0" dirty="0">
                <a:latin typeface="+mn-lt"/>
                <a:cs typeface="Segoe UI"/>
              </a:rPr>
              <a:t>by</a:t>
            </a:r>
            <a:r>
              <a:rPr lang="en-GB" sz="1200" spc="-40" noProof="0" dirty="0">
                <a:latin typeface="+mn-lt"/>
                <a:cs typeface="Segoe UI"/>
              </a:rPr>
              <a:t> </a:t>
            </a:r>
            <a:r>
              <a:rPr lang="en-GB" sz="1200" spc="-15" noProof="0" dirty="0">
                <a:latin typeface="+mn-lt"/>
                <a:cs typeface="Segoe UI"/>
              </a:rPr>
              <a:t>any</a:t>
            </a:r>
            <a:r>
              <a:rPr lang="en-GB" sz="1200" spc="-40" noProof="0" dirty="0">
                <a:latin typeface="+mn-lt"/>
                <a:cs typeface="Segoe UI"/>
              </a:rPr>
              <a:t> </a:t>
            </a:r>
            <a:r>
              <a:rPr lang="en-GB" sz="1200" spc="-15" noProof="0" dirty="0">
                <a:latin typeface="+mn-lt"/>
                <a:cs typeface="Segoe UI"/>
              </a:rPr>
              <a:t>number</a:t>
            </a:r>
            <a:r>
              <a:rPr lang="en-GB" sz="1200" spc="-70" noProof="0" dirty="0">
                <a:latin typeface="+mn-lt"/>
                <a:cs typeface="Segoe UI"/>
              </a:rPr>
              <a:t> </a:t>
            </a:r>
            <a:r>
              <a:rPr lang="en-GB" sz="1200" spc="-10" noProof="0" dirty="0">
                <a:latin typeface="+mn-lt"/>
                <a:cs typeface="Segoe UI"/>
              </a:rPr>
              <a:t>of</a:t>
            </a:r>
            <a:r>
              <a:rPr lang="en-GB" sz="1200" spc="-30" noProof="0" dirty="0">
                <a:latin typeface="+mn-lt"/>
                <a:cs typeface="Segoe UI"/>
              </a:rPr>
              <a:t> </a:t>
            </a:r>
            <a:r>
              <a:rPr lang="en-GB" sz="1200" spc="-15" noProof="0" dirty="0">
                <a:latin typeface="+mn-lt"/>
                <a:cs typeface="Segoe UI"/>
              </a:rPr>
              <a:t>any</a:t>
            </a:r>
            <a:r>
              <a:rPr lang="en-GB" sz="1200" spc="-40" noProof="0" dirty="0">
                <a:latin typeface="+mn-lt"/>
                <a:cs typeface="Segoe UI"/>
              </a:rPr>
              <a:t> </a:t>
            </a:r>
            <a:r>
              <a:rPr lang="en-GB" sz="1200" spc="-25" noProof="0" dirty="0">
                <a:latin typeface="+mn-lt"/>
                <a:cs typeface="Segoe UI"/>
              </a:rPr>
              <a:t>characters.</a:t>
            </a:r>
            <a:endParaRPr lang="en-GB" dirty="0">
              <a:cs typeface="Segoe UI"/>
            </a:endParaRPr>
          </a:p>
          <a:p>
            <a:pPr marL="241300" marR="506730" indent="-228600">
              <a:lnSpc>
                <a:spcPct val="100000"/>
              </a:lnSpc>
              <a:spcBef>
                <a:spcPts val="605"/>
              </a:spcBef>
              <a:buFont typeface="+mj-lt"/>
              <a:buAutoNum type="arabicPeriod"/>
              <a:tabLst>
                <a:tab pos="180340" algn="l"/>
              </a:tabLst>
            </a:pPr>
            <a:r>
              <a:rPr lang="en-GB" sz="1200" spc="-25" noProof="0" dirty="0">
                <a:latin typeface="+mn-lt"/>
                <a:cs typeface="Segoe UI"/>
              </a:rPr>
              <a:t>Search within </a:t>
            </a:r>
            <a:r>
              <a:rPr lang="en-GB" sz="1200" spc="-20" noProof="0" dirty="0">
                <a:latin typeface="+mn-lt"/>
                <a:cs typeface="Segoe UI"/>
              </a:rPr>
              <a:t>all sub-directories </a:t>
            </a:r>
            <a:r>
              <a:rPr lang="en-GB" sz="1200" spc="-10" noProof="0" dirty="0">
                <a:latin typeface="+mn-lt"/>
                <a:cs typeface="Segoe UI"/>
              </a:rPr>
              <a:t>of </a:t>
            </a:r>
            <a:r>
              <a:rPr lang="en-GB" sz="1200" b="1" spc="-20" noProof="0" dirty="0">
                <a:latin typeface="+mn-lt"/>
                <a:cs typeface="Segoe UI"/>
              </a:rPr>
              <a:t>/etc</a:t>
            </a:r>
            <a:r>
              <a:rPr lang="en-GB" sz="1200" spc="-20" noProof="0" dirty="0">
                <a:latin typeface="+mn-lt"/>
                <a:cs typeface="Segoe UI"/>
              </a:rPr>
              <a:t> that </a:t>
            </a:r>
            <a:r>
              <a:rPr lang="en-GB" sz="1200" spc="-15" noProof="0" dirty="0">
                <a:latin typeface="+mn-lt"/>
                <a:cs typeface="Segoe UI"/>
              </a:rPr>
              <a:t>end </a:t>
            </a:r>
            <a:r>
              <a:rPr lang="en-GB" sz="1200" spc="-20" noProof="0" dirty="0">
                <a:latin typeface="+mn-lt"/>
                <a:cs typeface="Segoe UI"/>
              </a:rPr>
              <a:t>with </a:t>
            </a:r>
            <a:r>
              <a:rPr lang="en-GB" sz="1200" spc="-15" noProof="0" dirty="0">
                <a:latin typeface="+mn-lt"/>
                <a:cs typeface="Segoe UI"/>
              </a:rPr>
              <a:t>.d and </a:t>
            </a:r>
            <a:r>
              <a:rPr lang="en-GB" sz="1200" spc="-20" noProof="0" dirty="0">
                <a:latin typeface="+mn-lt"/>
                <a:cs typeface="Segoe UI"/>
              </a:rPr>
              <a:t>list all </a:t>
            </a:r>
            <a:r>
              <a:rPr lang="en-GB" sz="1200" spc="-25" noProof="0" dirty="0">
                <a:latin typeface="+mn-lt"/>
                <a:cs typeface="Segoe UI"/>
              </a:rPr>
              <a:t>filenames within </a:t>
            </a:r>
            <a:r>
              <a:rPr lang="en-GB" sz="1200" spc="-20" noProof="0" dirty="0">
                <a:latin typeface="+mn-lt"/>
                <a:cs typeface="Segoe UI"/>
              </a:rPr>
              <a:t>them; This </a:t>
            </a:r>
            <a:r>
              <a:rPr lang="en-GB" sz="1200" spc="-25" noProof="0" dirty="0">
                <a:latin typeface="+mn-lt"/>
                <a:cs typeface="Segoe UI"/>
              </a:rPr>
              <a:t>example</a:t>
            </a:r>
            <a:r>
              <a:rPr lang="en-GB" sz="1200" spc="-20" noProof="0" dirty="0">
                <a:latin typeface="+mn-lt"/>
                <a:cs typeface="Segoe UI"/>
              </a:rPr>
              <a:t> </a:t>
            </a:r>
            <a:r>
              <a:rPr lang="en-GB" sz="1200" spc="-25" noProof="0" dirty="0">
                <a:latin typeface="+mn-lt"/>
                <a:cs typeface="Segoe UI"/>
              </a:rPr>
              <a:t>illustrates</a:t>
            </a:r>
            <a:r>
              <a:rPr lang="en-GB" sz="1200" spc="-50"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25" noProof="0" dirty="0">
                <a:latin typeface="+mn-lt"/>
                <a:cs typeface="Segoe UI"/>
              </a:rPr>
              <a:t>fact</a:t>
            </a:r>
            <a:r>
              <a:rPr lang="en-GB" sz="1200" spc="-15" noProof="0" dirty="0">
                <a:latin typeface="+mn-lt"/>
                <a:cs typeface="Segoe UI"/>
              </a:rPr>
              <a:t> </a:t>
            </a:r>
            <a:r>
              <a:rPr lang="en-GB" sz="1200" spc="-20" noProof="0" dirty="0">
                <a:latin typeface="+mn-lt"/>
                <a:cs typeface="Segoe UI"/>
              </a:rPr>
              <a:t>that</a:t>
            </a:r>
            <a:r>
              <a:rPr lang="en-GB" sz="1200" spc="-10" noProof="0" dirty="0">
                <a:latin typeface="+mn-lt"/>
                <a:cs typeface="Segoe UI"/>
              </a:rPr>
              <a:t> </a:t>
            </a:r>
            <a:r>
              <a:rPr lang="en-GB" sz="1200" spc="-15" noProof="0" dirty="0">
                <a:latin typeface="+mn-lt"/>
                <a:cs typeface="Segoe UI"/>
              </a:rPr>
              <a:t>we</a:t>
            </a:r>
            <a:r>
              <a:rPr lang="en-GB" sz="1200" spc="-25" noProof="0" dirty="0">
                <a:latin typeface="+mn-lt"/>
                <a:cs typeface="Segoe UI"/>
              </a:rPr>
              <a:t> </a:t>
            </a:r>
            <a:r>
              <a:rPr lang="en-GB" sz="1200" spc="-20" noProof="0" dirty="0">
                <a:latin typeface="+mn-lt"/>
                <a:cs typeface="Segoe UI"/>
              </a:rPr>
              <a:t>can </a:t>
            </a:r>
            <a:r>
              <a:rPr lang="en-GB" sz="1200" spc="-10" noProof="0" dirty="0">
                <a:latin typeface="+mn-lt"/>
                <a:cs typeface="Segoe UI"/>
              </a:rPr>
              <a:t>use</a:t>
            </a:r>
            <a:r>
              <a:rPr lang="en-GB" sz="1200" spc="-55" noProof="0" dirty="0">
                <a:latin typeface="+mn-lt"/>
                <a:cs typeface="Segoe UI"/>
              </a:rPr>
              <a:t> </a:t>
            </a:r>
            <a:r>
              <a:rPr lang="en-GB" sz="1200" spc="-25" noProof="0" dirty="0">
                <a:latin typeface="+mn-lt"/>
                <a:cs typeface="Segoe UI"/>
              </a:rPr>
              <a:t>wildcards</a:t>
            </a:r>
            <a:r>
              <a:rPr lang="en-GB" sz="1200" spc="-20" noProof="0" dirty="0">
                <a:latin typeface="+mn-lt"/>
                <a:cs typeface="Segoe UI"/>
              </a:rPr>
              <a:t> </a:t>
            </a:r>
            <a:r>
              <a:rPr lang="en-GB" sz="1200" spc="-15" noProof="0" dirty="0">
                <a:latin typeface="+mn-lt"/>
                <a:cs typeface="Segoe UI"/>
              </a:rPr>
              <a:t>to </a:t>
            </a:r>
            <a:r>
              <a:rPr lang="en-GB" sz="1200" spc="-20" noProof="0" dirty="0">
                <a:latin typeface="+mn-lt"/>
                <a:cs typeface="Segoe UI"/>
              </a:rPr>
              <a:t>generate</a:t>
            </a:r>
            <a:r>
              <a:rPr lang="en-GB" sz="1200" spc="-55" noProof="0" dirty="0">
                <a:latin typeface="+mn-lt"/>
                <a:cs typeface="Segoe UI"/>
              </a:rPr>
              <a:t> </a:t>
            </a:r>
            <a:r>
              <a:rPr lang="en-GB" sz="1200" spc="-20" noProof="0" dirty="0">
                <a:latin typeface="+mn-lt"/>
                <a:cs typeface="Segoe UI"/>
              </a:rPr>
              <a:t>pathnames,</a:t>
            </a:r>
            <a:r>
              <a:rPr lang="en-GB" sz="1200" spc="-30"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spc="-20" noProof="0" dirty="0">
                <a:latin typeface="+mn-lt"/>
                <a:cs typeface="Segoe UI"/>
              </a:rPr>
              <a:t>well</a:t>
            </a:r>
            <a:r>
              <a:rPr lang="en-GB" sz="1200" spc="-30" noProof="0" dirty="0">
                <a:latin typeface="+mn-lt"/>
                <a:cs typeface="Segoe UI"/>
              </a:rPr>
              <a:t> </a:t>
            </a:r>
            <a:r>
              <a:rPr lang="en-GB" sz="1200" spc="-15" noProof="0" dirty="0">
                <a:latin typeface="+mn-lt"/>
                <a:cs typeface="Segoe UI"/>
              </a:rPr>
              <a:t>as</a:t>
            </a:r>
            <a:r>
              <a:rPr lang="en-GB" sz="1200" spc="-20" noProof="0" dirty="0">
                <a:latin typeface="+mn-lt"/>
                <a:cs typeface="Segoe UI"/>
              </a:rPr>
              <a:t> </a:t>
            </a:r>
            <a:r>
              <a:rPr lang="en-GB" sz="1200" spc="-25" noProof="0" dirty="0">
                <a:latin typeface="+mn-lt"/>
                <a:cs typeface="Segoe UI"/>
              </a:rPr>
              <a:t>filenames,</a:t>
            </a:r>
            <a:r>
              <a:rPr lang="en-GB" sz="1200" spc="-35" noProof="0" dirty="0">
                <a:latin typeface="+mn-lt"/>
                <a:cs typeface="Segoe UI"/>
              </a:rPr>
              <a:t> </a:t>
            </a:r>
            <a:r>
              <a:rPr lang="en-GB" sz="1200" spc="-20" noProof="0" dirty="0">
                <a:latin typeface="+mn-lt"/>
                <a:cs typeface="Segoe UI"/>
              </a:rPr>
              <a:t>i.e.,</a:t>
            </a:r>
            <a:r>
              <a:rPr lang="en-GB" sz="1200" spc="-30" noProof="0" dirty="0">
                <a:latin typeface="+mn-lt"/>
                <a:cs typeface="Segoe UI"/>
              </a:rPr>
              <a:t> </a:t>
            </a:r>
            <a:r>
              <a:rPr lang="en-GB" sz="1200" spc="-25" noProof="0" dirty="0">
                <a:latin typeface="+mn-lt"/>
                <a:cs typeface="Segoe UI"/>
              </a:rPr>
              <a:t>wildcards</a:t>
            </a:r>
            <a:r>
              <a:rPr lang="en-GB" sz="1200" spc="-20" noProof="0" dirty="0">
                <a:latin typeface="+mn-lt"/>
                <a:cs typeface="Segoe UI"/>
              </a:rPr>
              <a:t> can </a:t>
            </a:r>
            <a:r>
              <a:rPr lang="en-GB" sz="1200" spc="-260" noProof="0" dirty="0">
                <a:latin typeface="+mn-lt"/>
                <a:cs typeface="Segoe UI"/>
              </a:rPr>
              <a:t> </a:t>
            </a:r>
            <a:r>
              <a:rPr lang="en-GB" sz="1200" spc="-10" noProof="0" dirty="0">
                <a:latin typeface="+mn-lt"/>
                <a:cs typeface="Segoe UI"/>
              </a:rPr>
              <a:t>be</a:t>
            </a:r>
            <a:r>
              <a:rPr lang="en-GB" sz="1200" spc="-90" noProof="0" dirty="0">
                <a:latin typeface="+mn-lt"/>
                <a:cs typeface="Segoe UI"/>
              </a:rPr>
              <a:t> </a:t>
            </a:r>
            <a:r>
              <a:rPr lang="en-GB" sz="1200" spc="-15" noProof="0" dirty="0">
                <a:latin typeface="+mn-lt"/>
                <a:cs typeface="Segoe UI"/>
              </a:rPr>
              <a:t>used</a:t>
            </a:r>
            <a:r>
              <a:rPr lang="en-GB" sz="1200" spc="-55" noProof="0" dirty="0">
                <a:latin typeface="+mn-lt"/>
                <a:cs typeface="Segoe UI"/>
              </a:rPr>
              <a:t> </a:t>
            </a:r>
            <a:r>
              <a:rPr lang="en-GB" sz="1200" spc="-20" noProof="0" dirty="0">
                <a:latin typeface="+mn-lt"/>
                <a:cs typeface="Segoe UI"/>
              </a:rPr>
              <a:t>anywhere</a:t>
            </a:r>
            <a:r>
              <a:rPr lang="en-GB" sz="1200" spc="-35" noProof="0" dirty="0">
                <a:latin typeface="+mn-lt"/>
                <a:cs typeface="Segoe UI"/>
              </a:rPr>
              <a:t> </a:t>
            </a:r>
            <a:r>
              <a:rPr lang="en-GB" sz="1200" spc="-15" noProof="0" dirty="0">
                <a:latin typeface="+mn-lt"/>
                <a:cs typeface="Segoe UI"/>
              </a:rPr>
              <a:t>in</a:t>
            </a:r>
            <a:r>
              <a:rPr lang="en-GB" sz="1200" spc="-5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path</a:t>
            </a:r>
            <a:r>
              <a:rPr lang="en-GB" sz="1200" spc="-30" noProof="0" dirty="0">
                <a:latin typeface="+mn-lt"/>
                <a:cs typeface="Segoe UI"/>
              </a:rPr>
              <a:t> </a:t>
            </a:r>
            <a:r>
              <a:rPr lang="en-GB" sz="1200" spc="-25" noProof="0" dirty="0">
                <a:latin typeface="+mn-lt"/>
                <a:cs typeface="Segoe UI"/>
              </a:rPr>
              <a:t>specification.</a:t>
            </a: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9445857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99695">
              <a:lnSpc>
                <a:spcPct val="100000"/>
              </a:lnSpc>
              <a:spcBef>
                <a:spcPts val="105"/>
              </a:spcBef>
            </a:pPr>
            <a:r>
              <a:rPr lang="en-GB" sz="1200" spc="-15" noProof="0" dirty="0">
                <a:latin typeface="+mn-lt"/>
                <a:cs typeface="Segoe UI"/>
              </a:rPr>
              <a:t>In</a:t>
            </a:r>
            <a:r>
              <a:rPr lang="en-GB" sz="1200" spc="-75" noProof="0" dirty="0">
                <a:latin typeface="+mn-lt"/>
                <a:cs typeface="Segoe UI"/>
              </a:rPr>
              <a:t> </a:t>
            </a:r>
            <a:r>
              <a:rPr lang="en-GB" sz="1200" spc="-20" noProof="0" dirty="0">
                <a:latin typeface="+mn-lt"/>
                <a:cs typeface="Segoe UI"/>
              </a:rPr>
              <a:t>early</a:t>
            </a:r>
            <a:r>
              <a:rPr lang="en-GB" sz="1200" spc="-10" noProof="0" dirty="0">
                <a:latin typeface="+mn-lt"/>
                <a:cs typeface="Segoe UI"/>
              </a:rPr>
              <a:t> </a:t>
            </a:r>
            <a:r>
              <a:rPr lang="en-GB" sz="1200" spc="-15" noProof="0" dirty="0">
                <a:latin typeface="+mn-lt"/>
                <a:cs typeface="Segoe UI"/>
              </a:rPr>
              <a:t>Unix</a:t>
            </a:r>
            <a:r>
              <a:rPr lang="en-GB" sz="1200" spc="-60" noProof="0" dirty="0">
                <a:latin typeface="+mn-lt"/>
                <a:cs typeface="Segoe UI"/>
              </a:rPr>
              <a:t> </a:t>
            </a:r>
            <a:r>
              <a:rPr lang="en-GB" sz="1200" spc="-15" noProof="0" dirty="0">
                <a:latin typeface="+mn-lt"/>
                <a:cs typeface="Segoe UI"/>
              </a:rPr>
              <a:t>we</a:t>
            </a:r>
            <a:r>
              <a:rPr lang="en-GB" sz="1200" spc="-25" noProof="0" dirty="0">
                <a:latin typeface="+mn-lt"/>
                <a:cs typeface="Segoe UI"/>
              </a:rPr>
              <a:t> </a:t>
            </a:r>
            <a:r>
              <a:rPr lang="en-GB" sz="1200" spc="-15" noProof="0" dirty="0">
                <a:latin typeface="+mn-lt"/>
                <a:cs typeface="Segoe UI"/>
              </a:rPr>
              <a:t>used</a:t>
            </a:r>
            <a:r>
              <a:rPr lang="en-GB" sz="1200" spc="-45" noProof="0" dirty="0">
                <a:latin typeface="+mn-lt"/>
                <a:cs typeface="Segoe UI"/>
              </a:rPr>
              <a:t> </a:t>
            </a:r>
            <a:r>
              <a:rPr lang="en-GB" sz="1200" spc="-25" noProof="0" dirty="0">
                <a:latin typeface="+mn-lt"/>
                <a:cs typeface="Segoe UI"/>
              </a:rPr>
              <a:t>ASCII,</a:t>
            </a:r>
            <a:r>
              <a:rPr lang="en-GB" sz="1200" spc="-5" noProof="0" dirty="0">
                <a:latin typeface="+mn-lt"/>
                <a:cs typeface="Segoe UI"/>
              </a:rPr>
              <a:t> </a:t>
            </a:r>
            <a:r>
              <a:rPr lang="en-GB" sz="1200" spc="-10" noProof="0" dirty="0">
                <a:latin typeface="+mn-lt"/>
                <a:cs typeface="Segoe UI"/>
              </a:rPr>
              <a:t>but</a:t>
            </a:r>
            <a:r>
              <a:rPr lang="en-GB" sz="1200" spc="-60"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spread</a:t>
            </a:r>
            <a:r>
              <a:rPr lang="en-GB" sz="1200" spc="-45" noProof="0" dirty="0">
                <a:latin typeface="+mn-lt"/>
                <a:cs typeface="Segoe UI"/>
              </a:rPr>
              <a:t> </a:t>
            </a:r>
            <a:r>
              <a:rPr lang="en-GB" sz="1200" spc="-10" noProof="0" dirty="0">
                <a:latin typeface="+mn-lt"/>
                <a:cs typeface="Segoe UI"/>
              </a:rPr>
              <a:t>of</a:t>
            </a:r>
            <a:r>
              <a:rPr lang="en-GB" sz="1200" spc="-55" noProof="0" dirty="0">
                <a:latin typeface="+mn-lt"/>
                <a:cs typeface="Segoe UI"/>
              </a:rPr>
              <a:t> </a:t>
            </a:r>
            <a:r>
              <a:rPr lang="en-GB" sz="1200" spc="-15" noProof="0" dirty="0">
                <a:latin typeface="+mn-lt"/>
                <a:cs typeface="Segoe UI"/>
              </a:rPr>
              <a:t>Unix</a:t>
            </a:r>
            <a:r>
              <a:rPr lang="en-GB" sz="1200" spc="-40" noProof="0" dirty="0">
                <a:latin typeface="+mn-lt"/>
                <a:cs typeface="Segoe UI"/>
              </a:rPr>
              <a:t> </a:t>
            </a:r>
            <a:r>
              <a:rPr lang="en-GB" sz="1200" spc="-25" noProof="0" dirty="0">
                <a:latin typeface="+mn-lt"/>
                <a:cs typeface="Segoe UI"/>
              </a:rPr>
              <a:t>internationally</a:t>
            </a:r>
            <a:r>
              <a:rPr lang="en-GB" sz="1200" spc="-35" noProof="0" dirty="0">
                <a:latin typeface="+mn-lt"/>
                <a:cs typeface="Segoe UI"/>
              </a:rPr>
              <a:t> </a:t>
            </a:r>
            <a:r>
              <a:rPr lang="en-GB" sz="1200" spc="-20" noProof="0" dirty="0">
                <a:latin typeface="+mn-lt"/>
                <a:cs typeface="Segoe UI"/>
              </a:rPr>
              <a:t>quickly</a:t>
            </a:r>
            <a:r>
              <a:rPr lang="en-GB" sz="1200" spc="-35" noProof="0" dirty="0">
                <a:latin typeface="+mn-lt"/>
                <a:cs typeface="Segoe UI"/>
              </a:rPr>
              <a:t> </a:t>
            </a:r>
            <a:r>
              <a:rPr lang="en-GB" sz="1200" spc="-20" noProof="0" dirty="0">
                <a:latin typeface="+mn-lt"/>
                <a:cs typeface="Segoe UI"/>
              </a:rPr>
              <a:t>meant</a:t>
            </a:r>
            <a:r>
              <a:rPr lang="en-GB" sz="1200" spc="-3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7-bit</a:t>
            </a:r>
            <a:r>
              <a:rPr lang="en-GB" sz="1200" spc="-55" noProof="0" dirty="0">
                <a:latin typeface="+mn-lt"/>
                <a:cs typeface="Segoe UI"/>
              </a:rPr>
              <a:t> </a:t>
            </a:r>
            <a:r>
              <a:rPr lang="en-GB" sz="1200" spc="-25" noProof="0" dirty="0">
                <a:latin typeface="+mn-lt"/>
                <a:cs typeface="Segoe UI"/>
              </a:rPr>
              <a:t>ASCII</a:t>
            </a:r>
            <a:r>
              <a:rPr lang="en-GB" sz="1200" spc="-5" noProof="0" dirty="0">
                <a:latin typeface="+mn-lt"/>
                <a:cs typeface="Segoe UI"/>
              </a:rPr>
              <a:t> </a:t>
            </a:r>
            <a:r>
              <a:rPr lang="en-GB" sz="1200" spc="-25" noProof="0" dirty="0">
                <a:latin typeface="+mn-lt"/>
                <a:cs typeface="Segoe UI"/>
              </a:rPr>
              <a:t>character </a:t>
            </a:r>
            <a:r>
              <a:rPr lang="en-GB" sz="1200" spc="-260" noProof="0" dirty="0">
                <a:latin typeface="+mn-lt"/>
                <a:cs typeface="Segoe UI"/>
              </a:rPr>
              <a:t> </a:t>
            </a:r>
            <a:r>
              <a:rPr lang="en-GB" sz="1200" spc="-15" noProof="0" dirty="0">
                <a:latin typeface="+mn-lt"/>
                <a:cs typeface="Segoe UI"/>
              </a:rPr>
              <a:t>set </a:t>
            </a:r>
            <a:r>
              <a:rPr lang="en-GB" sz="1200" spc="-20" noProof="0" dirty="0">
                <a:latin typeface="+mn-lt"/>
                <a:cs typeface="Segoe UI"/>
              </a:rPr>
              <a:t>offering </a:t>
            </a:r>
            <a:r>
              <a:rPr lang="en-GB" sz="1200" spc="-10" noProof="0" dirty="0">
                <a:latin typeface="+mn-lt"/>
                <a:cs typeface="Segoe UI"/>
              </a:rPr>
              <a:t>128 </a:t>
            </a:r>
            <a:r>
              <a:rPr lang="en-GB" sz="1200" spc="-25" noProof="0" dirty="0">
                <a:latin typeface="+mn-lt"/>
                <a:cs typeface="Segoe UI"/>
              </a:rPr>
              <a:t>characters, </a:t>
            </a:r>
            <a:r>
              <a:rPr lang="en-GB" sz="1200" spc="-20" noProof="0" dirty="0">
                <a:latin typeface="+mn-lt"/>
                <a:cs typeface="Segoe UI"/>
              </a:rPr>
              <a:t>was </a:t>
            </a:r>
            <a:r>
              <a:rPr lang="en-GB" sz="1200" spc="-10" noProof="0" dirty="0">
                <a:latin typeface="+mn-lt"/>
                <a:cs typeface="Segoe UI"/>
              </a:rPr>
              <a:t>not </a:t>
            </a:r>
            <a:r>
              <a:rPr lang="en-GB" sz="1200" spc="-15" noProof="0" dirty="0">
                <a:latin typeface="+mn-lt"/>
                <a:cs typeface="Segoe UI"/>
              </a:rPr>
              <a:t>enough.</a:t>
            </a:r>
          </a:p>
          <a:p>
            <a:pPr marL="12700" marR="99695">
              <a:lnSpc>
                <a:spcPct val="100000"/>
              </a:lnSpc>
              <a:spcBef>
                <a:spcPts val="105"/>
              </a:spcBef>
            </a:pPr>
            <a:endParaRPr lang="en-GB" sz="1200" spc="-15" noProof="0" dirty="0">
              <a:latin typeface="+mn-lt"/>
              <a:cs typeface="Segoe UI"/>
            </a:endParaRPr>
          </a:p>
          <a:p>
            <a:pPr marL="12700" marR="99695">
              <a:lnSpc>
                <a:spcPct val="100000"/>
              </a:lnSpc>
              <a:spcBef>
                <a:spcPts val="105"/>
              </a:spcBef>
            </a:pPr>
            <a:r>
              <a:rPr lang="en-GB" sz="1200" spc="-15" noProof="0" dirty="0">
                <a:latin typeface="+mn-lt"/>
                <a:cs typeface="Segoe UI"/>
              </a:rPr>
              <a:t>Most people in </a:t>
            </a:r>
            <a:r>
              <a:rPr lang="en-GB" sz="1200" spc="-20" noProof="0" dirty="0">
                <a:latin typeface="+mn-lt"/>
                <a:cs typeface="Segoe UI"/>
              </a:rPr>
              <a:t>Western </a:t>
            </a:r>
            <a:r>
              <a:rPr lang="en-GB" sz="1200" spc="-15" noProof="0" dirty="0">
                <a:latin typeface="+mn-lt"/>
                <a:cs typeface="Segoe UI"/>
              </a:rPr>
              <a:t>Europe use </a:t>
            </a:r>
            <a:r>
              <a:rPr lang="en-GB" sz="1200" spc="-20" noProof="0" dirty="0">
                <a:latin typeface="+mn-lt"/>
                <a:cs typeface="Segoe UI"/>
              </a:rPr>
              <a:t>the </a:t>
            </a:r>
            <a:r>
              <a:rPr lang="en-GB" sz="1200" spc="-15" noProof="0" dirty="0">
                <a:latin typeface="+mn-lt"/>
                <a:cs typeface="Segoe UI"/>
              </a:rPr>
              <a:t>8-bit </a:t>
            </a:r>
            <a:r>
              <a:rPr lang="en-GB" sz="1200" spc="-10" noProof="0" dirty="0">
                <a:latin typeface="+mn-lt"/>
                <a:cs typeface="Segoe UI"/>
              </a:rPr>
              <a:t>(256 </a:t>
            </a:r>
            <a:r>
              <a:rPr lang="en-GB" sz="1200" spc="-5" noProof="0" dirty="0">
                <a:latin typeface="+mn-lt"/>
                <a:cs typeface="Segoe UI"/>
              </a:rPr>
              <a:t> </a:t>
            </a:r>
            <a:r>
              <a:rPr lang="en-GB" sz="1200" spc="-25" noProof="0" dirty="0">
                <a:latin typeface="+mn-lt"/>
                <a:cs typeface="Segoe UI"/>
              </a:rPr>
              <a:t>characters) </a:t>
            </a:r>
            <a:r>
              <a:rPr lang="en-GB" sz="1200" spc="-20" noProof="0" dirty="0">
                <a:latin typeface="+mn-lt"/>
                <a:cs typeface="Segoe UI"/>
              </a:rPr>
              <a:t>standard ISO 8859/1, usually </a:t>
            </a:r>
            <a:r>
              <a:rPr lang="en-GB" sz="1200" spc="-25" noProof="0" dirty="0">
                <a:latin typeface="+mn-lt"/>
                <a:cs typeface="Segoe UI"/>
              </a:rPr>
              <a:t>called </a:t>
            </a:r>
            <a:r>
              <a:rPr lang="en-GB" sz="1200" spc="-20" noProof="0" dirty="0">
                <a:latin typeface="+mn-lt"/>
                <a:cs typeface="Segoe UI"/>
              </a:rPr>
              <a:t>ISO Latin </a:t>
            </a:r>
            <a:r>
              <a:rPr lang="en-GB" sz="1200" spc="-10" noProof="0" dirty="0">
                <a:latin typeface="+mn-lt"/>
                <a:cs typeface="Segoe UI"/>
              </a:rPr>
              <a:t>1. This </a:t>
            </a:r>
            <a:r>
              <a:rPr lang="en-GB" sz="1200" spc="-15" noProof="0" dirty="0">
                <a:latin typeface="+mn-lt"/>
                <a:cs typeface="Segoe UI"/>
              </a:rPr>
              <a:t>is</a:t>
            </a:r>
            <a:r>
              <a:rPr lang="en-GB" sz="1200" spc="-10" noProof="0" dirty="0">
                <a:latin typeface="+mn-lt"/>
                <a:cs typeface="Segoe UI"/>
              </a:rPr>
              <a:t> </a:t>
            </a:r>
            <a:r>
              <a:rPr lang="en-GB" sz="1200" noProof="0" dirty="0">
                <a:latin typeface="+mn-lt"/>
                <a:cs typeface="Segoe UI"/>
              </a:rPr>
              <a:t>a </a:t>
            </a:r>
            <a:r>
              <a:rPr lang="en-GB" sz="1200" spc="-15" noProof="0" dirty="0">
                <a:latin typeface="+mn-lt"/>
                <a:cs typeface="Segoe UI"/>
              </a:rPr>
              <a:t>super-set </a:t>
            </a:r>
            <a:r>
              <a:rPr lang="en-GB" sz="1200" spc="-10" noProof="0" dirty="0">
                <a:latin typeface="+mn-lt"/>
                <a:cs typeface="Segoe UI"/>
              </a:rPr>
              <a:t>of </a:t>
            </a:r>
            <a:r>
              <a:rPr lang="en-GB" sz="1200" spc="-25" noProof="0" dirty="0">
                <a:latin typeface="+mn-lt"/>
                <a:cs typeface="Segoe UI"/>
              </a:rPr>
              <a:t>ASCII, meaning tha</a:t>
            </a:r>
            <a:r>
              <a:rPr lang="en-GB" sz="1200" spc="-20" noProof="0" dirty="0">
                <a:latin typeface="+mn-lt"/>
                <a:cs typeface="Segoe UI"/>
              </a:rPr>
              <a:t>t its first </a:t>
            </a:r>
            <a:r>
              <a:rPr lang="en-GB" sz="1200" spc="-10" noProof="0" dirty="0">
                <a:latin typeface="+mn-lt"/>
                <a:cs typeface="Segoe UI"/>
              </a:rPr>
              <a:t>128 </a:t>
            </a:r>
            <a:r>
              <a:rPr lang="en-GB" sz="1200" spc="-25" noProof="0" dirty="0">
                <a:latin typeface="+mn-lt"/>
                <a:cs typeface="Segoe UI"/>
              </a:rPr>
              <a:t>characters</a:t>
            </a:r>
            <a:r>
              <a:rPr lang="en-GB" sz="1200" spc="-35" noProof="0" dirty="0">
                <a:latin typeface="+mn-lt"/>
                <a:cs typeface="Segoe UI"/>
              </a:rPr>
              <a:t> </a:t>
            </a:r>
            <a:r>
              <a:rPr lang="en-GB" sz="1200" spc="-15" noProof="0" dirty="0">
                <a:latin typeface="+mn-lt"/>
                <a:cs typeface="Segoe UI"/>
              </a:rPr>
              <a:t>are</a:t>
            </a:r>
            <a:r>
              <a:rPr lang="en-GB" sz="1200" spc="-3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same</a:t>
            </a:r>
            <a:r>
              <a:rPr lang="en-GB" sz="1200" spc="-35" noProof="0" dirty="0">
                <a:latin typeface="+mn-lt"/>
                <a:cs typeface="Segoe UI"/>
              </a:rPr>
              <a:t> </a:t>
            </a:r>
            <a:r>
              <a:rPr lang="en-GB" sz="1200" spc="-15" noProof="0" dirty="0">
                <a:latin typeface="+mn-lt"/>
                <a:cs typeface="Segoe UI"/>
              </a:rPr>
              <a:t>as</a:t>
            </a:r>
            <a:r>
              <a:rPr lang="en-GB" sz="1200" spc="-30" noProof="0" dirty="0">
                <a:latin typeface="+mn-lt"/>
                <a:cs typeface="Segoe UI"/>
              </a:rPr>
              <a:t> </a:t>
            </a:r>
            <a:r>
              <a:rPr lang="en-GB" sz="1200" spc="-25" noProof="0" dirty="0">
                <a:latin typeface="+mn-lt"/>
                <a:cs typeface="Segoe UI"/>
              </a:rPr>
              <a:t>ASCII.</a:t>
            </a:r>
          </a:p>
          <a:p>
            <a:pPr marL="12700" marR="99695">
              <a:lnSpc>
                <a:spcPct val="100000"/>
              </a:lnSpc>
              <a:spcBef>
                <a:spcPts val="105"/>
              </a:spcBef>
            </a:pPr>
            <a:endParaRPr lang="en-GB" sz="1200" spc="-25" noProof="0" dirty="0">
              <a:latin typeface="+mn-lt"/>
              <a:cs typeface="Segoe UI"/>
            </a:endParaRPr>
          </a:p>
          <a:p>
            <a:pPr marL="12700" marR="99695">
              <a:lnSpc>
                <a:spcPct val="100000"/>
              </a:lnSpc>
              <a:spcBef>
                <a:spcPts val="105"/>
              </a:spcBef>
            </a:pPr>
            <a:r>
              <a:rPr lang="en-GB" sz="1200" spc="-20" noProof="0" dirty="0">
                <a:latin typeface="+mn-lt"/>
                <a:cs typeface="Segoe UI"/>
              </a:rPr>
              <a:t>Unicode </a:t>
            </a:r>
            <a:r>
              <a:rPr lang="en-GB" sz="1200" spc="-15" noProof="0" dirty="0">
                <a:latin typeface="+mn-lt"/>
                <a:cs typeface="Segoe UI"/>
              </a:rPr>
              <a:t>is </a:t>
            </a:r>
            <a:r>
              <a:rPr lang="en-GB" sz="1200" noProof="0" dirty="0">
                <a:latin typeface="+mn-lt"/>
                <a:cs typeface="Segoe UI"/>
              </a:rPr>
              <a:t>a </a:t>
            </a:r>
            <a:r>
              <a:rPr lang="en-GB" sz="1200" spc="-15" noProof="0" dirty="0">
                <a:latin typeface="+mn-lt"/>
                <a:cs typeface="Segoe UI"/>
              </a:rPr>
              <a:t>16-bit subset </a:t>
            </a:r>
            <a:r>
              <a:rPr lang="en-GB" sz="1200" spc="-10" noProof="0" dirty="0">
                <a:latin typeface="+mn-lt"/>
                <a:cs typeface="Segoe UI"/>
              </a:rPr>
              <a:t>of </a:t>
            </a:r>
            <a:r>
              <a:rPr lang="en-GB" sz="1200" spc="-20" noProof="0" dirty="0">
                <a:latin typeface="+mn-lt"/>
                <a:cs typeface="Segoe UI"/>
              </a:rPr>
              <a:t>ISO </a:t>
            </a:r>
            <a:r>
              <a:rPr lang="en-GB" sz="1200" spc="-15" noProof="0" dirty="0">
                <a:latin typeface="+mn-lt"/>
                <a:cs typeface="Segoe UI"/>
              </a:rPr>
              <a:t>10646 and is</a:t>
            </a:r>
            <a:r>
              <a:rPr lang="en-GB" sz="1200" spc="-20" noProof="0" dirty="0">
                <a:latin typeface="+mn-lt"/>
                <a:cs typeface="Segoe UI"/>
              </a:rPr>
              <a:t> </a:t>
            </a:r>
            <a:r>
              <a:rPr lang="en-GB" sz="1200" spc="-15" noProof="0" dirty="0">
                <a:latin typeface="+mn-lt"/>
                <a:cs typeface="Segoe UI"/>
              </a:rPr>
              <a:t>required </a:t>
            </a:r>
            <a:r>
              <a:rPr lang="en-GB" sz="1200" spc="-20" noProof="0" dirty="0">
                <a:latin typeface="+mn-lt"/>
                <a:cs typeface="Segoe UI"/>
              </a:rPr>
              <a:t>mostly </a:t>
            </a:r>
            <a:r>
              <a:rPr lang="en-GB" sz="1200" spc="-15" noProof="0" dirty="0">
                <a:latin typeface="+mn-lt"/>
                <a:cs typeface="Segoe UI"/>
              </a:rPr>
              <a:t>for </a:t>
            </a:r>
            <a:r>
              <a:rPr lang="en-GB" sz="1200" spc="-20" noProof="0" dirty="0">
                <a:latin typeface="+mn-lt"/>
                <a:cs typeface="Segoe UI"/>
              </a:rPr>
              <a:t>Asian </a:t>
            </a:r>
            <a:r>
              <a:rPr lang="en-GB" sz="1200" spc="-25" noProof="0" dirty="0">
                <a:latin typeface="+mn-lt"/>
                <a:cs typeface="Segoe UI"/>
              </a:rPr>
              <a:t>character </a:t>
            </a:r>
            <a:r>
              <a:rPr lang="en-GB" sz="1200" spc="-20" noProof="0" dirty="0">
                <a:latin typeface="+mn-lt"/>
                <a:cs typeface="Segoe UI"/>
              </a:rPr>
              <a:t>sets with large </a:t>
            </a:r>
            <a:r>
              <a:rPr lang="en-GB" sz="1200" spc="-15" noProof="0" dirty="0">
                <a:latin typeface="+mn-lt"/>
                <a:cs typeface="Segoe UI"/>
              </a:rPr>
              <a:t> </a:t>
            </a:r>
            <a:r>
              <a:rPr lang="en-GB" sz="1200" spc="-20" noProof="0" dirty="0">
                <a:latin typeface="+mn-lt"/>
                <a:cs typeface="Segoe UI"/>
              </a:rPr>
              <a:t>alphabets.  </a:t>
            </a:r>
            <a:r>
              <a:rPr lang="en-GB" sz="1200" spc="-15" noProof="0" dirty="0">
                <a:latin typeface="+mn-lt"/>
                <a:cs typeface="Segoe UI"/>
              </a:rPr>
              <a:t>It is </a:t>
            </a:r>
            <a:r>
              <a:rPr lang="en-GB" sz="1200" spc="-20" noProof="0" dirty="0">
                <a:latin typeface="+mn-lt"/>
                <a:cs typeface="Segoe UI"/>
              </a:rPr>
              <a:t>also useful </a:t>
            </a:r>
            <a:r>
              <a:rPr lang="en-GB" sz="1200" spc="-15" noProof="0" dirty="0">
                <a:latin typeface="+mn-lt"/>
                <a:cs typeface="Segoe UI"/>
              </a:rPr>
              <a:t>in </a:t>
            </a:r>
            <a:r>
              <a:rPr lang="en-GB" sz="1200" spc="-20" noProof="0" dirty="0">
                <a:latin typeface="+mn-lt"/>
                <a:cs typeface="Segoe UI"/>
              </a:rPr>
              <a:t>Europe, </a:t>
            </a:r>
            <a:r>
              <a:rPr lang="en-GB" sz="1200" spc="-15" noProof="0" dirty="0">
                <a:latin typeface="+mn-lt"/>
                <a:cs typeface="Segoe UI"/>
              </a:rPr>
              <a:t>for the </a:t>
            </a:r>
            <a:r>
              <a:rPr lang="en-GB" sz="1200" spc="-20" noProof="0" dirty="0">
                <a:latin typeface="+mn-lt"/>
                <a:cs typeface="Segoe UI"/>
              </a:rPr>
              <a:t>E</a:t>
            </a:r>
            <a:r>
              <a:rPr lang="en-GB" spc="-20" dirty="0" err="1">
                <a:cs typeface="Segoe UI"/>
              </a:rPr>
              <a:t>uro</a:t>
            </a:r>
            <a:r>
              <a:rPr lang="en-GB" spc="-20" dirty="0">
                <a:cs typeface="Segoe UI"/>
              </a:rPr>
              <a:t>-sign</a:t>
            </a:r>
            <a:r>
              <a:rPr lang="en-GB" sz="1200" spc="-20" noProof="0" dirty="0">
                <a:latin typeface="+mn-lt"/>
                <a:cs typeface="Segoe UI"/>
              </a:rPr>
              <a:t> </a:t>
            </a:r>
            <a:r>
              <a:rPr lang="en-GB" sz="1200" spc="-25" noProof="0" dirty="0">
                <a:latin typeface="+mn-lt"/>
                <a:cs typeface="Segoe UI"/>
              </a:rPr>
              <a:t>character </a:t>
            </a:r>
            <a:r>
              <a:rPr lang="en-GB" sz="1200" spc="-10" noProof="0" dirty="0">
                <a:latin typeface="+mn-lt"/>
                <a:cs typeface="Segoe UI"/>
              </a:rPr>
              <a:t>(€) </a:t>
            </a:r>
            <a:r>
              <a:rPr lang="en-GB" sz="1200" spc="-15" noProof="0" dirty="0">
                <a:latin typeface="+mn-lt"/>
                <a:cs typeface="Segoe UI"/>
              </a:rPr>
              <a:t>for </a:t>
            </a:r>
            <a:r>
              <a:rPr lang="en-GB" sz="1200" spc="-25" noProof="0" dirty="0">
                <a:latin typeface="+mn-lt"/>
                <a:cs typeface="Segoe UI"/>
              </a:rPr>
              <a:t>example.  </a:t>
            </a:r>
            <a:r>
              <a:rPr lang="en-GB" sz="1200" spc="-15" noProof="0" dirty="0">
                <a:latin typeface="+mn-lt"/>
                <a:cs typeface="Segoe UI"/>
              </a:rPr>
              <a:t>The </a:t>
            </a:r>
            <a:r>
              <a:rPr lang="en-GB" sz="1200" spc="-20" noProof="0" dirty="0">
                <a:latin typeface="+mn-lt"/>
                <a:cs typeface="Segoe UI"/>
              </a:rPr>
              <a:t>first </a:t>
            </a:r>
            <a:r>
              <a:rPr lang="en-GB" sz="1200" spc="-10" noProof="0" dirty="0">
                <a:latin typeface="+mn-lt"/>
                <a:cs typeface="Segoe UI"/>
              </a:rPr>
              <a:t>256 </a:t>
            </a:r>
            <a:r>
              <a:rPr lang="en-GB" sz="1200" spc="-25" noProof="0" dirty="0">
                <a:latin typeface="+mn-lt"/>
                <a:cs typeface="Segoe UI"/>
              </a:rPr>
              <a:t>characters </a:t>
            </a:r>
            <a:r>
              <a:rPr lang="en-GB" sz="1200" spc="-260" noProof="0" dirty="0">
                <a:latin typeface="+mn-lt"/>
                <a:cs typeface="Segoe UI"/>
              </a:rPr>
              <a:t> </a:t>
            </a:r>
            <a:r>
              <a:rPr lang="en-GB" sz="1200" spc="-15" noProof="0" dirty="0">
                <a:latin typeface="+mn-lt"/>
                <a:cs typeface="Segoe UI"/>
              </a:rPr>
              <a:t>are the </a:t>
            </a:r>
            <a:r>
              <a:rPr lang="en-GB" sz="1200" spc="-20" noProof="0" dirty="0">
                <a:latin typeface="+mn-lt"/>
                <a:cs typeface="Segoe UI"/>
              </a:rPr>
              <a:t>same </a:t>
            </a:r>
            <a:r>
              <a:rPr lang="en-GB" sz="1200" spc="-15" noProof="0" dirty="0">
                <a:latin typeface="+mn-lt"/>
                <a:cs typeface="Segoe UI"/>
              </a:rPr>
              <a:t>as </a:t>
            </a:r>
            <a:r>
              <a:rPr lang="en-GB" sz="1200" spc="-20" noProof="0" dirty="0">
                <a:latin typeface="+mn-lt"/>
                <a:cs typeface="Segoe UI"/>
              </a:rPr>
              <a:t>ISO Latin </a:t>
            </a:r>
            <a:r>
              <a:rPr lang="en-GB" sz="1200" spc="-10" noProof="0" dirty="0">
                <a:latin typeface="+mn-lt"/>
                <a:cs typeface="Segoe UI"/>
              </a:rPr>
              <a:t>1.</a:t>
            </a:r>
          </a:p>
          <a:p>
            <a:pPr marL="12700" marR="99695">
              <a:lnSpc>
                <a:spcPct val="100000"/>
              </a:lnSpc>
              <a:spcBef>
                <a:spcPts val="105"/>
              </a:spcBef>
            </a:pPr>
            <a:endParaRPr lang="en-GB" sz="1200" spc="-10" noProof="0" dirty="0">
              <a:latin typeface="+mn-lt"/>
              <a:cs typeface="Segoe UI"/>
            </a:endParaRPr>
          </a:p>
          <a:p>
            <a:pPr marL="12700" marR="5080">
              <a:lnSpc>
                <a:spcPct val="100000"/>
              </a:lnSpc>
              <a:spcBef>
                <a:spcPts val="605"/>
              </a:spcBef>
            </a:pPr>
            <a:r>
              <a:rPr lang="en-GB" sz="1200" spc="-15" noProof="0" dirty="0">
                <a:latin typeface="+mn-lt"/>
                <a:cs typeface="Segoe UI"/>
              </a:rPr>
              <a:t>There are </a:t>
            </a:r>
            <a:r>
              <a:rPr lang="en-GB" sz="1200" noProof="0" dirty="0">
                <a:latin typeface="+mn-lt"/>
                <a:cs typeface="Segoe UI"/>
              </a:rPr>
              <a:t>a </a:t>
            </a:r>
            <a:r>
              <a:rPr lang="en-GB" sz="1200" spc="-15" noProof="0" dirty="0">
                <a:latin typeface="+mn-lt"/>
                <a:cs typeface="Segoe UI"/>
              </a:rPr>
              <a:t>number </a:t>
            </a:r>
            <a:r>
              <a:rPr lang="en-GB" sz="1200" spc="-10" noProof="0" dirty="0">
                <a:latin typeface="+mn-lt"/>
                <a:cs typeface="Segoe UI"/>
              </a:rPr>
              <a:t>of </a:t>
            </a:r>
            <a:r>
              <a:rPr lang="en-GB" sz="1200" spc="-20" noProof="0" dirty="0">
                <a:latin typeface="+mn-lt"/>
                <a:cs typeface="Segoe UI"/>
              </a:rPr>
              <a:t>Unicode file formats.  O</a:t>
            </a:r>
            <a:r>
              <a:rPr lang="en-GB" sz="1200" spc="-10" noProof="0" dirty="0">
                <a:latin typeface="+mn-lt"/>
                <a:cs typeface="Segoe UI"/>
              </a:rPr>
              <a:t>ne of </a:t>
            </a:r>
            <a:r>
              <a:rPr lang="en-GB" sz="1200" spc="-15" noProof="0" dirty="0">
                <a:latin typeface="+mn-lt"/>
                <a:cs typeface="Segoe UI"/>
              </a:rPr>
              <a:t>the</a:t>
            </a:r>
            <a:r>
              <a:rPr lang="en-GB" sz="1200" spc="-10" noProof="0" dirty="0">
                <a:latin typeface="+mn-lt"/>
                <a:cs typeface="Segoe UI"/>
              </a:rPr>
              <a:t> </a:t>
            </a:r>
            <a:r>
              <a:rPr lang="en-GB" sz="1200" spc="-15" noProof="0" dirty="0">
                <a:latin typeface="+mn-lt"/>
                <a:cs typeface="Segoe UI"/>
              </a:rPr>
              <a:t>most </a:t>
            </a:r>
            <a:r>
              <a:rPr lang="en-GB" sz="1200" spc="-20" noProof="0" dirty="0">
                <a:latin typeface="+mn-lt"/>
                <a:cs typeface="Segoe UI"/>
              </a:rPr>
              <a:t>popular </a:t>
            </a:r>
            <a:r>
              <a:rPr lang="en-GB" sz="1200" spc="-15" noProof="0" dirty="0">
                <a:latin typeface="+mn-lt"/>
                <a:cs typeface="Segoe UI"/>
              </a:rPr>
              <a:t>is </a:t>
            </a:r>
            <a:r>
              <a:rPr lang="en-GB" sz="1200" spc="-20" noProof="0" dirty="0">
                <a:latin typeface="+mn-lt"/>
                <a:cs typeface="Segoe UI"/>
              </a:rPr>
              <a:t>utf8, which treats 'ordinary' </a:t>
            </a:r>
            <a:r>
              <a:rPr lang="en-GB" sz="1200" spc="-25" noProof="0" dirty="0">
                <a:latin typeface="+mn-lt"/>
                <a:cs typeface="Segoe UI"/>
              </a:rPr>
              <a:t>characters </a:t>
            </a:r>
            <a:r>
              <a:rPr lang="en-GB" sz="1200" spc="-15" noProof="0" dirty="0">
                <a:latin typeface="+mn-lt"/>
                <a:cs typeface="Segoe UI"/>
              </a:rPr>
              <a:t>as </a:t>
            </a:r>
            <a:r>
              <a:rPr lang="en-GB" sz="1200" spc="-20" noProof="0" dirty="0">
                <a:latin typeface="+mn-lt"/>
                <a:cs typeface="Segoe UI"/>
              </a:rPr>
              <a:t>8-bit, </a:t>
            </a:r>
            <a:r>
              <a:rPr lang="en-GB" sz="1200" spc="-10" noProof="0" dirty="0">
                <a:latin typeface="+mn-lt"/>
                <a:cs typeface="Segoe UI"/>
              </a:rPr>
              <a:t>but </a:t>
            </a:r>
            <a:r>
              <a:rPr lang="en-GB" sz="1200" spc="-15" noProof="0" dirty="0">
                <a:latin typeface="+mn-lt"/>
                <a:cs typeface="Segoe UI"/>
              </a:rPr>
              <a:t>16-bit </a:t>
            </a:r>
            <a:r>
              <a:rPr lang="en-GB" sz="1200" spc="-20" noProof="0" dirty="0">
                <a:latin typeface="+mn-lt"/>
                <a:cs typeface="Segoe UI"/>
              </a:rPr>
              <a:t>Unicode </a:t>
            </a:r>
            <a:r>
              <a:rPr lang="en-GB" sz="1200" spc="-25" noProof="0" dirty="0">
                <a:latin typeface="+mn-lt"/>
                <a:cs typeface="Segoe UI"/>
              </a:rPr>
              <a:t>characters </a:t>
            </a:r>
            <a:r>
              <a:rPr lang="en-GB" sz="1200" spc="-15" noProof="0" dirty="0">
                <a:latin typeface="+mn-lt"/>
                <a:cs typeface="Segoe UI"/>
              </a:rPr>
              <a:t>are </a:t>
            </a:r>
            <a:r>
              <a:rPr lang="en-GB" sz="1200" spc="-20" noProof="0" dirty="0">
                <a:latin typeface="+mn-lt"/>
                <a:cs typeface="Segoe UI"/>
              </a:rPr>
              <a:t>marked with</a:t>
            </a:r>
            <a:r>
              <a:rPr lang="en-GB" sz="1200" spc="-55"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5" noProof="0" dirty="0">
                <a:latin typeface="+mn-lt"/>
                <a:cs typeface="Segoe UI"/>
              </a:rPr>
              <a:t>special</a:t>
            </a:r>
            <a:r>
              <a:rPr lang="en-GB" sz="1200" spc="-40" noProof="0" dirty="0">
                <a:latin typeface="+mn-lt"/>
                <a:cs typeface="Segoe UI"/>
              </a:rPr>
              <a:t> </a:t>
            </a:r>
            <a:r>
              <a:rPr lang="en-GB" sz="1200" spc="-20" noProof="0" dirty="0">
                <a:latin typeface="+mn-lt"/>
                <a:cs typeface="Segoe UI"/>
              </a:rPr>
              <a:t>prefix</a:t>
            </a:r>
            <a:r>
              <a:rPr lang="en-GB" sz="1200" spc="-40" noProof="0" dirty="0">
                <a:latin typeface="+mn-lt"/>
                <a:cs typeface="Segoe UI"/>
              </a:rPr>
              <a:t> </a:t>
            </a:r>
            <a:r>
              <a:rPr lang="en-GB" sz="1200" spc="-20" noProof="0" dirty="0">
                <a:latin typeface="+mn-lt"/>
                <a:cs typeface="Segoe UI"/>
              </a:rPr>
              <a:t>(binary</a:t>
            </a:r>
            <a:r>
              <a:rPr lang="en-GB" sz="1200" spc="-70" noProof="0" dirty="0">
                <a:latin typeface="+mn-lt"/>
                <a:cs typeface="Segoe UI"/>
              </a:rPr>
              <a:t> </a:t>
            </a:r>
            <a:r>
              <a:rPr lang="en-GB" sz="1200" spc="-15" noProof="0" dirty="0">
                <a:latin typeface="+mn-lt"/>
                <a:cs typeface="Segoe UI"/>
              </a:rPr>
              <a:t>110).</a:t>
            </a:r>
          </a:p>
          <a:p>
            <a:pPr marL="12700" marR="5080">
              <a:lnSpc>
                <a:spcPct val="100000"/>
              </a:lnSpc>
              <a:spcBef>
                <a:spcPts val="605"/>
              </a:spcBef>
            </a:pPr>
            <a:endParaRPr lang="en-GB" sz="1200" spc="-15" noProof="0" dirty="0">
              <a:latin typeface="+mn-lt"/>
              <a:cs typeface="Segoe UI"/>
            </a:endParaRPr>
          </a:p>
          <a:p>
            <a:pPr marL="12700" marR="5080">
              <a:lnSpc>
                <a:spcPct val="100000"/>
              </a:lnSpc>
              <a:spcBef>
                <a:spcPts val="605"/>
              </a:spcBef>
            </a:pPr>
            <a:r>
              <a:rPr lang="en-GB" sz="1200" spc="-5" noProof="0" dirty="0">
                <a:latin typeface="+mn-lt"/>
                <a:cs typeface="Segoe UI"/>
              </a:rPr>
              <a:t>On</a:t>
            </a:r>
            <a:r>
              <a:rPr lang="en-GB" sz="1200" spc="-55" noProof="0" dirty="0">
                <a:latin typeface="+mn-lt"/>
                <a:cs typeface="Segoe UI"/>
              </a:rPr>
              <a:t> </a:t>
            </a:r>
            <a:r>
              <a:rPr lang="en-GB" sz="1200" spc="-20" noProof="0" dirty="0">
                <a:latin typeface="+mn-lt"/>
                <a:cs typeface="Segoe UI"/>
              </a:rPr>
              <a:t>GNU/Linux,</a:t>
            </a:r>
            <a:r>
              <a:rPr lang="en-GB" sz="1200" spc="-60" noProof="0" dirty="0">
                <a:latin typeface="+mn-lt"/>
                <a:cs typeface="Segoe UI"/>
              </a:rPr>
              <a:t> </a:t>
            </a:r>
            <a:r>
              <a:rPr lang="en-GB" sz="1200" spc="-15" noProof="0" dirty="0">
                <a:latin typeface="+mn-lt"/>
                <a:cs typeface="Segoe UI"/>
              </a:rPr>
              <a:t>see</a:t>
            </a:r>
            <a:r>
              <a:rPr lang="en-GB" sz="1200" b="1" spc="-35" noProof="0" dirty="0">
                <a:latin typeface="+mn-lt"/>
                <a:cs typeface="Segoe UI"/>
              </a:rPr>
              <a:t> </a:t>
            </a:r>
            <a:r>
              <a:rPr lang="en-GB" sz="1200" b="1" spc="-20" noProof="0" dirty="0">
                <a:latin typeface="+mn-lt"/>
                <a:cs typeface="Segoe UI"/>
              </a:rPr>
              <a:t>man</a:t>
            </a:r>
            <a:r>
              <a:rPr lang="en-GB" sz="1200" b="1" spc="-30" noProof="0" dirty="0">
                <a:latin typeface="+mn-lt"/>
                <a:cs typeface="Segoe UI"/>
              </a:rPr>
              <a:t> </a:t>
            </a:r>
            <a:r>
              <a:rPr lang="en-GB" sz="1200" b="1" spc="-20" noProof="0" dirty="0">
                <a:latin typeface="+mn-lt"/>
                <a:cs typeface="Segoe UI"/>
              </a:rPr>
              <a:t>charsets</a:t>
            </a:r>
            <a:r>
              <a:rPr lang="en-GB" sz="1200" spc="-25" noProof="0" dirty="0">
                <a:latin typeface="+mn-lt"/>
                <a:cs typeface="Segoe UI"/>
              </a:rPr>
              <a:t> </a:t>
            </a:r>
            <a:r>
              <a:rPr lang="en-GB" sz="1200" spc="-15" noProof="0" dirty="0">
                <a:latin typeface="+mn-lt"/>
                <a:cs typeface="Segoe UI"/>
              </a:rPr>
              <a:t>for</a:t>
            </a:r>
            <a:r>
              <a:rPr lang="en-GB" sz="1200" spc="-50" noProof="0" dirty="0">
                <a:latin typeface="+mn-lt"/>
                <a:cs typeface="Segoe UI"/>
              </a:rPr>
              <a:t> </a:t>
            </a:r>
            <a:r>
              <a:rPr lang="en-GB" sz="1200" spc="-15" noProof="0" dirty="0">
                <a:latin typeface="+mn-lt"/>
                <a:cs typeface="Segoe UI"/>
              </a:rPr>
              <a:t>more</a:t>
            </a:r>
            <a:r>
              <a:rPr lang="en-GB" sz="1200" spc="-60" noProof="0" dirty="0">
                <a:latin typeface="+mn-lt"/>
                <a:cs typeface="Segoe UI"/>
              </a:rPr>
              <a:t> </a:t>
            </a:r>
            <a:r>
              <a:rPr lang="en-GB" sz="1200" spc="-25" noProof="0" dirty="0">
                <a:latin typeface="+mn-lt"/>
                <a:cs typeface="Segoe UI"/>
              </a:rPr>
              <a:t>details</a:t>
            </a:r>
            <a:r>
              <a:rPr lang="en-GB" sz="1200" spc="-25" noProof="0" dirty="0">
                <a:latin typeface="Montserrat" panose="00000500000000000000" pitchFamily="2" charset="0"/>
                <a:cs typeface="Segoe UI"/>
              </a:rPr>
              <a:t>.</a:t>
            </a: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12</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8896423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4584754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14</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5592178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3778808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45720">
              <a:lnSpc>
                <a:spcPct val="100000"/>
              </a:lnSpc>
              <a:spcBef>
                <a:spcPts val="105"/>
              </a:spcBef>
            </a:pPr>
            <a:r>
              <a:rPr lang="en-GB" sz="1200" spc="-25" noProof="0" dirty="0">
                <a:latin typeface="+mn-lt"/>
                <a:cs typeface="Segoe UI"/>
              </a:rPr>
              <a:t>Character class specification </a:t>
            </a:r>
            <a:r>
              <a:rPr lang="en-GB" sz="1200" spc="-15" noProof="0" dirty="0">
                <a:latin typeface="+mn-lt"/>
                <a:cs typeface="Segoe UI"/>
              </a:rPr>
              <a:t>is </a:t>
            </a:r>
            <a:r>
              <a:rPr lang="en-GB" sz="1200" noProof="0" dirty="0">
                <a:latin typeface="+mn-lt"/>
                <a:cs typeface="Segoe UI"/>
              </a:rPr>
              <a:t>a </a:t>
            </a:r>
            <a:r>
              <a:rPr lang="en-GB" sz="1200" spc="-25" noProof="0" dirty="0">
                <a:latin typeface="+mn-lt"/>
                <a:cs typeface="Segoe UI"/>
              </a:rPr>
              <a:t>relatively </a:t>
            </a:r>
            <a:r>
              <a:rPr lang="en-GB" sz="1200" spc="-15" noProof="0" dirty="0">
                <a:latin typeface="+mn-lt"/>
                <a:cs typeface="Segoe UI"/>
              </a:rPr>
              <a:t>new </a:t>
            </a:r>
            <a:r>
              <a:rPr lang="en-GB" sz="1200" spc="-20" noProof="0" dirty="0">
                <a:latin typeface="+mn-lt"/>
                <a:cs typeface="Segoe UI"/>
              </a:rPr>
              <a:t>addition </a:t>
            </a:r>
            <a:r>
              <a:rPr lang="en-GB" sz="1200" spc="-15" noProof="0" dirty="0">
                <a:latin typeface="+mn-lt"/>
                <a:cs typeface="Segoe UI"/>
              </a:rPr>
              <a:t>to the </a:t>
            </a:r>
            <a:r>
              <a:rPr lang="en-GB" sz="1200" spc="-20" noProof="0" dirty="0">
                <a:latin typeface="+mn-lt"/>
                <a:cs typeface="Segoe UI"/>
              </a:rPr>
              <a:t>shell</a:t>
            </a:r>
            <a:r>
              <a:rPr lang="en-GB" sz="1200" spc="-25" noProof="0" dirty="0">
                <a:latin typeface="+mn-lt"/>
                <a:cs typeface="Segoe UI"/>
              </a:rPr>
              <a:t> </a:t>
            </a:r>
            <a:r>
              <a:rPr lang="en-GB" sz="1200" spc="-15" noProof="0" dirty="0">
                <a:latin typeface="+mn-lt"/>
                <a:cs typeface="Segoe UI"/>
              </a:rPr>
              <a:t>and is </a:t>
            </a:r>
            <a:r>
              <a:rPr lang="en-GB" sz="1200" noProof="0" dirty="0">
                <a:latin typeface="+mn-lt"/>
                <a:cs typeface="Segoe UI"/>
              </a:rPr>
              <a:t>a </a:t>
            </a:r>
            <a:r>
              <a:rPr lang="en-GB" sz="1200" spc="-15" noProof="0" dirty="0">
                <a:latin typeface="+mn-lt"/>
                <a:cs typeface="Segoe UI"/>
              </a:rPr>
              <a:t>very </a:t>
            </a:r>
            <a:r>
              <a:rPr lang="en-GB" sz="1200" spc="-20" noProof="0" dirty="0">
                <a:latin typeface="+mn-lt"/>
                <a:cs typeface="Segoe UI"/>
              </a:rPr>
              <a:t>useful </a:t>
            </a:r>
            <a:r>
              <a:rPr lang="en-GB" sz="1200" spc="-260" noProof="0" dirty="0">
                <a:latin typeface="+mn-lt"/>
                <a:cs typeface="Segoe UI"/>
              </a:rPr>
              <a:t> </a:t>
            </a:r>
            <a:r>
              <a:rPr lang="en-GB" sz="1200" spc="-20" noProof="0" dirty="0">
                <a:latin typeface="+mn-lt"/>
                <a:cs typeface="Segoe UI"/>
              </a:rPr>
              <a:t>method</a:t>
            </a:r>
            <a:r>
              <a:rPr lang="en-GB" sz="1200" spc="-75" noProof="0" dirty="0">
                <a:latin typeface="+mn-lt"/>
                <a:cs typeface="Segoe UI"/>
              </a:rPr>
              <a:t> </a:t>
            </a:r>
            <a:r>
              <a:rPr lang="en-GB" sz="1200" spc="-15" noProof="0" dirty="0">
                <a:latin typeface="+mn-lt"/>
                <a:cs typeface="Segoe UI"/>
              </a:rPr>
              <a:t>for</a:t>
            </a:r>
            <a:r>
              <a:rPr lang="en-GB" sz="1200" spc="-40" noProof="0" dirty="0">
                <a:latin typeface="+mn-lt"/>
                <a:cs typeface="Segoe UI"/>
              </a:rPr>
              <a:t> </a:t>
            </a:r>
            <a:r>
              <a:rPr lang="en-GB" sz="1200" spc="-20" noProof="0" dirty="0">
                <a:latin typeface="+mn-lt"/>
                <a:cs typeface="Segoe UI"/>
              </a:rPr>
              <a:t>ensuring</a:t>
            </a:r>
            <a:r>
              <a:rPr lang="en-GB" sz="1200" spc="-75"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20" noProof="0" dirty="0">
                <a:latin typeface="+mn-lt"/>
                <a:cs typeface="Segoe UI"/>
              </a:rPr>
              <a:t>the</a:t>
            </a:r>
            <a:r>
              <a:rPr lang="en-GB" sz="1200" spc="-25" noProof="0" dirty="0">
                <a:latin typeface="+mn-lt"/>
                <a:cs typeface="Segoe UI"/>
              </a:rPr>
              <a:t> “locale”</a:t>
            </a:r>
            <a:r>
              <a:rPr lang="en-GB" sz="1200" spc="-45" noProof="0" dirty="0">
                <a:latin typeface="+mn-lt"/>
                <a:cs typeface="Segoe UI"/>
              </a:rPr>
              <a:t> </a:t>
            </a:r>
            <a:r>
              <a:rPr lang="en-GB" sz="1200" spc="-20" noProof="0" dirty="0">
                <a:latin typeface="+mn-lt"/>
                <a:cs typeface="Segoe UI"/>
              </a:rPr>
              <a:t>settings</a:t>
            </a:r>
            <a:r>
              <a:rPr lang="en-GB" sz="1200" spc="-45" noProof="0" dirty="0">
                <a:latin typeface="+mn-lt"/>
                <a:cs typeface="Segoe UI"/>
              </a:rPr>
              <a:t> </a:t>
            </a:r>
            <a:r>
              <a:rPr lang="en-GB" sz="1200" spc="-5" noProof="0" dirty="0">
                <a:latin typeface="+mn-lt"/>
                <a:cs typeface="Segoe UI"/>
              </a:rPr>
              <a:t>do</a:t>
            </a:r>
            <a:r>
              <a:rPr lang="en-GB" sz="1200" spc="-45" noProof="0" dirty="0">
                <a:latin typeface="+mn-lt"/>
                <a:cs typeface="Segoe UI"/>
              </a:rPr>
              <a:t> </a:t>
            </a:r>
            <a:r>
              <a:rPr lang="en-GB" sz="1200" spc="-10" noProof="0" dirty="0">
                <a:latin typeface="+mn-lt"/>
                <a:cs typeface="Segoe UI"/>
              </a:rPr>
              <a:t>not</a:t>
            </a:r>
            <a:r>
              <a:rPr lang="en-GB" sz="1200" spc="-55" noProof="0" dirty="0">
                <a:latin typeface="+mn-lt"/>
                <a:cs typeface="Segoe UI"/>
              </a:rPr>
              <a:t> </a:t>
            </a:r>
            <a:r>
              <a:rPr lang="en-GB" sz="1200" spc="-20" noProof="0" dirty="0">
                <a:latin typeface="+mn-lt"/>
                <a:cs typeface="Segoe UI"/>
              </a:rPr>
              <a:t>interfere</a:t>
            </a:r>
            <a:r>
              <a:rPr lang="en-GB" sz="1200" spc="-25" noProof="0" dirty="0">
                <a:latin typeface="+mn-lt"/>
                <a:cs typeface="Segoe UI"/>
              </a:rPr>
              <a:t> with </a:t>
            </a:r>
            <a:r>
              <a:rPr lang="en-GB" sz="1200" spc="-20" noProof="0" dirty="0">
                <a:latin typeface="+mn-lt"/>
                <a:cs typeface="Segoe UI"/>
              </a:rPr>
              <a:t>operations</a:t>
            </a:r>
            <a:r>
              <a:rPr lang="en-GB" sz="1200" spc="-75"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20" noProof="0" dirty="0">
                <a:latin typeface="+mn-lt"/>
                <a:cs typeface="Segoe UI"/>
              </a:rPr>
              <a:t>involve</a:t>
            </a:r>
            <a:r>
              <a:rPr lang="en-GB" sz="1200" spc="-55" noProof="0" dirty="0">
                <a:latin typeface="+mn-lt"/>
                <a:cs typeface="Segoe UI"/>
              </a:rPr>
              <a:t> </a:t>
            </a:r>
            <a:r>
              <a:rPr lang="en-GB" sz="1200" spc="-20" noProof="0" dirty="0" err="1">
                <a:latin typeface="+mn-lt"/>
                <a:cs typeface="Segoe UI"/>
              </a:rPr>
              <a:t>globbing</a:t>
            </a:r>
            <a:r>
              <a:rPr lang="en-GB" sz="1200" spc="-20" noProof="0" dirty="0">
                <a:latin typeface="+mn-lt"/>
                <a:cs typeface="Segoe UI"/>
              </a:rPr>
              <a:t>.</a:t>
            </a:r>
          </a:p>
          <a:p>
            <a:pPr marL="12700" marR="45720">
              <a:lnSpc>
                <a:spcPct val="100000"/>
              </a:lnSpc>
              <a:spcBef>
                <a:spcPts val="105"/>
              </a:spcBef>
            </a:pPr>
            <a:endParaRPr lang="en-GB" sz="1200" spc="-20" noProof="0" dirty="0">
              <a:latin typeface="+mn-lt"/>
              <a:cs typeface="Segoe UI"/>
            </a:endParaRPr>
          </a:p>
          <a:p>
            <a:pPr marL="12700" marR="45720">
              <a:lnSpc>
                <a:spcPct val="100000"/>
              </a:lnSpc>
              <a:spcBef>
                <a:spcPts val="105"/>
              </a:spcBef>
            </a:pPr>
            <a:r>
              <a:rPr lang="en-GB" sz="1200" spc="-25" noProof="0" dirty="0">
                <a:latin typeface="+mn-lt"/>
                <a:cs typeface="Segoe UI"/>
              </a:rPr>
              <a:t>Scripts</a:t>
            </a:r>
            <a:r>
              <a:rPr lang="en-GB" sz="1200" spc="-55" noProof="0" dirty="0">
                <a:latin typeface="+mn-lt"/>
                <a:cs typeface="Segoe UI"/>
              </a:rPr>
              <a:t> </a:t>
            </a:r>
            <a:r>
              <a:rPr lang="en-GB" sz="1200" spc="-15" noProof="0" dirty="0">
                <a:latin typeface="+mn-lt"/>
                <a:cs typeface="Segoe UI"/>
              </a:rPr>
              <a:t>using</a:t>
            </a:r>
            <a:r>
              <a:rPr lang="en-GB" sz="1200" spc="-55" noProof="0" dirty="0">
                <a:latin typeface="+mn-lt"/>
                <a:cs typeface="Segoe UI"/>
              </a:rPr>
              <a:t> </a:t>
            </a:r>
            <a:r>
              <a:rPr lang="en-GB" sz="1200" spc="-25" noProof="0" dirty="0">
                <a:latin typeface="+mn-lt"/>
                <a:cs typeface="Segoe UI"/>
              </a:rPr>
              <a:t>character</a:t>
            </a:r>
            <a:r>
              <a:rPr lang="en-GB" sz="1200" noProof="0" dirty="0">
                <a:latin typeface="+mn-lt"/>
                <a:cs typeface="Segoe UI"/>
              </a:rPr>
              <a:t> </a:t>
            </a:r>
            <a:r>
              <a:rPr lang="en-GB" sz="1200" spc="-25" noProof="0" dirty="0">
                <a:latin typeface="+mn-lt"/>
                <a:cs typeface="Segoe UI"/>
              </a:rPr>
              <a:t>class</a:t>
            </a:r>
            <a:r>
              <a:rPr lang="en-GB" sz="1200" spc="-30" noProof="0" dirty="0">
                <a:latin typeface="+mn-lt"/>
                <a:cs typeface="Segoe UI"/>
              </a:rPr>
              <a:t> </a:t>
            </a:r>
            <a:r>
              <a:rPr lang="en-GB" sz="1200" spc="-25" noProof="0" dirty="0">
                <a:latin typeface="+mn-lt"/>
                <a:cs typeface="Segoe UI"/>
              </a:rPr>
              <a:t>specification </a:t>
            </a:r>
            <a:r>
              <a:rPr lang="en-GB" sz="1200" spc="-15" noProof="0" dirty="0">
                <a:latin typeface="+mn-lt"/>
                <a:cs typeface="Segoe UI"/>
              </a:rPr>
              <a:t>and</a:t>
            </a:r>
            <a:r>
              <a:rPr lang="en-GB" sz="1200" spc="-30" noProof="0" dirty="0">
                <a:latin typeface="+mn-lt"/>
                <a:cs typeface="Segoe UI"/>
              </a:rPr>
              <a:t> </a:t>
            </a:r>
            <a:r>
              <a:rPr lang="en-GB" sz="1200" spc="-20" noProof="0" dirty="0">
                <a:latin typeface="+mn-lt"/>
                <a:cs typeface="Segoe UI"/>
              </a:rPr>
              <a:t>syntax</a:t>
            </a:r>
            <a:r>
              <a:rPr lang="en-GB" sz="1200" spc="-40" noProof="0" dirty="0">
                <a:latin typeface="+mn-lt"/>
                <a:cs typeface="Segoe UI"/>
              </a:rPr>
              <a:t> </a:t>
            </a:r>
            <a:r>
              <a:rPr lang="en-GB" sz="1200" spc="-15" noProof="0" dirty="0">
                <a:latin typeface="+mn-lt"/>
                <a:cs typeface="Segoe UI"/>
              </a:rPr>
              <a:t>are</a:t>
            </a:r>
            <a:r>
              <a:rPr lang="en-GB" sz="1200" spc="-35" noProof="0" dirty="0">
                <a:latin typeface="+mn-lt"/>
                <a:cs typeface="Segoe UI"/>
              </a:rPr>
              <a:t> </a:t>
            </a:r>
            <a:r>
              <a:rPr lang="en-GB" sz="1200" spc="-15" noProof="0" dirty="0">
                <a:latin typeface="+mn-lt"/>
                <a:cs typeface="Segoe UI"/>
              </a:rPr>
              <a:t>more</a:t>
            </a:r>
            <a:r>
              <a:rPr lang="en-GB" sz="1200" spc="-60" noProof="0" dirty="0">
                <a:latin typeface="+mn-lt"/>
                <a:cs typeface="Segoe UI"/>
              </a:rPr>
              <a:t> </a:t>
            </a:r>
            <a:r>
              <a:rPr lang="en-GB" sz="1200" spc="-15" noProof="0" dirty="0">
                <a:latin typeface="+mn-lt"/>
                <a:cs typeface="Segoe UI"/>
              </a:rPr>
              <a:t>robust</a:t>
            </a:r>
            <a:r>
              <a:rPr lang="en-GB" sz="1200" spc="-60"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20" noProof="0" dirty="0">
                <a:latin typeface="+mn-lt"/>
                <a:cs typeface="Segoe UI"/>
              </a:rPr>
              <a:t>portable.</a:t>
            </a:r>
          </a:p>
          <a:p>
            <a:pPr marL="12700" marR="45720">
              <a:lnSpc>
                <a:spcPct val="100000"/>
              </a:lnSpc>
              <a:spcBef>
                <a:spcPts val="105"/>
              </a:spcBef>
            </a:pPr>
            <a:endParaRPr lang="en-GB" sz="1200" spc="-20" noProof="0" dirty="0">
              <a:latin typeface="+mn-lt"/>
              <a:cs typeface="Segoe UI"/>
            </a:endParaRPr>
          </a:p>
          <a:p>
            <a:pPr marL="12700">
              <a:lnSpc>
                <a:spcPct val="100000"/>
              </a:lnSpc>
              <a:spcBef>
                <a:spcPts val="605"/>
              </a:spcBef>
            </a:pPr>
            <a:r>
              <a:rPr lang="en-GB" sz="1200" spc="-25" noProof="0" dirty="0">
                <a:latin typeface="+mn-lt"/>
                <a:cs typeface="Segoe UI"/>
              </a:rPr>
              <a:t>Character</a:t>
            </a:r>
            <a:r>
              <a:rPr lang="en-GB" sz="1200" spc="-20" noProof="0" dirty="0">
                <a:latin typeface="+mn-lt"/>
                <a:cs typeface="Segoe UI"/>
              </a:rPr>
              <a:t> </a:t>
            </a:r>
            <a:r>
              <a:rPr lang="en-GB" sz="1200" spc="-25" noProof="0" dirty="0">
                <a:latin typeface="+mn-lt"/>
                <a:cs typeface="Segoe UI"/>
              </a:rPr>
              <a:t>classes</a:t>
            </a:r>
            <a:r>
              <a:rPr lang="en-GB" sz="1200" spc="-20" noProof="0" dirty="0">
                <a:latin typeface="+mn-lt"/>
                <a:cs typeface="Segoe UI"/>
              </a:rPr>
              <a:t> </a:t>
            </a:r>
            <a:r>
              <a:rPr lang="en-GB" sz="1200" spc="-15" noProof="0" dirty="0">
                <a:latin typeface="+mn-lt"/>
                <a:cs typeface="Segoe UI"/>
              </a:rPr>
              <a:t>are</a:t>
            </a:r>
            <a:r>
              <a:rPr lang="en-GB" sz="1200" spc="-25" noProof="0" dirty="0">
                <a:latin typeface="+mn-lt"/>
                <a:cs typeface="Segoe UI"/>
              </a:rPr>
              <a:t> </a:t>
            </a:r>
            <a:r>
              <a:rPr lang="en-GB" sz="1200" spc="-15" noProof="0" dirty="0">
                <a:latin typeface="+mn-lt"/>
                <a:cs typeface="Segoe UI"/>
              </a:rPr>
              <a:t>part</a:t>
            </a:r>
            <a:r>
              <a:rPr lang="en-GB" sz="1200" spc="-35" noProof="0" dirty="0">
                <a:latin typeface="+mn-lt"/>
                <a:cs typeface="Segoe UI"/>
              </a:rPr>
              <a:t> </a:t>
            </a:r>
            <a:r>
              <a:rPr lang="en-GB" sz="1200" spc="-10" noProof="0" dirty="0">
                <a:latin typeface="+mn-lt"/>
                <a:cs typeface="Segoe UI"/>
              </a:rPr>
              <a:t>of</a:t>
            </a:r>
            <a:r>
              <a:rPr lang="en-GB" sz="1200" spc="-55"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shell’s</a:t>
            </a:r>
            <a:r>
              <a:rPr lang="en-GB" sz="1200" spc="-75" noProof="0" dirty="0">
                <a:latin typeface="+mn-lt"/>
                <a:cs typeface="Segoe UI"/>
              </a:rPr>
              <a:t> </a:t>
            </a:r>
            <a:r>
              <a:rPr lang="en-GB" sz="1200" spc="-20" noProof="0" dirty="0">
                <a:latin typeface="+mn-lt"/>
                <a:cs typeface="Segoe UI"/>
              </a:rPr>
              <a:t>design,</a:t>
            </a:r>
            <a:r>
              <a:rPr lang="en-GB" sz="1200" spc="-55" noProof="0" dirty="0">
                <a:latin typeface="+mn-lt"/>
                <a:cs typeface="Segoe UI"/>
              </a:rPr>
              <a:t> </a:t>
            </a:r>
            <a:r>
              <a:rPr lang="en-GB" sz="1200" spc="-20" noProof="0" dirty="0">
                <a:latin typeface="+mn-lt"/>
                <a:cs typeface="Segoe UI"/>
              </a:rPr>
              <a:t>therefore</a:t>
            </a:r>
            <a:r>
              <a:rPr lang="en-GB" sz="1200" spc="-55"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25" noProof="0" dirty="0">
                <a:latin typeface="+mn-lt"/>
                <a:cs typeface="Segoe UI"/>
              </a:rPr>
              <a:t>detailed </a:t>
            </a:r>
            <a:r>
              <a:rPr lang="en-GB" sz="1200" spc="-20" noProof="0" dirty="0">
                <a:latin typeface="+mn-lt"/>
                <a:cs typeface="Segoe UI"/>
              </a:rPr>
              <a:t>information</a:t>
            </a:r>
            <a:r>
              <a:rPr lang="en-GB" sz="1200" spc="-45" noProof="0" dirty="0">
                <a:latin typeface="+mn-lt"/>
                <a:cs typeface="Segoe UI"/>
              </a:rPr>
              <a:t> </a:t>
            </a:r>
            <a:r>
              <a:rPr lang="en-GB" sz="1200" spc="-15" noProof="0" dirty="0">
                <a:latin typeface="+mn-lt"/>
                <a:cs typeface="Segoe UI"/>
              </a:rPr>
              <a:t>about</a:t>
            </a:r>
            <a:r>
              <a:rPr lang="en-GB" sz="1200" spc="-55" noProof="0" dirty="0">
                <a:latin typeface="+mn-lt"/>
                <a:cs typeface="Segoe UI"/>
              </a:rPr>
              <a:t> </a:t>
            </a:r>
            <a:r>
              <a:rPr lang="en-GB" sz="1200" spc="-15" noProof="0" dirty="0">
                <a:latin typeface="+mn-lt"/>
                <a:cs typeface="Segoe UI"/>
              </a:rPr>
              <a:t>them</a:t>
            </a:r>
            <a:r>
              <a:rPr lang="en-GB" sz="1200" spc="-35" noProof="0" dirty="0">
                <a:latin typeface="+mn-lt"/>
                <a:cs typeface="Segoe UI"/>
              </a:rPr>
              <a:t> </a:t>
            </a:r>
            <a:r>
              <a:rPr lang="en-GB" sz="1200" spc="-20" noProof="0" dirty="0">
                <a:latin typeface="+mn-lt"/>
                <a:cs typeface="Segoe UI"/>
              </a:rPr>
              <a:t>can </a:t>
            </a:r>
            <a:r>
              <a:rPr lang="en-GB" sz="1200" spc="-10" noProof="0" dirty="0">
                <a:latin typeface="+mn-lt"/>
                <a:cs typeface="Segoe UI"/>
              </a:rPr>
              <a:t>be </a:t>
            </a:r>
            <a:r>
              <a:rPr lang="en-GB" sz="1200" spc="-30" noProof="0" dirty="0">
                <a:latin typeface="+mn-lt"/>
                <a:cs typeface="Segoe UI"/>
              </a:rPr>
              <a:t>found</a:t>
            </a:r>
            <a:r>
              <a:rPr lang="en-GB" sz="1200" spc="-105" noProof="0" dirty="0">
                <a:latin typeface="+mn-lt"/>
                <a:cs typeface="Segoe UI"/>
              </a:rPr>
              <a:t> </a:t>
            </a:r>
            <a:r>
              <a:rPr lang="en-GB" sz="1200" spc="-30" noProof="0" dirty="0">
                <a:latin typeface="+mn-lt"/>
                <a:cs typeface="Segoe UI"/>
              </a:rPr>
              <a:t>i</a:t>
            </a:r>
            <a:r>
              <a:rPr lang="en-GB" sz="1200" noProof="0" dirty="0">
                <a:latin typeface="+mn-lt"/>
                <a:cs typeface="Segoe UI"/>
              </a:rPr>
              <a:t>n</a:t>
            </a:r>
            <a:r>
              <a:rPr lang="en-GB" sz="1200" spc="-30" noProof="0" dirty="0">
                <a:latin typeface="+mn-lt"/>
                <a:cs typeface="Segoe UI"/>
              </a:rPr>
              <a:t> </a:t>
            </a:r>
            <a:r>
              <a:rPr lang="en-GB" sz="1200" spc="-25" noProof="0" dirty="0">
                <a:latin typeface="+mn-lt"/>
                <a:cs typeface="Segoe UI"/>
              </a:rPr>
              <a:t>manual</a:t>
            </a:r>
            <a:r>
              <a:rPr lang="en-GB" sz="1200" spc="-45" noProof="0" dirty="0">
                <a:latin typeface="+mn-lt"/>
                <a:cs typeface="Segoe UI"/>
              </a:rPr>
              <a:t> </a:t>
            </a:r>
            <a:r>
              <a:rPr lang="en-GB" sz="1200" spc="-20" noProof="0" dirty="0">
                <a:latin typeface="+mn-lt"/>
                <a:cs typeface="Segoe UI"/>
              </a:rPr>
              <a:t>p</a:t>
            </a:r>
            <a:r>
              <a:rPr lang="en-GB" sz="1200" spc="-35" noProof="0" dirty="0">
                <a:latin typeface="+mn-lt"/>
                <a:cs typeface="Segoe UI"/>
              </a:rPr>
              <a:t>a</a:t>
            </a:r>
            <a:r>
              <a:rPr lang="en-GB" sz="1200" spc="-20" noProof="0" dirty="0">
                <a:latin typeface="+mn-lt"/>
                <a:cs typeface="Segoe UI"/>
              </a:rPr>
              <a:t>g</a:t>
            </a:r>
            <a:r>
              <a:rPr lang="en-GB" sz="1200" spc="-25" noProof="0" dirty="0">
                <a:latin typeface="+mn-lt"/>
                <a:cs typeface="Segoe UI"/>
              </a:rPr>
              <a:t>e</a:t>
            </a:r>
            <a:r>
              <a:rPr lang="en-GB" sz="1200" noProof="0" dirty="0">
                <a:latin typeface="+mn-lt"/>
                <a:cs typeface="Segoe UI"/>
              </a:rPr>
              <a:t>s</a:t>
            </a:r>
            <a:r>
              <a:rPr lang="en-GB" sz="1200" spc="-55" noProof="0" dirty="0">
                <a:latin typeface="+mn-lt"/>
                <a:cs typeface="Segoe UI"/>
              </a:rPr>
              <a:t> </a:t>
            </a:r>
            <a:r>
              <a:rPr lang="en-GB" sz="1200" spc="-30" noProof="0" dirty="0">
                <a:latin typeface="+mn-lt"/>
                <a:cs typeface="Segoe UI"/>
              </a:rPr>
              <a:t>f</a:t>
            </a:r>
            <a:r>
              <a:rPr lang="en-GB" sz="1200" spc="-20" noProof="0" dirty="0">
                <a:latin typeface="+mn-lt"/>
                <a:cs typeface="Segoe UI"/>
              </a:rPr>
              <a:t>o</a:t>
            </a:r>
            <a:r>
              <a:rPr lang="en-GB" sz="1200" noProof="0" dirty="0">
                <a:latin typeface="+mn-lt"/>
                <a:cs typeface="Segoe UI"/>
              </a:rPr>
              <a:t>r</a:t>
            </a:r>
            <a:r>
              <a:rPr lang="en-GB" sz="1200" spc="-50" noProof="0" dirty="0">
                <a:latin typeface="+mn-lt"/>
                <a:cs typeface="Segoe UI"/>
              </a:rPr>
              <a:t> </a:t>
            </a:r>
            <a:r>
              <a:rPr lang="en-GB" sz="1200" spc="-25" noProof="0" dirty="0">
                <a:latin typeface="+mn-lt"/>
                <a:cs typeface="Segoe UI"/>
              </a:rPr>
              <a:t>k</a:t>
            </a:r>
            <a:r>
              <a:rPr lang="en-GB" sz="1200" spc="-20" noProof="0" dirty="0">
                <a:latin typeface="+mn-lt"/>
                <a:cs typeface="Segoe UI"/>
              </a:rPr>
              <a:t>s</a:t>
            </a:r>
            <a:r>
              <a:rPr lang="en-GB" sz="1200" noProof="0" dirty="0">
                <a:latin typeface="+mn-lt"/>
                <a:cs typeface="Segoe UI"/>
              </a:rPr>
              <a:t>h</a:t>
            </a:r>
            <a:r>
              <a:rPr lang="en-GB" sz="1200" spc="-55" noProof="0" dirty="0">
                <a:latin typeface="+mn-lt"/>
                <a:cs typeface="Segoe UI"/>
              </a:rPr>
              <a:t> </a:t>
            </a:r>
            <a:r>
              <a:rPr lang="en-GB" sz="1200" spc="-20" noProof="0" dirty="0">
                <a:latin typeface="+mn-lt"/>
                <a:cs typeface="Segoe UI"/>
              </a:rPr>
              <a:t>o</a:t>
            </a:r>
            <a:r>
              <a:rPr lang="en-GB" sz="1200" noProof="0" dirty="0">
                <a:latin typeface="+mn-lt"/>
                <a:cs typeface="Segoe UI"/>
              </a:rPr>
              <a:t>r</a:t>
            </a:r>
            <a:r>
              <a:rPr lang="en-GB" sz="1200" spc="-50" noProof="0" dirty="0">
                <a:latin typeface="+mn-lt"/>
                <a:cs typeface="Segoe UI"/>
              </a:rPr>
              <a:t> </a:t>
            </a:r>
            <a:r>
              <a:rPr lang="en-GB" sz="1200" spc="-20" noProof="0" dirty="0">
                <a:latin typeface="+mn-lt"/>
                <a:cs typeface="Segoe UI"/>
              </a:rPr>
              <a:t>b</a:t>
            </a:r>
            <a:r>
              <a:rPr lang="en-GB" sz="1200" spc="-35" noProof="0" dirty="0">
                <a:latin typeface="+mn-lt"/>
                <a:cs typeface="Segoe UI"/>
              </a:rPr>
              <a:t>a</a:t>
            </a:r>
            <a:r>
              <a:rPr lang="en-GB" sz="1200" spc="-20" noProof="0" dirty="0">
                <a:latin typeface="+mn-lt"/>
                <a:cs typeface="Segoe UI"/>
              </a:rPr>
              <a:t>sh</a:t>
            </a:r>
            <a:r>
              <a:rPr lang="en-GB" sz="1200" noProof="0" dirty="0">
                <a:latin typeface="+mn-lt"/>
                <a:cs typeface="Segoe UI"/>
              </a:rPr>
              <a:t>.</a:t>
            </a:r>
          </a:p>
          <a:p>
            <a:endParaRPr lang="en-GB" sz="1200"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16</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869437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17</a:t>
            </a:fld>
            <a:endParaRPr lang="en-GB" dirty="0"/>
          </a:p>
        </p:txBody>
      </p:sp>
    </p:spTree>
    <p:extLst>
      <p:ext uri="{BB962C8B-B14F-4D97-AF65-F5344CB8AC3E}">
        <p14:creationId xmlns:p14="http://schemas.microsoft.com/office/powerpoint/2010/main" val="19657964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18</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29555043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r>
              <a:rPr lang="en-GB" sz="1200" spc="-20" noProof="0" dirty="0">
                <a:latin typeface="+mn-lt"/>
                <a:cs typeface="Segoe UI"/>
              </a:rPr>
              <a:t>All programming languages </a:t>
            </a:r>
            <a:r>
              <a:rPr lang="en-GB" sz="1200" spc="-15" noProof="0" dirty="0">
                <a:latin typeface="+mn-lt"/>
                <a:cs typeface="Segoe UI"/>
              </a:rPr>
              <a:t>need </a:t>
            </a:r>
            <a:r>
              <a:rPr lang="en-GB" sz="1200" spc="-25" noProof="0" dirty="0">
                <a:latin typeface="+mn-lt"/>
                <a:cs typeface="Segoe UI"/>
              </a:rPr>
              <a:t>variables </a:t>
            </a:r>
            <a:r>
              <a:rPr lang="en-GB" sz="1200" spc="-10" noProof="0" dirty="0">
                <a:latin typeface="+mn-lt"/>
                <a:cs typeface="Segoe UI"/>
              </a:rPr>
              <a:t>(a </a:t>
            </a:r>
            <a:r>
              <a:rPr lang="en-GB" sz="1200" spc="-25" noProof="0" dirty="0">
                <a:latin typeface="+mn-lt"/>
                <a:cs typeface="Segoe UI"/>
              </a:rPr>
              <a:t>place </a:t>
            </a:r>
            <a:r>
              <a:rPr lang="en-GB" sz="1200" spc="-15" noProof="0" dirty="0">
                <a:latin typeface="+mn-lt"/>
                <a:cs typeface="Segoe UI"/>
              </a:rPr>
              <a:t>to store </a:t>
            </a:r>
            <a:r>
              <a:rPr lang="en-GB" sz="1200" spc="-20" noProof="0" dirty="0">
                <a:latin typeface="+mn-lt"/>
                <a:cs typeface="Segoe UI"/>
              </a:rPr>
              <a:t>things) </a:t>
            </a:r>
            <a:r>
              <a:rPr lang="en-GB" sz="1200" spc="-15" noProof="0" dirty="0">
                <a:latin typeface="+mn-lt"/>
                <a:cs typeface="Segoe UI"/>
              </a:rPr>
              <a:t>and the </a:t>
            </a:r>
            <a:r>
              <a:rPr lang="en-GB" sz="1200" spc="-20" noProof="0" dirty="0">
                <a:latin typeface="+mn-lt"/>
                <a:cs typeface="Segoe UI"/>
              </a:rPr>
              <a:t>shell </a:t>
            </a:r>
            <a:r>
              <a:rPr lang="en-GB" sz="1200" spc="-15" noProof="0" dirty="0">
                <a:latin typeface="+mn-lt"/>
                <a:cs typeface="Segoe UI"/>
              </a:rPr>
              <a:t>is </a:t>
            </a:r>
            <a:r>
              <a:rPr lang="en-GB" sz="1200" spc="-10" noProof="0" dirty="0">
                <a:latin typeface="+mn-lt"/>
                <a:cs typeface="Segoe UI"/>
              </a:rPr>
              <a:t>no </a:t>
            </a:r>
            <a:r>
              <a:rPr lang="en-GB" sz="1200" spc="-25" noProof="0" dirty="0">
                <a:latin typeface="+mn-lt"/>
                <a:cs typeface="Segoe UI"/>
              </a:rPr>
              <a:t>exception.</a:t>
            </a:r>
          </a:p>
          <a:p>
            <a:pPr marL="12700" marR="59055" lvl="0" indent="0" algn="l" defTabSz="914377" rtl="0" eaLnBrk="1" fontAlgn="auto" latinLnBrk="0" hangingPunct="1">
              <a:lnSpc>
                <a:spcPct val="100000"/>
              </a:lnSpc>
              <a:spcBef>
                <a:spcPts val="105"/>
              </a:spcBef>
              <a:spcAft>
                <a:spcPts val="0"/>
              </a:spcAft>
              <a:buClrTx/>
              <a:buSzTx/>
              <a:buFontTx/>
              <a:buNone/>
              <a:tabLst/>
              <a:defRPr/>
            </a:pPr>
            <a:endParaRPr lang="en-GB" sz="1200" spc="-25" noProof="0" dirty="0">
              <a:latin typeface="+mn-lt"/>
              <a:cs typeface="Segoe UI"/>
            </a:endParaRP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GB" sz="1200" spc="5" noProof="0" dirty="0">
                <a:latin typeface="+mn-lt"/>
                <a:cs typeface="Segoe UI"/>
              </a:rPr>
              <a:t>A </a:t>
            </a:r>
            <a:r>
              <a:rPr lang="en-GB" sz="1200" spc="-20" noProof="0" dirty="0">
                <a:latin typeface="+mn-lt"/>
                <a:cs typeface="Segoe UI"/>
              </a:rPr>
              <a:t>number</a:t>
            </a:r>
            <a:r>
              <a:rPr lang="en-GB" sz="1200" spc="-100" noProof="0" dirty="0">
                <a:latin typeface="+mn-lt"/>
                <a:cs typeface="Segoe UI"/>
              </a:rPr>
              <a:t> </a:t>
            </a:r>
            <a:r>
              <a:rPr lang="en-GB" sz="1200" spc="-10" noProof="0" dirty="0">
                <a:latin typeface="+mn-lt"/>
                <a:cs typeface="Segoe UI"/>
              </a:rPr>
              <a:t>of</a:t>
            </a:r>
            <a:r>
              <a:rPr lang="en-GB" sz="1200" spc="-30" noProof="0" dirty="0">
                <a:latin typeface="+mn-lt"/>
                <a:cs typeface="Segoe UI"/>
              </a:rPr>
              <a:t> </a:t>
            </a:r>
            <a:r>
              <a:rPr lang="en-GB" sz="1200" spc="-20" noProof="0" dirty="0">
                <a:latin typeface="+mn-lt"/>
                <a:cs typeface="Segoe UI"/>
              </a:rPr>
              <a:t>variables</a:t>
            </a:r>
            <a:r>
              <a:rPr lang="en-GB" sz="1200" spc="-3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15" noProof="0" dirty="0">
                <a:latin typeface="+mn-lt"/>
                <a:cs typeface="Segoe UI"/>
              </a:rPr>
              <a:t>set</a:t>
            </a:r>
            <a:r>
              <a:rPr lang="en-GB" sz="1200" spc="-40" noProof="0" dirty="0">
                <a:latin typeface="+mn-lt"/>
                <a:cs typeface="Segoe UI"/>
              </a:rPr>
              <a:t> </a:t>
            </a:r>
            <a:r>
              <a:rPr lang="en-GB" sz="1200" spc="-25" noProof="0" dirty="0">
                <a:latin typeface="+mn-lt"/>
                <a:cs typeface="Segoe UI"/>
              </a:rPr>
              <a:t>automatically</a:t>
            </a:r>
            <a:r>
              <a:rPr lang="en-GB" sz="1200" spc="5" noProof="0" dirty="0">
                <a:latin typeface="+mn-lt"/>
                <a:cs typeface="Segoe UI"/>
              </a:rPr>
              <a:t> </a:t>
            </a:r>
            <a:r>
              <a:rPr lang="en-GB" sz="1200" spc="-5" noProof="0" dirty="0">
                <a:latin typeface="+mn-lt"/>
                <a:cs typeface="Segoe UI"/>
              </a:rPr>
              <a:t>by</a:t>
            </a:r>
            <a:r>
              <a:rPr lang="en-GB" sz="1200" spc="-65" noProof="0" dirty="0">
                <a:latin typeface="+mn-lt"/>
                <a:cs typeface="Segoe UI"/>
              </a:rPr>
              <a:t> </a:t>
            </a:r>
            <a:r>
              <a:rPr lang="en-GB" sz="1200" spc="-20" noProof="0" dirty="0">
                <a:latin typeface="+mn-lt"/>
                <a:cs typeface="Segoe UI"/>
              </a:rPr>
              <a:t>the</a:t>
            </a:r>
            <a:r>
              <a:rPr lang="en-GB" sz="1200" spc="-25" noProof="0" dirty="0">
                <a:latin typeface="+mn-lt"/>
                <a:cs typeface="Segoe UI"/>
              </a:rPr>
              <a:t> system, and</a:t>
            </a:r>
            <a:r>
              <a:rPr lang="en-GB" sz="1200" spc="-35" noProof="0" dirty="0">
                <a:latin typeface="+mn-lt"/>
                <a:cs typeface="Segoe UI"/>
              </a:rPr>
              <a:t> </a:t>
            </a:r>
            <a:r>
              <a:rPr lang="en-GB" sz="1200" spc="-15" noProof="0" dirty="0">
                <a:latin typeface="+mn-lt"/>
                <a:cs typeface="Segoe UI"/>
              </a:rPr>
              <a:t>more</a:t>
            </a:r>
            <a:r>
              <a:rPr lang="en-GB" sz="1200" spc="-55" noProof="0" dirty="0">
                <a:latin typeface="+mn-lt"/>
                <a:cs typeface="Segoe UI"/>
              </a:rPr>
              <a:t> </a:t>
            </a:r>
            <a:r>
              <a:rPr lang="en-GB" sz="1200" spc="-20" noProof="0" dirty="0">
                <a:latin typeface="+mn-lt"/>
                <a:cs typeface="Segoe UI"/>
              </a:rPr>
              <a:t>can</a:t>
            </a:r>
            <a:r>
              <a:rPr lang="en-GB" sz="1200" spc="-5" noProof="0" dirty="0">
                <a:latin typeface="+mn-lt"/>
                <a:cs typeface="Segoe UI"/>
              </a:rPr>
              <a:t> be</a:t>
            </a:r>
            <a:r>
              <a:rPr lang="en-GB" sz="1200" spc="-55" noProof="0" dirty="0">
                <a:latin typeface="+mn-lt"/>
                <a:cs typeface="Segoe UI"/>
              </a:rPr>
              <a:t> </a:t>
            </a:r>
            <a:r>
              <a:rPr lang="en-GB" sz="1200" spc="-20" noProof="0" dirty="0">
                <a:latin typeface="+mn-lt"/>
                <a:cs typeface="Segoe UI"/>
              </a:rPr>
              <a:t>created</a:t>
            </a:r>
            <a:r>
              <a:rPr lang="en-GB" sz="1200" spc="-25" noProof="0" dirty="0">
                <a:latin typeface="+mn-lt"/>
                <a:cs typeface="Segoe UI"/>
              </a:rPr>
              <a:t> </a:t>
            </a:r>
            <a:r>
              <a:rPr lang="en-GB" sz="1200" spc="-5" noProof="0" dirty="0">
                <a:latin typeface="+mn-lt"/>
                <a:cs typeface="Segoe UI"/>
              </a:rPr>
              <a:t>by</a:t>
            </a:r>
            <a:r>
              <a:rPr lang="en-GB" sz="1200" spc="-35" noProof="0" dirty="0">
                <a:latin typeface="+mn-lt"/>
                <a:cs typeface="Segoe UI"/>
              </a:rPr>
              <a:t> </a:t>
            </a:r>
            <a:r>
              <a:rPr lang="en-GB" sz="1200" spc="-20" noProof="0" dirty="0">
                <a:latin typeface="+mn-lt"/>
                <a:cs typeface="Segoe UI"/>
              </a:rPr>
              <a:t>the</a:t>
            </a:r>
            <a:r>
              <a:rPr lang="en-GB" sz="1200" spc="-55"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10" noProof="0" dirty="0">
                <a:latin typeface="+mn-lt"/>
                <a:cs typeface="Segoe UI"/>
              </a:rPr>
              <a:t>or</a:t>
            </a:r>
            <a:r>
              <a:rPr lang="en-GB" sz="1200" spc="-45" noProof="0" dirty="0">
                <a:latin typeface="+mn-lt"/>
                <a:cs typeface="Segoe UI"/>
              </a:rPr>
              <a:t> by </a:t>
            </a:r>
            <a:r>
              <a:rPr lang="en-GB" sz="1200" spc="-25" noProof="0" dirty="0">
                <a:latin typeface="+mn-lt"/>
                <a:cs typeface="Segoe UI"/>
              </a:rPr>
              <a:t>applications.  </a:t>
            </a:r>
            <a:r>
              <a:rPr lang="en-US" sz="1200" spc="-25" noProof="0" dirty="0">
                <a:latin typeface="+mn-lt"/>
                <a:cs typeface="Segoe UI"/>
              </a:rPr>
              <a:t>Assigning a value to a variable is done with the = sign</a:t>
            </a:r>
            <a:r>
              <a:rPr lang="en-US" spc="-25" dirty="0">
                <a:cs typeface="Segoe UI"/>
              </a:rPr>
              <a:t>:  </a:t>
            </a:r>
            <a:r>
              <a:rPr lang="en-US" b="1" spc="-25" dirty="0">
                <a:cs typeface="Segoe UI"/>
              </a:rPr>
              <a:t> $var=value</a:t>
            </a:r>
            <a:endParaRPr lang="en-US" sz="1200" b="1" spc="-25" noProof="0" dirty="0">
              <a:latin typeface="+mn-lt"/>
              <a:cs typeface="Segoe UI"/>
            </a:endParaRPr>
          </a:p>
          <a:p>
            <a:pPr marL="12700" marR="59055" lvl="0" indent="0" algn="l" defTabSz="914377" rtl="0" eaLnBrk="1" fontAlgn="auto" latinLnBrk="0" hangingPunct="1">
              <a:lnSpc>
                <a:spcPct val="100000"/>
              </a:lnSpc>
              <a:spcBef>
                <a:spcPts val="105"/>
              </a:spcBef>
              <a:spcAft>
                <a:spcPts val="0"/>
              </a:spcAft>
              <a:buClrTx/>
              <a:buSzTx/>
              <a:buFontTx/>
              <a:buNone/>
              <a:tabLst/>
              <a:defRPr/>
            </a:pPr>
            <a:endParaRPr lang="en-US" spc="-25" dirty="0">
              <a:cs typeface="Segoe UI"/>
            </a:endParaRP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5" noProof="0" dirty="0">
                <a:latin typeface="+mn-lt"/>
                <a:cs typeface="Segoe UI"/>
              </a:rPr>
              <a:t>The shell will become very confused if spaces appear around the = sign. For example:</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b="1" spc="-25" noProof="0" dirty="0">
                <a:latin typeface="+mn-lt"/>
                <a:cs typeface="Segoe UI"/>
              </a:rPr>
              <a:t>$ var=  value   </a:t>
            </a:r>
            <a:r>
              <a:rPr lang="en-US" sz="1200" spc="-25" noProof="0" dirty="0">
                <a:latin typeface="+mn-lt"/>
                <a:cs typeface="Segoe UI"/>
              </a:rPr>
              <a:t>The shell will define a variable called “var” but give it no value at all.  </a:t>
            </a:r>
            <a:endParaRPr lang="en-US" spc="-25" dirty="0">
              <a:cs typeface="Segoe UI"/>
            </a:endParaRP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b="1" spc="-25" noProof="0" dirty="0">
                <a:latin typeface="+mn-lt"/>
                <a:cs typeface="Segoe UI"/>
              </a:rPr>
              <a:t>$ var  =value   </a:t>
            </a:r>
            <a:r>
              <a:rPr lang="en-US" sz="1200" spc="-25" noProof="0" dirty="0">
                <a:latin typeface="+mn-lt"/>
                <a:cs typeface="Segoe UI"/>
              </a:rPr>
              <a:t>The shell will look for a command called “var” and pass to it a single parameter “=value”.   </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b="1" spc="-25" noProof="0" dirty="0">
                <a:latin typeface="+mn-lt"/>
                <a:cs typeface="Segoe UI"/>
              </a:rPr>
              <a:t>$ var  =  value  </a:t>
            </a:r>
            <a:r>
              <a:rPr lang="en-US" sz="1200" spc="-25" noProof="0" dirty="0">
                <a:latin typeface="+mn-lt"/>
                <a:cs typeface="Segoe UI"/>
              </a:rPr>
              <a:t>The shell will look for a command called “var” and pass it two parameters, “=” and “value”</a:t>
            </a:r>
          </a:p>
          <a:p>
            <a:pPr marL="12700" marR="59055" lvl="0" indent="0" algn="l" defTabSz="914377" rtl="0" eaLnBrk="1" fontAlgn="auto" latinLnBrk="0" hangingPunct="1">
              <a:lnSpc>
                <a:spcPct val="100000"/>
              </a:lnSpc>
              <a:spcBef>
                <a:spcPts val="105"/>
              </a:spcBef>
              <a:spcAft>
                <a:spcPts val="0"/>
              </a:spcAft>
              <a:buClrTx/>
              <a:buSzTx/>
              <a:buFontTx/>
              <a:buNone/>
              <a:tabLst/>
              <a:defRPr/>
            </a:pPr>
            <a:endParaRPr lang="en-US" sz="1200" spc="-25" noProof="0" dirty="0">
              <a:latin typeface="+mn-lt"/>
              <a:cs typeface="Segoe UI"/>
            </a:endParaRP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5" noProof="0" dirty="0">
                <a:latin typeface="+mn-lt"/>
                <a:cs typeface="Segoe UI"/>
              </a:rPr>
              <a:t>If required, more than one assignment may be done on one line by separating the assignments by either whitespaces</a:t>
            </a:r>
            <a:r>
              <a:rPr lang="en-US" spc="-25" dirty="0">
                <a:cs typeface="Segoe UI"/>
              </a:rPr>
              <a:t> or semicolons:</a:t>
            </a:r>
            <a:endParaRPr lang="en-US" sz="1200" spc="-25" noProof="0" dirty="0">
              <a:latin typeface="+mn-lt"/>
              <a:cs typeface="Segoe UI"/>
            </a:endParaRPr>
          </a:p>
          <a:p>
            <a:pPr marL="12700" marR="59055" defTabSz="914377">
              <a:spcBef>
                <a:spcPts val="105"/>
              </a:spcBef>
              <a:defRPr/>
            </a:pPr>
            <a:r>
              <a:rPr lang="en-US" sz="1200" b="1" spc="-25" noProof="0" dirty="0">
                <a:latin typeface="+mn-lt"/>
                <a:cs typeface="Segoe UI"/>
              </a:rPr>
              <a:t>$ var1=value  var2=value   </a:t>
            </a:r>
            <a:r>
              <a:rPr lang="en-US" sz="1200" spc="-25" noProof="0" dirty="0">
                <a:latin typeface="+mn-lt"/>
                <a:cs typeface="Segoe UI"/>
              </a:rPr>
              <a:t>or</a:t>
            </a:r>
            <a:r>
              <a:rPr lang="en-US" b="1" spc="-25" dirty="0">
                <a:cs typeface="Segoe UI"/>
              </a:rPr>
              <a:t>    $ var1=value;  var2=value </a:t>
            </a:r>
            <a:endParaRPr lang="en-US" sz="1200" b="1" spc="-25" noProof="0" dirty="0">
              <a:latin typeface="+mn-lt"/>
              <a:cs typeface="Segoe UI"/>
            </a:endParaRPr>
          </a:p>
          <a:p>
            <a:pPr marL="12700" marR="59055" lvl="0" indent="0" algn="l" defTabSz="914377" rtl="0" eaLnBrk="1" fontAlgn="auto" latinLnBrk="0" hangingPunct="1">
              <a:lnSpc>
                <a:spcPct val="100000"/>
              </a:lnSpc>
              <a:spcBef>
                <a:spcPts val="105"/>
              </a:spcBef>
              <a:spcAft>
                <a:spcPts val="0"/>
              </a:spcAft>
              <a:buClrTx/>
              <a:buSzTx/>
              <a:buFontTx/>
              <a:buNone/>
              <a:tabLst/>
              <a:defRPr/>
            </a:pPr>
            <a:endParaRPr lang="en-GB" sz="1200" spc="-20" noProof="0" dirty="0">
              <a:latin typeface="Montserrat" panose="00000500000000000000" pitchFamily="2" charset="0"/>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19</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5738967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r>
              <a:rPr lang="en-GB" sz="1200" spc="-260" noProof="0" dirty="0">
                <a:latin typeface="+mn-lt"/>
                <a:cs typeface="Segoe UI"/>
              </a:rPr>
              <a:t> </a:t>
            </a:r>
            <a:r>
              <a:rPr lang="en-GB" sz="1200" spc="-20" noProof="0" dirty="0">
                <a:latin typeface="+mn-lt"/>
                <a:cs typeface="Segoe UI"/>
              </a:rPr>
              <a:t>Bash can </a:t>
            </a:r>
            <a:r>
              <a:rPr lang="en-GB" sz="1200" spc="-25" noProof="0" dirty="0">
                <a:latin typeface="+mn-lt"/>
                <a:cs typeface="Segoe UI"/>
              </a:rPr>
              <a:t>recall the value of a variable, </a:t>
            </a:r>
            <a:r>
              <a:rPr lang="en-GB" b="1" spc="-25" dirty="0">
                <a:cs typeface="Segoe UI"/>
              </a:rPr>
              <a:t>V</a:t>
            </a:r>
            <a:r>
              <a:rPr lang="en-GB" sz="1200" b="1" spc="-25" noProof="0" dirty="0" err="1">
                <a:latin typeface="+mn-lt"/>
                <a:cs typeface="Segoe UI"/>
              </a:rPr>
              <a:t>ariable_name</a:t>
            </a:r>
            <a:r>
              <a:rPr lang="en-GB" sz="1200" spc="-25" noProof="0" dirty="0">
                <a:latin typeface="+mn-lt"/>
                <a:cs typeface="Segoe UI"/>
              </a:rPr>
              <a:t>, when it sees either </a:t>
            </a:r>
            <a:r>
              <a:rPr lang="en-GB" sz="1200" b="1" spc="-20" noProof="0" dirty="0">
                <a:latin typeface="+mn-lt"/>
                <a:cs typeface="Segoe UI"/>
              </a:rPr>
              <a:t>$</a:t>
            </a:r>
            <a:r>
              <a:rPr lang="en-GB" sz="1200" b="1" spc="-20" noProof="0" dirty="0" err="1">
                <a:latin typeface="+mn-lt"/>
                <a:cs typeface="Segoe UI"/>
              </a:rPr>
              <a:t>Variable_Name</a:t>
            </a:r>
            <a:r>
              <a:rPr lang="en-GB" sz="1200" spc="-20" noProof="0" dirty="0">
                <a:latin typeface="+mn-lt"/>
                <a:cs typeface="Segoe UI"/>
              </a:rPr>
              <a:t> </a:t>
            </a:r>
            <a:r>
              <a:rPr lang="en-GB" sz="1200" spc="-10" noProof="0" dirty="0">
                <a:latin typeface="+mn-lt"/>
                <a:cs typeface="Segoe UI"/>
              </a:rPr>
              <a:t>or </a:t>
            </a:r>
            <a:r>
              <a:rPr lang="en-GB" sz="1200" b="1" spc="-20" noProof="0" dirty="0">
                <a:latin typeface="+mn-lt"/>
                <a:cs typeface="Segoe UI"/>
              </a:rPr>
              <a:t>${</a:t>
            </a:r>
            <a:r>
              <a:rPr lang="en-GB" sz="1200" b="1" spc="-20" noProof="0" dirty="0" err="1">
                <a:latin typeface="+mn-lt"/>
                <a:cs typeface="Segoe UI"/>
              </a:rPr>
              <a:t>Variable_Name</a:t>
            </a:r>
            <a:r>
              <a:rPr lang="en-GB" sz="1200" b="1" spc="-20" noProof="0" dirty="0">
                <a:latin typeface="+mn-lt"/>
                <a:cs typeface="Segoe UI"/>
              </a:rPr>
              <a:t>}</a:t>
            </a:r>
            <a:r>
              <a:rPr lang="en-GB" sz="1200" spc="-25" noProof="0" dirty="0">
                <a:latin typeface="+mn-lt"/>
                <a:cs typeface="Segoe UI"/>
              </a:rPr>
              <a:t> </a:t>
            </a:r>
            <a:r>
              <a:rPr lang="en-GB" sz="1200" spc="-15" noProof="0" dirty="0">
                <a:latin typeface="+mn-lt"/>
                <a:cs typeface="Segoe UI"/>
              </a:rPr>
              <a:t>during the </a:t>
            </a:r>
            <a:r>
              <a:rPr lang="en-GB" sz="1200" spc="-20" noProof="0" dirty="0">
                <a:latin typeface="+mn-lt"/>
                <a:cs typeface="Segoe UI"/>
              </a:rPr>
              <a:t>scan of the command line.  The </a:t>
            </a:r>
            <a:r>
              <a:rPr lang="en-GB" sz="1200" b="1" spc="-20" noProof="0" dirty="0">
                <a:latin typeface="+mn-lt"/>
                <a:cs typeface="Segoe UI"/>
              </a:rPr>
              <a:t>${</a:t>
            </a:r>
            <a:r>
              <a:rPr lang="en-GB" b="1" spc="-20" dirty="0">
                <a:cs typeface="Segoe UI"/>
              </a:rPr>
              <a:t>V</a:t>
            </a:r>
            <a:r>
              <a:rPr lang="en-GB" sz="1200" b="1" spc="-20" noProof="0" dirty="0" err="1">
                <a:latin typeface="+mn-lt"/>
                <a:cs typeface="Segoe UI"/>
              </a:rPr>
              <a:t>ariable_Name</a:t>
            </a:r>
            <a:r>
              <a:rPr lang="en-GB" sz="1200" b="1" spc="-20" noProof="0" dirty="0">
                <a:latin typeface="+mn-lt"/>
                <a:cs typeface="Segoe UI"/>
              </a:rPr>
              <a:t>}</a:t>
            </a:r>
            <a:r>
              <a:rPr lang="en-GB" sz="1200" spc="-75" noProof="0" dirty="0">
                <a:latin typeface="+mn-lt"/>
                <a:cs typeface="Segoe UI"/>
              </a:rPr>
              <a:t>  </a:t>
            </a:r>
            <a:r>
              <a:rPr lang="en-GB" sz="1200" spc="-25" noProof="0" dirty="0">
                <a:latin typeface="+mn-lt"/>
                <a:cs typeface="Segoe UI"/>
              </a:rPr>
              <a:t>syntax is preferred, because most shells support it.</a:t>
            </a:r>
            <a:r>
              <a:rPr lang="en-GB" sz="1200" spc="-20" noProof="0" dirty="0">
                <a:latin typeface="+mn-lt"/>
                <a:cs typeface="Segoe UI"/>
              </a:rPr>
              <a:t> </a:t>
            </a:r>
          </a:p>
          <a:p>
            <a:pPr marL="12700" marR="59055" lvl="0" indent="0" algn="l" defTabSz="914377" rtl="0" eaLnBrk="1" fontAlgn="auto" latinLnBrk="0" hangingPunct="1">
              <a:lnSpc>
                <a:spcPct val="100000"/>
              </a:lnSpc>
              <a:spcBef>
                <a:spcPts val="105"/>
              </a:spcBef>
              <a:spcAft>
                <a:spcPts val="0"/>
              </a:spcAft>
              <a:buClrTx/>
              <a:buSzTx/>
              <a:buFontTx/>
              <a:buNone/>
              <a:tabLst/>
              <a:defRPr/>
            </a:pPr>
            <a:endParaRPr lang="en-GB" sz="1200" spc="-20" noProof="0" dirty="0">
              <a:latin typeface="Montserrat" panose="00000500000000000000" pitchFamily="2" charset="0"/>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20</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149333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The</a:t>
            </a:r>
            <a:r>
              <a:rPr lang="en-US" sz="1200" b="1" spc="-20" noProof="0" dirty="0">
                <a:latin typeface="+mn-lt"/>
                <a:cs typeface="Segoe UI"/>
              </a:rPr>
              <a:t> eval </a:t>
            </a:r>
            <a:r>
              <a:rPr lang="en-US" sz="1200" spc="-20" noProof="0" dirty="0">
                <a:latin typeface="+mn-lt"/>
                <a:cs typeface="Segoe UI"/>
              </a:rPr>
              <a:t>built-in command causes the shell to “take a second look” at the line it is about to execute.</a:t>
            </a:r>
          </a:p>
          <a:p>
            <a:pPr marL="12700" marR="59055" lvl="0" indent="0" algn="l" defTabSz="914377" rtl="0" eaLnBrk="1" fontAlgn="auto" latinLnBrk="0" hangingPunct="1">
              <a:lnSpc>
                <a:spcPct val="100000"/>
              </a:lnSpc>
              <a:spcBef>
                <a:spcPts val="105"/>
              </a:spcBef>
              <a:spcAft>
                <a:spcPts val="0"/>
              </a:spcAft>
              <a:buClrTx/>
              <a:buSzTx/>
              <a:buFontTx/>
              <a:buNone/>
              <a:tabLst/>
              <a:defRPr/>
            </a:pPr>
            <a:endParaRPr lang="en-US" sz="1200" spc="-20" noProof="0" dirty="0">
              <a:latin typeface="+mn-lt"/>
              <a:cs typeface="Segoe UI"/>
            </a:endParaRP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In the above example the variable “var_one” has the name of a second variable “var_two” stored within it. The second variable has its own string value “Hello”.  Our first attempt to access the value in var_two via var_one does not meet with much success.  Although the use of two “$” signs looks reasonable the shell substitutes the value of a special variable “$$” which is the process id of the current (here the login) shell.</a:t>
            </a:r>
          </a:p>
          <a:p>
            <a:pPr marL="12700" marR="59055" lvl="0" indent="0" algn="l" defTabSz="914377" rtl="0" eaLnBrk="1" fontAlgn="auto" latinLnBrk="0" hangingPunct="1">
              <a:lnSpc>
                <a:spcPct val="100000"/>
              </a:lnSpc>
              <a:spcBef>
                <a:spcPts val="105"/>
              </a:spcBef>
              <a:spcAft>
                <a:spcPts val="0"/>
              </a:spcAft>
              <a:buClrTx/>
              <a:buSzTx/>
              <a:buFontTx/>
              <a:buNone/>
              <a:tabLst/>
              <a:defRPr/>
            </a:pPr>
            <a:endParaRPr lang="en-US" sz="1200" spc="-20" noProof="0" dirty="0">
              <a:latin typeface="+mn-lt"/>
              <a:cs typeface="Segoe UI"/>
            </a:endParaRP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Therefore, it would seem reasonable to place quotes around the first “$”, however this causes the shell to ignore it completely. $var_one causes the value of the variable var_one to be substituted and the output is “$var_two”.  The shell has ignored the first “$” just as we told it.</a:t>
            </a:r>
          </a:p>
          <a:p>
            <a:pPr marL="12700" marR="59055" lvl="0" indent="0" algn="l" defTabSz="914377" rtl="0" eaLnBrk="1" fontAlgn="auto" latinLnBrk="0" hangingPunct="1">
              <a:lnSpc>
                <a:spcPct val="100000"/>
              </a:lnSpc>
              <a:spcBef>
                <a:spcPts val="105"/>
              </a:spcBef>
              <a:spcAft>
                <a:spcPts val="0"/>
              </a:spcAft>
              <a:buClrTx/>
              <a:buSzTx/>
              <a:buFontTx/>
              <a:buNone/>
              <a:tabLst/>
              <a:defRPr/>
            </a:pPr>
            <a:endParaRPr lang="en-US" sz="1200" spc="-20" noProof="0" dirty="0">
              <a:latin typeface="+mn-lt"/>
              <a:cs typeface="Segoe UI"/>
            </a:endParaRP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If it were not for the </a:t>
            </a:r>
            <a:r>
              <a:rPr lang="en-US" sz="1200" b="1" spc="-20" noProof="0" dirty="0">
                <a:latin typeface="+mn-lt"/>
                <a:cs typeface="Segoe UI"/>
              </a:rPr>
              <a:t>eval</a:t>
            </a:r>
            <a:r>
              <a:rPr lang="en-US" sz="1200" spc="-20" noProof="0" dirty="0">
                <a:latin typeface="+mn-lt"/>
                <a:cs typeface="Segoe UI"/>
              </a:rPr>
              <a:t> command, we would be able to get no further than this.  Using it instructs the shell to take a second look at what it is left with.  It looks again at “$var_two”, realizes we’re trying to access the value of the variable var_two and substitutes accordingly.  </a:t>
            </a:r>
            <a:r>
              <a:rPr lang="en-US" spc="-20" dirty="0">
                <a:cs typeface="Segoe UI"/>
              </a:rPr>
              <a:t>So, </a:t>
            </a:r>
            <a:r>
              <a:rPr lang="en-US" sz="1200" spc="-20" noProof="0" dirty="0">
                <a:latin typeface="+mn-lt"/>
                <a:cs typeface="Segoe UI"/>
              </a:rPr>
              <a:t>the value “Hello” is printed.</a:t>
            </a:r>
            <a:endParaRPr lang="en-GB" sz="1200" spc="-2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21</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2468860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endParaRPr lang="en-GB" sz="1200" spc="-20" noProof="0" dirty="0">
              <a:solidFill>
                <a:srgbClr val="545353"/>
              </a:solidFill>
              <a:latin typeface="Montserrat" panose="00000500000000000000" pitchFamily="2" charset="0"/>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22</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2224941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080">
              <a:lnSpc>
                <a:spcPct val="100000"/>
              </a:lnSpc>
              <a:spcBef>
                <a:spcPts val="600"/>
              </a:spcBef>
            </a:pPr>
            <a:r>
              <a:rPr lang="en-GB" sz="1200" spc="-15" noProof="0" dirty="0">
                <a:latin typeface="+mn-lt"/>
                <a:cs typeface="Segoe UI"/>
              </a:rPr>
              <a:t>The </a:t>
            </a:r>
            <a:r>
              <a:rPr lang="en-GB" sz="1200" spc="-20" noProof="0" dirty="0">
                <a:latin typeface="+mn-lt"/>
                <a:cs typeface="Segoe UI"/>
              </a:rPr>
              <a:t>command substitution mechanism </a:t>
            </a:r>
            <a:r>
              <a:rPr lang="en-GB" sz="1200" spc="-15" noProof="0" dirty="0">
                <a:latin typeface="+mn-lt"/>
                <a:cs typeface="Segoe UI"/>
              </a:rPr>
              <a:t>is </a:t>
            </a:r>
            <a:r>
              <a:rPr lang="en-GB" sz="1200" spc="-20" noProof="0" dirty="0">
                <a:latin typeface="+mn-lt"/>
                <a:cs typeface="Segoe UI"/>
              </a:rPr>
              <a:t>closely related </a:t>
            </a:r>
            <a:r>
              <a:rPr lang="en-GB" sz="1200" spc="-15" noProof="0" dirty="0">
                <a:latin typeface="+mn-lt"/>
                <a:cs typeface="Segoe UI"/>
              </a:rPr>
              <a:t>to </a:t>
            </a:r>
            <a:r>
              <a:rPr lang="en-GB" sz="1200" spc="-20" noProof="0" dirty="0">
                <a:latin typeface="+mn-lt"/>
                <a:cs typeface="Segoe UI"/>
              </a:rPr>
              <a:t>that </a:t>
            </a:r>
            <a:r>
              <a:rPr lang="en-GB" sz="1200" spc="-10" noProof="0" dirty="0">
                <a:latin typeface="+mn-lt"/>
                <a:cs typeface="Segoe UI"/>
              </a:rPr>
              <a:t>of </a:t>
            </a:r>
            <a:r>
              <a:rPr lang="en-GB" sz="1200" spc="-15" noProof="0" dirty="0">
                <a:latin typeface="+mn-lt"/>
                <a:cs typeface="Segoe UI"/>
              </a:rPr>
              <a:t>the </a:t>
            </a:r>
            <a:r>
              <a:rPr lang="en-GB" sz="1200" spc="-25" noProof="0" dirty="0">
                <a:latin typeface="+mn-lt"/>
                <a:cs typeface="Segoe UI"/>
              </a:rPr>
              <a:t>variable </a:t>
            </a:r>
            <a:r>
              <a:rPr lang="en-GB" sz="1200" spc="-20" noProof="0" dirty="0">
                <a:latin typeface="+mn-lt"/>
                <a:cs typeface="Segoe UI"/>
              </a:rPr>
              <a:t>substitution.</a:t>
            </a:r>
          </a:p>
          <a:p>
            <a:pPr marL="12700" marR="5080">
              <a:lnSpc>
                <a:spcPct val="100000"/>
              </a:lnSpc>
              <a:spcBef>
                <a:spcPts val="600"/>
              </a:spcBef>
            </a:pPr>
            <a:endParaRPr lang="en-GB" sz="1200" spc="-20" noProof="0" dirty="0">
              <a:latin typeface="+mn-lt"/>
              <a:cs typeface="Segoe UI"/>
            </a:endParaRPr>
          </a:p>
          <a:p>
            <a:pPr marL="12700" marR="5080">
              <a:lnSpc>
                <a:spcPct val="100000"/>
              </a:lnSpc>
              <a:spcBef>
                <a:spcPts val="600"/>
              </a:spcBef>
            </a:pPr>
            <a:r>
              <a:rPr lang="en-GB" sz="1200" spc="-15" noProof="0" dirty="0">
                <a:latin typeface="+mn-lt"/>
                <a:cs typeface="Segoe UI"/>
              </a:rPr>
              <a:t>When the </a:t>
            </a:r>
            <a:r>
              <a:rPr lang="en-GB" sz="1200" spc="-20" noProof="0" dirty="0">
                <a:latin typeface="+mn-lt"/>
                <a:cs typeface="Segoe UI"/>
              </a:rPr>
              <a:t>shell</a:t>
            </a:r>
            <a:r>
              <a:rPr lang="en-GB" sz="1200" spc="-85" noProof="0" dirty="0">
                <a:latin typeface="+mn-lt"/>
                <a:cs typeface="Segoe UI"/>
              </a:rPr>
              <a:t> </a:t>
            </a:r>
            <a:r>
              <a:rPr lang="en-GB" sz="1200" spc="-20" noProof="0" dirty="0">
                <a:latin typeface="+mn-lt"/>
                <a:cs typeface="Segoe UI"/>
              </a:rPr>
              <a:t>comes across </a:t>
            </a:r>
            <a:r>
              <a:rPr lang="en-GB" sz="1200" spc="-15" noProof="0" dirty="0">
                <a:latin typeface="+mn-lt"/>
                <a:cs typeface="Segoe UI"/>
              </a:rPr>
              <a:t>the</a:t>
            </a:r>
            <a:r>
              <a:rPr lang="en-GB" sz="1200" spc="-50" noProof="0" dirty="0">
                <a:latin typeface="+mn-lt"/>
                <a:cs typeface="Segoe UI"/>
              </a:rPr>
              <a:t> </a:t>
            </a:r>
            <a:r>
              <a:rPr lang="en-GB" sz="1200" b="1" spc="-25" noProof="0" dirty="0">
                <a:latin typeface="+mn-lt"/>
                <a:cs typeface="Segoe UI"/>
              </a:rPr>
              <a:t>`cmd`</a:t>
            </a:r>
            <a:r>
              <a:rPr lang="en-GB" sz="1200" b="1" spc="-35" noProof="0" dirty="0">
                <a:latin typeface="+mn-lt"/>
                <a:cs typeface="Segoe UI"/>
              </a:rPr>
              <a:t> </a:t>
            </a:r>
            <a:r>
              <a:rPr lang="en-GB" sz="1200" spc="-10" noProof="0" dirty="0">
                <a:latin typeface="+mn-lt"/>
                <a:cs typeface="Segoe UI"/>
              </a:rPr>
              <a:t>or</a:t>
            </a:r>
            <a:r>
              <a:rPr lang="en-GB" sz="1200" spc="-40" noProof="0" dirty="0">
                <a:latin typeface="+mn-lt"/>
                <a:cs typeface="Segoe UI"/>
              </a:rPr>
              <a:t> </a:t>
            </a:r>
            <a:r>
              <a:rPr lang="en-GB" sz="1200" b="1" spc="-20" noProof="0" dirty="0">
                <a:latin typeface="+mn-lt"/>
                <a:cs typeface="Segoe UI"/>
              </a:rPr>
              <a:t>$(cmd)</a:t>
            </a:r>
            <a:r>
              <a:rPr lang="en-GB" sz="1200" b="1" spc="-40" noProof="0" dirty="0">
                <a:latin typeface="+mn-lt"/>
                <a:cs typeface="Segoe UI"/>
              </a:rPr>
              <a:t> </a:t>
            </a:r>
            <a:r>
              <a:rPr lang="en-GB" sz="1200" spc="-25" noProof="0" dirty="0">
                <a:latin typeface="+mn-lt"/>
                <a:cs typeface="Segoe UI"/>
              </a:rPr>
              <a:t>metacharacter</a:t>
            </a:r>
            <a:r>
              <a:rPr lang="en-GB" sz="1200" spc="30" noProof="0" dirty="0">
                <a:latin typeface="+mn-lt"/>
                <a:cs typeface="Segoe UI"/>
              </a:rPr>
              <a:t> </a:t>
            </a:r>
            <a:r>
              <a:rPr lang="en-GB" sz="1200" spc="-20" noProof="0" dirty="0">
                <a:latin typeface="+mn-lt"/>
                <a:cs typeface="Segoe UI"/>
              </a:rPr>
              <a:t>set,</a:t>
            </a:r>
            <a:r>
              <a:rPr lang="en-GB" sz="1200" spc="-30" noProof="0" dirty="0">
                <a:latin typeface="+mn-lt"/>
                <a:cs typeface="Segoe UI"/>
              </a:rPr>
              <a:t> </a:t>
            </a:r>
            <a:r>
              <a:rPr lang="en-GB" sz="1200" spc="-15" noProof="0" dirty="0">
                <a:latin typeface="+mn-lt"/>
                <a:cs typeface="Segoe UI"/>
              </a:rPr>
              <a:t>the</a:t>
            </a:r>
            <a:r>
              <a:rPr lang="en-GB" sz="1200" spc="-20" noProof="0" dirty="0">
                <a:latin typeface="+mn-lt"/>
                <a:cs typeface="Segoe UI"/>
              </a:rPr>
              <a:t> command </a:t>
            </a:r>
            <a:r>
              <a:rPr lang="en-GB" sz="1200" spc="-10" noProof="0" dirty="0">
                <a:latin typeface="+mn-lt"/>
                <a:cs typeface="Segoe UI"/>
              </a:rPr>
              <a:t>(or</a:t>
            </a:r>
            <a:r>
              <a:rPr lang="en-GB" sz="1200" spc="-65" noProof="0" dirty="0">
                <a:latin typeface="+mn-lt"/>
                <a:cs typeface="Segoe UI"/>
              </a:rPr>
              <a:t> </a:t>
            </a:r>
            <a:r>
              <a:rPr lang="en-GB" sz="1200" spc="-20" noProof="0" dirty="0">
                <a:latin typeface="+mn-lt"/>
                <a:cs typeface="Segoe UI"/>
              </a:rPr>
              <a:t>sequence</a:t>
            </a:r>
            <a:r>
              <a:rPr lang="en-GB" sz="1200" spc="-50" noProof="0" dirty="0">
                <a:latin typeface="+mn-lt"/>
                <a:cs typeface="Segoe UI"/>
              </a:rPr>
              <a:t> </a:t>
            </a:r>
            <a:r>
              <a:rPr lang="en-GB" sz="1200" spc="-10" noProof="0" dirty="0">
                <a:latin typeface="+mn-lt"/>
                <a:cs typeface="Segoe UI"/>
              </a:rPr>
              <a:t>of </a:t>
            </a:r>
            <a:r>
              <a:rPr lang="en-GB" sz="1200" spc="-260" noProof="0" dirty="0">
                <a:latin typeface="+mn-lt"/>
                <a:cs typeface="Segoe UI"/>
              </a:rPr>
              <a:t> </a:t>
            </a:r>
            <a:r>
              <a:rPr lang="en-GB" sz="1200" spc="-20" noProof="0" dirty="0">
                <a:latin typeface="+mn-lt"/>
                <a:cs typeface="Segoe UI"/>
              </a:rPr>
              <a:t>commands)</a:t>
            </a:r>
            <a:r>
              <a:rPr lang="en-GB" sz="1200" spc="-75" noProof="0" dirty="0">
                <a:latin typeface="+mn-lt"/>
                <a:cs typeface="Segoe UI"/>
              </a:rPr>
              <a:t> </a:t>
            </a:r>
            <a:r>
              <a:rPr lang="en-GB" sz="1200" spc="-25" noProof="0" dirty="0">
                <a:latin typeface="+mn-lt"/>
                <a:cs typeface="Segoe UI"/>
              </a:rPr>
              <a:t>will</a:t>
            </a:r>
            <a:r>
              <a:rPr lang="en-GB" sz="1200" spc="-40" noProof="0" dirty="0">
                <a:latin typeface="+mn-lt"/>
                <a:cs typeface="Segoe UI"/>
              </a:rPr>
              <a:t> </a:t>
            </a:r>
            <a:r>
              <a:rPr lang="en-GB" sz="1200" spc="-10" noProof="0" dirty="0">
                <a:latin typeface="+mn-lt"/>
                <a:cs typeface="Segoe UI"/>
              </a:rPr>
              <a:t>be</a:t>
            </a:r>
            <a:r>
              <a:rPr lang="en-GB" sz="1200" spc="-35" noProof="0" dirty="0">
                <a:latin typeface="+mn-lt"/>
                <a:cs typeface="Segoe UI"/>
              </a:rPr>
              <a:t> </a:t>
            </a:r>
            <a:r>
              <a:rPr lang="en-GB" sz="1200" spc="-25" noProof="0" dirty="0">
                <a:latin typeface="+mn-lt"/>
                <a:cs typeface="Segoe UI"/>
              </a:rPr>
              <a:t>executed,</a:t>
            </a:r>
            <a:r>
              <a:rPr lang="en-GB" sz="1200" spc="-40"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final</a:t>
            </a:r>
            <a:r>
              <a:rPr lang="en-GB" sz="1200" spc="-40" noProof="0" dirty="0">
                <a:latin typeface="+mn-lt"/>
                <a:cs typeface="Segoe UI"/>
              </a:rPr>
              <a:t> </a:t>
            </a:r>
            <a:r>
              <a:rPr lang="en-GB" sz="1200" spc="-20" noProof="0" dirty="0">
                <a:latin typeface="+mn-lt"/>
                <a:cs typeface="Segoe UI"/>
              </a:rPr>
              <a:t>result</a:t>
            </a:r>
            <a:r>
              <a:rPr lang="en-GB" sz="1200" spc="-60" noProof="0" dirty="0">
                <a:latin typeface="+mn-lt"/>
                <a:cs typeface="Segoe UI"/>
              </a:rPr>
              <a:t> </a:t>
            </a:r>
            <a:r>
              <a:rPr lang="en-GB" sz="1200" spc="-10" noProof="0" dirty="0">
                <a:latin typeface="+mn-lt"/>
                <a:cs typeface="Segoe UI"/>
              </a:rPr>
              <a:t>put</a:t>
            </a:r>
            <a:r>
              <a:rPr lang="en-GB" sz="1200" spc="-65" noProof="0" dirty="0">
                <a:latin typeface="+mn-lt"/>
                <a:cs typeface="Segoe UI"/>
              </a:rPr>
              <a:t> </a:t>
            </a:r>
            <a:r>
              <a:rPr lang="en-GB" sz="1200" spc="-20" noProof="0" dirty="0">
                <a:latin typeface="+mn-lt"/>
                <a:cs typeface="Segoe UI"/>
              </a:rPr>
              <a:t>back</a:t>
            </a:r>
            <a:r>
              <a:rPr lang="en-GB" sz="1200" spc="-35" noProof="0" dirty="0">
                <a:latin typeface="+mn-lt"/>
                <a:cs typeface="Segoe UI"/>
              </a:rPr>
              <a:t> </a:t>
            </a:r>
            <a:r>
              <a:rPr lang="en-GB" sz="1200" spc="-10" noProof="0" dirty="0">
                <a:latin typeface="+mn-lt"/>
                <a:cs typeface="Segoe UI"/>
              </a:rPr>
              <a:t>on</a:t>
            </a:r>
            <a:r>
              <a:rPr lang="en-GB" sz="1200" spc="-5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line.</a:t>
            </a:r>
          </a:p>
          <a:p>
            <a:pPr marL="12700" marR="5080">
              <a:lnSpc>
                <a:spcPct val="100000"/>
              </a:lnSpc>
              <a:spcBef>
                <a:spcPts val="600"/>
              </a:spcBef>
            </a:pPr>
            <a:endParaRPr lang="en-GB" sz="1200" spc="-20" noProof="0" dirty="0">
              <a:latin typeface="+mn-lt"/>
              <a:cs typeface="Segoe UI"/>
            </a:endParaRPr>
          </a:p>
          <a:p>
            <a:pPr marL="12700" marR="76200">
              <a:lnSpc>
                <a:spcPct val="100000"/>
              </a:lnSpc>
              <a:spcBef>
                <a:spcPts val="600"/>
              </a:spcBef>
            </a:pPr>
            <a:r>
              <a:rPr lang="en-GB" sz="1200" spc="-15" noProof="0" dirty="0">
                <a:latin typeface="+mn-lt"/>
                <a:cs typeface="Segoe UI"/>
              </a:rPr>
              <a:t>The </a:t>
            </a:r>
            <a:r>
              <a:rPr lang="en-GB" sz="1200" b="1" spc="-20" noProof="0" dirty="0">
                <a:latin typeface="+mn-lt"/>
                <a:cs typeface="Segoe UI"/>
              </a:rPr>
              <a:t>$(cmd) </a:t>
            </a:r>
            <a:r>
              <a:rPr lang="en-GB" sz="1200" spc="-20" noProof="0" dirty="0">
                <a:latin typeface="+mn-lt"/>
                <a:cs typeface="Segoe UI"/>
              </a:rPr>
              <a:t>syntax </a:t>
            </a:r>
            <a:r>
              <a:rPr lang="en-GB" sz="1200" spc="-15" noProof="0" dirty="0">
                <a:latin typeface="+mn-lt"/>
                <a:cs typeface="Segoe UI"/>
              </a:rPr>
              <a:t>has </a:t>
            </a:r>
            <a:r>
              <a:rPr lang="en-GB" sz="1200" spc="-20" noProof="0" dirty="0">
                <a:latin typeface="+mn-lt"/>
                <a:cs typeface="Segoe UI"/>
              </a:rPr>
              <a:t>several benefits </a:t>
            </a:r>
            <a:r>
              <a:rPr lang="en-GB" sz="1200" spc="-15" noProof="0" dirty="0">
                <a:latin typeface="+mn-lt"/>
                <a:cs typeface="Segoe UI"/>
              </a:rPr>
              <a:t>over the </a:t>
            </a:r>
            <a:r>
              <a:rPr lang="en-GB" sz="1200" b="1" spc="-25" noProof="0" dirty="0">
                <a:latin typeface="+mn-lt"/>
                <a:cs typeface="Segoe UI"/>
              </a:rPr>
              <a:t>`cmd` </a:t>
            </a:r>
            <a:r>
              <a:rPr lang="en-GB" sz="1200" spc="-25" noProof="0" dirty="0">
                <a:latin typeface="+mn-lt"/>
                <a:cs typeface="Segoe UI"/>
              </a:rPr>
              <a:t>syntax</a:t>
            </a:r>
            <a:r>
              <a:rPr lang="en-GB" sz="1200" spc="-15" noProof="0" dirty="0">
                <a:latin typeface="+mn-lt"/>
                <a:cs typeface="Segoe UI"/>
              </a:rPr>
              <a:t>. It is </a:t>
            </a:r>
            <a:r>
              <a:rPr lang="en-GB" sz="1200" spc="-20" noProof="0" dirty="0">
                <a:latin typeface="+mn-lt"/>
                <a:cs typeface="Segoe UI"/>
              </a:rPr>
              <a:t>less confusing because </a:t>
            </a:r>
            <a:r>
              <a:rPr lang="en-GB" sz="1200" spc="-15" noProof="0" dirty="0">
                <a:latin typeface="+mn-lt"/>
                <a:cs typeface="Segoe UI"/>
              </a:rPr>
              <a:t>the </a:t>
            </a:r>
            <a:r>
              <a:rPr lang="en-GB" sz="1200" spc="-20" noProof="0" dirty="0">
                <a:latin typeface="+mn-lt"/>
                <a:cs typeface="Segoe UI"/>
              </a:rPr>
              <a:t>backquotes/backticks look</a:t>
            </a:r>
            <a:r>
              <a:rPr lang="en-GB" sz="1200" spc="-25" noProof="0" dirty="0">
                <a:latin typeface="+mn-lt"/>
                <a:cs typeface="Segoe UI"/>
              </a:rPr>
              <a:t> </a:t>
            </a:r>
            <a:r>
              <a:rPr lang="en-GB" sz="1200" spc="-15" noProof="0" dirty="0">
                <a:latin typeface="+mn-lt"/>
                <a:cs typeface="Segoe UI"/>
              </a:rPr>
              <a:t>very </a:t>
            </a:r>
            <a:r>
              <a:rPr lang="en-GB" sz="1200" spc="-25" noProof="0" dirty="0">
                <a:latin typeface="+mn-lt"/>
                <a:cs typeface="Segoe UI"/>
              </a:rPr>
              <a:t>similar</a:t>
            </a:r>
            <a:r>
              <a:rPr lang="en-GB" sz="1200" spc="-45" noProof="0" dirty="0">
                <a:latin typeface="+mn-lt"/>
                <a:cs typeface="Segoe UI"/>
              </a:rPr>
              <a:t> </a:t>
            </a:r>
            <a:r>
              <a:rPr lang="en-GB" sz="1200" spc="-15" noProof="0" dirty="0">
                <a:latin typeface="+mn-lt"/>
                <a:cs typeface="Segoe UI"/>
              </a:rPr>
              <a:t>to </a:t>
            </a:r>
            <a:r>
              <a:rPr lang="en-GB" sz="1200" spc="-20" noProof="0" dirty="0">
                <a:latin typeface="+mn-lt"/>
                <a:cs typeface="Segoe UI"/>
              </a:rPr>
              <a:t>ordinary</a:t>
            </a:r>
            <a:r>
              <a:rPr lang="en-GB" sz="1200" spc="-60" noProof="0" dirty="0">
                <a:latin typeface="+mn-lt"/>
                <a:cs typeface="Segoe UI"/>
              </a:rPr>
              <a:t> single </a:t>
            </a:r>
            <a:r>
              <a:rPr lang="en-GB" sz="1200" spc="-20" noProof="0" dirty="0">
                <a:latin typeface="+mn-lt"/>
                <a:cs typeface="Segoe UI"/>
              </a:rPr>
              <a:t>quotes</a:t>
            </a:r>
            <a:r>
              <a:rPr lang="en-GB" sz="1200" spc="-70" noProof="0" dirty="0">
                <a:latin typeface="+mn-lt"/>
                <a:cs typeface="Segoe UI"/>
              </a:rPr>
              <a:t> </a:t>
            </a:r>
            <a:r>
              <a:rPr lang="en-GB" sz="1200" spc="-15" noProof="0" dirty="0">
                <a:latin typeface="+mn-lt"/>
                <a:cs typeface="Segoe UI"/>
              </a:rPr>
              <a:t>and</a:t>
            </a:r>
            <a:r>
              <a:rPr lang="en-GB" sz="1200" spc="-20" noProof="0" dirty="0">
                <a:latin typeface="+mn-lt"/>
                <a:cs typeface="Segoe UI"/>
              </a:rPr>
              <a:t> can </a:t>
            </a:r>
            <a:r>
              <a:rPr lang="en-GB" sz="1200" spc="-10" noProof="0" dirty="0">
                <a:latin typeface="+mn-lt"/>
                <a:cs typeface="Segoe UI"/>
              </a:rPr>
              <a:t>be</a:t>
            </a:r>
            <a:r>
              <a:rPr lang="en-GB" sz="1200" spc="-55" noProof="0" dirty="0">
                <a:latin typeface="+mn-lt"/>
                <a:cs typeface="Segoe UI"/>
              </a:rPr>
              <a:t> </a:t>
            </a:r>
            <a:r>
              <a:rPr lang="en-GB" sz="1200" spc="-25" noProof="0" dirty="0">
                <a:latin typeface="+mn-lt"/>
                <a:cs typeface="Segoe UI"/>
              </a:rPr>
              <a:t>easily</a:t>
            </a:r>
            <a:r>
              <a:rPr lang="en-GB" sz="1200" spc="-10" noProof="0" dirty="0">
                <a:latin typeface="+mn-lt"/>
                <a:cs typeface="Segoe UI"/>
              </a:rPr>
              <a:t> </a:t>
            </a:r>
            <a:r>
              <a:rPr lang="en-GB" sz="1200" spc="-25" noProof="0" dirty="0">
                <a:latin typeface="+mn-lt"/>
                <a:cs typeface="Segoe UI"/>
              </a:rPr>
              <a:t>mistaken</a:t>
            </a:r>
            <a:r>
              <a:rPr lang="en-GB" sz="1200" spc="-20" noProof="0" dirty="0">
                <a:latin typeface="+mn-lt"/>
                <a:cs typeface="Segoe UI"/>
              </a:rPr>
              <a:t> </a:t>
            </a:r>
            <a:r>
              <a:rPr lang="en-GB" sz="1200" spc="-15" noProof="0" dirty="0">
                <a:latin typeface="+mn-lt"/>
                <a:cs typeface="Segoe UI"/>
              </a:rPr>
              <a:t>for</a:t>
            </a:r>
            <a:r>
              <a:rPr lang="en-GB" sz="1200" spc="-40" noProof="0" dirty="0">
                <a:latin typeface="+mn-lt"/>
                <a:cs typeface="Segoe UI"/>
              </a:rPr>
              <a:t> </a:t>
            </a:r>
            <a:r>
              <a:rPr lang="en-GB" sz="1200" spc="-20" noProof="0" dirty="0">
                <a:latin typeface="+mn-lt"/>
                <a:cs typeface="Segoe UI"/>
              </a:rPr>
              <a:t>them.</a:t>
            </a:r>
          </a:p>
          <a:p>
            <a:pPr marL="12700" marR="76200">
              <a:lnSpc>
                <a:spcPct val="100000"/>
              </a:lnSpc>
              <a:spcBef>
                <a:spcPts val="600"/>
              </a:spcBef>
            </a:pPr>
            <a:endParaRPr lang="en-GB" sz="1200" spc="-20" noProof="0" dirty="0">
              <a:latin typeface="+mn-lt"/>
              <a:cs typeface="Segoe UI"/>
            </a:endParaRPr>
          </a:p>
          <a:p>
            <a:pPr marL="12700" marR="76200">
              <a:lnSpc>
                <a:spcPct val="100000"/>
              </a:lnSpc>
              <a:spcBef>
                <a:spcPts val="600"/>
              </a:spcBef>
            </a:pPr>
            <a:r>
              <a:rPr lang="en-GB" sz="1200" spc="-20" noProof="0" dirty="0">
                <a:latin typeface="+mn-lt"/>
                <a:cs typeface="Segoe UI"/>
              </a:rPr>
              <a:t>Some</a:t>
            </a:r>
            <a:r>
              <a:rPr lang="en-GB" sz="1200" spc="-25" noProof="0" dirty="0">
                <a:latin typeface="+mn-lt"/>
                <a:cs typeface="Segoe UI"/>
              </a:rPr>
              <a:t> </a:t>
            </a:r>
            <a:r>
              <a:rPr lang="en-GB" sz="1200" spc="-20" noProof="0" dirty="0">
                <a:latin typeface="+mn-lt"/>
                <a:cs typeface="Segoe UI"/>
              </a:rPr>
              <a:t>keyboards </a:t>
            </a:r>
            <a:r>
              <a:rPr lang="en-GB" sz="1200" spc="-10" noProof="0" dirty="0">
                <a:latin typeface="+mn-lt"/>
                <a:cs typeface="Segoe UI"/>
              </a:rPr>
              <a:t>do</a:t>
            </a:r>
            <a:r>
              <a:rPr lang="en-GB" sz="1200" spc="-40" noProof="0" dirty="0">
                <a:latin typeface="+mn-lt"/>
                <a:cs typeface="Segoe UI"/>
              </a:rPr>
              <a:t> </a:t>
            </a:r>
            <a:r>
              <a:rPr lang="en-GB" sz="1200" spc="-10" noProof="0" dirty="0">
                <a:latin typeface="+mn-lt"/>
                <a:cs typeface="Segoe UI"/>
              </a:rPr>
              <a:t>not</a:t>
            </a:r>
            <a:r>
              <a:rPr lang="en-GB" sz="1200" spc="-60" noProof="0" dirty="0">
                <a:latin typeface="+mn-lt"/>
                <a:cs typeface="Segoe UI"/>
              </a:rPr>
              <a:t> </a:t>
            </a:r>
            <a:r>
              <a:rPr lang="en-GB" sz="1200" spc="-20" noProof="0" dirty="0">
                <a:latin typeface="+mn-lt"/>
                <a:cs typeface="Segoe UI"/>
              </a:rPr>
              <a:t>have</a:t>
            </a:r>
            <a:r>
              <a:rPr lang="en-GB" sz="1200" spc="-50" noProof="0" dirty="0">
                <a:latin typeface="+mn-lt"/>
                <a:cs typeface="Segoe UI"/>
              </a:rPr>
              <a:t> </a:t>
            </a:r>
            <a:r>
              <a:rPr lang="en-GB" sz="1200" spc="-20" noProof="0" dirty="0">
                <a:latin typeface="+mn-lt"/>
                <a:cs typeface="Segoe UI"/>
              </a:rPr>
              <a:t>backquote </a:t>
            </a:r>
            <a:r>
              <a:rPr lang="en-GB" sz="1200" spc="-260" noProof="0" dirty="0">
                <a:latin typeface="+mn-lt"/>
                <a:cs typeface="Segoe UI"/>
              </a:rPr>
              <a:t> </a:t>
            </a:r>
            <a:r>
              <a:rPr lang="en-GB" sz="1200" spc="-20" noProof="0" dirty="0">
                <a:latin typeface="+mn-lt"/>
                <a:cs typeface="Segoe UI"/>
              </a:rPr>
              <a:t>keys, and also many printers cannot </a:t>
            </a:r>
            <a:r>
              <a:rPr lang="en-GB" sz="1200" spc="-15" noProof="0" dirty="0">
                <a:latin typeface="+mn-lt"/>
                <a:cs typeface="Segoe UI"/>
              </a:rPr>
              <a:t>print </a:t>
            </a:r>
            <a:r>
              <a:rPr lang="en-GB" sz="1200" spc="-10" noProof="0" dirty="0">
                <a:latin typeface="+mn-lt"/>
                <a:cs typeface="Segoe UI"/>
              </a:rPr>
              <a:t>out </a:t>
            </a:r>
            <a:r>
              <a:rPr lang="en-GB" sz="1200" spc="-20" noProof="0" dirty="0">
                <a:latin typeface="+mn-lt"/>
                <a:cs typeface="Segoe UI"/>
              </a:rPr>
              <a:t>backquotes.</a:t>
            </a:r>
          </a:p>
          <a:p>
            <a:pPr marL="12700" marR="59055">
              <a:lnSpc>
                <a:spcPct val="100000"/>
              </a:lnSpc>
              <a:spcBef>
                <a:spcPts val="105"/>
              </a:spcBef>
            </a:pP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23</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6512382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a:lnSpc>
                <a:spcPct val="100000"/>
              </a:lnSpc>
              <a:spcBef>
                <a:spcPts val="105"/>
              </a:spcBef>
            </a:pP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24</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6076049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4" name="Rectangle 4"/>
          <p:cNvSpPr>
            <a:spLocks noGrp="1" noChangeArrowheads="1"/>
          </p:cNvSpPr>
          <p:nvPr>
            <p:ph type="body" idx="1"/>
          </p:nvPr>
        </p:nvSpPr>
        <p:spPr>
          <a:xfrm>
            <a:off x="685800" y="4400549"/>
            <a:ext cx="5486400" cy="4308021"/>
          </a:xfrm>
        </p:spPr>
        <p:txBody>
          <a:bodyPr>
            <a:normAutofit lnSpcReduction="10000"/>
          </a:bodyPr>
          <a:lstStyle/>
          <a:p>
            <a:r>
              <a:rPr lang="en-GB" dirty="0"/>
              <a:t>The shell supports the operators listed above.  They are adopted straight from C.  The easiest thing to say is that if they don’t mean anything to you, you probably don’t want to know about them.</a:t>
            </a:r>
          </a:p>
          <a:p>
            <a:r>
              <a:rPr lang="en-GB" dirty="0"/>
              <a:t>In case you do want to know what they do, the first you may be unfamiliar with is the “%” operator.  This (basically) gives the remainder after division.</a:t>
            </a:r>
          </a:p>
          <a:p>
            <a:r>
              <a:rPr lang="en-GB" dirty="0"/>
              <a:t>The next two operators, the left and right shift are rather strange.  To fully understand what these are doing, it is necessary to consider the bit representation of 52.</a:t>
            </a:r>
          </a:p>
          <a:p>
            <a:pPr lvl="1"/>
            <a:r>
              <a:rPr lang="en-GB" dirty="0"/>
              <a:t>      110100 52				110100	52</a:t>
            </a:r>
          </a:p>
          <a:p>
            <a:pPr lvl="1"/>
            <a:r>
              <a:rPr lang="en-GB" dirty="0"/>
              <a:t> 11010000 left shift by 2 bits  	  1101	52 right shift by 2 bits</a:t>
            </a:r>
          </a:p>
          <a:p>
            <a:r>
              <a:rPr lang="en-GB" dirty="0"/>
              <a:t>The bitwise and, inclusive and exclusive or operators are more easily explained by representing the bit patterns involved:</a:t>
            </a:r>
          </a:p>
          <a:p>
            <a:r>
              <a:rPr lang="en-GB" dirty="0"/>
              <a:t> 		110100	52		110100	52		110100	52</a:t>
            </a:r>
          </a:p>
          <a:p>
            <a:r>
              <a:rPr lang="en-GB" dirty="0"/>
              <a:t> 	&amp;	010001 	17	|	010001 	17	 ^	010001 	17</a:t>
            </a:r>
          </a:p>
          <a:p>
            <a:r>
              <a:rPr lang="en-GB" dirty="0"/>
              <a:t> 		––––––	––		––––––	––		––––––	––</a:t>
            </a:r>
          </a:p>
          <a:p>
            <a:r>
              <a:rPr lang="en-GB" dirty="0"/>
              <a:t> 		010000	16		110101	53		100101	37</a:t>
            </a:r>
          </a:p>
          <a:p>
            <a:r>
              <a:rPr lang="en-GB" dirty="0"/>
              <a:t>The final operator listed is the bitwise one’s complement which flips each 1 to 0, and each 0 to 1.  With this operator it is important to represent all the 32 bits:</a:t>
            </a:r>
          </a:p>
          <a:p>
            <a:r>
              <a:rPr lang="en-GB" dirty="0"/>
              <a:t> 		00000000000000001101011011011000	55000</a:t>
            </a:r>
          </a:p>
          <a:p>
            <a:r>
              <a:rPr lang="en-GB" dirty="0"/>
              <a:t> 		11111111111111110010100100100111	-55001</a:t>
            </a:r>
          </a:p>
        </p:txBody>
      </p:sp>
      <p:sp>
        <p:nvSpPr>
          <p:cNvPr id="5" name="Slide Image Placeholder 4"/>
          <p:cNvSpPr>
            <a:spLocks noGrp="1" noRot="1" noChangeAspect="1"/>
          </p:cNvSpPr>
          <p:nvPr>
            <p:ph type="sldImg"/>
          </p:nvPr>
        </p:nvSpPr>
        <p:spPr/>
      </p:sp>
    </p:spTree>
    <p:extLst>
      <p:ext uri="{BB962C8B-B14F-4D97-AF65-F5344CB8AC3E}">
        <p14:creationId xmlns:p14="http://schemas.microsoft.com/office/powerpoint/2010/main" val="26907658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863884"/>
          </a:xfrm>
        </p:spPr>
        <p:txBody>
          <a:bodyPr/>
          <a:lstStyle/>
          <a:p>
            <a:pPr marL="12700" marR="5080">
              <a:lnSpc>
                <a:spcPct val="100000"/>
              </a:lnSpc>
              <a:spcBef>
                <a:spcPts val="105"/>
              </a:spcBef>
            </a:pPr>
            <a:r>
              <a:rPr lang="en-GB" sz="1200" spc="-15" noProof="0" dirty="0">
                <a:latin typeface="+mn-lt"/>
                <a:cs typeface="Segoe UI"/>
              </a:rPr>
              <a:t>The </a:t>
            </a:r>
            <a:r>
              <a:rPr lang="en-GB" sz="1200" spc="-20" noProof="0" dirty="0">
                <a:latin typeface="+mn-lt"/>
                <a:cs typeface="Segoe UI"/>
              </a:rPr>
              <a:t>back</a:t>
            </a:r>
            <a:r>
              <a:rPr lang="en-GB" sz="1200" spc="-15" noProof="0" dirty="0">
                <a:latin typeface="+mn-lt"/>
                <a:cs typeface="Segoe UI"/>
              </a:rPr>
              <a:t>stroke </a:t>
            </a:r>
            <a:r>
              <a:rPr lang="en-GB" sz="1200" spc="-25" noProof="0" dirty="0">
                <a:latin typeface="+mn-lt"/>
                <a:cs typeface="Segoe UI"/>
              </a:rPr>
              <a:t>(backslash) character </a:t>
            </a:r>
            <a:r>
              <a:rPr lang="en-GB" sz="1200" spc="-20" noProof="0" dirty="0">
                <a:latin typeface="+mn-lt"/>
                <a:cs typeface="Segoe UI"/>
              </a:rPr>
              <a:t>prevents </a:t>
            </a:r>
            <a:r>
              <a:rPr lang="en-GB" sz="1200" spc="-15" noProof="0" dirty="0">
                <a:latin typeface="+mn-lt"/>
                <a:cs typeface="Segoe UI"/>
              </a:rPr>
              <a:t>the </a:t>
            </a:r>
            <a:r>
              <a:rPr lang="en-GB" sz="1200" spc="-20" noProof="0" dirty="0">
                <a:latin typeface="+mn-lt"/>
                <a:cs typeface="Segoe UI"/>
              </a:rPr>
              <a:t>shell </a:t>
            </a:r>
            <a:r>
              <a:rPr lang="en-GB" sz="1200" spc="-15" noProof="0" dirty="0">
                <a:latin typeface="+mn-lt"/>
                <a:cs typeface="Segoe UI"/>
              </a:rPr>
              <a:t>from </a:t>
            </a:r>
            <a:r>
              <a:rPr lang="en-GB" sz="1200" spc="-20" noProof="0" dirty="0">
                <a:latin typeface="+mn-lt"/>
                <a:cs typeface="Segoe UI"/>
              </a:rPr>
              <a:t>recognising </a:t>
            </a:r>
            <a:r>
              <a:rPr lang="en-GB" sz="1200" spc="-15" noProof="0" dirty="0">
                <a:latin typeface="+mn-lt"/>
                <a:cs typeface="Segoe UI"/>
              </a:rPr>
              <a:t>the </a:t>
            </a:r>
            <a:r>
              <a:rPr lang="en-GB" sz="1200" spc="-20" noProof="0" dirty="0">
                <a:latin typeface="+mn-lt"/>
                <a:cs typeface="Segoe UI"/>
              </a:rPr>
              <a:t>next </a:t>
            </a:r>
            <a:r>
              <a:rPr lang="en-GB" sz="1200" spc="-25" noProof="0" dirty="0">
                <a:latin typeface="+mn-lt"/>
                <a:cs typeface="Segoe UI"/>
              </a:rPr>
              <a:t>character </a:t>
            </a:r>
            <a:r>
              <a:rPr lang="en-GB" sz="1200" spc="-15" noProof="0" dirty="0">
                <a:latin typeface="+mn-lt"/>
                <a:cs typeface="Segoe UI"/>
              </a:rPr>
              <a:t>as </a:t>
            </a:r>
            <a:r>
              <a:rPr lang="en-GB" sz="1200" spc="-25" noProof="0" dirty="0">
                <a:latin typeface="+mn-lt"/>
                <a:cs typeface="Segoe UI"/>
              </a:rPr>
              <a:t>special, </a:t>
            </a:r>
            <a:r>
              <a:rPr lang="en-GB" sz="1200" spc="-25" noProof="0" dirty="0" err="1">
                <a:latin typeface="+mn-lt"/>
                <a:cs typeface="Segoe UI"/>
              </a:rPr>
              <a:t>ie</a:t>
            </a:r>
            <a:r>
              <a:rPr lang="en-GB" sz="1200" spc="-25" noProof="0" dirty="0">
                <a:latin typeface="+mn-lt"/>
                <a:cs typeface="Segoe UI"/>
              </a:rPr>
              <a:t>. it treats it literally and does not interpret its special meaning.  </a:t>
            </a:r>
          </a:p>
          <a:p>
            <a:pPr marL="12700" marR="5080">
              <a:lnSpc>
                <a:spcPct val="100000"/>
              </a:lnSpc>
              <a:spcBef>
                <a:spcPts val="105"/>
              </a:spcBef>
            </a:pPr>
            <a:r>
              <a:rPr lang="en-GB" sz="1200" spc="-25" noProof="0" dirty="0">
                <a:latin typeface="+mn-lt"/>
                <a:cs typeface="Segoe UI"/>
              </a:rPr>
              <a:t>Continuation</a:t>
            </a:r>
            <a:r>
              <a:rPr lang="en-GB" sz="1200" spc="-75" noProof="0" dirty="0">
                <a:latin typeface="+mn-lt"/>
                <a:cs typeface="Segoe UI"/>
              </a:rPr>
              <a:t> </a:t>
            </a:r>
            <a:r>
              <a:rPr lang="en-GB" sz="1200" spc="-20" noProof="0" dirty="0">
                <a:latin typeface="+mn-lt"/>
                <a:cs typeface="Segoe UI"/>
              </a:rPr>
              <a:t>command</a:t>
            </a:r>
            <a:r>
              <a:rPr lang="en-GB" sz="1200" spc="-50" noProof="0" dirty="0">
                <a:latin typeface="+mn-lt"/>
                <a:cs typeface="Segoe UI"/>
              </a:rPr>
              <a:t> </a:t>
            </a:r>
            <a:r>
              <a:rPr lang="en-GB" sz="1200" spc="-20" noProof="0" dirty="0">
                <a:latin typeface="+mn-lt"/>
                <a:cs typeface="Segoe UI"/>
              </a:rPr>
              <a:t>lines</a:t>
            </a:r>
            <a:r>
              <a:rPr lang="en-GB" sz="1200" spc="-25"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5" noProof="0" dirty="0">
                <a:latin typeface="+mn-lt"/>
                <a:cs typeface="Segoe UI"/>
              </a:rPr>
              <a:t>be</a:t>
            </a:r>
            <a:r>
              <a:rPr lang="en-GB" sz="1200" spc="-55" noProof="0" dirty="0">
                <a:latin typeface="+mn-lt"/>
                <a:cs typeface="Segoe UI"/>
              </a:rPr>
              <a:t> </a:t>
            </a:r>
            <a:r>
              <a:rPr lang="en-GB" sz="1200" spc="-20" noProof="0" dirty="0">
                <a:latin typeface="+mn-lt"/>
                <a:cs typeface="Segoe UI"/>
              </a:rPr>
              <a:t>entered</a:t>
            </a:r>
            <a:r>
              <a:rPr lang="en-GB" sz="1200" spc="-45" noProof="0" dirty="0">
                <a:latin typeface="+mn-lt"/>
                <a:cs typeface="Segoe UI"/>
              </a:rPr>
              <a:t> </a:t>
            </a:r>
            <a:r>
              <a:rPr lang="en-GB" sz="1200" spc="-5" noProof="0" dirty="0">
                <a:latin typeface="+mn-lt"/>
                <a:cs typeface="Segoe UI"/>
              </a:rPr>
              <a:t>by</a:t>
            </a:r>
            <a:r>
              <a:rPr lang="en-GB" sz="1200" spc="-40" noProof="0" dirty="0">
                <a:latin typeface="+mn-lt"/>
                <a:cs typeface="Segoe UI"/>
              </a:rPr>
              <a:t> </a:t>
            </a:r>
            <a:r>
              <a:rPr lang="en-GB" sz="1200" spc="-20" noProof="0" dirty="0">
                <a:latin typeface="+mn-lt"/>
                <a:cs typeface="Segoe UI"/>
              </a:rPr>
              <a:t>typing</a:t>
            </a:r>
            <a:r>
              <a:rPr lang="en-GB" sz="1200" spc="-45" noProof="0" dirty="0">
                <a:latin typeface="+mn-lt"/>
                <a:cs typeface="Segoe UI"/>
              </a:rPr>
              <a:t> </a:t>
            </a:r>
            <a:r>
              <a:rPr lang="en-GB" sz="1200" spc="5" noProof="0" dirty="0">
                <a:latin typeface="+mn-lt"/>
                <a:cs typeface="Segoe UI"/>
              </a:rPr>
              <a:t>a</a:t>
            </a:r>
            <a:r>
              <a:rPr lang="en-GB" sz="1200" spc="-35" noProof="0" dirty="0">
                <a:latin typeface="+mn-lt"/>
                <a:cs typeface="Segoe UI"/>
              </a:rPr>
              <a:t> </a:t>
            </a:r>
            <a:r>
              <a:rPr lang="en-GB" sz="1200" spc="-20" noProof="0" dirty="0">
                <a:latin typeface="+mn-lt"/>
                <a:cs typeface="Segoe UI"/>
              </a:rPr>
              <a:t>backstroke</a:t>
            </a:r>
            <a:r>
              <a:rPr lang="en-GB" sz="1200" spc="-30" noProof="0" dirty="0">
                <a:latin typeface="+mn-lt"/>
                <a:cs typeface="Segoe UI"/>
              </a:rPr>
              <a:t> </a:t>
            </a:r>
            <a:r>
              <a:rPr lang="en-GB" sz="1200" spc="-25" noProof="0" dirty="0">
                <a:latin typeface="+mn-lt"/>
                <a:cs typeface="Segoe UI"/>
              </a:rPr>
              <a:t>immediately</a:t>
            </a:r>
            <a:r>
              <a:rPr lang="en-GB" sz="1200" spc="-15" noProof="0" dirty="0">
                <a:latin typeface="+mn-lt"/>
                <a:cs typeface="Segoe UI"/>
              </a:rPr>
              <a:t> before</a:t>
            </a:r>
            <a:r>
              <a:rPr lang="en-GB" sz="1200" spc="-55" noProof="0" dirty="0">
                <a:latin typeface="+mn-lt"/>
                <a:cs typeface="Segoe UI"/>
              </a:rPr>
              <a:t> </a:t>
            </a:r>
            <a:r>
              <a:rPr lang="en-GB" sz="1200" spc="-20" noProof="0" dirty="0">
                <a:latin typeface="+mn-lt"/>
                <a:cs typeface="Segoe UI"/>
              </a:rPr>
              <a:t>pressing</a:t>
            </a:r>
            <a:r>
              <a:rPr lang="en-GB" sz="1200" spc="-70" noProof="0" dirty="0">
                <a:latin typeface="+mn-lt"/>
                <a:cs typeface="Segoe UI"/>
              </a:rPr>
              <a:t> </a:t>
            </a:r>
            <a:r>
              <a:rPr lang="en-GB" sz="1200" spc="-20" noProof="0" dirty="0">
                <a:latin typeface="+mn-lt"/>
                <a:cs typeface="Segoe UI"/>
              </a:rPr>
              <a:t>the</a:t>
            </a:r>
            <a:r>
              <a:rPr lang="en-GB" sz="1200" spc="-30" noProof="0" dirty="0">
                <a:latin typeface="+mn-lt"/>
                <a:cs typeface="Segoe UI"/>
              </a:rPr>
              <a:t> </a:t>
            </a:r>
            <a:r>
              <a:rPr lang="en-GB" sz="1200" spc="-20" noProof="0" dirty="0">
                <a:latin typeface="+mn-lt"/>
                <a:cs typeface="Segoe UI"/>
              </a:rPr>
              <a:t>enter </a:t>
            </a:r>
            <a:r>
              <a:rPr lang="en-GB" sz="1200" spc="-254" noProof="0" dirty="0">
                <a:latin typeface="+mn-lt"/>
                <a:cs typeface="Segoe UI"/>
              </a:rPr>
              <a:t> </a:t>
            </a:r>
            <a:r>
              <a:rPr lang="en-GB" sz="1200" spc="-20" noProof="0" dirty="0">
                <a:latin typeface="+mn-lt"/>
                <a:cs typeface="Segoe UI"/>
              </a:rPr>
              <a:t>key</a:t>
            </a:r>
            <a:r>
              <a:rPr lang="en-GB" sz="1200" spc="-25" noProof="0" dirty="0">
                <a:latin typeface="+mn-lt"/>
                <a:cs typeface="Segoe UI"/>
              </a:rPr>
              <a:t>.</a:t>
            </a:r>
          </a:p>
          <a:p>
            <a:pPr marL="12700" marR="386715">
              <a:lnSpc>
                <a:spcPct val="100000"/>
              </a:lnSpc>
              <a:spcBef>
                <a:spcPts val="605"/>
              </a:spcBef>
            </a:pPr>
            <a:r>
              <a:rPr lang="en-GB" sz="1200" spc="-20" noProof="0" dirty="0">
                <a:latin typeface="+mn-lt"/>
                <a:cs typeface="Segoe UI"/>
              </a:rPr>
              <a:t>Single</a:t>
            </a:r>
            <a:r>
              <a:rPr lang="en-GB" sz="1200" spc="-50" noProof="0" dirty="0">
                <a:latin typeface="+mn-lt"/>
                <a:cs typeface="Segoe UI"/>
              </a:rPr>
              <a:t> </a:t>
            </a:r>
            <a:r>
              <a:rPr lang="en-GB" sz="1200" spc="-20" noProof="0" dirty="0">
                <a:latin typeface="+mn-lt"/>
                <a:cs typeface="Segoe UI"/>
              </a:rPr>
              <a:t>quotes</a:t>
            </a:r>
            <a:r>
              <a:rPr lang="en-GB" sz="1200" spc="-70" noProof="0" dirty="0">
                <a:latin typeface="+mn-lt"/>
                <a:cs typeface="Segoe UI"/>
              </a:rPr>
              <a:t> </a:t>
            </a:r>
            <a:r>
              <a:rPr lang="en-GB" sz="1200" spc="-10" noProof="0" dirty="0">
                <a:latin typeface="+mn-lt"/>
                <a:cs typeface="Segoe UI"/>
              </a:rPr>
              <a:t>stop</a:t>
            </a:r>
            <a:r>
              <a:rPr lang="en-GB" sz="1200" spc="-50"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20" noProof="0" dirty="0">
                <a:latin typeface="+mn-lt"/>
                <a:cs typeface="Segoe UI"/>
              </a:rPr>
              <a:t>shell</a:t>
            </a:r>
            <a:r>
              <a:rPr lang="en-GB" sz="1200" spc="-25" noProof="0" dirty="0">
                <a:latin typeface="+mn-lt"/>
                <a:cs typeface="Segoe UI"/>
              </a:rPr>
              <a:t> </a:t>
            </a:r>
            <a:r>
              <a:rPr lang="en-GB" sz="1200" spc="-15" noProof="0" dirty="0">
                <a:latin typeface="+mn-lt"/>
                <a:cs typeface="Segoe UI"/>
              </a:rPr>
              <a:t>from</a:t>
            </a:r>
            <a:r>
              <a:rPr lang="en-GB" sz="1200" spc="-55" noProof="0" dirty="0">
                <a:latin typeface="+mn-lt"/>
                <a:cs typeface="Segoe UI"/>
              </a:rPr>
              <a:t> </a:t>
            </a:r>
            <a:r>
              <a:rPr lang="en-GB" sz="1200" spc="-20" noProof="0" dirty="0">
                <a:latin typeface="+mn-lt"/>
                <a:cs typeface="Segoe UI"/>
              </a:rPr>
              <a:t>recognising</a:t>
            </a:r>
            <a:r>
              <a:rPr lang="en-GB" sz="1200" spc="-70" noProof="0" dirty="0">
                <a:latin typeface="+mn-lt"/>
                <a:cs typeface="Segoe UI"/>
              </a:rPr>
              <a:t> </a:t>
            </a:r>
            <a:r>
              <a:rPr lang="en-GB" sz="1200" b="1" spc="-20" noProof="0" dirty="0">
                <a:latin typeface="+mn-lt"/>
                <a:cs typeface="Segoe UI"/>
              </a:rPr>
              <a:t>all</a:t>
            </a:r>
            <a:r>
              <a:rPr lang="en-GB" sz="1200" spc="-25" noProof="0" dirty="0">
                <a:latin typeface="+mn-lt"/>
                <a:cs typeface="Segoe UI"/>
              </a:rPr>
              <a:t> special</a:t>
            </a:r>
            <a:r>
              <a:rPr lang="en-GB" sz="1200" spc="-5" noProof="0" dirty="0">
                <a:latin typeface="+mn-lt"/>
                <a:cs typeface="Segoe UI"/>
              </a:rPr>
              <a:t> </a:t>
            </a:r>
            <a:r>
              <a:rPr lang="en-GB" sz="1200" spc="-25" noProof="0" dirty="0">
                <a:latin typeface="+mn-lt"/>
                <a:cs typeface="Segoe UI"/>
              </a:rPr>
              <a:t>characters.</a:t>
            </a:r>
            <a:r>
              <a:rPr lang="en-GB" sz="1200" spc="5" noProof="0" dirty="0">
                <a:latin typeface="+mn-lt"/>
                <a:cs typeface="Segoe UI"/>
              </a:rPr>
              <a:t> </a:t>
            </a:r>
            <a:endParaRPr lang="en-GB" sz="1200" spc="-20" noProof="0" dirty="0">
              <a:latin typeface="+mn-lt"/>
              <a:cs typeface="Segoe UI"/>
            </a:endParaRPr>
          </a:p>
          <a:p>
            <a:pPr marL="12700" marR="363220">
              <a:lnSpc>
                <a:spcPct val="100000"/>
              </a:lnSpc>
              <a:spcBef>
                <a:spcPts val="600"/>
              </a:spcBef>
            </a:pPr>
            <a:r>
              <a:rPr lang="en-GB" sz="1200" spc="-20" noProof="0" dirty="0">
                <a:latin typeface="+mn-lt"/>
                <a:cs typeface="Segoe UI"/>
              </a:rPr>
              <a:t>Double</a:t>
            </a:r>
            <a:r>
              <a:rPr lang="en-GB" sz="1200" spc="-80" noProof="0" dirty="0">
                <a:latin typeface="+mn-lt"/>
                <a:cs typeface="Segoe UI"/>
              </a:rPr>
              <a:t> </a:t>
            </a:r>
            <a:r>
              <a:rPr lang="en-GB" sz="1200" spc="-20" noProof="0" dirty="0">
                <a:latin typeface="+mn-lt"/>
                <a:cs typeface="Segoe UI"/>
              </a:rPr>
              <a:t>quotes</a:t>
            </a:r>
            <a:r>
              <a:rPr lang="en-GB" sz="1200" spc="-45"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less</a:t>
            </a:r>
            <a:r>
              <a:rPr lang="en-GB" sz="1200" spc="-45" noProof="0" dirty="0">
                <a:latin typeface="+mn-lt"/>
                <a:cs typeface="Segoe UI"/>
              </a:rPr>
              <a:t> </a:t>
            </a:r>
            <a:r>
              <a:rPr lang="en-GB" sz="1200" spc="-20" noProof="0" dirty="0">
                <a:latin typeface="+mn-lt"/>
                <a:cs typeface="Segoe UI"/>
              </a:rPr>
              <a:t>strict</a:t>
            </a:r>
            <a:r>
              <a:rPr lang="en-GB" sz="1200" spc="-30" noProof="0" dirty="0">
                <a:latin typeface="+mn-lt"/>
                <a:cs typeface="Segoe UI"/>
              </a:rPr>
              <a:t> </a:t>
            </a:r>
            <a:r>
              <a:rPr lang="en-GB" sz="1200" spc="-20" noProof="0" dirty="0">
                <a:latin typeface="+mn-lt"/>
                <a:cs typeface="Segoe UI"/>
              </a:rPr>
              <a:t>than single</a:t>
            </a:r>
            <a:r>
              <a:rPr lang="en-GB" sz="1200" spc="-55" noProof="0" dirty="0">
                <a:latin typeface="+mn-lt"/>
                <a:cs typeface="Segoe UI"/>
              </a:rPr>
              <a:t> </a:t>
            </a:r>
            <a:r>
              <a:rPr lang="en-GB" sz="1200" spc="-20" noProof="0" dirty="0">
                <a:latin typeface="+mn-lt"/>
                <a:cs typeface="Segoe UI"/>
              </a:rPr>
              <a:t>quotes.</a:t>
            </a:r>
            <a:r>
              <a:rPr lang="en-GB" sz="1200" spc="195" noProof="0" dirty="0">
                <a:latin typeface="+mn-lt"/>
                <a:cs typeface="Segoe UI"/>
              </a:rPr>
              <a:t> </a:t>
            </a:r>
            <a:r>
              <a:rPr lang="en-GB" sz="1200" spc="-15" noProof="0" dirty="0">
                <a:latin typeface="+mn-lt"/>
                <a:cs typeface="Segoe UI"/>
              </a:rPr>
              <a:t>They</a:t>
            </a:r>
            <a:r>
              <a:rPr lang="en-GB" sz="1200" spc="-40" noProof="0" dirty="0">
                <a:latin typeface="+mn-lt"/>
                <a:cs typeface="Segoe UI"/>
              </a:rPr>
              <a:t> </a:t>
            </a:r>
            <a:r>
              <a:rPr lang="en-GB" sz="1200" spc="-20" noProof="0" dirty="0">
                <a:latin typeface="+mn-lt"/>
                <a:cs typeface="Segoe UI"/>
              </a:rPr>
              <a:t>protect</a:t>
            </a:r>
            <a:r>
              <a:rPr lang="en-GB" sz="1200" spc="-55"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shell</a:t>
            </a:r>
            <a:r>
              <a:rPr lang="en-GB" sz="1200" spc="-60" noProof="0" dirty="0">
                <a:latin typeface="+mn-lt"/>
                <a:cs typeface="Segoe UI"/>
              </a:rPr>
              <a:t> </a:t>
            </a:r>
            <a:r>
              <a:rPr lang="en-GB" sz="1200" spc="-15" noProof="0" dirty="0">
                <a:latin typeface="+mn-lt"/>
                <a:cs typeface="Segoe UI"/>
              </a:rPr>
              <a:t>from</a:t>
            </a:r>
            <a:r>
              <a:rPr lang="en-GB" sz="1200" spc="-30" noProof="0" dirty="0">
                <a:latin typeface="+mn-lt"/>
                <a:cs typeface="Segoe UI"/>
              </a:rPr>
              <a:t> </a:t>
            </a:r>
            <a:r>
              <a:rPr lang="en-GB" sz="1200" spc="-20" noProof="0" dirty="0">
                <a:latin typeface="+mn-lt"/>
                <a:cs typeface="Segoe UI"/>
              </a:rPr>
              <a:t>seeing</a:t>
            </a:r>
            <a:r>
              <a:rPr lang="en-GB" sz="1200" spc="-70" noProof="0" dirty="0">
                <a:latin typeface="+mn-lt"/>
                <a:cs typeface="Segoe UI"/>
              </a:rPr>
              <a:t> </a:t>
            </a:r>
            <a:r>
              <a:rPr lang="en-GB" sz="1200" spc="-20" noProof="0" dirty="0">
                <a:latin typeface="+mn-lt"/>
                <a:cs typeface="Segoe UI"/>
              </a:rPr>
              <a:t>most,</a:t>
            </a:r>
            <a:r>
              <a:rPr lang="en-GB" sz="1200" spc="-30" noProof="0" dirty="0">
                <a:latin typeface="+mn-lt"/>
                <a:cs typeface="Segoe UI"/>
              </a:rPr>
              <a:t> </a:t>
            </a:r>
            <a:r>
              <a:rPr lang="en-GB" sz="1200" spc="-10" noProof="0" dirty="0">
                <a:latin typeface="+mn-lt"/>
                <a:cs typeface="Segoe UI"/>
              </a:rPr>
              <a:t>but</a:t>
            </a:r>
            <a:r>
              <a:rPr lang="en-GB" sz="1200" spc="-60" noProof="0" dirty="0">
                <a:latin typeface="+mn-lt"/>
                <a:cs typeface="Segoe UI"/>
              </a:rPr>
              <a:t> </a:t>
            </a:r>
            <a:r>
              <a:rPr lang="en-GB" sz="1200" spc="-10" noProof="0" dirty="0">
                <a:latin typeface="+mn-lt"/>
                <a:cs typeface="Segoe UI"/>
              </a:rPr>
              <a:t>not</a:t>
            </a:r>
            <a:r>
              <a:rPr lang="en-GB" sz="1200" spc="-55" noProof="0" dirty="0">
                <a:latin typeface="+mn-lt"/>
                <a:cs typeface="Segoe UI"/>
              </a:rPr>
              <a:t> </a:t>
            </a:r>
            <a:r>
              <a:rPr lang="en-GB" sz="1200" spc="-20" noProof="0" dirty="0">
                <a:latin typeface="+mn-lt"/>
                <a:cs typeface="Segoe UI"/>
              </a:rPr>
              <a:t>all </a:t>
            </a:r>
            <a:r>
              <a:rPr lang="en-GB" sz="1200" spc="-260" noProof="0" dirty="0">
                <a:latin typeface="+mn-lt"/>
                <a:cs typeface="Segoe UI"/>
              </a:rPr>
              <a:t> </a:t>
            </a:r>
            <a:r>
              <a:rPr lang="en-GB" sz="1200" spc="-25" noProof="0" dirty="0">
                <a:latin typeface="+mn-lt"/>
                <a:cs typeface="Segoe UI"/>
              </a:rPr>
              <a:t>characters.  </a:t>
            </a:r>
            <a:r>
              <a:rPr lang="en-GB" sz="1200" spc="-15" noProof="0" dirty="0">
                <a:latin typeface="+mn-lt"/>
                <a:cs typeface="Segoe UI"/>
              </a:rPr>
              <a:t>The</a:t>
            </a:r>
            <a:r>
              <a:rPr lang="en-GB" sz="1200" spc="-30" noProof="0" dirty="0">
                <a:latin typeface="+mn-lt"/>
                <a:cs typeface="Segoe UI"/>
              </a:rPr>
              <a:t> </a:t>
            </a:r>
            <a:r>
              <a:rPr lang="en-GB" sz="1200" spc="-25" noProof="0" dirty="0">
                <a:latin typeface="+mn-lt"/>
                <a:cs typeface="Segoe UI"/>
              </a:rPr>
              <a:t>exceptions</a:t>
            </a:r>
            <a:r>
              <a:rPr lang="en-GB" sz="1200" spc="-55" noProof="0" dirty="0">
                <a:latin typeface="+mn-lt"/>
                <a:cs typeface="Segoe UI"/>
              </a:rPr>
              <a:t> </a:t>
            </a:r>
            <a:r>
              <a:rPr lang="en-GB" sz="1200" spc="-25" noProof="0" dirty="0">
                <a:latin typeface="+mn-lt"/>
                <a:cs typeface="Segoe UI"/>
              </a:rPr>
              <a:t>(i.e. characters</a:t>
            </a:r>
            <a:r>
              <a:rPr lang="en-GB" sz="1200" spc="-5" noProof="0" dirty="0">
                <a:latin typeface="+mn-lt"/>
                <a:cs typeface="Segoe UI"/>
              </a:rPr>
              <a:t> </a:t>
            </a:r>
            <a:r>
              <a:rPr lang="en-GB" sz="1200" spc="-10" noProof="0" dirty="0">
                <a:latin typeface="+mn-lt"/>
                <a:cs typeface="Segoe UI"/>
              </a:rPr>
              <a:t>not</a:t>
            </a:r>
            <a:r>
              <a:rPr lang="en-GB" sz="1200" spc="-65" noProof="0" dirty="0">
                <a:latin typeface="+mn-lt"/>
                <a:cs typeface="Segoe UI"/>
              </a:rPr>
              <a:t> </a:t>
            </a:r>
            <a:r>
              <a:rPr lang="en-GB" sz="1200" spc="-20" noProof="0" dirty="0">
                <a:latin typeface="+mn-lt"/>
                <a:cs typeface="Segoe UI"/>
              </a:rPr>
              <a:t>protected</a:t>
            </a:r>
            <a:r>
              <a:rPr lang="en-GB" sz="1200" spc="-50" noProof="0" dirty="0">
                <a:latin typeface="+mn-lt"/>
                <a:cs typeface="Segoe UI"/>
              </a:rPr>
              <a:t> </a:t>
            </a:r>
            <a:r>
              <a:rPr lang="en-GB" sz="1200" spc="-10" noProof="0" dirty="0">
                <a:latin typeface="+mn-lt"/>
                <a:cs typeface="Segoe UI"/>
              </a:rPr>
              <a:t>by</a:t>
            </a:r>
            <a:r>
              <a:rPr lang="en-GB" sz="1200" spc="-45" noProof="0" dirty="0">
                <a:latin typeface="+mn-lt"/>
                <a:cs typeface="Segoe UI"/>
              </a:rPr>
              <a:t> </a:t>
            </a:r>
            <a:r>
              <a:rPr lang="en-GB" sz="1200" spc="-15" noProof="0" dirty="0">
                <a:latin typeface="+mn-lt"/>
                <a:cs typeface="Segoe UI"/>
              </a:rPr>
              <a:t>double</a:t>
            </a:r>
            <a:r>
              <a:rPr lang="en-GB" sz="1200" spc="-80" noProof="0" dirty="0">
                <a:latin typeface="+mn-lt"/>
                <a:cs typeface="Segoe UI"/>
              </a:rPr>
              <a:t> </a:t>
            </a:r>
            <a:r>
              <a:rPr lang="en-GB" sz="1200" spc="-20" noProof="0" dirty="0">
                <a:latin typeface="+mn-lt"/>
                <a:cs typeface="Segoe UI"/>
              </a:rPr>
              <a:t>quotes)</a:t>
            </a:r>
            <a:r>
              <a:rPr lang="en-GB" sz="1200" spc="-50" noProof="0" dirty="0">
                <a:latin typeface="+mn-lt"/>
                <a:cs typeface="Segoe UI"/>
              </a:rPr>
              <a:t> </a:t>
            </a:r>
            <a:r>
              <a:rPr lang="en-GB" sz="1200" spc="-20" noProof="0" dirty="0">
                <a:latin typeface="+mn-lt"/>
                <a:cs typeface="Segoe UI"/>
              </a:rPr>
              <a:t>are:</a:t>
            </a:r>
            <a:endParaRPr lang="en-GB" sz="1200" noProof="0" dirty="0">
              <a:latin typeface="+mn-lt"/>
              <a:cs typeface="Segoe UI"/>
            </a:endParaRPr>
          </a:p>
          <a:p>
            <a:pPr marL="287020">
              <a:lnSpc>
                <a:spcPct val="100000"/>
              </a:lnSpc>
              <a:tabLst>
                <a:tab pos="558165" algn="l"/>
              </a:tabLst>
            </a:pPr>
            <a:r>
              <a:rPr lang="en-GB" sz="1200" noProof="0" dirty="0">
                <a:latin typeface="+mn-lt"/>
                <a:cs typeface="Segoe UI"/>
              </a:rPr>
              <a:t>"	</a:t>
            </a:r>
            <a:r>
              <a:rPr lang="en-GB" sz="1200" spc="-20" noProof="0" dirty="0">
                <a:latin typeface="+mn-lt"/>
                <a:cs typeface="Segoe UI"/>
              </a:rPr>
              <a:t>doub</a:t>
            </a:r>
            <a:r>
              <a:rPr lang="en-GB" sz="1200" spc="-30" noProof="0" dirty="0">
                <a:latin typeface="+mn-lt"/>
                <a:cs typeface="Segoe UI"/>
              </a:rPr>
              <a:t>l</a:t>
            </a:r>
            <a:r>
              <a:rPr lang="en-GB" sz="1200" noProof="0" dirty="0">
                <a:latin typeface="+mn-lt"/>
                <a:cs typeface="Segoe UI"/>
              </a:rPr>
              <a:t>e</a:t>
            </a:r>
            <a:r>
              <a:rPr lang="en-GB" sz="1200" spc="-110" noProof="0" dirty="0">
                <a:latin typeface="+mn-lt"/>
                <a:cs typeface="Segoe UI"/>
              </a:rPr>
              <a:t> </a:t>
            </a:r>
            <a:r>
              <a:rPr lang="en-GB" sz="1200" spc="-20" noProof="0" dirty="0">
                <a:latin typeface="+mn-lt"/>
                <a:cs typeface="Segoe UI"/>
              </a:rPr>
              <a:t>quo</a:t>
            </a:r>
            <a:r>
              <a:rPr lang="en-GB" sz="1200" spc="-30" noProof="0" dirty="0">
                <a:latin typeface="+mn-lt"/>
                <a:cs typeface="Segoe UI"/>
              </a:rPr>
              <a:t>t</a:t>
            </a:r>
            <a:r>
              <a:rPr lang="en-GB" sz="1200" noProof="0" dirty="0">
                <a:latin typeface="+mn-lt"/>
                <a:cs typeface="Segoe UI"/>
              </a:rPr>
              <a:t>e</a:t>
            </a:r>
            <a:r>
              <a:rPr lang="en-GB" sz="1200" spc="-60" noProof="0" dirty="0">
                <a:latin typeface="+mn-lt"/>
                <a:cs typeface="Segoe UI"/>
              </a:rPr>
              <a:t> </a:t>
            </a:r>
            <a:r>
              <a:rPr lang="en-GB" sz="1200" spc="-30" noProof="0" dirty="0">
                <a:latin typeface="+mn-lt"/>
                <a:cs typeface="Segoe UI"/>
              </a:rPr>
              <a:t>it</a:t>
            </a:r>
            <a:r>
              <a:rPr lang="en-GB" sz="1200" spc="-20" noProof="0" dirty="0">
                <a:latin typeface="+mn-lt"/>
                <a:cs typeface="Segoe UI"/>
              </a:rPr>
              <a:t>s</a:t>
            </a:r>
            <a:r>
              <a:rPr lang="en-GB" sz="1200" spc="-25" noProof="0" dirty="0">
                <a:latin typeface="+mn-lt"/>
                <a:cs typeface="Segoe UI"/>
              </a:rPr>
              <a:t>e</a:t>
            </a:r>
            <a:r>
              <a:rPr lang="en-GB" sz="1200" spc="-30" noProof="0" dirty="0">
                <a:latin typeface="+mn-lt"/>
                <a:cs typeface="Segoe UI"/>
              </a:rPr>
              <a:t>l</a:t>
            </a:r>
            <a:r>
              <a:rPr lang="en-GB" sz="1200" noProof="0" dirty="0">
                <a:latin typeface="+mn-lt"/>
                <a:cs typeface="Segoe UI"/>
              </a:rPr>
              <a:t>f</a:t>
            </a:r>
          </a:p>
          <a:p>
            <a:pPr marL="317500">
              <a:lnSpc>
                <a:spcPct val="100000"/>
              </a:lnSpc>
              <a:tabLst>
                <a:tab pos="558165" algn="l"/>
              </a:tabLst>
            </a:pPr>
            <a:r>
              <a:rPr lang="en-GB" sz="1200" noProof="0" dirty="0">
                <a:latin typeface="+mn-lt"/>
                <a:cs typeface="Segoe UI"/>
              </a:rPr>
              <a:t>\	</a:t>
            </a:r>
            <a:r>
              <a:rPr lang="en-GB" sz="1200" spc="-20" noProof="0" dirty="0">
                <a:latin typeface="+mn-lt"/>
                <a:cs typeface="Segoe UI"/>
              </a:rPr>
              <a:t>b</a:t>
            </a:r>
            <a:r>
              <a:rPr lang="en-GB" sz="1200" spc="-35" noProof="0" dirty="0">
                <a:latin typeface="+mn-lt"/>
                <a:cs typeface="Segoe UI"/>
              </a:rPr>
              <a:t>ac</a:t>
            </a:r>
            <a:r>
              <a:rPr lang="en-GB" sz="1200" spc="-25" noProof="0" dirty="0">
                <a:latin typeface="+mn-lt"/>
                <a:cs typeface="Segoe UI"/>
              </a:rPr>
              <a:t>k</a:t>
            </a:r>
            <a:r>
              <a:rPr lang="en-GB" sz="1200" spc="-20" noProof="0" dirty="0">
                <a:latin typeface="+mn-lt"/>
                <a:cs typeface="Segoe UI"/>
              </a:rPr>
              <a:t>s</a:t>
            </a:r>
            <a:r>
              <a:rPr lang="en-GB" sz="1200" spc="-30" noProof="0" dirty="0">
                <a:latin typeface="+mn-lt"/>
                <a:cs typeface="Segoe UI"/>
              </a:rPr>
              <a:t>t</a:t>
            </a:r>
            <a:r>
              <a:rPr lang="en-GB" sz="1200" spc="-15" noProof="0" dirty="0">
                <a:latin typeface="+mn-lt"/>
                <a:cs typeface="Segoe UI"/>
              </a:rPr>
              <a:t>r</a:t>
            </a:r>
            <a:r>
              <a:rPr lang="en-GB" sz="1200" spc="-20" noProof="0" dirty="0">
                <a:latin typeface="+mn-lt"/>
                <a:cs typeface="Segoe UI"/>
              </a:rPr>
              <a:t>o</a:t>
            </a:r>
            <a:r>
              <a:rPr lang="en-GB" sz="1200" spc="-25" noProof="0" dirty="0">
                <a:latin typeface="+mn-lt"/>
                <a:cs typeface="Segoe UI"/>
              </a:rPr>
              <a:t>k</a:t>
            </a:r>
            <a:r>
              <a:rPr lang="en-GB" sz="1200" noProof="0" dirty="0">
                <a:latin typeface="+mn-lt"/>
                <a:cs typeface="Segoe UI"/>
              </a:rPr>
              <a:t>e</a:t>
            </a:r>
            <a:r>
              <a:rPr lang="en-GB" sz="1200" spc="-60" noProof="0" dirty="0">
                <a:latin typeface="+mn-lt"/>
                <a:cs typeface="Segoe UI"/>
              </a:rPr>
              <a:t> </a:t>
            </a:r>
            <a:r>
              <a:rPr lang="en-GB" sz="1200" spc="-20" noProof="0" dirty="0">
                <a:latin typeface="+mn-lt"/>
                <a:cs typeface="Segoe UI"/>
              </a:rPr>
              <a:t>(s</a:t>
            </a:r>
            <a:r>
              <a:rPr lang="en-GB" sz="1200" spc="-30" noProof="0" dirty="0">
                <a:latin typeface="+mn-lt"/>
                <a:cs typeface="Segoe UI"/>
              </a:rPr>
              <a:t>i</a:t>
            </a:r>
            <a:r>
              <a:rPr lang="en-GB" sz="1200" spc="-20" noProof="0" dirty="0">
                <a:latin typeface="+mn-lt"/>
                <a:cs typeface="Segoe UI"/>
              </a:rPr>
              <a:t>ng</a:t>
            </a:r>
            <a:r>
              <a:rPr lang="en-GB" sz="1200" spc="-30" noProof="0" dirty="0">
                <a:latin typeface="+mn-lt"/>
                <a:cs typeface="Segoe UI"/>
              </a:rPr>
              <a:t>l</a:t>
            </a:r>
            <a:r>
              <a:rPr lang="en-GB" sz="1200" noProof="0" dirty="0">
                <a:latin typeface="+mn-lt"/>
                <a:cs typeface="Segoe UI"/>
              </a:rPr>
              <a:t>e</a:t>
            </a:r>
            <a:r>
              <a:rPr lang="en-GB" sz="1200" spc="-85" noProof="0" dirty="0">
                <a:latin typeface="+mn-lt"/>
                <a:cs typeface="Segoe UI"/>
              </a:rPr>
              <a:t> </a:t>
            </a:r>
            <a:r>
              <a:rPr lang="en-GB" sz="1200" spc="-35" noProof="0" dirty="0">
                <a:latin typeface="+mn-lt"/>
                <a:cs typeface="Segoe UI"/>
              </a:rPr>
              <a:t>c</a:t>
            </a:r>
            <a:r>
              <a:rPr lang="en-GB" sz="1200" spc="-20" noProof="0" dirty="0">
                <a:latin typeface="+mn-lt"/>
                <a:cs typeface="Segoe UI"/>
              </a:rPr>
              <a:t>h</a:t>
            </a:r>
            <a:r>
              <a:rPr lang="en-GB" sz="1200" spc="-35" noProof="0" dirty="0">
                <a:latin typeface="+mn-lt"/>
                <a:cs typeface="Segoe UI"/>
              </a:rPr>
              <a:t>a</a:t>
            </a:r>
            <a:r>
              <a:rPr lang="en-GB" sz="1200" spc="-15" noProof="0" dirty="0">
                <a:latin typeface="+mn-lt"/>
                <a:cs typeface="Segoe UI"/>
              </a:rPr>
              <a:t>r</a:t>
            </a:r>
            <a:r>
              <a:rPr lang="en-GB" sz="1200" spc="-35" noProof="0" dirty="0">
                <a:latin typeface="+mn-lt"/>
                <a:cs typeface="Segoe UI"/>
              </a:rPr>
              <a:t>ac</a:t>
            </a:r>
            <a:r>
              <a:rPr lang="en-GB" sz="1200" spc="-30" noProof="0" dirty="0">
                <a:latin typeface="+mn-lt"/>
                <a:cs typeface="Segoe UI"/>
              </a:rPr>
              <a:t>t</a:t>
            </a:r>
            <a:r>
              <a:rPr lang="en-GB" sz="1200" spc="-25" noProof="0" dirty="0">
                <a:latin typeface="+mn-lt"/>
                <a:cs typeface="Segoe UI"/>
              </a:rPr>
              <a:t>e</a:t>
            </a:r>
            <a:r>
              <a:rPr lang="en-GB" sz="1200" noProof="0" dirty="0">
                <a:latin typeface="+mn-lt"/>
                <a:cs typeface="Segoe UI"/>
              </a:rPr>
              <a:t>r</a:t>
            </a:r>
            <a:r>
              <a:rPr lang="en-GB" sz="1200" spc="-5" noProof="0" dirty="0">
                <a:latin typeface="+mn-lt"/>
                <a:cs typeface="Segoe UI"/>
              </a:rPr>
              <a:t> </a:t>
            </a:r>
            <a:r>
              <a:rPr lang="en-GB" sz="1200" spc="-20" noProof="0" dirty="0">
                <a:latin typeface="+mn-lt"/>
                <a:cs typeface="Segoe UI"/>
              </a:rPr>
              <a:t>quo</a:t>
            </a:r>
            <a:r>
              <a:rPr lang="en-GB" sz="1200" spc="-30" noProof="0" dirty="0">
                <a:latin typeface="+mn-lt"/>
                <a:cs typeface="Segoe UI"/>
              </a:rPr>
              <a:t>t</a:t>
            </a:r>
            <a:r>
              <a:rPr lang="en-GB" sz="1200" spc="-35" noProof="0" dirty="0">
                <a:latin typeface="+mn-lt"/>
                <a:cs typeface="Segoe UI"/>
              </a:rPr>
              <a:t>a</a:t>
            </a:r>
            <a:r>
              <a:rPr lang="en-GB" sz="1200" spc="-30" noProof="0" dirty="0">
                <a:latin typeface="+mn-lt"/>
                <a:cs typeface="Segoe UI"/>
              </a:rPr>
              <a:t>ti</a:t>
            </a:r>
            <a:r>
              <a:rPr lang="en-GB" sz="1200" spc="-20" noProof="0" dirty="0">
                <a:latin typeface="+mn-lt"/>
                <a:cs typeface="Segoe UI"/>
              </a:rPr>
              <a:t>on</a:t>
            </a:r>
            <a:r>
              <a:rPr lang="en-GB" sz="1200" noProof="0" dirty="0">
                <a:latin typeface="+mn-lt"/>
                <a:cs typeface="Segoe UI"/>
              </a:rPr>
              <a:t>)</a:t>
            </a:r>
          </a:p>
          <a:p>
            <a:pPr marL="287020">
              <a:lnSpc>
                <a:spcPct val="100000"/>
              </a:lnSpc>
              <a:tabLst>
                <a:tab pos="558165" algn="l"/>
              </a:tabLst>
            </a:pPr>
            <a:r>
              <a:rPr lang="en-GB" sz="1200" noProof="0" dirty="0">
                <a:latin typeface="+mn-lt"/>
                <a:cs typeface="Segoe UI"/>
              </a:rPr>
              <a:t>`	</a:t>
            </a:r>
            <a:r>
              <a:rPr lang="en-GB" sz="1200" spc="-20" noProof="0" dirty="0">
                <a:latin typeface="+mn-lt"/>
                <a:cs typeface="Segoe UI"/>
              </a:rPr>
              <a:t>b</a:t>
            </a:r>
            <a:r>
              <a:rPr lang="en-GB" sz="1200" spc="-35" noProof="0" dirty="0">
                <a:latin typeface="+mn-lt"/>
                <a:cs typeface="Segoe UI"/>
              </a:rPr>
              <a:t>ac</a:t>
            </a:r>
            <a:r>
              <a:rPr lang="en-GB" sz="1200" spc="-25" noProof="0" dirty="0">
                <a:latin typeface="+mn-lt"/>
                <a:cs typeface="Segoe UI"/>
              </a:rPr>
              <a:t>k</a:t>
            </a:r>
            <a:r>
              <a:rPr lang="en-GB" sz="1200" spc="-20" noProof="0" dirty="0">
                <a:latin typeface="+mn-lt"/>
                <a:cs typeface="Segoe UI"/>
              </a:rPr>
              <a:t>quo</a:t>
            </a:r>
            <a:r>
              <a:rPr lang="en-GB" sz="1200" spc="-30" noProof="0" dirty="0">
                <a:latin typeface="+mn-lt"/>
                <a:cs typeface="Segoe UI"/>
              </a:rPr>
              <a:t>t</a:t>
            </a:r>
            <a:r>
              <a:rPr lang="en-GB" sz="1200" noProof="0" dirty="0">
                <a:latin typeface="+mn-lt"/>
                <a:cs typeface="Segoe UI"/>
              </a:rPr>
              <a:t>e</a:t>
            </a:r>
            <a:r>
              <a:rPr lang="en-GB" sz="1200" spc="-85" noProof="0" dirty="0">
                <a:latin typeface="+mn-lt"/>
                <a:cs typeface="Segoe UI"/>
              </a:rPr>
              <a:t> </a:t>
            </a:r>
            <a:r>
              <a:rPr lang="en-GB" sz="1200" spc="-20" noProof="0" dirty="0">
                <a:latin typeface="+mn-lt"/>
                <a:cs typeface="Segoe UI"/>
              </a:rPr>
              <a:t>(</a:t>
            </a:r>
            <a:r>
              <a:rPr lang="en-GB" sz="1200" spc="-35" noProof="0" dirty="0">
                <a:latin typeface="+mn-lt"/>
                <a:cs typeface="Segoe UI"/>
              </a:rPr>
              <a:t>c</a:t>
            </a:r>
            <a:r>
              <a:rPr lang="en-GB" sz="1200" spc="-20" noProof="0" dirty="0">
                <a:latin typeface="+mn-lt"/>
                <a:cs typeface="Segoe UI"/>
              </a:rPr>
              <a:t>o</a:t>
            </a:r>
            <a:r>
              <a:rPr lang="en-GB" sz="1200" spc="-25" noProof="0" dirty="0">
                <a:latin typeface="+mn-lt"/>
                <a:cs typeface="Segoe UI"/>
              </a:rPr>
              <a:t>mm</a:t>
            </a:r>
            <a:r>
              <a:rPr lang="en-GB" sz="1200" spc="-35" noProof="0" dirty="0">
                <a:latin typeface="+mn-lt"/>
                <a:cs typeface="Segoe UI"/>
              </a:rPr>
              <a:t>a</a:t>
            </a:r>
            <a:r>
              <a:rPr lang="en-GB" sz="1200" spc="-20" noProof="0" dirty="0">
                <a:latin typeface="+mn-lt"/>
                <a:cs typeface="Segoe UI"/>
              </a:rPr>
              <a:t>n</a:t>
            </a:r>
            <a:r>
              <a:rPr lang="en-GB" sz="1200" noProof="0" dirty="0">
                <a:latin typeface="+mn-lt"/>
                <a:cs typeface="Segoe UI"/>
              </a:rPr>
              <a:t>d</a:t>
            </a:r>
            <a:r>
              <a:rPr lang="en-GB" sz="1200" spc="-30" noProof="0" dirty="0">
                <a:latin typeface="+mn-lt"/>
                <a:cs typeface="Segoe UI"/>
              </a:rPr>
              <a:t> </a:t>
            </a:r>
            <a:r>
              <a:rPr lang="en-GB" sz="1200" spc="-20" noProof="0" dirty="0">
                <a:latin typeface="+mn-lt"/>
                <a:cs typeface="Segoe UI"/>
              </a:rPr>
              <a:t>subs</a:t>
            </a:r>
            <a:r>
              <a:rPr lang="en-GB" sz="1200" spc="-30" noProof="0" dirty="0">
                <a:latin typeface="+mn-lt"/>
                <a:cs typeface="Segoe UI"/>
              </a:rPr>
              <a:t>tit</a:t>
            </a:r>
            <a:r>
              <a:rPr lang="en-GB" sz="1200" spc="-20" noProof="0" dirty="0">
                <a:latin typeface="+mn-lt"/>
                <a:cs typeface="Segoe UI"/>
              </a:rPr>
              <a:t>u</a:t>
            </a:r>
            <a:r>
              <a:rPr lang="en-GB" sz="1200" spc="-30" noProof="0" dirty="0">
                <a:latin typeface="+mn-lt"/>
                <a:cs typeface="Segoe UI"/>
              </a:rPr>
              <a:t>ti</a:t>
            </a:r>
            <a:r>
              <a:rPr lang="en-GB" sz="1200" spc="-20" noProof="0" dirty="0">
                <a:latin typeface="+mn-lt"/>
                <a:cs typeface="Segoe UI"/>
              </a:rPr>
              <a:t>o</a:t>
            </a:r>
            <a:r>
              <a:rPr lang="en-GB" sz="1200" noProof="0" dirty="0">
                <a:latin typeface="+mn-lt"/>
                <a:cs typeface="Segoe UI"/>
              </a:rPr>
              <a:t>n</a:t>
            </a:r>
            <a:r>
              <a:rPr lang="en-GB" sz="1200" spc="-80" noProof="0" dirty="0">
                <a:latin typeface="+mn-lt"/>
                <a:cs typeface="Segoe UI"/>
              </a:rPr>
              <a:t> </a:t>
            </a:r>
            <a:r>
              <a:rPr lang="en-GB" sz="1200" spc="-35" noProof="0" dirty="0">
                <a:latin typeface="+mn-lt"/>
                <a:cs typeface="Segoe UI"/>
              </a:rPr>
              <a:t>c</a:t>
            </a:r>
            <a:r>
              <a:rPr lang="en-GB" sz="1200" spc="-20" noProof="0" dirty="0">
                <a:latin typeface="+mn-lt"/>
                <a:cs typeface="Segoe UI"/>
              </a:rPr>
              <a:t>h</a:t>
            </a:r>
            <a:r>
              <a:rPr lang="en-GB" sz="1200" spc="-35" noProof="0" dirty="0">
                <a:latin typeface="+mn-lt"/>
                <a:cs typeface="Segoe UI"/>
              </a:rPr>
              <a:t>a</a:t>
            </a:r>
            <a:r>
              <a:rPr lang="en-GB" sz="1200" spc="-15" noProof="0" dirty="0">
                <a:latin typeface="+mn-lt"/>
                <a:cs typeface="Segoe UI"/>
              </a:rPr>
              <a:t>r</a:t>
            </a:r>
            <a:r>
              <a:rPr lang="en-GB" sz="1200" spc="-35" noProof="0" dirty="0">
                <a:latin typeface="+mn-lt"/>
                <a:cs typeface="Segoe UI"/>
              </a:rPr>
              <a:t>ac</a:t>
            </a:r>
            <a:r>
              <a:rPr lang="en-GB" sz="1200" spc="-30" noProof="0" dirty="0">
                <a:latin typeface="+mn-lt"/>
                <a:cs typeface="Segoe UI"/>
              </a:rPr>
              <a:t>t</a:t>
            </a:r>
            <a:r>
              <a:rPr lang="en-GB" sz="1200" spc="-25" noProof="0" dirty="0">
                <a:latin typeface="+mn-lt"/>
                <a:cs typeface="Segoe UI"/>
              </a:rPr>
              <a:t>e</a:t>
            </a:r>
            <a:r>
              <a:rPr lang="en-GB" sz="1200" spc="-15" noProof="0" dirty="0">
                <a:latin typeface="+mn-lt"/>
                <a:cs typeface="Segoe UI"/>
              </a:rPr>
              <a:t>r</a:t>
            </a:r>
            <a:r>
              <a:rPr lang="en-GB" sz="1200" noProof="0" dirty="0">
                <a:latin typeface="+mn-lt"/>
                <a:cs typeface="Segoe UI"/>
              </a:rPr>
              <a:t>)</a:t>
            </a:r>
          </a:p>
          <a:p>
            <a:pPr marL="287020">
              <a:lnSpc>
                <a:spcPct val="100000"/>
              </a:lnSpc>
              <a:tabLst>
                <a:tab pos="558165" algn="l"/>
              </a:tabLst>
            </a:pPr>
            <a:r>
              <a:rPr lang="en-GB" sz="1200" noProof="0" dirty="0">
                <a:latin typeface="+mn-lt"/>
                <a:cs typeface="Segoe UI"/>
              </a:rPr>
              <a:t>$	</a:t>
            </a:r>
            <a:r>
              <a:rPr lang="en-GB" sz="1200" spc="-20" noProof="0" dirty="0">
                <a:latin typeface="+mn-lt"/>
                <a:cs typeface="Segoe UI"/>
              </a:rPr>
              <a:t>dollar</a:t>
            </a:r>
            <a:r>
              <a:rPr lang="en-GB" sz="1200" spc="-75" noProof="0" dirty="0">
                <a:latin typeface="+mn-lt"/>
                <a:cs typeface="Segoe UI"/>
              </a:rPr>
              <a:t> </a:t>
            </a:r>
            <a:r>
              <a:rPr lang="en-GB" sz="1200" spc="-15" noProof="0" dirty="0">
                <a:latin typeface="+mn-lt"/>
                <a:cs typeface="Segoe UI"/>
              </a:rPr>
              <a:t>sign</a:t>
            </a:r>
            <a:r>
              <a:rPr lang="en-GB" sz="1200" spc="-55" noProof="0" dirty="0">
                <a:latin typeface="+mn-lt"/>
                <a:cs typeface="Segoe UI"/>
              </a:rPr>
              <a:t> </a:t>
            </a:r>
            <a:r>
              <a:rPr lang="en-GB" sz="1200" spc="-25" noProof="0" dirty="0">
                <a:latin typeface="+mn-lt"/>
                <a:cs typeface="Segoe UI"/>
              </a:rPr>
              <a:t>(variable</a:t>
            </a:r>
            <a:r>
              <a:rPr lang="en-GB" sz="1200" spc="-35" noProof="0" dirty="0">
                <a:latin typeface="+mn-lt"/>
                <a:cs typeface="Segoe UI"/>
              </a:rPr>
              <a:t> </a:t>
            </a:r>
            <a:r>
              <a:rPr lang="en-GB" sz="1200" spc="-20" noProof="0" dirty="0">
                <a:latin typeface="+mn-lt"/>
                <a:cs typeface="Segoe UI"/>
              </a:rPr>
              <a:t>substitution</a:t>
            </a:r>
            <a:r>
              <a:rPr lang="en-GB" sz="1200" spc="-80" noProof="0" dirty="0">
                <a:latin typeface="+mn-lt"/>
                <a:cs typeface="Segoe UI"/>
              </a:rPr>
              <a:t> </a:t>
            </a:r>
            <a:r>
              <a:rPr lang="en-GB" sz="1200" spc="-25" noProof="0" dirty="0">
                <a:latin typeface="+mn-lt"/>
                <a:cs typeface="Segoe UI"/>
              </a:rPr>
              <a:t>character)</a:t>
            </a:r>
            <a:endParaRPr lang="en-GB" sz="1200" noProof="0" dirty="0">
              <a:latin typeface="+mn-lt"/>
              <a:cs typeface="Segoe UI"/>
            </a:endParaRPr>
          </a:p>
          <a:p>
            <a:pPr marL="12700" marR="347345">
              <a:lnSpc>
                <a:spcPct val="100000"/>
              </a:lnSpc>
            </a:pPr>
            <a:r>
              <a:rPr lang="en-GB" sz="1200" spc="-10" noProof="0" dirty="0">
                <a:latin typeface="+mn-lt"/>
                <a:cs typeface="Segoe UI"/>
              </a:rPr>
              <a:t>To</a:t>
            </a:r>
            <a:r>
              <a:rPr lang="en-GB" sz="1200" spc="-70" noProof="0" dirty="0">
                <a:latin typeface="+mn-lt"/>
                <a:cs typeface="Segoe UI"/>
              </a:rPr>
              <a:t> </a:t>
            </a:r>
            <a:r>
              <a:rPr lang="en-GB" sz="1200" spc="-20" noProof="0" dirty="0">
                <a:latin typeface="+mn-lt"/>
                <a:cs typeface="Segoe UI"/>
              </a:rPr>
              <a:t>include</a:t>
            </a:r>
            <a:r>
              <a:rPr lang="en-GB" sz="1200" spc="-55" noProof="0" dirty="0">
                <a:latin typeface="+mn-lt"/>
                <a:cs typeface="Segoe UI"/>
              </a:rPr>
              <a:t> </a:t>
            </a:r>
            <a:r>
              <a:rPr lang="en-GB" sz="1200" noProof="0" dirty="0">
                <a:latin typeface="+mn-lt"/>
                <a:cs typeface="Segoe UI"/>
              </a:rPr>
              <a:t>a</a:t>
            </a:r>
            <a:r>
              <a:rPr lang="en-GB" sz="1200" spc="-10" noProof="0" dirty="0">
                <a:latin typeface="+mn-lt"/>
                <a:cs typeface="Segoe UI"/>
              </a:rPr>
              <a:t> </a:t>
            </a:r>
            <a:r>
              <a:rPr lang="en-GB" sz="1200" spc="-15" noProof="0" dirty="0">
                <a:latin typeface="+mn-lt"/>
                <a:cs typeface="Segoe UI"/>
              </a:rPr>
              <a:t>double</a:t>
            </a:r>
            <a:r>
              <a:rPr lang="en-GB" sz="1200" spc="-80" noProof="0" dirty="0">
                <a:latin typeface="+mn-lt"/>
                <a:cs typeface="Segoe UI"/>
              </a:rPr>
              <a:t> </a:t>
            </a:r>
            <a:r>
              <a:rPr lang="en-GB" sz="1200" spc="-15" noProof="0" dirty="0">
                <a:latin typeface="+mn-lt"/>
                <a:cs typeface="Segoe UI"/>
              </a:rPr>
              <a:t>quote</a:t>
            </a:r>
            <a:r>
              <a:rPr lang="en-GB" sz="1200" spc="-55" noProof="0" dirty="0">
                <a:latin typeface="+mn-lt"/>
                <a:cs typeface="Segoe UI"/>
              </a:rPr>
              <a:t> </a:t>
            </a:r>
            <a:r>
              <a:rPr lang="en-GB" sz="1200" spc="-25" noProof="0" dirty="0">
                <a:latin typeface="+mn-lt"/>
                <a:cs typeface="Segoe UI"/>
              </a:rPr>
              <a:t>within</a:t>
            </a:r>
            <a:r>
              <a:rPr lang="en-GB" sz="1200" spc="-4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double-quoted</a:t>
            </a:r>
            <a:r>
              <a:rPr lang="en-GB" sz="1200" spc="-100" noProof="0" dirty="0">
                <a:latin typeface="+mn-lt"/>
                <a:cs typeface="Segoe UI"/>
              </a:rPr>
              <a:t> </a:t>
            </a:r>
            <a:r>
              <a:rPr lang="en-GB" sz="1200" spc="-20" noProof="0" dirty="0">
                <a:latin typeface="+mn-lt"/>
                <a:cs typeface="Segoe UI"/>
              </a:rPr>
              <a:t>string,</a:t>
            </a:r>
            <a:r>
              <a:rPr lang="en-GB" sz="1200" spc="-60" noProof="0" dirty="0">
                <a:latin typeface="+mn-lt"/>
                <a:cs typeface="Segoe UI"/>
              </a:rPr>
              <a:t> </a:t>
            </a:r>
            <a:r>
              <a:rPr lang="en-GB" sz="1200" spc="-20" noProof="0" dirty="0">
                <a:latin typeface="+mn-lt"/>
                <a:cs typeface="Segoe UI"/>
              </a:rPr>
              <a:t>precede</a:t>
            </a:r>
            <a:r>
              <a:rPr lang="en-GB" sz="1200" spc="-5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double</a:t>
            </a:r>
            <a:r>
              <a:rPr lang="en-GB" sz="1200" spc="-80" noProof="0" dirty="0">
                <a:latin typeface="+mn-lt"/>
                <a:cs typeface="Segoe UI"/>
              </a:rPr>
              <a:t> </a:t>
            </a:r>
            <a:r>
              <a:rPr lang="en-GB" sz="1200" spc="-15" noProof="0" dirty="0">
                <a:latin typeface="+mn-lt"/>
                <a:cs typeface="Segoe UI"/>
              </a:rPr>
              <a:t>quote</a:t>
            </a:r>
            <a:r>
              <a:rPr lang="en-GB" sz="1200" spc="-50"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20" noProof="0" dirty="0">
                <a:latin typeface="+mn-lt"/>
                <a:cs typeface="Segoe UI"/>
              </a:rPr>
              <a:t>escape </a:t>
            </a:r>
            <a:r>
              <a:rPr lang="en-GB" sz="1200" spc="-260" noProof="0" dirty="0">
                <a:latin typeface="+mn-lt"/>
                <a:cs typeface="Segoe UI"/>
              </a:rPr>
              <a:t> </a:t>
            </a:r>
            <a:r>
              <a:rPr lang="en-GB" sz="1200" spc="-25" noProof="0" dirty="0">
                <a:latin typeface="+mn-lt"/>
                <a:cs typeface="Segoe UI"/>
              </a:rPr>
              <a:t>character</a:t>
            </a:r>
            <a:r>
              <a:rPr lang="en-GB" sz="1200" spc="-30" noProof="0" dirty="0">
                <a:latin typeface="+mn-lt"/>
                <a:cs typeface="Segoe UI"/>
              </a:rPr>
              <a:t> </a:t>
            </a:r>
            <a:r>
              <a:rPr lang="en-GB" sz="1200" spc="-20" noProof="0" dirty="0">
                <a:latin typeface="+mn-lt"/>
                <a:cs typeface="Segoe UI"/>
              </a:rPr>
              <a:t>backstroke</a:t>
            </a:r>
            <a:r>
              <a:rPr lang="en-GB" sz="1200" spc="204" noProof="0" dirty="0">
                <a:latin typeface="+mn-lt"/>
                <a:cs typeface="Segoe UI"/>
              </a:rPr>
              <a:t> </a:t>
            </a:r>
            <a:r>
              <a:rPr lang="en-GB" sz="1200" spc="-15" noProof="0" dirty="0">
                <a:latin typeface="+mn-lt"/>
                <a:cs typeface="Segoe UI"/>
              </a:rPr>
              <a:t>(\”).</a:t>
            </a:r>
            <a:endParaRPr lang="en-GB" sz="1200" noProof="0" dirty="0">
              <a:latin typeface="+mn-lt"/>
              <a:cs typeface="Segoe UI"/>
            </a:endParaRPr>
          </a:p>
          <a:p>
            <a:pPr marL="12700">
              <a:lnSpc>
                <a:spcPct val="100000"/>
              </a:lnSpc>
              <a:spcBef>
                <a:spcPts val="605"/>
              </a:spcBef>
            </a:pPr>
            <a:r>
              <a:rPr lang="en-GB" sz="1200" spc="-15" noProof="0" dirty="0">
                <a:latin typeface="+mn-lt"/>
                <a:cs typeface="Segoe UI"/>
              </a:rPr>
              <a:t>When</a:t>
            </a:r>
            <a:r>
              <a:rPr lang="en-GB" sz="1200" spc="-75" noProof="0" dirty="0">
                <a:latin typeface="+mn-lt"/>
                <a:cs typeface="Segoe UI"/>
              </a:rPr>
              <a:t> </a:t>
            </a:r>
            <a:r>
              <a:rPr lang="en-GB" sz="1200" spc="-20" noProof="0" dirty="0">
                <a:latin typeface="+mn-lt"/>
                <a:cs typeface="Segoe UI"/>
              </a:rPr>
              <a:t>the</a:t>
            </a:r>
            <a:r>
              <a:rPr lang="en-GB" sz="1200" spc="-30" noProof="0" dirty="0">
                <a:latin typeface="+mn-lt"/>
                <a:cs typeface="Segoe UI"/>
              </a:rPr>
              <a:t> </a:t>
            </a:r>
            <a:r>
              <a:rPr lang="en-GB" sz="1200" spc="-20" noProof="0" dirty="0">
                <a:latin typeface="+mn-lt"/>
                <a:cs typeface="Segoe UI"/>
              </a:rPr>
              <a:t>shell</a:t>
            </a:r>
            <a:r>
              <a:rPr lang="en-GB" sz="1200" spc="-60" noProof="0" dirty="0">
                <a:latin typeface="+mn-lt"/>
                <a:cs typeface="Segoe UI"/>
              </a:rPr>
              <a:t> </a:t>
            </a:r>
            <a:r>
              <a:rPr lang="en-GB" sz="1200" spc="-20" noProof="0" dirty="0">
                <a:latin typeface="+mn-lt"/>
                <a:cs typeface="Segoe UI"/>
              </a:rPr>
              <a:t>parses</a:t>
            </a:r>
            <a:r>
              <a:rPr lang="en-GB" sz="1200" spc="-45" noProof="0" dirty="0">
                <a:latin typeface="+mn-lt"/>
                <a:cs typeface="Segoe UI"/>
              </a:rPr>
              <a:t> </a:t>
            </a:r>
            <a:r>
              <a:rPr lang="en-GB" sz="1200" spc="-20" noProof="0" dirty="0">
                <a:latin typeface="+mn-lt"/>
                <a:cs typeface="Segoe UI"/>
              </a:rPr>
              <a:t>the</a:t>
            </a:r>
            <a:r>
              <a:rPr lang="en-GB" sz="1200" spc="-30" noProof="0" dirty="0">
                <a:latin typeface="+mn-lt"/>
                <a:cs typeface="Segoe UI"/>
              </a:rPr>
              <a:t> </a:t>
            </a:r>
            <a:r>
              <a:rPr lang="en-GB" sz="1200" spc="-20" noProof="0" dirty="0">
                <a:latin typeface="+mn-lt"/>
                <a:cs typeface="Segoe UI"/>
              </a:rPr>
              <a:t>command</a:t>
            </a:r>
            <a:r>
              <a:rPr lang="en-GB" sz="1200" spc="-50" noProof="0" dirty="0">
                <a:latin typeface="+mn-lt"/>
                <a:cs typeface="Segoe UI"/>
              </a:rPr>
              <a:t> </a:t>
            </a:r>
            <a:r>
              <a:rPr lang="en-GB" sz="1200" spc="-20" noProof="0" dirty="0">
                <a:latin typeface="+mn-lt"/>
                <a:cs typeface="Segoe UI"/>
              </a:rPr>
              <a:t>line</a:t>
            </a:r>
            <a:r>
              <a:rPr lang="en-GB" sz="1200" spc="-25"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split</a:t>
            </a:r>
            <a:r>
              <a:rPr lang="en-GB" sz="1200" spc="-35" noProof="0" dirty="0">
                <a:latin typeface="+mn-lt"/>
                <a:cs typeface="Segoe UI"/>
              </a:rPr>
              <a:t> </a:t>
            </a:r>
            <a:r>
              <a:rPr lang="en-GB" sz="1200" spc="-10" noProof="0" dirty="0">
                <a:latin typeface="+mn-lt"/>
                <a:cs typeface="Segoe UI"/>
              </a:rPr>
              <a:t>up</a:t>
            </a:r>
            <a:r>
              <a:rPr lang="en-GB" sz="1200" spc="-50" noProof="0" dirty="0">
                <a:latin typeface="+mn-lt"/>
                <a:cs typeface="Segoe UI"/>
              </a:rPr>
              <a:t> </a:t>
            </a:r>
            <a:r>
              <a:rPr lang="en-GB" sz="1200" spc="-20" noProof="0" dirty="0">
                <a:latin typeface="+mn-lt"/>
                <a:cs typeface="Segoe UI"/>
              </a:rPr>
              <a:t>the</a:t>
            </a:r>
            <a:r>
              <a:rPr lang="en-GB" sz="1200" spc="-55" noProof="0" dirty="0">
                <a:latin typeface="+mn-lt"/>
                <a:cs typeface="Segoe UI"/>
              </a:rPr>
              <a:t> </a:t>
            </a:r>
            <a:r>
              <a:rPr lang="en-GB" sz="1200" spc="-20" noProof="0" dirty="0">
                <a:latin typeface="+mn-lt"/>
                <a:cs typeface="Segoe UI"/>
              </a:rPr>
              <a:t>arguments,</a:t>
            </a:r>
            <a:r>
              <a:rPr lang="en-GB" sz="1200" spc="-55" noProof="0" dirty="0">
                <a:latin typeface="+mn-lt"/>
                <a:cs typeface="Segoe UI"/>
              </a:rPr>
              <a:t> </a:t>
            </a:r>
            <a:r>
              <a:rPr lang="en-GB" sz="1200" spc="-15" noProof="0" dirty="0">
                <a:latin typeface="+mn-lt"/>
                <a:cs typeface="Segoe UI"/>
              </a:rPr>
              <a:t>any</a:t>
            </a:r>
            <a:r>
              <a:rPr lang="en-GB" sz="1200" spc="-40" noProof="0" dirty="0">
                <a:latin typeface="+mn-lt"/>
                <a:cs typeface="Segoe UI"/>
              </a:rPr>
              <a:t> </a:t>
            </a:r>
            <a:r>
              <a:rPr lang="en-GB" sz="1200" spc="-20" noProof="0" dirty="0">
                <a:latin typeface="+mn-lt"/>
                <a:cs typeface="Segoe UI"/>
              </a:rPr>
              <a:t>quotes</a:t>
            </a:r>
            <a:r>
              <a:rPr lang="en-GB" sz="1200" spc="-50" noProof="0" dirty="0">
                <a:latin typeface="+mn-lt"/>
                <a:cs typeface="Segoe UI"/>
              </a:rPr>
              <a:t> </a:t>
            </a:r>
            <a:r>
              <a:rPr lang="en-GB" sz="1200" spc="-15" noProof="0" dirty="0">
                <a:latin typeface="+mn-lt"/>
                <a:cs typeface="Segoe UI"/>
              </a:rPr>
              <a:t>are</a:t>
            </a:r>
            <a:r>
              <a:rPr lang="en-GB" sz="1200" spc="-25" noProof="0" dirty="0">
                <a:latin typeface="+mn-lt"/>
                <a:cs typeface="Segoe UI"/>
              </a:rPr>
              <a:t> </a:t>
            </a:r>
            <a:r>
              <a:rPr lang="en-GB" sz="1200" spc="-20" noProof="0" dirty="0">
                <a:latin typeface="+mn-lt"/>
                <a:cs typeface="Segoe UI"/>
              </a:rPr>
              <a:t>removed</a:t>
            </a:r>
            <a:r>
              <a:rPr lang="en-GB" sz="1200" spc="-5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leave</a:t>
            </a:r>
            <a:r>
              <a:rPr lang="en-GB" sz="1200" spc="-5" noProof="0" dirty="0">
                <a:latin typeface="+mn-lt"/>
                <a:cs typeface="Segoe UI"/>
              </a:rPr>
              <a:t> </a:t>
            </a:r>
            <a:r>
              <a:rPr lang="en-GB" sz="1200" spc="-20" noProof="0" dirty="0">
                <a:latin typeface="+mn-lt"/>
                <a:cs typeface="Segoe UI"/>
              </a:rPr>
              <a:t>the string</a:t>
            </a:r>
            <a:r>
              <a:rPr lang="en-GB" sz="1200" spc="-80" noProof="0" dirty="0">
                <a:latin typeface="+mn-lt"/>
                <a:cs typeface="Segoe UI"/>
              </a:rPr>
              <a:t> </a:t>
            </a:r>
            <a:r>
              <a:rPr lang="en-GB" sz="1200" spc="-25" noProof="0" dirty="0">
                <a:latin typeface="+mn-lt"/>
                <a:cs typeface="Segoe UI"/>
              </a:rPr>
              <a:t>within</a:t>
            </a:r>
            <a:r>
              <a:rPr lang="en-GB" sz="1200" spc="-50" noProof="0" dirty="0">
                <a:latin typeface="+mn-lt"/>
                <a:cs typeface="Segoe UI"/>
              </a:rPr>
              <a:t> </a:t>
            </a:r>
            <a:r>
              <a:rPr lang="en-GB" sz="1200" spc="-20" noProof="0" dirty="0">
                <a:latin typeface="+mn-lt"/>
                <a:cs typeface="Segoe UI"/>
              </a:rPr>
              <a:t>quotes</a:t>
            </a:r>
            <a:r>
              <a:rPr lang="en-GB" sz="1200" spc="-50"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single</a:t>
            </a:r>
            <a:r>
              <a:rPr lang="en-GB" sz="1200" spc="-55" noProof="0" dirty="0">
                <a:latin typeface="+mn-lt"/>
                <a:cs typeface="Segoe UI"/>
              </a:rPr>
              <a:t> </a:t>
            </a:r>
            <a:r>
              <a:rPr lang="en-GB" sz="1200" spc="-20" noProof="0" dirty="0">
                <a:latin typeface="+mn-lt"/>
                <a:cs typeface="Segoe UI"/>
              </a:rPr>
              <a:t>argument.</a:t>
            </a:r>
          </a:p>
          <a:p>
            <a:pPr marL="12700" marR="59055">
              <a:lnSpc>
                <a:spcPct val="100000"/>
              </a:lnSpc>
              <a:spcBef>
                <a:spcPts val="105"/>
              </a:spcBef>
            </a:pP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26</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961256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27</a:t>
            </a:fld>
            <a:endParaRPr lang="en-GB" dirty="0"/>
          </a:p>
        </p:txBody>
      </p:sp>
    </p:spTree>
    <p:extLst>
      <p:ext uri="{BB962C8B-B14F-4D97-AF65-F5344CB8AC3E}">
        <p14:creationId xmlns:p14="http://schemas.microsoft.com/office/powerpoint/2010/main" val="35461610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28</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22602085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29</a:t>
            </a:fld>
            <a:endParaRPr lang="en-GB" dirty="0"/>
          </a:p>
        </p:txBody>
      </p:sp>
    </p:spTree>
    <p:extLst>
      <p:ext uri="{BB962C8B-B14F-4D97-AF65-F5344CB8AC3E}">
        <p14:creationId xmlns:p14="http://schemas.microsoft.com/office/powerpoint/2010/main" val="40845344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US" sz="1200" spc="-15" noProof="0" dirty="0">
                <a:latin typeface="+mn-lt"/>
                <a:cs typeface="Segoe UI"/>
              </a:rPr>
              <a:t>Command-line completion in Bash is achieved through</a:t>
            </a:r>
            <a:r>
              <a:rPr lang="en-US" sz="1200" b="1" spc="-15" noProof="0" dirty="0">
                <a:latin typeface="+mn-lt"/>
                <a:cs typeface="Segoe UI"/>
              </a:rPr>
              <a:t> </a:t>
            </a:r>
            <a:r>
              <a:rPr lang="en-US" sz="1200" b="1" spc="-15" noProof="0" dirty="0" err="1">
                <a:latin typeface="+mn-lt"/>
                <a:cs typeface="Segoe UI"/>
              </a:rPr>
              <a:t>readline</a:t>
            </a:r>
            <a:r>
              <a:rPr lang="en-US" sz="1200" spc="-15" noProof="0" dirty="0">
                <a:latin typeface="+mn-lt"/>
                <a:cs typeface="Segoe UI"/>
              </a:rPr>
              <a:t>, a well-known utility library used by many GNU and other open-source products.</a:t>
            </a:r>
          </a:p>
          <a:p>
            <a:pPr marL="12700">
              <a:lnSpc>
                <a:spcPct val="100000"/>
              </a:lnSpc>
              <a:spcBef>
                <a:spcPts val="700"/>
              </a:spcBef>
            </a:pPr>
            <a:r>
              <a:rPr lang="en-US" sz="1200" spc="-15" noProof="0" dirty="0">
                <a:latin typeface="+mn-lt"/>
                <a:cs typeface="Segoe UI"/>
              </a:rPr>
              <a:t>To be achieved, enough characters must be supplied to make the completion unique, and then it will be done.  Otherwise, pressing &lt;TAB&gt; a second time will give a list of possibilities.  For host name completion, see the HOSTFILE variable (default is to search /etc/hosts).</a:t>
            </a:r>
          </a:p>
          <a:p>
            <a:pPr marL="12700">
              <a:lnSpc>
                <a:spcPct val="100000"/>
              </a:lnSpc>
              <a:spcBef>
                <a:spcPts val="700"/>
              </a:spcBef>
            </a:pPr>
            <a:r>
              <a:rPr lang="en-US" sz="1200" spc="-15" noProof="0" dirty="0">
                <a:latin typeface="+mn-lt"/>
                <a:cs typeface="Segoe UI"/>
              </a:rPr>
              <a:t>Note that filename completion includes those starting with a dot.</a:t>
            </a:r>
          </a:p>
          <a:p>
            <a:pPr marL="12700">
              <a:lnSpc>
                <a:spcPct val="100000"/>
              </a:lnSpc>
              <a:spcBef>
                <a:spcPts val="700"/>
              </a:spcBef>
            </a:pPr>
            <a:r>
              <a:rPr lang="en-US" sz="1200" spc="-15" noProof="0" dirty="0">
                <a:latin typeface="+mn-lt"/>
                <a:cs typeface="Segoe UI"/>
              </a:rPr>
              <a:t>Other commands are available.  Note that &lt;Alt&gt; is not the same as &lt;Alt Gr&gt;:</a:t>
            </a:r>
          </a:p>
          <a:p>
            <a:pPr marL="12700">
              <a:lnSpc>
                <a:spcPct val="100000"/>
              </a:lnSpc>
              <a:spcBef>
                <a:spcPts val="700"/>
              </a:spcBef>
            </a:pPr>
            <a:r>
              <a:rPr lang="en-US" sz="1200" spc="-15" noProof="0" dirty="0">
                <a:latin typeface="+mn-lt"/>
                <a:cs typeface="Segoe UI"/>
              </a:rPr>
              <a:t>&lt;Alt&gt;&lt;?&gt;	List all completions at that point</a:t>
            </a:r>
          </a:p>
          <a:p>
            <a:pPr marL="12700">
              <a:lnSpc>
                <a:spcPct val="100000"/>
              </a:lnSpc>
              <a:spcBef>
                <a:spcPts val="700"/>
              </a:spcBef>
            </a:pPr>
            <a:r>
              <a:rPr lang="en-US" sz="1200" spc="-15" noProof="0" dirty="0">
                <a:latin typeface="+mn-lt"/>
                <a:cs typeface="Segoe UI"/>
              </a:rPr>
              <a:t>&lt;Alt&gt;&lt;*&gt;	Insert completions at that point</a:t>
            </a:r>
          </a:p>
          <a:p>
            <a:pPr marL="12700">
              <a:lnSpc>
                <a:spcPct val="100000"/>
              </a:lnSpc>
              <a:spcBef>
                <a:spcPts val="700"/>
              </a:spcBef>
            </a:pPr>
            <a:r>
              <a:rPr lang="en-US" sz="1200" spc="-15" noProof="0" dirty="0">
                <a:latin typeface="+mn-lt"/>
                <a:cs typeface="Segoe UI"/>
              </a:rPr>
              <a:t>&lt;Alt&gt;&lt;/&gt;	Force a file name completion, regardless of context</a:t>
            </a:r>
          </a:p>
          <a:p>
            <a:pPr marL="12700">
              <a:lnSpc>
                <a:spcPct val="100000"/>
              </a:lnSpc>
              <a:spcBef>
                <a:spcPts val="700"/>
              </a:spcBef>
            </a:pPr>
            <a:r>
              <a:rPr lang="en-US" sz="1200" spc="-15" noProof="0" dirty="0">
                <a:latin typeface="+mn-lt"/>
                <a:cs typeface="Segoe UI"/>
              </a:rPr>
              <a:t>&lt;Alt&gt;&lt;~&gt;	Force a username completion, regardless of context</a:t>
            </a:r>
          </a:p>
          <a:p>
            <a:pPr marL="12700">
              <a:lnSpc>
                <a:spcPct val="100000"/>
              </a:lnSpc>
              <a:spcBef>
                <a:spcPts val="700"/>
              </a:spcBef>
            </a:pPr>
            <a:r>
              <a:rPr lang="en-US" sz="1200" spc="-15" noProof="0" dirty="0">
                <a:latin typeface="+mn-lt"/>
                <a:cs typeface="Segoe UI"/>
              </a:rPr>
              <a:t>&lt;Alt&gt;&lt;$&gt;	Force a variable name completion, regardless of context</a:t>
            </a:r>
          </a:p>
          <a:p>
            <a:pPr marL="12700">
              <a:lnSpc>
                <a:spcPct val="100000"/>
              </a:lnSpc>
              <a:spcBef>
                <a:spcPts val="700"/>
              </a:spcBef>
            </a:pPr>
            <a:r>
              <a:rPr lang="en-US" sz="1200" spc="-15" noProof="0" dirty="0">
                <a:latin typeface="+mn-lt"/>
                <a:cs typeface="Segoe UI"/>
              </a:rPr>
              <a:t>&lt;Alt&gt;&lt;@&gt;	Force a host name completion, regardless of context</a:t>
            </a:r>
          </a:p>
          <a:p>
            <a:pPr marL="12700">
              <a:lnSpc>
                <a:spcPct val="100000"/>
              </a:lnSpc>
              <a:spcBef>
                <a:spcPts val="700"/>
              </a:spcBef>
            </a:pPr>
            <a:r>
              <a:rPr lang="en-US" sz="1200" spc="-15" noProof="0" dirty="0">
                <a:latin typeface="+mn-lt"/>
                <a:cs typeface="Segoe UI"/>
              </a:rPr>
              <a:t>&lt;Alt&gt;&lt;!&gt;	Force a command name completion, regardless of context</a:t>
            </a:r>
          </a:p>
        </p:txBody>
      </p:sp>
      <p:sp>
        <p:nvSpPr>
          <p:cNvPr id="4" name="Slide Number Placeholder 3"/>
          <p:cNvSpPr>
            <a:spLocks noGrp="1"/>
          </p:cNvSpPr>
          <p:nvPr>
            <p:ph type="sldNum" sz="quarter" idx="5"/>
          </p:nvPr>
        </p:nvSpPr>
        <p:spPr/>
        <p:txBody>
          <a:bodyPr/>
          <a:lstStyle/>
          <a:p>
            <a:fld id="{548901C6-1DA1-FB44-ABEE-06A0FEB7738E}" type="slidenum">
              <a:rPr lang="en-GB" smtClean="0"/>
              <a:pPr/>
              <a:t>30</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4322987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sz="1200" spc="-15" noProof="0" dirty="0">
                <a:latin typeface="+mn-lt"/>
                <a:cs typeface="Segoe UI"/>
              </a:rPr>
              <a:t>The</a:t>
            </a:r>
            <a:r>
              <a:rPr lang="en-GB" sz="1200" spc="-80" noProof="0" dirty="0">
                <a:latin typeface="+mn-lt"/>
                <a:cs typeface="Segoe UI"/>
              </a:rPr>
              <a:t> </a:t>
            </a:r>
            <a:r>
              <a:rPr lang="en-GB" sz="1200" spc="-20" noProof="0" dirty="0">
                <a:latin typeface="+mn-lt"/>
                <a:cs typeface="Segoe UI"/>
              </a:rPr>
              <a:t>Bash</a:t>
            </a:r>
            <a:r>
              <a:rPr lang="en-GB" sz="1200" spc="-25" noProof="0" dirty="0">
                <a:latin typeface="+mn-lt"/>
                <a:cs typeface="Segoe UI"/>
              </a:rPr>
              <a:t> </a:t>
            </a:r>
            <a:r>
              <a:rPr lang="en-GB" sz="1200" spc="-20" noProof="0" dirty="0">
                <a:latin typeface="+mn-lt"/>
                <a:cs typeface="Segoe UI"/>
              </a:rPr>
              <a:t>history</a:t>
            </a:r>
            <a:r>
              <a:rPr lang="en-GB" sz="1200" spc="-65" noProof="0" dirty="0">
                <a:latin typeface="+mn-lt"/>
                <a:cs typeface="Segoe UI"/>
              </a:rPr>
              <a:t> </a:t>
            </a:r>
            <a:r>
              <a:rPr lang="en-GB" sz="1200" spc="-20" noProof="0" dirty="0">
                <a:latin typeface="+mn-lt"/>
                <a:cs typeface="Segoe UI"/>
              </a:rPr>
              <a:t>mechanism</a:t>
            </a:r>
            <a:r>
              <a:rPr lang="en-GB" sz="1200" spc="-30" noProof="0" dirty="0">
                <a:latin typeface="+mn-lt"/>
                <a:cs typeface="Segoe UI"/>
              </a:rPr>
              <a:t> </a:t>
            </a:r>
            <a:r>
              <a:rPr lang="en-GB" sz="1200" spc="-25" noProof="0" dirty="0">
                <a:latin typeface="+mn-lt"/>
                <a:cs typeface="Segoe UI"/>
              </a:rPr>
              <a:t>allows </a:t>
            </a:r>
            <a:r>
              <a:rPr lang="en-GB" sz="1200" spc="-20" noProof="0" dirty="0">
                <a:latin typeface="+mn-lt"/>
                <a:cs typeface="Segoe UI"/>
              </a:rPr>
              <a:t>previously-entered</a:t>
            </a:r>
            <a:r>
              <a:rPr lang="en-GB" sz="1200" spc="-75" noProof="0" dirty="0">
                <a:latin typeface="+mn-lt"/>
                <a:cs typeface="Segoe UI"/>
              </a:rPr>
              <a:t> </a:t>
            </a:r>
            <a:r>
              <a:rPr lang="en-GB" sz="1200" spc="-20" noProof="0" dirty="0">
                <a:latin typeface="+mn-lt"/>
                <a:cs typeface="Segoe UI"/>
              </a:rPr>
              <a:t>commands </a:t>
            </a:r>
            <a:r>
              <a:rPr lang="en-GB" sz="1200" spc="-15" noProof="0" dirty="0">
                <a:latin typeface="+mn-lt"/>
                <a:cs typeface="Segoe UI"/>
              </a:rPr>
              <a:t>to</a:t>
            </a:r>
            <a:r>
              <a:rPr lang="en-GB" sz="1200" spc="-45" noProof="0" dirty="0">
                <a:latin typeface="+mn-lt"/>
                <a:cs typeface="Segoe UI"/>
              </a:rPr>
              <a:t> </a:t>
            </a:r>
            <a:r>
              <a:rPr lang="en-GB" sz="1200" spc="-10" noProof="0" dirty="0">
                <a:latin typeface="+mn-lt"/>
                <a:cs typeface="Segoe UI"/>
              </a:rPr>
              <a:t>be</a:t>
            </a:r>
            <a:r>
              <a:rPr lang="en-GB" sz="1200" spc="-30" noProof="0" dirty="0">
                <a:latin typeface="+mn-lt"/>
                <a:cs typeface="Segoe UI"/>
              </a:rPr>
              <a:t> </a:t>
            </a:r>
            <a:r>
              <a:rPr lang="en-GB" sz="1200" spc="-25" noProof="0" dirty="0">
                <a:latin typeface="+mn-lt"/>
                <a:cs typeface="Segoe UI"/>
              </a:rPr>
              <a:t>recalled</a:t>
            </a:r>
            <a:r>
              <a:rPr lang="en-GB" sz="1200" spc="-2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20" noProof="0" dirty="0">
                <a:latin typeface="+mn-lt"/>
                <a:cs typeface="Segoe UI"/>
              </a:rPr>
              <a:t>line.</a:t>
            </a:r>
            <a:endParaRPr lang="en-GB" sz="1200" noProof="0" dirty="0">
              <a:latin typeface="+mn-lt"/>
            </a:endParaRPr>
          </a:p>
          <a:p>
            <a:pPr marL="12700">
              <a:lnSpc>
                <a:spcPct val="100000"/>
              </a:lnSpc>
              <a:spcBef>
                <a:spcPts val="105"/>
              </a:spcBef>
            </a:pPr>
            <a:endParaRPr lang="en-GB" noProof="0" dirty="0">
              <a:latin typeface="+mn-lt"/>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31</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1194089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4133850"/>
          </a:xfrm>
        </p:spPr>
        <p:txBody>
          <a:bodyPr/>
          <a:lstStyle/>
          <a:p>
            <a:pPr marL="12700">
              <a:lnSpc>
                <a:spcPct val="100000"/>
              </a:lnSpc>
              <a:spcBef>
                <a:spcPts val="700"/>
              </a:spcBef>
            </a:pPr>
            <a:r>
              <a:rPr lang="en-US" sz="1200" spc="-15" noProof="0" dirty="0">
                <a:latin typeface="+mn-lt"/>
                <a:cs typeface="Segoe UI"/>
              </a:rPr>
              <a:t>The </a:t>
            </a:r>
            <a:r>
              <a:rPr lang="en-US" sz="1200" b="1" spc="-15" noProof="0" dirty="0" err="1">
                <a:latin typeface="+mn-lt"/>
                <a:cs typeface="Segoe UI"/>
              </a:rPr>
              <a:t>histchars</a:t>
            </a:r>
            <a:r>
              <a:rPr lang="en-US" sz="1200" spc="-15" noProof="0" dirty="0">
                <a:latin typeface="+mn-lt"/>
                <a:cs typeface="Segoe UI"/>
              </a:rPr>
              <a:t> variable can alter the characters used for the c-shell style command recall. </a:t>
            </a:r>
          </a:p>
          <a:p>
            <a:pPr marL="12700">
              <a:lnSpc>
                <a:spcPct val="100000"/>
              </a:lnSpc>
              <a:spcBef>
                <a:spcPts val="700"/>
              </a:spcBef>
            </a:pPr>
            <a:r>
              <a:rPr lang="en-US" sz="1200" b="1" spc="-15" noProof="0" dirty="0">
                <a:latin typeface="+mn-lt"/>
                <a:cs typeface="Segoe UI"/>
              </a:rPr>
              <a:t>HISTCONTROL</a:t>
            </a:r>
            <a:r>
              <a:rPr lang="en-US" sz="1200" spc="-15" noProof="0" dirty="0">
                <a:latin typeface="+mn-lt"/>
                <a:cs typeface="Segoe UI"/>
              </a:rPr>
              <a:t> has three valid values:</a:t>
            </a:r>
          </a:p>
          <a:p>
            <a:pPr marL="12700">
              <a:lnSpc>
                <a:spcPct val="100000"/>
              </a:lnSpc>
              <a:spcBef>
                <a:spcPts val="700"/>
              </a:spcBef>
            </a:pPr>
            <a:r>
              <a:rPr lang="en-US" sz="1200" spc="-15" noProof="0" dirty="0">
                <a:latin typeface="+mn-lt"/>
                <a:cs typeface="Segoe UI"/>
              </a:rPr>
              <a:t>  </a:t>
            </a:r>
            <a:r>
              <a:rPr lang="en-US" sz="1200" spc="-15" noProof="0" dirty="0" err="1">
                <a:latin typeface="+mn-lt"/>
                <a:cs typeface="Segoe UI"/>
              </a:rPr>
              <a:t>ignorespace</a:t>
            </a:r>
            <a:r>
              <a:rPr lang="en-US" sz="1200" spc="-15" noProof="0" dirty="0">
                <a:latin typeface="+mn-lt"/>
                <a:cs typeface="Segoe UI"/>
              </a:rPr>
              <a:t>	 - lines starting with white space are not placed in history</a:t>
            </a:r>
          </a:p>
          <a:p>
            <a:pPr marL="12700">
              <a:lnSpc>
                <a:spcPct val="100000"/>
              </a:lnSpc>
              <a:spcBef>
                <a:spcPts val="700"/>
              </a:spcBef>
            </a:pPr>
            <a:r>
              <a:rPr lang="en-US" sz="1200" spc="-15" noProof="0" dirty="0">
                <a:latin typeface="+mn-lt"/>
                <a:cs typeface="Segoe UI"/>
              </a:rPr>
              <a:t>  </a:t>
            </a:r>
            <a:r>
              <a:rPr lang="en-US" sz="1200" spc="-15" noProof="0" dirty="0" err="1">
                <a:latin typeface="+mn-lt"/>
                <a:cs typeface="Segoe UI"/>
              </a:rPr>
              <a:t>ignoredups</a:t>
            </a:r>
            <a:r>
              <a:rPr lang="en-US" sz="1200" spc="-15" noProof="0" dirty="0">
                <a:latin typeface="+mn-lt"/>
                <a:cs typeface="Segoe UI"/>
              </a:rPr>
              <a:t>  	 - lines duplicating the previous line are not added to history</a:t>
            </a:r>
          </a:p>
          <a:p>
            <a:pPr marL="12700">
              <a:lnSpc>
                <a:spcPct val="100000"/>
              </a:lnSpc>
              <a:spcBef>
                <a:spcPts val="700"/>
              </a:spcBef>
            </a:pPr>
            <a:r>
              <a:rPr lang="en-US" sz="1200" spc="-15" noProof="0" dirty="0">
                <a:latin typeface="+mn-lt"/>
                <a:cs typeface="Segoe UI"/>
              </a:rPr>
              <a:t>  </a:t>
            </a:r>
            <a:r>
              <a:rPr lang="en-US" sz="1200" spc="-15" noProof="0" dirty="0" err="1">
                <a:latin typeface="+mn-lt"/>
                <a:cs typeface="Segoe UI"/>
              </a:rPr>
              <a:t>ignoreboth</a:t>
            </a:r>
            <a:r>
              <a:rPr lang="en-US" sz="1200" spc="-15" noProof="0" dirty="0">
                <a:latin typeface="+mn-lt"/>
                <a:cs typeface="Segoe UI"/>
              </a:rPr>
              <a:t>  	 - both of the above</a:t>
            </a:r>
          </a:p>
          <a:p>
            <a:pPr marL="12700">
              <a:lnSpc>
                <a:spcPct val="100000"/>
              </a:lnSpc>
              <a:spcBef>
                <a:spcPts val="700"/>
              </a:spcBef>
            </a:pPr>
            <a:r>
              <a:rPr lang="en-US" sz="1200" spc="-15" noProof="0" dirty="0">
                <a:latin typeface="+mn-lt"/>
                <a:cs typeface="Segoe UI"/>
              </a:rPr>
              <a:t>The history file (</a:t>
            </a:r>
            <a:r>
              <a:rPr lang="en-US" sz="1200" b="1" spc="-15" noProof="0" dirty="0">
                <a:latin typeface="+mn-lt"/>
                <a:cs typeface="Segoe UI"/>
              </a:rPr>
              <a:t>HISTFILE</a:t>
            </a:r>
            <a:r>
              <a:rPr lang="en-US" sz="1200" spc="-15" noProof="0" dirty="0">
                <a:latin typeface="+mn-lt"/>
                <a:cs typeface="Segoe UI"/>
              </a:rPr>
              <a:t>) does not contain this session's history of commands.  Bash keeps the commands in memory until the end of the session, and only then does it overwrite the existing file (unless shell option </a:t>
            </a:r>
            <a:r>
              <a:rPr lang="en-US" sz="1200" b="1" spc="-15" noProof="0" dirty="0" err="1">
                <a:latin typeface="+mn-lt"/>
                <a:cs typeface="Segoe UI"/>
              </a:rPr>
              <a:t>histappend</a:t>
            </a:r>
            <a:r>
              <a:rPr lang="en-US" sz="1200" spc="-15" noProof="0" dirty="0">
                <a:latin typeface="+mn-lt"/>
                <a:cs typeface="Segoe UI"/>
              </a:rPr>
              <a:t> is set). So, the history file is only used to populate the in-memory history on sign-in.  If </a:t>
            </a:r>
            <a:r>
              <a:rPr lang="en-US" sz="1200" b="1" spc="-15" noProof="0" dirty="0">
                <a:latin typeface="+mn-lt"/>
                <a:cs typeface="Segoe UI"/>
              </a:rPr>
              <a:t>HISTFILE</a:t>
            </a:r>
            <a:r>
              <a:rPr lang="en-US" sz="1200" spc="-15" noProof="0" dirty="0">
                <a:latin typeface="+mn-lt"/>
                <a:cs typeface="Segoe UI"/>
              </a:rPr>
              <a:t> is not set (or </a:t>
            </a:r>
            <a:r>
              <a:rPr lang="en-US" sz="1200" b="1" spc="-15" noProof="0" dirty="0">
                <a:latin typeface="+mn-lt"/>
                <a:cs typeface="Segoe UI"/>
              </a:rPr>
              <a:t>HISTFILE</a:t>
            </a:r>
            <a:r>
              <a:rPr lang="en-US" sz="1200" spc="-15" noProof="0" dirty="0">
                <a:latin typeface="+mn-lt"/>
                <a:cs typeface="Segoe UI"/>
              </a:rPr>
              <a:t> cannot be written to) then no history is saved, which might be preferable for security reasons.  Since the history is stored in memory, </a:t>
            </a:r>
            <a:r>
              <a:rPr lang="en-US" sz="1200" b="1" spc="-15" noProof="0" dirty="0">
                <a:latin typeface="+mn-lt"/>
                <a:cs typeface="Segoe UI"/>
              </a:rPr>
              <a:t>HISTSIZE</a:t>
            </a:r>
            <a:r>
              <a:rPr lang="en-US" sz="1200" spc="-15" noProof="0" dirty="0">
                <a:latin typeface="+mn-lt"/>
                <a:cs typeface="Segoe UI"/>
              </a:rPr>
              <a:t> (default 500 lines) should not be increased to an unreasonable number.  </a:t>
            </a:r>
            <a:r>
              <a:rPr lang="en-US" sz="1200" b="1" spc="-15" noProof="0" dirty="0">
                <a:latin typeface="+mn-lt"/>
                <a:cs typeface="Segoe UI"/>
              </a:rPr>
              <a:t>HISTFILESIZE</a:t>
            </a:r>
            <a:r>
              <a:rPr lang="en-US" sz="1200" spc="-15" noProof="0" dirty="0">
                <a:latin typeface="+mn-lt"/>
                <a:cs typeface="Segoe UI"/>
              </a:rPr>
              <a:t> is the number of lines saved to </a:t>
            </a:r>
            <a:r>
              <a:rPr lang="en-US" sz="1200" b="1" spc="-15" noProof="0" dirty="0">
                <a:latin typeface="+mn-lt"/>
                <a:cs typeface="Segoe UI"/>
              </a:rPr>
              <a:t>HISTFILE</a:t>
            </a:r>
            <a:r>
              <a:rPr lang="en-US" sz="1200" spc="-15" noProof="0" dirty="0">
                <a:latin typeface="+mn-lt"/>
                <a:cs typeface="Segoe UI"/>
              </a:rPr>
              <a:t> </a:t>
            </a:r>
            <a:r>
              <a:rPr lang="en-US" spc="-15" dirty="0">
                <a:cs typeface="Segoe UI"/>
              </a:rPr>
              <a:t>It </a:t>
            </a:r>
            <a:r>
              <a:rPr lang="en-US" sz="1200" spc="-15" noProof="0" dirty="0">
                <a:latin typeface="+mn-lt"/>
                <a:cs typeface="Segoe UI"/>
              </a:rPr>
              <a:t>can be different to </a:t>
            </a:r>
            <a:r>
              <a:rPr lang="en-US" sz="1200" b="1" spc="-15" noProof="0" dirty="0">
                <a:latin typeface="+mn-lt"/>
                <a:cs typeface="Segoe UI"/>
              </a:rPr>
              <a:t>HISTSIZE</a:t>
            </a:r>
            <a:r>
              <a:rPr lang="en-US" sz="1200" spc="-15" noProof="0" dirty="0">
                <a:latin typeface="+mn-lt"/>
                <a:cs typeface="Segoe UI"/>
              </a:rPr>
              <a:t>, and its default is 1000 lines.</a:t>
            </a:r>
          </a:p>
          <a:p>
            <a:pPr marL="12700">
              <a:lnSpc>
                <a:spcPct val="100000"/>
              </a:lnSpc>
              <a:spcBef>
                <a:spcPts val="700"/>
              </a:spcBef>
            </a:pPr>
            <a:r>
              <a:rPr lang="en-US" sz="1200" spc="-15" noProof="0" dirty="0">
                <a:latin typeface="+mn-lt"/>
                <a:cs typeface="Segoe UI"/>
              </a:rPr>
              <a:t>Commands to be ignored by the history mechanism may be specified (in a colon separated list) in </a:t>
            </a:r>
            <a:r>
              <a:rPr lang="en-US" sz="1200" b="1" spc="-15" noProof="0" dirty="0">
                <a:latin typeface="+mn-lt"/>
                <a:cs typeface="Segoe UI"/>
              </a:rPr>
              <a:t>HISTCONTROL</a:t>
            </a:r>
            <a:r>
              <a:rPr lang="en-US" sz="1200" spc="-15" noProof="0" dirty="0">
                <a:latin typeface="+mn-lt"/>
                <a:cs typeface="Segoe UI"/>
              </a:rPr>
              <a:t>.  Shell pattern matching characters can be used, as well as </a:t>
            </a:r>
            <a:r>
              <a:rPr lang="en-US" sz="1200" b="1" spc="-15" noProof="0" dirty="0">
                <a:latin typeface="+mn-lt"/>
                <a:cs typeface="Segoe UI"/>
              </a:rPr>
              <a:t>&amp;</a:t>
            </a:r>
            <a:r>
              <a:rPr lang="en-US" sz="1200" spc="-15" noProof="0" dirty="0">
                <a:latin typeface="+mn-lt"/>
                <a:cs typeface="Segoe UI"/>
              </a:rPr>
              <a:t> which indicates the previous history line.</a:t>
            </a:r>
          </a:p>
        </p:txBody>
      </p:sp>
      <p:sp>
        <p:nvSpPr>
          <p:cNvPr id="4" name="Slide Number Placeholder 3"/>
          <p:cNvSpPr>
            <a:spLocks noGrp="1"/>
          </p:cNvSpPr>
          <p:nvPr>
            <p:ph type="sldNum" sz="quarter" idx="5"/>
          </p:nvPr>
        </p:nvSpPr>
        <p:spPr/>
        <p:txBody>
          <a:bodyPr/>
          <a:lstStyle/>
          <a:p>
            <a:fld id="{548901C6-1DA1-FB44-ABEE-06A0FEB7738E}" type="slidenum">
              <a:rPr lang="en-GB" smtClean="0"/>
              <a:pPr/>
              <a:t>32</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1221669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US" sz="1200" spc="-15" noProof="0" dirty="0">
                <a:latin typeface="+mn-lt"/>
                <a:cs typeface="Segoe UI"/>
              </a:rPr>
              <a:t>The two editing modes are mutually exclusive and significantly different.</a:t>
            </a:r>
            <a:endParaRPr lang="en-GB" noProof="0" dirty="0">
              <a:latin typeface="+mn-lt"/>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33</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6136704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20" noProof="0" dirty="0">
                <a:latin typeface="+mn-lt"/>
                <a:cs typeface="Segoe UI"/>
              </a:rPr>
              <a:t>This</a:t>
            </a:r>
            <a:r>
              <a:rPr lang="en-GB" sz="1200" spc="-75" noProof="0" dirty="0">
                <a:latin typeface="+mn-lt"/>
                <a:cs typeface="Segoe UI"/>
              </a:rPr>
              <a:t> </a:t>
            </a:r>
            <a:r>
              <a:rPr lang="en-GB" sz="1200" spc="-20" noProof="0" dirty="0">
                <a:latin typeface="+mn-lt"/>
                <a:cs typeface="Segoe UI"/>
              </a:rPr>
              <a:t>history</a:t>
            </a:r>
            <a:r>
              <a:rPr lang="en-GB" sz="1200" spc="-65" noProof="0" dirty="0">
                <a:latin typeface="+mn-lt"/>
                <a:cs typeface="Segoe UI"/>
              </a:rPr>
              <a:t> </a:t>
            </a:r>
            <a:r>
              <a:rPr lang="en-GB" sz="1200" spc="-20" noProof="0" dirty="0">
                <a:latin typeface="+mn-lt"/>
                <a:cs typeface="Segoe UI"/>
              </a:rPr>
              <a:t>expansion</a:t>
            </a:r>
            <a:r>
              <a:rPr lang="en-GB" sz="1200" spc="-25" noProof="0" dirty="0">
                <a:latin typeface="+mn-lt"/>
                <a:cs typeface="Segoe UI"/>
              </a:rPr>
              <a:t> </a:t>
            </a:r>
            <a:r>
              <a:rPr lang="en-GB" sz="1200" spc="-20" noProof="0" dirty="0">
                <a:latin typeface="+mn-lt"/>
                <a:cs typeface="Segoe UI"/>
              </a:rPr>
              <a:t>method</a:t>
            </a:r>
            <a:r>
              <a:rPr lang="en-GB" sz="1200" spc="-70" noProof="0" dirty="0">
                <a:latin typeface="+mn-lt"/>
                <a:cs typeface="Segoe UI"/>
              </a:rPr>
              <a:t> </a:t>
            </a:r>
            <a:r>
              <a:rPr lang="en-GB" sz="1200" spc="-25" noProof="0" dirty="0">
                <a:latin typeface="+mn-lt"/>
                <a:cs typeface="Segoe UI"/>
              </a:rPr>
              <a:t>will</a:t>
            </a:r>
            <a:r>
              <a:rPr lang="en-GB" sz="1200" spc="-15"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25" noProof="0" dirty="0">
                <a:latin typeface="+mn-lt"/>
                <a:cs typeface="Segoe UI"/>
              </a:rPr>
              <a:t>familiar</a:t>
            </a:r>
            <a:r>
              <a:rPr lang="en-GB" sz="1200" spc="5"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anyone</a:t>
            </a:r>
            <a:r>
              <a:rPr lang="en-GB" sz="1200" spc="-25" noProof="0" dirty="0">
                <a:latin typeface="+mn-lt"/>
                <a:cs typeface="Segoe UI"/>
              </a:rPr>
              <a:t> </a:t>
            </a:r>
            <a:r>
              <a:rPr lang="en-GB" sz="1200" spc="-15" noProof="0" dirty="0">
                <a:latin typeface="+mn-lt"/>
                <a:cs typeface="Segoe UI"/>
              </a:rPr>
              <a:t>who</a:t>
            </a:r>
            <a:r>
              <a:rPr lang="en-GB" sz="1200" spc="-45" noProof="0" dirty="0">
                <a:latin typeface="+mn-lt"/>
                <a:cs typeface="Segoe UI"/>
              </a:rPr>
              <a:t> </a:t>
            </a:r>
            <a:r>
              <a:rPr lang="en-GB" sz="1200" spc="-15" noProof="0" dirty="0">
                <a:latin typeface="+mn-lt"/>
                <a:cs typeface="Segoe UI"/>
              </a:rPr>
              <a:t>has</a:t>
            </a:r>
            <a:r>
              <a:rPr lang="en-GB" sz="1200" spc="-2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Korn shell.</a:t>
            </a:r>
            <a:endParaRPr lang="en-GB" sz="1200" spc="215"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34</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1669526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20" noProof="0" dirty="0">
                <a:latin typeface="+mn-lt"/>
                <a:cs typeface="Segoe UI"/>
              </a:rPr>
              <a:t>This</a:t>
            </a:r>
            <a:r>
              <a:rPr lang="en-GB" sz="1200" spc="-75" noProof="0" dirty="0">
                <a:latin typeface="+mn-lt"/>
                <a:cs typeface="Segoe UI"/>
              </a:rPr>
              <a:t> </a:t>
            </a:r>
            <a:r>
              <a:rPr lang="en-GB" sz="1200" spc="-20" noProof="0" dirty="0">
                <a:latin typeface="+mn-lt"/>
                <a:cs typeface="Segoe UI"/>
              </a:rPr>
              <a:t>history</a:t>
            </a:r>
            <a:r>
              <a:rPr lang="en-GB" sz="1200" spc="-65" noProof="0" dirty="0">
                <a:latin typeface="+mn-lt"/>
                <a:cs typeface="Segoe UI"/>
              </a:rPr>
              <a:t> </a:t>
            </a:r>
            <a:r>
              <a:rPr lang="en-GB" sz="1200" spc="-20" noProof="0" dirty="0">
                <a:latin typeface="+mn-lt"/>
                <a:cs typeface="Segoe UI"/>
              </a:rPr>
              <a:t>expansion</a:t>
            </a:r>
            <a:r>
              <a:rPr lang="en-GB" sz="1200" spc="-25" noProof="0" dirty="0">
                <a:latin typeface="+mn-lt"/>
                <a:cs typeface="Segoe UI"/>
              </a:rPr>
              <a:t> </a:t>
            </a:r>
            <a:r>
              <a:rPr lang="en-GB" sz="1200" spc="-20" noProof="0" dirty="0">
                <a:latin typeface="+mn-lt"/>
                <a:cs typeface="Segoe UI"/>
              </a:rPr>
              <a:t>method</a:t>
            </a:r>
            <a:r>
              <a:rPr lang="en-GB" sz="1200" spc="-70" noProof="0" dirty="0">
                <a:latin typeface="+mn-lt"/>
                <a:cs typeface="Segoe UI"/>
              </a:rPr>
              <a:t> </a:t>
            </a:r>
            <a:r>
              <a:rPr lang="en-GB" sz="1200" spc="-25" noProof="0" dirty="0">
                <a:latin typeface="+mn-lt"/>
                <a:cs typeface="Segoe UI"/>
              </a:rPr>
              <a:t>will</a:t>
            </a:r>
            <a:r>
              <a:rPr lang="en-GB" sz="1200" spc="-15"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25" noProof="0" dirty="0">
                <a:latin typeface="+mn-lt"/>
                <a:cs typeface="Segoe UI"/>
              </a:rPr>
              <a:t>familiar</a:t>
            </a:r>
            <a:r>
              <a:rPr lang="en-GB" sz="1200" spc="5"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anyone</a:t>
            </a:r>
            <a:r>
              <a:rPr lang="en-GB" sz="1200" spc="-25" noProof="0" dirty="0">
                <a:latin typeface="+mn-lt"/>
                <a:cs typeface="Segoe UI"/>
              </a:rPr>
              <a:t> </a:t>
            </a:r>
            <a:r>
              <a:rPr lang="en-GB" sz="1200" spc="-15" noProof="0" dirty="0">
                <a:latin typeface="+mn-lt"/>
                <a:cs typeface="Segoe UI"/>
              </a:rPr>
              <a:t>who</a:t>
            </a:r>
            <a:r>
              <a:rPr lang="en-GB" sz="1200" spc="-45" noProof="0" dirty="0">
                <a:latin typeface="+mn-lt"/>
                <a:cs typeface="Segoe UI"/>
              </a:rPr>
              <a:t> </a:t>
            </a:r>
            <a:r>
              <a:rPr lang="en-GB" sz="1200" spc="-15" noProof="0" dirty="0">
                <a:latin typeface="+mn-lt"/>
                <a:cs typeface="Segoe UI"/>
              </a:rPr>
              <a:t>has</a:t>
            </a:r>
            <a:r>
              <a:rPr lang="en-GB" sz="1200" spc="-2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C-shell.</a:t>
            </a:r>
            <a:endParaRPr lang="en-GB" sz="1200" spc="215"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35</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02236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36</a:t>
            </a:fld>
            <a:endParaRPr lang="en-GB" dirty="0"/>
          </a:p>
        </p:txBody>
      </p:sp>
    </p:spTree>
    <p:extLst>
      <p:ext uri="{BB962C8B-B14F-4D97-AF65-F5344CB8AC3E}">
        <p14:creationId xmlns:p14="http://schemas.microsoft.com/office/powerpoint/2010/main" val="34730206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228600" indent="-228600">
              <a:buFont typeface="+mj-lt"/>
              <a:buAutoNum type="alphaLcParenR"/>
            </a:pPr>
            <a:r>
              <a:rPr lang="en-US" noProof="0" dirty="0">
                <a:latin typeface="+mn-lt"/>
              </a:rPr>
              <a:t>During the scan the shell will look for ‘whitespaces’: spaces or tabs (or any combination of them). Notice that if several consecutive whitespaces are found, only one space will be retained for the command (unless quotation was used).</a:t>
            </a:r>
          </a:p>
          <a:p>
            <a:pPr marL="228600" indent="-228600">
              <a:buFont typeface="+mj-lt"/>
              <a:buAutoNum type="alphaLcParenR"/>
            </a:pPr>
            <a:r>
              <a:rPr lang="en-US" noProof="0" dirty="0">
                <a:latin typeface="+mn-lt"/>
              </a:rPr>
              <a:t>Globbing is a mechanism used by shells to generate filenames, in given directories, containing specified wildcard characters.</a:t>
            </a:r>
          </a:p>
          <a:p>
            <a:pPr marL="228600" indent="-228600">
              <a:buFont typeface="+mj-lt"/>
              <a:buAutoNum type="alphaLcParenR"/>
            </a:pPr>
            <a:r>
              <a:rPr lang="en-US" noProof="0" dirty="0">
                <a:latin typeface="+mn-lt"/>
              </a:rPr>
              <a:t>The old syntax that uses ‘backquotes’ is less readable, can be confused with single quotes and it is not easy to nest. The new syntax is clear in printed form and can be nested easily: $(cmd1 $(cmd2)).</a:t>
            </a:r>
          </a:p>
          <a:p>
            <a:pPr marL="228600" indent="-228600">
              <a:buFont typeface="+mj-lt"/>
              <a:buAutoNum type="alphaLcParenR"/>
            </a:pPr>
            <a:r>
              <a:rPr lang="en-US" noProof="0" dirty="0">
                <a:latin typeface="+mn-lt"/>
              </a:rPr>
              <a:t>Single quotes protect from the shell’s interpretation all special characters (except the single quote itself), whereas double quotes allow interpretation of all special character relating to substitutions (like $ and `). Backslash can also be used inside double quotes as an escape character.</a:t>
            </a:r>
          </a:p>
          <a:p>
            <a:pPr marL="228600" indent="-228600">
              <a:buFont typeface="+mj-lt"/>
              <a:buAutoNum type="alphaLcParenR"/>
            </a:pPr>
            <a:r>
              <a:rPr lang="en-US" noProof="0" dirty="0">
                <a:latin typeface="+mn-lt"/>
              </a:rPr>
              <a:t>The exclamation mark at the beginning of the command line informs the shell to look in the history file for the last instance of the command given. Therefore, the command in the question would re-execute the last </a:t>
            </a:r>
            <a:r>
              <a:rPr lang="en-US" b="1" noProof="0" dirty="0">
                <a:latin typeface="+mn-lt"/>
              </a:rPr>
              <a:t>ls</a:t>
            </a:r>
            <a:r>
              <a:rPr lang="en-US" noProof="0" dirty="0">
                <a:latin typeface="+mn-lt"/>
              </a:rPr>
              <a:t> command run.</a:t>
            </a:r>
          </a:p>
        </p:txBody>
      </p:sp>
      <p:sp>
        <p:nvSpPr>
          <p:cNvPr id="4" name="Slide Number Placeholder 3"/>
          <p:cNvSpPr>
            <a:spLocks noGrp="1"/>
          </p:cNvSpPr>
          <p:nvPr>
            <p:ph type="sldNum" sz="quarter" idx="5"/>
          </p:nvPr>
        </p:nvSpPr>
        <p:spPr/>
        <p:txBody>
          <a:bodyPr/>
          <a:lstStyle/>
          <a:p>
            <a:fld id="{548901C6-1DA1-FB44-ABEE-06A0FEB7738E}" type="slidenum">
              <a:rPr lang="en-GB" smtClean="0"/>
              <a:pPr/>
              <a:t>37</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12514992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38</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41032673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39</a:t>
            </a:fld>
            <a:endParaRPr lang="en-GB" dirty="0"/>
          </a:p>
        </p:txBody>
      </p:sp>
      <p:sp>
        <p:nvSpPr>
          <p:cNvPr id="7" name="Slide Image Placeholder 6">
            <a:extLst>
              <a:ext uri="{FF2B5EF4-FFF2-40B4-BE49-F238E27FC236}">
                <a16:creationId xmlns:a16="http://schemas.microsoft.com/office/drawing/2014/main" id="{37E3CDF4-8151-4C72-9D24-AEAE185BC411}"/>
              </a:ext>
            </a:extLst>
          </p:cNvPr>
          <p:cNvSpPr>
            <a:spLocks noGrp="1" noRot="1" noChangeAspect="1"/>
          </p:cNvSpPr>
          <p:nvPr>
            <p:ph type="sldImg"/>
          </p:nvPr>
        </p:nvSpPr>
        <p:spPr/>
      </p:sp>
    </p:spTree>
    <p:extLst>
      <p:ext uri="{BB962C8B-B14F-4D97-AF65-F5344CB8AC3E}">
        <p14:creationId xmlns:p14="http://schemas.microsoft.com/office/powerpoint/2010/main" val="29868310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40</a:t>
            </a:fld>
            <a:endParaRPr lang="en-GB" dirty="0"/>
          </a:p>
        </p:txBody>
      </p:sp>
    </p:spTree>
    <p:extLst>
      <p:ext uri="{BB962C8B-B14F-4D97-AF65-F5344CB8AC3E}">
        <p14:creationId xmlns:p14="http://schemas.microsoft.com/office/powerpoint/2010/main" val="28526849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3.xml"/><Relationship Id="rId5" Type="http://schemas.openxmlformats.org/officeDocument/2006/relationships/image" Target="../media/image26.png"/><Relationship Id="rId4" Type="http://schemas.openxmlformats.org/officeDocument/2006/relationships/image" Target="../media/image30.emf"/></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2.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png"/><Relationship Id="rId1" Type="http://schemas.openxmlformats.org/officeDocument/2006/relationships/slideMaster" Target="../slideMasters/slideMaster4.xml"/><Relationship Id="rId5" Type="http://schemas.openxmlformats.org/officeDocument/2006/relationships/image" Target="../media/image26.png"/><Relationship Id="rId4" Type="http://schemas.openxmlformats.org/officeDocument/2006/relationships/image" Target="../media/image36.emf"/></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7.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8.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png"/><Relationship Id="rId1" Type="http://schemas.openxmlformats.org/officeDocument/2006/relationships/slideMaster" Target="../slideMasters/slideMaster5.xml"/><Relationship Id="rId5" Type="http://schemas.openxmlformats.org/officeDocument/2006/relationships/image" Target="../media/image26.png"/><Relationship Id="rId4" Type="http://schemas.openxmlformats.org/officeDocument/2006/relationships/image" Target="../media/image42.emf"/></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3.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4.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5.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png"/><Relationship Id="rId1" Type="http://schemas.openxmlformats.org/officeDocument/2006/relationships/slideMaster" Target="../slideMasters/slideMaster6.xml"/><Relationship Id="rId5" Type="http://schemas.openxmlformats.org/officeDocument/2006/relationships/image" Target="../media/image26.png"/><Relationship Id="rId4" Type="http://schemas.openxmlformats.org/officeDocument/2006/relationships/image" Target="../media/image48.emf"/></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9.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0.pn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1.pn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png"/><Relationship Id="rId1" Type="http://schemas.openxmlformats.org/officeDocument/2006/relationships/slideMaster" Target="../slideMasters/slideMaster7.xml"/><Relationship Id="rId5" Type="http://schemas.openxmlformats.org/officeDocument/2006/relationships/image" Target="../media/image26.png"/><Relationship Id="rId4" Type="http://schemas.openxmlformats.org/officeDocument/2006/relationships/image" Target="../media/image54.emf"/></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5.png"/><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6.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7.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ck_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923268F-18BB-EA9A-A601-DD97D746AC7D}"/>
              </a:ext>
            </a:extLst>
          </p:cNvPr>
          <p:cNvSpPr/>
          <p:nvPr userDrawn="1"/>
        </p:nvSpPr>
        <p:spPr>
          <a:xfrm flipH="1">
            <a:off x="0" y="512763"/>
            <a:ext cx="3863975" cy="6153213"/>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73B24FD-F975-8AFC-9607-A7F61051FCED}"/>
              </a:ext>
            </a:extLst>
          </p:cNvPr>
          <p:cNvSpPr>
            <a:spLocks noGrp="1"/>
          </p:cNvSpPr>
          <p:nvPr>
            <p:ph type="title" hasCustomPrompt="1"/>
          </p:nvPr>
        </p:nvSpPr>
        <p:spPr>
          <a:xfrm>
            <a:off x="515940" y="1094400"/>
            <a:ext cx="2914134" cy="1166400"/>
          </a:xfrm>
          <a:ln>
            <a:noFill/>
          </a:ln>
        </p:spPr>
        <p:txBody>
          <a:bodyPr tIns="126000" bIns="46800" anchor="t"/>
          <a:lstStyle>
            <a:lvl1pPr algn="l">
              <a:defRPr>
                <a:solidFill>
                  <a:schemeClr val="bg1"/>
                </a:solidFill>
              </a:defRPr>
            </a:lvl1pPr>
          </a:lstStyle>
          <a:p>
            <a:r>
              <a:rPr lang="en-US" dirty="0"/>
              <a:t>Click to edit Agenda/ TOC title style</a:t>
            </a:r>
            <a:endParaRPr lang="en-GB" dirty="0"/>
          </a:p>
        </p:txBody>
      </p:sp>
      <p:sp>
        <p:nvSpPr>
          <p:cNvPr id="14" name="Text Placeholder 13">
            <a:extLst>
              <a:ext uri="{FF2B5EF4-FFF2-40B4-BE49-F238E27FC236}">
                <a16:creationId xmlns:a16="http://schemas.microsoft.com/office/drawing/2014/main" id="{8E7018EA-03DA-0C52-42A5-298818F40F63}"/>
              </a:ext>
            </a:extLst>
          </p:cNvPr>
          <p:cNvSpPr>
            <a:spLocks noGrp="1"/>
          </p:cNvSpPr>
          <p:nvPr>
            <p:ph type="body" sz="quarter" idx="10" hasCustomPrompt="1"/>
          </p:nvPr>
        </p:nvSpPr>
        <p:spPr>
          <a:xfrm>
            <a:off x="4403725" y="1093788"/>
            <a:ext cx="7272338" cy="5214937"/>
          </a:xfrm>
        </p:spPr>
        <p:txBody>
          <a:bodyPr/>
          <a:lstStyle>
            <a:lvl1pPr marL="0" indent="0">
              <a:lnSpc>
                <a:spcPct val="150000"/>
              </a:lnSpc>
              <a:buNone/>
              <a:tabLst>
                <a:tab pos="5740400" algn="l"/>
              </a:tabLst>
              <a:defRPr/>
            </a:lvl1pPr>
            <a:lvl2pPr marL="457200" indent="0">
              <a:buNone/>
              <a:tabLst/>
              <a:defRPr/>
            </a:lvl2pPr>
            <a:lvl3pPr marL="914400" indent="0">
              <a:buNone/>
              <a:tabLst/>
              <a:defRPr/>
            </a:lvl3pPr>
            <a:lvl4pPr marL="1371600" indent="0">
              <a:buNone/>
              <a:tabLst/>
              <a:defRPr/>
            </a:lvl4pPr>
          </a:lstStyle>
          <a:p>
            <a:pPr lvl="0"/>
            <a:r>
              <a:rPr lang="en-US" dirty="0"/>
              <a:t>Click to edit Agenda/TOC styles</a:t>
            </a:r>
          </a:p>
        </p:txBody>
      </p:sp>
    </p:spTree>
    <p:extLst>
      <p:ext uri="{BB962C8B-B14F-4D97-AF65-F5344CB8AC3E}">
        <p14:creationId xmlns:p14="http://schemas.microsoft.com/office/powerpoint/2010/main" val="4004496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Black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2505504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Blue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9877346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Red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4604587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Red - Plus Symbol">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373930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Orange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013489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Orange - Plus Symbol">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4pPr>
              <a:defRPr/>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6716046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Yello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C19CFEDB-1653-0EED-46D8-475B98465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351191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Yello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C3730F2-6DEC-D896-1430-33605078FC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8029478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Yello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E2A2D6B-ABC5-BCE1-3725-0A105BCE6E1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745687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Yellow_image+text_v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02858F-B20D-C124-765A-91E5E5C4916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75DA1C70-139A-A7C6-8271-6F38BBB4B959}"/>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7" name="Content Placeholder 5">
            <a:extLst>
              <a:ext uri="{FF2B5EF4-FFF2-40B4-BE49-F238E27FC236}">
                <a16:creationId xmlns:a16="http://schemas.microsoft.com/office/drawing/2014/main" id="{080A5B11-85BD-B494-600D-3402BBF9D8B0}"/>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2" name="Text Placeholder 6">
            <a:extLst>
              <a:ext uri="{FF2B5EF4-FFF2-40B4-BE49-F238E27FC236}">
                <a16:creationId xmlns:a16="http://schemas.microsoft.com/office/drawing/2014/main" id="{0EA56FB2-667C-DAC6-0BC5-0F43E110DB83}"/>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2FD56FE-21A4-046E-1FD0-FA742B41035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661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Yello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8B625F-2939-0076-EE39-F5E9774F09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48190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Yello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03CEB9C0-B1BF-F2F0-CFBD-DBAA3B7E832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4" name="Picture 3">
            <a:extLst>
              <a:ext uri="{FF2B5EF4-FFF2-40B4-BE49-F238E27FC236}">
                <a16:creationId xmlns:a16="http://schemas.microsoft.com/office/drawing/2014/main" id="{351BCE8B-B415-2BED-F4E1-46E84CF60B1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D96D993C-5A39-AF81-154F-95170C32DF08}"/>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487983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Yello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4D6264FC-E45E-4A65-ECA6-F6E6C78FF5C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12506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Yello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5DBBE13A-E1A6-9F15-F402-BD17E71929A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273552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843026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Yello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FE50924B-6CC7-5CA4-2459-E85A3EB990A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2312802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5175420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945089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019081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5484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598261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96FEF6-B591-9B6F-F783-763A926B77E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984858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22719890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37283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819918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7424434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6529755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104167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326374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114319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51552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6292723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6855707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10283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27512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5709535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Orang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2A780B5-8449-24E7-03B6-02AD7F4CFFA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7500066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Orang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9824F45-9A75-4C9D-D15D-D057CCC9F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705726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Orang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FE87028-CAF7-F5B7-4CB1-0D4C0319BEA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7580615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Orang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55AB4C9-59BC-E224-FFFD-9DB88A07DD68}"/>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9D352A76-8A6F-211C-DD74-EAF5EB388BEA}"/>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5754DA5-0BF1-D01C-3093-2696272DADE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7218898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Orange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BB01192-B93C-B441-2C51-0090D44614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733211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Orang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9F417E-049D-9F48-46F8-DD8F31C8E55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662826E8-5ACA-BF47-3E86-1B0C693CACAE}"/>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7D9F0EF-0BC7-6322-F985-33B73069575D}"/>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4602198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Orang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986A2FB5-0ABC-A1F1-BCBB-0E5B880F38D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99485530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Orang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0C81A4E5-3F16-939E-5F18-58B9992D59E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06090935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Orang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30F107-C548-1F71-0328-0C05847A32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5067652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Orang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3A6BC58F-7098-6ED6-8197-0183DE87C74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7879820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66FDA6DA-A09B-E661-C701-83631A4422D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9475224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FB6E4D2-0D65-2FC1-182E-9DA3C208A6B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1532740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1008DA0-5295-D75C-0FE0-632E0C11E4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127985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W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6AB3388-802E-7B9B-7386-5AF80CDF16C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473B3AC-AF7F-86D1-5DB4-7B53B835C9BE}"/>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B49F0CE-684B-DB8B-145F-C329BD62D3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638146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4E39C6B-D41F-5AD8-64AA-312B1C2E43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5824270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CCA076-EDFD-D91F-15A9-688C5B09155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E343ED6A-BB5E-C793-4091-0F75D5BF67C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9638542B-692B-0B4A-EA75-7BC9459A2E46}"/>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6699012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A4F6843B-CBB4-1F01-0AEC-1BDA76C02C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2141813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C6084BB7-FD33-E999-BB00-95C0B46F38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55453986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87CA38A-68D0-CAE1-B333-86E61211039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3525073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E21EB1F4-036A-EB96-EB90-23B4F28871B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216929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theme" Target="../theme/theme2.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image" Target="../media/image25.png"/><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theme" Target="../theme/theme3.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image" Target="../media/image25.png"/><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theme" Target="../theme/theme4.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image" Target="../media/image25.png"/><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theme" Target="../theme/theme5.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image" Target="../media/image25.png"/><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theme" Target="../theme/theme6.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7.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image" Target="../media/image25.png"/><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theme" Target="../theme/theme7.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956" r:id="rId8"/>
    <p:sldLayoutId id="2147483957" r:id="rId9"/>
    <p:sldLayoutId id="2147483958" r:id="rId10"/>
    <p:sldLayoutId id="2147483959" r:id="rId11"/>
    <p:sldLayoutId id="2147483960" r:id="rId12"/>
    <p:sldLayoutId id="2147483961" r:id="rId13"/>
    <p:sldLayoutId id="2147483962"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48A3F5E-1236-23F6-5236-3FAD012CB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4537100"/>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59" r:id="rId4"/>
    <p:sldLayoutId id="2147483879" r:id="rId5"/>
    <p:sldLayoutId id="2147483880" r:id="rId6"/>
    <p:sldLayoutId id="2147483881" r:id="rId7"/>
    <p:sldLayoutId id="2147483882" r:id="rId8"/>
    <p:sldLayoutId id="2147483883" r:id="rId9"/>
    <p:sldLayoutId id="2147483884"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75251079"/>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1" r:id="rId5"/>
    <p:sldLayoutId id="2147483892" r:id="rId6"/>
    <p:sldLayoutId id="2147483893" r:id="rId7"/>
    <p:sldLayoutId id="2147483894" r:id="rId8"/>
    <p:sldLayoutId id="2147483895" r:id="rId9"/>
    <p:sldLayoutId id="21474838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0075616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B5B76A2-CDFA-15D4-392F-10D970EB1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11428093"/>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053B8D01-33E2-B6D7-43AD-647436D96C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644770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7.xml"/></Relationships>
</file>

<file path=ppt/slides/_rels/slide3.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notesSlide" Target="../notesSlides/notesSlide3.xml"/><Relationship Id="rId1" Type="http://schemas.openxmlformats.org/officeDocument/2006/relationships/slideLayout" Target="../slideLayouts/slideLayout5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notesSlide" Target="../notesSlides/notesSlide5.xml"/><Relationship Id="rId1" Type="http://schemas.openxmlformats.org/officeDocument/2006/relationships/slideLayout" Target="../slideLayouts/slideLayout5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8.xml"/></Relationships>
</file>

<file path=ppt/slides/_rels/slide8.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notesSlide" Target="../notesSlides/notesSlide8.xml"/><Relationship Id="rId1" Type="http://schemas.openxmlformats.org/officeDocument/2006/relationships/slideLayout" Target="../slideLayouts/slideLayout58.xml"/></Relationships>
</file>

<file path=ppt/slides/_rels/slide9.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notesSlide" Target="../notesSlides/notesSlide9.xml"/><Relationship Id="rId1" Type="http://schemas.openxmlformats.org/officeDocument/2006/relationships/slideLayout" Target="../slideLayouts/slideLayout58.xml"/></Relationships>
</file>

<file path=ppt/slides/_rels/slide10.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notesSlide" Target="../notesSlides/notesSlide10.xml"/><Relationship Id="rId1" Type="http://schemas.openxmlformats.org/officeDocument/2006/relationships/slideLayout" Target="../slideLayouts/slideLayout5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8.xml"/></Relationships>
</file>

<file path=ppt/slides/_rels/slide12.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notesSlide" Target="../notesSlides/notesSlide12.xml"/><Relationship Id="rId1" Type="http://schemas.openxmlformats.org/officeDocument/2006/relationships/slideLayout" Target="../slideLayouts/slideLayout58.xml"/></Relationships>
</file>

<file path=ppt/slides/_rels/slide13.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notesSlide" Target="../notesSlides/notesSlide13.xml"/><Relationship Id="rId1" Type="http://schemas.openxmlformats.org/officeDocument/2006/relationships/slideLayout" Target="../slideLayouts/slideLayout51.xml"/></Relationships>
</file>

<file path=ppt/slides/_rels/slide14.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notesSlide" Target="../notesSlides/notesSlide14.xml"/><Relationship Id="rId1" Type="http://schemas.openxmlformats.org/officeDocument/2006/relationships/slideLayout" Target="../slideLayouts/slideLayout58.xml"/></Relationships>
</file>

<file path=ppt/slides/_rels/slide15.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notesSlide" Target="../notesSlides/notesSlide15.xml"/><Relationship Id="rId1" Type="http://schemas.openxmlformats.org/officeDocument/2006/relationships/slideLayout" Target="../slideLayouts/slideLayout58.xml"/></Relationships>
</file>

<file path=ppt/slides/_rels/slide1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6.xml"/><Relationship Id="rId1" Type="http://schemas.openxmlformats.org/officeDocument/2006/relationships/slideLayout" Target="../slideLayouts/slideLayout5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8.xml"/></Relationships>
</file>

<file path=ppt/slides/_rels/slide24.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notesSlide" Target="../notesSlides/notesSlide24.xml"/><Relationship Id="rId1" Type="http://schemas.openxmlformats.org/officeDocument/2006/relationships/slideLayout" Target="../slideLayouts/slideLayout58.xml"/></Relationships>
</file>

<file path=ppt/slides/_rels/slide25.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notesSlide" Target="../notesSlides/notesSlide25.xml"/><Relationship Id="rId1" Type="http://schemas.openxmlformats.org/officeDocument/2006/relationships/slideLayout" Target="../slideLayouts/slideLayout5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8.xml"/></Relationships>
</file>

<file path=ppt/slides/_rels/slide31.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notesSlide" Target="../notesSlides/notesSlide31.xml"/><Relationship Id="rId1" Type="http://schemas.openxmlformats.org/officeDocument/2006/relationships/slideLayout" Target="../slideLayouts/slideLayout58.xml"/></Relationships>
</file>

<file path=ppt/slides/_rels/slide32.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notesSlide" Target="../notesSlides/notesSlide32.xml"/><Relationship Id="rId1" Type="http://schemas.openxmlformats.org/officeDocument/2006/relationships/slideLayout" Target="../slideLayouts/slideLayout5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p:txBody>
          <a:bodyPr/>
          <a:lstStyle/>
          <a:p>
            <a:r>
              <a:rPr lang="en-US" noProof="0" dirty="0"/>
              <a:t>Module 5: Working with Bash</a:t>
            </a:r>
          </a:p>
        </p:txBody>
      </p:sp>
      <p:sp>
        <p:nvSpPr>
          <p:cNvPr id="5" name="Subtitle 4">
            <a:extLst>
              <a:ext uri="{FF2B5EF4-FFF2-40B4-BE49-F238E27FC236}">
                <a16:creationId xmlns:a16="http://schemas.microsoft.com/office/drawing/2014/main" id="{8CBCB393-8086-8BAC-8BF8-7FE3AA92F23C}"/>
              </a:ext>
            </a:extLst>
          </p:cNvPr>
          <p:cNvSpPr>
            <a:spLocks noGrp="1"/>
          </p:cNvSpPr>
          <p:nvPr>
            <p:ph type="subTitle" idx="1"/>
          </p:nvPr>
        </p:nvSpPr>
        <p:spPr/>
        <p:txBody>
          <a:bodyPr/>
          <a:lstStyle/>
          <a:p>
            <a:r>
              <a:rPr lang="en-US" noProof="0" dirty="0"/>
              <a:t>Your interpreter</a:t>
            </a:r>
          </a:p>
        </p:txBody>
      </p:sp>
      <p:graphicFrame>
        <p:nvGraphicFramePr>
          <p:cNvPr id="6" name="Table 5">
            <a:extLst>
              <a:ext uri="{FF2B5EF4-FFF2-40B4-BE49-F238E27FC236}">
                <a16:creationId xmlns:a16="http://schemas.microsoft.com/office/drawing/2014/main" id="{A7A9D250-0438-BDDB-F869-70A8FFD12F6C}"/>
              </a:ext>
            </a:extLst>
          </p:cNvPr>
          <p:cNvGraphicFramePr>
            <a:graphicFrameLocks noGrp="1"/>
          </p:cNvGraphicFramePr>
          <p:nvPr>
            <p:extLst>
              <p:ext uri="{D42A27DB-BD31-4B8C-83A1-F6EECF244321}">
                <p14:modId xmlns:p14="http://schemas.microsoft.com/office/powerpoint/2010/main" val="1543045689"/>
              </p:ext>
            </p:extLst>
          </p:nvPr>
        </p:nvGraphicFramePr>
        <p:xfrm>
          <a:off x="473406" y="3429000"/>
          <a:ext cx="5012994" cy="1107440"/>
        </p:xfrm>
        <a:graphic>
          <a:graphicData uri="http://schemas.openxmlformats.org/drawingml/2006/table">
            <a:tbl>
              <a:tblPr firstRow="1" bandRow="1">
                <a:tableStyleId>{72833802-FEF1-4C79-8D5D-14CF1EAF98D9}</a:tableStyleId>
              </a:tblPr>
              <a:tblGrid>
                <a:gridCol w="5012994">
                  <a:extLst>
                    <a:ext uri="{9D8B030D-6E8A-4147-A177-3AD203B41FA5}">
                      <a16:colId xmlns:a16="http://schemas.microsoft.com/office/drawing/2014/main" val="2961166630"/>
                    </a:ext>
                  </a:extLst>
                </a:gridCol>
              </a:tblGrid>
              <a:tr h="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rPr>
                        <a:t>5: Working with Bash</a:t>
                      </a:r>
                      <a:endParaRPr lang="en-US" sz="1800" noProof="0" dirty="0">
                        <a:solidFill>
                          <a:schemeClr val="tx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661260948"/>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rPr>
                        <a:t>6: </a:t>
                      </a:r>
                      <a:r>
                        <a:rPr lang="en-US" sz="1800" noProof="0" dirty="0" err="1">
                          <a:solidFill>
                            <a:schemeClr val="tx1"/>
                          </a:solidFill>
                        </a:rPr>
                        <a:t>Customising</a:t>
                      </a:r>
                      <a:r>
                        <a:rPr lang="en-US" sz="1800" noProof="0" dirty="0">
                          <a:solidFill>
                            <a:schemeClr val="tx1"/>
                          </a:solidFill>
                        </a:rPr>
                        <a:t> the Bash Environment</a:t>
                      </a:r>
                      <a:endParaRPr lang="en-US" sz="1800" noProof="0" dirty="0">
                        <a:solidFill>
                          <a:schemeClr val="tx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4257274740"/>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rPr>
                        <a:t>7: Working with Elevated Privileges</a:t>
                      </a:r>
                      <a:endParaRPr lang="en-US" sz="1800" noProof="0" dirty="0">
                        <a:solidFill>
                          <a:schemeClr val="tx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554429816"/>
                  </a:ext>
                </a:extLst>
              </a:tr>
            </a:tbl>
          </a:graphicData>
        </a:graphic>
      </p:graphicFrame>
    </p:spTree>
    <p:extLst>
      <p:ext uri="{BB962C8B-B14F-4D97-AF65-F5344CB8AC3E}">
        <p14:creationId xmlns:p14="http://schemas.microsoft.com/office/powerpoint/2010/main" val="2094328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ctrTitle"/>
          </p:nvPr>
        </p:nvSpPr>
        <p:spPr/>
        <p:txBody>
          <a:bodyPr/>
          <a:lstStyle/>
          <a:p>
            <a:r>
              <a:rPr lang="en-US" noProof="0" dirty="0"/>
              <a:t>Contents</a:t>
            </a:r>
          </a:p>
        </p:txBody>
      </p:sp>
      <p:sp>
        <p:nvSpPr>
          <p:cNvPr id="6" name="Text Placeholder 5"/>
          <p:cNvSpPr>
            <a:spLocks noGrp="1"/>
          </p:cNvSpPr>
          <p:nvPr>
            <p:ph type="body" sz="quarter" idx="13"/>
          </p:nvPr>
        </p:nvSpPr>
        <p:spPr/>
        <p:txBody>
          <a:bodyPr/>
          <a:lstStyle/>
          <a:p>
            <a:pPr marL="285750" indent="-285750">
              <a:buFont typeface="Arial" panose="020B0604020202020204" pitchFamily="34" charset="0"/>
              <a:buChar char="•"/>
            </a:pPr>
            <a:r>
              <a:rPr lang="en-US" noProof="0" dirty="0"/>
              <a:t>Command line scan</a:t>
            </a:r>
          </a:p>
          <a:p>
            <a:pPr marL="285750" indent="-285750">
              <a:buFont typeface="Arial" panose="020B0604020202020204" pitchFamily="34" charset="0"/>
              <a:buChar char="•"/>
            </a:pPr>
            <a:r>
              <a:rPr lang="en-US" noProof="0" dirty="0"/>
              <a:t>Metacharacters</a:t>
            </a:r>
          </a:p>
          <a:p>
            <a:pPr marL="285750" indent="-285750">
              <a:buFont typeface="Arial" panose="020B0604020202020204" pitchFamily="34" charset="0"/>
              <a:buChar char="•"/>
            </a:pPr>
            <a:r>
              <a:rPr lang="en-US" noProof="0" dirty="0"/>
              <a:t>Command line completion, history, and editing</a:t>
            </a:r>
          </a:p>
          <a:p>
            <a:pPr marL="285750" indent="-285750">
              <a:buFont typeface="Arial" panose="020B0604020202020204" pitchFamily="34" charset="0"/>
              <a:buChar char="•"/>
            </a:pPr>
            <a:endParaRPr lang="en-US" noProof="0" dirty="0"/>
          </a:p>
        </p:txBody>
      </p:sp>
    </p:spTree>
    <p:extLst>
      <p:ext uri="{BB962C8B-B14F-4D97-AF65-F5344CB8AC3E}">
        <p14:creationId xmlns:p14="http://schemas.microsoft.com/office/powerpoint/2010/main" val="548710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43CE4D-BE38-A849-99AD-1BE249B6B5D3}"/>
              </a:ext>
            </a:extLst>
          </p:cNvPr>
          <p:cNvSpPr>
            <a:spLocks noGrp="1"/>
          </p:cNvSpPr>
          <p:nvPr>
            <p:ph type="ctrTitle"/>
          </p:nvPr>
        </p:nvSpPr>
        <p:spPr/>
        <p:txBody>
          <a:bodyPr/>
          <a:lstStyle/>
          <a:p>
            <a:r>
              <a:rPr lang="en-US" noProof="0" dirty="0"/>
              <a:t>Bash personalities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lnSpcReduction="10000"/>
          </a:bodyPr>
          <a:lstStyle/>
          <a:p>
            <a:r>
              <a:rPr lang="en-US" sz="1800" noProof="0" dirty="0">
                <a:solidFill>
                  <a:schemeClr val="tx1"/>
                </a:solidFill>
              </a:rPr>
              <a:t>Bash can emulate other shells. For example:</a:t>
            </a:r>
          </a:p>
          <a:p>
            <a:endParaRPr lang="en-US" sz="1800" noProof="0" dirty="0">
              <a:solidFill>
                <a:schemeClr val="tx1"/>
              </a:solidFill>
            </a:endParaRPr>
          </a:p>
          <a:p>
            <a:r>
              <a:rPr lang="en-US" sz="1800" noProof="0" dirty="0">
                <a:solidFill>
                  <a:schemeClr val="tx1"/>
                </a:solidFill>
              </a:rPr>
              <a:t>Bourne shell:</a:t>
            </a:r>
          </a:p>
          <a:p>
            <a:pPr lvl="1"/>
            <a:r>
              <a:rPr lang="en-US" sz="1800" noProof="0" dirty="0"/>
              <a:t>When </a:t>
            </a:r>
            <a:r>
              <a:rPr lang="en-US" dirty="0"/>
              <a:t>B</a:t>
            </a:r>
            <a:r>
              <a:rPr lang="en-US" sz="1800" noProof="0" dirty="0"/>
              <a:t>ash is started as </a:t>
            </a:r>
            <a:r>
              <a:rPr lang="en-US" sz="1800" b="1" noProof="0" dirty="0" err="1">
                <a:solidFill>
                  <a:srgbClr val="0000C8"/>
                </a:solidFill>
                <a:latin typeface="Hack" panose="020B0609030202020204" pitchFamily="49" charset="0"/>
                <a:ea typeface="Hack" panose="020B0609030202020204" pitchFamily="49" charset="0"/>
                <a:cs typeface="Hack" panose="020B0609030202020204" pitchFamily="49" charset="0"/>
              </a:rPr>
              <a:t>sh</a:t>
            </a:r>
            <a:r>
              <a:rPr lang="en-US" b="1" dirty="0">
                <a:solidFill>
                  <a:srgbClr val="0000C8"/>
                </a:solidFill>
                <a:latin typeface="Hack" panose="020B0609030202020204" pitchFamily="49" charset="0"/>
                <a:ea typeface="Hack" panose="020B0609030202020204" pitchFamily="49" charset="0"/>
                <a:cs typeface="Hack" panose="020B0609030202020204" pitchFamily="49" charset="0"/>
              </a:rPr>
              <a:t> </a:t>
            </a:r>
            <a:r>
              <a:rPr lang="en-US" dirty="0">
                <a:latin typeface="Hack" panose="020B0609030202020204" pitchFamily="49" charset="0"/>
                <a:ea typeface="Hack" panose="020B0609030202020204" pitchFamily="49" charset="0"/>
                <a:cs typeface="Hack" panose="020B0609030202020204" pitchFamily="49" charset="0"/>
              </a:rPr>
              <a:t>it emulates the Bourne shell</a:t>
            </a:r>
            <a:endParaRPr lang="en-US" sz="1800" noProof="0" dirty="0">
              <a:latin typeface="Hack" panose="020B0609030202020204" pitchFamily="49" charset="0"/>
              <a:ea typeface="Hack" panose="020B0609030202020204" pitchFamily="49" charset="0"/>
              <a:cs typeface="Hack" panose="020B0609030202020204" pitchFamily="49" charset="0"/>
            </a:endParaRPr>
          </a:p>
          <a:p>
            <a:pPr lvl="1"/>
            <a:r>
              <a:rPr lang="en-US" b="1" dirty="0" err="1">
                <a:solidFill>
                  <a:srgbClr val="0000C8"/>
                </a:solidFill>
                <a:latin typeface="Hack" panose="020B0609030202020204" pitchFamily="49" charset="0"/>
              </a:rPr>
              <a:t>sh</a:t>
            </a:r>
            <a:r>
              <a:rPr lang="en-US" sz="1800" noProof="0" dirty="0"/>
              <a:t> is usually a symbolic link to </a:t>
            </a:r>
            <a:r>
              <a:rPr lang="en-US" b="1" dirty="0">
                <a:solidFill>
                  <a:srgbClr val="0000C8"/>
                </a:solidFill>
                <a:latin typeface="Hack" panose="020B0609030202020204" pitchFamily="49" charset="0"/>
              </a:rPr>
              <a:t>/bin/bash</a:t>
            </a:r>
          </a:p>
          <a:p>
            <a:endParaRPr lang="en-US" sz="1800" noProof="0" dirty="0"/>
          </a:p>
          <a:p>
            <a:r>
              <a:rPr lang="en-US" sz="1800" noProof="0" dirty="0">
                <a:solidFill>
                  <a:schemeClr val="tx1"/>
                </a:solidFill>
              </a:rPr>
              <a:t>POSIX shell:</a:t>
            </a:r>
          </a:p>
          <a:p>
            <a:pPr lvl="1"/>
            <a:r>
              <a:rPr lang="en-US" sz="1800" noProof="0" dirty="0"/>
              <a:t>IEEE Standard 1003.2</a:t>
            </a:r>
          </a:p>
          <a:p>
            <a:pPr lvl="1"/>
            <a:r>
              <a:rPr lang="en-US" sz="1800" noProof="0" dirty="0"/>
              <a:t>Invoked by starting Bash with the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sz="1800" b="1" noProof="0" dirty="0" err="1">
                <a:solidFill>
                  <a:srgbClr val="0000C8"/>
                </a:solidFill>
                <a:latin typeface="Hack" panose="020B0609030202020204" pitchFamily="49" charset="0"/>
                <a:ea typeface="Hack" panose="020B0609030202020204" pitchFamily="49" charset="0"/>
                <a:cs typeface="Hack" panose="020B0609030202020204" pitchFamily="49" charset="0"/>
              </a:rPr>
              <a:t>posix</a:t>
            </a:r>
            <a:r>
              <a:rPr lang="en-US" sz="1800" noProof="0" dirty="0">
                <a:latin typeface="Hack" panose="020B0609030202020204" pitchFamily="49" charset="0"/>
                <a:ea typeface="Hack" panose="020B0609030202020204" pitchFamily="49" charset="0"/>
                <a:cs typeface="Hack" panose="020B0609030202020204" pitchFamily="49" charset="0"/>
              </a:rPr>
              <a:t> </a:t>
            </a:r>
            <a:r>
              <a:rPr lang="en-US" sz="1800" noProof="0" dirty="0"/>
              <a:t>option</a:t>
            </a:r>
          </a:p>
          <a:p>
            <a:pPr lvl="1"/>
            <a:r>
              <a:rPr lang="en-US" sz="1800" noProof="0" dirty="0"/>
              <a:t>Many tools use variable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POSIXLY_CORRECT</a:t>
            </a:r>
          </a:p>
          <a:p>
            <a:pPr lvl="1"/>
            <a:endParaRPr lang="en-US" sz="1800" b="1" noProof="0" dirty="0"/>
          </a:p>
          <a:p>
            <a:r>
              <a:rPr lang="en-US" sz="1800" noProof="0" dirty="0">
                <a:solidFill>
                  <a:schemeClr val="tx1"/>
                </a:solidFill>
              </a:rPr>
              <a:t>Bash also supports many Korn and C shell features.</a:t>
            </a:r>
          </a:p>
          <a:p>
            <a:pPr lvl="1"/>
            <a:r>
              <a:rPr lang="en-US" sz="1800" noProof="0" dirty="0"/>
              <a:t>This means there are be many ways of doing the same thing</a:t>
            </a: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a:t>
            </a:fld>
            <a:endParaRPr lang="en-US" noProof="0" dirty="0"/>
          </a:p>
        </p:txBody>
      </p:sp>
      <p:pic>
        <p:nvPicPr>
          <p:cNvPr id="6" name="Picture 5">
            <a:extLst>
              <a:ext uri="{FF2B5EF4-FFF2-40B4-BE49-F238E27FC236}">
                <a16:creationId xmlns:a16="http://schemas.microsoft.com/office/drawing/2014/main" id="{66BD97A8-3B28-EE61-BB8B-B136CE23B2B0}"/>
              </a:ext>
            </a:extLst>
          </p:cNvPr>
          <p:cNvPicPr>
            <a:picLocks noChangeAspect="1"/>
          </p:cNvPicPr>
          <p:nvPr/>
        </p:nvPicPr>
        <p:blipFill>
          <a:blip r:embed="rId3"/>
          <a:stretch>
            <a:fillRect/>
          </a:stretch>
        </p:blipFill>
        <p:spPr>
          <a:xfrm>
            <a:off x="8822693" y="845872"/>
            <a:ext cx="2853369" cy="1861851"/>
          </a:xfrm>
          <a:prstGeom prst="rect">
            <a:avLst/>
          </a:prstGeom>
        </p:spPr>
      </p:pic>
    </p:spTree>
    <p:extLst>
      <p:ext uri="{BB962C8B-B14F-4D97-AF65-F5344CB8AC3E}">
        <p14:creationId xmlns:p14="http://schemas.microsoft.com/office/powerpoint/2010/main" val="1214885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Command line scan</a:t>
            </a:r>
          </a:p>
        </p:txBody>
      </p:sp>
      <p:sp>
        <p:nvSpPr>
          <p:cNvPr id="2" name="Subtitle 1">
            <a:extLst>
              <a:ext uri="{FF2B5EF4-FFF2-40B4-BE49-F238E27FC236}">
                <a16:creationId xmlns:a16="http://schemas.microsoft.com/office/drawing/2014/main" id="{3E82EFDF-F695-0A98-936C-1E7592473105}"/>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175079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2179E5-D428-BFD4-9138-4C041BAC9AEE}"/>
              </a:ext>
            </a:extLst>
          </p:cNvPr>
          <p:cNvSpPr>
            <a:spLocks noGrp="1"/>
          </p:cNvSpPr>
          <p:nvPr>
            <p:ph type="ctrTitle"/>
          </p:nvPr>
        </p:nvSpPr>
        <p:spPr/>
        <p:txBody>
          <a:bodyPr/>
          <a:lstStyle/>
          <a:p>
            <a:r>
              <a:rPr lang="en-US" noProof="0" dirty="0"/>
              <a:t>Parsing</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89957" indent="-280154">
              <a:spcBef>
                <a:spcPts val="1056"/>
              </a:spcBef>
              <a:buClr>
                <a:srgbClr val="000000"/>
              </a:buClr>
              <a:buFont typeface="Arial"/>
              <a:buChar char="•"/>
              <a:tabLst>
                <a:tab pos="289957" algn="l"/>
                <a:tab pos="290473" algn="l"/>
              </a:tabLst>
            </a:pPr>
            <a:r>
              <a:rPr lang="en-US" spc="-4" noProof="0" dirty="0">
                <a:solidFill>
                  <a:srgbClr val="2D2C2C"/>
                </a:solidFill>
                <a:cs typeface="Segoe UI"/>
              </a:rPr>
              <a:t>All</a:t>
            </a:r>
            <a:r>
              <a:rPr lang="en-US" spc="-28" noProof="0" dirty="0">
                <a:solidFill>
                  <a:srgbClr val="2D2C2C"/>
                </a:solidFill>
                <a:cs typeface="Segoe UI"/>
              </a:rPr>
              <a:t> </a:t>
            </a:r>
            <a:r>
              <a:rPr lang="en-US" spc="-8" noProof="0" dirty="0">
                <a:solidFill>
                  <a:srgbClr val="2D2C2C"/>
                </a:solidFill>
                <a:cs typeface="Segoe UI"/>
              </a:rPr>
              <a:t>command lines</a:t>
            </a:r>
            <a:r>
              <a:rPr lang="en-US" spc="49" noProof="0" dirty="0">
                <a:solidFill>
                  <a:srgbClr val="2D2C2C"/>
                </a:solidFill>
                <a:cs typeface="Segoe UI"/>
              </a:rPr>
              <a:t> </a:t>
            </a:r>
            <a:r>
              <a:rPr lang="en-US" spc="-8" noProof="0" dirty="0">
                <a:solidFill>
                  <a:srgbClr val="2D2C2C"/>
                </a:solidFill>
                <a:cs typeface="Segoe UI"/>
              </a:rPr>
              <a:t>end</a:t>
            </a:r>
            <a:r>
              <a:rPr lang="en-US" spc="20" noProof="0" dirty="0">
                <a:solidFill>
                  <a:srgbClr val="2D2C2C"/>
                </a:solidFill>
                <a:cs typeface="Segoe UI"/>
              </a:rPr>
              <a:t> </a:t>
            </a:r>
            <a:r>
              <a:rPr lang="en-US" spc="-4" noProof="0" dirty="0">
                <a:solidFill>
                  <a:srgbClr val="2D2C2C"/>
                </a:solidFill>
                <a:cs typeface="Segoe UI"/>
              </a:rPr>
              <a:t>with</a:t>
            </a:r>
            <a:r>
              <a:rPr lang="en-US" spc="33" noProof="0" dirty="0">
                <a:solidFill>
                  <a:srgbClr val="2D2C2C"/>
                </a:solidFill>
                <a:cs typeface="Segoe UI"/>
              </a:rPr>
              <a:t> </a:t>
            </a:r>
            <a:r>
              <a:rPr lang="en-US" spc="-4" noProof="0" dirty="0">
                <a:solidFill>
                  <a:srgbClr val="2D2C2C"/>
                </a:solidFill>
                <a:cs typeface="Segoe UI"/>
              </a:rPr>
              <a:t>a</a:t>
            </a:r>
            <a:r>
              <a:rPr lang="en-US" noProof="0" dirty="0">
                <a:solidFill>
                  <a:srgbClr val="2D2C2C"/>
                </a:solidFill>
                <a:cs typeface="Segoe UI"/>
              </a:rPr>
              <a:t> </a:t>
            </a:r>
            <a:r>
              <a:rPr lang="en-US" b="1" spc="-4" noProof="0" dirty="0">
                <a:solidFill>
                  <a:srgbClr val="0000C7"/>
                </a:solidFill>
                <a:latin typeface="Hack" panose="020B0609030202020204" pitchFamily="49" charset="0"/>
                <a:ea typeface="Hack" panose="020B0609030202020204" pitchFamily="49" charset="0"/>
                <a:cs typeface="Hack" panose="020B0609030202020204" pitchFamily="49" charset="0"/>
              </a:rPr>
              <a:t>&lt;CR&gt;</a:t>
            </a:r>
            <a:r>
              <a:rPr lang="en-US" b="1" spc="-16"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pc="-12" noProof="0" dirty="0">
                <a:solidFill>
                  <a:srgbClr val="2D2C2C"/>
                </a:solidFill>
                <a:cs typeface="Segoe UI"/>
              </a:rPr>
              <a:t>character.</a:t>
            </a:r>
            <a:endParaRPr lang="en-US" noProof="0" dirty="0">
              <a:cs typeface="Segoe UI"/>
            </a:endParaRPr>
          </a:p>
          <a:p>
            <a:pPr marL="289957" indent="-280154">
              <a:spcBef>
                <a:spcPts val="979"/>
              </a:spcBef>
              <a:buClr>
                <a:srgbClr val="000000"/>
              </a:buClr>
              <a:buFont typeface="Arial"/>
              <a:buChar char="•"/>
              <a:tabLst>
                <a:tab pos="289957" algn="l"/>
                <a:tab pos="290473" algn="l"/>
              </a:tabLst>
            </a:pPr>
            <a:r>
              <a:rPr lang="en-US" spc="-8" noProof="0" dirty="0">
                <a:solidFill>
                  <a:srgbClr val="2D2C2C"/>
                </a:solidFill>
                <a:cs typeface="Segoe UI"/>
              </a:rPr>
              <a:t>The</a:t>
            </a:r>
            <a:r>
              <a:rPr lang="en-US" spc="8" noProof="0" dirty="0">
                <a:solidFill>
                  <a:srgbClr val="2D2C2C"/>
                </a:solidFill>
                <a:cs typeface="Segoe UI"/>
              </a:rPr>
              <a:t> </a:t>
            </a:r>
            <a:r>
              <a:rPr lang="en-US" spc="-8" noProof="0" dirty="0">
                <a:solidFill>
                  <a:srgbClr val="2D2C2C"/>
                </a:solidFill>
                <a:cs typeface="Segoe UI"/>
              </a:rPr>
              <a:t>shell</a:t>
            </a:r>
            <a:r>
              <a:rPr lang="en-US" spc="37" noProof="0" dirty="0">
                <a:solidFill>
                  <a:srgbClr val="2D2C2C"/>
                </a:solidFill>
                <a:cs typeface="Segoe UI"/>
              </a:rPr>
              <a:t> </a:t>
            </a:r>
            <a:r>
              <a:rPr lang="en-US" spc="-8" noProof="0" dirty="0">
                <a:solidFill>
                  <a:srgbClr val="2D2C2C"/>
                </a:solidFill>
                <a:cs typeface="Segoe UI"/>
              </a:rPr>
              <a:t>responds</a:t>
            </a:r>
            <a:r>
              <a:rPr lang="en-US" spc="37" noProof="0" dirty="0">
                <a:solidFill>
                  <a:srgbClr val="2D2C2C"/>
                </a:solidFill>
                <a:cs typeface="Segoe UI"/>
              </a:rPr>
              <a:t> </a:t>
            </a:r>
            <a:r>
              <a:rPr lang="en-US" spc="-4" noProof="0" dirty="0">
                <a:solidFill>
                  <a:srgbClr val="2D2C2C"/>
                </a:solidFill>
                <a:cs typeface="Segoe UI"/>
              </a:rPr>
              <a:t>by</a:t>
            </a:r>
            <a:r>
              <a:rPr lang="en-US" noProof="0" dirty="0">
                <a:solidFill>
                  <a:srgbClr val="2D2C2C"/>
                </a:solidFill>
                <a:cs typeface="Segoe UI"/>
              </a:rPr>
              <a:t> </a:t>
            </a:r>
            <a:r>
              <a:rPr lang="en-US" spc="-8" noProof="0" dirty="0">
                <a:solidFill>
                  <a:srgbClr val="2D2C2C"/>
                </a:solidFill>
                <a:cs typeface="Segoe UI"/>
              </a:rPr>
              <a:t>parsing</a:t>
            </a:r>
            <a:r>
              <a:rPr lang="en-US" spc="37" noProof="0" dirty="0">
                <a:solidFill>
                  <a:srgbClr val="2D2C2C"/>
                </a:solidFill>
                <a:cs typeface="Segoe UI"/>
              </a:rPr>
              <a:t> </a:t>
            </a:r>
            <a:r>
              <a:rPr lang="en-US" spc="-8" noProof="0" dirty="0">
                <a:solidFill>
                  <a:srgbClr val="2D2C2C"/>
                </a:solidFill>
                <a:cs typeface="Segoe UI"/>
              </a:rPr>
              <a:t>(interpreting)</a:t>
            </a:r>
            <a:r>
              <a:rPr lang="en-US" spc="73" noProof="0" dirty="0">
                <a:solidFill>
                  <a:srgbClr val="2D2C2C"/>
                </a:solidFill>
                <a:cs typeface="Segoe UI"/>
              </a:rPr>
              <a:t> </a:t>
            </a:r>
            <a:r>
              <a:rPr lang="en-US" spc="-4" noProof="0" dirty="0">
                <a:solidFill>
                  <a:srgbClr val="2D2C2C"/>
                </a:solidFill>
                <a:cs typeface="Segoe UI"/>
              </a:rPr>
              <a:t>the</a:t>
            </a:r>
            <a:r>
              <a:rPr lang="en-US" spc="4" noProof="0" dirty="0">
                <a:solidFill>
                  <a:srgbClr val="2D2C2C"/>
                </a:solidFill>
                <a:cs typeface="Segoe UI"/>
              </a:rPr>
              <a:t> </a:t>
            </a:r>
            <a:r>
              <a:rPr lang="en-US" spc="-8" noProof="0" dirty="0">
                <a:solidFill>
                  <a:srgbClr val="2D2C2C"/>
                </a:solidFill>
                <a:cs typeface="Segoe UI"/>
              </a:rPr>
              <a:t>line,</a:t>
            </a:r>
            <a:r>
              <a:rPr lang="en-US" spc="41" noProof="0" dirty="0">
                <a:solidFill>
                  <a:srgbClr val="2D2C2C"/>
                </a:solidFill>
                <a:cs typeface="Segoe UI"/>
              </a:rPr>
              <a:t> </a:t>
            </a:r>
            <a:r>
              <a:rPr lang="en-US" spc="-12" noProof="0" dirty="0">
                <a:solidFill>
                  <a:srgbClr val="2D2C2C"/>
                </a:solidFill>
                <a:cs typeface="Segoe UI"/>
              </a:rPr>
              <a:t>to:</a:t>
            </a:r>
            <a:endParaRPr lang="en-US" noProof="0" dirty="0">
              <a:cs typeface="Segoe UI"/>
            </a:endParaRPr>
          </a:p>
          <a:p>
            <a:pPr marL="518001" lvl="1" indent="-233204">
              <a:spcBef>
                <a:spcPts val="488"/>
              </a:spcBef>
              <a:buClr>
                <a:srgbClr val="000000"/>
              </a:buClr>
              <a:buFont typeface="Arial"/>
              <a:buChar char="•"/>
              <a:tabLst>
                <a:tab pos="517485" algn="l"/>
                <a:tab pos="518001" algn="l"/>
              </a:tabLst>
            </a:pPr>
            <a:r>
              <a:rPr lang="en-US" spc="-4" noProof="0" dirty="0">
                <a:solidFill>
                  <a:srgbClr val="2D2C2C"/>
                </a:solidFill>
                <a:cs typeface="Segoe UI"/>
              </a:rPr>
              <a:t>Identify</a:t>
            </a:r>
            <a:r>
              <a:rPr lang="en-US" spc="12" noProof="0" dirty="0">
                <a:solidFill>
                  <a:srgbClr val="2D2C2C"/>
                </a:solidFill>
                <a:cs typeface="Segoe UI"/>
              </a:rPr>
              <a:t> </a:t>
            </a:r>
            <a:r>
              <a:rPr lang="en-US" spc="-8" noProof="0" dirty="0">
                <a:solidFill>
                  <a:srgbClr val="2D2C2C"/>
                </a:solidFill>
                <a:cs typeface="Segoe UI"/>
              </a:rPr>
              <a:t>words,</a:t>
            </a:r>
            <a:r>
              <a:rPr lang="en-US" spc="12" noProof="0" dirty="0">
                <a:solidFill>
                  <a:srgbClr val="2D2C2C"/>
                </a:solidFill>
                <a:cs typeface="Segoe UI"/>
              </a:rPr>
              <a:t> </a:t>
            </a:r>
            <a:r>
              <a:rPr lang="en-US" spc="-8" noProof="0" dirty="0">
                <a:solidFill>
                  <a:srgbClr val="2D2C2C"/>
                </a:solidFill>
                <a:cs typeface="Segoe UI"/>
              </a:rPr>
              <a:t>separated</a:t>
            </a:r>
            <a:r>
              <a:rPr lang="en-US" spc="37" noProof="0" dirty="0">
                <a:solidFill>
                  <a:srgbClr val="2D2C2C"/>
                </a:solidFill>
                <a:cs typeface="Segoe UI"/>
              </a:rPr>
              <a:t> </a:t>
            </a:r>
            <a:r>
              <a:rPr lang="en-US" spc="-16" noProof="0" dirty="0">
                <a:solidFill>
                  <a:srgbClr val="2D2C2C"/>
                </a:solidFill>
                <a:cs typeface="Segoe UI"/>
              </a:rPr>
              <a:t>by</a:t>
            </a:r>
            <a:r>
              <a:rPr lang="en-US" noProof="0" dirty="0">
                <a:solidFill>
                  <a:srgbClr val="2D2C2C"/>
                </a:solidFill>
                <a:cs typeface="Segoe UI"/>
              </a:rPr>
              <a:t> </a:t>
            </a:r>
            <a:r>
              <a:rPr lang="en-US" spc="-12" noProof="0" dirty="0">
                <a:solidFill>
                  <a:srgbClr val="2D2C2C"/>
                </a:solidFill>
                <a:cs typeface="Segoe UI"/>
              </a:rPr>
              <a:t>whitespace</a:t>
            </a:r>
            <a:r>
              <a:rPr lang="en-US" spc="65" noProof="0" dirty="0">
                <a:solidFill>
                  <a:srgbClr val="2D2C2C"/>
                </a:solidFill>
                <a:cs typeface="Segoe UI"/>
              </a:rPr>
              <a:t> </a:t>
            </a:r>
            <a:r>
              <a:rPr lang="en-US" spc="-8" noProof="0" dirty="0">
                <a:solidFill>
                  <a:srgbClr val="2D2C2C"/>
                </a:solidFill>
                <a:cs typeface="Segoe UI"/>
              </a:rPr>
              <a:t>characters.</a:t>
            </a:r>
            <a:endParaRPr lang="en-US" noProof="0" dirty="0">
              <a:cs typeface="Segoe UI"/>
            </a:endParaRPr>
          </a:p>
          <a:p>
            <a:pPr marL="518001" lvl="1" indent="-233204">
              <a:spcBef>
                <a:spcPts val="488"/>
              </a:spcBef>
              <a:buClr>
                <a:srgbClr val="000000"/>
              </a:buClr>
              <a:buFont typeface="Arial"/>
              <a:buChar char="•"/>
              <a:tabLst>
                <a:tab pos="517485" algn="l"/>
                <a:tab pos="518001" algn="l"/>
              </a:tabLst>
            </a:pPr>
            <a:r>
              <a:rPr lang="en-US" spc="-12" noProof="0" dirty="0">
                <a:solidFill>
                  <a:srgbClr val="2D2C2C"/>
                </a:solidFill>
                <a:cs typeface="Segoe UI"/>
              </a:rPr>
              <a:t>Interpret</a:t>
            </a:r>
            <a:r>
              <a:rPr lang="en-US" spc="33" noProof="0" dirty="0">
                <a:solidFill>
                  <a:srgbClr val="2D2C2C"/>
                </a:solidFill>
                <a:cs typeface="Segoe UI"/>
              </a:rPr>
              <a:t> </a:t>
            </a:r>
            <a:r>
              <a:rPr lang="en-US" spc="-8" noProof="0" dirty="0">
                <a:solidFill>
                  <a:srgbClr val="2D2C2C"/>
                </a:solidFill>
                <a:cs typeface="Segoe UI"/>
              </a:rPr>
              <a:t>wildcards</a:t>
            </a:r>
            <a:r>
              <a:rPr lang="en-US" spc="33" noProof="0" dirty="0">
                <a:solidFill>
                  <a:srgbClr val="2D2C2C"/>
                </a:solidFill>
                <a:cs typeface="Segoe UI"/>
              </a:rPr>
              <a:t> </a:t>
            </a:r>
            <a:r>
              <a:rPr lang="en-US" spc="-16" noProof="0" dirty="0">
                <a:solidFill>
                  <a:srgbClr val="2D2C2C"/>
                </a:solidFill>
                <a:cs typeface="Segoe UI"/>
              </a:rPr>
              <a:t>to</a:t>
            </a:r>
            <a:r>
              <a:rPr lang="en-US" spc="-4" noProof="0" dirty="0">
                <a:solidFill>
                  <a:srgbClr val="2D2C2C"/>
                </a:solidFill>
                <a:cs typeface="Segoe UI"/>
              </a:rPr>
              <a:t> </a:t>
            </a:r>
            <a:r>
              <a:rPr lang="en-US" spc="-12" noProof="0" dirty="0">
                <a:solidFill>
                  <a:srgbClr val="2D2C2C"/>
                </a:solidFill>
                <a:cs typeface="Segoe UI"/>
              </a:rPr>
              <a:t>generate</a:t>
            </a:r>
            <a:r>
              <a:rPr lang="en-US" spc="65" noProof="0" dirty="0">
                <a:solidFill>
                  <a:srgbClr val="2D2C2C"/>
                </a:solidFill>
                <a:cs typeface="Segoe UI"/>
              </a:rPr>
              <a:t> </a:t>
            </a:r>
            <a:r>
              <a:rPr lang="en-US" spc="-8" noProof="0" dirty="0">
                <a:solidFill>
                  <a:srgbClr val="2D2C2C"/>
                </a:solidFill>
                <a:cs typeface="Segoe UI"/>
              </a:rPr>
              <a:t>filenames.</a:t>
            </a:r>
            <a:endParaRPr lang="en-US" noProof="0" dirty="0">
              <a:cs typeface="Segoe UI"/>
            </a:endParaRPr>
          </a:p>
          <a:p>
            <a:pPr marL="518001" lvl="1" indent="-233204">
              <a:spcBef>
                <a:spcPts val="488"/>
              </a:spcBef>
              <a:buClr>
                <a:srgbClr val="000000"/>
              </a:buClr>
              <a:buFont typeface="Arial"/>
              <a:buChar char="•"/>
              <a:tabLst>
                <a:tab pos="517485" algn="l"/>
                <a:tab pos="518001" algn="l"/>
              </a:tabLst>
            </a:pPr>
            <a:r>
              <a:rPr lang="en-US" spc="-16" noProof="0" dirty="0">
                <a:solidFill>
                  <a:srgbClr val="2D2C2C"/>
                </a:solidFill>
                <a:cs typeface="Segoe UI"/>
              </a:rPr>
              <a:t>Remove</a:t>
            </a:r>
            <a:r>
              <a:rPr lang="en-US" spc="8" noProof="0" dirty="0">
                <a:solidFill>
                  <a:srgbClr val="2D2C2C"/>
                </a:solidFill>
                <a:cs typeface="Segoe UI"/>
              </a:rPr>
              <a:t> </a:t>
            </a:r>
            <a:r>
              <a:rPr lang="en-US" spc="-4" noProof="0" dirty="0">
                <a:solidFill>
                  <a:srgbClr val="2D2C2C"/>
                </a:solidFill>
                <a:cs typeface="Segoe UI"/>
              </a:rPr>
              <a:t>any</a:t>
            </a:r>
            <a:r>
              <a:rPr lang="en-US" spc="-16" noProof="0" dirty="0">
                <a:solidFill>
                  <a:srgbClr val="2D2C2C"/>
                </a:solidFill>
                <a:cs typeface="Segoe UI"/>
              </a:rPr>
              <a:t> </a:t>
            </a:r>
            <a:r>
              <a:rPr lang="en-US" spc="-8" noProof="0" dirty="0">
                <a:solidFill>
                  <a:srgbClr val="2D2C2C"/>
                </a:solidFill>
                <a:cs typeface="Segoe UI"/>
              </a:rPr>
              <a:t>escape</a:t>
            </a:r>
            <a:r>
              <a:rPr lang="en-US" spc="45" noProof="0" dirty="0">
                <a:solidFill>
                  <a:srgbClr val="2D2C2C"/>
                </a:solidFill>
                <a:cs typeface="Segoe UI"/>
              </a:rPr>
              <a:t> </a:t>
            </a:r>
            <a:r>
              <a:rPr lang="en-US" spc="-8" noProof="0" dirty="0">
                <a:solidFill>
                  <a:srgbClr val="2D2C2C"/>
                </a:solidFill>
                <a:cs typeface="Segoe UI"/>
              </a:rPr>
              <a:t>(quote)</a:t>
            </a:r>
            <a:r>
              <a:rPr lang="en-US" spc="8" noProof="0" dirty="0">
                <a:solidFill>
                  <a:srgbClr val="2D2C2C"/>
                </a:solidFill>
                <a:cs typeface="Segoe UI"/>
              </a:rPr>
              <a:t> </a:t>
            </a:r>
            <a:r>
              <a:rPr lang="en-US" spc="-8" noProof="0" dirty="0">
                <a:solidFill>
                  <a:srgbClr val="2D2C2C"/>
                </a:solidFill>
                <a:cs typeface="Segoe UI"/>
              </a:rPr>
              <a:t>characters.</a:t>
            </a:r>
            <a:endParaRPr lang="en-US" noProof="0" dirty="0">
              <a:cs typeface="Segoe UI"/>
            </a:endParaRPr>
          </a:p>
          <a:p>
            <a:pPr marL="518001" lvl="1" indent="-233204">
              <a:spcBef>
                <a:spcPts val="492"/>
              </a:spcBef>
              <a:buClr>
                <a:srgbClr val="000000"/>
              </a:buClr>
              <a:buFont typeface="Arial"/>
              <a:buChar char="•"/>
              <a:tabLst>
                <a:tab pos="517485" algn="l"/>
                <a:tab pos="518001" algn="l"/>
              </a:tabLst>
            </a:pPr>
            <a:r>
              <a:rPr lang="en-US" spc="-8" noProof="0" dirty="0">
                <a:solidFill>
                  <a:srgbClr val="2D2C2C"/>
                </a:solidFill>
                <a:cs typeface="Segoe UI"/>
              </a:rPr>
              <a:t>Substitute</a:t>
            </a:r>
            <a:r>
              <a:rPr lang="en-US" spc="28" noProof="0" dirty="0">
                <a:solidFill>
                  <a:srgbClr val="2D2C2C"/>
                </a:solidFill>
                <a:cs typeface="Segoe UI"/>
              </a:rPr>
              <a:t> </a:t>
            </a:r>
            <a:r>
              <a:rPr lang="en-US" spc="-12" noProof="0" dirty="0">
                <a:solidFill>
                  <a:srgbClr val="2D2C2C"/>
                </a:solidFill>
                <a:cs typeface="Segoe UI"/>
              </a:rPr>
              <a:t>variables,</a:t>
            </a:r>
            <a:r>
              <a:rPr lang="en-US" spc="53" noProof="0" dirty="0">
                <a:solidFill>
                  <a:srgbClr val="2D2C2C"/>
                </a:solidFill>
                <a:cs typeface="Segoe UI"/>
              </a:rPr>
              <a:t> </a:t>
            </a:r>
            <a:r>
              <a:rPr lang="en-US" spc="-12" noProof="0" dirty="0">
                <a:solidFill>
                  <a:srgbClr val="2D2C2C"/>
                </a:solidFill>
                <a:cs typeface="Segoe UI"/>
              </a:rPr>
              <a:t>parameters</a:t>
            </a:r>
            <a:r>
              <a:rPr lang="en-US" spc="73" noProof="0" dirty="0">
                <a:solidFill>
                  <a:srgbClr val="2D2C2C"/>
                </a:solidFill>
                <a:cs typeface="Segoe UI"/>
              </a:rPr>
              <a:t> </a:t>
            </a:r>
            <a:r>
              <a:rPr lang="en-US" spc="-8" noProof="0" dirty="0">
                <a:solidFill>
                  <a:srgbClr val="2D2C2C"/>
                </a:solidFill>
                <a:cs typeface="Segoe UI"/>
              </a:rPr>
              <a:t>and</a:t>
            </a:r>
            <a:r>
              <a:rPr lang="en-US" noProof="0" dirty="0">
                <a:solidFill>
                  <a:srgbClr val="2D2C2C"/>
                </a:solidFill>
                <a:cs typeface="Segoe UI"/>
              </a:rPr>
              <a:t> </a:t>
            </a:r>
            <a:r>
              <a:rPr lang="en-US" spc="-8" noProof="0" dirty="0">
                <a:solidFill>
                  <a:srgbClr val="2D2C2C"/>
                </a:solidFill>
                <a:cs typeface="Segoe UI"/>
              </a:rPr>
              <a:t>embedded</a:t>
            </a:r>
            <a:r>
              <a:rPr lang="en-US" spc="61" noProof="0" dirty="0">
                <a:solidFill>
                  <a:srgbClr val="2D2C2C"/>
                </a:solidFill>
                <a:cs typeface="Segoe UI"/>
              </a:rPr>
              <a:t> </a:t>
            </a:r>
            <a:r>
              <a:rPr lang="en-US" spc="-8" noProof="0" dirty="0">
                <a:solidFill>
                  <a:srgbClr val="2D2C2C"/>
                </a:solidFill>
                <a:cs typeface="Segoe UI"/>
              </a:rPr>
              <a:t>commands.</a:t>
            </a:r>
            <a:endParaRPr lang="en-US" noProof="0" dirty="0">
              <a:cs typeface="Segoe UI"/>
            </a:endParaRPr>
          </a:p>
          <a:p>
            <a:pPr marL="289957" indent="-280154">
              <a:spcBef>
                <a:spcPts val="975"/>
              </a:spcBef>
              <a:buClr>
                <a:srgbClr val="000000"/>
              </a:buClr>
              <a:buFont typeface="Arial"/>
              <a:buChar char="•"/>
              <a:tabLst>
                <a:tab pos="289957" algn="l"/>
                <a:tab pos="290473" algn="l"/>
              </a:tabLst>
            </a:pPr>
            <a:r>
              <a:rPr lang="en-US" spc="-4" noProof="0" dirty="0">
                <a:solidFill>
                  <a:srgbClr val="2D2C2C"/>
                </a:solidFill>
                <a:cs typeface="Segoe UI"/>
              </a:rPr>
              <a:t>Whilst</a:t>
            </a:r>
            <a:r>
              <a:rPr lang="en-US" spc="-8" noProof="0" dirty="0">
                <a:solidFill>
                  <a:srgbClr val="2D2C2C"/>
                </a:solidFill>
                <a:cs typeface="Segoe UI"/>
              </a:rPr>
              <a:t> scanning</a:t>
            </a:r>
            <a:r>
              <a:rPr lang="en-US" spc="61" noProof="0" dirty="0">
                <a:solidFill>
                  <a:srgbClr val="2D2C2C"/>
                </a:solidFill>
                <a:cs typeface="Segoe UI"/>
              </a:rPr>
              <a:t> </a:t>
            </a:r>
            <a:r>
              <a:rPr lang="en-US" spc="-4" noProof="0" dirty="0">
                <a:solidFill>
                  <a:srgbClr val="2D2C2C"/>
                </a:solidFill>
                <a:cs typeface="Segoe UI"/>
              </a:rPr>
              <a:t>the</a:t>
            </a:r>
            <a:r>
              <a:rPr lang="en-US" spc="8" noProof="0" dirty="0">
                <a:solidFill>
                  <a:srgbClr val="2D2C2C"/>
                </a:solidFill>
                <a:cs typeface="Segoe UI"/>
              </a:rPr>
              <a:t> </a:t>
            </a:r>
            <a:r>
              <a:rPr lang="en-US" spc="-8" noProof="0" dirty="0">
                <a:solidFill>
                  <a:srgbClr val="2D2C2C"/>
                </a:solidFill>
                <a:cs typeface="Segoe UI"/>
              </a:rPr>
              <a:t>line,</a:t>
            </a:r>
            <a:r>
              <a:rPr lang="en-US" spc="41" noProof="0" dirty="0">
                <a:solidFill>
                  <a:srgbClr val="2D2C2C"/>
                </a:solidFill>
                <a:cs typeface="Segoe UI"/>
              </a:rPr>
              <a:t> </a:t>
            </a:r>
            <a:r>
              <a:rPr lang="en-US" spc="-4" noProof="0" dirty="0">
                <a:solidFill>
                  <a:srgbClr val="2D2C2C"/>
                </a:solidFill>
                <a:cs typeface="Segoe UI"/>
              </a:rPr>
              <a:t>the</a:t>
            </a:r>
            <a:r>
              <a:rPr lang="en-US" spc="8" noProof="0" dirty="0">
                <a:solidFill>
                  <a:srgbClr val="2D2C2C"/>
                </a:solidFill>
                <a:cs typeface="Segoe UI"/>
              </a:rPr>
              <a:t> </a:t>
            </a:r>
            <a:r>
              <a:rPr lang="en-US" spc="-8" noProof="0" dirty="0">
                <a:solidFill>
                  <a:srgbClr val="2D2C2C"/>
                </a:solidFill>
                <a:cs typeface="Segoe UI"/>
              </a:rPr>
              <a:t>shell</a:t>
            </a:r>
            <a:r>
              <a:rPr lang="en-US" spc="37" noProof="0" dirty="0">
                <a:solidFill>
                  <a:srgbClr val="2D2C2C"/>
                </a:solidFill>
                <a:cs typeface="Segoe UI"/>
              </a:rPr>
              <a:t> </a:t>
            </a:r>
            <a:r>
              <a:rPr lang="en-US" spc="-8" noProof="0" dirty="0">
                <a:solidFill>
                  <a:srgbClr val="2D2C2C"/>
                </a:solidFill>
                <a:cs typeface="Segoe UI"/>
              </a:rPr>
              <a:t>continues</a:t>
            </a:r>
            <a:r>
              <a:rPr lang="en-US" spc="53" noProof="0" dirty="0">
                <a:solidFill>
                  <a:srgbClr val="2D2C2C"/>
                </a:solidFill>
                <a:cs typeface="Segoe UI"/>
              </a:rPr>
              <a:t> </a:t>
            </a:r>
            <a:r>
              <a:rPr lang="en-US" spc="-16" noProof="0" dirty="0">
                <a:solidFill>
                  <a:srgbClr val="2D2C2C"/>
                </a:solidFill>
                <a:cs typeface="Segoe UI"/>
              </a:rPr>
              <a:t>to</a:t>
            </a:r>
            <a:r>
              <a:rPr lang="en-US" spc="24" noProof="0" dirty="0">
                <a:solidFill>
                  <a:srgbClr val="2D2C2C"/>
                </a:solidFill>
                <a:cs typeface="Segoe UI"/>
              </a:rPr>
              <a:t> </a:t>
            </a:r>
            <a:r>
              <a:rPr lang="en-US" spc="-16" noProof="0" dirty="0">
                <a:solidFill>
                  <a:srgbClr val="2D2C2C"/>
                </a:solidFill>
                <a:cs typeface="Segoe UI"/>
              </a:rPr>
              <a:t>recreate</a:t>
            </a:r>
            <a:r>
              <a:rPr lang="en-US" spc="49" noProof="0" dirty="0">
                <a:solidFill>
                  <a:srgbClr val="2D2C2C"/>
                </a:solidFill>
                <a:cs typeface="Segoe UI"/>
              </a:rPr>
              <a:t> </a:t>
            </a:r>
            <a:r>
              <a:rPr lang="en-US" spc="-8" noProof="0" dirty="0">
                <a:solidFill>
                  <a:srgbClr val="2D2C2C"/>
                </a:solidFill>
                <a:cs typeface="Segoe UI"/>
              </a:rPr>
              <a:t>it.</a:t>
            </a:r>
            <a:endParaRPr lang="en-US" noProof="0" dirty="0">
              <a:cs typeface="Segoe UI"/>
            </a:endParaRPr>
          </a:p>
          <a:p>
            <a:pPr marL="289957" indent="-280154">
              <a:spcBef>
                <a:spcPts val="975"/>
              </a:spcBef>
              <a:buClr>
                <a:srgbClr val="000000"/>
              </a:buClr>
              <a:buFont typeface="Arial"/>
              <a:buChar char="•"/>
              <a:tabLst>
                <a:tab pos="289957" algn="l"/>
                <a:tab pos="290473" algn="l"/>
              </a:tabLst>
            </a:pPr>
            <a:r>
              <a:rPr lang="en-US" spc="-8" noProof="0" dirty="0">
                <a:solidFill>
                  <a:srgbClr val="2D2C2C"/>
                </a:solidFill>
                <a:cs typeface="Segoe UI"/>
              </a:rPr>
              <a:t>Once</a:t>
            </a:r>
            <a:r>
              <a:rPr lang="en-US" spc="4" noProof="0" dirty="0">
                <a:solidFill>
                  <a:srgbClr val="2D2C2C"/>
                </a:solidFill>
                <a:cs typeface="Segoe UI"/>
              </a:rPr>
              <a:t> </a:t>
            </a:r>
            <a:r>
              <a:rPr lang="en-US" spc="-4" noProof="0" dirty="0">
                <a:solidFill>
                  <a:srgbClr val="2D2C2C"/>
                </a:solidFill>
                <a:cs typeface="Segoe UI"/>
              </a:rPr>
              <a:t>the</a:t>
            </a:r>
            <a:r>
              <a:rPr lang="en-US" spc="4" noProof="0" dirty="0">
                <a:solidFill>
                  <a:srgbClr val="2D2C2C"/>
                </a:solidFill>
                <a:cs typeface="Segoe UI"/>
              </a:rPr>
              <a:t> </a:t>
            </a:r>
            <a:r>
              <a:rPr lang="en-US" spc="-8" noProof="0" dirty="0">
                <a:solidFill>
                  <a:srgbClr val="2D2C2C"/>
                </a:solidFill>
                <a:cs typeface="Segoe UI"/>
              </a:rPr>
              <a:t>scan</a:t>
            </a:r>
            <a:r>
              <a:rPr lang="en-US" spc="8" noProof="0" dirty="0">
                <a:solidFill>
                  <a:srgbClr val="2D2C2C"/>
                </a:solidFill>
                <a:cs typeface="Segoe UI"/>
              </a:rPr>
              <a:t> </a:t>
            </a:r>
            <a:r>
              <a:rPr lang="en-US" spc="-8" noProof="0" dirty="0">
                <a:solidFill>
                  <a:srgbClr val="2D2C2C"/>
                </a:solidFill>
                <a:cs typeface="Segoe UI"/>
              </a:rPr>
              <a:t>is</a:t>
            </a:r>
            <a:r>
              <a:rPr lang="en-US" spc="8" noProof="0" dirty="0">
                <a:solidFill>
                  <a:srgbClr val="2D2C2C"/>
                </a:solidFill>
                <a:cs typeface="Segoe UI"/>
              </a:rPr>
              <a:t> </a:t>
            </a:r>
            <a:r>
              <a:rPr lang="en-US" spc="-12" noProof="0" dirty="0">
                <a:solidFill>
                  <a:srgbClr val="2D2C2C"/>
                </a:solidFill>
                <a:cs typeface="Segoe UI"/>
              </a:rPr>
              <a:t>completed, t</a:t>
            </a:r>
            <a:r>
              <a:rPr lang="en-US" spc="-4" noProof="0" dirty="0">
                <a:solidFill>
                  <a:srgbClr val="2D2C2C"/>
                </a:solidFill>
                <a:cs typeface="Segoe UI"/>
              </a:rPr>
              <a:t>he</a:t>
            </a:r>
            <a:r>
              <a:rPr lang="en-US" spc="4" noProof="0" dirty="0">
                <a:solidFill>
                  <a:srgbClr val="2D2C2C"/>
                </a:solidFill>
                <a:cs typeface="Segoe UI"/>
              </a:rPr>
              <a:t> </a:t>
            </a:r>
            <a:r>
              <a:rPr lang="en-US" spc="-8" noProof="0" dirty="0">
                <a:solidFill>
                  <a:srgbClr val="2D2C2C"/>
                </a:solidFill>
                <a:cs typeface="Segoe UI"/>
              </a:rPr>
              <a:t>shell</a:t>
            </a:r>
            <a:r>
              <a:rPr lang="en-US" spc="33" noProof="0" dirty="0">
                <a:solidFill>
                  <a:srgbClr val="2D2C2C"/>
                </a:solidFill>
                <a:cs typeface="Segoe UI"/>
              </a:rPr>
              <a:t> </a:t>
            </a:r>
            <a:r>
              <a:rPr lang="en-US" spc="-4" noProof="0" dirty="0">
                <a:solidFill>
                  <a:srgbClr val="2D2C2C"/>
                </a:solidFill>
                <a:cs typeface="Segoe UI"/>
              </a:rPr>
              <a:t>will</a:t>
            </a:r>
            <a:r>
              <a:rPr lang="en-US" spc="16" noProof="0" dirty="0">
                <a:solidFill>
                  <a:srgbClr val="2D2C2C"/>
                </a:solidFill>
                <a:cs typeface="Segoe UI"/>
              </a:rPr>
              <a:t> </a:t>
            </a:r>
            <a:r>
              <a:rPr lang="en-US" spc="-12" noProof="0" dirty="0">
                <a:solidFill>
                  <a:srgbClr val="2D2C2C"/>
                </a:solidFill>
                <a:cs typeface="Segoe UI"/>
              </a:rPr>
              <a:t>attempt</a:t>
            </a:r>
            <a:r>
              <a:rPr lang="en-US" spc="57" noProof="0" dirty="0">
                <a:solidFill>
                  <a:srgbClr val="2D2C2C"/>
                </a:solidFill>
                <a:cs typeface="Segoe UI"/>
              </a:rPr>
              <a:t> </a:t>
            </a:r>
            <a:r>
              <a:rPr lang="en-US" spc="-16" noProof="0" dirty="0">
                <a:solidFill>
                  <a:srgbClr val="2D2C2C"/>
                </a:solidFill>
                <a:cs typeface="Segoe UI"/>
              </a:rPr>
              <a:t>to</a:t>
            </a:r>
            <a:r>
              <a:rPr lang="en-US" noProof="0" dirty="0">
                <a:solidFill>
                  <a:srgbClr val="2D2C2C"/>
                </a:solidFill>
                <a:cs typeface="Segoe UI"/>
              </a:rPr>
              <a:t> </a:t>
            </a:r>
            <a:r>
              <a:rPr lang="en-US" spc="-4" noProof="0" dirty="0">
                <a:solidFill>
                  <a:srgbClr val="2D2C2C"/>
                </a:solidFill>
                <a:cs typeface="Segoe UI"/>
              </a:rPr>
              <a:t>identify</a:t>
            </a:r>
            <a:r>
              <a:rPr lang="en-US" spc="28" noProof="0" dirty="0">
                <a:solidFill>
                  <a:srgbClr val="2D2C2C"/>
                </a:solidFill>
                <a:cs typeface="Segoe UI"/>
              </a:rPr>
              <a:t> </a:t>
            </a:r>
            <a:r>
              <a:rPr lang="en-US" spc="-4" noProof="0" dirty="0">
                <a:solidFill>
                  <a:srgbClr val="2D2C2C"/>
                </a:solidFill>
                <a:cs typeface="Segoe UI"/>
              </a:rPr>
              <a:t>the</a:t>
            </a:r>
            <a:r>
              <a:rPr lang="en-US" spc="8" noProof="0" dirty="0">
                <a:solidFill>
                  <a:srgbClr val="2D2C2C"/>
                </a:solidFill>
                <a:cs typeface="Segoe UI"/>
              </a:rPr>
              <a:t> </a:t>
            </a:r>
            <a:r>
              <a:rPr lang="en-US" spc="-8" noProof="0" dirty="0">
                <a:solidFill>
                  <a:srgbClr val="2D2C2C"/>
                </a:solidFill>
                <a:cs typeface="Segoe UI"/>
              </a:rPr>
              <a:t>command</a:t>
            </a:r>
            <a:r>
              <a:rPr lang="en-US" spc="57" noProof="0" dirty="0">
                <a:solidFill>
                  <a:srgbClr val="2D2C2C"/>
                </a:solidFill>
                <a:cs typeface="Segoe UI"/>
              </a:rPr>
              <a:t> </a:t>
            </a:r>
            <a:r>
              <a:rPr lang="en-US" spc="-16" noProof="0" dirty="0">
                <a:solidFill>
                  <a:srgbClr val="2D2C2C"/>
                </a:solidFill>
                <a:cs typeface="Segoe UI"/>
              </a:rPr>
              <a:t>to</a:t>
            </a:r>
            <a:r>
              <a:rPr lang="en-US" spc="24" noProof="0" dirty="0">
                <a:solidFill>
                  <a:srgbClr val="2D2C2C"/>
                </a:solidFill>
                <a:cs typeface="Segoe UI"/>
              </a:rPr>
              <a:t> </a:t>
            </a:r>
            <a:r>
              <a:rPr lang="en-US" spc="-4" noProof="0" dirty="0">
                <a:solidFill>
                  <a:srgbClr val="2D2C2C"/>
                </a:solidFill>
                <a:cs typeface="Segoe UI"/>
              </a:rPr>
              <a:t>be</a:t>
            </a:r>
            <a:r>
              <a:rPr lang="en-US" spc="-8" noProof="0" dirty="0">
                <a:solidFill>
                  <a:srgbClr val="2D2C2C"/>
                </a:solidFill>
                <a:cs typeface="Segoe UI"/>
              </a:rPr>
              <a:t> </a:t>
            </a:r>
            <a:r>
              <a:rPr lang="en-US" spc="-16" noProof="0" dirty="0">
                <a:solidFill>
                  <a:srgbClr val="2D2C2C"/>
                </a:solidFill>
                <a:cs typeface="Segoe UI"/>
              </a:rPr>
              <a:t>executed.</a:t>
            </a:r>
          </a:p>
          <a:p>
            <a:pPr marL="104801">
              <a:spcBef>
                <a:spcPts val="492"/>
              </a:spcBef>
              <a:buClr>
                <a:srgbClr val="000000"/>
              </a:buClr>
              <a:tabLst>
                <a:tab pos="517485" algn="l"/>
                <a:tab pos="518001" algn="l"/>
              </a:tabLst>
            </a:pPr>
            <a:endParaRPr lang="en-US" sz="1600" spc="-16" noProof="0" dirty="0">
              <a:solidFill>
                <a:srgbClr val="2D2C2C"/>
              </a:solidFill>
              <a:latin typeface="Montserrat" panose="00000500000000000000" pitchFamily="2" charset="0"/>
              <a:cs typeface="Segoe UI"/>
            </a:endParaRPr>
          </a:p>
          <a:p>
            <a:pPr marL="104801">
              <a:spcBef>
                <a:spcPts val="492"/>
              </a:spcBef>
              <a:buClr>
                <a:srgbClr val="000000"/>
              </a:buClr>
              <a:tabLst>
                <a:tab pos="517485" algn="l"/>
                <a:tab pos="518001" algn="l"/>
              </a:tabLst>
            </a:pPr>
            <a:r>
              <a:rPr lang="en-US" b="1" noProof="0" dirty="0">
                <a:solidFill>
                  <a:srgbClr val="0000C7"/>
                </a:solidFill>
                <a:latin typeface="+mn-lt"/>
                <a:cs typeface="Segoe UI"/>
              </a:rPr>
              <a:t>The</a:t>
            </a:r>
            <a:r>
              <a:rPr lang="en-US" b="1" spc="-28" noProof="0" dirty="0">
                <a:solidFill>
                  <a:srgbClr val="0000C7"/>
                </a:solidFill>
                <a:latin typeface="+mn-lt"/>
                <a:cs typeface="Segoe UI"/>
              </a:rPr>
              <a:t> </a:t>
            </a:r>
            <a:r>
              <a:rPr lang="en-US" b="1" noProof="0" dirty="0">
                <a:solidFill>
                  <a:srgbClr val="0000C7"/>
                </a:solidFill>
                <a:latin typeface="+mn-lt"/>
                <a:cs typeface="Segoe UI"/>
              </a:rPr>
              <a:t>process </a:t>
            </a:r>
            <a:r>
              <a:rPr lang="en-US" b="1" spc="-8" noProof="0" dirty="0">
                <a:solidFill>
                  <a:srgbClr val="0000C7"/>
                </a:solidFill>
                <a:latin typeface="+mn-lt"/>
                <a:cs typeface="Segoe UI"/>
              </a:rPr>
              <a:t>above</a:t>
            </a:r>
            <a:r>
              <a:rPr lang="en-US" b="1" spc="-37" noProof="0" dirty="0">
                <a:solidFill>
                  <a:srgbClr val="0000C7"/>
                </a:solidFill>
                <a:latin typeface="+mn-lt"/>
                <a:cs typeface="Segoe UI"/>
              </a:rPr>
              <a:t> </a:t>
            </a:r>
            <a:r>
              <a:rPr lang="en-US" b="1" spc="-8" noProof="0" dirty="0">
                <a:solidFill>
                  <a:srgbClr val="0000C7"/>
                </a:solidFill>
                <a:latin typeface="+mn-lt"/>
                <a:cs typeface="Segoe UI"/>
              </a:rPr>
              <a:t>applies</a:t>
            </a:r>
            <a:r>
              <a:rPr lang="en-US" b="1" noProof="0" dirty="0">
                <a:solidFill>
                  <a:srgbClr val="0000C7"/>
                </a:solidFill>
                <a:latin typeface="+mn-lt"/>
                <a:cs typeface="Segoe UI"/>
              </a:rPr>
              <a:t> </a:t>
            </a:r>
            <a:r>
              <a:rPr lang="en-US" b="1" spc="-4" noProof="0" dirty="0">
                <a:solidFill>
                  <a:srgbClr val="0000C7"/>
                </a:solidFill>
                <a:latin typeface="+mn-lt"/>
                <a:cs typeface="Segoe UI"/>
              </a:rPr>
              <a:t>to</a:t>
            </a:r>
            <a:r>
              <a:rPr lang="en-US" b="1" spc="8" noProof="0" dirty="0">
                <a:solidFill>
                  <a:srgbClr val="0000C7"/>
                </a:solidFill>
                <a:latin typeface="+mn-lt"/>
                <a:cs typeface="Segoe UI"/>
              </a:rPr>
              <a:t> </a:t>
            </a:r>
            <a:r>
              <a:rPr lang="en-US" b="1" spc="-4" noProof="0" dirty="0">
                <a:solidFill>
                  <a:srgbClr val="0000C7"/>
                </a:solidFill>
                <a:latin typeface="+mn-lt"/>
                <a:cs typeface="Segoe UI"/>
              </a:rPr>
              <a:t>all</a:t>
            </a:r>
            <a:r>
              <a:rPr lang="en-US" b="1" spc="-12" noProof="0" dirty="0">
                <a:solidFill>
                  <a:srgbClr val="0000C7"/>
                </a:solidFill>
                <a:latin typeface="+mn-lt"/>
                <a:cs typeface="Segoe UI"/>
              </a:rPr>
              <a:t> </a:t>
            </a:r>
            <a:r>
              <a:rPr lang="en-US" b="1" spc="-8" noProof="0" dirty="0">
                <a:solidFill>
                  <a:srgbClr val="0000C7"/>
                </a:solidFill>
                <a:latin typeface="+mn-lt"/>
                <a:cs typeface="Segoe UI"/>
              </a:rPr>
              <a:t>Linux and </a:t>
            </a:r>
            <a:r>
              <a:rPr lang="en-US" b="1" spc="-4" noProof="0" dirty="0">
                <a:solidFill>
                  <a:srgbClr val="0000C7"/>
                </a:solidFill>
                <a:latin typeface="+mn-lt"/>
                <a:cs typeface="Segoe UI"/>
              </a:rPr>
              <a:t>UNIX shells.</a:t>
            </a:r>
            <a:endParaRPr lang="en-US" noProof="0" dirty="0">
              <a:latin typeface="+mn-lt"/>
              <a:cs typeface="Segoe UI"/>
            </a:endParaRPr>
          </a:p>
          <a:p>
            <a:pPr marL="0" indent="0">
              <a:buNone/>
            </a:pPr>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5</a:t>
            </a:fld>
            <a:endParaRPr lang="en-US" noProof="0" dirty="0"/>
          </a:p>
        </p:txBody>
      </p:sp>
      <p:pic>
        <p:nvPicPr>
          <p:cNvPr id="9" name="Picture 8">
            <a:extLst>
              <a:ext uri="{FF2B5EF4-FFF2-40B4-BE49-F238E27FC236}">
                <a16:creationId xmlns:a16="http://schemas.microsoft.com/office/drawing/2014/main" id="{395DDEF4-0AA1-82D3-D235-72272AB859A2}"/>
              </a:ext>
            </a:extLst>
          </p:cNvPr>
          <p:cNvPicPr>
            <a:picLocks noChangeAspect="1"/>
          </p:cNvPicPr>
          <p:nvPr/>
        </p:nvPicPr>
        <p:blipFill>
          <a:blip r:embed="rId3"/>
          <a:stretch>
            <a:fillRect/>
          </a:stretch>
        </p:blipFill>
        <p:spPr>
          <a:xfrm>
            <a:off x="8130208" y="440900"/>
            <a:ext cx="1829622" cy="1836558"/>
          </a:xfrm>
          <a:prstGeom prst="rect">
            <a:avLst/>
          </a:prstGeom>
        </p:spPr>
      </p:pic>
    </p:spTree>
    <p:extLst>
      <p:ext uri="{BB962C8B-B14F-4D97-AF65-F5344CB8AC3E}">
        <p14:creationId xmlns:p14="http://schemas.microsoft.com/office/powerpoint/2010/main" val="2244892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Metacharacters</a:t>
            </a:r>
          </a:p>
        </p:txBody>
      </p:sp>
      <p:sp>
        <p:nvSpPr>
          <p:cNvPr id="2" name="Subtitle 1">
            <a:extLst>
              <a:ext uri="{FF2B5EF4-FFF2-40B4-BE49-F238E27FC236}">
                <a16:creationId xmlns:a16="http://schemas.microsoft.com/office/drawing/2014/main" id="{C5F9DAA6-4973-F0DC-09A1-3B02E8992C2C}"/>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3602589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6EE415-786F-01CA-218A-394C7EDE3564}"/>
              </a:ext>
            </a:extLst>
          </p:cNvPr>
          <p:cNvSpPr>
            <a:spLocks noGrp="1"/>
          </p:cNvSpPr>
          <p:nvPr>
            <p:ph type="ctrTitle"/>
          </p:nvPr>
        </p:nvSpPr>
        <p:spPr/>
        <p:txBody>
          <a:bodyPr/>
          <a:lstStyle/>
          <a:p>
            <a:r>
              <a:rPr lang="en-US" noProof="0" dirty="0"/>
              <a:t>Metacharacter character types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1056"/>
              </a:spcBef>
              <a:buClr>
                <a:srgbClr val="000000"/>
              </a:buClr>
              <a:buFont typeface="Arial"/>
              <a:buChar char="•"/>
              <a:tabLst>
                <a:tab pos="289957" algn="l"/>
                <a:tab pos="290473" algn="l"/>
              </a:tabLst>
            </a:pPr>
            <a:r>
              <a:rPr lang="en-US" sz="1800" spc="-4" noProof="0" dirty="0">
                <a:solidFill>
                  <a:srgbClr val="2D2C2C"/>
                </a:solidFill>
                <a:cs typeface="Segoe UI"/>
              </a:rPr>
              <a:t>Line</a:t>
            </a:r>
            <a:r>
              <a:rPr lang="en-US" sz="1800" spc="-20" noProof="0" dirty="0">
                <a:solidFill>
                  <a:srgbClr val="2D2C2C"/>
                </a:solidFill>
                <a:cs typeface="Segoe UI"/>
              </a:rPr>
              <a:t> </a:t>
            </a:r>
            <a:r>
              <a:rPr lang="en-US" sz="1800" spc="-8" noProof="0" dirty="0">
                <a:solidFill>
                  <a:srgbClr val="2D2C2C"/>
                </a:solidFill>
                <a:cs typeface="Segoe UI"/>
              </a:rPr>
              <a:t>interpretation</a:t>
            </a:r>
            <a:r>
              <a:rPr lang="en-US" sz="1800" spc="77" noProof="0" dirty="0">
                <a:solidFill>
                  <a:srgbClr val="2D2C2C"/>
                </a:solidFill>
                <a:cs typeface="Segoe UI"/>
              </a:rPr>
              <a:t> </a:t>
            </a:r>
            <a:r>
              <a:rPr lang="en-US" sz="1800" spc="-12" noProof="0" dirty="0">
                <a:solidFill>
                  <a:srgbClr val="2D2C2C"/>
                </a:solidFill>
                <a:cs typeface="Segoe UI"/>
              </a:rPr>
              <a:t>relies</a:t>
            </a:r>
            <a:r>
              <a:rPr lang="en-US" sz="1800" spc="49" noProof="0" dirty="0">
                <a:solidFill>
                  <a:srgbClr val="2D2C2C"/>
                </a:solidFill>
                <a:cs typeface="Segoe UI"/>
              </a:rPr>
              <a:t> </a:t>
            </a:r>
            <a:r>
              <a:rPr lang="en-US" sz="1800" spc="-4" noProof="0" dirty="0">
                <a:solidFill>
                  <a:srgbClr val="2D2C2C"/>
                </a:solidFill>
                <a:cs typeface="Segoe UI"/>
              </a:rPr>
              <a:t>on </a:t>
            </a:r>
            <a:r>
              <a:rPr lang="en-US" sz="1800" spc="-12" noProof="0" dirty="0">
                <a:solidFill>
                  <a:srgbClr val="2D2C2C"/>
                </a:solidFill>
                <a:cs typeface="Segoe UI"/>
              </a:rPr>
              <a:t>special</a:t>
            </a:r>
            <a:r>
              <a:rPr lang="en-US" sz="1800" spc="53" noProof="0" dirty="0">
                <a:solidFill>
                  <a:srgbClr val="2D2C2C"/>
                </a:solidFill>
                <a:cs typeface="Segoe UI"/>
              </a:rPr>
              <a:t> </a:t>
            </a:r>
            <a:r>
              <a:rPr lang="en-US" sz="1800" spc="-8" noProof="0" dirty="0">
                <a:solidFill>
                  <a:srgbClr val="2D2C2C"/>
                </a:solidFill>
                <a:cs typeface="Segoe UI"/>
              </a:rPr>
              <a:t>characters.</a:t>
            </a:r>
            <a:endParaRPr lang="en-US" sz="1800" noProof="0" dirty="0">
              <a:cs typeface="Segoe UI"/>
            </a:endParaRPr>
          </a:p>
          <a:p>
            <a:pPr marL="289957" indent="-280154">
              <a:spcBef>
                <a:spcPts val="979"/>
              </a:spcBef>
              <a:buClr>
                <a:srgbClr val="000000"/>
              </a:buClr>
              <a:buFont typeface="Arial"/>
              <a:buChar char="•"/>
              <a:tabLst>
                <a:tab pos="289957" algn="l"/>
                <a:tab pos="290473" algn="l"/>
              </a:tabLst>
            </a:pPr>
            <a:r>
              <a:rPr lang="en-US" sz="1800" spc="-4" noProof="0" dirty="0">
                <a:solidFill>
                  <a:srgbClr val="2D2C2C"/>
                </a:solidFill>
                <a:cs typeface="Segoe UI"/>
              </a:rPr>
              <a:t>Main</a:t>
            </a:r>
            <a:r>
              <a:rPr lang="en-US" sz="1800" spc="-8" noProof="0" dirty="0">
                <a:solidFill>
                  <a:srgbClr val="2D2C2C"/>
                </a:solidFill>
                <a:cs typeface="Segoe UI"/>
              </a:rPr>
              <a:t> groups</a:t>
            </a:r>
            <a:r>
              <a:rPr lang="en-US" sz="1800" spc="-4" noProof="0" dirty="0">
                <a:solidFill>
                  <a:srgbClr val="2D2C2C"/>
                </a:solidFill>
                <a:cs typeface="Segoe UI"/>
              </a:rPr>
              <a:t> </a:t>
            </a:r>
            <a:r>
              <a:rPr lang="en-US" sz="1800" spc="-20" noProof="0" dirty="0">
                <a:solidFill>
                  <a:srgbClr val="2D2C2C"/>
                </a:solidFill>
                <a:cs typeface="Segoe UI"/>
              </a:rPr>
              <a:t>of</a:t>
            </a:r>
            <a:r>
              <a:rPr lang="en-US" sz="1800" spc="16" noProof="0" dirty="0">
                <a:solidFill>
                  <a:srgbClr val="2D2C2C"/>
                </a:solidFill>
                <a:cs typeface="Segoe UI"/>
              </a:rPr>
              <a:t> </a:t>
            </a:r>
            <a:r>
              <a:rPr lang="en-US" sz="1800" spc="-12" noProof="0" dirty="0">
                <a:solidFill>
                  <a:srgbClr val="2D2C2C"/>
                </a:solidFill>
                <a:cs typeface="Segoe UI"/>
              </a:rPr>
              <a:t>special</a:t>
            </a:r>
            <a:r>
              <a:rPr lang="en-US" sz="1800" spc="33" noProof="0" dirty="0">
                <a:solidFill>
                  <a:srgbClr val="2D2C2C"/>
                </a:solidFill>
                <a:cs typeface="Segoe UI"/>
              </a:rPr>
              <a:t> </a:t>
            </a:r>
            <a:r>
              <a:rPr lang="en-US" sz="1800" spc="-8" noProof="0" dirty="0">
                <a:solidFill>
                  <a:srgbClr val="2D2C2C"/>
                </a:solidFill>
                <a:cs typeface="Segoe UI"/>
              </a:rPr>
              <a:t>characters:</a:t>
            </a:r>
            <a:endParaRPr lang="en-US" sz="1800" noProof="0" dirty="0">
              <a:cs typeface="Segoe UI"/>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7</a:t>
            </a:fld>
            <a:endParaRPr lang="en-US" noProof="0" dirty="0"/>
          </a:p>
        </p:txBody>
      </p:sp>
      <p:graphicFrame>
        <p:nvGraphicFramePr>
          <p:cNvPr id="6" name="Table 3">
            <a:extLst>
              <a:ext uri="{FF2B5EF4-FFF2-40B4-BE49-F238E27FC236}">
                <a16:creationId xmlns:a16="http://schemas.microsoft.com/office/drawing/2014/main" id="{F2591C18-EDE3-8C60-5195-3C61A4A64026}"/>
              </a:ext>
            </a:extLst>
          </p:cNvPr>
          <p:cNvGraphicFramePr>
            <a:graphicFrameLocks noGrp="1"/>
          </p:cNvGraphicFramePr>
          <p:nvPr>
            <p:extLst>
              <p:ext uri="{D42A27DB-BD31-4B8C-83A1-F6EECF244321}">
                <p14:modId xmlns:p14="http://schemas.microsoft.com/office/powerpoint/2010/main" val="711818397"/>
              </p:ext>
            </p:extLst>
          </p:nvPr>
        </p:nvGraphicFramePr>
        <p:xfrm>
          <a:off x="1445332" y="2782361"/>
          <a:ext cx="9291781" cy="3299462"/>
        </p:xfrm>
        <a:graphic>
          <a:graphicData uri="http://schemas.openxmlformats.org/drawingml/2006/table">
            <a:tbl>
              <a:tblPr firstRow="1" bandRow="1">
                <a:tableStyleId>{21E4AEA4-8DFA-4A89-87EB-49C32662AFE0}</a:tableStyleId>
              </a:tblPr>
              <a:tblGrid>
                <a:gridCol w="1979568">
                  <a:extLst>
                    <a:ext uri="{9D8B030D-6E8A-4147-A177-3AD203B41FA5}">
                      <a16:colId xmlns:a16="http://schemas.microsoft.com/office/drawing/2014/main" val="1881012428"/>
                    </a:ext>
                  </a:extLst>
                </a:gridCol>
                <a:gridCol w="7312213">
                  <a:extLst>
                    <a:ext uri="{9D8B030D-6E8A-4147-A177-3AD203B41FA5}">
                      <a16:colId xmlns:a16="http://schemas.microsoft.com/office/drawing/2014/main" val="93434193"/>
                    </a:ext>
                  </a:extLst>
                </a:gridCol>
              </a:tblGrid>
              <a:tr h="465806">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Metacharacter</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Meaning</a:t>
                      </a:r>
                    </a:p>
                  </a:txBody>
                  <a:tcPr/>
                </a:tc>
                <a:extLst>
                  <a:ext uri="{0D108BD9-81ED-4DB2-BD59-A6C34878D82A}">
                    <a16:rowId xmlns:a16="http://schemas.microsoft.com/office/drawing/2014/main" val="1656358303"/>
                  </a:ext>
                </a:extLst>
              </a:tr>
              <a:tr h="472276">
                <a:tc>
                  <a:txBody>
                    <a:bodyPr/>
                    <a:lstStyle/>
                    <a:p>
                      <a:pPr marL="10319" marR="4128">
                        <a:spcBef>
                          <a:spcPts val="73"/>
                        </a:spcBef>
                      </a:pPr>
                      <a:r>
                        <a:rPr lang="en-US" sz="1800" b="1" spc="-12" noProof="0" dirty="0">
                          <a:solidFill>
                            <a:srgbClr val="0000C7"/>
                          </a:solidFill>
                          <a:latin typeface="+mn-lt"/>
                        </a:rPr>
                        <a:t>Wh</a:t>
                      </a:r>
                      <a:r>
                        <a:rPr lang="en-US" sz="1800" b="1" noProof="0" dirty="0">
                          <a:solidFill>
                            <a:srgbClr val="0000C7"/>
                          </a:solidFill>
                          <a:latin typeface="+mn-lt"/>
                        </a:rPr>
                        <a:t>i</a:t>
                      </a:r>
                      <a:r>
                        <a:rPr lang="en-US" sz="1800" b="1" spc="-12" noProof="0" dirty="0">
                          <a:solidFill>
                            <a:srgbClr val="0000C7"/>
                          </a:solidFill>
                          <a:latin typeface="+mn-lt"/>
                        </a:rPr>
                        <a:t>t</a:t>
                      </a:r>
                      <a:r>
                        <a:rPr lang="en-US" sz="1800" b="1" spc="-4" noProof="0" dirty="0">
                          <a:solidFill>
                            <a:srgbClr val="0000C7"/>
                          </a:solidFill>
                          <a:latin typeface="+mn-lt"/>
                        </a:rPr>
                        <a:t>e</a:t>
                      </a:r>
                      <a:r>
                        <a:rPr lang="en-US" sz="1800" b="1" spc="4" noProof="0" dirty="0">
                          <a:solidFill>
                            <a:srgbClr val="0000C7"/>
                          </a:solidFill>
                          <a:latin typeface="+mn-lt"/>
                        </a:rPr>
                        <a:t>s</a:t>
                      </a:r>
                      <a:r>
                        <a:rPr lang="en-US" sz="1800" b="1" spc="-37" noProof="0" dirty="0">
                          <a:solidFill>
                            <a:srgbClr val="0000C7"/>
                          </a:solidFill>
                          <a:latin typeface="+mn-lt"/>
                        </a:rPr>
                        <a:t>p</a:t>
                      </a:r>
                      <a:r>
                        <a:rPr lang="en-US" sz="1800" b="1" noProof="0" dirty="0">
                          <a:solidFill>
                            <a:srgbClr val="0000C7"/>
                          </a:solidFill>
                          <a:latin typeface="+mn-lt"/>
                        </a:rPr>
                        <a:t>a</a:t>
                      </a:r>
                      <a:r>
                        <a:rPr lang="en-US" sz="1800" b="1" spc="-4" noProof="0" dirty="0">
                          <a:solidFill>
                            <a:srgbClr val="0000C7"/>
                          </a:solidFill>
                          <a:latin typeface="+mn-lt"/>
                        </a:rPr>
                        <a:t>ce</a:t>
                      </a:r>
                      <a:endParaRPr lang="en-US" sz="1800" spc="-12" noProof="0" dirty="0">
                        <a:latin typeface="+mn-lt"/>
                        <a:cs typeface="Segoe UI"/>
                      </a:endParaRPr>
                    </a:p>
                  </a:txBody>
                  <a:tcPr/>
                </a:tc>
                <a:tc>
                  <a:txBody>
                    <a:bodyPr/>
                    <a:lstStyle/>
                    <a:p>
                      <a:pPr marL="10319" marR="4128">
                        <a:spcBef>
                          <a:spcPts val="73"/>
                        </a:spcBef>
                      </a:pPr>
                      <a:r>
                        <a:rPr lang="en-US" sz="1800" b="1" spc="-12" noProof="0" dirty="0">
                          <a:latin typeface="+mn-lt"/>
                        </a:rPr>
                        <a:t>Space</a:t>
                      </a:r>
                      <a:r>
                        <a:rPr lang="en-US" sz="1800" spc="12" noProof="0" dirty="0">
                          <a:latin typeface="+mn-lt"/>
                        </a:rPr>
                        <a:t> </a:t>
                      </a:r>
                      <a:r>
                        <a:rPr lang="en-US" sz="1800" spc="-4" noProof="0" dirty="0">
                          <a:latin typeface="+mn-lt"/>
                        </a:rPr>
                        <a:t>and </a:t>
                      </a:r>
                      <a:r>
                        <a:rPr lang="en-US" sz="1800" b="1" spc="-4" noProof="0" dirty="0">
                          <a:latin typeface="+mn-lt"/>
                        </a:rPr>
                        <a:t>tab</a:t>
                      </a:r>
                      <a:r>
                        <a:rPr lang="en-US" sz="1800" spc="-4" noProof="0" dirty="0">
                          <a:latin typeface="+mn-lt"/>
                        </a:rPr>
                        <a:t>,</a:t>
                      </a:r>
                      <a:r>
                        <a:rPr lang="en-US" sz="1800" spc="4" noProof="0" dirty="0">
                          <a:latin typeface="+mn-lt"/>
                        </a:rPr>
                        <a:t> </a:t>
                      </a:r>
                      <a:r>
                        <a:rPr lang="en-US" sz="1800" spc="-4" noProof="0" dirty="0">
                          <a:latin typeface="+mn-lt"/>
                        </a:rPr>
                        <a:t>horizontal</a:t>
                      </a:r>
                      <a:r>
                        <a:rPr lang="en-US" sz="1800" spc="41" noProof="0" dirty="0">
                          <a:latin typeface="+mn-lt"/>
                        </a:rPr>
                        <a:t> </a:t>
                      </a:r>
                      <a:r>
                        <a:rPr lang="en-US" sz="1800" spc="-12" noProof="0" dirty="0">
                          <a:latin typeface="+mn-lt"/>
                        </a:rPr>
                        <a:t>spacing, </a:t>
                      </a:r>
                      <a:r>
                        <a:rPr lang="en-US" sz="1800" b="1" spc="-8" noProof="0" dirty="0">
                          <a:latin typeface="+mn-lt"/>
                        </a:rPr>
                        <a:t>newline</a:t>
                      </a:r>
                      <a:r>
                        <a:rPr lang="en-US" sz="1800" spc="49" noProof="0" dirty="0">
                          <a:latin typeface="+mn-lt"/>
                        </a:rPr>
                        <a:t> </a:t>
                      </a:r>
                      <a:r>
                        <a:rPr lang="en-US" sz="1800" spc="-4" noProof="0" dirty="0">
                          <a:latin typeface="+mn-lt"/>
                        </a:rPr>
                        <a:t>for</a:t>
                      </a:r>
                      <a:r>
                        <a:rPr lang="en-US" sz="1800" spc="8" noProof="0" dirty="0">
                          <a:latin typeface="+mn-lt"/>
                        </a:rPr>
                        <a:t> </a:t>
                      </a:r>
                      <a:r>
                        <a:rPr lang="en-US" sz="1800" noProof="0" dirty="0">
                          <a:latin typeface="+mn-lt"/>
                        </a:rPr>
                        <a:t>vertical</a:t>
                      </a:r>
                      <a:r>
                        <a:rPr lang="en-US" sz="1800" spc="33" noProof="0" dirty="0">
                          <a:latin typeface="+mn-lt"/>
                        </a:rPr>
                        <a:t> </a:t>
                      </a:r>
                      <a:r>
                        <a:rPr lang="en-US" sz="1800" spc="-12" noProof="0" dirty="0">
                          <a:latin typeface="+mn-lt"/>
                        </a:rPr>
                        <a:t>spacing</a:t>
                      </a:r>
                      <a:endParaRPr lang="en-US" sz="1800" spc="-12" noProof="0" dirty="0">
                        <a:latin typeface="+mn-lt"/>
                        <a:cs typeface="Segoe UI"/>
                      </a:endParaRPr>
                    </a:p>
                  </a:txBody>
                  <a:tcPr/>
                </a:tc>
                <a:extLst>
                  <a:ext uri="{0D108BD9-81ED-4DB2-BD59-A6C34878D82A}">
                    <a16:rowId xmlns:a16="http://schemas.microsoft.com/office/drawing/2014/main" val="1298478496"/>
                  </a:ext>
                </a:extLst>
              </a:tr>
              <a:tr h="472276">
                <a:tc>
                  <a:txBody>
                    <a:bodyPr/>
                    <a:lstStyle/>
                    <a:p>
                      <a:pPr marL="10319" marR="4128">
                        <a:spcBef>
                          <a:spcPts val="73"/>
                        </a:spcBef>
                      </a:pPr>
                      <a:r>
                        <a:rPr lang="en-US" sz="1800" b="1" spc="-8" noProof="0" dirty="0">
                          <a:solidFill>
                            <a:srgbClr val="0000C7"/>
                          </a:solidFill>
                          <a:latin typeface="+mn-lt"/>
                        </a:rPr>
                        <a:t>Wildcard</a:t>
                      </a:r>
                      <a:endParaRPr lang="en-US" sz="1800" noProof="0" dirty="0">
                        <a:latin typeface="+mn-lt"/>
                        <a:cs typeface="Segoe UI"/>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spc="-16" noProof="0" dirty="0">
                          <a:latin typeface="+mn-lt"/>
                        </a:rPr>
                        <a:t>To </a:t>
                      </a:r>
                      <a:r>
                        <a:rPr lang="en-US" sz="1800" spc="-12" noProof="0" dirty="0">
                          <a:latin typeface="+mn-lt"/>
                        </a:rPr>
                        <a:t>generate</a:t>
                      </a:r>
                      <a:r>
                        <a:rPr lang="en-US" sz="1800" spc="69" noProof="0" dirty="0">
                          <a:latin typeface="+mn-lt"/>
                        </a:rPr>
                        <a:t> </a:t>
                      </a:r>
                      <a:r>
                        <a:rPr lang="en-US" sz="1800" spc="-8" noProof="0" dirty="0">
                          <a:latin typeface="+mn-lt"/>
                        </a:rPr>
                        <a:t>filenames</a:t>
                      </a:r>
                      <a:r>
                        <a:rPr lang="en-US" sz="1800" spc="73" noProof="0" dirty="0">
                          <a:latin typeface="+mn-lt"/>
                        </a:rPr>
                        <a:t> </a:t>
                      </a:r>
                      <a:r>
                        <a:rPr lang="en-US" sz="1800" spc="-4" noProof="0" dirty="0">
                          <a:latin typeface="+mn-lt"/>
                        </a:rPr>
                        <a:t>(</a:t>
                      </a:r>
                      <a:r>
                        <a:rPr lang="en-US" sz="1800" spc="-4" noProof="0" dirty="0" err="1">
                          <a:latin typeface="+mn-lt"/>
                        </a:rPr>
                        <a:t>globbing</a:t>
                      </a:r>
                      <a:r>
                        <a:rPr lang="en-US" sz="1800" spc="-4" noProof="0" dirty="0">
                          <a:latin typeface="+mn-lt"/>
                        </a:rPr>
                        <a:t>)</a:t>
                      </a:r>
                      <a:endParaRPr lang="en-US" sz="1800" spc="-4" noProof="0" dirty="0">
                        <a:latin typeface="+mn-lt"/>
                        <a:cs typeface="Segoe UI"/>
                      </a:endParaRPr>
                    </a:p>
                  </a:txBody>
                  <a:tcPr/>
                </a:tc>
                <a:extLst>
                  <a:ext uri="{0D108BD9-81ED-4DB2-BD59-A6C34878D82A}">
                    <a16:rowId xmlns:a16="http://schemas.microsoft.com/office/drawing/2014/main" val="500061642"/>
                  </a:ext>
                </a:extLst>
              </a:tr>
              <a:tr h="472276">
                <a:tc>
                  <a:txBody>
                    <a:bodyPr/>
                    <a:lstStyle/>
                    <a:p>
                      <a:pPr marL="10319" marR="4128">
                        <a:spcBef>
                          <a:spcPts val="73"/>
                        </a:spcBef>
                      </a:pPr>
                      <a:r>
                        <a:rPr lang="en-US" sz="1800" b="1" spc="-8" noProof="0" dirty="0">
                          <a:solidFill>
                            <a:srgbClr val="0000C7"/>
                          </a:solidFill>
                          <a:latin typeface="+mn-lt"/>
                        </a:rPr>
                        <a:t>Quotation</a:t>
                      </a:r>
                      <a:endParaRPr lang="en-US" sz="1800" noProof="0" dirty="0">
                        <a:latin typeface="+mn-lt"/>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spc="-16" noProof="0" dirty="0">
                          <a:latin typeface="+mn-lt"/>
                        </a:rPr>
                        <a:t>To</a:t>
                      </a:r>
                      <a:r>
                        <a:rPr lang="en-US" sz="1800" spc="-12" noProof="0" dirty="0">
                          <a:latin typeface="+mn-lt"/>
                        </a:rPr>
                        <a:t> protect</a:t>
                      </a:r>
                      <a:r>
                        <a:rPr lang="en-US" sz="1800" spc="41" noProof="0" dirty="0">
                          <a:latin typeface="+mn-lt"/>
                        </a:rPr>
                        <a:t> </a:t>
                      </a:r>
                      <a:r>
                        <a:rPr lang="en-US" sz="1800" spc="-8" noProof="0" dirty="0">
                          <a:latin typeface="+mn-lt"/>
                        </a:rPr>
                        <a:t>other</a:t>
                      </a:r>
                      <a:r>
                        <a:rPr lang="en-US" sz="1800" spc="20" noProof="0" dirty="0">
                          <a:latin typeface="+mn-lt"/>
                        </a:rPr>
                        <a:t> </a:t>
                      </a:r>
                      <a:r>
                        <a:rPr lang="en-US" sz="1800" spc="-12" noProof="0" dirty="0">
                          <a:latin typeface="+mn-lt"/>
                        </a:rPr>
                        <a:t>special</a:t>
                      </a:r>
                      <a:r>
                        <a:rPr lang="en-US" sz="1800" spc="61" noProof="0" dirty="0">
                          <a:latin typeface="+mn-lt"/>
                        </a:rPr>
                        <a:t> </a:t>
                      </a:r>
                      <a:r>
                        <a:rPr lang="en-US" sz="1800" spc="-8" noProof="0" dirty="0">
                          <a:latin typeface="+mn-lt"/>
                        </a:rPr>
                        <a:t>characters</a:t>
                      </a:r>
                      <a:r>
                        <a:rPr lang="en-US" sz="1800" spc="53" noProof="0" dirty="0">
                          <a:latin typeface="+mn-lt"/>
                        </a:rPr>
                        <a:t> </a:t>
                      </a:r>
                      <a:r>
                        <a:rPr lang="en-US" sz="1800" spc="-8" noProof="0" dirty="0">
                          <a:latin typeface="+mn-lt"/>
                        </a:rPr>
                        <a:t>from</a:t>
                      </a:r>
                      <a:r>
                        <a:rPr lang="en-US" sz="1800" spc="12" noProof="0" dirty="0">
                          <a:latin typeface="+mn-lt"/>
                        </a:rPr>
                        <a:t> </a:t>
                      </a:r>
                      <a:r>
                        <a:rPr lang="en-US" sz="1800" spc="-4" noProof="0" dirty="0">
                          <a:latin typeface="+mn-lt"/>
                        </a:rPr>
                        <a:t>the</a:t>
                      </a:r>
                      <a:r>
                        <a:rPr lang="en-US" sz="1800" spc="8" noProof="0" dirty="0">
                          <a:latin typeface="+mn-lt"/>
                        </a:rPr>
                        <a:t> </a:t>
                      </a:r>
                      <a:r>
                        <a:rPr lang="en-US" sz="1800" spc="-8" noProof="0" dirty="0">
                          <a:latin typeface="+mn-lt"/>
                        </a:rPr>
                        <a:t>shell</a:t>
                      </a:r>
                      <a:r>
                        <a:rPr lang="en-US" sz="1800" spc="37" noProof="0" dirty="0">
                          <a:latin typeface="+mn-lt"/>
                        </a:rPr>
                        <a:t> </a:t>
                      </a:r>
                      <a:r>
                        <a:rPr lang="en-US" sz="1800" spc="-12" noProof="0" dirty="0">
                          <a:latin typeface="+mn-lt"/>
                        </a:rPr>
                        <a:t>scan</a:t>
                      </a:r>
                      <a:endParaRPr lang="en-US" sz="1800" spc="-12" noProof="0" dirty="0">
                        <a:latin typeface="+mn-lt"/>
                        <a:cs typeface="Segoe UI"/>
                      </a:endParaRPr>
                    </a:p>
                  </a:txBody>
                  <a:tcPr/>
                </a:tc>
                <a:extLst>
                  <a:ext uri="{0D108BD9-81ED-4DB2-BD59-A6C34878D82A}">
                    <a16:rowId xmlns:a16="http://schemas.microsoft.com/office/drawing/2014/main" val="60971026"/>
                  </a:ext>
                </a:extLst>
              </a:tr>
              <a:tr h="472276">
                <a:tc>
                  <a:txBody>
                    <a:bodyPr/>
                    <a:lstStyle/>
                    <a:p>
                      <a:pPr marL="10319" marR="4128">
                        <a:spcBef>
                          <a:spcPts val="73"/>
                        </a:spcBef>
                      </a:pPr>
                      <a:r>
                        <a:rPr lang="en-US" sz="1800" b="1" spc="-8" noProof="0" dirty="0">
                          <a:solidFill>
                            <a:srgbClr val="0000C7"/>
                          </a:solidFill>
                          <a:latin typeface="+mn-lt"/>
                        </a:rPr>
                        <a:t>Expansion</a:t>
                      </a:r>
                      <a:endParaRPr lang="en-US" sz="1800" spc="-8" noProof="0" dirty="0">
                        <a:latin typeface="+mn-lt"/>
                        <a:cs typeface="Segoe UI"/>
                      </a:endParaRPr>
                    </a:p>
                  </a:txBody>
                  <a:tcPr/>
                </a:tc>
                <a:tc>
                  <a:txBody>
                    <a:bodyPr/>
                    <a:lstStyle/>
                    <a:p>
                      <a:r>
                        <a:rPr lang="en-US" sz="1800" spc="-16" noProof="0" dirty="0">
                          <a:latin typeface="+mn-lt"/>
                        </a:rPr>
                        <a:t>To </a:t>
                      </a:r>
                      <a:r>
                        <a:rPr lang="en-US" sz="1800" spc="-8" noProof="0" dirty="0">
                          <a:latin typeface="+mn-lt"/>
                        </a:rPr>
                        <a:t>provide</a:t>
                      </a:r>
                      <a:r>
                        <a:rPr lang="en-US" sz="1800" spc="12" noProof="0" dirty="0">
                          <a:latin typeface="+mn-lt"/>
                        </a:rPr>
                        <a:t> </a:t>
                      </a:r>
                      <a:r>
                        <a:rPr lang="en-US" sz="1800" spc="-12" noProof="0" dirty="0">
                          <a:latin typeface="+mn-lt"/>
                        </a:rPr>
                        <a:t>variable</a:t>
                      </a:r>
                      <a:r>
                        <a:rPr lang="en-US" sz="1800" spc="53" noProof="0" dirty="0">
                          <a:latin typeface="+mn-lt"/>
                        </a:rPr>
                        <a:t> </a:t>
                      </a:r>
                      <a:r>
                        <a:rPr lang="en-US" sz="1800" spc="-4" noProof="0" dirty="0">
                          <a:latin typeface="+mn-lt"/>
                        </a:rPr>
                        <a:t>and </a:t>
                      </a:r>
                      <a:r>
                        <a:rPr lang="en-US" sz="1800" spc="-8" noProof="0" dirty="0">
                          <a:latin typeface="+mn-lt"/>
                        </a:rPr>
                        <a:t>command</a:t>
                      </a:r>
                      <a:r>
                        <a:rPr lang="en-US" sz="1800" spc="53" noProof="0" dirty="0">
                          <a:latin typeface="+mn-lt"/>
                        </a:rPr>
                        <a:t> </a:t>
                      </a:r>
                      <a:r>
                        <a:rPr lang="en-US" sz="1800" spc="-8" noProof="0" dirty="0">
                          <a:latin typeface="+mn-lt"/>
                        </a:rPr>
                        <a:t>substitution</a:t>
                      </a:r>
                      <a:endParaRPr lang="en-US" sz="1800" noProof="0" dirty="0">
                        <a:latin typeface="+mn-lt"/>
                      </a:endParaRPr>
                    </a:p>
                  </a:txBody>
                  <a:tcPr/>
                </a:tc>
                <a:extLst>
                  <a:ext uri="{0D108BD9-81ED-4DB2-BD59-A6C34878D82A}">
                    <a16:rowId xmlns:a16="http://schemas.microsoft.com/office/drawing/2014/main" val="1816844811"/>
                  </a:ext>
                </a:extLst>
              </a:tr>
              <a:tr h="472276">
                <a:tc>
                  <a:txBody>
                    <a:bodyPr/>
                    <a:lstStyle/>
                    <a:p>
                      <a:pPr marL="10319" marR="4128">
                        <a:spcBef>
                          <a:spcPts val="73"/>
                        </a:spcBef>
                      </a:pPr>
                      <a:r>
                        <a:rPr lang="en-US" sz="1800" b="1" spc="-4" noProof="0" dirty="0">
                          <a:solidFill>
                            <a:srgbClr val="0000C7"/>
                          </a:solidFill>
                          <a:latin typeface="+mn-lt"/>
                        </a:rPr>
                        <a:t>Redirection</a:t>
                      </a:r>
                      <a:endParaRPr lang="en-US" sz="1800" noProof="0" dirty="0">
                        <a:latin typeface="+mn-lt"/>
                      </a:endParaRPr>
                    </a:p>
                  </a:txBody>
                  <a:tcPr/>
                </a:tc>
                <a:tc>
                  <a:txBody>
                    <a:bodyPr/>
                    <a:lstStyle/>
                    <a:p>
                      <a:pPr marL="10319" marR="4128">
                        <a:spcBef>
                          <a:spcPts val="73"/>
                        </a:spcBef>
                      </a:pPr>
                      <a:r>
                        <a:rPr lang="en-US" sz="1800" spc="-16" noProof="0" dirty="0">
                          <a:latin typeface="+mn-lt"/>
                        </a:rPr>
                        <a:t>To</a:t>
                      </a:r>
                      <a:r>
                        <a:rPr lang="en-US" sz="1800" spc="-12" noProof="0" dirty="0">
                          <a:latin typeface="+mn-lt"/>
                        </a:rPr>
                        <a:t> </a:t>
                      </a:r>
                      <a:r>
                        <a:rPr lang="en-US" sz="1800" spc="-8" noProof="0" dirty="0">
                          <a:latin typeface="+mn-lt"/>
                        </a:rPr>
                        <a:t>manipulate</a:t>
                      </a:r>
                      <a:r>
                        <a:rPr lang="en-US" sz="1800" spc="69" noProof="0" dirty="0">
                          <a:latin typeface="+mn-lt"/>
                        </a:rPr>
                        <a:t> </a:t>
                      </a:r>
                      <a:r>
                        <a:rPr lang="en-US" sz="1800" spc="-8" noProof="0" dirty="0">
                          <a:latin typeface="+mn-lt"/>
                        </a:rPr>
                        <a:t>data</a:t>
                      </a:r>
                      <a:r>
                        <a:rPr lang="en-US" sz="1800" spc="16" noProof="0" dirty="0">
                          <a:latin typeface="+mn-lt"/>
                        </a:rPr>
                        <a:t> </a:t>
                      </a:r>
                      <a:r>
                        <a:rPr lang="en-US" sz="1800" spc="-12" noProof="0" dirty="0">
                          <a:latin typeface="+mn-lt"/>
                        </a:rPr>
                        <a:t>streams</a:t>
                      </a:r>
                      <a:r>
                        <a:rPr lang="en-US" sz="1800" spc="33" noProof="0" dirty="0">
                          <a:latin typeface="+mn-lt"/>
                        </a:rPr>
                        <a:t> </a:t>
                      </a:r>
                      <a:r>
                        <a:rPr lang="en-US" sz="1800" spc="-8" noProof="0" dirty="0">
                          <a:latin typeface="+mn-lt"/>
                        </a:rPr>
                        <a:t>used</a:t>
                      </a:r>
                      <a:r>
                        <a:rPr lang="en-US" sz="1800" spc="45" noProof="0" dirty="0">
                          <a:latin typeface="+mn-lt"/>
                        </a:rPr>
                        <a:t> </a:t>
                      </a:r>
                      <a:r>
                        <a:rPr lang="en-US" sz="1800" spc="-8" noProof="0" dirty="0">
                          <a:latin typeface="+mn-lt"/>
                        </a:rPr>
                        <a:t>(and</a:t>
                      </a:r>
                      <a:r>
                        <a:rPr lang="en-US" sz="1800" noProof="0" dirty="0">
                          <a:latin typeface="+mn-lt"/>
                        </a:rPr>
                        <a:t> </a:t>
                      </a:r>
                      <a:r>
                        <a:rPr lang="en-US" sz="1800" spc="-12" noProof="0" dirty="0">
                          <a:latin typeface="+mn-lt"/>
                        </a:rPr>
                        <a:t>generated)</a:t>
                      </a:r>
                      <a:r>
                        <a:rPr lang="en-US" sz="1800" spc="57" noProof="0" dirty="0">
                          <a:latin typeface="+mn-lt"/>
                        </a:rPr>
                        <a:t> </a:t>
                      </a:r>
                      <a:r>
                        <a:rPr lang="en-US" sz="1800" spc="-4" noProof="0" dirty="0">
                          <a:latin typeface="+mn-lt"/>
                        </a:rPr>
                        <a:t>by</a:t>
                      </a:r>
                      <a:r>
                        <a:rPr lang="en-US" sz="1800" noProof="0" dirty="0">
                          <a:latin typeface="+mn-lt"/>
                        </a:rPr>
                        <a:t> </a:t>
                      </a:r>
                      <a:r>
                        <a:rPr lang="en-US" sz="1800" spc="-8" noProof="0" dirty="0">
                          <a:latin typeface="+mn-lt"/>
                        </a:rPr>
                        <a:t>commands</a:t>
                      </a:r>
                      <a:endParaRPr lang="en-US" sz="1800" spc="-8" noProof="0" dirty="0">
                        <a:latin typeface="+mn-lt"/>
                        <a:cs typeface="Segoe UI"/>
                      </a:endParaRPr>
                    </a:p>
                  </a:txBody>
                  <a:tcPr/>
                </a:tc>
                <a:extLst>
                  <a:ext uri="{0D108BD9-81ED-4DB2-BD59-A6C34878D82A}">
                    <a16:rowId xmlns:a16="http://schemas.microsoft.com/office/drawing/2014/main" val="2467029239"/>
                  </a:ext>
                </a:extLst>
              </a:tr>
              <a:tr h="472276">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spc="-4" noProof="0" dirty="0">
                          <a:solidFill>
                            <a:srgbClr val="0000C7"/>
                          </a:solidFill>
                          <a:latin typeface="+mn-lt"/>
                        </a:rPr>
                        <a:t>Semicolon</a:t>
                      </a:r>
                      <a:endParaRPr lang="en-US" sz="1800" noProof="0" dirty="0">
                        <a:latin typeface="+mn-lt"/>
                        <a:cs typeface="Segoe UI"/>
                      </a:endParaRPr>
                    </a:p>
                  </a:txBody>
                  <a:tcPr/>
                </a:tc>
                <a:tc>
                  <a:txBody>
                    <a:bodyPr/>
                    <a:lstStyle/>
                    <a:p>
                      <a:r>
                        <a:rPr lang="en-US" sz="1800" spc="-8" noProof="0" dirty="0">
                          <a:latin typeface="+mn-lt"/>
                        </a:rPr>
                        <a:t>Separates commands on the same line</a:t>
                      </a:r>
                      <a:endParaRPr lang="en-US" sz="1800" noProof="0" dirty="0">
                        <a:latin typeface="+mn-lt"/>
                      </a:endParaRPr>
                    </a:p>
                  </a:txBody>
                  <a:tcPr/>
                </a:tc>
                <a:extLst>
                  <a:ext uri="{0D108BD9-81ED-4DB2-BD59-A6C34878D82A}">
                    <a16:rowId xmlns:a16="http://schemas.microsoft.com/office/drawing/2014/main" val="1912910933"/>
                  </a:ext>
                </a:extLst>
              </a:tr>
            </a:tbl>
          </a:graphicData>
        </a:graphic>
      </p:graphicFrame>
    </p:spTree>
    <p:extLst>
      <p:ext uri="{BB962C8B-B14F-4D97-AF65-F5344CB8AC3E}">
        <p14:creationId xmlns:p14="http://schemas.microsoft.com/office/powerpoint/2010/main" val="1415435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604675-897F-5AF1-6608-89D7C5851835}"/>
              </a:ext>
            </a:extLst>
          </p:cNvPr>
          <p:cNvSpPr>
            <a:spLocks noGrp="1"/>
          </p:cNvSpPr>
          <p:nvPr>
            <p:ph type="ctrTitle"/>
          </p:nvPr>
        </p:nvSpPr>
        <p:spPr/>
        <p:txBody>
          <a:bodyPr/>
          <a:lstStyle/>
          <a:p>
            <a:r>
              <a:rPr lang="en-US" noProof="0" dirty="0"/>
              <a:t>Sequences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a:buNone/>
            </a:pPr>
            <a:r>
              <a:rPr lang="en-US" sz="1800" noProof="0" dirty="0">
                <a:solidFill>
                  <a:schemeClr val="tx1"/>
                </a:solidFill>
              </a:rPr>
              <a:t>Syntax: </a:t>
            </a:r>
            <a:r>
              <a:rPr lang="en-US" sz="1800" b="1" noProof="0" dirty="0">
                <a:solidFill>
                  <a:srgbClr val="0000C8"/>
                </a:solidFill>
              </a:rPr>
              <a:t>{</a:t>
            </a:r>
            <a:r>
              <a:rPr lang="en-US" sz="1800" b="1" noProof="0" dirty="0" err="1">
                <a:solidFill>
                  <a:srgbClr val="0000C8"/>
                </a:solidFill>
              </a:rPr>
              <a:t>start..end</a:t>
            </a:r>
            <a:r>
              <a:rPr lang="en-US" sz="1800" b="1" noProof="0" dirty="0">
                <a:solidFill>
                  <a:srgbClr val="0000C8"/>
                </a:solidFill>
              </a:rPr>
              <a:t>[..step]}</a:t>
            </a:r>
          </a:p>
          <a:p>
            <a:pPr marL="285750" indent="-285750">
              <a:buFont typeface="Arial" panose="020B0604020202020204" pitchFamily="34" charset="0"/>
              <a:buChar char="•"/>
            </a:pPr>
            <a:r>
              <a:rPr lang="en-US" sz="1800" noProof="0" dirty="0">
                <a:solidFill>
                  <a:schemeClr val="tx1"/>
                </a:solidFill>
              </a:rPr>
              <a:t>Range can be ascending or descending:</a:t>
            </a:r>
          </a:p>
          <a:p>
            <a:pPr marL="0" lvl="1" indent="0">
              <a:buNone/>
            </a:pPr>
            <a:endParaRPr lang="en-US" sz="1800" noProof="0" dirty="0"/>
          </a:p>
          <a:p>
            <a:pPr marL="285750" lvl="1" indent="-285750"/>
            <a:r>
              <a:rPr lang="en-US" sz="1800" noProof="0" dirty="0"/>
              <a:t>Can include integers or single letters:</a:t>
            </a:r>
          </a:p>
          <a:p>
            <a:pPr marL="0" lvl="1" indent="0">
              <a:buNone/>
            </a:pPr>
            <a:endParaRPr lang="en-US" sz="1800" noProof="0" dirty="0"/>
          </a:p>
          <a:p>
            <a:pPr marL="0" lvl="1" indent="0">
              <a:buNone/>
            </a:pPr>
            <a:endParaRPr lang="en-US" sz="1800" noProof="0" dirty="0"/>
          </a:p>
          <a:p>
            <a:pPr lvl="1"/>
            <a:endParaRPr lang="en-US" sz="1800" noProof="0" dirty="0"/>
          </a:p>
          <a:p>
            <a:pPr marL="285750" lvl="1" indent="-285750"/>
            <a:r>
              <a:rPr lang="en-US" sz="1800" noProof="0" dirty="0"/>
              <a:t>Can include an optional step: </a:t>
            </a:r>
          </a:p>
          <a:p>
            <a:pPr lvl="1"/>
            <a:endParaRPr lang="en-US" sz="1800" noProof="0" dirty="0"/>
          </a:p>
          <a:p>
            <a:pPr lvl="1"/>
            <a:endParaRPr lang="en-US" sz="1800" noProof="0" dirty="0"/>
          </a:p>
          <a:p>
            <a:pPr lvl="1"/>
            <a:endParaRPr lang="en-US" sz="1800" noProof="0" dirty="0"/>
          </a:p>
          <a:p>
            <a:pPr lvl="1"/>
            <a:endParaRPr lang="en-US" sz="1800" noProof="0" dirty="0"/>
          </a:p>
          <a:p>
            <a:pPr marL="285750" lvl="1" indent="-285750"/>
            <a:r>
              <a:rPr lang="en-US" sz="1800" noProof="0" dirty="0"/>
              <a:t>Can be combined with other text:</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8</a:t>
            </a:fld>
            <a:endParaRPr lang="en-US" noProof="0" dirty="0"/>
          </a:p>
        </p:txBody>
      </p:sp>
      <p:sp>
        <p:nvSpPr>
          <p:cNvPr id="12" name="Rectangle 3">
            <a:extLst>
              <a:ext uri="{FF2B5EF4-FFF2-40B4-BE49-F238E27FC236}">
                <a16:creationId xmlns:a16="http://schemas.microsoft.com/office/drawing/2014/main" id="{26F13CC9-6EC4-E102-010F-FD73F8C7DF7E}"/>
              </a:ext>
            </a:extLst>
          </p:cNvPr>
          <p:cNvSpPr>
            <a:spLocks noChangeArrowheads="1"/>
          </p:cNvSpPr>
          <p:nvPr/>
        </p:nvSpPr>
        <p:spPr bwMode="auto">
          <a:xfrm>
            <a:off x="5198642" y="1917380"/>
            <a:ext cx="4011459" cy="129009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6116">
              <a:spcBef>
                <a:spcPts val="93"/>
              </a:spcBef>
            </a:pPr>
            <a:r>
              <a:rPr lang="en-US" sz="18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{1..5}</a:t>
            </a:r>
          </a:p>
          <a:p>
            <a:pPr marL="36116">
              <a:spcBef>
                <a:spcPts val="93"/>
              </a:spcBef>
            </a:pPr>
            <a:r>
              <a:rPr lang="en-US" sz="1800" spc="-4" noProof="0" dirty="0">
                <a:solidFill>
                  <a:schemeClr val="bg1"/>
                </a:solidFill>
                <a:latin typeface="Hack" panose="020B0609030202020204" pitchFamily="49" charset="0"/>
                <a:ea typeface="Hack" panose="020B0609030202020204" pitchFamily="49" charset="0"/>
                <a:cs typeface="Hack" panose="020B0609030202020204" pitchFamily="49" charset="0"/>
              </a:rPr>
              <a:t>1 2 3 4 5</a:t>
            </a:r>
          </a:p>
          <a:p>
            <a:pPr marL="36116">
              <a:spcBef>
                <a:spcPts val="93"/>
              </a:spcBef>
            </a:pPr>
            <a:r>
              <a:rPr lang="en-US" sz="18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a:t>
            </a:r>
            <a:r>
              <a:rPr lang="en-US" sz="1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d..a</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36116">
              <a:spcBef>
                <a:spcPts val="93"/>
              </a:spcBef>
            </a:pPr>
            <a:r>
              <a:rPr lang="en-US" sz="1800" spc="-4" noProof="0" dirty="0">
                <a:solidFill>
                  <a:schemeClr val="bg1"/>
                </a:solidFill>
                <a:latin typeface="Hack" panose="020B0609030202020204" pitchFamily="49" charset="0"/>
                <a:ea typeface="Hack" panose="020B0609030202020204" pitchFamily="49" charset="0"/>
                <a:cs typeface="Hack" panose="020B0609030202020204" pitchFamily="49" charset="0"/>
              </a:rPr>
              <a:t>d c b a</a:t>
            </a:r>
            <a:endPar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7" name="Rectangle 3">
            <a:extLst>
              <a:ext uri="{FF2B5EF4-FFF2-40B4-BE49-F238E27FC236}">
                <a16:creationId xmlns:a16="http://schemas.microsoft.com/office/drawing/2014/main" id="{10DA153C-0763-7E81-3E35-679133409A6D}"/>
              </a:ext>
            </a:extLst>
          </p:cNvPr>
          <p:cNvSpPr>
            <a:spLocks noChangeArrowheads="1"/>
          </p:cNvSpPr>
          <p:nvPr/>
        </p:nvSpPr>
        <p:spPr bwMode="auto">
          <a:xfrm>
            <a:off x="5198642" y="3789135"/>
            <a:ext cx="4011459" cy="710451"/>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6116">
              <a:spcBef>
                <a:spcPts val="93"/>
              </a:spcBef>
            </a:pPr>
            <a:r>
              <a:rPr lang="en-US" sz="18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{1..20..2}</a:t>
            </a:r>
          </a:p>
          <a:p>
            <a:pPr marL="36116">
              <a:spcBef>
                <a:spcPts val="93"/>
              </a:spcBef>
            </a:pPr>
            <a:r>
              <a:rPr lang="en-US" sz="1800" spc="-4" noProof="0" dirty="0">
                <a:solidFill>
                  <a:schemeClr val="bg1"/>
                </a:solidFill>
                <a:latin typeface="Hack" panose="020B0609030202020204" pitchFamily="49" charset="0"/>
                <a:ea typeface="Hack" panose="020B0609030202020204" pitchFamily="49" charset="0"/>
                <a:cs typeface="Hack" panose="020B0609030202020204" pitchFamily="49" charset="0"/>
              </a:rPr>
              <a:t>1 3 5 7 9 11 13 15 17 19</a:t>
            </a:r>
            <a:endPar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8" name="Rectangle 3">
            <a:extLst>
              <a:ext uri="{FF2B5EF4-FFF2-40B4-BE49-F238E27FC236}">
                <a16:creationId xmlns:a16="http://schemas.microsoft.com/office/drawing/2014/main" id="{08BFA7F9-5640-A33D-5F1A-DFAFA27AFAD3}"/>
              </a:ext>
            </a:extLst>
          </p:cNvPr>
          <p:cNvSpPr>
            <a:spLocks noChangeArrowheads="1"/>
          </p:cNvSpPr>
          <p:nvPr/>
        </p:nvSpPr>
        <p:spPr bwMode="auto">
          <a:xfrm>
            <a:off x="5198642" y="5344648"/>
            <a:ext cx="4011459" cy="710451"/>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6116">
              <a:spcBef>
                <a:spcPts val="93"/>
              </a:spcBef>
            </a:pPr>
            <a:r>
              <a:rPr lang="en-US" sz="18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stuff{0..3}.txt</a:t>
            </a:r>
          </a:p>
          <a:p>
            <a:pPr marL="36116">
              <a:spcBef>
                <a:spcPts val="93"/>
              </a:spcBef>
            </a:pPr>
            <a:r>
              <a:rPr lang="en-US" sz="1800" spc="-4" noProof="0" dirty="0">
                <a:solidFill>
                  <a:schemeClr val="bg1"/>
                </a:solidFill>
                <a:latin typeface="Hack" panose="020B0609030202020204" pitchFamily="49" charset="0"/>
                <a:ea typeface="Hack" panose="020B0609030202020204" pitchFamily="49" charset="0"/>
                <a:cs typeface="Hack" panose="020B0609030202020204" pitchFamily="49" charset="0"/>
              </a:rPr>
              <a:t>stuff0.txt stuff1.txt stuff2.txt stuff3.txt</a:t>
            </a:r>
            <a:endPar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pic>
        <p:nvPicPr>
          <p:cNvPr id="9" name="Picture 8">
            <a:extLst>
              <a:ext uri="{FF2B5EF4-FFF2-40B4-BE49-F238E27FC236}">
                <a16:creationId xmlns:a16="http://schemas.microsoft.com/office/drawing/2014/main" id="{FD0530AC-36DE-4A60-CD06-01FC0C35FA6F}"/>
              </a:ext>
            </a:extLst>
          </p:cNvPr>
          <p:cNvPicPr>
            <a:picLocks noChangeAspect="1"/>
          </p:cNvPicPr>
          <p:nvPr/>
        </p:nvPicPr>
        <p:blipFill>
          <a:blip r:embed="rId3"/>
          <a:stretch>
            <a:fillRect/>
          </a:stretch>
        </p:blipFill>
        <p:spPr>
          <a:xfrm>
            <a:off x="7943850" y="684466"/>
            <a:ext cx="3680622" cy="858985"/>
          </a:xfrm>
          <a:prstGeom prst="rect">
            <a:avLst/>
          </a:prstGeom>
        </p:spPr>
      </p:pic>
    </p:spTree>
    <p:extLst>
      <p:ext uri="{BB962C8B-B14F-4D97-AF65-F5344CB8AC3E}">
        <p14:creationId xmlns:p14="http://schemas.microsoft.com/office/powerpoint/2010/main" val="2412630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D109EB-AC62-5D32-4E55-432E8BBCBE80}"/>
              </a:ext>
            </a:extLst>
          </p:cNvPr>
          <p:cNvSpPr>
            <a:spLocks noGrp="1"/>
          </p:cNvSpPr>
          <p:nvPr>
            <p:ph type="ctrTitle"/>
          </p:nvPr>
        </p:nvSpPr>
        <p:spPr/>
        <p:txBody>
          <a:bodyPr/>
          <a:lstStyle/>
          <a:p>
            <a:r>
              <a:rPr lang="en-US" noProof="0" dirty="0"/>
              <a:t>Wildcard actions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cs typeface="Segoe UI"/>
              </a:rPr>
              <a:t>All</a:t>
            </a:r>
            <a:r>
              <a:rPr lang="en-US" sz="1800" spc="-16" noProof="0" dirty="0">
                <a:solidFill>
                  <a:srgbClr val="2D2C2C"/>
                </a:solidFill>
                <a:cs typeface="Segoe UI"/>
              </a:rPr>
              <a:t> Linux and </a:t>
            </a:r>
            <a:r>
              <a:rPr lang="en-US" sz="1800" spc="-4" noProof="0" dirty="0">
                <a:solidFill>
                  <a:srgbClr val="2D2C2C"/>
                </a:solidFill>
                <a:cs typeface="Segoe UI"/>
              </a:rPr>
              <a:t>UNIX</a:t>
            </a:r>
            <a:r>
              <a:rPr lang="en-US" sz="1800" spc="24" noProof="0" dirty="0">
                <a:solidFill>
                  <a:srgbClr val="2D2C2C"/>
                </a:solidFill>
                <a:cs typeface="Segoe UI"/>
              </a:rPr>
              <a:t> </a:t>
            </a:r>
            <a:r>
              <a:rPr lang="en-US" sz="1800" spc="-8" noProof="0" dirty="0">
                <a:solidFill>
                  <a:srgbClr val="2D2C2C"/>
                </a:solidFill>
                <a:cs typeface="Segoe UI"/>
              </a:rPr>
              <a:t>shells</a:t>
            </a:r>
            <a:r>
              <a:rPr lang="en-US" sz="1800" spc="57" noProof="0" dirty="0">
                <a:solidFill>
                  <a:srgbClr val="2D2C2C"/>
                </a:solidFill>
                <a:cs typeface="Segoe UI"/>
              </a:rPr>
              <a:t> </a:t>
            </a:r>
            <a:r>
              <a:rPr lang="en-US" sz="1800" spc="-12" noProof="0" dirty="0">
                <a:solidFill>
                  <a:srgbClr val="2D2C2C"/>
                </a:solidFill>
                <a:cs typeface="Segoe UI"/>
              </a:rPr>
              <a:t>expand</a:t>
            </a:r>
            <a:r>
              <a:rPr lang="en-US" sz="1800" spc="24" noProof="0" dirty="0">
                <a:solidFill>
                  <a:srgbClr val="2D2C2C"/>
                </a:solidFill>
                <a:cs typeface="Segoe UI"/>
              </a:rPr>
              <a:t> </a:t>
            </a:r>
            <a:r>
              <a:rPr lang="en-US" sz="1800" spc="-8" noProof="0" dirty="0">
                <a:solidFill>
                  <a:srgbClr val="2D2C2C"/>
                </a:solidFill>
                <a:cs typeface="Segoe UI"/>
              </a:rPr>
              <a:t>wildcards</a:t>
            </a:r>
            <a:r>
              <a:rPr lang="en-US" sz="1800" spc="45" noProof="0" dirty="0">
                <a:solidFill>
                  <a:srgbClr val="2D2C2C"/>
                </a:solidFill>
                <a:cs typeface="Segoe UI"/>
              </a:rPr>
              <a:t> </a:t>
            </a:r>
            <a:r>
              <a:rPr lang="en-US" sz="1800" spc="-8" noProof="0" dirty="0">
                <a:solidFill>
                  <a:srgbClr val="2D2C2C"/>
                </a:solidFill>
                <a:cs typeface="Segoe UI"/>
              </a:rPr>
              <a:t>before</a:t>
            </a:r>
            <a:r>
              <a:rPr lang="en-US" sz="1800" spc="16" noProof="0" dirty="0">
                <a:solidFill>
                  <a:srgbClr val="2D2C2C"/>
                </a:solidFill>
                <a:cs typeface="Segoe UI"/>
              </a:rPr>
              <a:t> </a:t>
            </a:r>
            <a:r>
              <a:rPr lang="en-US" sz="1800" spc="-8" noProof="0" dirty="0">
                <a:solidFill>
                  <a:srgbClr val="2D2C2C"/>
                </a:solidFill>
                <a:cs typeface="Segoe UI"/>
              </a:rPr>
              <a:t>invoking</a:t>
            </a:r>
            <a:r>
              <a:rPr lang="en-US" sz="1800" spc="49" noProof="0" dirty="0">
                <a:solidFill>
                  <a:srgbClr val="2D2C2C"/>
                </a:solidFill>
                <a:cs typeface="Segoe UI"/>
              </a:rPr>
              <a:t> </a:t>
            </a:r>
            <a:r>
              <a:rPr lang="en-US" sz="1800" spc="-4" noProof="0" dirty="0">
                <a:solidFill>
                  <a:srgbClr val="2D2C2C"/>
                </a:solidFill>
                <a:cs typeface="Segoe UI"/>
              </a:rPr>
              <a:t>the</a:t>
            </a:r>
            <a:r>
              <a:rPr lang="en-US" sz="1800" spc="16" noProof="0" dirty="0">
                <a:solidFill>
                  <a:srgbClr val="2D2C2C"/>
                </a:solidFill>
                <a:cs typeface="Segoe UI"/>
              </a:rPr>
              <a:t> </a:t>
            </a:r>
            <a:r>
              <a:rPr lang="en-US" sz="1800" spc="-12" noProof="0" dirty="0">
                <a:solidFill>
                  <a:srgbClr val="2D2C2C"/>
                </a:solidFill>
                <a:cs typeface="Segoe UI"/>
              </a:rPr>
              <a:t>specified</a:t>
            </a:r>
            <a:r>
              <a:rPr lang="en-US" sz="1800" spc="65" noProof="0" dirty="0">
                <a:solidFill>
                  <a:srgbClr val="2D2C2C"/>
                </a:solidFill>
                <a:cs typeface="Segoe UI"/>
              </a:rPr>
              <a:t> </a:t>
            </a:r>
            <a:r>
              <a:rPr lang="en-US" sz="1800" spc="-12" noProof="0" dirty="0">
                <a:solidFill>
                  <a:srgbClr val="2D2C2C"/>
                </a:solidFill>
                <a:cs typeface="Segoe UI"/>
              </a:rPr>
              <a:t>command:</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Expansion</a:t>
            </a:r>
            <a:r>
              <a:rPr lang="en-US" sz="1800" spc="16" noProof="0" dirty="0">
                <a:solidFill>
                  <a:srgbClr val="2D2C2C"/>
                </a:solidFill>
                <a:cs typeface="Segoe UI"/>
              </a:rPr>
              <a:t> </a:t>
            </a:r>
            <a:r>
              <a:rPr lang="en-US" sz="1800" spc="-20" noProof="0" dirty="0">
                <a:solidFill>
                  <a:srgbClr val="2D2C2C"/>
                </a:solidFill>
                <a:cs typeface="Segoe UI"/>
              </a:rPr>
              <a:t>of</a:t>
            </a:r>
            <a:r>
              <a:rPr lang="en-US" sz="1800" spc="-4" noProof="0" dirty="0">
                <a:solidFill>
                  <a:srgbClr val="2D2C2C"/>
                </a:solidFill>
                <a:cs typeface="Segoe UI"/>
              </a:rPr>
              <a:t> </a:t>
            </a:r>
            <a:r>
              <a:rPr lang="en-US" sz="1800" spc="-8" noProof="0" dirty="0">
                <a:solidFill>
                  <a:srgbClr val="2D2C2C"/>
                </a:solidFill>
                <a:cs typeface="Segoe UI"/>
              </a:rPr>
              <a:t>wildcards</a:t>
            </a:r>
            <a:r>
              <a:rPr lang="en-US" sz="1800" spc="33" noProof="0" dirty="0">
                <a:solidFill>
                  <a:srgbClr val="2D2C2C"/>
                </a:solidFill>
                <a:cs typeface="Segoe UI"/>
              </a:rPr>
              <a:t> </a:t>
            </a:r>
            <a:r>
              <a:rPr lang="en-US" sz="1800" spc="-8" noProof="0" dirty="0">
                <a:solidFill>
                  <a:srgbClr val="2D2C2C"/>
                </a:solidFill>
                <a:cs typeface="Segoe UI"/>
              </a:rPr>
              <a:t>means</a:t>
            </a:r>
            <a:r>
              <a:rPr lang="en-US" sz="1800" spc="45" noProof="0" dirty="0">
                <a:solidFill>
                  <a:srgbClr val="2D2C2C"/>
                </a:solidFill>
                <a:cs typeface="Segoe UI"/>
              </a:rPr>
              <a:t> </a:t>
            </a:r>
            <a:r>
              <a:rPr lang="en-US" sz="1800" spc="-8" noProof="0" dirty="0">
                <a:solidFill>
                  <a:srgbClr val="2D2C2C"/>
                </a:solidFill>
                <a:cs typeface="Segoe UI"/>
              </a:rPr>
              <a:t>generating</a:t>
            </a:r>
            <a:r>
              <a:rPr lang="en-US" sz="1800" spc="49" noProof="0" dirty="0">
                <a:solidFill>
                  <a:srgbClr val="2D2C2C"/>
                </a:solidFill>
                <a:cs typeface="Segoe UI"/>
              </a:rPr>
              <a:t> </a:t>
            </a:r>
            <a:r>
              <a:rPr lang="en-US" sz="1800" spc="-8" noProof="0" dirty="0">
                <a:solidFill>
                  <a:srgbClr val="2D2C2C"/>
                </a:solidFill>
                <a:cs typeface="Segoe UI"/>
              </a:rPr>
              <a:t>filenames.</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The</a:t>
            </a:r>
            <a:r>
              <a:rPr lang="en-US" sz="1800" spc="8" noProof="0" dirty="0">
                <a:solidFill>
                  <a:srgbClr val="2D2C2C"/>
                </a:solidFill>
                <a:cs typeface="Segoe UI"/>
              </a:rPr>
              <a:t> </a:t>
            </a:r>
            <a:r>
              <a:rPr lang="en-US" sz="1800" spc="-12" noProof="0" dirty="0">
                <a:solidFill>
                  <a:srgbClr val="2D2C2C"/>
                </a:solidFill>
                <a:cs typeface="Segoe UI"/>
              </a:rPr>
              <a:t>command</a:t>
            </a:r>
            <a:r>
              <a:rPr lang="en-US" sz="1800" spc="57" noProof="0" dirty="0">
                <a:solidFill>
                  <a:srgbClr val="2D2C2C"/>
                </a:solidFill>
                <a:cs typeface="Segoe UI"/>
              </a:rPr>
              <a:t> </a:t>
            </a:r>
            <a:r>
              <a:rPr lang="en-US" sz="1800" spc="-8" noProof="0" dirty="0">
                <a:solidFill>
                  <a:srgbClr val="2D2C2C"/>
                </a:solidFill>
                <a:cs typeface="Segoe UI"/>
              </a:rPr>
              <a:t>is</a:t>
            </a:r>
            <a:r>
              <a:rPr lang="en-US" sz="1800" spc="-4" noProof="0" dirty="0">
                <a:solidFill>
                  <a:srgbClr val="2D2C2C"/>
                </a:solidFill>
                <a:cs typeface="Segoe UI"/>
              </a:rPr>
              <a:t> </a:t>
            </a:r>
            <a:r>
              <a:rPr lang="en-US" sz="1800" spc="-8" noProof="0" dirty="0">
                <a:solidFill>
                  <a:srgbClr val="2D2C2C"/>
                </a:solidFill>
                <a:cs typeface="Segoe UI"/>
              </a:rPr>
              <a:t>given</a:t>
            </a:r>
            <a:r>
              <a:rPr lang="en-US" sz="1800" spc="20" noProof="0" dirty="0">
                <a:solidFill>
                  <a:srgbClr val="2D2C2C"/>
                </a:solidFill>
                <a:cs typeface="Segoe UI"/>
              </a:rPr>
              <a:t> </a:t>
            </a:r>
            <a:r>
              <a:rPr lang="en-US" sz="1800" spc="-4" noProof="0" dirty="0">
                <a:solidFill>
                  <a:srgbClr val="2D2C2C"/>
                </a:solidFill>
                <a:cs typeface="Segoe UI"/>
              </a:rPr>
              <a:t>a </a:t>
            </a:r>
            <a:r>
              <a:rPr lang="en-US" sz="1800" spc="-8" noProof="0" dirty="0">
                <a:solidFill>
                  <a:srgbClr val="2D2C2C"/>
                </a:solidFill>
                <a:cs typeface="Segoe UI"/>
              </a:rPr>
              <a:t>list</a:t>
            </a:r>
            <a:r>
              <a:rPr lang="en-US" sz="1800" spc="16" noProof="0" dirty="0">
                <a:solidFill>
                  <a:srgbClr val="2D2C2C"/>
                </a:solidFill>
                <a:cs typeface="Segoe UI"/>
              </a:rPr>
              <a:t> </a:t>
            </a:r>
            <a:r>
              <a:rPr lang="en-US" sz="1800" spc="-20" noProof="0" dirty="0">
                <a:solidFill>
                  <a:srgbClr val="2D2C2C"/>
                </a:solidFill>
                <a:cs typeface="Segoe UI"/>
              </a:rPr>
              <a:t>of</a:t>
            </a:r>
            <a:r>
              <a:rPr lang="en-US" sz="1800" spc="20" noProof="0" dirty="0">
                <a:solidFill>
                  <a:srgbClr val="2D2C2C"/>
                </a:solidFill>
                <a:cs typeface="Segoe UI"/>
              </a:rPr>
              <a:t> </a:t>
            </a:r>
            <a:r>
              <a:rPr lang="en-US" sz="1800" spc="-12" noProof="0" dirty="0">
                <a:solidFill>
                  <a:srgbClr val="2D2C2C"/>
                </a:solidFill>
                <a:cs typeface="Segoe UI"/>
              </a:rPr>
              <a:t>matched</a:t>
            </a:r>
            <a:r>
              <a:rPr lang="en-US" sz="1800" spc="41" noProof="0" dirty="0">
                <a:solidFill>
                  <a:srgbClr val="2D2C2C"/>
                </a:solidFill>
                <a:cs typeface="Segoe UI"/>
              </a:rPr>
              <a:t> </a:t>
            </a:r>
            <a:r>
              <a:rPr lang="en-US" sz="1800" spc="-8" noProof="0" dirty="0">
                <a:solidFill>
                  <a:srgbClr val="2D2C2C"/>
                </a:solidFill>
                <a:cs typeface="Segoe UI"/>
              </a:rPr>
              <a:t>filenames from the current (or specified directory).</a:t>
            </a:r>
            <a:endParaRPr lang="en-US" sz="1800" noProof="0" dirty="0">
              <a:cs typeface="Segoe UI"/>
            </a:endParaRPr>
          </a:p>
          <a:p>
            <a:pPr marL="518001" lvl="1" indent="-233204">
              <a:spcBef>
                <a:spcPts val="492"/>
              </a:spcBef>
              <a:buClr>
                <a:srgbClr val="000000"/>
              </a:buClr>
              <a:buFont typeface="Arial"/>
              <a:buChar char="•"/>
              <a:tabLst>
                <a:tab pos="517485" algn="l"/>
                <a:tab pos="518001" algn="l"/>
              </a:tabLst>
            </a:pPr>
            <a:r>
              <a:rPr lang="en-US" sz="1800" spc="-8" noProof="0" dirty="0">
                <a:solidFill>
                  <a:srgbClr val="2D2C2C"/>
                </a:solidFill>
                <a:cs typeface="Segoe UI"/>
              </a:rPr>
              <a:t>Wildcards</a:t>
            </a:r>
            <a:r>
              <a:rPr lang="en-US" sz="1800" spc="-4" noProof="0" dirty="0">
                <a:solidFill>
                  <a:srgbClr val="2D2C2C"/>
                </a:solidFill>
                <a:cs typeface="Segoe UI"/>
              </a:rPr>
              <a:t> </a:t>
            </a:r>
            <a:r>
              <a:rPr lang="en-US" sz="1800" spc="-12" noProof="0" dirty="0">
                <a:solidFill>
                  <a:srgbClr val="2D2C2C"/>
                </a:solidFill>
                <a:cs typeface="Segoe UI"/>
              </a:rPr>
              <a:t>are</a:t>
            </a:r>
            <a:r>
              <a:rPr lang="en-US" sz="1800" spc="8" noProof="0" dirty="0">
                <a:solidFill>
                  <a:srgbClr val="2D2C2C"/>
                </a:solidFill>
                <a:cs typeface="Segoe UI"/>
              </a:rPr>
              <a:t> </a:t>
            </a:r>
            <a:r>
              <a:rPr lang="en-US" sz="1800" spc="-12" noProof="0" dirty="0">
                <a:solidFill>
                  <a:srgbClr val="2D2C2C"/>
                </a:solidFill>
                <a:cs typeface="Segoe UI"/>
              </a:rPr>
              <a:t>expanded</a:t>
            </a:r>
            <a:r>
              <a:rPr lang="en-US" sz="1800" spc="45" noProof="0" dirty="0">
                <a:solidFill>
                  <a:srgbClr val="2D2C2C"/>
                </a:solidFill>
                <a:cs typeface="Segoe UI"/>
              </a:rPr>
              <a:t> </a:t>
            </a:r>
            <a:r>
              <a:rPr lang="en-US" sz="1800" spc="-8" noProof="0" dirty="0">
                <a:solidFill>
                  <a:srgbClr val="2D2C2C"/>
                </a:solidFill>
                <a:cs typeface="Segoe UI"/>
              </a:rPr>
              <a:t>at</a:t>
            </a:r>
            <a:r>
              <a:rPr lang="en-US" sz="1800" spc="-4" noProof="0" dirty="0">
                <a:solidFill>
                  <a:srgbClr val="2D2C2C"/>
                </a:solidFill>
                <a:cs typeface="Segoe UI"/>
              </a:rPr>
              <a:t> </a:t>
            </a:r>
            <a:r>
              <a:rPr lang="en-US" sz="1800" spc="-8" noProof="0" dirty="0">
                <a:solidFill>
                  <a:srgbClr val="2D2C2C"/>
                </a:solidFill>
                <a:cs typeface="Segoe UI"/>
              </a:rPr>
              <a:t>all</a:t>
            </a:r>
            <a:r>
              <a:rPr lang="en-US" sz="1800" spc="20" noProof="0" dirty="0">
                <a:solidFill>
                  <a:srgbClr val="2D2C2C"/>
                </a:solidFill>
                <a:cs typeface="Segoe UI"/>
              </a:rPr>
              <a:t> </a:t>
            </a:r>
            <a:r>
              <a:rPr lang="en-US" sz="1800" spc="-8" noProof="0" dirty="0">
                <a:solidFill>
                  <a:srgbClr val="2D2C2C"/>
                </a:solidFill>
                <a:cs typeface="Segoe UI"/>
              </a:rPr>
              <a:t>points</a:t>
            </a:r>
            <a:r>
              <a:rPr lang="en-US" sz="1800" spc="12" noProof="0" dirty="0">
                <a:solidFill>
                  <a:srgbClr val="2D2C2C"/>
                </a:solidFill>
                <a:cs typeface="Segoe UI"/>
              </a:rPr>
              <a:t> </a:t>
            </a:r>
            <a:r>
              <a:rPr lang="en-US" sz="1800" spc="-4" noProof="0" dirty="0">
                <a:solidFill>
                  <a:srgbClr val="2D2C2C"/>
                </a:solidFill>
                <a:cs typeface="Segoe UI"/>
              </a:rPr>
              <a:t>on</a:t>
            </a:r>
            <a:r>
              <a:rPr lang="en-US" sz="1800" noProof="0" dirty="0">
                <a:solidFill>
                  <a:srgbClr val="2D2C2C"/>
                </a:solidFill>
                <a:cs typeface="Segoe UI"/>
              </a:rPr>
              <a:t> </a:t>
            </a:r>
            <a:r>
              <a:rPr lang="en-US" sz="1800" spc="-4" noProof="0" dirty="0">
                <a:solidFill>
                  <a:srgbClr val="2D2C2C"/>
                </a:solidFill>
                <a:cs typeface="Segoe UI"/>
              </a:rPr>
              <a:t>the</a:t>
            </a:r>
            <a:r>
              <a:rPr lang="en-US" sz="1800" spc="8" noProof="0" dirty="0">
                <a:solidFill>
                  <a:srgbClr val="2D2C2C"/>
                </a:solidFill>
                <a:cs typeface="Segoe UI"/>
              </a:rPr>
              <a:t> </a:t>
            </a:r>
            <a:r>
              <a:rPr lang="en-US" sz="1800" spc="-8" noProof="0" dirty="0">
                <a:solidFill>
                  <a:srgbClr val="2D2C2C"/>
                </a:solidFill>
                <a:cs typeface="Segoe UI"/>
              </a:rPr>
              <a:t>command</a:t>
            </a:r>
            <a:r>
              <a:rPr lang="en-US" sz="1800" spc="61" noProof="0" dirty="0">
                <a:solidFill>
                  <a:srgbClr val="2D2C2C"/>
                </a:solidFill>
                <a:cs typeface="Segoe UI"/>
              </a:rPr>
              <a:t> </a:t>
            </a:r>
            <a:r>
              <a:rPr lang="en-US" sz="1800" spc="-8" noProof="0" dirty="0">
                <a:solidFill>
                  <a:srgbClr val="2D2C2C"/>
                </a:solidFill>
                <a:cs typeface="Segoe UI"/>
              </a:rPr>
              <a:t>line.</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The</a:t>
            </a:r>
            <a:r>
              <a:rPr lang="en-US" sz="1800" spc="8" noProof="0" dirty="0">
                <a:solidFill>
                  <a:srgbClr val="2D2C2C"/>
                </a:solidFill>
                <a:cs typeface="Segoe UI"/>
              </a:rPr>
              <a:t> </a:t>
            </a:r>
            <a:r>
              <a:rPr lang="en-US" sz="1800" spc="-8" noProof="0" dirty="0">
                <a:solidFill>
                  <a:srgbClr val="2D2C2C"/>
                </a:solidFill>
                <a:cs typeface="Segoe UI"/>
              </a:rPr>
              <a:t>shell</a:t>
            </a:r>
            <a:r>
              <a:rPr lang="en-US" sz="1800" spc="37" noProof="0" dirty="0">
                <a:solidFill>
                  <a:srgbClr val="2D2C2C"/>
                </a:solidFill>
                <a:cs typeface="Segoe UI"/>
              </a:rPr>
              <a:t> </a:t>
            </a:r>
            <a:r>
              <a:rPr lang="en-US" sz="1800" spc="-4" noProof="0" dirty="0">
                <a:solidFill>
                  <a:srgbClr val="2D2C2C"/>
                </a:solidFill>
                <a:cs typeface="Segoe UI"/>
              </a:rPr>
              <a:t>has</a:t>
            </a:r>
            <a:r>
              <a:rPr lang="en-US" sz="1800" spc="8" noProof="0" dirty="0">
                <a:solidFill>
                  <a:srgbClr val="2D2C2C"/>
                </a:solidFill>
                <a:cs typeface="Segoe UI"/>
              </a:rPr>
              <a:t> </a:t>
            </a:r>
            <a:r>
              <a:rPr lang="en-US" sz="1800" spc="-4" noProof="0" dirty="0">
                <a:solidFill>
                  <a:srgbClr val="2D2C2C"/>
                </a:solidFill>
                <a:cs typeface="Segoe UI"/>
              </a:rPr>
              <a:t>no</a:t>
            </a:r>
            <a:r>
              <a:rPr lang="en-US" sz="1800" spc="8" noProof="0" dirty="0">
                <a:solidFill>
                  <a:srgbClr val="2D2C2C"/>
                </a:solidFill>
                <a:cs typeface="Segoe UI"/>
              </a:rPr>
              <a:t> </a:t>
            </a:r>
            <a:r>
              <a:rPr lang="en-US" sz="1800" spc="-8" noProof="0" dirty="0">
                <a:solidFill>
                  <a:srgbClr val="2D2C2C"/>
                </a:solidFill>
                <a:cs typeface="Segoe UI"/>
              </a:rPr>
              <a:t>knowledge</a:t>
            </a:r>
            <a:r>
              <a:rPr lang="en-US" sz="1800" spc="57" noProof="0" dirty="0">
                <a:solidFill>
                  <a:srgbClr val="2D2C2C"/>
                </a:solidFill>
                <a:cs typeface="Segoe UI"/>
              </a:rPr>
              <a:t> </a:t>
            </a:r>
            <a:r>
              <a:rPr lang="en-US" sz="1800" spc="-20" noProof="0" dirty="0">
                <a:solidFill>
                  <a:srgbClr val="2D2C2C"/>
                </a:solidFill>
                <a:cs typeface="Segoe UI"/>
              </a:rPr>
              <a:t>of</a:t>
            </a:r>
            <a:r>
              <a:rPr lang="en-US" sz="1800" spc="16" noProof="0" dirty="0">
                <a:solidFill>
                  <a:srgbClr val="2D2C2C"/>
                </a:solidFill>
                <a:cs typeface="Segoe UI"/>
              </a:rPr>
              <a:t> </a:t>
            </a:r>
            <a:r>
              <a:rPr lang="en-US" sz="1800" spc="-4" noProof="0" dirty="0">
                <a:solidFill>
                  <a:srgbClr val="2D2C2C"/>
                </a:solidFill>
                <a:cs typeface="Segoe UI"/>
              </a:rPr>
              <a:t>the</a:t>
            </a:r>
            <a:r>
              <a:rPr lang="en-US" sz="1800" spc="8" noProof="0" dirty="0">
                <a:solidFill>
                  <a:srgbClr val="2D2C2C"/>
                </a:solidFill>
                <a:cs typeface="Segoe UI"/>
              </a:rPr>
              <a:t> </a:t>
            </a:r>
            <a:r>
              <a:rPr lang="en-US" sz="1800" spc="-4" noProof="0" dirty="0">
                <a:solidFill>
                  <a:srgbClr val="2D2C2C"/>
                </a:solidFill>
                <a:cs typeface="Segoe UI"/>
              </a:rPr>
              <a:t>underlying</a:t>
            </a:r>
            <a:r>
              <a:rPr lang="en-US" sz="1800" spc="37" noProof="0" dirty="0">
                <a:solidFill>
                  <a:srgbClr val="2D2C2C"/>
                </a:solidFill>
                <a:cs typeface="Segoe UI"/>
              </a:rPr>
              <a:t> </a:t>
            </a:r>
            <a:r>
              <a:rPr lang="en-US" sz="1800" spc="-12" noProof="0" dirty="0">
                <a:solidFill>
                  <a:srgbClr val="2D2C2C"/>
                </a:solidFill>
                <a:cs typeface="Segoe UI"/>
              </a:rPr>
              <a:t>command.</a:t>
            </a:r>
            <a:endParaRPr lang="en-US" sz="1800" noProof="0" dirty="0">
              <a:cs typeface="Segoe UI"/>
            </a:endParaRPr>
          </a:p>
          <a:p>
            <a:endParaRPr lang="en-US" sz="16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9</a:t>
            </a:fld>
            <a:endParaRPr lang="en-US" noProof="0" dirty="0"/>
          </a:p>
        </p:txBody>
      </p:sp>
      <p:grpSp>
        <p:nvGrpSpPr>
          <p:cNvPr id="4" name="Group 3">
            <a:extLst>
              <a:ext uri="{FF2B5EF4-FFF2-40B4-BE49-F238E27FC236}">
                <a16:creationId xmlns:a16="http://schemas.microsoft.com/office/drawing/2014/main" id="{E1ED1D9E-A5DD-DF03-A14B-E1506B05FEC6}"/>
              </a:ext>
            </a:extLst>
          </p:cNvPr>
          <p:cNvGrpSpPr/>
          <p:nvPr/>
        </p:nvGrpSpPr>
        <p:grpSpPr>
          <a:xfrm>
            <a:off x="2077950" y="3854470"/>
            <a:ext cx="8226087" cy="2454254"/>
            <a:chOff x="2077950" y="3854470"/>
            <a:chExt cx="8226087" cy="2454254"/>
          </a:xfrm>
        </p:grpSpPr>
        <p:grpSp>
          <p:nvGrpSpPr>
            <p:cNvPr id="9" name="Group 8">
              <a:extLst>
                <a:ext uri="{FF2B5EF4-FFF2-40B4-BE49-F238E27FC236}">
                  <a16:creationId xmlns:a16="http://schemas.microsoft.com/office/drawing/2014/main" id="{ECAEBB24-4D8A-9653-F6BB-7C0E938244C6}"/>
                </a:ext>
              </a:extLst>
            </p:cNvPr>
            <p:cNvGrpSpPr/>
            <p:nvPr/>
          </p:nvGrpSpPr>
          <p:grpSpPr>
            <a:xfrm>
              <a:off x="3525338" y="4915452"/>
              <a:ext cx="2543385" cy="947522"/>
              <a:chOff x="6727080" y="5144520"/>
              <a:chExt cx="2017355" cy="642858"/>
            </a:xfrm>
          </p:grpSpPr>
          <p:sp>
            <p:nvSpPr>
              <p:cNvPr id="19" name="object 9">
                <a:extLst>
                  <a:ext uri="{FF2B5EF4-FFF2-40B4-BE49-F238E27FC236}">
                    <a16:creationId xmlns:a16="http://schemas.microsoft.com/office/drawing/2014/main" id="{D6CE2A5F-0CF2-7AE9-2186-C4D200005553}"/>
                  </a:ext>
                </a:extLst>
              </p:cNvPr>
              <p:cNvSpPr/>
              <p:nvPr/>
            </p:nvSpPr>
            <p:spPr>
              <a:xfrm>
                <a:off x="6727080" y="5152113"/>
                <a:ext cx="406345" cy="131564"/>
              </a:xfrm>
              <a:custGeom>
                <a:avLst/>
                <a:gdLst/>
                <a:ahLst/>
                <a:cxnLst/>
                <a:rect l="l" t="t" r="r" b="b"/>
                <a:pathLst>
                  <a:path w="571500" h="161925">
                    <a:moveTo>
                      <a:pt x="409575" y="0"/>
                    </a:moveTo>
                    <a:lnTo>
                      <a:pt x="409575" y="161925"/>
                    </a:lnTo>
                    <a:lnTo>
                      <a:pt x="517609" y="107950"/>
                    </a:lnTo>
                    <a:lnTo>
                      <a:pt x="436499" y="107950"/>
                    </a:lnTo>
                    <a:lnTo>
                      <a:pt x="436499" y="90043"/>
                    </a:lnTo>
                    <a:lnTo>
                      <a:pt x="553451" y="90043"/>
                    </a:lnTo>
                    <a:lnTo>
                      <a:pt x="571500" y="81025"/>
                    </a:lnTo>
                    <a:lnTo>
                      <a:pt x="553480" y="72008"/>
                    </a:lnTo>
                    <a:lnTo>
                      <a:pt x="436499" y="72008"/>
                    </a:lnTo>
                    <a:lnTo>
                      <a:pt x="436499" y="53975"/>
                    </a:lnTo>
                    <a:lnTo>
                      <a:pt x="517440" y="53975"/>
                    </a:lnTo>
                    <a:lnTo>
                      <a:pt x="409575" y="0"/>
                    </a:lnTo>
                    <a:close/>
                  </a:path>
                  <a:path w="571500" h="161925">
                    <a:moveTo>
                      <a:pt x="409575" y="90043"/>
                    </a:moveTo>
                    <a:lnTo>
                      <a:pt x="0" y="90043"/>
                    </a:lnTo>
                    <a:lnTo>
                      <a:pt x="0" y="107950"/>
                    </a:lnTo>
                    <a:lnTo>
                      <a:pt x="409575" y="107950"/>
                    </a:lnTo>
                    <a:lnTo>
                      <a:pt x="409575" y="90043"/>
                    </a:lnTo>
                    <a:close/>
                  </a:path>
                  <a:path w="571500" h="161925">
                    <a:moveTo>
                      <a:pt x="553451" y="90043"/>
                    </a:moveTo>
                    <a:lnTo>
                      <a:pt x="436499" y="90043"/>
                    </a:lnTo>
                    <a:lnTo>
                      <a:pt x="436499" y="107950"/>
                    </a:lnTo>
                    <a:lnTo>
                      <a:pt x="517609" y="107950"/>
                    </a:lnTo>
                    <a:lnTo>
                      <a:pt x="553451" y="90043"/>
                    </a:lnTo>
                    <a:close/>
                  </a:path>
                  <a:path w="571500" h="161925">
                    <a:moveTo>
                      <a:pt x="409575" y="53975"/>
                    </a:moveTo>
                    <a:lnTo>
                      <a:pt x="0" y="53975"/>
                    </a:lnTo>
                    <a:lnTo>
                      <a:pt x="0" y="72008"/>
                    </a:lnTo>
                    <a:lnTo>
                      <a:pt x="409575" y="72008"/>
                    </a:lnTo>
                    <a:lnTo>
                      <a:pt x="409575" y="53975"/>
                    </a:lnTo>
                    <a:close/>
                  </a:path>
                  <a:path w="571500" h="161925">
                    <a:moveTo>
                      <a:pt x="517440" y="53975"/>
                    </a:moveTo>
                    <a:lnTo>
                      <a:pt x="436499" y="53975"/>
                    </a:lnTo>
                    <a:lnTo>
                      <a:pt x="436499" y="72008"/>
                    </a:lnTo>
                    <a:lnTo>
                      <a:pt x="553480" y="72008"/>
                    </a:lnTo>
                    <a:lnTo>
                      <a:pt x="517440" y="53975"/>
                    </a:lnTo>
                    <a:close/>
                  </a:path>
                </a:pathLst>
              </a:custGeom>
              <a:solidFill>
                <a:srgbClr val="2B6DA2"/>
              </a:solidFill>
            </p:spPr>
            <p:txBody>
              <a:bodyPr wrap="square" lIns="0" tIns="0" rIns="0" bIns="0" rtlCol="0"/>
              <a:lstStyle/>
              <a:p>
                <a:endParaRPr lang="en-US" sz="1463" noProof="0" dirty="0"/>
              </a:p>
            </p:txBody>
          </p:sp>
          <p:sp>
            <p:nvSpPr>
              <p:cNvPr id="18" name="object 18">
                <a:extLst>
                  <a:ext uri="{FF2B5EF4-FFF2-40B4-BE49-F238E27FC236}">
                    <a16:creationId xmlns:a16="http://schemas.microsoft.com/office/drawing/2014/main" id="{243B400F-4DBC-B695-D176-A1952C5F43FE}"/>
                  </a:ext>
                </a:extLst>
              </p:cNvPr>
              <p:cNvSpPr/>
              <p:nvPr/>
            </p:nvSpPr>
            <p:spPr>
              <a:xfrm>
                <a:off x="6733027" y="5144520"/>
                <a:ext cx="2011408" cy="642858"/>
              </a:xfrm>
              <a:custGeom>
                <a:avLst/>
                <a:gdLst/>
                <a:ahLst/>
                <a:cxnLst/>
                <a:rect l="l" t="t" r="r" b="b"/>
                <a:pathLst>
                  <a:path w="2828925" h="791210">
                    <a:moveTo>
                      <a:pt x="571500" y="709676"/>
                    </a:moveTo>
                    <a:lnTo>
                      <a:pt x="553478" y="700659"/>
                    </a:lnTo>
                    <a:lnTo>
                      <a:pt x="517436" y="682625"/>
                    </a:lnTo>
                    <a:lnTo>
                      <a:pt x="409575" y="628650"/>
                    </a:lnTo>
                    <a:lnTo>
                      <a:pt x="409575" y="682625"/>
                    </a:lnTo>
                    <a:lnTo>
                      <a:pt x="0" y="682625"/>
                    </a:lnTo>
                    <a:lnTo>
                      <a:pt x="0" y="700659"/>
                    </a:lnTo>
                    <a:lnTo>
                      <a:pt x="409575" y="700659"/>
                    </a:lnTo>
                    <a:lnTo>
                      <a:pt x="409575" y="718693"/>
                    </a:lnTo>
                    <a:lnTo>
                      <a:pt x="0" y="718693"/>
                    </a:lnTo>
                    <a:lnTo>
                      <a:pt x="0" y="736663"/>
                    </a:lnTo>
                    <a:lnTo>
                      <a:pt x="409575" y="736663"/>
                    </a:lnTo>
                    <a:lnTo>
                      <a:pt x="409575" y="790638"/>
                    </a:lnTo>
                    <a:lnTo>
                      <a:pt x="517525" y="736663"/>
                    </a:lnTo>
                    <a:lnTo>
                      <a:pt x="553466" y="718693"/>
                    </a:lnTo>
                    <a:lnTo>
                      <a:pt x="571500" y="709676"/>
                    </a:lnTo>
                    <a:close/>
                  </a:path>
                  <a:path w="2828925" h="791210">
                    <a:moveTo>
                      <a:pt x="2819400" y="700151"/>
                    </a:moveTo>
                    <a:lnTo>
                      <a:pt x="2801378" y="691134"/>
                    </a:lnTo>
                    <a:lnTo>
                      <a:pt x="2765336" y="673100"/>
                    </a:lnTo>
                    <a:lnTo>
                      <a:pt x="2657475" y="619125"/>
                    </a:lnTo>
                    <a:lnTo>
                      <a:pt x="2657475" y="673100"/>
                    </a:lnTo>
                    <a:lnTo>
                      <a:pt x="2247900" y="673100"/>
                    </a:lnTo>
                    <a:lnTo>
                      <a:pt x="2247900" y="691134"/>
                    </a:lnTo>
                    <a:lnTo>
                      <a:pt x="2657475" y="691134"/>
                    </a:lnTo>
                    <a:lnTo>
                      <a:pt x="2657475" y="709168"/>
                    </a:lnTo>
                    <a:lnTo>
                      <a:pt x="2247900" y="709168"/>
                    </a:lnTo>
                    <a:lnTo>
                      <a:pt x="2247900" y="727138"/>
                    </a:lnTo>
                    <a:lnTo>
                      <a:pt x="2657475" y="727138"/>
                    </a:lnTo>
                    <a:lnTo>
                      <a:pt x="2657475" y="781113"/>
                    </a:lnTo>
                    <a:lnTo>
                      <a:pt x="2765425" y="727138"/>
                    </a:lnTo>
                    <a:lnTo>
                      <a:pt x="2801366" y="709168"/>
                    </a:lnTo>
                    <a:lnTo>
                      <a:pt x="2819400" y="700151"/>
                    </a:lnTo>
                    <a:close/>
                  </a:path>
                  <a:path w="2828925" h="791210">
                    <a:moveTo>
                      <a:pt x="2828925" y="81026"/>
                    </a:moveTo>
                    <a:lnTo>
                      <a:pt x="2810903" y="72009"/>
                    </a:lnTo>
                    <a:lnTo>
                      <a:pt x="2774861" y="53975"/>
                    </a:lnTo>
                    <a:lnTo>
                      <a:pt x="2667000" y="0"/>
                    </a:lnTo>
                    <a:lnTo>
                      <a:pt x="2667000" y="53975"/>
                    </a:lnTo>
                    <a:lnTo>
                      <a:pt x="2257425" y="53975"/>
                    </a:lnTo>
                    <a:lnTo>
                      <a:pt x="2257425" y="72009"/>
                    </a:lnTo>
                    <a:lnTo>
                      <a:pt x="2667000" y="72009"/>
                    </a:lnTo>
                    <a:lnTo>
                      <a:pt x="2667000" y="90043"/>
                    </a:lnTo>
                    <a:lnTo>
                      <a:pt x="2257425" y="90043"/>
                    </a:lnTo>
                    <a:lnTo>
                      <a:pt x="2257425" y="107950"/>
                    </a:lnTo>
                    <a:lnTo>
                      <a:pt x="2667000" y="107950"/>
                    </a:lnTo>
                    <a:lnTo>
                      <a:pt x="2667000" y="161925"/>
                    </a:lnTo>
                    <a:lnTo>
                      <a:pt x="2775026" y="107950"/>
                    </a:lnTo>
                    <a:lnTo>
                      <a:pt x="2810865" y="90043"/>
                    </a:lnTo>
                    <a:lnTo>
                      <a:pt x="2828925" y="81026"/>
                    </a:lnTo>
                    <a:close/>
                  </a:path>
                </a:pathLst>
              </a:custGeom>
              <a:solidFill>
                <a:srgbClr val="2B6DA2"/>
              </a:solidFill>
            </p:spPr>
            <p:txBody>
              <a:bodyPr wrap="square" lIns="0" tIns="0" rIns="0" bIns="0" rtlCol="0"/>
              <a:lstStyle/>
              <a:p>
                <a:endParaRPr lang="en-US" sz="1463" noProof="0" dirty="0"/>
              </a:p>
            </p:txBody>
          </p:sp>
        </p:grpSp>
        <p:sp>
          <p:nvSpPr>
            <p:cNvPr id="8" name="AutoShape 6">
              <a:extLst>
                <a:ext uri="{FF2B5EF4-FFF2-40B4-BE49-F238E27FC236}">
                  <a16:creationId xmlns:a16="http://schemas.microsoft.com/office/drawing/2014/main" id="{619FC9F8-F471-CFDC-6FFE-6CAF29A9112F}"/>
                </a:ext>
              </a:extLst>
            </p:cNvPr>
            <p:cNvSpPr>
              <a:spLocks noChangeArrowheads="1"/>
            </p:cNvSpPr>
            <p:nvPr/>
          </p:nvSpPr>
          <p:spPr bwMode="auto">
            <a:xfrm>
              <a:off x="4301658" y="4560935"/>
              <a:ext cx="1082857" cy="1747789"/>
            </a:xfrm>
            <a:prstGeom prst="roundRect">
              <a:avLst>
                <a:gd name="adj" fmla="val 20903"/>
              </a:avLst>
            </a:prstGeom>
            <a:solidFill>
              <a:schemeClr val="accent6">
                <a:lumMod val="20000"/>
                <a:lumOff val="80000"/>
              </a:schemeClr>
            </a:solidFill>
            <a:ln w="9525" algn="ctr">
              <a:solidFill>
                <a:srgbClr val="808080"/>
              </a:solidFill>
              <a:round/>
              <a:headEnd/>
              <a:tailEnd/>
            </a:ln>
            <a:effectLst>
              <a:outerShdw blurRad="63500" sx="102000" sy="102000" algn="ctr" rotWithShape="0">
                <a:prstClr val="black">
                  <a:alpha val="40000"/>
                </a:prstClr>
              </a:outerShdw>
            </a:effectLst>
          </p:spPr>
          <p:txBody>
            <a:bodyPr wrap="none" anchor="ctr"/>
            <a:lstStyle/>
            <a:p>
              <a:pPr marL="88900" algn="ctr" defTabSz="698500">
                <a:buClr>
                  <a:srgbClr val="FF0000"/>
                </a:buClr>
                <a:tabLst>
                  <a:tab pos="1976438" algn="l"/>
                </a:tabLst>
              </a:pPr>
              <a:r>
                <a:rPr lang="en-US" sz="2000" b="1" noProof="0" dirty="0">
                  <a:solidFill>
                    <a:schemeClr val="accent4"/>
                  </a:solidFill>
                </a:rPr>
                <a:t>SHELL</a:t>
              </a:r>
            </a:p>
          </p:txBody>
        </p:sp>
        <p:sp>
          <p:nvSpPr>
            <p:cNvPr id="10" name="Rectangle 7">
              <a:extLst>
                <a:ext uri="{FF2B5EF4-FFF2-40B4-BE49-F238E27FC236}">
                  <a16:creationId xmlns:a16="http://schemas.microsoft.com/office/drawing/2014/main" id="{A76E66A8-8018-FD18-527A-4D7CB12DA0AE}"/>
                </a:ext>
              </a:extLst>
            </p:cNvPr>
            <p:cNvSpPr>
              <a:spLocks noChangeArrowheads="1"/>
            </p:cNvSpPr>
            <p:nvPr/>
          </p:nvSpPr>
          <p:spPr bwMode="auto">
            <a:xfrm>
              <a:off x="2762512" y="4851130"/>
              <a:ext cx="725752" cy="344940"/>
            </a:xfrm>
            <a:prstGeom prst="rect">
              <a:avLst/>
            </a:prstGeom>
            <a:noFill/>
            <a:ln w="9525">
              <a:noFill/>
              <a:round/>
              <a:headEnd/>
              <a:tailEnd/>
            </a:ln>
          </p:spPr>
          <p:txBody>
            <a:bodyPr lIns="44280" tIns="17640" rIns="44280" bIns="17640">
              <a:spAutoFit/>
            </a:bodyPr>
            <a:lstStyle/>
            <a:p>
              <a:pPr marL="319088" indent="-319088" defTabSz="449263" eaLnBrk="0" hangingPunct="0">
                <a:lnSpc>
                  <a:spcPct val="107000"/>
                </a:lnSpc>
                <a:spcAft>
                  <a:spcPts val="1350"/>
                </a:spcAft>
                <a:buClr>
                  <a:srgbClr val="0000C8"/>
                </a:buClr>
                <a:buSzPct val="100000"/>
                <a:tabLst>
                  <a:tab pos="319088" algn="l"/>
                  <a:tab pos="766763" algn="l"/>
                  <a:tab pos="1216025" algn="l"/>
                  <a:tab pos="1665288" algn="l"/>
                  <a:tab pos="2114550" algn="l"/>
                  <a:tab pos="2563813" algn="l"/>
                  <a:tab pos="3013075" algn="l"/>
                  <a:tab pos="3462338" algn="l"/>
                  <a:tab pos="3911600" algn="l"/>
                  <a:tab pos="4360863" algn="l"/>
                  <a:tab pos="4810125" algn="l"/>
                  <a:tab pos="5259388" algn="l"/>
                  <a:tab pos="5708650" algn="l"/>
                  <a:tab pos="6157913" algn="l"/>
                  <a:tab pos="6607175" algn="l"/>
                  <a:tab pos="7056438" algn="l"/>
                  <a:tab pos="7505700" algn="l"/>
                  <a:tab pos="7954963" algn="l"/>
                  <a:tab pos="8404225" algn="l"/>
                  <a:tab pos="8853488" algn="l"/>
                  <a:tab pos="9302750" algn="l"/>
                </a:tabLst>
              </a:pPr>
              <a:r>
                <a:rPr lang="en-US" sz="2000" b="1" noProof="0" dirty="0">
                  <a:latin typeface="Hack" panose="020B0609030202020204" pitchFamily="49" charset="0"/>
                  <a:ea typeface="Hack" panose="020B0609030202020204" pitchFamily="49" charset="0"/>
                  <a:cs typeface="Hack" panose="020B0609030202020204" pitchFamily="49" charset="0"/>
                </a:rPr>
                <a:t>my*</a:t>
              </a:r>
            </a:p>
          </p:txBody>
        </p:sp>
        <p:sp>
          <p:nvSpPr>
            <p:cNvPr id="11" name="Rectangle 8">
              <a:extLst>
                <a:ext uri="{FF2B5EF4-FFF2-40B4-BE49-F238E27FC236}">
                  <a16:creationId xmlns:a16="http://schemas.microsoft.com/office/drawing/2014/main" id="{9F38A54C-32C5-EDC6-7465-5BEA853E09CA}"/>
                </a:ext>
              </a:extLst>
            </p:cNvPr>
            <p:cNvSpPr>
              <a:spLocks noChangeArrowheads="1"/>
            </p:cNvSpPr>
            <p:nvPr/>
          </p:nvSpPr>
          <p:spPr bwMode="auto">
            <a:xfrm>
              <a:off x="2077950" y="5595142"/>
              <a:ext cx="1707754" cy="344940"/>
            </a:xfrm>
            <a:prstGeom prst="rect">
              <a:avLst/>
            </a:prstGeom>
            <a:noFill/>
            <a:ln w="9525">
              <a:noFill/>
              <a:round/>
              <a:headEnd/>
              <a:tailEnd/>
            </a:ln>
          </p:spPr>
          <p:txBody>
            <a:bodyPr lIns="44280" tIns="17640" rIns="44280" bIns="17640">
              <a:spAutoFit/>
            </a:bodyPr>
            <a:lstStyle/>
            <a:p>
              <a:pPr marL="319088" indent="-319088" defTabSz="449263" eaLnBrk="0" hangingPunct="0">
                <a:lnSpc>
                  <a:spcPct val="107000"/>
                </a:lnSpc>
                <a:spcAft>
                  <a:spcPts val="1350"/>
                </a:spcAft>
                <a:buClr>
                  <a:srgbClr val="0000C8"/>
                </a:buClr>
                <a:buSzPct val="100000"/>
                <a:tabLst>
                  <a:tab pos="319088" algn="l"/>
                  <a:tab pos="766763" algn="l"/>
                  <a:tab pos="1216025" algn="l"/>
                  <a:tab pos="1665288" algn="l"/>
                  <a:tab pos="2114550" algn="l"/>
                  <a:tab pos="2563813" algn="l"/>
                  <a:tab pos="3013075" algn="l"/>
                  <a:tab pos="3462338" algn="l"/>
                  <a:tab pos="3911600" algn="l"/>
                  <a:tab pos="4360863" algn="l"/>
                  <a:tab pos="4810125" algn="l"/>
                  <a:tab pos="5259388" algn="l"/>
                  <a:tab pos="5708650" algn="l"/>
                  <a:tab pos="6157913" algn="l"/>
                  <a:tab pos="6607175" algn="l"/>
                  <a:tab pos="7056438" algn="l"/>
                  <a:tab pos="7505700" algn="l"/>
                  <a:tab pos="7954963" algn="l"/>
                  <a:tab pos="8404225" algn="l"/>
                  <a:tab pos="8853488" algn="l"/>
                  <a:tab pos="9302750" algn="l"/>
                </a:tabLst>
              </a:pPr>
              <a:r>
                <a:rPr lang="en-US" sz="2000" b="1" noProof="0" dirty="0">
                  <a:latin typeface="Hack" panose="020B0609030202020204" pitchFamily="49" charset="0"/>
                  <a:ea typeface="Hack" panose="020B0609030202020204" pitchFamily="49" charset="0"/>
                  <a:cs typeface="Hack" panose="020B0609030202020204" pitchFamily="49" charset="0"/>
                </a:rPr>
                <a:t>/</a:t>
              </a:r>
              <a:r>
                <a:rPr lang="en-US" sz="2000" b="1" noProof="0" dirty="0" err="1">
                  <a:latin typeface="Hack" panose="020B0609030202020204" pitchFamily="49" charset="0"/>
                  <a:ea typeface="Hack" panose="020B0609030202020204" pitchFamily="49" charset="0"/>
                  <a:cs typeface="Hack" panose="020B0609030202020204" pitchFamily="49" charset="0"/>
                </a:rPr>
                <a:t>tmp</a:t>
              </a:r>
              <a:r>
                <a:rPr lang="en-US" sz="2000" b="1" noProof="0" dirty="0">
                  <a:latin typeface="Hack" panose="020B0609030202020204" pitchFamily="49" charset="0"/>
                  <a:ea typeface="Hack" panose="020B0609030202020204" pitchFamily="49" charset="0"/>
                  <a:cs typeface="Hack" panose="020B0609030202020204" pitchFamily="49" charset="0"/>
                </a:rPr>
                <a:t>/my*</a:t>
              </a:r>
            </a:p>
          </p:txBody>
        </p:sp>
        <p:sp>
          <p:nvSpPr>
            <p:cNvPr id="12" name="Rectangle 9">
              <a:extLst>
                <a:ext uri="{FF2B5EF4-FFF2-40B4-BE49-F238E27FC236}">
                  <a16:creationId xmlns:a16="http://schemas.microsoft.com/office/drawing/2014/main" id="{1771FEBF-11C1-9B2E-CBC6-F1D00F1225DB}"/>
                </a:ext>
              </a:extLst>
            </p:cNvPr>
            <p:cNvSpPr>
              <a:spLocks noChangeArrowheads="1"/>
            </p:cNvSpPr>
            <p:nvPr/>
          </p:nvSpPr>
          <p:spPr bwMode="auto">
            <a:xfrm>
              <a:off x="6370161" y="4880176"/>
              <a:ext cx="3835215" cy="286847"/>
            </a:xfrm>
            <a:prstGeom prst="rect">
              <a:avLst/>
            </a:prstGeom>
            <a:noFill/>
            <a:ln w="9525">
              <a:noFill/>
              <a:round/>
              <a:headEnd/>
              <a:tailEnd/>
            </a:ln>
          </p:spPr>
          <p:txBody>
            <a:bodyPr wrap="square" lIns="44280" tIns="17640" rIns="44280" bIns="17640">
              <a:spAutoFit/>
            </a:bodyPr>
            <a:lstStyle/>
            <a:p>
              <a:pPr marL="319088" indent="-319088" defTabSz="449263" eaLnBrk="0" hangingPunct="0">
                <a:lnSpc>
                  <a:spcPct val="109000"/>
                </a:lnSpc>
                <a:spcAft>
                  <a:spcPts val="1375"/>
                </a:spcAft>
                <a:buClr>
                  <a:srgbClr val="0000C8"/>
                </a:buClr>
                <a:buSzPct val="100000"/>
                <a:tabLst>
                  <a:tab pos="319088" algn="l"/>
                  <a:tab pos="766763" algn="l"/>
                  <a:tab pos="1216025" algn="l"/>
                  <a:tab pos="1665288" algn="l"/>
                  <a:tab pos="2114550" algn="l"/>
                  <a:tab pos="2563813" algn="l"/>
                  <a:tab pos="3013075" algn="l"/>
                  <a:tab pos="3462338" algn="l"/>
                  <a:tab pos="3911600" algn="l"/>
                  <a:tab pos="4360863" algn="l"/>
                  <a:tab pos="4810125" algn="l"/>
                  <a:tab pos="5259388" algn="l"/>
                  <a:tab pos="5708650" algn="l"/>
                  <a:tab pos="6157913" algn="l"/>
                  <a:tab pos="6607175" algn="l"/>
                  <a:tab pos="7056438" algn="l"/>
                  <a:tab pos="7505700" algn="l"/>
                  <a:tab pos="7954963" algn="l"/>
                  <a:tab pos="8404225" algn="l"/>
                  <a:tab pos="8853488" algn="l"/>
                  <a:tab pos="9302750" algn="l"/>
                </a:tabLst>
              </a:pPr>
              <a:r>
                <a:rPr lang="en-US" sz="1600" b="1" noProof="0" dirty="0">
                  <a:solidFill>
                    <a:srgbClr val="7030A0"/>
                  </a:solidFill>
                  <a:latin typeface="Hack" panose="020B0609030202020204" pitchFamily="49" charset="0"/>
                  <a:ea typeface="Hack" panose="020B0609030202020204" pitchFamily="49" charset="0"/>
                  <a:cs typeface="Hack" panose="020B0609030202020204" pitchFamily="49" charset="0"/>
                </a:rPr>
                <a:t>my</a:t>
              </a:r>
              <a:r>
                <a:rPr lang="en-US" sz="1600"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z="1600" b="1" noProof="0" dirty="0">
                  <a:solidFill>
                    <a:srgbClr val="7030A0"/>
                  </a:solidFill>
                  <a:latin typeface="Hack" panose="020B0609030202020204" pitchFamily="49" charset="0"/>
                  <a:ea typeface="Hack" panose="020B0609030202020204" pitchFamily="49" charset="0"/>
                  <a:cs typeface="Hack" panose="020B0609030202020204" pitchFamily="49" charset="0"/>
                </a:rPr>
                <a:t>myfile1</a:t>
              </a:r>
              <a:r>
                <a:rPr lang="en-US" sz="1600"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z="1600" b="1" noProof="0" dirty="0">
                  <a:solidFill>
                    <a:srgbClr val="7030A0"/>
                  </a:solidFill>
                  <a:latin typeface="Hack" panose="020B0609030202020204" pitchFamily="49" charset="0"/>
                  <a:ea typeface="Hack" panose="020B0609030202020204" pitchFamily="49" charset="0"/>
                  <a:cs typeface="Hack" panose="020B0609030202020204" pitchFamily="49" charset="0"/>
                </a:rPr>
                <a:t>myfile2</a:t>
              </a:r>
              <a:r>
                <a:rPr lang="en-US" sz="1600"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z="1600" b="1" noProof="0" dirty="0" err="1">
                  <a:solidFill>
                    <a:srgbClr val="7030A0"/>
                  </a:solidFill>
                  <a:latin typeface="Hack" panose="020B0609030202020204" pitchFamily="49" charset="0"/>
                  <a:ea typeface="Hack" panose="020B0609030202020204" pitchFamily="49" charset="0"/>
                  <a:cs typeface="Hack" panose="020B0609030202020204" pitchFamily="49" charset="0"/>
                </a:rPr>
                <a:t>myprog</a:t>
              </a:r>
              <a:endParaRPr lang="en-US" sz="1600"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p:txBody>
        </p:sp>
        <p:sp>
          <p:nvSpPr>
            <p:cNvPr id="13" name="Rectangle 10">
              <a:extLst>
                <a:ext uri="{FF2B5EF4-FFF2-40B4-BE49-F238E27FC236}">
                  <a16:creationId xmlns:a16="http://schemas.microsoft.com/office/drawing/2014/main" id="{54DB848C-5B1D-3490-7466-77C3F75BAAE4}"/>
                </a:ext>
              </a:extLst>
            </p:cNvPr>
            <p:cNvSpPr>
              <a:spLocks noChangeArrowheads="1"/>
            </p:cNvSpPr>
            <p:nvPr/>
          </p:nvSpPr>
          <p:spPr bwMode="auto">
            <a:xfrm>
              <a:off x="6382912" y="5584814"/>
              <a:ext cx="3921125" cy="533710"/>
            </a:xfrm>
            <a:prstGeom prst="rect">
              <a:avLst/>
            </a:prstGeom>
            <a:noFill/>
            <a:ln w="9525">
              <a:noFill/>
              <a:round/>
              <a:headEnd/>
              <a:tailEnd/>
            </a:ln>
          </p:spPr>
          <p:txBody>
            <a:bodyPr lIns="44280" tIns="17640" rIns="44280" bIns="17640">
              <a:spAutoFit/>
            </a:bodyPr>
            <a:lstStyle/>
            <a:p>
              <a:pPr defTabSz="449263" eaLnBrk="0" hangingPunct="0">
                <a:lnSpc>
                  <a:spcPct val="104000"/>
                </a:lnSpc>
                <a:spcAft>
                  <a:spcPts val="1300"/>
                </a:spcAft>
                <a:buClr>
                  <a:srgbClr val="0000C8"/>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1600" b="1"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00" b="1" noProof="0" dirty="0" err="1">
                  <a:solidFill>
                    <a:srgbClr val="7030A0"/>
                  </a:solidFill>
                  <a:latin typeface="Hack" panose="020B0609030202020204" pitchFamily="49" charset="0"/>
                  <a:ea typeface="Hack" panose="020B0609030202020204" pitchFamily="49" charset="0"/>
                  <a:cs typeface="Hack" panose="020B0609030202020204" pitchFamily="49" charset="0"/>
                </a:rPr>
                <a:t>tmp</a:t>
              </a:r>
              <a:r>
                <a:rPr lang="en-US" sz="1600" b="1" noProof="0" dirty="0">
                  <a:solidFill>
                    <a:srgbClr val="7030A0"/>
                  </a:solidFill>
                  <a:latin typeface="Hack" panose="020B0609030202020204" pitchFamily="49" charset="0"/>
                  <a:ea typeface="Hack" panose="020B0609030202020204" pitchFamily="49" charset="0"/>
                  <a:cs typeface="Hack" panose="020B0609030202020204" pitchFamily="49" charset="0"/>
                </a:rPr>
                <a:t>/myriad  /</a:t>
              </a:r>
              <a:r>
                <a:rPr lang="en-US" sz="1600" b="1" noProof="0" dirty="0" err="1">
                  <a:solidFill>
                    <a:srgbClr val="7030A0"/>
                  </a:solidFill>
                  <a:latin typeface="Hack" panose="020B0609030202020204" pitchFamily="49" charset="0"/>
                  <a:ea typeface="Hack" panose="020B0609030202020204" pitchFamily="49" charset="0"/>
                  <a:cs typeface="Hack" panose="020B0609030202020204" pitchFamily="49" charset="0"/>
                </a:rPr>
                <a:t>tmp</a:t>
              </a:r>
              <a:r>
                <a:rPr lang="en-US" sz="1600" b="1" noProof="0" dirty="0">
                  <a:solidFill>
                    <a:srgbClr val="7030A0"/>
                  </a:solidFill>
                  <a:latin typeface="Hack" panose="020B0609030202020204" pitchFamily="49" charset="0"/>
                  <a:ea typeface="Hack" panose="020B0609030202020204" pitchFamily="49" charset="0"/>
                  <a:cs typeface="Hack" panose="020B0609030202020204" pitchFamily="49" charset="0"/>
                </a:rPr>
                <a:t>/mystic /</a:t>
              </a:r>
              <a:r>
                <a:rPr lang="en-US" sz="1600" b="1" noProof="0" dirty="0" err="1">
                  <a:solidFill>
                    <a:srgbClr val="7030A0"/>
                  </a:solidFill>
                  <a:latin typeface="Hack" panose="020B0609030202020204" pitchFamily="49" charset="0"/>
                  <a:ea typeface="Hack" panose="020B0609030202020204" pitchFamily="49" charset="0"/>
                  <a:cs typeface="Hack" panose="020B0609030202020204" pitchFamily="49" charset="0"/>
                </a:rPr>
                <a:t>tmp</a:t>
              </a:r>
              <a:r>
                <a:rPr lang="en-US" sz="1600" b="1" noProof="0" dirty="0">
                  <a:solidFill>
                    <a:srgbClr val="7030A0"/>
                  </a:solidFill>
                  <a:latin typeface="Hack" panose="020B0609030202020204" pitchFamily="49" charset="0"/>
                  <a:ea typeface="Hack" panose="020B0609030202020204" pitchFamily="49" charset="0"/>
                  <a:cs typeface="Hack" panose="020B0609030202020204" pitchFamily="49" charset="0"/>
                </a:rPr>
                <a:t>/myrtle  /</a:t>
              </a:r>
              <a:r>
                <a:rPr lang="en-US" sz="1600" b="1" noProof="0" dirty="0" err="1">
                  <a:solidFill>
                    <a:srgbClr val="7030A0"/>
                  </a:solidFill>
                  <a:latin typeface="Hack" panose="020B0609030202020204" pitchFamily="49" charset="0"/>
                  <a:ea typeface="Hack" panose="020B0609030202020204" pitchFamily="49" charset="0"/>
                  <a:cs typeface="Hack" panose="020B0609030202020204" pitchFamily="49" charset="0"/>
                </a:rPr>
                <a:t>tmp</a:t>
              </a:r>
              <a:r>
                <a:rPr lang="en-US" sz="1600" b="1" noProof="0" dirty="0">
                  <a:solidFill>
                    <a:srgbClr val="7030A0"/>
                  </a:solidFill>
                  <a:latin typeface="Hack" panose="020B0609030202020204" pitchFamily="49" charset="0"/>
                  <a:ea typeface="Hack" panose="020B0609030202020204" pitchFamily="49" charset="0"/>
                  <a:cs typeface="Hack" panose="020B0609030202020204" pitchFamily="49" charset="0"/>
                </a:rPr>
                <a:t>/myth</a:t>
              </a:r>
            </a:p>
          </p:txBody>
        </p:sp>
        <p:sp>
          <p:nvSpPr>
            <p:cNvPr id="14" name="Rounded Rectangle 21">
              <a:extLst>
                <a:ext uri="{FF2B5EF4-FFF2-40B4-BE49-F238E27FC236}">
                  <a16:creationId xmlns:a16="http://schemas.microsoft.com/office/drawing/2014/main" id="{97DBFC7B-FF9C-4480-96AE-B6F5909818AD}"/>
                </a:ext>
              </a:extLst>
            </p:cNvPr>
            <p:cNvSpPr/>
            <p:nvPr/>
          </p:nvSpPr>
          <p:spPr>
            <a:xfrm>
              <a:off x="2234672" y="3889920"/>
              <a:ext cx="1870501" cy="671015"/>
            </a:xfrm>
            <a:prstGeom prst="roundRect">
              <a:avLst/>
            </a:prstGeom>
            <a:solidFill>
              <a:schemeClr val="accent6">
                <a:lumMod val="20000"/>
                <a:lumOff val="80000"/>
              </a:schemeClr>
            </a:solidFill>
            <a:ln w="9525" algn="ctr">
              <a:solidFill>
                <a:srgbClr val="808080"/>
              </a:solidFill>
              <a:round/>
              <a:headEnd/>
              <a:tailEnd/>
            </a:ln>
            <a:effectLst>
              <a:outerShdw dist="35921" dir="2700000" algn="ctr" rotWithShape="0">
                <a:srgbClr val="ADADAD"/>
              </a:outerShdw>
            </a:effectLst>
          </p:spPr>
          <p:txBody>
            <a:bodyPr wrap="none" anchor="ctr"/>
            <a:lstStyle/>
            <a:p>
              <a:pPr algn="ctr"/>
              <a:r>
                <a:rPr lang="en-US" sz="2000" b="1" noProof="0" dirty="0"/>
                <a:t>What the user</a:t>
              </a:r>
            </a:p>
            <a:p>
              <a:pPr algn="ctr"/>
              <a:r>
                <a:rPr lang="en-US" sz="2000" b="1" noProof="0" dirty="0"/>
                <a:t>typed</a:t>
              </a:r>
            </a:p>
          </p:txBody>
        </p:sp>
        <p:sp>
          <p:nvSpPr>
            <p:cNvPr id="15" name="Rounded Rectangle 22">
              <a:extLst>
                <a:ext uri="{FF2B5EF4-FFF2-40B4-BE49-F238E27FC236}">
                  <a16:creationId xmlns:a16="http://schemas.microsoft.com/office/drawing/2014/main" id="{CC8ED993-D081-3E13-F51A-86BE8584C273}"/>
                </a:ext>
              </a:extLst>
            </p:cNvPr>
            <p:cNvSpPr/>
            <p:nvPr/>
          </p:nvSpPr>
          <p:spPr>
            <a:xfrm>
              <a:off x="6370161" y="3854470"/>
              <a:ext cx="3298342" cy="667693"/>
            </a:xfrm>
            <a:prstGeom prst="roundRect">
              <a:avLst/>
            </a:prstGeom>
            <a:solidFill>
              <a:schemeClr val="accent6">
                <a:lumMod val="20000"/>
                <a:lumOff val="80000"/>
              </a:schemeClr>
            </a:solidFill>
            <a:ln w="9525" algn="ctr">
              <a:solidFill>
                <a:srgbClr val="808080"/>
              </a:solidFill>
              <a:round/>
              <a:headEnd/>
              <a:tailEnd/>
            </a:ln>
            <a:effectLst>
              <a:outerShdw dist="35921" dir="2700000" algn="ctr" rotWithShape="0">
                <a:srgbClr val="ADADAD"/>
              </a:outerShdw>
            </a:effectLst>
          </p:spPr>
          <p:txBody>
            <a:bodyPr wrap="none" anchor="ctr"/>
            <a:lstStyle/>
            <a:p>
              <a:pPr algn="ctr"/>
              <a:r>
                <a:rPr lang="en-US" sz="2000" b="1" i="1" noProof="0" dirty="0">
                  <a:solidFill>
                    <a:srgbClr val="7030A0"/>
                  </a:solidFill>
                </a:rPr>
                <a:t>What is passed to the</a:t>
              </a:r>
            </a:p>
            <a:p>
              <a:pPr algn="ctr"/>
              <a:r>
                <a:rPr lang="en-US" sz="2000" b="1" i="1" noProof="0" dirty="0">
                  <a:solidFill>
                    <a:srgbClr val="7030A0"/>
                  </a:solidFill>
                </a:rPr>
                <a:t>command</a:t>
              </a:r>
            </a:p>
          </p:txBody>
        </p:sp>
      </p:grpSp>
      <p:pic>
        <p:nvPicPr>
          <p:cNvPr id="7" name="Picture 6">
            <a:extLst>
              <a:ext uri="{FF2B5EF4-FFF2-40B4-BE49-F238E27FC236}">
                <a16:creationId xmlns:a16="http://schemas.microsoft.com/office/drawing/2014/main" id="{42B34B66-DF3A-9F5E-3D4A-6DAB8FA176F3}"/>
              </a:ext>
            </a:extLst>
          </p:cNvPr>
          <p:cNvPicPr>
            <a:picLocks noChangeAspect="1"/>
          </p:cNvPicPr>
          <p:nvPr/>
        </p:nvPicPr>
        <p:blipFill>
          <a:blip r:embed="rId3"/>
          <a:stretch>
            <a:fillRect/>
          </a:stretch>
        </p:blipFill>
        <p:spPr>
          <a:xfrm>
            <a:off x="10687049" y="687221"/>
            <a:ext cx="877111" cy="1827380"/>
          </a:xfrm>
          <a:prstGeom prst="rect">
            <a:avLst/>
          </a:prstGeom>
        </p:spPr>
      </p:pic>
    </p:spTree>
    <p:extLst>
      <p:ext uri="{BB962C8B-B14F-4D97-AF65-F5344CB8AC3E}">
        <p14:creationId xmlns:p14="http://schemas.microsoft.com/office/powerpoint/2010/main" val="2413376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65AAF7B-0FFE-C50E-1C2F-16EDCE97E900}"/>
              </a:ext>
            </a:extLst>
          </p:cNvPr>
          <p:cNvSpPr>
            <a:spLocks noGrp="1"/>
          </p:cNvSpPr>
          <p:nvPr>
            <p:ph type="ctrTitle"/>
          </p:nvPr>
        </p:nvSpPr>
        <p:spPr/>
        <p:txBody>
          <a:bodyPr/>
          <a:lstStyle/>
          <a:p>
            <a:r>
              <a:rPr lang="en-US" noProof="0" dirty="0"/>
              <a:t>Wildcard characters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1056"/>
              </a:spcBef>
              <a:buClr>
                <a:srgbClr val="000000"/>
              </a:buClr>
              <a:buFont typeface="Arial"/>
              <a:buChar char="•"/>
              <a:tabLst>
                <a:tab pos="289957" algn="l"/>
                <a:tab pos="290473" algn="l"/>
              </a:tabLst>
            </a:pPr>
            <a:r>
              <a:rPr lang="en-US" sz="1800" spc="-8" noProof="0" dirty="0">
                <a:solidFill>
                  <a:srgbClr val="2D2C2C"/>
                </a:solidFill>
                <a:cs typeface="Segoe UI"/>
              </a:rPr>
              <a:t>The</a:t>
            </a:r>
            <a:r>
              <a:rPr lang="en-US" sz="1800" spc="8" noProof="0" dirty="0">
                <a:solidFill>
                  <a:srgbClr val="2D2C2C"/>
                </a:solidFill>
                <a:cs typeface="Segoe UI"/>
              </a:rPr>
              <a:t> </a:t>
            </a:r>
            <a:r>
              <a:rPr lang="en-US" sz="1800" spc="-8" noProof="0" dirty="0">
                <a:solidFill>
                  <a:srgbClr val="2D2C2C"/>
                </a:solidFill>
                <a:cs typeface="Segoe UI"/>
              </a:rPr>
              <a:t>shell</a:t>
            </a:r>
            <a:r>
              <a:rPr lang="en-US" sz="1800" spc="33" noProof="0" dirty="0">
                <a:solidFill>
                  <a:srgbClr val="2D2C2C"/>
                </a:solidFill>
                <a:cs typeface="Segoe UI"/>
              </a:rPr>
              <a:t> </a:t>
            </a:r>
            <a:r>
              <a:rPr lang="en-US" sz="1800" spc="-8" noProof="0" dirty="0">
                <a:solidFill>
                  <a:srgbClr val="2D2C2C"/>
                </a:solidFill>
                <a:cs typeface="Segoe UI"/>
              </a:rPr>
              <a:t>carries</a:t>
            </a:r>
            <a:r>
              <a:rPr lang="en-US" sz="1800" spc="28" noProof="0" dirty="0">
                <a:solidFill>
                  <a:srgbClr val="2D2C2C"/>
                </a:solidFill>
                <a:cs typeface="Segoe UI"/>
              </a:rPr>
              <a:t> </a:t>
            </a:r>
            <a:r>
              <a:rPr lang="en-US" sz="1800" spc="-4" noProof="0" dirty="0">
                <a:solidFill>
                  <a:srgbClr val="2D2C2C"/>
                </a:solidFill>
                <a:cs typeface="Segoe UI"/>
              </a:rPr>
              <a:t>out</a:t>
            </a:r>
            <a:r>
              <a:rPr lang="en-US" sz="1800" spc="28" noProof="0" dirty="0">
                <a:solidFill>
                  <a:srgbClr val="2D2C2C"/>
                </a:solidFill>
                <a:cs typeface="Segoe UI"/>
              </a:rPr>
              <a:t> </a:t>
            </a:r>
            <a:r>
              <a:rPr lang="en-US" sz="1800" spc="-8" noProof="0" dirty="0">
                <a:solidFill>
                  <a:srgbClr val="2D2C2C"/>
                </a:solidFill>
                <a:cs typeface="Segoe UI"/>
              </a:rPr>
              <a:t>wildcard</a:t>
            </a:r>
            <a:r>
              <a:rPr lang="en-US" sz="1800" spc="20" noProof="0" dirty="0">
                <a:solidFill>
                  <a:srgbClr val="2D2C2C"/>
                </a:solidFill>
                <a:cs typeface="Segoe UI"/>
              </a:rPr>
              <a:t> </a:t>
            </a:r>
            <a:r>
              <a:rPr lang="en-US" sz="1800" spc="-8" noProof="0" dirty="0">
                <a:solidFill>
                  <a:srgbClr val="2D2C2C"/>
                </a:solidFill>
                <a:cs typeface="Segoe UI"/>
              </a:rPr>
              <a:t>expansion (</a:t>
            </a:r>
            <a:r>
              <a:rPr lang="en-US" sz="1800" spc="-4" noProof="0" dirty="0" err="1">
                <a:solidFill>
                  <a:srgbClr val="2D2C2C"/>
                </a:solidFill>
                <a:cs typeface="Segoe UI"/>
              </a:rPr>
              <a:t>globbing</a:t>
            </a:r>
            <a:r>
              <a:rPr lang="en-US" sz="1800" spc="-8" noProof="0" dirty="0">
                <a:solidFill>
                  <a:srgbClr val="2D2C2C"/>
                </a:solidFill>
                <a:cs typeface="Segoe UI"/>
              </a:rPr>
              <a:t>)</a:t>
            </a:r>
            <a:r>
              <a:rPr lang="en-US" sz="1800" spc="-8" dirty="0">
                <a:solidFill>
                  <a:srgbClr val="2D2C2C"/>
                </a:solidFill>
                <a:cs typeface="Segoe UI"/>
              </a:rPr>
              <a:t> t</a:t>
            </a:r>
            <a:r>
              <a:rPr lang="en-US" sz="1800" spc="-8" noProof="0" dirty="0">
                <a:solidFill>
                  <a:srgbClr val="2D2C2C"/>
                </a:solidFill>
                <a:cs typeface="Segoe UI"/>
              </a:rPr>
              <a:t>o produce filenames.</a:t>
            </a:r>
            <a:endParaRPr lang="en-US" sz="1800" noProof="0" dirty="0">
              <a:cs typeface="Segoe UI"/>
            </a:endParaRPr>
          </a:p>
          <a:p>
            <a:pPr marL="289957" indent="-280154">
              <a:spcBef>
                <a:spcPts val="979"/>
              </a:spcBef>
              <a:buClr>
                <a:srgbClr val="000000"/>
              </a:buClr>
              <a:buFont typeface="Arial"/>
              <a:buChar char="•"/>
              <a:tabLst>
                <a:tab pos="289957" algn="l"/>
                <a:tab pos="290473" algn="l"/>
              </a:tabLst>
            </a:pPr>
            <a:r>
              <a:rPr lang="en-US" sz="1800" spc="-8" noProof="0" dirty="0">
                <a:solidFill>
                  <a:schemeClr val="tx1"/>
                </a:solidFill>
                <a:cs typeface="Segoe UI"/>
              </a:rPr>
              <a:t>Does</a:t>
            </a:r>
            <a:r>
              <a:rPr lang="en-US" sz="1800" spc="-12" noProof="0" dirty="0">
                <a:solidFill>
                  <a:schemeClr val="tx1"/>
                </a:solidFill>
                <a:cs typeface="Segoe UI"/>
              </a:rPr>
              <a:t> </a:t>
            </a:r>
            <a:r>
              <a:rPr lang="en-US" sz="1800" spc="-4" noProof="0" dirty="0">
                <a:solidFill>
                  <a:schemeClr val="tx1"/>
                </a:solidFill>
                <a:cs typeface="Segoe UI"/>
              </a:rPr>
              <a:t>not</a:t>
            </a:r>
            <a:r>
              <a:rPr lang="en-US" sz="1800" spc="16" noProof="0" dirty="0">
                <a:solidFill>
                  <a:schemeClr val="tx1"/>
                </a:solidFill>
                <a:cs typeface="Segoe UI"/>
              </a:rPr>
              <a:t> (normally) </a:t>
            </a:r>
            <a:r>
              <a:rPr lang="en-US" sz="1800" spc="-8" noProof="0" dirty="0">
                <a:solidFill>
                  <a:schemeClr val="tx1"/>
                </a:solidFill>
                <a:cs typeface="Segoe UI"/>
              </a:rPr>
              <a:t>include</a:t>
            </a:r>
            <a:r>
              <a:rPr lang="en-US" sz="1800" spc="33" noProof="0" dirty="0">
                <a:solidFill>
                  <a:schemeClr val="tx1"/>
                </a:solidFill>
                <a:cs typeface="Segoe UI"/>
              </a:rPr>
              <a:t> </a:t>
            </a:r>
            <a:r>
              <a:rPr lang="en-US" sz="1800" spc="-8" noProof="0" dirty="0">
                <a:solidFill>
                  <a:schemeClr val="tx1"/>
                </a:solidFill>
                <a:cs typeface="Segoe UI"/>
              </a:rPr>
              <a:t>filenames</a:t>
            </a:r>
            <a:r>
              <a:rPr lang="en-US" sz="1800" spc="73" noProof="0" dirty="0">
                <a:solidFill>
                  <a:schemeClr val="tx1"/>
                </a:solidFill>
                <a:cs typeface="Segoe UI"/>
              </a:rPr>
              <a:t> </a:t>
            </a:r>
            <a:r>
              <a:rPr lang="en-US" sz="1800" spc="-4" noProof="0" dirty="0">
                <a:solidFill>
                  <a:schemeClr val="tx1"/>
                </a:solidFill>
                <a:cs typeface="Segoe UI"/>
              </a:rPr>
              <a:t>starting</a:t>
            </a:r>
            <a:r>
              <a:rPr lang="en-US" sz="1800" spc="37" noProof="0" dirty="0">
                <a:solidFill>
                  <a:schemeClr val="tx1"/>
                </a:solidFill>
                <a:cs typeface="Segoe UI"/>
              </a:rPr>
              <a:t> </a:t>
            </a:r>
            <a:r>
              <a:rPr lang="en-US" sz="1800" spc="-4" noProof="0" dirty="0">
                <a:solidFill>
                  <a:schemeClr val="tx1"/>
                </a:solidFill>
                <a:cs typeface="Segoe UI"/>
              </a:rPr>
              <a:t>with</a:t>
            </a:r>
            <a:r>
              <a:rPr lang="en-US" sz="1800" spc="12" noProof="0" dirty="0">
                <a:solidFill>
                  <a:schemeClr val="tx1"/>
                </a:solidFill>
                <a:cs typeface="Segoe UI"/>
              </a:rPr>
              <a:t> </a:t>
            </a:r>
            <a:r>
              <a:rPr lang="en-US" sz="1800" spc="-4" noProof="0" dirty="0">
                <a:solidFill>
                  <a:schemeClr val="tx1"/>
                </a:solidFill>
                <a:cs typeface="Segoe UI"/>
              </a:rPr>
              <a:t>a</a:t>
            </a:r>
            <a:r>
              <a:rPr lang="en-US" sz="1800" spc="16" noProof="0" dirty="0">
                <a:solidFill>
                  <a:schemeClr val="tx1"/>
                </a:solidFill>
                <a:cs typeface="Segoe UI"/>
              </a:rPr>
              <a:t> </a:t>
            </a:r>
            <a:r>
              <a:rPr lang="en-US" sz="1800" b="1" spc="-4" noProof="0" dirty="0">
                <a:solidFill>
                  <a:schemeClr val="tx1"/>
                </a:solidFill>
                <a:cs typeface="Segoe UI"/>
              </a:rPr>
              <a:t>. </a:t>
            </a:r>
            <a:r>
              <a:rPr lang="en-US" sz="1800" spc="-4" noProof="0" dirty="0">
                <a:solidFill>
                  <a:schemeClr val="tx1"/>
                </a:solidFill>
                <a:cs typeface="Segoe UI"/>
              </a:rPr>
              <a:t>(dot).</a:t>
            </a:r>
          </a:p>
          <a:p>
            <a:pPr marL="289957" indent="-280154">
              <a:spcBef>
                <a:spcPts val="979"/>
              </a:spcBef>
              <a:buClr>
                <a:srgbClr val="000000"/>
              </a:buClr>
              <a:buFont typeface="Arial"/>
              <a:buChar char="•"/>
              <a:tabLst>
                <a:tab pos="289957" algn="l"/>
                <a:tab pos="290473" algn="l"/>
              </a:tabLst>
            </a:pPr>
            <a:endParaRPr lang="en-US" sz="1800" spc="-4" noProof="0" dirty="0">
              <a:solidFill>
                <a:schemeClr val="tx1"/>
              </a:solidFill>
              <a:cs typeface="Segoe UI"/>
            </a:endParaRPr>
          </a:p>
          <a:p>
            <a:pPr marL="289957" indent="-280154">
              <a:spcBef>
                <a:spcPts val="979"/>
              </a:spcBef>
              <a:buClr>
                <a:srgbClr val="000000"/>
              </a:buClr>
              <a:buFont typeface="Arial"/>
              <a:buChar char="•"/>
              <a:tabLst>
                <a:tab pos="289957" algn="l"/>
                <a:tab pos="290473" algn="l"/>
              </a:tabLst>
            </a:pPr>
            <a:endParaRPr lang="en-US" sz="1800" b="1" spc="-4" noProof="0" dirty="0">
              <a:solidFill>
                <a:schemeClr val="tx1"/>
              </a:solidFill>
              <a:cs typeface="Segoe UI"/>
            </a:endParaRPr>
          </a:p>
          <a:p>
            <a:pPr marL="289957" indent="-280154">
              <a:spcBef>
                <a:spcPts val="979"/>
              </a:spcBef>
              <a:buClr>
                <a:srgbClr val="000000"/>
              </a:buClr>
              <a:buFont typeface="Arial"/>
              <a:buChar char="•"/>
              <a:tabLst>
                <a:tab pos="289957" algn="l"/>
                <a:tab pos="290473" algn="l"/>
              </a:tabLst>
            </a:pPr>
            <a:endParaRPr lang="en-US" sz="1800" b="1" spc="-4" noProof="0" dirty="0">
              <a:solidFill>
                <a:schemeClr val="tx1"/>
              </a:solidFill>
              <a:cs typeface="Segoe UI"/>
            </a:endParaRPr>
          </a:p>
          <a:p>
            <a:pPr marL="9803" indent="0">
              <a:spcBef>
                <a:spcPts val="979"/>
              </a:spcBef>
              <a:buClr>
                <a:srgbClr val="000000"/>
              </a:buClr>
              <a:buNone/>
              <a:tabLst>
                <a:tab pos="289957" algn="l"/>
                <a:tab pos="290473" algn="l"/>
              </a:tabLst>
            </a:pPr>
            <a:endParaRPr lang="en-US" sz="1800" b="1" spc="-4" noProof="0" dirty="0">
              <a:solidFill>
                <a:schemeClr val="tx1"/>
              </a:solidFill>
              <a:cs typeface="Segoe UI"/>
            </a:endParaRPr>
          </a:p>
          <a:p>
            <a:pPr marL="289957" indent="-280154">
              <a:spcBef>
                <a:spcPts val="979"/>
              </a:spcBef>
              <a:buClr>
                <a:srgbClr val="000000"/>
              </a:buClr>
              <a:buFont typeface="Arial"/>
              <a:buChar char="•"/>
              <a:tabLst>
                <a:tab pos="289957" algn="l"/>
                <a:tab pos="290473" algn="l"/>
              </a:tabLst>
            </a:pPr>
            <a:endParaRPr lang="en-US" sz="1800" b="1" spc="-4" noProof="0" dirty="0">
              <a:solidFill>
                <a:schemeClr val="tx1"/>
              </a:solidFill>
              <a:cs typeface="Segoe UI"/>
            </a:endParaRPr>
          </a:p>
          <a:p>
            <a:pPr marL="289957" indent="-280154">
              <a:spcBef>
                <a:spcPts val="979"/>
              </a:spcBef>
              <a:buClr>
                <a:srgbClr val="000000"/>
              </a:buClr>
              <a:buFont typeface="Arial"/>
              <a:buChar char="•"/>
              <a:tabLst>
                <a:tab pos="289957" algn="l"/>
                <a:tab pos="290473" algn="l"/>
              </a:tabLst>
            </a:pPr>
            <a:endParaRPr lang="en-US" sz="1800" b="1" spc="-4" noProof="0" dirty="0">
              <a:solidFill>
                <a:schemeClr val="tx1"/>
              </a:solidFill>
              <a:cs typeface="Segoe UI"/>
            </a:endParaRPr>
          </a:p>
          <a:p>
            <a:pPr marL="289957" indent="-280154">
              <a:spcBef>
                <a:spcPts val="979"/>
              </a:spcBef>
              <a:buClr>
                <a:srgbClr val="000000"/>
              </a:buClr>
              <a:buFont typeface="Arial"/>
              <a:buChar char="•"/>
              <a:tabLst>
                <a:tab pos="289957" algn="l"/>
                <a:tab pos="290473" algn="l"/>
              </a:tabLst>
            </a:pPr>
            <a:endParaRPr lang="en-US" spc="-4" dirty="0">
              <a:solidFill>
                <a:schemeClr val="tx1"/>
              </a:solidFill>
              <a:cs typeface="Segoe UI"/>
            </a:endParaRPr>
          </a:p>
          <a:p>
            <a:pPr marL="289957" indent="-280154">
              <a:spcBef>
                <a:spcPts val="979"/>
              </a:spcBef>
              <a:buClr>
                <a:srgbClr val="000000"/>
              </a:buClr>
              <a:buFont typeface="Arial"/>
              <a:buChar char="•"/>
              <a:tabLst>
                <a:tab pos="289957" algn="l"/>
                <a:tab pos="290473" algn="l"/>
              </a:tabLst>
            </a:pPr>
            <a:r>
              <a:rPr lang="en-US" spc="-4" dirty="0">
                <a:solidFill>
                  <a:schemeClr val="tx1"/>
                </a:solidFill>
                <a:cs typeface="Segoe UI"/>
              </a:rPr>
              <a:t>For e</a:t>
            </a:r>
            <a:r>
              <a:rPr lang="en-US" sz="1800" spc="-4" noProof="0" dirty="0" err="1">
                <a:solidFill>
                  <a:schemeClr val="tx1"/>
                </a:solidFill>
                <a:cs typeface="Segoe UI"/>
              </a:rPr>
              <a:t>xample</a:t>
            </a:r>
            <a:r>
              <a:rPr lang="en-US" sz="1800" spc="-4" noProof="0" dirty="0">
                <a:solidFill>
                  <a:schemeClr val="tx1"/>
                </a:solidFill>
                <a:cs typeface="Segoe UI"/>
              </a:rPr>
              <a:t>, list files with names that start with q and end in a digit.</a:t>
            </a:r>
            <a:endParaRPr lang="en-US" sz="1800" noProof="0" dirty="0">
              <a:solidFill>
                <a:schemeClr val="tx1"/>
              </a:solidFill>
              <a:cs typeface="Segoe UI"/>
            </a:endParaRPr>
          </a:p>
          <a:p>
            <a:pPr marL="0" indent="0">
              <a:buNone/>
            </a:pPr>
            <a:endParaRPr lang="en-US" sz="1800" noProof="0" dirty="0">
              <a:solidFill>
                <a:schemeClr val="tx1"/>
              </a:solidFill>
            </a:endParaRP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10</a:t>
            </a:fld>
            <a:endParaRPr lang="en-US" noProof="0" dirty="0"/>
          </a:p>
        </p:txBody>
      </p:sp>
      <p:sp>
        <p:nvSpPr>
          <p:cNvPr id="12" name="Rectangle 3">
            <a:extLst>
              <a:ext uri="{FF2B5EF4-FFF2-40B4-BE49-F238E27FC236}">
                <a16:creationId xmlns:a16="http://schemas.microsoft.com/office/drawing/2014/main" id="{26F13CC9-6EC4-E102-010F-FD73F8C7DF7E}"/>
              </a:ext>
            </a:extLst>
          </p:cNvPr>
          <p:cNvSpPr>
            <a:spLocks noChangeArrowheads="1"/>
          </p:cNvSpPr>
          <p:nvPr/>
        </p:nvSpPr>
        <p:spPr bwMode="auto">
          <a:xfrm>
            <a:off x="1683444" y="5518969"/>
            <a:ext cx="677068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6116">
              <a:spcBef>
                <a:spcPts val="93"/>
              </a:spcBef>
            </a:pPr>
            <a:r>
              <a:rPr lang="en-US" sz="18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ls</a:t>
            </a:r>
            <a:r>
              <a:rPr lang="en-US" sz="1800" b="1"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q*[0-9]</a:t>
            </a:r>
            <a:endPar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pic>
        <p:nvPicPr>
          <p:cNvPr id="7" name="Picture 6">
            <a:extLst>
              <a:ext uri="{FF2B5EF4-FFF2-40B4-BE49-F238E27FC236}">
                <a16:creationId xmlns:a16="http://schemas.microsoft.com/office/drawing/2014/main" id="{42B34B66-DF3A-9F5E-3D4A-6DAB8FA176F3}"/>
              </a:ext>
            </a:extLst>
          </p:cNvPr>
          <p:cNvPicPr>
            <a:picLocks noChangeAspect="1"/>
          </p:cNvPicPr>
          <p:nvPr/>
        </p:nvPicPr>
        <p:blipFill>
          <a:blip r:embed="rId3"/>
          <a:stretch>
            <a:fillRect/>
          </a:stretch>
        </p:blipFill>
        <p:spPr>
          <a:xfrm>
            <a:off x="10687049" y="687221"/>
            <a:ext cx="877111" cy="1827380"/>
          </a:xfrm>
          <a:prstGeom prst="rect">
            <a:avLst/>
          </a:prstGeom>
        </p:spPr>
      </p:pic>
      <p:graphicFrame>
        <p:nvGraphicFramePr>
          <p:cNvPr id="6" name="Table 12">
            <a:extLst>
              <a:ext uri="{FF2B5EF4-FFF2-40B4-BE49-F238E27FC236}">
                <a16:creationId xmlns:a16="http://schemas.microsoft.com/office/drawing/2014/main" id="{5285E4FD-2E41-7172-0629-10803C6E61BF}"/>
              </a:ext>
            </a:extLst>
          </p:cNvPr>
          <p:cNvGraphicFramePr>
            <a:graphicFrameLocks noGrp="1"/>
          </p:cNvGraphicFramePr>
          <p:nvPr>
            <p:extLst>
              <p:ext uri="{D42A27DB-BD31-4B8C-83A1-F6EECF244321}">
                <p14:modId xmlns:p14="http://schemas.microsoft.com/office/powerpoint/2010/main" val="2282025440"/>
              </p:ext>
            </p:extLst>
          </p:nvPr>
        </p:nvGraphicFramePr>
        <p:xfrm>
          <a:off x="1684054" y="2685750"/>
          <a:ext cx="6770077" cy="2194560"/>
        </p:xfrm>
        <a:graphic>
          <a:graphicData uri="http://schemas.openxmlformats.org/drawingml/2006/table">
            <a:tbl>
              <a:tblPr firstRow="1" bandRow="1">
                <a:tableStyleId>{21E4AEA4-8DFA-4A89-87EB-49C32662AFE0}</a:tableStyleId>
              </a:tblPr>
              <a:tblGrid>
                <a:gridCol w="1285819">
                  <a:extLst>
                    <a:ext uri="{9D8B030D-6E8A-4147-A177-3AD203B41FA5}">
                      <a16:colId xmlns:a16="http://schemas.microsoft.com/office/drawing/2014/main" val="1812677371"/>
                    </a:ext>
                  </a:extLst>
                </a:gridCol>
                <a:gridCol w="5484258">
                  <a:extLst>
                    <a:ext uri="{9D8B030D-6E8A-4147-A177-3AD203B41FA5}">
                      <a16:colId xmlns:a16="http://schemas.microsoft.com/office/drawing/2014/main" val="66637003"/>
                    </a:ext>
                  </a:extLst>
                </a:gridCol>
              </a:tblGrid>
              <a:tr h="349844">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Pattern</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Matches</a:t>
                      </a:r>
                    </a:p>
                  </a:txBody>
                  <a:tcPr/>
                </a:tc>
                <a:extLst>
                  <a:ext uri="{0D108BD9-81ED-4DB2-BD59-A6C34878D82A}">
                    <a16:rowId xmlns:a16="http://schemas.microsoft.com/office/drawing/2014/main" val="969159810"/>
                  </a:ext>
                </a:extLst>
              </a:tr>
              <a:tr h="349844">
                <a:tc>
                  <a:txBody>
                    <a:bodyPr/>
                    <a:lstStyle/>
                    <a:p>
                      <a:pPr marL="10319">
                        <a:spcBef>
                          <a:spcPts val="73"/>
                        </a:spcBef>
                      </a:pPr>
                      <a:r>
                        <a:rPr lang="en-US" sz="1800" b="1" spc="-8" noProof="0" dirty="0">
                          <a:solidFill>
                            <a:srgbClr val="7030A0"/>
                          </a:solidFill>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a:spcBef>
                          <a:spcPts val="73"/>
                        </a:spcBef>
                      </a:pPr>
                      <a:r>
                        <a:rPr lang="en-US" sz="1800" spc="-8" noProof="0" dirty="0">
                          <a:latin typeface="+mn-lt"/>
                        </a:rPr>
                        <a:t>Zero</a:t>
                      </a:r>
                      <a:r>
                        <a:rPr lang="en-US" sz="1800" spc="-24" noProof="0" dirty="0">
                          <a:latin typeface="+mn-lt"/>
                        </a:rPr>
                        <a:t> </a:t>
                      </a:r>
                      <a:r>
                        <a:rPr lang="en-US" sz="1800" noProof="0" dirty="0">
                          <a:latin typeface="+mn-lt"/>
                        </a:rPr>
                        <a:t>or</a:t>
                      </a:r>
                      <a:r>
                        <a:rPr lang="en-US" sz="1800" spc="-4" noProof="0" dirty="0">
                          <a:latin typeface="+mn-lt"/>
                        </a:rPr>
                        <a:t> </a:t>
                      </a:r>
                      <a:r>
                        <a:rPr lang="en-US" sz="1800" spc="-8" noProof="0" dirty="0">
                          <a:latin typeface="+mn-lt"/>
                        </a:rPr>
                        <a:t>more</a:t>
                      </a:r>
                      <a:r>
                        <a:rPr lang="en-US" sz="1800" spc="20" noProof="0" dirty="0">
                          <a:latin typeface="+mn-lt"/>
                        </a:rPr>
                        <a:t> </a:t>
                      </a:r>
                      <a:r>
                        <a:rPr lang="en-US" sz="1800" spc="-8" noProof="0" dirty="0">
                          <a:latin typeface="+mn-lt"/>
                        </a:rPr>
                        <a:t>characters</a:t>
                      </a:r>
                      <a:endParaRPr lang="en-US" sz="1800" noProof="0" dirty="0">
                        <a:latin typeface="+mn-lt"/>
                        <a:cs typeface="Segoe UI"/>
                      </a:endParaRPr>
                    </a:p>
                  </a:txBody>
                  <a:tcPr/>
                </a:tc>
                <a:extLst>
                  <a:ext uri="{0D108BD9-81ED-4DB2-BD59-A6C34878D82A}">
                    <a16:rowId xmlns:a16="http://schemas.microsoft.com/office/drawing/2014/main" val="2414292830"/>
                  </a:ext>
                </a:extLst>
              </a:tr>
              <a:tr h="349844">
                <a:tc>
                  <a:txBody>
                    <a:bodyPr/>
                    <a:lstStyle/>
                    <a:p>
                      <a:pPr marL="10319">
                        <a:spcBef>
                          <a:spcPts val="4"/>
                        </a:spcBef>
                      </a:pPr>
                      <a:r>
                        <a:rPr lang="en-US" sz="1800" b="1" spc="-8" noProof="0" dirty="0">
                          <a:solidFill>
                            <a:srgbClr val="7030A0"/>
                          </a:solidFill>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a:spcBef>
                          <a:spcPts val="4"/>
                        </a:spcBef>
                      </a:pPr>
                      <a:r>
                        <a:rPr lang="en-US" sz="1800" spc="-8" noProof="0" dirty="0">
                          <a:latin typeface="+mn-lt"/>
                        </a:rPr>
                        <a:t>Exactly</a:t>
                      </a:r>
                      <a:r>
                        <a:rPr lang="en-US" sz="1800" spc="-4" noProof="0" dirty="0">
                          <a:latin typeface="+mn-lt"/>
                        </a:rPr>
                        <a:t> one</a:t>
                      </a:r>
                      <a:r>
                        <a:rPr lang="en-US" sz="1800" noProof="0" dirty="0">
                          <a:latin typeface="+mn-lt"/>
                        </a:rPr>
                        <a:t> </a:t>
                      </a:r>
                      <a:r>
                        <a:rPr lang="en-US" sz="1800" spc="-8" noProof="0" dirty="0">
                          <a:latin typeface="+mn-lt"/>
                        </a:rPr>
                        <a:t>character</a:t>
                      </a:r>
                      <a:endParaRPr lang="en-US" sz="1800" noProof="0" dirty="0">
                        <a:latin typeface="+mn-lt"/>
                        <a:cs typeface="Segoe UI"/>
                      </a:endParaRPr>
                    </a:p>
                  </a:txBody>
                  <a:tcPr/>
                </a:tc>
                <a:extLst>
                  <a:ext uri="{0D108BD9-81ED-4DB2-BD59-A6C34878D82A}">
                    <a16:rowId xmlns:a16="http://schemas.microsoft.com/office/drawing/2014/main" val="2311045843"/>
                  </a:ext>
                </a:extLst>
              </a:tr>
              <a:tr h="349844">
                <a:tc>
                  <a:txBody>
                    <a:bodyPr/>
                    <a:lstStyle/>
                    <a:p>
                      <a:pPr marL="10319" marR="4128"/>
                      <a:r>
                        <a:rPr lang="en-US" sz="1800" b="1" spc="-4" noProof="0" dirty="0">
                          <a:solidFill>
                            <a:srgbClr val="7030A0"/>
                          </a:solidFill>
                          <a:latin typeface="Hack" panose="020B0609030202020204"/>
                        </a:rPr>
                        <a:t>[</a:t>
                      </a:r>
                      <a:r>
                        <a:rPr lang="en-US" sz="1800" b="1" spc="-4" noProof="0" dirty="0" err="1">
                          <a:solidFill>
                            <a:srgbClr val="7030A0"/>
                          </a:solidFill>
                          <a:latin typeface="Hack" panose="020B0609030202020204"/>
                        </a:rPr>
                        <a:t>abc</a:t>
                      </a:r>
                      <a:r>
                        <a:rPr lang="en-US" sz="1800" b="1" spc="-4" noProof="0" dirty="0">
                          <a:solidFill>
                            <a:srgbClr val="7030A0"/>
                          </a:solidFill>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marR="4128"/>
                      <a:r>
                        <a:rPr lang="en-US" sz="1800" spc="-4" noProof="0" dirty="0">
                          <a:latin typeface="+mn-lt"/>
                        </a:rPr>
                        <a:t>One</a:t>
                      </a:r>
                      <a:r>
                        <a:rPr lang="en-US" sz="1800" spc="16" noProof="0" dirty="0">
                          <a:latin typeface="+mn-lt"/>
                        </a:rPr>
                        <a:t> </a:t>
                      </a:r>
                      <a:r>
                        <a:rPr lang="en-US" sz="1800" spc="-20" noProof="0" dirty="0">
                          <a:latin typeface="+mn-lt"/>
                        </a:rPr>
                        <a:t>character,</a:t>
                      </a:r>
                      <a:r>
                        <a:rPr lang="en-US" sz="1800" spc="85" noProof="0" dirty="0">
                          <a:latin typeface="+mn-lt"/>
                        </a:rPr>
                        <a:t> </a:t>
                      </a:r>
                      <a:r>
                        <a:rPr lang="en-US" sz="1800" spc="-8" noProof="0" dirty="0">
                          <a:latin typeface="+mn-lt"/>
                        </a:rPr>
                        <a:t>either</a:t>
                      </a:r>
                      <a:r>
                        <a:rPr lang="en-US" sz="1800" spc="85" noProof="0" dirty="0">
                          <a:latin typeface="+mn-lt"/>
                        </a:rPr>
                        <a:t> </a:t>
                      </a:r>
                      <a:r>
                        <a:rPr lang="en-US" sz="1800" spc="-4" noProof="0" dirty="0">
                          <a:latin typeface="+mn-lt"/>
                        </a:rPr>
                        <a:t>a</a:t>
                      </a:r>
                      <a:r>
                        <a:rPr lang="en-US" sz="1800" spc="20" noProof="0" dirty="0">
                          <a:latin typeface="+mn-lt"/>
                        </a:rPr>
                        <a:t> </a:t>
                      </a:r>
                      <a:r>
                        <a:rPr lang="en-US" sz="1800" noProof="0" dirty="0">
                          <a:latin typeface="+mn-lt"/>
                        </a:rPr>
                        <a:t>or</a:t>
                      </a:r>
                      <a:r>
                        <a:rPr lang="en-US" sz="1800" spc="24" noProof="0" dirty="0">
                          <a:latin typeface="+mn-lt"/>
                        </a:rPr>
                        <a:t> </a:t>
                      </a:r>
                      <a:r>
                        <a:rPr lang="en-US" sz="1800" spc="-4" noProof="0" dirty="0">
                          <a:latin typeface="+mn-lt"/>
                        </a:rPr>
                        <a:t>b</a:t>
                      </a:r>
                      <a:r>
                        <a:rPr lang="en-US" sz="1800" spc="28" noProof="0" dirty="0">
                          <a:latin typeface="+mn-lt"/>
                        </a:rPr>
                        <a:t> </a:t>
                      </a:r>
                      <a:r>
                        <a:rPr lang="en-US" sz="1800" noProof="0" dirty="0">
                          <a:latin typeface="+mn-lt"/>
                        </a:rPr>
                        <a:t>or</a:t>
                      </a:r>
                      <a:r>
                        <a:rPr lang="en-US" sz="1800" spc="28" noProof="0" dirty="0">
                          <a:latin typeface="+mn-lt"/>
                        </a:rPr>
                        <a:t> </a:t>
                      </a:r>
                      <a:r>
                        <a:rPr lang="en-US" sz="1800" spc="-4" noProof="0" dirty="0">
                          <a:latin typeface="+mn-lt"/>
                        </a:rPr>
                        <a:t>c</a:t>
                      </a:r>
                      <a:endParaRPr lang="en-US" sz="1800" spc="-4" noProof="0" dirty="0">
                        <a:latin typeface="+mn-lt"/>
                        <a:cs typeface="Segoe UI"/>
                      </a:endParaRPr>
                    </a:p>
                  </a:txBody>
                  <a:tcPr/>
                </a:tc>
                <a:extLst>
                  <a:ext uri="{0D108BD9-81ED-4DB2-BD59-A6C34878D82A}">
                    <a16:rowId xmlns:a16="http://schemas.microsoft.com/office/drawing/2014/main" val="4011504268"/>
                  </a:ext>
                </a:extLst>
              </a:tr>
              <a:tr h="349844">
                <a:tc>
                  <a:txBody>
                    <a:bodyPr/>
                    <a:lstStyle/>
                    <a:p>
                      <a:pPr marL="10319" marR="4128"/>
                      <a:r>
                        <a:rPr lang="en-US" sz="1800" b="1" spc="-4" noProof="0" dirty="0">
                          <a:solidFill>
                            <a:srgbClr val="7030A0"/>
                          </a:solidFill>
                          <a:latin typeface="Hack" panose="020B0609030202020204"/>
                        </a:rPr>
                        <a:t>[A-Z]</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marR="4128"/>
                      <a:r>
                        <a:rPr lang="en-US" sz="1800" spc="-4" noProof="0" dirty="0">
                          <a:latin typeface="+mn-lt"/>
                        </a:rPr>
                        <a:t>One</a:t>
                      </a:r>
                      <a:r>
                        <a:rPr lang="en-US" sz="1800" spc="77" noProof="0" dirty="0">
                          <a:latin typeface="+mn-lt"/>
                        </a:rPr>
                        <a:t> </a:t>
                      </a:r>
                      <a:r>
                        <a:rPr lang="en-US" sz="1800" spc="-20" noProof="0" dirty="0">
                          <a:latin typeface="+mn-lt"/>
                        </a:rPr>
                        <a:t>character,</a:t>
                      </a:r>
                      <a:r>
                        <a:rPr lang="en-US" sz="1800" spc="146" noProof="0" dirty="0">
                          <a:latin typeface="+mn-lt"/>
                        </a:rPr>
                        <a:t> </a:t>
                      </a:r>
                      <a:r>
                        <a:rPr lang="en-US" sz="1800" spc="-4" noProof="0" dirty="0">
                          <a:latin typeface="+mn-lt"/>
                        </a:rPr>
                        <a:t>in</a:t>
                      </a:r>
                      <a:r>
                        <a:rPr lang="en-US" sz="1800" spc="102" noProof="0" dirty="0">
                          <a:latin typeface="+mn-lt"/>
                        </a:rPr>
                        <a:t> </a:t>
                      </a:r>
                      <a:r>
                        <a:rPr lang="en-US" sz="1800" spc="-4" noProof="0" dirty="0">
                          <a:latin typeface="+mn-lt"/>
                        </a:rPr>
                        <a:t>the</a:t>
                      </a:r>
                      <a:r>
                        <a:rPr lang="en-US" sz="1800" spc="102" noProof="0" dirty="0">
                          <a:latin typeface="+mn-lt"/>
                        </a:rPr>
                        <a:t> </a:t>
                      </a:r>
                      <a:r>
                        <a:rPr lang="en-US" sz="1800" spc="-4" noProof="0" dirty="0">
                          <a:latin typeface="+mn-lt"/>
                        </a:rPr>
                        <a:t>range</a:t>
                      </a:r>
                      <a:r>
                        <a:rPr lang="en-US" sz="1800" spc="102" noProof="0" dirty="0">
                          <a:latin typeface="+mn-lt"/>
                        </a:rPr>
                        <a:t> </a:t>
                      </a:r>
                      <a:r>
                        <a:rPr lang="en-US" sz="1800" spc="-16" noProof="0" dirty="0">
                          <a:latin typeface="+mn-lt"/>
                        </a:rPr>
                        <a:t>A-Z</a:t>
                      </a:r>
                      <a:endParaRPr lang="en-US" sz="1800" spc="-16" noProof="0" dirty="0">
                        <a:latin typeface="+mn-lt"/>
                        <a:cs typeface="Segoe UI"/>
                      </a:endParaRPr>
                    </a:p>
                  </a:txBody>
                  <a:tcPr/>
                </a:tc>
                <a:extLst>
                  <a:ext uri="{0D108BD9-81ED-4DB2-BD59-A6C34878D82A}">
                    <a16:rowId xmlns:a16="http://schemas.microsoft.com/office/drawing/2014/main" val="2635832462"/>
                  </a:ext>
                </a:extLst>
              </a:tr>
              <a:tr h="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spc="-16" noProof="0" dirty="0">
                          <a:solidFill>
                            <a:srgbClr val="7030A0"/>
                          </a:solidFill>
                          <a:latin typeface="Hack" panose="020B0609030202020204"/>
                        </a:rPr>
                        <a:t>[!</a:t>
                      </a:r>
                      <a:r>
                        <a:rPr lang="en-US" sz="1800" b="1" spc="-16" noProof="0" dirty="0" err="1">
                          <a:solidFill>
                            <a:srgbClr val="7030A0"/>
                          </a:solidFill>
                          <a:latin typeface="Hack" panose="020B0609030202020204"/>
                        </a:rPr>
                        <a:t>abc</a:t>
                      </a:r>
                      <a:r>
                        <a:rPr lang="en-US" sz="1800" b="1" spc="-16" noProof="0" dirty="0">
                          <a:solidFill>
                            <a:srgbClr val="7030A0"/>
                          </a:solidFill>
                          <a:latin typeface="Hack" panose="020B0609030202020204"/>
                        </a:rPr>
                        <a:t>]</a:t>
                      </a:r>
                      <a:r>
                        <a:rPr lang="en-US" sz="1800" spc="-16" noProof="0" dirty="0">
                          <a:latin typeface="Hack" panose="020B0609030202020204"/>
                        </a:rPr>
                        <a:t>	</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spc="-4" noProof="0" dirty="0">
                          <a:latin typeface="+mn-lt"/>
                        </a:rPr>
                        <a:t>One</a:t>
                      </a:r>
                      <a:r>
                        <a:rPr lang="en-US" sz="1800" spc="-8" noProof="0" dirty="0">
                          <a:latin typeface="+mn-lt"/>
                        </a:rPr>
                        <a:t> </a:t>
                      </a:r>
                      <a:r>
                        <a:rPr lang="en-US" sz="1800" spc="-20" noProof="0" dirty="0">
                          <a:latin typeface="+mn-lt"/>
                        </a:rPr>
                        <a:t>character,</a:t>
                      </a:r>
                      <a:r>
                        <a:rPr lang="en-US" sz="1800" spc="57" noProof="0" dirty="0">
                          <a:latin typeface="+mn-lt"/>
                        </a:rPr>
                        <a:t> </a:t>
                      </a:r>
                      <a:r>
                        <a:rPr lang="en-US" sz="1800" spc="-4" noProof="0" dirty="0">
                          <a:latin typeface="+mn-lt"/>
                        </a:rPr>
                        <a:t>neither</a:t>
                      </a:r>
                      <a:r>
                        <a:rPr lang="en-US" sz="1800" spc="57" noProof="0" dirty="0">
                          <a:latin typeface="+mn-lt"/>
                        </a:rPr>
                        <a:t> </a:t>
                      </a:r>
                      <a:r>
                        <a:rPr lang="en-US" sz="1800" spc="-4" noProof="0" dirty="0">
                          <a:latin typeface="+mn-lt"/>
                        </a:rPr>
                        <a:t>a</a:t>
                      </a:r>
                      <a:r>
                        <a:rPr lang="en-US" sz="1800" spc="-8" noProof="0" dirty="0">
                          <a:latin typeface="+mn-lt"/>
                        </a:rPr>
                        <a:t> </a:t>
                      </a:r>
                      <a:r>
                        <a:rPr lang="en-US" sz="1800" spc="-4" noProof="0" dirty="0">
                          <a:latin typeface="+mn-lt"/>
                        </a:rPr>
                        <a:t>nor</a:t>
                      </a:r>
                      <a:r>
                        <a:rPr lang="en-US" sz="1800" spc="20" noProof="0" dirty="0">
                          <a:latin typeface="+mn-lt"/>
                        </a:rPr>
                        <a:t> </a:t>
                      </a:r>
                      <a:r>
                        <a:rPr lang="en-US" sz="1800" spc="-4" noProof="0" dirty="0">
                          <a:latin typeface="+mn-lt"/>
                        </a:rPr>
                        <a:t>b</a:t>
                      </a:r>
                      <a:r>
                        <a:rPr lang="en-US" sz="1800" spc="-16" noProof="0" dirty="0">
                          <a:latin typeface="+mn-lt"/>
                        </a:rPr>
                        <a:t> </a:t>
                      </a:r>
                      <a:r>
                        <a:rPr lang="en-US" sz="1800" spc="-4" noProof="0" dirty="0">
                          <a:latin typeface="+mn-lt"/>
                        </a:rPr>
                        <a:t>nor</a:t>
                      </a:r>
                      <a:r>
                        <a:rPr lang="en-US" sz="1800" spc="20" noProof="0" dirty="0">
                          <a:latin typeface="+mn-lt"/>
                        </a:rPr>
                        <a:t> </a:t>
                      </a:r>
                      <a:r>
                        <a:rPr lang="en-US" sz="1800" spc="-4" noProof="0" dirty="0">
                          <a:latin typeface="+mn-lt"/>
                        </a:rPr>
                        <a:t>c</a:t>
                      </a:r>
                      <a:endParaRPr lang="en-US" sz="1800" noProof="0" dirty="0">
                        <a:latin typeface="+mn-lt"/>
                        <a:cs typeface="Segoe UI"/>
                      </a:endParaRPr>
                    </a:p>
                  </a:txBody>
                  <a:tcPr/>
                </a:tc>
                <a:extLst>
                  <a:ext uri="{0D108BD9-81ED-4DB2-BD59-A6C34878D82A}">
                    <a16:rowId xmlns:a16="http://schemas.microsoft.com/office/drawing/2014/main" val="2938631023"/>
                  </a:ext>
                </a:extLst>
              </a:tr>
            </a:tbl>
          </a:graphicData>
        </a:graphic>
      </p:graphicFrame>
    </p:spTree>
    <p:extLst>
      <p:ext uri="{BB962C8B-B14F-4D97-AF65-F5344CB8AC3E}">
        <p14:creationId xmlns:p14="http://schemas.microsoft.com/office/powerpoint/2010/main" val="31744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59462447-B157-1F5E-E7E0-C9E585757303}"/>
              </a:ext>
            </a:extLst>
          </p:cNvPr>
          <p:cNvSpPr>
            <a:spLocks noGrp="1"/>
          </p:cNvSpPr>
          <p:nvPr>
            <p:ph type="ctrTitle"/>
          </p:nvPr>
        </p:nvSpPr>
        <p:spPr>
          <a:xfrm>
            <a:off x="443922" y="500194"/>
            <a:ext cx="11303577" cy="858985"/>
          </a:xfrm>
        </p:spPr>
        <p:txBody>
          <a:bodyPr/>
          <a:lstStyle/>
          <a:p>
            <a:r>
              <a:rPr lang="en-US" noProof="0" dirty="0"/>
              <a:t>Knowledge check</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4500" y="1733550"/>
            <a:ext cx="4081318" cy="4348163"/>
          </a:xfrm>
        </p:spPr>
        <p:txBody>
          <a:bodyPr>
            <a:normAutofit/>
          </a:bodyPr>
          <a:lstStyle/>
          <a:p>
            <a:pPr marL="0" indent="0">
              <a:buNone/>
            </a:pPr>
            <a:r>
              <a:rPr lang="en-US" sz="2000" noProof="0" dirty="0">
                <a:solidFill>
                  <a:schemeClr val="tx1"/>
                </a:solidFill>
              </a:rPr>
              <a:t>What do the following commands achieve?</a:t>
            </a:r>
          </a:p>
          <a:p>
            <a:endParaRPr lang="en-US" sz="2000" noProof="0" dirty="0">
              <a:solidFill>
                <a:schemeClr val="tx1"/>
              </a:solidFill>
            </a:endParaRPr>
          </a:p>
          <a:p>
            <a:endParaRPr lang="en-US" sz="2000"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xfrm>
            <a:off x="9365513" y="6398855"/>
            <a:ext cx="2743200" cy="365125"/>
          </a:xfrm>
        </p:spPr>
        <p:txBody>
          <a:bodyPr/>
          <a:lstStyle/>
          <a:p>
            <a:fld id="{EF892D59-8F09-EF4B-AD6D-DA609442F868}" type="slidenum">
              <a:rPr lang="en-US" noProof="0" smtClean="0"/>
              <a:pPr/>
              <a:t>11</a:t>
            </a:fld>
            <a:endParaRPr lang="en-US" noProof="0" dirty="0"/>
          </a:p>
        </p:txBody>
      </p:sp>
      <p:grpSp>
        <p:nvGrpSpPr>
          <p:cNvPr id="3" name="Group 2">
            <a:extLst>
              <a:ext uri="{FF2B5EF4-FFF2-40B4-BE49-F238E27FC236}">
                <a16:creationId xmlns:a16="http://schemas.microsoft.com/office/drawing/2014/main" id="{CC98F927-76F1-4FE5-DFAD-C8CF39C7EC6B}"/>
              </a:ext>
            </a:extLst>
          </p:cNvPr>
          <p:cNvGrpSpPr/>
          <p:nvPr/>
        </p:nvGrpSpPr>
        <p:grpSpPr>
          <a:xfrm>
            <a:off x="5072847" y="1775848"/>
            <a:ext cx="6734368" cy="4540703"/>
            <a:chOff x="2812589" y="1942103"/>
            <a:chExt cx="6734368" cy="4540703"/>
          </a:xfrm>
        </p:grpSpPr>
        <p:sp>
          <p:nvSpPr>
            <p:cNvPr id="4" name="Rectangle 3">
              <a:extLst>
                <a:ext uri="{FF2B5EF4-FFF2-40B4-BE49-F238E27FC236}">
                  <a16:creationId xmlns:a16="http://schemas.microsoft.com/office/drawing/2014/main" id="{8D648ECC-AB5A-AB0A-FB27-5512A38A5302}"/>
                </a:ext>
              </a:extLst>
            </p:cNvPr>
            <p:cNvSpPr>
              <a:spLocks noChangeArrowheads="1"/>
            </p:cNvSpPr>
            <p:nvPr/>
          </p:nvSpPr>
          <p:spPr bwMode="auto">
            <a:xfrm>
              <a:off x="3219844" y="1942103"/>
              <a:ext cx="6327113" cy="4540703"/>
            </a:xfrm>
            <a:prstGeom prst="rect">
              <a:avLst/>
            </a:prstGeom>
            <a:solidFill>
              <a:schemeClr val="tx1"/>
            </a:solidFill>
            <a:ln w="12700" algn="ctr">
              <a:solidFill>
                <a:schemeClr val="tx1"/>
              </a:solidFill>
              <a:miter lim="800000"/>
              <a:headEnd/>
              <a:tailEnd/>
            </a:ln>
            <a:effectLst/>
          </p:spPr>
          <p:txBody>
            <a:bodyPr wrap="square" lIns="44450" tIns="17462" rIns="44450" bIns="17462" anchor="ctr" anchorCtr="0">
              <a:noAutofit/>
            </a:bodyPr>
            <a:lstStyle/>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400"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2400" b="1" noProof="0" dirty="0">
                  <a:solidFill>
                    <a:schemeClr val="bg2"/>
                  </a:solidFill>
                  <a:latin typeface="Hack" panose="020B0609030202020204" pitchFamily="49" charset="0"/>
                  <a:ea typeface="Hack" panose="020B0609030202020204" pitchFamily="49" charset="0"/>
                  <a:cs typeface="Hack" panose="020B0609030202020204" pitchFamily="49" charset="0"/>
                </a:rPr>
                <a:t>ls *.?</a:t>
              </a:r>
            </a:p>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1800" noProof="0" dirty="0">
                  <a:solidFill>
                    <a:schemeClr val="bg2"/>
                  </a:solidFill>
                  <a:latin typeface="Hack" panose="020B0609030202020204" pitchFamily="49" charset="0"/>
                  <a:ea typeface="Hack" panose="020B0609030202020204" pitchFamily="49" charset="0"/>
                  <a:cs typeface="Hack" panose="020B0609030202020204" pitchFamily="49" charset="0"/>
                </a:rPr>
                <a:t>	</a:t>
              </a:r>
            </a:p>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400"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2400" b="1" noProof="0" dirty="0">
                  <a:solidFill>
                    <a:schemeClr val="bg2"/>
                  </a:solidFill>
                  <a:latin typeface="Hack" panose="020B0609030202020204" pitchFamily="49" charset="0"/>
                  <a:ea typeface="Hack" panose="020B0609030202020204" pitchFamily="49" charset="0"/>
                  <a:cs typeface="Hack" panose="020B0609030202020204" pitchFamily="49" charset="0"/>
                </a:rPr>
                <a:t>more [A-Z]*</a:t>
              </a:r>
            </a:p>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1800" noProof="0" dirty="0">
                  <a:solidFill>
                    <a:schemeClr val="bg2"/>
                  </a:solidFill>
                  <a:latin typeface="Hack" panose="020B0609030202020204" pitchFamily="49" charset="0"/>
                  <a:ea typeface="Hack" panose="020B0609030202020204" pitchFamily="49" charset="0"/>
                  <a:cs typeface="Hack" panose="020B0609030202020204" pitchFamily="49" charset="0"/>
                </a:rPr>
                <a:t>	</a:t>
              </a:r>
            </a:p>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400"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2400" b="1" noProof="0" dirty="0">
                  <a:solidFill>
                    <a:schemeClr val="bg2"/>
                  </a:solidFill>
                  <a:latin typeface="Hack" panose="020B0609030202020204" pitchFamily="49" charset="0"/>
                  <a:ea typeface="Hack" panose="020B0609030202020204" pitchFamily="49" charset="0"/>
                  <a:cs typeface="Hack" panose="020B0609030202020204" pitchFamily="49" charset="0"/>
                </a:rPr>
                <a:t>ls /</a:t>
              </a:r>
              <a:r>
                <a:rPr lang="en-US" sz="2400" b="1" noProof="0" dirty="0" err="1">
                  <a:solidFill>
                    <a:schemeClr val="bg2"/>
                  </a:solidFill>
                  <a:latin typeface="Hack" panose="020B0609030202020204" pitchFamily="49" charset="0"/>
                  <a:ea typeface="Hack" panose="020B0609030202020204" pitchFamily="49" charset="0"/>
                  <a:cs typeface="Hack" panose="020B0609030202020204" pitchFamily="49" charset="0"/>
                </a:rPr>
                <a:t>etc</a:t>
              </a:r>
              <a:r>
                <a:rPr lang="en-US" sz="2400" b="1" noProof="0" dirty="0">
                  <a:solidFill>
                    <a:schemeClr val="bg2"/>
                  </a:solidFill>
                  <a:latin typeface="Hack" panose="020B0609030202020204" pitchFamily="49" charset="0"/>
                  <a:ea typeface="Hack" panose="020B0609030202020204" pitchFamily="49" charset="0"/>
                  <a:cs typeface="Hack" panose="020B0609030202020204" pitchFamily="49" charset="0"/>
                </a:rPr>
                <a:t>/[!a-m]*</a:t>
              </a:r>
            </a:p>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1800" noProof="0" dirty="0">
                  <a:solidFill>
                    <a:schemeClr val="bg2"/>
                  </a:solidFill>
                  <a:latin typeface="Hack" panose="020B0609030202020204" pitchFamily="49" charset="0"/>
                  <a:ea typeface="Hack" panose="020B0609030202020204" pitchFamily="49" charset="0"/>
                  <a:cs typeface="Hack" panose="020B0609030202020204" pitchFamily="49" charset="0"/>
                </a:rPr>
                <a:t>	</a:t>
              </a:r>
            </a:p>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400"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2400" b="1" noProof="0" dirty="0">
                  <a:solidFill>
                    <a:schemeClr val="bg2"/>
                  </a:solidFill>
                  <a:latin typeface="Hack" panose="020B0609030202020204" pitchFamily="49" charset="0"/>
                  <a:ea typeface="Hack" panose="020B0609030202020204" pitchFamily="49" charset="0"/>
                  <a:cs typeface="Hack" panose="020B0609030202020204" pitchFamily="49" charset="0"/>
                </a:rPr>
                <a:t>file /</a:t>
              </a:r>
              <a:r>
                <a:rPr lang="en-US" sz="2400" b="1" noProof="0" dirty="0" err="1">
                  <a:solidFill>
                    <a:schemeClr val="bg2"/>
                  </a:solidFill>
                  <a:latin typeface="Hack" panose="020B0609030202020204" pitchFamily="49" charset="0"/>
                  <a:ea typeface="Hack" panose="020B0609030202020204" pitchFamily="49" charset="0"/>
                  <a:cs typeface="Hack" panose="020B0609030202020204" pitchFamily="49" charset="0"/>
                </a:rPr>
                <a:t>usr</a:t>
              </a:r>
              <a:r>
                <a:rPr lang="en-US" sz="2400" b="1" noProof="0" dirty="0">
                  <a:solidFill>
                    <a:schemeClr val="bg2"/>
                  </a:solidFill>
                  <a:latin typeface="Hack" panose="020B0609030202020204" pitchFamily="49" charset="0"/>
                  <a:ea typeface="Hack" panose="020B0609030202020204" pitchFamily="49" charset="0"/>
                  <a:cs typeface="Hack" panose="020B0609030202020204" pitchFamily="49" charset="0"/>
                </a:rPr>
                <a:t>/bin/*x*</a:t>
              </a:r>
            </a:p>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1800" noProof="0" dirty="0">
                  <a:solidFill>
                    <a:schemeClr val="bg2"/>
                  </a:solidFill>
                  <a:latin typeface="Hack" panose="020B0609030202020204" pitchFamily="49" charset="0"/>
                  <a:ea typeface="Hack" panose="020B0609030202020204" pitchFamily="49" charset="0"/>
                  <a:cs typeface="Hack" panose="020B0609030202020204" pitchFamily="49" charset="0"/>
                </a:rPr>
                <a:t>	</a:t>
              </a:r>
            </a:p>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400"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2400" b="1" noProof="0" dirty="0">
                  <a:solidFill>
                    <a:schemeClr val="bg2"/>
                  </a:solidFill>
                  <a:latin typeface="Hack" panose="020B0609030202020204" pitchFamily="49" charset="0"/>
                  <a:ea typeface="Hack" panose="020B0609030202020204" pitchFamily="49" charset="0"/>
                  <a:cs typeface="Hack" panose="020B0609030202020204" pitchFamily="49" charset="0"/>
                </a:rPr>
                <a:t>ls [a-z]*[0-9]</a:t>
              </a:r>
            </a:p>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1800" noProof="0" dirty="0">
                  <a:solidFill>
                    <a:schemeClr val="bg2"/>
                  </a:solidFill>
                  <a:latin typeface="Hack" panose="020B0609030202020204" pitchFamily="49" charset="0"/>
                  <a:ea typeface="Hack" panose="020B0609030202020204" pitchFamily="49" charset="0"/>
                  <a:cs typeface="Hack" panose="020B0609030202020204" pitchFamily="49" charset="0"/>
                </a:rPr>
                <a:t>	</a:t>
              </a:r>
            </a:p>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400"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2400" b="1" noProof="0" dirty="0">
                  <a:solidFill>
                    <a:schemeClr val="bg2"/>
                  </a:solidFill>
                  <a:latin typeface="Hack" panose="020B0609030202020204" pitchFamily="49" charset="0"/>
                  <a:ea typeface="Hack" panose="020B0609030202020204" pitchFamily="49" charset="0"/>
                  <a:cs typeface="Hack" panose="020B0609030202020204" pitchFamily="49" charset="0"/>
                </a:rPr>
                <a:t>ls -</a:t>
              </a:r>
              <a:r>
                <a:rPr lang="en-US" sz="2400" b="1" noProof="0" dirty="0" err="1">
                  <a:solidFill>
                    <a:schemeClr val="bg2"/>
                  </a:solidFill>
                  <a:latin typeface="Hack" panose="020B0609030202020204" pitchFamily="49" charset="0"/>
                  <a:ea typeface="Hack" panose="020B0609030202020204" pitchFamily="49" charset="0"/>
                  <a:cs typeface="Hack" panose="020B0609030202020204" pitchFamily="49" charset="0"/>
                </a:rPr>
                <a:t>ld</a:t>
              </a:r>
              <a:r>
                <a:rPr lang="en-US" sz="2400" b="1" noProof="0" dirty="0">
                  <a:solidFill>
                    <a:schemeClr val="bg2"/>
                  </a:solidFill>
                  <a:latin typeface="Hack" panose="020B0609030202020204" pitchFamily="49" charset="0"/>
                  <a:ea typeface="Hack" panose="020B0609030202020204" pitchFamily="49" charset="0"/>
                  <a:cs typeface="Hack" panose="020B0609030202020204" pitchFamily="49" charset="0"/>
                </a:rPr>
                <a:t> .[!.]*</a:t>
              </a:r>
            </a:p>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1800" noProof="0" dirty="0">
                  <a:solidFill>
                    <a:schemeClr val="bg2"/>
                  </a:solidFill>
                  <a:latin typeface="Hack" panose="020B0609030202020204" pitchFamily="49" charset="0"/>
                  <a:ea typeface="Hack" panose="020B0609030202020204" pitchFamily="49" charset="0"/>
                  <a:cs typeface="Hack" panose="020B0609030202020204" pitchFamily="49" charset="0"/>
                </a:rPr>
                <a:t>	</a:t>
              </a:r>
            </a:p>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400"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2400" b="1" noProof="0" dirty="0">
                  <a:solidFill>
                    <a:schemeClr val="bg2"/>
                  </a:solidFill>
                  <a:latin typeface="Hack" panose="020B0609030202020204" pitchFamily="49" charset="0"/>
                  <a:ea typeface="Hack" panose="020B0609030202020204" pitchFamily="49" charset="0"/>
                  <a:cs typeface="Hack" panose="020B0609030202020204" pitchFamily="49" charset="0"/>
                </a:rPr>
                <a:t>ls -d /</a:t>
              </a:r>
              <a:r>
                <a:rPr lang="en-US" sz="2400" b="1" noProof="0" dirty="0" err="1">
                  <a:solidFill>
                    <a:schemeClr val="bg2"/>
                  </a:solidFill>
                  <a:latin typeface="Hack" panose="020B0609030202020204" pitchFamily="49" charset="0"/>
                  <a:ea typeface="Hack" panose="020B0609030202020204" pitchFamily="49" charset="0"/>
                  <a:cs typeface="Hack" panose="020B0609030202020204" pitchFamily="49" charset="0"/>
                </a:rPr>
                <a:t>etc</a:t>
              </a:r>
              <a:r>
                <a:rPr lang="en-US" sz="2400" b="1" noProof="0" dirty="0">
                  <a:solidFill>
                    <a:schemeClr val="bg2"/>
                  </a:solidFill>
                  <a:latin typeface="Hack" panose="020B0609030202020204" pitchFamily="49" charset="0"/>
                  <a:ea typeface="Hack" panose="020B0609030202020204" pitchFamily="49" charset="0"/>
                  <a:cs typeface="Hack" panose="020B0609030202020204" pitchFamily="49" charset="0"/>
                </a:rPr>
                <a:t>/*.d/*</a:t>
              </a:r>
              <a:r>
                <a:rPr lang="en-US" sz="2400" noProof="0" dirty="0">
                  <a:latin typeface="Courier New" pitchFamily="49" charset="0"/>
                </a:rPr>
                <a:t>	</a:t>
              </a:r>
            </a:p>
          </p:txBody>
        </p:sp>
        <p:sp>
          <p:nvSpPr>
            <p:cNvPr id="7" name="Heptagon 6">
              <a:extLst>
                <a:ext uri="{FF2B5EF4-FFF2-40B4-BE49-F238E27FC236}">
                  <a16:creationId xmlns:a16="http://schemas.microsoft.com/office/drawing/2014/main" id="{4D25DA78-3821-7246-D2A9-BFC3734C1047}"/>
                </a:ext>
              </a:extLst>
            </p:cNvPr>
            <p:cNvSpPr/>
            <p:nvPr/>
          </p:nvSpPr>
          <p:spPr>
            <a:xfrm>
              <a:off x="2819847" y="2737199"/>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en-US" sz="1800" noProof="0" dirty="0">
                  <a:solidFill>
                    <a:schemeClr val="tx1"/>
                  </a:solidFill>
                  <a:latin typeface="Arial" pitchFamily="34" charset="0"/>
                  <a:cs typeface="Arial" pitchFamily="34" charset="0"/>
                </a:rPr>
                <a:t>2</a:t>
              </a:r>
            </a:p>
          </p:txBody>
        </p:sp>
        <p:sp>
          <p:nvSpPr>
            <p:cNvPr id="8" name="Heptagon 7">
              <a:extLst>
                <a:ext uri="{FF2B5EF4-FFF2-40B4-BE49-F238E27FC236}">
                  <a16:creationId xmlns:a16="http://schemas.microsoft.com/office/drawing/2014/main" id="{83066FDB-8988-ED6F-1779-F08FAD26C21F}"/>
                </a:ext>
              </a:extLst>
            </p:cNvPr>
            <p:cNvSpPr/>
            <p:nvPr/>
          </p:nvSpPr>
          <p:spPr>
            <a:xfrm>
              <a:off x="2824763" y="2068142"/>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en-US" sz="1800" noProof="0" dirty="0">
                  <a:solidFill>
                    <a:schemeClr val="tx1"/>
                  </a:solidFill>
                  <a:latin typeface="Arial" pitchFamily="34" charset="0"/>
                  <a:cs typeface="Arial" pitchFamily="34" charset="0"/>
                </a:rPr>
                <a:t>1</a:t>
              </a:r>
            </a:p>
          </p:txBody>
        </p:sp>
        <p:sp>
          <p:nvSpPr>
            <p:cNvPr id="9" name="Heptagon 8">
              <a:extLst>
                <a:ext uri="{FF2B5EF4-FFF2-40B4-BE49-F238E27FC236}">
                  <a16:creationId xmlns:a16="http://schemas.microsoft.com/office/drawing/2014/main" id="{9F1F389A-F258-B6A5-4A9A-96DC3C366050}"/>
                </a:ext>
              </a:extLst>
            </p:cNvPr>
            <p:cNvSpPr/>
            <p:nvPr/>
          </p:nvSpPr>
          <p:spPr>
            <a:xfrm>
              <a:off x="2812590" y="3397605"/>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en-US" sz="1800" noProof="0" dirty="0">
                  <a:solidFill>
                    <a:schemeClr val="tx1"/>
                  </a:solidFill>
                  <a:latin typeface="Arial" pitchFamily="34" charset="0"/>
                  <a:cs typeface="Arial" pitchFamily="34" charset="0"/>
                </a:rPr>
                <a:t>3</a:t>
              </a:r>
            </a:p>
          </p:txBody>
        </p:sp>
        <p:sp>
          <p:nvSpPr>
            <p:cNvPr id="11" name="Heptagon 10">
              <a:extLst>
                <a:ext uri="{FF2B5EF4-FFF2-40B4-BE49-F238E27FC236}">
                  <a16:creationId xmlns:a16="http://schemas.microsoft.com/office/drawing/2014/main" id="{15B4F6C0-7D6C-B26B-D173-6BE43E6F32E9}"/>
                </a:ext>
              </a:extLst>
            </p:cNvPr>
            <p:cNvSpPr/>
            <p:nvPr/>
          </p:nvSpPr>
          <p:spPr>
            <a:xfrm>
              <a:off x="2812590" y="4674862"/>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en-US" sz="1800" noProof="0" dirty="0">
                  <a:solidFill>
                    <a:schemeClr val="tx1"/>
                  </a:solidFill>
                  <a:latin typeface="Arial" pitchFamily="34" charset="0"/>
                  <a:cs typeface="Arial" pitchFamily="34" charset="0"/>
                </a:rPr>
                <a:t>5</a:t>
              </a:r>
            </a:p>
          </p:txBody>
        </p:sp>
        <p:sp>
          <p:nvSpPr>
            <p:cNvPr id="12" name="Heptagon 11">
              <a:extLst>
                <a:ext uri="{FF2B5EF4-FFF2-40B4-BE49-F238E27FC236}">
                  <a16:creationId xmlns:a16="http://schemas.microsoft.com/office/drawing/2014/main" id="{58D4E29F-5E55-BA85-DDDA-3317AA1E4909}"/>
                </a:ext>
              </a:extLst>
            </p:cNvPr>
            <p:cNvSpPr/>
            <p:nvPr/>
          </p:nvSpPr>
          <p:spPr>
            <a:xfrm>
              <a:off x="2817506" y="4034833"/>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en-US" sz="1800" noProof="0" dirty="0">
                  <a:solidFill>
                    <a:schemeClr val="tx1"/>
                  </a:solidFill>
                  <a:latin typeface="Arial" pitchFamily="34" charset="0"/>
                  <a:cs typeface="Arial" pitchFamily="34" charset="0"/>
                </a:rPr>
                <a:t>4</a:t>
              </a:r>
            </a:p>
          </p:txBody>
        </p:sp>
        <p:sp>
          <p:nvSpPr>
            <p:cNvPr id="13" name="Heptagon 12">
              <a:extLst>
                <a:ext uri="{FF2B5EF4-FFF2-40B4-BE49-F238E27FC236}">
                  <a16:creationId xmlns:a16="http://schemas.microsoft.com/office/drawing/2014/main" id="{754AA841-4919-CEF0-F0CA-1399C82C6762}"/>
                </a:ext>
              </a:extLst>
            </p:cNvPr>
            <p:cNvSpPr/>
            <p:nvPr/>
          </p:nvSpPr>
          <p:spPr>
            <a:xfrm>
              <a:off x="2812589" y="6010177"/>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en-US" sz="1800" noProof="0" dirty="0">
                  <a:solidFill>
                    <a:schemeClr val="tx1"/>
                  </a:solidFill>
                  <a:latin typeface="Arial" pitchFamily="34" charset="0"/>
                  <a:cs typeface="Arial" pitchFamily="34" charset="0"/>
                </a:rPr>
                <a:t>7</a:t>
              </a:r>
            </a:p>
          </p:txBody>
        </p:sp>
        <p:sp>
          <p:nvSpPr>
            <p:cNvPr id="43" name="Heptagon 42">
              <a:extLst>
                <a:ext uri="{FF2B5EF4-FFF2-40B4-BE49-F238E27FC236}">
                  <a16:creationId xmlns:a16="http://schemas.microsoft.com/office/drawing/2014/main" id="{6E7753D9-199A-54B2-5583-58953399C7C2}"/>
                </a:ext>
              </a:extLst>
            </p:cNvPr>
            <p:cNvSpPr/>
            <p:nvPr/>
          </p:nvSpPr>
          <p:spPr>
            <a:xfrm>
              <a:off x="2817505" y="5341120"/>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en-US" sz="1800" noProof="0" dirty="0">
                  <a:solidFill>
                    <a:schemeClr val="tx1"/>
                  </a:solidFill>
                  <a:latin typeface="Arial" pitchFamily="34" charset="0"/>
                  <a:cs typeface="Arial" pitchFamily="34" charset="0"/>
                </a:rPr>
                <a:t>6</a:t>
              </a:r>
            </a:p>
          </p:txBody>
        </p:sp>
      </p:grpSp>
    </p:spTree>
    <p:extLst>
      <p:ext uri="{BB962C8B-B14F-4D97-AF65-F5344CB8AC3E}">
        <p14:creationId xmlns:p14="http://schemas.microsoft.com/office/powerpoint/2010/main" val="885286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F661B4-0A20-EE5E-9DFE-6F504E179739}"/>
              </a:ext>
            </a:extLst>
          </p:cNvPr>
          <p:cNvSpPr>
            <a:spLocks noGrp="1"/>
          </p:cNvSpPr>
          <p:nvPr>
            <p:ph type="ctrTitle"/>
          </p:nvPr>
        </p:nvSpPr>
        <p:spPr/>
        <p:txBody>
          <a:bodyPr/>
          <a:lstStyle/>
          <a:p>
            <a:r>
              <a:rPr lang="en-US" noProof="0" dirty="0"/>
              <a:t>Character sets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20" noProof="0" dirty="0">
                <a:solidFill>
                  <a:schemeClr val="tx1"/>
                </a:solidFill>
              </a:rPr>
              <a:t>Traditional</a:t>
            </a:r>
            <a:r>
              <a:rPr lang="en-US" sz="1800" spc="8" noProof="0" dirty="0">
                <a:solidFill>
                  <a:schemeClr val="tx1"/>
                </a:solidFill>
              </a:rPr>
              <a:t> </a:t>
            </a:r>
            <a:r>
              <a:rPr lang="en-US" sz="1800" spc="-4" noProof="0" dirty="0">
                <a:solidFill>
                  <a:schemeClr val="tx1"/>
                </a:solidFill>
              </a:rPr>
              <a:t>UNIX</a:t>
            </a:r>
            <a:r>
              <a:rPr lang="en-US" sz="1800" spc="12" noProof="0" dirty="0">
                <a:solidFill>
                  <a:schemeClr val="tx1"/>
                </a:solidFill>
              </a:rPr>
              <a:t> </a:t>
            </a:r>
            <a:r>
              <a:rPr lang="en-US" sz="1800" spc="-8" noProof="0" dirty="0">
                <a:solidFill>
                  <a:schemeClr val="tx1"/>
                </a:solidFill>
              </a:rPr>
              <a:t>used</a:t>
            </a:r>
            <a:r>
              <a:rPr lang="en-US" sz="1800" spc="41" noProof="0" dirty="0">
                <a:solidFill>
                  <a:schemeClr val="tx1"/>
                </a:solidFill>
              </a:rPr>
              <a:t> </a:t>
            </a:r>
            <a:r>
              <a:rPr lang="en-US" sz="1800" spc="-8" noProof="0" dirty="0">
                <a:solidFill>
                  <a:schemeClr val="tx1"/>
                </a:solidFill>
              </a:rPr>
              <a:t>American</a:t>
            </a:r>
            <a:r>
              <a:rPr lang="en-US" sz="1800" spc="53" noProof="0" dirty="0">
                <a:solidFill>
                  <a:schemeClr val="tx1"/>
                </a:solidFill>
              </a:rPr>
              <a:t> </a:t>
            </a:r>
            <a:r>
              <a:rPr lang="en-US" sz="1800" spc="-8" noProof="0" dirty="0">
                <a:solidFill>
                  <a:schemeClr val="tx1"/>
                </a:solidFill>
              </a:rPr>
              <a:t>standards.</a:t>
            </a:r>
          </a:p>
          <a:p>
            <a:pPr marL="518001" lvl="1" indent="-233204">
              <a:spcBef>
                <a:spcPts val="488"/>
              </a:spcBef>
              <a:buClr>
                <a:srgbClr val="000000"/>
              </a:buClr>
              <a:buFont typeface="Arial"/>
              <a:buChar char="•"/>
              <a:tabLst>
                <a:tab pos="517485" algn="l"/>
                <a:tab pos="518001" algn="l"/>
              </a:tabLst>
            </a:pPr>
            <a:r>
              <a:rPr lang="en-US" sz="1800" b="1" spc="-4" noProof="0" dirty="0">
                <a:solidFill>
                  <a:srgbClr val="0000C7"/>
                </a:solidFill>
                <a:cs typeface="Segoe UI"/>
              </a:rPr>
              <a:t>ASCII</a:t>
            </a:r>
            <a:r>
              <a:rPr lang="en-US" sz="1800" b="1" spc="8" noProof="0" dirty="0">
                <a:solidFill>
                  <a:srgbClr val="0000C7"/>
                </a:solidFill>
                <a:cs typeface="Segoe UI"/>
              </a:rPr>
              <a:t> </a:t>
            </a:r>
            <a:r>
              <a:rPr lang="en-US" sz="1800" spc="-4" noProof="0" dirty="0">
                <a:solidFill>
                  <a:srgbClr val="2D2C2C"/>
                </a:solidFill>
                <a:cs typeface="Segoe UI"/>
              </a:rPr>
              <a:t>7-bit</a:t>
            </a:r>
            <a:r>
              <a:rPr lang="en-US" sz="1800" spc="-8" noProof="0" dirty="0">
                <a:solidFill>
                  <a:srgbClr val="2D2C2C"/>
                </a:solidFill>
                <a:cs typeface="Segoe UI"/>
              </a:rPr>
              <a:t> </a:t>
            </a:r>
            <a:r>
              <a:rPr lang="en-US" sz="1800" spc="-12" noProof="0" dirty="0">
                <a:solidFill>
                  <a:srgbClr val="2D2C2C"/>
                </a:solidFill>
                <a:cs typeface="Segoe UI"/>
              </a:rPr>
              <a:t>character</a:t>
            </a:r>
            <a:r>
              <a:rPr lang="en-US" sz="1800" spc="77" noProof="0" dirty="0">
                <a:solidFill>
                  <a:srgbClr val="2D2C2C"/>
                </a:solidFill>
                <a:cs typeface="Segoe UI"/>
              </a:rPr>
              <a:t> </a:t>
            </a:r>
            <a:r>
              <a:rPr lang="en-US" sz="1800" spc="-8" noProof="0" dirty="0">
                <a:solidFill>
                  <a:srgbClr val="2D2C2C"/>
                </a:solidFill>
                <a:cs typeface="Segoe UI"/>
              </a:rPr>
              <a:t>set,</a:t>
            </a:r>
            <a:r>
              <a:rPr lang="en-US" sz="1800" spc="16" noProof="0" dirty="0">
                <a:solidFill>
                  <a:srgbClr val="2D2C2C"/>
                </a:solidFill>
                <a:cs typeface="Segoe UI"/>
              </a:rPr>
              <a:t> </a:t>
            </a:r>
            <a:r>
              <a:rPr lang="en-US" sz="1800" spc="-8" noProof="0" dirty="0">
                <a:solidFill>
                  <a:srgbClr val="2D2C2C"/>
                </a:solidFill>
                <a:cs typeface="Segoe UI"/>
              </a:rPr>
              <a:t>American</a:t>
            </a:r>
            <a:r>
              <a:rPr lang="en-US" sz="1800" spc="53" noProof="0" dirty="0">
                <a:solidFill>
                  <a:srgbClr val="2D2C2C"/>
                </a:solidFill>
                <a:cs typeface="Segoe UI"/>
              </a:rPr>
              <a:t> </a:t>
            </a:r>
            <a:r>
              <a:rPr lang="en-US" sz="1800" spc="-4" noProof="0" dirty="0">
                <a:solidFill>
                  <a:srgbClr val="2D2C2C"/>
                </a:solidFill>
                <a:cs typeface="Segoe UI"/>
              </a:rPr>
              <a:t>English</a:t>
            </a:r>
          </a:p>
          <a:p>
            <a:pPr marL="518001" lvl="1" indent="-233204">
              <a:spcBef>
                <a:spcPts val="488"/>
              </a:spcBef>
              <a:buClr>
                <a:srgbClr val="000000"/>
              </a:buClr>
              <a:buFont typeface="Arial"/>
              <a:buChar char="•"/>
              <a:tabLst>
                <a:tab pos="517485" algn="l"/>
                <a:tab pos="518001" algn="l"/>
              </a:tabLst>
            </a:pPr>
            <a:endParaRPr lang="en-US" sz="1800" noProof="0" dirty="0">
              <a:cs typeface="Segoe UI"/>
            </a:endParaRPr>
          </a:p>
          <a:p>
            <a:pPr marL="289957" indent="-280154">
              <a:spcBef>
                <a:spcPts val="975"/>
              </a:spcBef>
              <a:buClr>
                <a:srgbClr val="000000"/>
              </a:buClr>
              <a:buFont typeface="Arial"/>
              <a:buChar char="•"/>
              <a:tabLst>
                <a:tab pos="289957" algn="l"/>
                <a:tab pos="290473" algn="l"/>
              </a:tabLst>
            </a:pPr>
            <a:r>
              <a:rPr lang="en-US" sz="1800" spc="-8" noProof="0" dirty="0">
                <a:solidFill>
                  <a:schemeClr val="tx1"/>
                </a:solidFill>
              </a:rPr>
              <a:t>International</a:t>
            </a:r>
            <a:r>
              <a:rPr lang="en-US" sz="1800" spc="45" noProof="0" dirty="0">
                <a:solidFill>
                  <a:schemeClr val="tx1"/>
                </a:solidFill>
              </a:rPr>
              <a:t> </a:t>
            </a:r>
            <a:r>
              <a:rPr lang="en-US" sz="1800" spc="-8" noProof="0" dirty="0">
                <a:solidFill>
                  <a:schemeClr val="tx1"/>
                </a:solidFill>
              </a:rPr>
              <a:t>standards</a:t>
            </a:r>
            <a:r>
              <a:rPr lang="en-US" sz="1800" spc="8" noProof="0" dirty="0">
                <a:solidFill>
                  <a:schemeClr val="tx1"/>
                </a:solidFill>
              </a:rPr>
              <a:t> </a:t>
            </a:r>
            <a:r>
              <a:rPr lang="en-US" sz="1800" spc="-12" noProof="0" dirty="0">
                <a:solidFill>
                  <a:schemeClr val="tx1"/>
                </a:solidFill>
              </a:rPr>
              <a:t>are</a:t>
            </a:r>
            <a:r>
              <a:rPr lang="en-US" sz="1800" spc="8" noProof="0" dirty="0">
                <a:solidFill>
                  <a:schemeClr val="tx1"/>
                </a:solidFill>
              </a:rPr>
              <a:t> </a:t>
            </a:r>
            <a:r>
              <a:rPr lang="en-US" sz="1800" spc="-4" noProof="0" dirty="0">
                <a:solidFill>
                  <a:schemeClr val="tx1"/>
                </a:solidFill>
              </a:rPr>
              <a:t>now</a:t>
            </a:r>
            <a:r>
              <a:rPr lang="en-US" sz="1800" spc="16" noProof="0" dirty="0">
                <a:solidFill>
                  <a:schemeClr val="tx1"/>
                </a:solidFill>
              </a:rPr>
              <a:t> </a:t>
            </a:r>
            <a:r>
              <a:rPr lang="en-US" sz="1800" spc="-4" noProof="0" dirty="0">
                <a:solidFill>
                  <a:schemeClr val="tx1"/>
                </a:solidFill>
              </a:rPr>
              <a:t>the</a:t>
            </a:r>
            <a:r>
              <a:rPr lang="en-US" sz="1800" noProof="0" dirty="0">
                <a:solidFill>
                  <a:schemeClr val="tx1"/>
                </a:solidFill>
              </a:rPr>
              <a:t> </a:t>
            </a:r>
            <a:r>
              <a:rPr lang="en-US" sz="1800" spc="-4" noProof="0" dirty="0">
                <a:solidFill>
                  <a:schemeClr val="tx1"/>
                </a:solidFill>
              </a:rPr>
              <a:t>norm.</a:t>
            </a:r>
          </a:p>
          <a:p>
            <a:pPr marL="518001" lvl="1" indent="-233204">
              <a:spcBef>
                <a:spcPts val="492"/>
              </a:spcBef>
              <a:buClr>
                <a:srgbClr val="000000"/>
              </a:buClr>
              <a:buFont typeface="Arial"/>
              <a:buChar char="•"/>
              <a:tabLst>
                <a:tab pos="517485" algn="l"/>
                <a:tab pos="518001" algn="l"/>
              </a:tabLst>
            </a:pPr>
            <a:r>
              <a:rPr lang="en-US" sz="1800" b="1" spc="-4" noProof="0" dirty="0">
                <a:solidFill>
                  <a:srgbClr val="0000C7"/>
                </a:solidFill>
                <a:cs typeface="Segoe UI"/>
              </a:rPr>
              <a:t>ISO</a:t>
            </a:r>
            <a:r>
              <a:rPr lang="en-US" sz="1800" b="1" spc="-24" noProof="0" dirty="0">
                <a:solidFill>
                  <a:srgbClr val="0000C7"/>
                </a:solidFill>
                <a:cs typeface="Segoe UI"/>
              </a:rPr>
              <a:t> </a:t>
            </a:r>
            <a:r>
              <a:rPr lang="en-US" sz="1800" b="1" spc="-8" noProof="0" dirty="0">
                <a:solidFill>
                  <a:srgbClr val="0000C7"/>
                </a:solidFill>
                <a:cs typeface="Segoe UI"/>
              </a:rPr>
              <a:t>Latin</a:t>
            </a:r>
            <a:r>
              <a:rPr lang="en-US" sz="1800" b="1" spc="16" noProof="0" dirty="0">
                <a:solidFill>
                  <a:srgbClr val="0000C7"/>
                </a:solidFill>
                <a:cs typeface="Segoe UI"/>
              </a:rPr>
              <a:t> </a:t>
            </a:r>
            <a:r>
              <a:rPr lang="en-US" sz="1800" spc="-4" noProof="0" dirty="0">
                <a:solidFill>
                  <a:srgbClr val="2D2C2C"/>
                </a:solidFill>
                <a:cs typeface="Segoe UI"/>
              </a:rPr>
              <a:t>(8859)</a:t>
            </a:r>
            <a:r>
              <a:rPr lang="en-US" sz="1800" spc="-24" noProof="0" dirty="0">
                <a:solidFill>
                  <a:srgbClr val="2D2C2C"/>
                </a:solidFill>
                <a:cs typeface="Segoe UI"/>
              </a:rPr>
              <a:t> </a:t>
            </a:r>
            <a:r>
              <a:rPr lang="en-US" sz="1800" spc="-4" noProof="0" dirty="0">
                <a:solidFill>
                  <a:srgbClr val="2D2C2C"/>
                </a:solidFill>
                <a:cs typeface="Segoe UI"/>
              </a:rPr>
              <a:t>8-bit</a:t>
            </a:r>
            <a:r>
              <a:rPr lang="en-US" sz="1800" spc="16" noProof="0" dirty="0">
                <a:solidFill>
                  <a:srgbClr val="2D2C2C"/>
                </a:solidFill>
                <a:cs typeface="Segoe UI"/>
              </a:rPr>
              <a:t> </a:t>
            </a:r>
            <a:r>
              <a:rPr lang="en-US" sz="1800" spc="-12" noProof="0" dirty="0">
                <a:solidFill>
                  <a:srgbClr val="2D2C2C"/>
                </a:solidFill>
                <a:cs typeface="Segoe UI"/>
              </a:rPr>
              <a:t>character</a:t>
            </a:r>
            <a:r>
              <a:rPr lang="en-US" sz="1800" spc="61" noProof="0" dirty="0">
                <a:solidFill>
                  <a:srgbClr val="2D2C2C"/>
                </a:solidFill>
                <a:cs typeface="Segoe UI"/>
              </a:rPr>
              <a:t> </a:t>
            </a:r>
            <a:r>
              <a:rPr lang="en-US" sz="1800" spc="-8" noProof="0" dirty="0">
                <a:solidFill>
                  <a:srgbClr val="2D2C2C"/>
                </a:solidFill>
                <a:cs typeface="Segoe UI"/>
              </a:rPr>
              <a:t>sets</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b="1" spc="-8" noProof="0" dirty="0">
                <a:solidFill>
                  <a:srgbClr val="0000C7"/>
                </a:solidFill>
                <a:cs typeface="Segoe UI"/>
              </a:rPr>
              <a:t>Unicode</a:t>
            </a:r>
            <a:r>
              <a:rPr lang="en-US" sz="1800" b="1" noProof="0" dirty="0">
                <a:solidFill>
                  <a:srgbClr val="0000C7"/>
                </a:solidFill>
                <a:cs typeface="Segoe UI"/>
              </a:rPr>
              <a:t> </a:t>
            </a:r>
            <a:r>
              <a:rPr lang="en-US" sz="1800" spc="-4" noProof="0" dirty="0">
                <a:solidFill>
                  <a:srgbClr val="2D2C2C"/>
                </a:solidFill>
                <a:cs typeface="Segoe UI"/>
              </a:rPr>
              <a:t>16-bit</a:t>
            </a:r>
            <a:r>
              <a:rPr lang="en-US" sz="1800" spc="12" noProof="0" dirty="0">
                <a:solidFill>
                  <a:srgbClr val="2D2C2C"/>
                </a:solidFill>
                <a:cs typeface="Segoe UI"/>
              </a:rPr>
              <a:t> </a:t>
            </a:r>
            <a:r>
              <a:rPr lang="en-US" sz="1800" spc="-12" noProof="0" dirty="0">
                <a:solidFill>
                  <a:srgbClr val="2D2C2C"/>
                </a:solidFill>
                <a:cs typeface="Segoe UI"/>
              </a:rPr>
              <a:t>character</a:t>
            </a:r>
            <a:r>
              <a:rPr lang="en-US" sz="1800" spc="57" noProof="0" dirty="0">
                <a:solidFill>
                  <a:srgbClr val="2D2C2C"/>
                </a:solidFill>
                <a:cs typeface="Segoe UI"/>
              </a:rPr>
              <a:t> </a:t>
            </a:r>
            <a:r>
              <a:rPr lang="en-US" sz="1800" spc="-8" noProof="0" dirty="0">
                <a:solidFill>
                  <a:srgbClr val="2D2C2C"/>
                </a:solidFill>
                <a:cs typeface="Segoe UI"/>
              </a:rPr>
              <a:t>sets</a:t>
            </a:r>
            <a:endParaRPr lang="en-US" sz="1800" spc="-12" noProof="0" dirty="0"/>
          </a:p>
          <a:p>
            <a:endParaRPr lang="en-US" sz="18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12</a:t>
            </a:fld>
            <a:endParaRPr lang="en-US" noProof="0" dirty="0"/>
          </a:p>
        </p:txBody>
      </p:sp>
      <p:graphicFrame>
        <p:nvGraphicFramePr>
          <p:cNvPr id="7" name="object 6">
            <a:extLst>
              <a:ext uri="{FF2B5EF4-FFF2-40B4-BE49-F238E27FC236}">
                <a16:creationId xmlns:a16="http://schemas.microsoft.com/office/drawing/2014/main" id="{2280D65D-EDBF-1431-6804-A53D4D00A8B5}"/>
              </a:ext>
            </a:extLst>
          </p:cNvPr>
          <p:cNvGraphicFramePr>
            <a:graphicFrameLocks noGrp="1"/>
          </p:cNvGraphicFramePr>
          <p:nvPr>
            <p:extLst>
              <p:ext uri="{D42A27DB-BD31-4B8C-83A1-F6EECF244321}">
                <p14:modId xmlns:p14="http://schemas.microsoft.com/office/powerpoint/2010/main" val="3313756077"/>
              </p:ext>
            </p:extLst>
          </p:nvPr>
        </p:nvGraphicFramePr>
        <p:xfrm>
          <a:off x="4274818" y="4144361"/>
          <a:ext cx="3103564" cy="1442409"/>
        </p:xfrm>
        <a:graphic>
          <a:graphicData uri="http://schemas.openxmlformats.org/drawingml/2006/table">
            <a:tbl>
              <a:tblPr firstRow="1" bandRow="1">
                <a:tableStyleId>{2D5ABB26-0587-4C30-8999-92F81FD0307C}</a:tableStyleId>
              </a:tblPr>
              <a:tblGrid>
                <a:gridCol w="568079">
                  <a:extLst>
                    <a:ext uri="{9D8B030D-6E8A-4147-A177-3AD203B41FA5}">
                      <a16:colId xmlns:a16="http://schemas.microsoft.com/office/drawing/2014/main" val="20000"/>
                    </a:ext>
                  </a:extLst>
                </a:gridCol>
                <a:gridCol w="521930">
                  <a:extLst>
                    <a:ext uri="{9D8B030D-6E8A-4147-A177-3AD203B41FA5}">
                      <a16:colId xmlns:a16="http://schemas.microsoft.com/office/drawing/2014/main" val="20001"/>
                    </a:ext>
                  </a:extLst>
                </a:gridCol>
                <a:gridCol w="1279466">
                  <a:extLst>
                    <a:ext uri="{9D8B030D-6E8A-4147-A177-3AD203B41FA5}">
                      <a16:colId xmlns:a16="http://schemas.microsoft.com/office/drawing/2014/main" val="20002"/>
                    </a:ext>
                  </a:extLst>
                </a:gridCol>
                <a:gridCol w="74807">
                  <a:extLst>
                    <a:ext uri="{9D8B030D-6E8A-4147-A177-3AD203B41FA5}">
                      <a16:colId xmlns:a16="http://schemas.microsoft.com/office/drawing/2014/main" val="20003"/>
                    </a:ext>
                  </a:extLst>
                </a:gridCol>
                <a:gridCol w="659282">
                  <a:extLst>
                    <a:ext uri="{9D8B030D-6E8A-4147-A177-3AD203B41FA5}">
                      <a16:colId xmlns:a16="http://schemas.microsoft.com/office/drawing/2014/main" val="20004"/>
                    </a:ext>
                  </a:extLst>
                </a:gridCol>
              </a:tblGrid>
              <a:tr h="359910">
                <a:tc rowSpan="2">
                  <a:txBody>
                    <a:bodyPr/>
                    <a:lstStyle/>
                    <a:p>
                      <a:pPr>
                        <a:lnSpc>
                          <a:spcPct val="100000"/>
                        </a:lnSpc>
                      </a:pPr>
                      <a:endParaRPr lang="en-US" sz="1600" noProof="0" dirty="0">
                        <a:latin typeface="Times New Roman"/>
                        <a:cs typeface="Times New Roman"/>
                      </a:endParaRPr>
                    </a:p>
                  </a:txBody>
                  <a:tcPr marL="0" marR="0" marT="0" marB="0">
                    <a:lnL w="12700">
                      <a:solidFill>
                        <a:srgbClr val="C70000"/>
                      </a:solidFill>
                      <a:prstDash val="solid"/>
                    </a:lnL>
                    <a:lnR w="12700">
                      <a:solidFill>
                        <a:srgbClr val="C70000"/>
                      </a:solidFill>
                      <a:prstDash val="solid"/>
                    </a:lnR>
                    <a:lnT w="12700">
                      <a:solidFill>
                        <a:srgbClr val="C70000"/>
                      </a:solidFill>
                      <a:prstDash val="solid"/>
                    </a:lnT>
                    <a:solidFill>
                      <a:srgbClr val="C0C0C0"/>
                    </a:solidFill>
                  </a:tcPr>
                </a:tc>
                <a:tc>
                  <a:txBody>
                    <a:bodyPr/>
                    <a:lstStyle/>
                    <a:p>
                      <a:pPr>
                        <a:lnSpc>
                          <a:spcPct val="100000"/>
                        </a:lnSpc>
                      </a:pPr>
                      <a:endParaRPr lang="en-US" sz="1600" noProof="0" dirty="0">
                        <a:latin typeface="Times New Roman"/>
                        <a:cs typeface="Times New Roman"/>
                      </a:endParaRPr>
                    </a:p>
                  </a:txBody>
                  <a:tcPr marL="0" marR="0" marT="0" marB="0">
                    <a:lnL w="12700">
                      <a:solidFill>
                        <a:srgbClr val="C70000"/>
                      </a:solidFill>
                      <a:prstDash val="solid"/>
                    </a:lnL>
                    <a:lnR w="12700">
                      <a:solidFill>
                        <a:srgbClr val="C70000"/>
                      </a:solidFill>
                      <a:prstDash val="solid"/>
                    </a:lnR>
                    <a:lnT w="12700">
                      <a:solidFill>
                        <a:srgbClr val="C70000"/>
                      </a:solidFill>
                      <a:prstDash val="solid"/>
                    </a:lnT>
                    <a:solidFill>
                      <a:srgbClr val="DDDDDD"/>
                    </a:solidFill>
                  </a:tcPr>
                </a:tc>
                <a:tc>
                  <a:txBody>
                    <a:bodyPr/>
                    <a:lstStyle/>
                    <a:p>
                      <a:pPr marL="803910" algn="l">
                        <a:lnSpc>
                          <a:spcPct val="100000"/>
                        </a:lnSpc>
                        <a:spcBef>
                          <a:spcPts val="335"/>
                        </a:spcBef>
                      </a:pPr>
                      <a:r>
                        <a:rPr lang="en-US" sz="1600" spc="-10" noProof="0" dirty="0">
                          <a:latin typeface="Segoe UI"/>
                          <a:cs typeface="Segoe UI"/>
                        </a:rPr>
                        <a:t>ASCII</a:t>
                      </a:r>
                      <a:endParaRPr lang="en-US" sz="1600" noProof="0" dirty="0">
                        <a:latin typeface="Segoe UI"/>
                        <a:cs typeface="Segoe UI"/>
                      </a:endParaRPr>
                    </a:p>
                  </a:txBody>
                  <a:tcPr marL="0" marR="0" marT="34568" marB="0">
                    <a:lnL w="12700">
                      <a:solidFill>
                        <a:srgbClr val="C70000"/>
                      </a:solidFill>
                      <a:prstDash val="solid"/>
                    </a:lnL>
                    <a:lnT w="19050">
                      <a:solidFill>
                        <a:srgbClr val="C70000"/>
                      </a:solidFill>
                      <a:prstDash val="solid"/>
                    </a:lnT>
                    <a:lnB w="12700">
                      <a:solidFill>
                        <a:srgbClr val="C70000"/>
                      </a:solidFill>
                      <a:prstDash val="solid"/>
                    </a:lnB>
                    <a:solidFill>
                      <a:srgbClr val="EAEAEA"/>
                    </a:solidFill>
                  </a:tcPr>
                </a:tc>
                <a:tc>
                  <a:txBody>
                    <a:bodyPr/>
                    <a:lstStyle/>
                    <a:p>
                      <a:pPr algn="r">
                        <a:lnSpc>
                          <a:spcPct val="100000"/>
                        </a:lnSpc>
                        <a:spcBef>
                          <a:spcPts val="335"/>
                        </a:spcBef>
                      </a:pPr>
                      <a:r>
                        <a:rPr lang="en-US" sz="1600" noProof="0" dirty="0">
                          <a:latin typeface="Segoe UI"/>
                          <a:cs typeface="Segoe UI"/>
                        </a:rPr>
                        <a:t>-</a:t>
                      </a:r>
                    </a:p>
                  </a:txBody>
                  <a:tcPr marL="0" marR="0" marT="34568" marB="0">
                    <a:lnT w="19050">
                      <a:solidFill>
                        <a:srgbClr val="C70000"/>
                      </a:solidFill>
                      <a:prstDash val="solid"/>
                    </a:lnT>
                    <a:lnB w="12700">
                      <a:solidFill>
                        <a:srgbClr val="C70000"/>
                      </a:solidFill>
                      <a:prstDash val="solid"/>
                    </a:lnB>
                    <a:solidFill>
                      <a:srgbClr val="EAEAEA"/>
                    </a:solidFill>
                  </a:tcPr>
                </a:tc>
                <a:tc>
                  <a:txBody>
                    <a:bodyPr/>
                    <a:lstStyle/>
                    <a:p>
                      <a:pPr marL="50165" algn="ctr">
                        <a:lnSpc>
                          <a:spcPct val="100000"/>
                        </a:lnSpc>
                        <a:spcBef>
                          <a:spcPts val="335"/>
                        </a:spcBef>
                      </a:pPr>
                      <a:r>
                        <a:rPr lang="en-US" sz="1600" spc="-5" noProof="0" dirty="0">
                          <a:latin typeface="Segoe UI"/>
                          <a:cs typeface="Segoe UI"/>
                        </a:rPr>
                        <a:t>7-bit</a:t>
                      </a:r>
                      <a:endParaRPr lang="en-US" sz="1600" noProof="0" dirty="0">
                        <a:latin typeface="Segoe UI"/>
                        <a:cs typeface="Segoe UI"/>
                      </a:endParaRPr>
                    </a:p>
                  </a:txBody>
                  <a:tcPr marL="0" marR="0" marT="34568" marB="0">
                    <a:lnR w="12700">
                      <a:solidFill>
                        <a:srgbClr val="C70000"/>
                      </a:solidFill>
                      <a:prstDash val="solid"/>
                    </a:lnR>
                    <a:lnT w="19050">
                      <a:solidFill>
                        <a:srgbClr val="C70000"/>
                      </a:solidFill>
                      <a:prstDash val="solid"/>
                    </a:lnT>
                    <a:lnB w="12700">
                      <a:solidFill>
                        <a:srgbClr val="C70000"/>
                      </a:solidFill>
                      <a:prstDash val="solid"/>
                    </a:lnB>
                    <a:solidFill>
                      <a:srgbClr val="EAEAEA"/>
                    </a:solidFill>
                  </a:tcPr>
                </a:tc>
                <a:extLst>
                  <a:ext uri="{0D108BD9-81ED-4DB2-BD59-A6C34878D82A}">
                    <a16:rowId xmlns:a16="http://schemas.microsoft.com/office/drawing/2014/main" val="10000"/>
                  </a:ext>
                </a:extLst>
              </a:tr>
              <a:tr h="533579">
                <a:tc vMerge="1">
                  <a:txBody>
                    <a:bodyPr/>
                    <a:lstStyle/>
                    <a:p>
                      <a:endParaRPr/>
                    </a:p>
                  </a:txBody>
                  <a:tcPr marL="0" marR="0" marT="0" marB="0">
                    <a:lnL w="12700">
                      <a:solidFill>
                        <a:srgbClr val="C70000"/>
                      </a:solidFill>
                      <a:prstDash val="solid"/>
                    </a:lnL>
                    <a:lnR w="12700">
                      <a:solidFill>
                        <a:srgbClr val="C70000"/>
                      </a:solidFill>
                      <a:prstDash val="solid"/>
                    </a:lnR>
                    <a:lnT w="12700">
                      <a:solidFill>
                        <a:srgbClr val="C70000"/>
                      </a:solidFill>
                      <a:prstDash val="solid"/>
                    </a:lnT>
                    <a:solidFill>
                      <a:srgbClr val="C0C0C0"/>
                    </a:solidFill>
                  </a:tcPr>
                </a:tc>
                <a:tc gridSpan="2">
                  <a:txBody>
                    <a:bodyPr/>
                    <a:lstStyle/>
                    <a:p>
                      <a:pPr marL="855344">
                        <a:lnSpc>
                          <a:spcPct val="100000"/>
                        </a:lnSpc>
                        <a:spcBef>
                          <a:spcPts val="880"/>
                        </a:spcBef>
                      </a:pPr>
                      <a:r>
                        <a:rPr lang="en-US" sz="1600" spc="-10" noProof="0" dirty="0">
                          <a:latin typeface="Segoe UI"/>
                          <a:cs typeface="Segoe UI"/>
                        </a:rPr>
                        <a:t>ISO</a:t>
                      </a:r>
                      <a:r>
                        <a:rPr lang="en-US" sz="1600" spc="-35" noProof="0" dirty="0">
                          <a:latin typeface="Segoe UI"/>
                          <a:cs typeface="Segoe UI"/>
                        </a:rPr>
                        <a:t> </a:t>
                      </a:r>
                      <a:r>
                        <a:rPr lang="en-US" sz="1600" spc="-10" noProof="0" dirty="0">
                          <a:latin typeface="Segoe UI"/>
                          <a:cs typeface="Segoe UI"/>
                        </a:rPr>
                        <a:t>Latin1</a:t>
                      </a:r>
                      <a:endParaRPr lang="en-US" sz="1600" noProof="0" dirty="0">
                        <a:latin typeface="Segoe UI"/>
                        <a:cs typeface="Segoe UI"/>
                      </a:endParaRPr>
                    </a:p>
                  </a:txBody>
                  <a:tcPr marL="0" marR="0" marT="90805" marB="0">
                    <a:lnL w="12700">
                      <a:solidFill>
                        <a:srgbClr val="C70000"/>
                      </a:solidFill>
                      <a:prstDash val="solid"/>
                    </a:lnL>
                    <a:lnB w="12700">
                      <a:solidFill>
                        <a:srgbClr val="C70000"/>
                      </a:solidFill>
                      <a:prstDash val="solid"/>
                    </a:lnB>
                    <a:solidFill>
                      <a:srgbClr val="DDDDDD"/>
                    </a:solidFill>
                  </a:tcPr>
                </a:tc>
                <a:tc hMerge="1">
                  <a:txBody>
                    <a:bodyPr/>
                    <a:lstStyle/>
                    <a:p>
                      <a:endParaRPr/>
                    </a:p>
                  </a:txBody>
                  <a:tcPr marL="0" marR="0" marT="0" marB="0"/>
                </a:tc>
                <a:tc>
                  <a:txBody>
                    <a:bodyPr/>
                    <a:lstStyle/>
                    <a:p>
                      <a:pPr algn="r">
                        <a:lnSpc>
                          <a:spcPct val="100000"/>
                        </a:lnSpc>
                        <a:spcBef>
                          <a:spcPts val="880"/>
                        </a:spcBef>
                      </a:pPr>
                      <a:r>
                        <a:rPr lang="en-US" sz="1600" noProof="0" dirty="0">
                          <a:latin typeface="Segoe UI"/>
                          <a:cs typeface="Segoe UI"/>
                        </a:rPr>
                        <a:t>-</a:t>
                      </a:r>
                    </a:p>
                  </a:txBody>
                  <a:tcPr marL="0" marR="0" marT="90805" marB="0">
                    <a:lnT w="12700">
                      <a:solidFill>
                        <a:srgbClr val="C70000"/>
                      </a:solidFill>
                      <a:prstDash val="solid"/>
                    </a:lnT>
                    <a:lnB w="12700">
                      <a:solidFill>
                        <a:srgbClr val="C70000"/>
                      </a:solidFill>
                      <a:prstDash val="solid"/>
                    </a:lnB>
                    <a:solidFill>
                      <a:srgbClr val="DDDDDD"/>
                    </a:solidFill>
                  </a:tcPr>
                </a:tc>
                <a:tc>
                  <a:txBody>
                    <a:bodyPr/>
                    <a:lstStyle/>
                    <a:p>
                      <a:pPr marL="50165" algn="ctr">
                        <a:lnSpc>
                          <a:spcPct val="100000"/>
                        </a:lnSpc>
                        <a:spcBef>
                          <a:spcPts val="880"/>
                        </a:spcBef>
                      </a:pPr>
                      <a:r>
                        <a:rPr lang="en-US" sz="1600" spc="-5" noProof="0" dirty="0">
                          <a:latin typeface="Segoe UI"/>
                          <a:cs typeface="Segoe UI"/>
                        </a:rPr>
                        <a:t>8-bit</a:t>
                      </a:r>
                      <a:endParaRPr lang="en-US" sz="1600" noProof="0" dirty="0">
                        <a:latin typeface="Segoe UI"/>
                        <a:cs typeface="Segoe UI"/>
                      </a:endParaRPr>
                    </a:p>
                  </a:txBody>
                  <a:tcPr marL="0" marR="0" marT="90805" marB="0">
                    <a:lnR w="12700">
                      <a:solidFill>
                        <a:srgbClr val="C70000"/>
                      </a:solidFill>
                      <a:prstDash val="solid"/>
                    </a:lnR>
                    <a:lnT w="12700">
                      <a:solidFill>
                        <a:srgbClr val="C70000"/>
                      </a:solidFill>
                      <a:prstDash val="solid"/>
                    </a:lnT>
                    <a:lnB w="12700">
                      <a:solidFill>
                        <a:srgbClr val="C70000"/>
                      </a:solidFill>
                      <a:prstDash val="solid"/>
                    </a:lnB>
                    <a:solidFill>
                      <a:srgbClr val="DDDDDD"/>
                    </a:solidFill>
                  </a:tcPr>
                </a:tc>
                <a:extLst>
                  <a:ext uri="{0D108BD9-81ED-4DB2-BD59-A6C34878D82A}">
                    <a16:rowId xmlns:a16="http://schemas.microsoft.com/office/drawing/2014/main" val="10001"/>
                  </a:ext>
                </a:extLst>
              </a:tr>
              <a:tr h="548920">
                <a:tc gridSpan="3">
                  <a:txBody>
                    <a:bodyPr/>
                    <a:lstStyle/>
                    <a:p>
                      <a:pPr marL="998855">
                        <a:lnSpc>
                          <a:spcPct val="100000"/>
                        </a:lnSpc>
                        <a:spcBef>
                          <a:spcPts val="725"/>
                        </a:spcBef>
                      </a:pPr>
                      <a:r>
                        <a:rPr lang="en-US" sz="1600" spc="-5" noProof="0" dirty="0">
                          <a:latin typeface="Segoe UI"/>
                          <a:cs typeface="Segoe UI"/>
                        </a:rPr>
                        <a:t>Unicode</a:t>
                      </a:r>
                      <a:r>
                        <a:rPr lang="en-US" sz="1600" spc="10" noProof="0" dirty="0">
                          <a:latin typeface="Segoe UI"/>
                          <a:cs typeface="Segoe UI"/>
                        </a:rPr>
                        <a:t> </a:t>
                      </a:r>
                      <a:r>
                        <a:rPr lang="en-US" sz="1600" spc="-5" noProof="0" dirty="0">
                          <a:latin typeface="Segoe UI"/>
                          <a:cs typeface="Segoe UI"/>
                        </a:rPr>
                        <a:t>utf8</a:t>
                      </a:r>
                      <a:r>
                        <a:rPr lang="en-US" sz="1600" spc="-25" noProof="0" dirty="0">
                          <a:latin typeface="Segoe UI"/>
                          <a:cs typeface="Segoe UI"/>
                        </a:rPr>
                        <a:t> </a:t>
                      </a:r>
                      <a:r>
                        <a:rPr lang="en-US" sz="1600" spc="-5" noProof="0" dirty="0">
                          <a:latin typeface="Segoe UI"/>
                          <a:cs typeface="Segoe UI"/>
                        </a:rPr>
                        <a:t>-</a:t>
                      </a:r>
                      <a:endParaRPr lang="en-US" sz="1600" noProof="0" dirty="0">
                        <a:latin typeface="Segoe UI"/>
                        <a:cs typeface="Segoe UI"/>
                      </a:endParaRPr>
                    </a:p>
                  </a:txBody>
                  <a:tcPr marL="0" marR="0" marT="74811" marB="0">
                    <a:lnL w="12700">
                      <a:solidFill>
                        <a:srgbClr val="C70000"/>
                      </a:solidFill>
                      <a:prstDash val="solid"/>
                    </a:lnL>
                    <a:lnB w="12700">
                      <a:solidFill>
                        <a:srgbClr val="C70000"/>
                      </a:solidFill>
                      <a:prstDash val="solid"/>
                    </a:lnB>
                    <a:solidFill>
                      <a:srgbClr val="C0C0C0"/>
                    </a:solidFill>
                  </a:tcPr>
                </a:tc>
                <a:tc hMerge="1">
                  <a:txBody>
                    <a:bodyPr/>
                    <a:lstStyle/>
                    <a:p>
                      <a:endParaRPr/>
                    </a:p>
                  </a:txBody>
                  <a:tcPr marL="0" marR="0" marT="0" marB="0"/>
                </a:tc>
                <a:tc hMerge="1">
                  <a:txBody>
                    <a:bodyPr/>
                    <a:lstStyle/>
                    <a:p>
                      <a:endParaRPr/>
                    </a:p>
                  </a:txBody>
                  <a:tcPr marL="0" marR="0" marT="0" marB="0"/>
                </a:tc>
                <a:tc gridSpan="2">
                  <a:txBody>
                    <a:bodyPr/>
                    <a:lstStyle/>
                    <a:p>
                      <a:pPr marL="138430">
                        <a:lnSpc>
                          <a:spcPct val="100000"/>
                        </a:lnSpc>
                        <a:spcBef>
                          <a:spcPts val="725"/>
                        </a:spcBef>
                      </a:pPr>
                      <a:r>
                        <a:rPr lang="en-US" sz="1600" spc="-5" noProof="0" dirty="0">
                          <a:latin typeface="Segoe UI"/>
                          <a:cs typeface="Segoe UI"/>
                        </a:rPr>
                        <a:t>16-bit</a:t>
                      </a:r>
                      <a:endParaRPr lang="en-US" sz="1600" noProof="0" dirty="0">
                        <a:latin typeface="Segoe UI"/>
                        <a:cs typeface="Segoe UI"/>
                      </a:endParaRPr>
                    </a:p>
                  </a:txBody>
                  <a:tcPr marL="0" marR="0" marT="74811" marB="0">
                    <a:lnR w="12700">
                      <a:solidFill>
                        <a:srgbClr val="C70000"/>
                      </a:solidFill>
                      <a:prstDash val="solid"/>
                    </a:lnR>
                    <a:lnT w="12700">
                      <a:solidFill>
                        <a:srgbClr val="C70000"/>
                      </a:solidFill>
                      <a:prstDash val="solid"/>
                    </a:lnT>
                    <a:lnB w="12700">
                      <a:solidFill>
                        <a:srgbClr val="C70000"/>
                      </a:solidFill>
                      <a:prstDash val="solid"/>
                    </a:lnB>
                    <a:solidFill>
                      <a:srgbClr val="C0C0C0"/>
                    </a:solidFill>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pic>
        <p:nvPicPr>
          <p:cNvPr id="6" name="Picture 5">
            <a:extLst>
              <a:ext uri="{FF2B5EF4-FFF2-40B4-BE49-F238E27FC236}">
                <a16:creationId xmlns:a16="http://schemas.microsoft.com/office/drawing/2014/main" id="{A2EA6D35-64D9-1537-28AA-27FCB48F3D0B}"/>
              </a:ext>
            </a:extLst>
          </p:cNvPr>
          <p:cNvPicPr>
            <a:picLocks noChangeAspect="1"/>
          </p:cNvPicPr>
          <p:nvPr/>
        </p:nvPicPr>
        <p:blipFill>
          <a:blip r:embed="rId3"/>
          <a:stretch>
            <a:fillRect/>
          </a:stretch>
        </p:blipFill>
        <p:spPr>
          <a:xfrm>
            <a:off x="7953375" y="718359"/>
            <a:ext cx="3656012" cy="1786716"/>
          </a:xfrm>
          <a:prstGeom prst="rect">
            <a:avLst/>
          </a:prstGeom>
        </p:spPr>
      </p:pic>
    </p:spTree>
    <p:extLst>
      <p:ext uri="{BB962C8B-B14F-4D97-AF65-F5344CB8AC3E}">
        <p14:creationId xmlns:p14="http://schemas.microsoft.com/office/powerpoint/2010/main" val="3368178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0AE7D6-A055-E391-CDB2-9839838108D5}"/>
              </a:ext>
            </a:extLst>
          </p:cNvPr>
          <p:cNvSpPr>
            <a:spLocks noGrp="1"/>
          </p:cNvSpPr>
          <p:nvPr>
            <p:ph type="ctrTitle"/>
          </p:nvPr>
        </p:nvSpPr>
        <p:spPr/>
        <p:txBody>
          <a:bodyPr/>
          <a:lstStyle/>
          <a:p>
            <a:r>
              <a:rPr lang="en-US" noProof="0" dirty="0"/>
              <a:t>Localization</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cs typeface="Segoe UI"/>
              </a:rPr>
              <a:t>Messages</a:t>
            </a:r>
            <a:r>
              <a:rPr lang="en-US" sz="1800" spc="20" noProof="0" dirty="0">
                <a:solidFill>
                  <a:srgbClr val="2D2C2C"/>
                </a:solidFill>
                <a:cs typeface="Segoe UI"/>
              </a:rPr>
              <a:t> </a:t>
            </a:r>
            <a:r>
              <a:rPr lang="en-US" sz="1800" spc="-4" noProof="0" dirty="0">
                <a:solidFill>
                  <a:srgbClr val="2D2C2C"/>
                </a:solidFill>
                <a:cs typeface="Segoe UI"/>
              </a:rPr>
              <a:t>in</a:t>
            </a:r>
            <a:r>
              <a:rPr lang="en-US" sz="1800" spc="-12" noProof="0" dirty="0">
                <a:solidFill>
                  <a:srgbClr val="2D2C2C"/>
                </a:solidFill>
                <a:cs typeface="Segoe UI"/>
              </a:rPr>
              <a:t> </a:t>
            </a:r>
            <a:r>
              <a:rPr lang="en-US" sz="1800" spc="-4" noProof="0" dirty="0">
                <a:solidFill>
                  <a:srgbClr val="2D2C2C"/>
                </a:solidFill>
                <a:cs typeface="Segoe UI"/>
              </a:rPr>
              <a:t>the</a:t>
            </a:r>
            <a:r>
              <a:rPr lang="en-US" sz="1800" spc="20" noProof="0" dirty="0">
                <a:solidFill>
                  <a:srgbClr val="2D2C2C"/>
                </a:solidFill>
                <a:cs typeface="Segoe UI"/>
              </a:rPr>
              <a:t> </a:t>
            </a:r>
            <a:r>
              <a:rPr lang="en-US" sz="1800" spc="-16" noProof="0" dirty="0">
                <a:solidFill>
                  <a:srgbClr val="2D2C2C"/>
                </a:solidFill>
                <a:cs typeface="Segoe UI"/>
              </a:rPr>
              <a:t>user's</a:t>
            </a:r>
            <a:r>
              <a:rPr lang="en-US" sz="1800" spc="24" noProof="0" dirty="0">
                <a:solidFill>
                  <a:srgbClr val="2D2C2C"/>
                </a:solidFill>
                <a:cs typeface="Segoe UI"/>
              </a:rPr>
              <a:t> </a:t>
            </a:r>
            <a:r>
              <a:rPr lang="en-US" sz="1800" spc="-8" noProof="0" dirty="0">
                <a:solidFill>
                  <a:srgbClr val="2D2C2C"/>
                </a:solidFill>
                <a:cs typeface="Segoe UI"/>
              </a:rPr>
              <a:t>language</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Local</a:t>
            </a:r>
            <a:r>
              <a:rPr lang="en-US" sz="1800" spc="-16" noProof="0" dirty="0">
                <a:solidFill>
                  <a:srgbClr val="2D2C2C"/>
                </a:solidFill>
                <a:cs typeface="Segoe UI"/>
              </a:rPr>
              <a:t> </a:t>
            </a:r>
            <a:r>
              <a:rPr lang="en-US" sz="1800" spc="-12" noProof="0" dirty="0">
                <a:solidFill>
                  <a:srgbClr val="2D2C2C"/>
                </a:solidFill>
                <a:cs typeface="Segoe UI"/>
              </a:rPr>
              <a:t>date/time</a:t>
            </a:r>
            <a:r>
              <a:rPr lang="en-US" sz="1800" spc="65" noProof="0" dirty="0">
                <a:solidFill>
                  <a:srgbClr val="2D2C2C"/>
                </a:solidFill>
                <a:cs typeface="Segoe UI"/>
              </a:rPr>
              <a:t> </a:t>
            </a:r>
            <a:r>
              <a:rPr lang="en-US" sz="1800" spc="-8" noProof="0" dirty="0">
                <a:solidFill>
                  <a:srgbClr val="2D2C2C"/>
                </a:solidFill>
                <a:cs typeface="Segoe UI"/>
              </a:rPr>
              <a:t>formats</a:t>
            </a:r>
            <a:endParaRPr lang="en-US" sz="1800" noProof="0" dirty="0">
              <a:cs typeface="Segoe UI"/>
            </a:endParaRPr>
          </a:p>
          <a:p>
            <a:pPr marL="518001" lvl="1" indent="-233204">
              <a:spcBef>
                <a:spcPts val="492"/>
              </a:spcBef>
              <a:buClr>
                <a:srgbClr val="000000"/>
              </a:buClr>
              <a:buFont typeface="Arial"/>
              <a:buChar char="•"/>
              <a:tabLst>
                <a:tab pos="517485" algn="l"/>
                <a:tab pos="518001" algn="l"/>
              </a:tabLst>
            </a:pPr>
            <a:r>
              <a:rPr lang="en-US" sz="1800" spc="-12" noProof="0" dirty="0">
                <a:solidFill>
                  <a:srgbClr val="2D2C2C"/>
                </a:solidFill>
                <a:cs typeface="Segoe UI"/>
              </a:rPr>
              <a:t>Currency</a:t>
            </a:r>
            <a:r>
              <a:rPr lang="en-US" sz="1800" spc="33" noProof="0" dirty="0">
                <a:solidFill>
                  <a:srgbClr val="2D2C2C"/>
                </a:solidFill>
                <a:cs typeface="Segoe UI"/>
              </a:rPr>
              <a:t> </a:t>
            </a:r>
            <a:r>
              <a:rPr lang="en-US" sz="1800" spc="-8" noProof="0" dirty="0">
                <a:solidFill>
                  <a:srgbClr val="2D2C2C"/>
                </a:solidFill>
                <a:cs typeface="Segoe UI"/>
              </a:rPr>
              <a:t>symbol,</a:t>
            </a:r>
            <a:r>
              <a:rPr lang="en-US" sz="1800" spc="41" noProof="0" dirty="0">
                <a:solidFill>
                  <a:srgbClr val="2D2C2C"/>
                </a:solidFill>
                <a:cs typeface="Segoe UI"/>
              </a:rPr>
              <a:t> </a:t>
            </a:r>
            <a:r>
              <a:rPr lang="en-US" sz="1800" spc="-4" noProof="0" dirty="0">
                <a:solidFill>
                  <a:srgbClr val="2D2C2C"/>
                </a:solidFill>
                <a:cs typeface="Segoe UI"/>
              </a:rPr>
              <a:t>thousand</a:t>
            </a:r>
            <a:r>
              <a:rPr lang="en-US" sz="1800" spc="24" noProof="0" dirty="0">
                <a:solidFill>
                  <a:srgbClr val="2D2C2C"/>
                </a:solidFill>
                <a:cs typeface="Segoe UI"/>
              </a:rPr>
              <a:t> </a:t>
            </a:r>
            <a:r>
              <a:rPr lang="en-US" sz="1800" spc="-24" noProof="0" dirty="0">
                <a:solidFill>
                  <a:srgbClr val="2D2C2C"/>
                </a:solidFill>
                <a:cs typeface="Segoe UI"/>
              </a:rPr>
              <a:t>separator,</a:t>
            </a:r>
            <a:r>
              <a:rPr lang="en-US" sz="1800" spc="37" noProof="0" dirty="0">
                <a:solidFill>
                  <a:srgbClr val="2D2C2C"/>
                </a:solidFill>
                <a:cs typeface="Segoe UI"/>
              </a:rPr>
              <a:t> </a:t>
            </a:r>
            <a:r>
              <a:rPr lang="en-US" sz="1800" spc="-16" noProof="0" dirty="0">
                <a:solidFill>
                  <a:srgbClr val="2D2C2C"/>
                </a:solidFill>
                <a:cs typeface="Segoe UI"/>
              </a:rPr>
              <a:t>etc.</a:t>
            </a:r>
          </a:p>
          <a:p>
            <a:pPr marL="518001" lvl="1" indent="-233204">
              <a:spcBef>
                <a:spcPts val="492"/>
              </a:spcBef>
              <a:buClr>
                <a:srgbClr val="000000"/>
              </a:buClr>
              <a:buFont typeface="Arial"/>
              <a:buChar char="•"/>
              <a:tabLst>
                <a:tab pos="517485" algn="l"/>
                <a:tab pos="518001" algn="l"/>
              </a:tabLst>
            </a:pPr>
            <a:r>
              <a:rPr lang="en-US" sz="1800" spc="-8" noProof="0" dirty="0"/>
              <a:t>Controlled</a:t>
            </a:r>
            <a:r>
              <a:rPr lang="en-US" sz="1800" spc="12" noProof="0" dirty="0"/>
              <a:t> </a:t>
            </a:r>
            <a:r>
              <a:rPr lang="en-US" sz="1800" spc="-4" noProof="0" dirty="0"/>
              <a:t>by</a:t>
            </a:r>
            <a:r>
              <a:rPr lang="en-US" sz="1800" spc="-8" noProof="0" dirty="0"/>
              <a:t> environment</a:t>
            </a:r>
            <a:r>
              <a:rPr lang="en-US" sz="1800" spc="69" noProof="0" dirty="0"/>
              <a:t> </a:t>
            </a:r>
            <a:r>
              <a:rPr lang="en-US" sz="1800" spc="-12" noProof="0" dirty="0"/>
              <a:t>variables</a:t>
            </a:r>
            <a:endParaRPr lang="en-US" sz="1800" spc="-4" noProof="0" dirty="0"/>
          </a:p>
          <a:p>
            <a:pPr marL="518001" lvl="2" indent="-233204">
              <a:spcBef>
                <a:spcPts val="492"/>
              </a:spcBef>
              <a:buClr>
                <a:srgbClr val="000000"/>
              </a:buClr>
              <a:buFont typeface="Arial"/>
              <a:buChar char="•"/>
              <a:tabLst>
                <a:tab pos="517485" algn="l"/>
                <a:tab pos="518001" algn="l"/>
              </a:tabLst>
            </a:pP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LANG</a:t>
            </a:r>
            <a:r>
              <a:rPr lang="en-US" sz="1800" b="1" spc="-4" noProof="0" dirty="0">
                <a:solidFill>
                  <a:srgbClr val="0000C7"/>
                </a:solidFill>
                <a:cs typeface="Segoe UI"/>
              </a:rPr>
              <a:t> </a:t>
            </a:r>
            <a:r>
              <a:rPr lang="en-US" sz="1800" spc="-4" noProof="0" dirty="0">
                <a:solidFill>
                  <a:srgbClr val="2D2C2C"/>
                </a:solidFill>
                <a:cs typeface="Segoe UI"/>
              </a:rPr>
              <a:t>used by command line utilities</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LC_ALL</a:t>
            </a:r>
            <a:r>
              <a:rPr lang="en-US" sz="1800"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spc="-4" noProof="0" dirty="0">
                <a:solidFill>
                  <a:srgbClr val="2D2C2C"/>
                </a:solidFill>
                <a:cs typeface="Segoe UI"/>
              </a:rPr>
              <a:t>overrides other LC_ variables</a:t>
            </a:r>
            <a:endParaRPr lang="en-US" sz="1800" noProof="0" dirty="0">
              <a:cs typeface="Segoe UI"/>
            </a:endParaRPr>
          </a:p>
          <a:p>
            <a:endParaRPr lang="en-US" sz="1800" noProof="0" dirty="0"/>
          </a:p>
          <a:p>
            <a:endParaRPr lang="en-US" sz="32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13</a:t>
            </a:fld>
            <a:endParaRPr lang="en-US" noProof="0" dirty="0"/>
          </a:p>
        </p:txBody>
      </p:sp>
      <p:pic>
        <p:nvPicPr>
          <p:cNvPr id="6" name="Picture 5">
            <a:extLst>
              <a:ext uri="{FF2B5EF4-FFF2-40B4-BE49-F238E27FC236}">
                <a16:creationId xmlns:a16="http://schemas.microsoft.com/office/drawing/2014/main" id="{E9A5BADA-4DA7-4ABA-27AD-5A43AC964D29}"/>
              </a:ext>
            </a:extLst>
          </p:cNvPr>
          <p:cNvPicPr>
            <a:picLocks noChangeAspect="1"/>
          </p:cNvPicPr>
          <p:nvPr/>
        </p:nvPicPr>
        <p:blipFill>
          <a:blip r:embed="rId3"/>
          <a:stretch>
            <a:fillRect/>
          </a:stretch>
        </p:blipFill>
        <p:spPr>
          <a:xfrm>
            <a:off x="8130208" y="468591"/>
            <a:ext cx="1871242" cy="1781175"/>
          </a:xfrm>
          <a:prstGeom prst="rect">
            <a:avLst/>
          </a:prstGeom>
        </p:spPr>
      </p:pic>
    </p:spTree>
    <p:extLst>
      <p:ext uri="{BB962C8B-B14F-4D97-AF65-F5344CB8AC3E}">
        <p14:creationId xmlns:p14="http://schemas.microsoft.com/office/powerpoint/2010/main" val="3119941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3EB04C-012C-3558-5517-C0D9E2D6B9D7}"/>
              </a:ext>
            </a:extLst>
          </p:cNvPr>
          <p:cNvSpPr>
            <a:spLocks noGrp="1"/>
          </p:cNvSpPr>
          <p:nvPr>
            <p:ph type="ctrTitle"/>
          </p:nvPr>
        </p:nvSpPr>
        <p:spPr/>
        <p:txBody>
          <a:bodyPr/>
          <a:lstStyle/>
          <a:p>
            <a:r>
              <a:rPr lang="en-US" noProof="0" dirty="0"/>
              <a:t>Localization vs. collation</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a:bodyPr>
          <a:lstStyle/>
          <a:p>
            <a:pPr marL="289957" indent="-280154">
              <a:lnSpc>
                <a:spcPct val="100000"/>
              </a:lnSpc>
              <a:buClr>
                <a:srgbClr val="000000"/>
              </a:buClr>
              <a:buFont typeface="Arial"/>
              <a:buChar char="•"/>
              <a:tabLst>
                <a:tab pos="289957" algn="l"/>
                <a:tab pos="290473" algn="l"/>
              </a:tabLst>
            </a:pPr>
            <a:r>
              <a:rPr lang="en-US" sz="1800" spc="-4" noProof="0" dirty="0">
                <a:solidFill>
                  <a:srgbClr val="2D2C2C"/>
                </a:solidFill>
                <a:cs typeface="Segoe UI"/>
              </a:rPr>
              <a:t>Use</a:t>
            </a:r>
            <a:r>
              <a:rPr lang="en-US" sz="1800" spc="-16" noProof="0" dirty="0">
                <a:solidFill>
                  <a:srgbClr val="2D2C2C"/>
                </a:solidFill>
                <a:cs typeface="Segoe UI"/>
              </a:rPr>
              <a:t> </a:t>
            </a:r>
            <a:r>
              <a:rPr lang="en-US" sz="1800" spc="-4" noProof="0" dirty="0">
                <a:solidFill>
                  <a:srgbClr val="2D2C2C"/>
                </a:solidFill>
                <a:cs typeface="Segoe UI"/>
              </a:rPr>
              <a:t>the</a:t>
            </a:r>
            <a:r>
              <a:rPr lang="en-US" sz="1800" spc="33"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locale</a:t>
            </a:r>
            <a:r>
              <a:rPr lang="en-US" sz="1800" b="1" spc="-12" noProof="0" dirty="0">
                <a:solidFill>
                  <a:srgbClr val="0000C7"/>
                </a:solidFill>
                <a:cs typeface="Segoe UI"/>
              </a:rPr>
              <a:t> </a:t>
            </a:r>
            <a:r>
              <a:rPr lang="en-US" sz="1800" spc="-8" noProof="0" dirty="0">
                <a:solidFill>
                  <a:srgbClr val="2D2C2C"/>
                </a:solidFill>
                <a:cs typeface="Segoe UI"/>
              </a:rPr>
              <a:t>utility</a:t>
            </a:r>
            <a:r>
              <a:rPr lang="en-US" sz="1800" spc="12" noProof="0" dirty="0">
                <a:solidFill>
                  <a:srgbClr val="2D2C2C"/>
                </a:solidFill>
                <a:cs typeface="Segoe UI"/>
              </a:rPr>
              <a:t> </a:t>
            </a:r>
            <a:r>
              <a:rPr lang="en-US" sz="1800" spc="-16" noProof="0" dirty="0">
                <a:solidFill>
                  <a:srgbClr val="2D2C2C"/>
                </a:solidFill>
                <a:cs typeface="Segoe UI"/>
              </a:rPr>
              <a:t>to</a:t>
            </a:r>
            <a:r>
              <a:rPr lang="en-US" sz="1800" spc="24" noProof="0" dirty="0">
                <a:solidFill>
                  <a:srgbClr val="2D2C2C"/>
                </a:solidFill>
                <a:cs typeface="Segoe UI"/>
              </a:rPr>
              <a:t> </a:t>
            </a:r>
            <a:r>
              <a:rPr lang="en-US" sz="1800" spc="-8" noProof="0" dirty="0">
                <a:solidFill>
                  <a:srgbClr val="2D2C2C"/>
                </a:solidFill>
                <a:cs typeface="Segoe UI"/>
              </a:rPr>
              <a:t>list</a:t>
            </a:r>
            <a:r>
              <a:rPr lang="en-US" sz="1800" spc="16" noProof="0" dirty="0">
                <a:solidFill>
                  <a:srgbClr val="2D2C2C"/>
                </a:solidFill>
                <a:cs typeface="Segoe UI"/>
              </a:rPr>
              <a:t> </a:t>
            </a:r>
            <a:r>
              <a:rPr lang="en-US" sz="1800" spc="-8" noProof="0" dirty="0">
                <a:solidFill>
                  <a:srgbClr val="2D2C2C"/>
                </a:solidFill>
                <a:cs typeface="Segoe UI"/>
              </a:rPr>
              <a:t>locales</a:t>
            </a:r>
            <a:r>
              <a:rPr lang="en-US" sz="1800" spc="33" noProof="0" dirty="0">
                <a:solidFill>
                  <a:srgbClr val="2D2C2C"/>
                </a:solidFill>
                <a:cs typeface="Segoe UI"/>
              </a:rPr>
              <a:t> </a:t>
            </a:r>
            <a:r>
              <a:rPr lang="en-US" sz="1800" spc="-4" noProof="0" dirty="0">
                <a:solidFill>
                  <a:srgbClr val="2D2C2C"/>
                </a:solidFill>
                <a:cs typeface="Segoe UI"/>
              </a:rPr>
              <a:t>on</a:t>
            </a:r>
            <a:r>
              <a:rPr lang="en-US" sz="1800" noProof="0" dirty="0">
                <a:solidFill>
                  <a:srgbClr val="2D2C2C"/>
                </a:solidFill>
                <a:cs typeface="Segoe UI"/>
              </a:rPr>
              <a:t> </a:t>
            </a:r>
            <a:r>
              <a:rPr lang="en-US" sz="1800" spc="-4" noProof="0" dirty="0">
                <a:solidFill>
                  <a:srgbClr val="2D2C2C"/>
                </a:solidFill>
                <a:cs typeface="Segoe UI"/>
              </a:rPr>
              <a:t>your</a:t>
            </a:r>
            <a:r>
              <a:rPr lang="en-US" sz="1800" spc="4" noProof="0" dirty="0">
                <a:solidFill>
                  <a:srgbClr val="2D2C2C"/>
                </a:solidFill>
                <a:cs typeface="Segoe UI"/>
              </a:rPr>
              <a:t> </a:t>
            </a:r>
            <a:r>
              <a:rPr lang="en-US" sz="1800" spc="-12" noProof="0" dirty="0">
                <a:solidFill>
                  <a:srgbClr val="2D2C2C"/>
                </a:solidFill>
                <a:cs typeface="Segoe UI"/>
              </a:rPr>
              <a:t>system.</a:t>
            </a:r>
          </a:p>
          <a:p>
            <a:pPr marL="289957" indent="-280154">
              <a:lnSpc>
                <a:spcPct val="100000"/>
              </a:lnSpc>
              <a:buClr>
                <a:srgbClr val="000000"/>
              </a:buClr>
              <a:buFont typeface="Arial"/>
              <a:buChar char="•"/>
              <a:tabLst>
                <a:tab pos="289957" algn="l"/>
                <a:tab pos="290473" algn="l"/>
              </a:tabLst>
            </a:pPr>
            <a:r>
              <a:rPr lang="en-US" sz="1800" spc="-12" noProof="0" dirty="0">
                <a:solidFill>
                  <a:srgbClr val="2D2C2C"/>
                </a:solidFill>
                <a:cs typeface="Segoe UI"/>
              </a:rPr>
              <a:t>The localization sets the standards for that locale.</a:t>
            </a:r>
          </a:p>
          <a:p>
            <a:pPr marL="747157" lvl="1" indent="-280154">
              <a:lnSpc>
                <a:spcPct val="100000"/>
              </a:lnSpc>
              <a:spcBef>
                <a:spcPts val="1000"/>
              </a:spcBef>
              <a:buClr>
                <a:srgbClr val="000000"/>
              </a:buClr>
              <a:buFont typeface="Arial"/>
              <a:buChar char="•"/>
              <a:tabLst>
                <a:tab pos="289957" algn="l"/>
                <a:tab pos="290473" algn="l"/>
              </a:tabLst>
            </a:pPr>
            <a:r>
              <a:rPr lang="en-US" sz="1800" spc="-12" noProof="0" dirty="0">
                <a:solidFill>
                  <a:srgbClr val="2D2C2C"/>
                </a:solidFill>
                <a:cs typeface="Segoe UI"/>
              </a:rPr>
              <a:t>Affects the collation</a:t>
            </a:r>
          </a:p>
          <a:p>
            <a:pPr marL="747157" lvl="1" indent="-280154">
              <a:lnSpc>
                <a:spcPct val="100000"/>
              </a:lnSpc>
              <a:spcBef>
                <a:spcPts val="1000"/>
              </a:spcBef>
              <a:buClr>
                <a:srgbClr val="000000"/>
              </a:buClr>
              <a:buFont typeface="Arial"/>
              <a:buChar char="•"/>
              <a:tabLst>
                <a:tab pos="289957" algn="l"/>
                <a:tab pos="290473" algn="l"/>
              </a:tabLst>
            </a:pPr>
            <a:endParaRPr lang="en-US" sz="1800" spc="-12" noProof="0" dirty="0">
              <a:solidFill>
                <a:srgbClr val="2D2C2C"/>
              </a:solidFill>
              <a:cs typeface="Segoe UI"/>
            </a:endParaRPr>
          </a:p>
          <a:p>
            <a:pPr marL="467003" lvl="1" indent="0">
              <a:lnSpc>
                <a:spcPct val="100000"/>
              </a:lnSpc>
              <a:spcBef>
                <a:spcPts val="1000"/>
              </a:spcBef>
              <a:buClr>
                <a:srgbClr val="000000"/>
              </a:buClr>
              <a:buNone/>
              <a:tabLst>
                <a:tab pos="289957" algn="l"/>
                <a:tab pos="290473" algn="l"/>
              </a:tabLst>
            </a:pPr>
            <a:endParaRPr lang="en-US" spc="-12" noProof="0" dirty="0">
              <a:solidFill>
                <a:srgbClr val="2D2C2C"/>
              </a:solidFill>
              <a:cs typeface="Segoe UI"/>
            </a:endParaRPr>
          </a:p>
          <a:p>
            <a:pPr marL="467003" lvl="1" indent="0">
              <a:lnSpc>
                <a:spcPct val="100000"/>
              </a:lnSpc>
              <a:spcBef>
                <a:spcPts val="1000"/>
              </a:spcBef>
              <a:buClr>
                <a:srgbClr val="000000"/>
              </a:buClr>
              <a:buNone/>
              <a:tabLst>
                <a:tab pos="289957" algn="l"/>
                <a:tab pos="290473" algn="l"/>
              </a:tabLst>
            </a:pPr>
            <a:endParaRPr lang="en-US" sz="1800" spc="-12" noProof="0" dirty="0">
              <a:solidFill>
                <a:srgbClr val="2D2C2C"/>
              </a:solidFill>
              <a:cs typeface="Segoe UI"/>
            </a:endParaRPr>
          </a:p>
          <a:p>
            <a:pPr marL="747157" lvl="1" indent="-280154">
              <a:lnSpc>
                <a:spcPct val="100000"/>
              </a:lnSpc>
              <a:spcBef>
                <a:spcPts val="1000"/>
              </a:spcBef>
              <a:buClr>
                <a:srgbClr val="000000"/>
              </a:buClr>
              <a:buFont typeface="Arial"/>
              <a:buChar char="•"/>
              <a:tabLst>
                <a:tab pos="289957" algn="l"/>
                <a:tab pos="290473" algn="l"/>
              </a:tabLst>
            </a:pPr>
            <a:endParaRPr lang="en-US" sz="1800" spc="-12" noProof="0" dirty="0">
              <a:solidFill>
                <a:srgbClr val="2D2C2C"/>
              </a:solidFill>
              <a:cs typeface="Segoe UI"/>
            </a:endParaRPr>
          </a:p>
          <a:p>
            <a:pPr marL="747157" lvl="1" indent="-280154">
              <a:lnSpc>
                <a:spcPct val="100000"/>
              </a:lnSpc>
              <a:spcBef>
                <a:spcPts val="1000"/>
              </a:spcBef>
              <a:buClr>
                <a:srgbClr val="000000"/>
              </a:buClr>
              <a:buFont typeface="Arial"/>
              <a:buChar char="•"/>
              <a:tabLst>
                <a:tab pos="289957" algn="l"/>
                <a:tab pos="290473" algn="l"/>
              </a:tabLst>
            </a:pPr>
            <a:endParaRPr lang="en-US" sz="1800" spc="-12" noProof="0" dirty="0">
              <a:solidFill>
                <a:srgbClr val="2D2C2C"/>
              </a:solidFill>
              <a:cs typeface="Segoe UI"/>
            </a:endParaRPr>
          </a:p>
          <a:p>
            <a:pPr marL="747157" lvl="1" indent="-280154">
              <a:lnSpc>
                <a:spcPct val="100000"/>
              </a:lnSpc>
              <a:spcBef>
                <a:spcPts val="1000"/>
              </a:spcBef>
              <a:buClr>
                <a:srgbClr val="000000"/>
              </a:buClr>
              <a:buFont typeface="Arial"/>
              <a:buChar char="•"/>
              <a:tabLst>
                <a:tab pos="289957" algn="l"/>
                <a:tab pos="290473" algn="l"/>
              </a:tabLst>
            </a:pPr>
            <a:endParaRPr lang="en-US" sz="1800" spc="-12" noProof="0" dirty="0">
              <a:solidFill>
                <a:srgbClr val="2D2C2C"/>
              </a:solidFill>
              <a:cs typeface="Segoe UI"/>
            </a:endParaRPr>
          </a:p>
          <a:p>
            <a:pPr marL="289957" indent="-280154">
              <a:lnSpc>
                <a:spcPct val="100000"/>
              </a:lnSpc>
              <a:buClr>
                <a:srgbClr val="000000"/>
              </a:buClr>
              <a:buFont typeface="Arial"/>
              <a:buChar char="•"/>
              <a:tabLst>
                <a:tab pos="289957" algn="l"/>
                <a:tab pos="290473" algn="l"/>
              </a:tabLst>
            </a:pPr>
            <a:r>
              <a:rPr lang="en-US" sz="1800" spc="-12" noProof="0" dirty="0">
                <a:solidFill>
                  <a:srgbClr val="2D2C2C"/>
                </a:solidFill>
                <a:cs typeface="Segoe UI"/>
              </a:rPr>
              <a:t>Collation dictates the order of the characters.</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14</a:t>
            </a:fld>
            <a:endParaRPr lang="en-US" noProof="0" dirty="0"/>
          </a:p>
        </p:txBody>
      </p:sp>
      <p:sp>
        <p:nvSpPr>
          <p:cNvPr id="8" name="Rectangle 3">
            <a:extLst>
              <a:ext uri="{FF2B5EF4-FFF2-40B4-BE49-F238E27FC236}">
                <a16:creationId xmlns:a16="http://schemas.microsoft.com/office/drawing/2014/main" id="{BE6364AA-47F9-34EB-E59A-2755939149D9}"/>
              </a:ext>
            </a:extLst>
          </p:cNvPr>
          <p:cNvSpPr>
            <a:spLocks noChangeArrowheads="1"/>
          </p:cNvSpPr>
          <p:nvPr/>
        </p:nvSpPr>
        <p:spPr bwMode="auto">
          <a:xfrm>
            <a:off x="3959721" y="2695749"/>
            <a:ext cx="4270970" cy="2476384"/>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536575">
              <a:lnSpc>
                <a:spcPct val="103899"/>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locale</a:t>
            </a:r>
          </a:p>
          <a:p>
            <a:pPr marL="10319" marR="536575">
              <a:lnSpc>
                <a:spcPct val="103899"/>
              </a:lnSpc>
            </a:pPr>
            <a:r>
              <a:rPr lang="en-US" sz="1600" spc="-8" noProof="0" dirty="0">
                <a:solidFill>
                  <a:schemeClr val="bg1"/>
                </a:solidFill>
                <a:latin typeface="Hack" panose="020B0609030202020204" pitchFamily="49" charset="0"/>
                <a:ea typeface="Hack" panose="020B0609030202020204" pitchFamily="49" charset="0"/>
                <a:cs typeface="Hack" panose="020B0609030202020204" pitchFamily="49" charset="0"/>
              </a:rPr>
              <a:t>LANG=en_GB.UTF-8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 LC_</a:t>
            </a:r>
            <a:r>
              <a:rPr lang="en-US" sz="1600" spc="-8" noProof="0" dirty="0">
                <a:solidFill>
                  <a:schemeClr val="bg1"/>
                </a:solidFill>
                <a:latin typeface="Hack" panose="020B0609030202020204" pitchFamily="49" charset="0"/>
                <a:ea typeface="Hack" panose="020B0609030202020204" pitchFamily="49" charset="0"/>
                <a:cs typeface="Hack" panose="020B0609030202020204" pitchFamily="49" charset="0"/>
              </a:rPr>
              <a:t>C</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TY</a:t>
            </a:r>
            <a:r>
              <a:rPr lang="en-US" sz="1600" spc="-24" noProof="0" dirty="0">
                <a:solidFill>
                  <a:schemeClr val="bg1"/>
                </a:solidFill>
                <a:latin typeface="Hack" panose="020B0609030202020204" pitchFamily="49" charset="0"/>
                <a:ea typeface="Hack" panose="020B0609030202020204" pitchFamily="49" charset="0"/>
                <a:cs typeface="Hack" panose="020B0609030202020204" pitchFamily="49" charset="0"/>
              </a:rPr>
              <a:t>P</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E="</a:t>
            </a:r>
            <a:r>
              <a:rPr lang="en-US" sz="1600" spc="-8" noProof="0" dirty="0">
                <a:solidFill>
                  <a:schemeClr val="bg1"/>
                </a:solidFill>
                <a:latin typeface="Hack" panose="020B0609030202020204" pitchFamily="49" charset="0"/>
                <a:ea typeface="Hack" panose="020B0609030202020204" pitchFamily="49" charset="0"/>
                <a:cs typeface="Hack" panose="020B0609030202020204" pitchFamily="49" charset="0"/>
              </a:rPr>
              <a:t>e</a:t>
            </a:r>
            <a:r>
              <a:rPr lang="en-US" sz="1600" spc="-24" noProof="0" dirty="0">
                <a:solidFill>
                  <a:schemeClr val="bg1"/>
                </a:solidFill>
                <a:latin typeface="Hack" panose="020B0609030202020204" pitchFamily="49" charset="0"/>
                <a:ea typeface="Hack" panose="020B0609030202020204" pitchFamily="49" charset="0"/>
                <a:cs typeface="Hack" panose="020B0609030202020204" pitchFamily="49" charset="0"/>
              </a:rPr>
              <a:t>n</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_GB</a:t>
            </a:r>
            <a:r>
              <a:rPr lang="en-US" sz="1600" spc="-28"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UT</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F</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spc="-24" noProof="0" dirty="0">
                <a:solidFill>
                  <a:schemeClr val="bg1"/>
                </a:solidFill>
                <a:latin typeface="Hack" panose="020B0609030202020204" pitchFamily="49" charset="0"/>
                <a:ea typeface="Hack" panose="020B0609030202020204" pitchFamily="49" charset="0"/>
                <a:cs typeface="Hack" panose="020B0609030202020204" pitchFamily="49" charset="0"/>
              </a:rPr>
              <a:t>8"</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marR="4128">
              <a:lnSpc>
                <a:spcPct val="102800"/>
              </a:lnSpc>
              <a:spcBef>
                <a:spcPts val="28"/>
              </a:spcBef>
            </a:pPr>
            <a:r>
              <a:rPr lang="en-US" sz="1600" spc="-8" noProof="0" dirty="0">
                <a:solidFill>
                  <a:schemeClr val="bg1"/>
                </a:solidFill>
                <a:latin typeface="Hack" panose="020B0609030202020204" pitchFamily="49" charset="0"/>
                <a:ea typeface="Hack" panose="020B0609030202020204" pitchFamily="49" charset="0"/>
                <a:cs typeface="Hack" panose="020B0609030202020204" pitchFamily="49" charset="0"/>
              </a:rPr>
              <a:t>LC_NUMERIC="en_GB.UTF-8"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 LC_TIME="en_GB.UTF-8"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LC_COLLATE="en_GB.UT</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F-</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8"  </a:t>
            </a:r>
            <a:r>
              <a:rPr lang="en-US" sz="1600" spc="-8" noProof="0" dirty="0">
                <a:solidFill>
                  <a:schemeClr val="bg1"/>
                </a:solidFill>
                <a:latin typeface="Hack" panose="020B0609030202020204" pitchFamily="49" charset="0"/>
                <a:ea typeface="Hack" panose="020B0609030202020204" pitchFamily="49" charset="0"/>
                <a:cs typeface="Hack" panose="020B0609030202020204" pitchFamily="49" charset="0"/>
              </a:rPr>
              <a:t>LC_MONETARY="en_GB.UTF-8"</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81"/>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57"/>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LC_ALL=</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7" name="Rectangle 3">
            <a:extLst>
              <a:ext uri="{FF2B5EF4-FFF2-40B4-BE49-F238E27FC236}">
                <a16:creationId xmlns:a16="http://schemas.microsoft.com/office/drawing/2014/main" id="{48F0DB91-9195-CAD7-B03E-A05F092AD2D9}"/>
              </a:ext>
            </a:extLst>
          </p:cNvPr>
          <p:cNvSpPr>
            <a:spLocks noChangeArrowheads="1"/>
          </p:cNvSpPr>
          <p:nvPr/>
        </p:nvSpPr>
        <p:spPr bwMode="auto">
          <a:xfrm>
            <a:off x="5551054" y="5467902"/>
            <a:ext cx="6125007" cy="651460"/>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7148">
              <a:spcBef>
                <a:spcPts val="244"/>
              </a:spcBef>
            </a:pPr>
            <a:r>
              <a:rPr lang="en-US" spc="-4" noProof="0" dirty="0">
                <a:solidFill>
                  <a:srgbClr val="FFFF00"/>
                </a:solidFill>
                <a:cs typeface="Courier New"/>
              </a:rPr>
              <a:t>$</a:t>
            </a:r>
            <a:r>
              <a:rPr lang="en-US" spc="-33" noProof="0" dirty="0">
                <a:solidFill>
                  <a:schemeClr val="bg1"/>
                </a:solidFill>
                <a:cs typeface="Courier New"/>
              </a:rPr>
              <a:t> </a:t>
            </a:r>
            <a:r>
              <a:rPr lang="en-US" b="1" spc="-4" noProof="0" dirty="0">
                <a:solidFill>
                  <a:schemeClr val="bg1"/>
                </a:solidFill>
                <a:cs typeface="Courier New"/>
              </a:rPr>
              <a:t>echo</a:t>
            </a:r>
            <a:r>
              <a:rPr lang="en-US" b="1" spc="-28" noProof="0" dirty="0">
                <a:solidFill>
                  <a:schemeClr val="bg1"/>
                </a:solidFill>
                <a:cs typeface="Courier New"/>
              </a:rPr>
              <a:t> </a:t>
            </a:r>
            <a:r>
              <a:rPr lang="en-US" b="1" spc="-4" noProof="0" dirty="0">
                <a:solidFill>
                  <a:schemeClr val="bg1"/>
                </a:solidFill>
                <a:cs typeface="Courier New"/>
              </a:rPr>
              <a:t>[a-z]*</a:t>
            </a:r>
            <a:endParaRPr lang="en-US" noProof="0" dirty="0">
              <a:solidFill>
                <a:schemeClr val="bg1"/>
              </a:solidFill>
              <a:cs typeface="Courier New"/>
            </a:endParaRPr>
          </a:p>
          <a:p>
            <a:pPr marL="37148">
              <a:lnSpc>
                <a:spcPts val="1670"/>
              </a:lnSpc>
              <a:spcBef>
                <a:spcPts val="85"/>
              </a:spcBef>
            </a:pPr>
            <a:r>
              <a:rPr lang="en-US" sz="1600" spc="-4" noProof="0" dirty="0">
                <a:solidFill>
                  <a:schemeClr val="bg1"/>
                </a:solidFill>
                <a:cs typeface="Courier New"/>
              </a:rPr>
              <a:t>a1</a:t>
            </a:r>
            <a:r>
              <a:rPr lang="en-US" sz="1600" spc="-20" noProof="0" dirty="0">
                <a:solidFill>
                  <a:schemeClr val="bg1"/>
                </a:solidFill>
                <a:cs typeface="Courier New"/>
              </a:rPr>
              <a:t> </a:t>
            </a:r>
            <a:r>
              <a:rPr lang="en-US" sz="1600" spc="-4" noProof="0" dirty="0" err="1">
                <a:solidFill>
                  <a:schemeClr val="bg1"/>
                </a:solidFill>
                <a:cs typeface="Courier New"/>
              </a:rPr>
              <a:t>A1</a:t>
            </a:r>
            <a:r>
              <a:rPr lang="en-US" sz="1600" spc="-20" noProof="0" dirty="0">
                <a:solidFill>
                  <a:schemeClr val="bg1"/>
                </a:solidFill>
                <a:cs typeface="Courier New"/>
              </a:rPr>
              <a:t> </a:t>
            </a:r>
            <a:r>
              <a:rPr lang="en-US" sz="1600" spc="-8" noProof="0" dirty="0">
                <a:solidFill>
                  <a:schemeClr val="bg1"/>
                </a:solidFill>
                <a:cs typeface="Courier New"/>
              </a:rPr>
              <a:t>bin</a:t>
            </a:r>
            <a:r>
              <a:rPr lang="en-US" sz="1600" spc="-20" noProof="0" dirty="0">
                <a:solidFill>
                  <a:schemeClr val="bg1"/>
                </a:solidFill>
                <a:cs typeface="Courier New"/>
              </a:rPr>
              <a:t> </a:t>
            </a:r>
            <a:r>
              <a:rPr lang="en-US" sz="1600" spc="-8" noProof="0" dirty="0">
                <a:solidFill>
                  <a:schemeClr val="bg1"/>
                </a:solidFill>
                <a:cs typeface="Courier New"/>
              </a:rPr>
              <a:t>Desktop</a:t>
            </a:r>
            <a:r>
              <a:rPr lang="en-US" sz="1600" spc="-12" noProof="0" dirty="0">
                <a:solidFill>
                  <a:schemeClr val="bg1"/>
                </a:solidFill>
                <a:cs typeface="Courier New"/>
              </a:rPr>
              <a:t> </a:t>
            </a:r>
            <a:r>
              <a:rPr lang="en-US" sz="1600" spc="-8" noProof="0" dirty="0" err="1">
                <a:solidFill>
                  <a:schemeClr val="bg1"/>
                </a:solidFill>
                <a:cs typeface="Courier New"/>
              </a:rPr>
              <a:t>ICAClient</a:t>
            </a:r>
            <a:r>
              <a:rPr lang="en-US" sz="1600" spc="-8" noProof="0" dirty="0">
                <a:solidFill>
                  <a:schemeClr val="bg1"/>
                </a:solidFill>
                <a:cs typeface="Courier New"/>
              </a:rPr>
              <a:t> </a:t>
            </a:r>
            <a:r>
              <a:rPr lang="en-US" sz="1600" spc="-8" noProof="0" dirty="0" err="1">
                <a:solidFill>
                  <a:schemeClr val="bg1"/>
                </a:solidFill>
                <a:cs typeface="Courier New"/>
              </a:rPr>
              <a:t>to_do.ods</a:t>
            </a:r>
            <a:r>
              <a:rPr lang="en-US" sz="1600" spc="-20" noProof="0" dirty="0">
                <a:solidFill>
                  <a:schemeClr val="bg1"/>
                </a:solidFill>
                <a:cs typeface="Courier New"/>
              </a:rPr>
              <a:t> </a:t>
            </a:r>
            <a:r>
              <a:rPr lang="en-US" sz="1600" spc="-8" noProof="0" dirty="0">
                <a:solidFill>
                  <a:schemeClr val="bg1"/>
                </a:solidFill>
                <a:cs typeface="Courier New"/>
              </a:rPr>
              <a:t>t-shoot.txt</a:t>
            </a:r>
            <a:r>
              <a:rPr lang="en-US" sz="1600" spc="-57" noProof="0" dirty="0">
                <a:solidFill>
                  <a:schemeClr val="bg1"/>
                </a:solidFill>
                <a:cs typeface="Courier New"/>
              </a:rPr>
              <a:t> </a:t>
            </a:r>
            <a:r>
              <a:rPr lang="en-US" sz="1600" noProof="0" dirty="0">
                <a:solidFill>
                  <a:schemeClr val="bg1"/>
                </a:solidFill>
                <a:cs typeface="Courier New"/>
              </a:rPr>
              <a:t>z1</a:t>
            </a:r>
          </a:p>
        </p:txBody>
      </p:sp>
      <p:pic>
        <p:nvPicPr>
          <p:cNvPr id="4" name="Picture 3">
            <a:extLst>
              <a:ext uri="{FF2B5EF4-FFF2-40B4-BE49-F238E27FC236}">
                <a16:creationId xmlns:a16="http://schemas.microsoft.com/office/drawing/2014/main" id="{E9A5BADA-4DA7-4ABA-27AD-5A43AC964D29}"/>
              </a:ext>
            </a:extLst>
          </p:cNvPr>
          <p:cNvPicPr>
            <a:picLocks noChangeAspect="1"/>
          </p:cNvPicPr>
          <p:nvPr/>
        </p:nvPicPr>
        <p:blipFill>
          <a:blip r:embed="rId3"/>
          <a:stretch>
            <a:fillRect/>
          </a:stretch>
        </p:blipFill>
        <p:spPr>
          <a:xfrm>
            <a:off x="9734550" y="695325"/>
            <a:ext cx="1871242" cy="1781175"/>
          </a:xfrm>
          <a:prstGeom prst="rect">
            <a:avLst/>
          </a:prstGeom>
        </p:spPr>
      </p:pic>
    </p:spTree>
    <p:extLst>
      <p:ext uri="{BB962C8B-B14F-4D97-AF65-F5344CB8AC3E}">
        <p14:creationId xmlns:p14="http://schemas.microsoft.com/office/powerpoint/2010/main" val="1343522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B9823F-C2B8-429E-9DB6-8C189B8D35C5}"/>
              </a:ext>
            </a:extLst>
          </p:cNvPr>
          <p:cNvSpPr>
            <a:spLocks noGrp="1"/>
          </p:cNvSpPr>
          <p:nvPr>
            <p:ph type="ctrTitle"/>
          </p:nvPr>
        </p:nvSpPr>
        <p:spPr/>
        <p:txBody>
          <a:bodyPr/>
          <a:lstStyle/>
          <a:p>
            <a:r>
              <a:rPr lang="en-US" noProof="0" dirty="0"/>
              <a:t>Changing collation</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975"/>
              </a:spcBef>
              <a:buClr>
                <a:srgbClr val="000000"/>
              </a:buClr>
              <a:buFont typeface="Arial"/>
              <a:buChar char="•"/>
              <a:tabLst>
                <a:tab pos="289957" algn="l"/>
                <a:tab pos="290473" algn="l"/>
              </a:tabLst>
            </a:pPr>
            <a:r>
              <a:rPr lang="en-US" sz="1800" spc="-4" noProof="0" dirty="0">
                <a:solidFill>
                  <a:srgbClr val="2D2C2C"/>
                </a:solidFill>
                <a:cs typeface="Segoe UI"/>
              </a:rPr>
              <a:t>Adjust</a:t>
            </a:r>
            <a:r>
              <a:rPr lang="en-US" sz="1800" noProof="0" dirty="0">
                <a:solidFill>
                  <a:srgbClr val="2D2C2C"/>
                </a:solidFill>
                <a:cs typeface="Segoe UI"/>
              </a:rPr>
              <a:t> the </a:t>
            </a:r>
            <a:r>
              <a:rPr lang="en-US" sz="1800" spc="-4" noProof="0" dirty="0">
                <a:solidFill>
                  <a:srgbClr val="2D2C2C"/>
                </a:solidFill>
                <a:cs typeface="Segoe UI"/>
              </a:rPr>
              <a:t>collation</a:t>
            </a:r>
            <a:r>
              <a:rPr lang="en-US" sz="1800" spc="24" noProof="0" dirty="0">
                <a:solidFill>
                  <a:srgbClr val="2D2C2C"/>
                </a:solidFill>
                <a:cs typeface="Segoe UI"/>
              </a:rPr>
              <a:t> </a:t>
            </a:r>
            <a:r>
              <a:rPr lang="en-US" sz="1800" spc="-8" noProof="0" dirty="0">
                <a:solidFill>
                  <a:srgbClr val="2D2C2C"/>
                </a:solidFill>
                <a:cs typeface="Segoe UI"/>
              </a:rPr>
              <a:t>method</a:t>
            </a:r>
            <a:r>
              <a:rPr lang="en-US" sz="1800" spc="24" noProof="0" dirty="0">
                <a:solidFill>
                  <a:srgbClr val="2D2C2C"/>
                </a:solidFill>
                <a:cs typeface="Segoe UI"/>
              </a:rPr>
              <a:t> </a:t>
            </a:r>
            <a:r>
              <a:rPr lang="en-US" sz="1800" spc="-8" noProof="0" dirty="0">
                <a:solidFill>
                  <a:srgbClr val="2D2C2C"/>
                </a:solidFill>
                <a:cs typeface="Segoe UI"/>
              </a:rPr>
              <a:t>through</a:t>
            </a:r>
            <a:r>
              <a:rPr lang="en-US" sz="1800" spc="53" noProof="0" dirty="0">
                <a:solidFill>
                  <a:srgbClr val="2D2C2C"/>
                </a:solidFill>
                <a:cs typeface="Segoe UI"/>
              </a:rPr>
              <a:t> </a:t>
            </a:r>
            <a:r>
              <a:rPr lang="en-US" sz="1800" spc="-16" noProof="0" dirty="0">
                <a:solidFill>
                  <a:srgbClr val="2D2C2C"/>
                </a:solidFill>
                <a:cs typeface="Segoe UI"/>
              </a:rPr>
              <a:t>value</a:t>
            </a:r>
          </a:p>
          <a:p>
            <a:pPr marL="469953" lvl="1" indent="-280154">
              <a:spcBef>
                <a:spcPts val="975"/>
              </a:spcBef>
              <a:buClr>
                <a:srgbClr val="000000"/>
              </a:buClr>
              <a:buFont typeface="Arial"/>
              <a:buChar char="•"/>
              <a:tabLst>
                <a:tab pos="289957" algn="l"/>
                <a:tab pos="290473" algn="l"/>
              </a:tabLst>
            </a:pPr>
            <a:r>
              <a:rPr lang="en-US" sz="1800" spc="-16" noProof="0" dirty="0">
                <a:solidFill>
                  <a:srgbClr val="2D2C2C"/>
                </a:solidFill>
                <a:cs typeface="Segoe UI"/>
              </a:rPr>
              <a:t>Language based collation is </a:t>
            </a:r>
            <a:r>
              <a:rPr lang="en-US" sz="1800" b="1" spc="-16" noProof="0" dirty="0" err="1">
                <a:solidFill>
                  <a:srgbClr val="0070C0"/>
                </a:solidFill>
                <a:latin typeface="Hack" panose="020B0609030202020204" pitchFamily="49" charset="0"/>
                <a:ea typeface="Hack" panose="020B0609030202020204" pitchFamily="49" charset="0"/>
                <a:cs typeface="Hack" panose="020B0609030202020204" pitchFamily="49" charset="0"/>
              </a:rPr>
              <a:t>aAbBcC</a:t>
            </a:r>
            <a:r>
              <a:rPr lang="en-US" sz="1800" b="1" spc="-16" noProof="0" dirty="0">
                <a:solidFill>
                  <a:srgbClr val="0070C0"/>
                </a:solidFill>
                <a:latin typeface="Hack" panose="020B0609030202020204" pitchFamily="49" charset="0"/>
                <a:ea typeface="Hack" panose="020B0609030202020204" pitchFamily="49" charset="0"/>
                <a:cs typeface="Hack" panose="020B0609030202020204" pitchFamily="49" charset="0"/>
              </a:rPr>
              <a:t>…</a:t>
            </a:r>
            <a:r>
              <a:rPr lang="en-US" sz="1800" b="1" spc="-24" noProof="0" dirty="0">
                <a:solidFill>
                  <a:srgbClr val="7030A0"/>
                </a:solidFill>
                <a:latin typeface="Hack" panose="020B0609030202020204" pitchFamily="49" charset="0"/>
                <a:ea typeface="Hack" panose="020B0609030202020204" pitchFamily="49" charset="0"/>
                <a:cs typeface="Hack" panose="020B0609030202020204" pitchFamily="49" charset="0"/>
              </a:rPr>
              <a:t>LC_COLLATE</a:t>
            </a:r>
            <a:r>
              <a:rPr lang="en-US" sz="1800" b="1" spc="61"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z="1800" b="1" spc="-16" noProof="0" dirty="0" err="1">
                <a:solidFill>
                  <a:srgbClr val="0070C0"/>
                </a:solidFill>
                <a:latin typeface="Hack" panose="020B0609030202020204" pitchFamily="49" charset="0"/>
                <a:ea typeface="Hack" panose="020B0609030202020204" pitchFamily="49" charset="0"/>
                <a:cs typeface="Hack" panose="020B0609030202020204" pitchFamily="49" charset="0"/>
              </a:rPr>
              <a:t>yYzZ</a:t>
            </a:r>
            <a:endParaRPr lang="en-US" sz="1800" b="1" spc="-16" noProof="0" dirty="0">
              <a:solidFill>
                <a:srgbClr val="0070C0"/>
              </a:solidFill>
              <a:latin typeface="Hack" panose="020B0609030202020204" pitchFamily="49" charset="0"/>
              <a:ea typeface="Hack" panose="020B0609030202020204" pitchFamily="49" charset="0"/>
              <a:cs typeface="Hack" panose="020B0609030202020204" pitchFamily="49" charset="0"/>
            </a:endParaRPr>
          </a:p>
          <a:p>
            <a:pPr marL="469953" lvl="1" indent="-280154">
              <a:spcBef>
                <a:spcPts val="975"/>
              </a:spcBef>
              <a:buClr>
                <a:srgbClr val="000000"/>
              </a:buClr>
              <a:buFont typeface="Arial"/>
              <a:buChar char="•"/>
              <a:tabLst>
                <a:tab pos="289957" algn="l"/>
                <a:tab pos="290473" algn="l"/>
              </a:tabLst>
            </a:pPr>
            <a:r>
              <a:rPr lang="en-US" sz="1800" spc="-16" noProof="0" dirty="0">
                <a:cs typeface="Segoe UI"/>
              </a:rPr>
              <a:t>There is an overlap between lower and upper case</a:t>
            </a:r>
          </a:p>
          <a:p>
            <a:pPr marL="469953" lvl="1" indent="-280154">
              <a:spcBef>
                <a:spcPts val="975"/>
              </a:spcBef>
              <a:buClr>
                <a:srgbClr val="000000"/>
              </a:buClr>
              <a:buFont typeface="Arial"/>
              <a:buChar char="•"/>
              <a:tabLst>
                <a:tab pos="289957" algn="l"/>
                <a:tab pos="290473" algn="l"/>
              </a:tabLst>
            </a:pPr>
            <a:endParaRPr lang="en-US" sz="1800" spc="-16" noProof="0" dirty="0">
              <a:cs typeface="Segoe UI"/>
            </a:endParaRPr>
          </a:p>
          <a:p>
            <a:pPr marL="469953" lvl="1" indent="-280154">
              <a:spcBef>
                <a:spcPts val="975"/>
              </a:spcBef>
              <a:buClr>
                <a:srgbClr val="000000"/>
              </a:buClr>
              <a:buFont typeface="Arial"/>
              <a:buChar char="•"/>
              <a:tabLst>
                <a:tab pos="289957" algn="l"/>
                <a:tab pos="290473" algn="l"/>
              </a:tabLst>
            </a:pPr>
            <a:endParaRPr lang="en-US" sz="1800" spc="-16" noProof="0" dirty="0">
              <a:cs typeface="Segoe UI"/>
            </a:endParaRPr>
          </a:p>
          <a:p>
            <a:pPr marL="469953" lvl="1" indent="-280154">
              <a:spcBef>
                <a:spcPts val="975"/>
              </a:spcBef>
              <a:buClr>
                <a:srgbClr val="000000"/>
              </a:buClr>
              <a:buFont typeface="Arial"/>
              <a:buChar char="•"/>
              <a:tabLst>
                <a:tab pos="289957" algn="l"/>
                <a:tab pos="290473" algn="l"/>
              </a:tabLst>
            </a:pPr>
            <a:endParaRPr lang="en-US" sz="1800" spc="-16" noProof="0" dirty="0">
              <a:cs typeface="Segoe UI"/>
            </a:endParaRPr>
          </a:p>
          <a:p>
            <a:pPr marL="469953" lvl="1" indent="-280154">
              <a:spcBef>
                <a:spcPts val="975"/>
              </a:spcBef>
              <a:buClr>
                <a:srgbClr val="000000"/>
              </a:buClr>
              <a:buFont typeface="Arial"/>
              <a:buChar char="•"/>
              <a:tabLst>
                <a:tab pos="289957" algn="l"/>
                <a:tab pos="290473" algn="l"/>
              </a:tabLst>
            </a:pPr>
            <a:endParaRPr lang="en-US" sz="1800" spc="-16" noProof="0" dirty="0">
              <a:cs typeface="Segoe UI"/>
            </a:endParaRPr>
          </a:p>
          <a:p>
            <a:pPr marL="469953" lvl="1" indent="-280154">
              <a:spcBef>
                <a:spcPts val="975"/>
              </a:spcBef>
              <a:buClr>
                <a:srgbClr val="000000"/>
              </a:buClr>
              <a:buFont typeface="Arial"/>
              <a:buChar char="•"/>
              <a:tabLst>
                <a:tab pos="289957" algn="l"/>
                <a:tab pos="290473" algn="l"/>
              </a:tabLst>
            </a:pPr>
            <a:endParaRPr lang="en-US" sz="1800" spc="-16" noProof="0" dirty="0">
              <a:cs typeface="Segoe UI"/>
            </a:endParaRPr>
          </a:p>
          <a:p>
            <a:pPr marL="469953" lvl="1" indent="-280154">
              <a:spcBef>
                <a:spcPts val="975"/>
              </a:spcBef>
              <a:buClr>
                <a:srgbClr val="000000"/>
              </a:buClr>
              <a:buFont typeface="Arial"/>
              <a:buChar char="•"/>
              <a:tabLst>
                <a:tab pos="289957" algn="l"/>
                <a:tab pos="290473" algn="l"/>
              </a:tabLst>
            </a:pPr>
            <a:r>
              <a:rPr lang="en-US" sz="1800" b="1" spc="-16" noProof="0" dirty="0">
                <a:cs typeface="Segoe UI"/>
              </a:rPr>
              <a:t>C</a:t>
            </a:r>
            <a:r>
              <a:rPr lang="en-US" sz="1800" spc="-16" noProof="0" dirty="0">
                <a:cs typeface="Segoe UI"/>
              </a:rPr>
              <a:t> (Ascii) based collation is </a:t>
            </a:r>
            <a:r>
              <a:rPr lang="en-US" sz="1800" b="1" spc="-16" noProof="0" dirty="0">
                <a:solidFill>
                  <a:srgbClr val="7030A0"/>
                </a:solidFill>
                <a:latin typeface="Hack" panose="020B0609030202020204" pitchFamily="49" charset="0"/>
                <a:ea typeface="Hack" panose="020B0609030202020204" pitchFamily="49" charset="0"/>
                <a:cs typeface="Hack" panose="020B0609030202020204" pitchFamily="49" charset="0"/>
              </a:rPr>
              <a:t>ABCD…</a:t>
            </a:r>
            <a:r>
              <a:rPr lang="en-US" sz="1800" b="1" spc="-16" noProof="0" dirty="0" err="1">
                <a:solidFill>
                  <a:srgbClr val="7030A0"/>
                </a:solidFill>
                <a:latin typeface="Hack" panose="020B0609030202020204" pitchFamily="49" charset="0"/>
                <a:ea typeface="Hack" panose="020B0609030202020204" pitchFamily="49" charset="0"/>
                <a:cs typeface="Hack" panose="020B0609030202020204" pitchFamily="49" charset="0"/>
              </a:rPr>
              <a:t>YZabcd</a:t>
            </a:r>
            <a:r>
              <a:rPr lang="en-US" sz="1800" b="1" spc="-16"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b="1" spc="-16" noProof="0" dirty="0" err="1">
                <a:solidFill>
                  <a:srgbClr val="7030A0"/>
                </a:solidFill>
                <a:latin typeface="Hack" panose="020B0609030202020204" pitchFamily="49" charset="0"/>
                <a:ea typeface="Hack" panose="020B0609030202020204" pitchFamily="49" charset="0"/>
                <a:cs typeface="Hack" panose="020B0609030202020204" pitchFamily="49" charset="0"/>
              </a:rPr>
              <a:t>yz</a:t>
            </a:r>
            <a:endParaRPr lang="en-US" sz="1800" b="1" spc="-16"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927153" lvl="2" indent="-280154">
              <a:spcBef>
                <a:spcPts val="975"/>
              </a:spcBef>
              <a:buClr>
                <a:srgbClr val="000000"/>
              </a:buClr>
              <a:buFont typeface="Arial"/>
              <a:buChar char="•"/>
              <a:tabLst>
                <a:tab pos="289957" algn="l"/>
                <a:tab pos="290473" algn="l"/>
              </a:tabLst>
            </a:pPr>
            <a:r>
              <a:rPr lang="en-US" sz="1800" spc="-16" noProof="0" dirty="0">
                <a:cs typeface="Segoe UI"/>
              </a:rPr>
              <a:t>All the lowercase characters are together</a:t>
            </a:r>
          </a:p>
          <a:p>
            <a:pPr marL="469953" lvl="1" indent="-280154">
              <a:spcBef>
                <a:spcPts val="975"/>
              </a:spcBef>
              <a:buClr>
                <a:srgbClr val="000000"/>
              </a:buClr>
              <a:buFont typeface="Arial"/>
              <a:buChar char="•"/>
              <a:tabLst>
                <a:tab pos="289957" algn="l"/>
                <a:tab pos="290473" algn="l"/>
              </a:tabLst>
            </a:pPr>
            <a:r>
              <a:rPr lang="en-US" sz="1800" spc="-16" noProof="0" dirty="0">
                <a:cs typeface="Segoe UI"/>
              </a:rPr>
              <a:t>Or set </a:t>
            </a:r>
            <a:r>
              <a:rPr lang="en-US" sz="1800" spc="-16" noProof="0" dirty="0" err="1">
                <a:cs typeface="Segoe UI"/>
              </a:rPr>
              <a:t>globasciiranges</a:t>
            </a:r>
            <a:r>
              <a:rPr lang="en-US" sz="1800" spc="-16" noProof="0" dirty="0">
                <a:cs typeface="Segoe UI"/>
              </a:rPr>
              <a:t> to on: </a:t>
            </a:r>
            <a:r>
              <a:rPr lang="en-US" sz="1800" b="1" spc="-16" noProof="0" dirty="0" err="1">
                <a:solidFill>
                  <a:srgbClr val="002060"/>
                </a:solidFill>
                <a:ea typeface="Hack" panose="020B0609030202020204" pitchFamily="49" charset="0"/>
                <a:cs typeface="Hack" panose="020B0609030202020204" pitchFamily="49" charset="0"/>
              </a:rPr>
              <a:t>shopt</a:t>
            </a:r>
            <a:r>
              <a:rPr lang="en-US" sz="1800" b="1" spc="-16" noProof="0" dirty="0">
                <a:solidFill>
                  <a:srgbClr val="002060"/>
                </a:solidFill>
                <a:ea typeface="Hack" panose="020B0609030202020204" pitchFamily="49" charset="0"/>
                <a:cs typeface="Hack" panose="020B0609030202020204" pitchFamily="49" charset="0"/>
              </a:rPr>
              <a:t> –s </a:t>
            </a:r>
            <a:r>
              <a:rPr lang="en-US" sz="1800" b="1" spc="-16" noProof="0" dirty="0" err="1">
                <a:solidFill>
                  <a:srgbClr val="002060"/>
                </a:solidFill>
                <a:ea typeface="Hack" panose="020B0609030202020204" pitchFamily="49" charset="0"/>
                <a:cs typeface="Hack" panose="020B0609030202020204" pitchFamily="49" charset="0"/>
              </a:rPr>
              <a:t>globasciiranges</a:t>
            </a:r>
            <a:endParaRPr lang="en-US" sz="1800" noProof="0" dirty="0"/>
          </a:p>
          <a:p>
            <a:endParaRPr lang="en-US" sz="32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15</a:t>
            </a:fld>
            <a:endParaRPr lang="en-US" noProof="0" dirty="0"/>
          </a:p>
        </p:txBody>
      </p:sp>
      <p:sp>
        <p:nvSpPr>
          <p:cNvPr id="9" name="Rectangle 3">
            <a:extLst>
              <a:ext uri="{FF2B5EF4-FFF2-40B4-BE49-F238E27FC236}">
                <a16:creationId xmlns:a16="http://schemas.microsoft.com/office/drawing/2014/main" id="{C6B90332-2DA7-AE4D-D57C-B581FD1CC848}"/>
              </a:ext>
            </a:extLst>
          </p:cNvPr>
          <p:cNvSpPr>
            <a:spLocks noChangeArrowheads="1"/>
          </p:cNvSpPr>
          <p:nvPr/>
        </p:nvSpPr>
        <p:spPr bwMode="auto">
          <a:xfrm>
            <a:off x="6096000" y="3132808"/>
            <a:ext cx="5580061" cy="95410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7148">
              <a:spcBef>
                <a:spcPts val="244"/>
              </a:spcBef>
            </a:pPr>
            <a:r>
              <a:rPr lang="en-US" noProof="0" dirty="0">
                <a:solidFill>
                  <a:srgbClr val="FFFF00"/>
                </a:solidFill>
                <a:cs typeface="Courier New"/>
              </a:rPr>
              <a:t>$</a:t>
            </a:r>
            <a:r>
              <a:rPr lang="en-US" spc="-24" noProof="0" dirty="0">
                <a:solidFill>
                  <a:schemeClr val="bg1"/>
                </a:solidFill>
                <a:cs typeface="Courier New"/>
              </a:rPr>
              <a:t> </a:t>
            </a:r>
            <a:r>
              <a:rPr lang="en-US" b="1" spc="-5" noProof="0" dirty="0">
                <a:solidFill>
                  <a:schemeClr val="bg1"/>
                </a:solidFill>
                <a:cs typeface="Courier New"/>
              </a:rPr>
              <a:t>export</a:t>
            </a:r>
            <a:r>
              <a:rPr lang="en-US" b="1" spc="-35" noProof="0" dirty="0">
                <a:solidFill>
                  <a:schemeClr val="bg1"/>
                </a:solidFill>
                <a:cs typeface="Courier New"/>
              </a:rPr>
              <a:t> </a:t>
            </a:r>
            <a:r>
              <a:rPr lang="en-US" b="1" spc="-5" noProof="0" dirty="0">
                <a:solidFill>
                  <a:schemeClr val="bg1"/>
                </a:solidFill>
                <a:cs typeface="Courier New"/>
              </a:rPr>
              <a:t>LC_COLLATE="en_GB.UTF-8“</a:t>
            </a:r>
          </a:p>
          <a:p>
            <a:pPr marL="37148">
              <a:spcBef>
                <a:spcPts val="244"/>
              </a:spcBef>
            </a:pPr>
            <a:r>
              <a:rPr lang="en-US" spc="-4" noProof="0" dirty="0">
                <a:solidFill>
                  <a:srgbClr val="FFFF00"/>
                </a:solidFill>
                <a:cs typeface="Courier New"/>
              </a:rPr>
              <a:t>$</a:t>
            </a:r>
            <a:r>
              <a:rPr lang="en-US" spc="-33" noProof="0" dirty="0">
                <a:solidFill>
                  <a:schemeClr val="bg1"/>
                </a:solidFill>
                <a:cs typeface="Courier New"/>
              </a:rPr>
              <a:t> </a:t>
            </a:r>
            <a:r>
              <a:rPr lang="en-US" b="1" spc="-4" noProof="0" dirty="0">
                <a:solidFill>
                  <a:schemeClr val="bg1"/>
                </a:solidFill>
                <a:cs typeface="Courier New"/>
              </a:rPr>
              <a:t>echo</a:t>
            </a:r>
            <a:r>
              <a:rPr lang="en-US" b="1" spc="-28" noProof="0" dirty="0">
                <a:solidFill>
                  <a:schemeClr val="bg1"/>
                </a:solidFill>
                <a:cs typeface="Courier New"/>
              </a:rPr>
              <a:t> </a:t>
            </a:r>
            <a:r>
              <a:rPr lang="en-US" b="1" spc="-4" noProof="0" dirty="0">
                <a:solidFill>
                  <a:schemeClr val="bg1"/>
                </a:solidFill>
                <a:cs typeface="Courier New"/>
              </a:rPr>
              <a:t>[a-z]*</a:t>
            </a:r>
            <a:endParaRPr lang="en-US" noProof="0" dirty="0">
              <a:solidFill>
                <a:schemeClr val="bg1"/>
              </a:solidFill>
              <a:cs typeface="Courier New"/>
            </a:endParaRPr>
          </a:p>
          <a:p>
            <a:pPr marL="37148">
              <a:lnSpc>
                <a:spcPts val="1670"/>
              </a:lnSpc>
              <a:spcBef>
                <a:spcPts val="85"/>
              </a:spcBef>
            </a:pPr>
            <a:r>
              <a:rPr lang="en-US" sz="1600" spc="-4" noProof="0" dirty="0">
                <a:solidFill>
                  <a:schemeClr val="bg1"/>
                </a:solidFill>
                <a:cs typeface="Courier New"/>
              </a:rPr>
              <a:t>a1</a:t>
            </a:r>
            <a:r>
              <a:rPr lang="en-US" sz="1600" spc="-20" noProof="0" dirty="0">
                <a:solidFill>
                  <a:schemeClr val="bg1"/>
                </a:solidFill>
                <a:cs typeface="Courier New"/>
              </a:rPr>
              <a:t> </a:t>
            </a:r>
            <a:r>
              <a:rPr lang="en-US" sz="1600" spc="-4" noProof="0" dirty="0" err="1">
                <a:solidFill>
                  <a:schemeClr val="bg1"/>
                </a:solidFill>
                <a:cs typeface="Courier New"/>
              </a:rPr>
              <a:t>A1</a:t>
            </a:r>
            <a:r>
              <a:rPr lang="en-US" sz="1600" spc="-20" noProof="0" dirty="0">
                <a:solidFill>
                  <a:schemeClr val="bg1"/>
                </a:solidFill>
                <a:cs typeface="Courier New"/>
              </a:rPr>
              <a:t> </a:t>
            </a:r>
            <a:r>
              <a:rPr lang="en-US" sz="1600" spc="-8" noProof="0" dirty="0">
                <a:solidFill>
                  <a:schemeClr val="bg1"/>
                </a:solidFill>
                <a:cs typeface="Courier New"/>
              </a:rPr>
              <a:t>bin</a:t>
            </a:r>
            <a:r>
              <a:rPr lang="en-US" sz="1600" spc="-20" noProof="0" dirty="0">
                <a:solidFill>
                  <a:schemeClr val="bg1"/>
                </a:solidFill>
                <a:cs typeface="Courier New"/>
              </a:rPr>
              <a:t> </a:t>
            </a:r>
            <a:r>
              <a:rPr lang="en-US" sz="1600" spc="-8" noProof="0" dirty="0">
                <a:solidFill>
                  <a:schemeClr val="bg1"/>
                </a:solidFill>
                <a:cs typeface="Courier New"/>
              </a:rPr>
              <a:t>Desktop</a:t>
            </a:r>
            <a:r>
              <a:rPr lang="en-US" sz="1600" spc="-12" noProof="0" dirty="0">
                <a:solidFill>
                  <a:schemeClr val="bg1"/>
                </a:solidFill>
                <a:cs typeface="Courier New"/>
              </a:rPr>
              <a:t> </a:t>
            </a:r>
            <a:r>
              <a:rPr lang="en-US" sz="1600" spc="-8" noProof="0" dirty="0" err="1">
                <a:solidFill>
                  <a:schemeClr val="bg1"/>
                </a:solidFill>
                <a:cs typeface="Courier New"/>
              </a:rPr>
              <a:t>ICAClient</a:t>
            </a:r>
            <a:r>
              <a:rPr lang="en-US" sz="1600" spc="-8" noProof="0" dirty="0">
                <a:solidFill>
                  <a:schemeClr val="bg1"/>
                </a:solidFill>
                <a:cs typeface="Courier New"/>
              </a:rPr>
              <a:t> </a:t>
            </a:r>
            <a:r>
              <a:rPr lang="en-US" sz="1600" spc="-10" noProof="0" dirty="0" err="1">
                <a:solidFill>
                  <a:schemeClr val="bg1"/>
                </a:solidFill>
                <a:cs typeface="Courier New"/>
              </a:rPr>
              <a:t>things_to_go.ods</a:t>
            </a:r>
            <a:r>
              <a:rPr lang="en-US" sz="1600" spc="-20" noProof="0" dirty="0">
                <a:solidFill>
                  <a:schemeClr val="bg1"/>
                </a:solidFill>
                <a:cs typeface="Courier New"/>
              </a:rPr>
              <a:t> </a:t>
            </a:r>
            <a:r>
              <a:rPr lang="en-US" sz="1600" spc="-8" noProof="0" dirty="0">
                <a:solidFill>
                  <a:schemeClr val="bg1"/>
                </a:solidFill>
                <a:cs typeface="Courier New"/>
              </a:rPr>
              <a:t>t-shoot.txt</a:t>
            </a:r>
            <a:r>
              <a:rPr lang="en-US" sz="1600" spc="-57" noProof="0" dirty="0">
                <a:solidFill>
                  <a:schemeClr val="bg1"/>
                </a:solidFill>
                <a:cs typeface="Courier New"/>
              </a:rPr>
              <a:t> </a:t>
            </a:r>
            <a:r>
              <a:rPr lang="en-US" sz="1600" noProof="0" dirty="0">
                <a:solidFill>
                  <a:schemeClr val="bg1"/>
                </a:solidFill>
                <a:cs typeface="Courier New"/>
              </a:rPr>
              <a:t>z1</a:t>
            </a:r>
          </a:p>
        </p:txBody>
      </p:sp>
      <p:sp>
        <p:nvSpPr>
          <p:cNvPr id="10" name="Rectangle 3">
            <a:extLst>
              <a:ext uri="{FF2B5EF4-FFF2-40B4-BE49-F238E27FC236}">
                <a16:creationId xmlns:a16="http://schemas.microsoft.com/office/drawing/2014/main" id="{2C183116-8874-DC7C-5958-3EDAD98F8D90}"/>
              </a:ext>
            </a:extLst>
          </p:cNvPr>
          <p:cNvSpPr>
            <a:spLocks noChangeArrowheads="1"/>
          </p:cNvSpPr>
          <p:nvPr/>
        </p:nvSpPr>
        <p:spPr bwMode="auto">
          <a:xfrm>
            <a:off x="6988629" y="5309911"/>
            <a:ext cx="4687433" cy="96949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6116">
              <a:spcBef>
                <a:spcPts val="93"/>
              </a:spcBef>
            </a:pPr>
            <a:r>
              <a:rPr lang="en-US" noProof="0" dirty="0">
                <a:solidFill>
                  <a:srgbClr val="FFFF00"/>
                </a:solidFill>
                <a:cs typeface="Courier New"/>
              </a:rPr>
              <a:t>$</a:t>
            </a:r>
            <a:r>
              <a:rPr lang="en-US" spc="-24" noProof="0" dirty="0">
                <a:solidFill>
                  <a:schemeClr val="bg1"/>
                </a:solidFill>
                <a:cs typeface="Courier New"/>
              </a:rPr>
              <a:t> </a:t>
            </a:r>
            <a:r>
              <a:rPr lang="en-US" b="1" spc="-5" noProof="0" dirty="0">
                <a:solidFill>
                  <a:schemeClr val="bg1"/>
                </a:solidFill>
                <a:cs typeface="Courier New"/>
              </a:rPr>
              <a:t>export</a:t>
            </a:r>
            <a:r>
              <a:rPr lang="en-US" b="1" spc="-35" noProof="0" dirty="0">
                <a:solidFill>
                  <a:schemeClr val="bg1"/>
                </a:solidFill>
                <a:cs typeface="Courier New"/>
              </a:rPr>
              <a:t> </a:t>
            </a:r>
            <a:r>
              <a:rPr lang="en-US" b="1" spc="-5" noProof="0" dirty="0">
                <a:solidFill>
                  <a:schemeClr val="bg1"/>
                </a:solidFill>
                <a:cs typeface="Courier New"/>
              </a:rPr>
              <a:t>LC_COLLATE="C"</a:t>
            </a:r>
          </a:p>
          <a:p>
            <a:pPr marL="36116">
              <a:spcBef>
                <a:spcPts val="93"/>
              </a:spcBef>
            </a:pPr>
            <a:r>
              <a:rPr lang="en-US" spc="-5" noProof="0" dirty="0">
                <a:solidFill>
                  <a:srgbClr val="FFFF00"/>
                </a:solidFill>
                <a:cs typeface="Courier New"/>
              </a:rPr>
              <a:t>$</a:t>
            </a:r>
            <a:r>
              <a:rPr lang="en-US" spc="-40" noProof="0" dirty="0">
                <a:solidFill>
                  <a:schemeClr val="bg1"/>
                </a:solidFill>
                <a:cs typeface="Courier New"/>
              </a:rPr>
              <a:t> </a:t>
            </a:r>
            <a:r>
              <a:rPr lang="en-US" b="1" spc="-5" noProof="0" dirty="0">
                <a:solidFill>
                  <a:schemeClr val="bg1"/>
                </a:solidFill>
                <a:cs typeface="Courier New"/>
              </a:rPr>
              <a:t>echo</a:t>
            </a:r>
            <a:r>
              <a:rPr lang="en-US" b="1" spc="-35" noProof="0" dirty="0">
                <a:solidFill>
                  <a:schemeClr val="bg1"/>
                </a:solidFill>
                <a:cs typeface="Courier New"/>
              </a:rPr>
              <a:t> </a:t>
            </a:r>
            <a:r>
              <a:rPr lang="en-US" b="1" spc="-5" noProof="0" dirty="0">
                <a:solidFill>
                  <a:schemeClr val="bg1"/>
                </a:solidFill>
                <a:cs typeface="Courier New"/>
              </a:rPr>
              <a:t>[a-z]*</a:t>
            </a:r>
            <a:endParaRPr lang="en-US" noProof="0" dirty="0">
              <a:solidFill>
                <a:schemeClr val="bg1"/>
              </a:solidFill>
              <a:cs typeface="Courier New"/>
            </a:endParaRPr>
          </a:p>
          <a:p>
            <a:pPr marL="36116">
              <a:spcBef>
                <a:spcPts val="93"/>
              </a:spcBef>
            </a:pPr>
            <a:r>
              <a:rPr lang="en-US" sz="1600" spc="-5" noProof="0" dirty="0">
                <a:solidFill>
                  <a:schemeClr val="bg1"/>
                </a:solidFill>
                <a:cs typeface="Courier New"/>
              </a:rPr>
              <a:t>a1</a:t>
            </a:r>
            <a:r>
              <a:rPr lang="en-US" sz="1600" spc="-20" noProof="0" dirty="0">
                <a:solidFill>
                  <a:schemeClr val="bg1"/>
                </a:solidFill>
                <a:cs typeface="Courier New"/>
              </a:rPr>
              <a:t> </a:t>
            </a:r>
            <a:r>
              <a:rPr lang="en-US" sz="1600" spc="-5" noProof="0" dirty="0">
                <a:solidFill>
                  <a:schemeClr val="bg1"/>
                </a:solidFill>
                <a:cs typeface="Courier New"/>
              </a:rPr>
              <a:t>bin</a:t>
            </a:r>
            <a:r>
              <a:rPr lang="en-US" sz="1600" spc="-35" noProof="0" dirty="0">
                <a:solidFill>
                  <a:schemeClr val="bg1"/>
                </a:solidFill>
                <a:cs typeface="Courier New"/>
              </a:rPr>
              <a:t> </a:t>
            </a:r>
            <a:r>
              <a:rPr lang="en-US" sz="1600" spc="-10" noProof="0" dirty="0" err="1">
                <a:solidFill>
                  <a:schemeClr val="bg1"/>
                </a:solidFill>
                <a:cs typeface="Courier New"/>
              </a:rPr>
              <a:t>things_to_go.ods</a:t>
            </a:r>
            <a:r>
              <a:rPr lang="en-US" sz="1600" spc="-20" noProof="0" dirty="0">
                <a:solidFill>
                  <a:schemeClr val="bg1"/>
                </a:solidFill>
                <a:cs typeface="Courier New"/>
              </a:rPr>
              <a:t> </a:t>
            </a:r>
            <a:r>
              <a:rPr lang="en-US" sz="1600" spc="-10" noProof="0" dirty="0">
                <a:solidFill>
                  <a:schemeClr val="bg1"/>
                </a:solidFill>
                <a:cs typeface="Courier New"/>
              </a:rPr>
              <a:t>t-shoot.txt</a:t>
            </a:r>
            <a:r>
              <a:rPr lang="en-US" sz="1600" spc="-15" noProof="0" dirty="0">
                <a:solidFill>
                  <a:schemeClr val="bg1"/>
                </a:solidFill>
                <a:cs typeface="Courier New"/>
              </a:rPr>
              <a:t> </a:t>
            </a:r>
            <a:r>
              <a:rPr lang="en-US" sz="1600" spc="-5" noProof="0" dirty="0">
                <a:solidFill>
                  <a:schemeClr val="bg1"/>
                </a:solidFill>
                <a:cs typeface="Courier New"/>
              </a:rPr>
              <a:t>z1</a:t>
            </a:r>
            <a:endParaRPr lang="en-US" sz="1600" noProof="0" dirty="0">
              <a:solidFill>
                <a:schemeClr val="bg1"/>
              </a:solidFill>
              <a:cs typeface="Courier New"/>
            </a:endParaRPr>
          </a:p>
        </p:txBody>
      </p:sp>
      <p:pic>
        <p:nvPicPr>
          <p:cNvPr id="4" name="Picture 3">
            <a:extLst>
              <a:ext uri="{FF2B5EF4-FFF2-40B4-BE49-F238E27FC236}">
                <a16:creationId xmlns:a16="http://schemas.microsoft.com/office/drawing/2014/main" id="{AFF0CBD5-39CA-ADB4-153A-FBD46EF0E79D}"/>
              </a:ext>
            </a:extLst>
          </p:cNvPr>
          <p:cNvPicPr>
            <a:picLocks noChangeAspect="1"/>
          </p:cNvPicPr>
          <p:nvPr/>
        </p:nvPicPr>
        <p:blipFill>
          <a:blip r:embed="rId3"/>
          <a:stretch>
            <a:fillRect/>
          </a:stretch>
        </p:blipFill>
        <p:spPr>
          <a:xfrm>
            <a:off x="9734550" y="695325"/>
            <a:ext cx="1871242" cy="1781175"/>
          </a:xfrm>
          <a:prstGeom prst="rect">
            <a:avLst/>
          </a:prstGeom>
        </p:spPr>
      </p:pic>
    </p:spTree>
    <p:extLst>
      <p:ext uri="{BB962C8B-B14F-4D97-AF65-F5344CB8AC3E}">
        <p14:creationId xmlns:p14="http://schemas.microsoft.com/office/powerpoint/2010/main" val="12949992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217E64-1279-FC5A-0E3B-A243FE33F9B6}"/>
              </a:ext>
            </a:extLst>
          </p:cNvPr>
          <p:cNvSpPr>
            <a:spLocks noGrp="1"/>
          </p:cNvSpPr>
          <p:nvPr>
            <p:ph type="ctrTitle"/>
          </p:nvPr>
        </p:nvSpPr>
        <p:spPr/>
        <p:txBody>
          <a:bodyPr/>
          <a:lstStyle/>
          <a:p>
            <a:r>
              <a:rPr lang="en-US" noProof="0" dirty="0"/>
              <a:t>Character classes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20" noProof="0" dirty="0">
                <a:solidFill>
                  <a:schemeClr val="tx1"/>
                </a:solidFill>
              </a:rPr>
              <a:t>Collation will alter the results of standard wildcard ranges.</a:t>
            </a:r>
          </a:p>
          <a:p>
            <a:pPr marL="289957" indent="-280154">
              <a:spcBef>
                <a:spcPts val="569"/>
              </a:spcBef>
              <a:buClr>
                <a:srgbClr val="000000"/>
              </a:buClr>
              <a:buFont typeface="Arial"/>
              <a:buChar char="•"/>
              <a:tabLst>
                <a:tab pos="289957" algn="l"/>
                <a:tab pos="290473" algn="l"/>
              </a:tabLst>
            </a:pPr>
            <a:r>
              <a:rPr lang="en-US" sz="1800" spc="-20" noProof="0" dirty="0">
                <a:solidFill>
                  <a:schemeClr val="tx1"/>
                </a:solidFill>
                <a:cs typeface="Segoe UI"/>
              </a:rPr>
              <a:t>Character classes can be used to alleviate this.</a:t>
            </a:r>
          </a:p>
          <a:p>
            <a:pPr marL="469953" lvl="1" indent="-280154">
              <a:spcBef>
                <a:spcPts val="569"/>
              </a:spcBef>
              <a:buClr>
                <a:srgbClr val="000000"/>
              </a:buClr>
              <a:buFont typeface="Arial"/>
              <a:buChar char="•"/>
              <a:tabLst>
                <a:tab pos="289957" algn="l"/>
                <a:tab pos="290473" algn="l"/>
              </a:tabLst>
            </a:pPr>
            <a:r>
              <a:rPr lang="en-US" sz="1800" spc="-20" noProof="0" dirty="0">
                <a:cs typeface="Segoe UI"/>
              </a:rPr>
              <a:t>Available in </a:t>
            </a:r>
            <a:r>
              <a:rPr lang="en-US" sz="1800" b="1" spc="-20" noProof="0" dirty="0">
                <a:solidFill>
                  <a:srgbClr val="7030A0"/>
                </a:solidFill>
                <a:latin typeface="Hack" panose="020B0609030202020204" pitchFamily="49" charset="0"/>
                <a:ea typeface="Hack" panose="020B0609030202020204" pitchFamily="49" charset="0"/>
                <a:cs typeface="Hack" panose="020B0609030202020204" pitchFamily="49" charset="0"/>
              </a:rPr>
              <a:t>bash</a:t>
            </a:r>
            <a:r>
              <a:rPr lang="en-US" sz="1800" spc="-20" noProof="0" dirty="0">
                <a:latin typeface="Montserrat" panose="00000500000000000000" pitchFamily="2" charset="0"/>
                <a:cs typeface="Segoe UI"/>
              </a:rPr>
              <a:t> </a:t>
            </a:r>
            <a:r>
              <a:rPr lang="en-US" sz="1800" spc="-20" noProof="0" dirty="0">
                <a:cs typeface="Segoe UI"/>
              </a:rPr>
              <a:t>and</a:t>
            </a:r>
            <a:r>
              <a:rPr lang="en-US" sz="1800" spc="-20" noProof="0" dirty="0">
                <a:latin typeface="Montserrat" panose="00000500000000000000" pitchFamily="2" charset="0"/>
                <a:cs typeface="Segoe UI"/>
              </a:rPr>
              <a:t> </a:t>
            </a:r>
            <a:r>
              <a:rPr lang="en-US" sz="1800" b="1" spc="-20" noProof="0" dirty="0" err="1">
                <a:solidFill>
                  <a:srgbClr val="7030A0"/>
                </a:solidFill>
                <a:latin typeface="Hack" panose="020B0609030202020204" pitchFamily="49" charset="0"/>
                <a:ea typeface="Hack" panose="020B0609030202020204" pitchFamily="49" charset="0"/>
                <a:cs typeface="Hack" panose="020B0609030202020204" pitchFamily="49" charset="0"/>
              </a:rPr>
              <a:t>ksh</a:t>
            </a:r>
            <a:r>
              <a:rPr lang="en-US" sz="1800" spc="-20" noProof="0" dirty="0">
                <a:latin typeface="Montserrat" panose="00000500000000000000" pitchFamily="2" charset="0"/>
                <a:cs typeface="Segoe UI"/>
              </a:rPr>
              <a:t> </a:t>
            </a:r>
          </a:p>
          <a:p>
            <a:pPr marL="289957" indent="-280154">
              <a:spcBef>
                <a:spcPts val="975"/>
              </a:spcBef>
              <a:buClr>
                <a:srgbClr val="000000"/>
              </a:buClr>
              <a:buFont typeface="Arial"/>
              <a:buChar char="•"/>
              <a:tabLst>
                <a:tab pos="289957" algn="l"/>
                <a:tab pos="290473" algn="l"/>
              </a:tabLst>
            </a:pPr>
            <a:r>
              <a:rPr lang="en-US" sz="1800" spc="-20" noProof="0" dirty="0">
                <a:solidFill>
                  <a:schemeClr val="tx1"/>
                </a:solidFill>
                <a:cs typeface="Segoe UI"/>
              </a:rPr>
              <a:t>Useful </a:t>
            </a:r>
            <a:r>
              <a:rPr lang="en-US" sz="1800" spc="-12" noProof="0" dirty="0">
                <a:solidFill>
                  <a:srgbClr val="2D2C2C"/>
                </a:solidFill>
                <a:cs typeface="Segoe UI"/>
              </a:rPr>
              <a:t>character</a:t>
            </a:r>
            <a:r>
              <a:rPr lang="en-US" sz="1800" spc="65" noProof="0" dirty="0">
                <a:solidFill>
                  <a:srgbClr val="2D2C2C"/>
                </a:solidFill>
                <a:cs typeface="Segoe UI"/>
              </a:rPr>
              <a:t> </a:t>
            </a:r>
            <a:r>
              <a:rPr lang="en-US" sz="1800" spc="-12" noProof="0" dirty="0">
                <a:solidFill>
                  <a:srgbClr val="2D2C2C"/>
                </a:solidFill>
                <a:cs typeface="Segoe UI"/>
              </a:rPr>
              <a:t>classes include:</a:t>
            </a:r>
            <a:endParaRPr lang="en-US" sz="1800" noProof="0" dirty="0">
              <a:cs typeface="Segoe UI"/>
            </a:endParaRPr>
          </a:p>
          <a:p>
            <a:pPr marL="48541" indent="0">
              <a:buNone/>
            </a:pP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b="1" noProof="0" dirty="0" err="1">
                <a:solidFill>
                  <a:srgbClr val="7030A0"/>
                </a:solidFill>
                <a:latin typeface="Hack" panose="020B0609030202020204" pitchFamily="49" charset="0"/>
                <a:ea typeface="Hack" panose="020B0609030202020204" pitchFamily="49" charset="0"/>
                <a:cs typeface="Hack" panose="020B0609030202020204" pitchFamily="49" charset="0"/>
              </a:rPr>
              <a:t>alnum</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 [:alpha:] [:digit:] [:lower:] [:upper:] [:space:] [:</a:t>
            </a:r>
            <a:r>
              <a:rPr lang="en-US" sz="1800" b="1" noProof="0" dirty="0" err="1">
                <a:solidFill>
                  <a:srgbClr val="7030A0"/>
                </a:solidFill>
                <a:latin typeface="Hack" panose="020B0609030202020204" pitchFamily="49" charset="0"/>
                <a:ea typeface="Hack" panose="020B0609030202020204" pitchFamily="49" charset="0"/>
                <a:cs typeface="Hack" panose="020B0609030202020204" pitchFamily="49" charset="0"/>
              </a:rPr>
              <a:t>punct</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 [:word:]</a:t>
            </a:r>
          </a:p>
          <a:p>
            <a:pPr marL="48541" indent="0">
              <a:buNone/>
            </a:pPr>
            <a:endParaRPr lang="en-US" sz="1800" b="1" noProof="0" dirty="0">
              <a:solidFill>
                <a:schemeClr val="tx1"/>
              </a:solidFill>
              <a:latin typeface="Hack" panose="020B0609030202020204" pitchFamily="49" charset="0"/>
              <a:ea typeface="Hack" panose="020B0609030202020204" pitchFamily="49" charset="0"/>
              <a:cs typeface="Hack" panose="020B0609030202020204" pitchFamily="49" charset="0"/>
            </a:endParaRPr>
          </a:p>
          <a:p>
            <a:pPr marL="48541" indent="0">
              <a:buNone/>
            </a:pPr>
            <a:endParaRPr lang="en-US" sz="1800" b="1" noProof="0" dirty="0">
              <a:solidFill>
                <a:schemeClr val="tx1"/>
              </a:solidFill>
              <a:latin typeface="Hack" panose="020B0609030202020204" pitchFamily="49" charset="0"/>
              <a:ea typeface="Hack" panose="020B0609030202020204" pitchFamily="49" charset="0"/>
              <a:cs typeface="Hack" panose="020B0609030202020204" pitchFamily="49" charset="0"/>
            </a:endParaRPr>
          </a:p>
          <a:p>
            <a:pPr marL="9803">
              <a:spcBef>
                <a:spcPts val="569"/>
              </a:spcBef>
              <a:buClr>
                <a:srgbClr val="000000"/>
              </a:buClr>
              <a:tabLst>
                <a:tab pos="289957" algn="l"/>
                <a:tab pos="290473" algn="l"/>
              </a:tabLst>
            </a:pPr>
            <a:r>
              <a:rPr lang="en-US" sz="1800" noProof="0" dirty="0">
                <a:solidFill>
                  <a:schemeClr val="tx1"/>
                </a:solidFill>
                <a:cs typeface="Segoe UI"/>
              </a:rPr>
              <a:t>Comparing traditional wildcard range syntax with character classes:</a:t>
            </a:r>
          </a:p>
          <a:p>
            <a:endParaRPr lang="en-US" sz="1800" noProof="0" dirty="0">
              <a:solidFill>
                <a:schemeClr val="tx1"/>
              </a:solidFill>
            </a:endParaRP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16</a:t>
            </a:fld>
            <a:endParaRPr lang="en-US" noProof="0" dirty="0"/>
          </a:p>
        </p:txBody>
      </p:sp>
      <p:sp>
        <p:nvSpPr>
          <p:cNvPr id="8" name="Rectangle 3">
            <a:extLst>
              <a:ext uri="{FF2B5EF4-FFF2-40B4-BE49-F238E27FC236}">
                <a16:creationId xmlns:a16="http://schemas.microsoft.com/office/drawing/2014/main" id="{F466260D-A7F5-1EEE-E827-C1B3FAB82411}"/>
              </a:ext>
            </a:extLst>
          </p:cNvPr>
          <p:cNvSpPr>
            <a:spLocks noChangeArrowheads="1"/>
          </p:cNvSpPr>
          <p:nvPr/>
        </p:nvSpPr>
        <p:spPr bwMode="auto">
          <a:xfrm>
            <a:off x="1956771" y="4688734"/>
            <a:ext cx="2978019" cy="128240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6116">
              <a:spcBef>
                <a:spcPts val="767"/>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more</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a:solidFill>
                  <a:srgbClr val="4290E6"/>
                </a:solidFill>
                <a:latin typeface="Hack" panose="020B0609030202020204" pitchFamily="49" charset="0"/>
                <a:ea typeface="Hack" panose="020B0609030202020204" pitchFamily="49" charset="0"/>
                <a:cs typeface="Hack" panose="020B0609030202020204" pitchFamily="49" charset="0"/>
              </a:rPr>
              <a:t>A-Z</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spcBef>
                <a:spcPts val="123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ls</a:t>
            </a:r>
            <a:r>
              <a:rPr lang="en-US" b="1"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a:solidFill>
                  <a:srgbClr val="4290E6"/>
                </a:solidFill>
                <a:latin typeface="Hack" panose="020B0609030202020204" pitchFamily="49" charset="0"/>
                <a:ea typeface="Hack" panose="020B0609030202020204" pitchFamily="49" charset="0"/>
                <a:cs typeface="Hack" panose="020B0609030202020204" pitchFamily="49" charset="0"/>
              </a:rPr>
              <a:t>a-z</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spcBef>
                <a:spcPts val="121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ls</a:t>
            </a:r>
            <a:r>
              <a:rPr lang="en-US" b="1"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a:solidFill>
                  <a:srgbClr val="4290E6"/>
                </a:solidFill>
                <a:latin typeface="Hack" panose="020B0609030202020204" pitchFamily="49" charset="0"/>
                <a:ea typeface="Hack" panose="020B0609030202020204" pitchFamily="49" charset="0"/>
                <a:cs typeface="Hack" panose="020B0609030202020204" pitchFamily="49" charset="0"/>
              </a:rPr>
              <a:t>a-z</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a:solidFill>
                  <a:srgbClr val="4290E6"/>
                </a:solidFill>
                <a:latin typeface="Hack" panose="020B0609030202020204" pitchFamily="49" charset="0"/>
                <a:ea typeface="Hack" panose="020B0609030202020204" pitchFamily="49" charset="0"/>
                <a:cs typeface="Hack" panose="020B0609030202020204" pitchFamily="49" charset="0"/>
              </a:rPr>
              <a:t>0-9</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9" name="Rectangle 3">
            <a:extLst>
              <a:ext uri="{FF2B5EF4-FFF2-40B4-BE49-F238E27FC236}">
                <a16:creationId xmlns:a16="http://schemas.microsoft.com/office/drawing/2014/main" id="{0A2B8670-AEE1-8C23-5BB7-2130CF045C6E}"/>
              </a:ext>
            </a:extLst>
          </p:cNvPr>
          <p:cNvSpPr>
            <a:spLocks noChangeArrowheads="1"/>
          </p:cNvSpPr>
          <p:nvPr/>
        </p:nvSpPr>
        <p:spPr bwMode="auto">
          <a:xfrm>
            <a:off x="5803289" y="4688734"/>
            <a:ext cx="4149894" cy="128240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6116">
              <a:spcBef>
                <a:spcPts val="767"/>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more</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a:solidFill>
                  <a:srgbClr val="4290E6"/>
                </a:solidFill>
                <a:latin typeface="Hack" panose="020B0609030202020204" pitchFamily="49" charset="0"/>
                <a:ea typeface="Hack" panose="020B0609030202020204" pitchFamily="49" charset="0"/>
                <a:cs typeface="Hack" panose="020B0609030202020204" pitchFamily="49" charset="0"/>
              </a:rPr>
              <a:t>[:upper:]</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spcBef>
                <a:spcPts val="123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ls</a:t>
            </a:r>
            <a:r>
              <a:rPr lang="en-US" b="1"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a:solidFill>
                  <a:srgbClr val="4290E6"/>
                </a:solidFill>
                <a:latin typeface="Hack" panose="020B0609030202020204" pitchFamily="49" charset="0"/>
                <a:ea typeface="Hack" panose="020B0609030202020204" pitchFamily="49" charset="0"/>
                <a:cs typeface="Hack" panose="020B0609030202020204" pitchFamily="49" charset="0"/>
              </a:rPr>
              <a:t>[:lower:]</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spcBef>
                <a:spcPts val="121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ls</a:t>
            </a:r>
            <a:r>
              <a:rPr lang="en-US" b="1"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a:solidFill>
                  <a:srgbClr val="4290E6"/>
                </a:solidFill>
                <a:latin typeface="Hack" panose="020B0609030202020204" pitchFamily="49" charset="0"/>
                <a:ea typeface="Hack" panose="020B0609030202020204" pitchFamily="49" charset="0"/>
                <a:cs typeface="Hack" panose="020B0609030202020204" pitchFamily="49" charset="0"/>
              </a:rPr>
              <a:t>[:lower:]</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a:solidFill>
                  <a:srgbClr val="4290E6"/>
                </a:solidFill>
                <a:latin typeface="Hack" panose="020B0609030202020204" pitchFamily="49" charset="0"/>
                <a:ea typeface="Hack" panose="020B0609030202020204" pitchFamily="49" charset="0"/>
                <a:cs typeface="Hack" panose="020B0609030202020204" pitchFamily="49" charset="0"/>
              </a:rPr>
              <a:t>[:digit:]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pic>
        <p:nvPicPr>
          <p:cNvPr id="6" name="Picture 5" descr="A group of penguins in a classroom&#10;&#10;AI-generated content may be incorrect.">
            <a:extLst>
              <a:ext uri="{FF2B5EF4-FFF2-40B4-BE49-F238E27FC236}">
                <a16:creationId xmlns:a16="http://schemas.microsoft.com/office/drawing/2014/main" id="{8FC602D3-7D79-6260-503A-4F18DEC689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58619" y="685799"/>
            <a:ext cx="1840026" cy="1809751"/>
          </a:xfrm>
          <a:prstGeom prst="rect">
            <a:avLst/>
          </a:prstGeom>
        </p:spPr>
      </p:pic>
    </p:spTree>
    <p:extLst>
      <p:ext uri="{BB962C8B-B14F-4D97-AF65-F5344CB8AC3E}">
        <p14:creationId xmlns:p14="http://schemas.microsoft.com/office/powerpoint/2010/main" val="26122670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EFDB95-01C1-932E-0B3D-B234A824362E}"/>
              </a:ext>
            </a:extLst>
          </p:cNvPr>
          <p:cNvSpPr>
            <a:spLocks noGrp="1"/>
          </p:cNvSpPr>
          <p:nvPr>
            <p:ph type="ctrTitle"/>
          </p:nvPr>
        </p:nvSpPr>
        <p:spPr/>
        <p:txBody>
          <a:bodyPr/>
          <a:lstStyle/>
          <a:p>
            <a:r>
              <a:rPr lang="en-US" noProof="0" dirty="0"/>
              <a:t>Lab</a:t>
            </a:r>
          </a:p>
        </p:txBody>
      </p:sp>
      <p:sp>
        <p:nvSpPr>
          <p:cNvPr id="6" name="Subtitle 5">
            <a:extLst>
              <a:ext uri="{FF2B5EF4-FFF2-40B4-BE49-F238E27FC236}">
                <a16:creationId xmlns:a16="http://schemas.microsoft.com/office/drawing/2014/main" id="{ADDC82A8-9856-A625-7792-2ABC9B35758B}"/>
              </a:ext>
            </a:extLst>
          </p:cNvPr>
          <p:cNvSpPr>
            <a:spLocks noGrp="1"/>
          </p:cNvSpPr>
          <p:nvPr>
            <p:ph type="subTitle" idx="1"/>
          </p:nvPr>
        </p:nvSpPr>
        <p:spPr/>
        <p:txBody>
          <a:bodyPr/>
          <a:lstStyle/>
          <a:p>
            <a:endParaRPr lang="en-US" noProof="0" dirty="0"/>
          </a:p>
        </p:txBody>
      </p:sp>
      <p:sp>
        <p:nvSpPr>
          <p:cNvPr id="4" name="Slide Number Placeholder 3">
            <a:extLst>
              <a:ext uri="{FF2B5EF4-FFF2-40B4-BE49-F238E27FC236}">
                <a16:creationId xmlns:a16="http://schemas.microsoft.com/office/drawing/2014/main" id="{90E0F95A-93EF-962F-FB3A-AFD8113EC126}"/>
              </a:ext>
            </a:extLst>
          </p:cNvPr>
          <p:cNvSpPr>
            <a:spLocks noGrp="1"/>
          </p:cNvSpPr>
          <p:nvPr>
            <p:ph type="sldNum" sz="quarter" idx="4294967295"/>
          </p:nvPr>
        </p:nvSpPr>
        <p:spPr>
          <a:xfrm>
            <a:off x="9448800" y="6399213"/>
            <a:ext cx="2743200" cy="365125"/>
          </a:xfrm>
          <a:prstGeom prst="rect">
            <a:avLst/>
          </a:prstGeom>
        </p:spPr>
        <p:txBody>
          <a:bodyPr/>
          <a:lstStyle/>
          <a:p>
            <a:fld id="{F3469444-D02B-D446-9CF8-19DEDDE073D1}" type="slidenum">
              <a:rPr lang="en-US" noProof="0" smtClean="0"/>
              <a:pPr/>
              <a:t>17</a:t>
            </a:fld>
            <a:endParaRPr lang="en-US" noProof="0" dirty="0"/>
          </a:p>
        </p:txBody>
      </p:sp>
    </p:spTree>
    <p:extLst>
      <p:ext uri="{BB962C8B-B14F-4D97-AF65-F5344CB8AC3E}">
        <p14:creationId xmlns:p14="http://schemas.microsoft.com/office/powerpoint/2010/main" val="24066480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9A5E23-6065-D476-460C-1C46CF38262F}"/>
              </a:ext>
            </a:extLst>
          </p:cNvPr>
          <p:cNvSpPr>
            <a:spLocks noGrp="1"/>
          </p:cNvSpPr>
          <p:nvPr>
            <p:ph type="ctrTitle"/>
          </p:nvPr>
        </p:nvSpPr>
        <p:spPr>
          <a:xfrm>
            <a:off x="443921" y="500194"/>
            <a:ext cx="6679721" cy="858985"/>
          </a:xfrm>
        </p:spPr>
        <p:txBody>
          <a:bodyPr/>
          <a:lstStyle/>
          <a:p>
            <a:r>
              <a:rPr lang="en-US" noProof="0" dirty="0"/>
              <a:t>Practical exercise 5 – T1 and T2</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9448800" y="6399213"/>
            <a:ext cx="2743200" cy="365125"/>
          </a:xfrm>
          <a:prstGeom prst="rect">
            <a:avLst/>
          </a:prstGeom>
        </p:spPr>
        <p:txBody>
          <a:bodyPr/>
          <a:lstStyle/>
          <a:p>
            <a:fld id="{EF892D59-8F09-EF4B-AD6D-DA609442F868}" type="slidenum">
              <a:rPr lang="en-US" noProof="0" smtClean="0"/>
              <a:pPr/>
              <a:t>18</a:t>
            </a:fld>
            <a:endParaRPr lang="en-US" noProof="0" dirty="0"/>
          </a:p>
        </p:txBody>
      </p:sp>
    </p:spTree>
    <p:extLst>
      <p:ext uri="{BB962C8B-B14F-4D97-AF65-F5344CB8AC3E}">
        <p14:creationId xmlns:p14="http://schemas.microsoft.com/office/powerpoint/2010/main" val="17394553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C42292-D8B8-10CC-0BBB-0713C77DAEF8}"/>
              </a:ext>
            </a:extLst>
          </p:cNvPr>
          <p:cNvSpPr>
            <a:spLocks noGrp="1"/>
          </p:cNvSpPr>
          <p:nvPr>
            <p:ph type="ctrTitle"/>
          </p:nvPr>
        </p:nvSpPr>
        <p:spPr/>
        <p:txBody>
          <a:bodyPr/>
          <a:lstStyle/>
          <a:p>
            <a:r>
              <a:rPr lang="en-US" noProof="0" dirty="0"/>
              <a:t>Variables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lnSpcReduction="10000"/>
          </a:bodyPr>
          <a:lstStyle/>
          <a:p>
            <a:pPr marL="289957" indent="-280154">
              <a:spcBef>
                <a:spcPts val="569"/>
              </a:spcBef>
              <a:buClr>
                <a:srgbClr val="000000"/>
              </a:buClr>
              <a:buFont typeface="Arial"/>
              <a:buChar char="•"/>
              <a:tabLst>
                <a:tab pos="289957" algn="l"/>
                <a:tab pos="290473" algn="l"/>
              </a:tabLst>
            </a:pPr>
            <a:r>
              <a:rPr lang="en-US" sz="1800" spc="-20" noProof="0" dirty="0">
                <a:solidFill>
                  <a:schemeClr val="tx1"/>
                </a:solidFill>
              </a:rPr>
              <a:t>Assigning a variable:</a:t>
            </a:r>
          </a:p>
          <a:p>
            <a:pPr marL="747157" lvl="1" indent="-280154">
              <a:spcBef>
                <a:spcPts val="569"/>
              </a:spcBef>
              <a:buClr>
                <a:srgbClr val="000000"/>
              </a:buClr>
              <a:buFont typeface="Arial"/>
              <a:buChar char="•"/>
              <a:tabLst>
                <a:tab pos="289957" algn="l"/>
                <a:tab pos="290473" algn="l"/>
              </a:tabLst>
            </a:pPr>
            <a:r>
              <a:rPr lang="en-US" b="1" spc="-20" noProof="0" dirty="0">
                <a:solidFill>
                  <a:schemeClr val="tx1"/>
                </a:solidFill>
              </a:rPr>
              <a:t>No spaces are allowed around the equals sign.</a:t>
            </a:r>
          </a:p>
          <a:p>
            <a:pPr lvl="1"/>
            <a:r>
              <a:rPr lang="en-US" spc="-20" noProof="0" dirty="0">
                <a:solidFill>
                  <a:schemeClr val="tx1"/>
                </a:solidFill>
              </a:rPr>
              <a:t>If a value includes spaces, quotes must be used.</a:t>
            </a:r>
          </a:p>
          <a:p>
            <a:endParaRPr lang="en-US" sz="1800" spc="-20" noProof="0" dirty="0">
              <a:solidFill>
                <a:schemeClr val="tx1"/>
              </a:solidFill>
            </a:endParaRPr>
          </a:p>
          <a:p>
            <a:r>
              <a:rPr lang="en-US" sz="1800" noProof="0" dirty="0">
                <a:solidFill>
                  <a:schemeClr val="tx1"/>
                </a:solidFill>
              </a:rPr>
              <a:t>The shell maintains a list of predefined variables, mostly in uppercase.</a:t>
            </a:r>
          </a:p>
          <a:p>
            <a:endParaRPr lang="en-US" sz="1800" noProof="0" dirty="0">
              <a:solidFill>
                <a:schemeClr val="tx1"/>
              </a:solidFill>
            </a:endParaRPr>
          </a:p>
          <a:p>
            <a:r>
              <a:rPr lang="en-US" sz="1800" noProof="0" dirty="0">
                <a:solidFill>
                  <a:schemeClr val="tx1"/>
                </a:solidFill>
              </a:rPr>
              <a:t>Note that manuals refer to variables as “Named parameters”.</a:t>
            </a:r>
          </a:p>
          <a:p>
            <a:endParaRPr lang="en-US" sz="1800" spc="-20" noProof="0" dirty="0">
              <a:solidFill>
                <a:schemeClr val="tx1"/>
              </a:solidFill>
            </a:endParaRPr>
          </a:p>
          <a:p>
            <a:r>
              <a:rPr lang="en-US" sz="1800" noProof="0" dirty="0">
                <a:solidFill>
                  <a:schemeClr val="tx1"/>
                </a:solidFill>
              </a:rPr>
              <a:t>Variable names may consist of </a:t>
            </a:r>
            <a:r>
              <a:rPr lang="en-US" sz="1800" noProof="0" dirty="0" err="1">
                <a:solidFill>
                  <a:schemeClr val="tx1"/>
                </a:solidFill>
              </a:rPr>
              <a:t>alphanumerics</a:t>
            </a:r>
            <a:r>
              <a:rPr lang="en-US" sz="1800" noProof="0" dirty="0">
                <a:solidFill>
                  <a:schemeClr val="tx1"/>
                </a:solidFill>
              </a:rPr>
              <a:t> and the underscore.</a:t>
            </a:r>
          </a:p>
          <a:p>
            <a:pPr lvl="1"/>
            <a:r>
              <a:rPr lang="en-US" noProof="0" dirty="0">
                <a:solidFill>
                  <a:schemeClr val="tx1"/>
                </a:solidFill>
              </a:rPr>
              <a:t>The initial character must not be a digit</a:t>
            </a:r>
            <a:r>
              <a:rPr lang="en-US" noProof="0" dirty="0"/>
              <a:t>. </a:t>
            </a:r>
          </a:p>
          <a:p>
            <a:pPr lvl="1"/>
            <a:r>
              <a:rPr lang="en-US" sz="1800" noProof="0" dirty="0"/>
              <a:t>Use lowercase or mixed case.</a:t>
            </a:r>
          </a:p>
          <a:p>
            <a:pPr lvl="1"/>
            <a:endParaRPr lang="en-US" sz="1800" noProof="0" dirty="0"/>
          </a:p>
          <a:p>
            <a:r>
              <a:rPr lang="en-US" noProof="0" dirty="0">
                <a:solidFill>
                  <a:schemeClr val="tx1"/>
                </a:solidFill>
              </a:rPr>
              <a:t>Names may be of any length, but </a:t>
            </a:r>
            <a:r>
              <a:rPr lang="en-US" b="1" noProof="0" dirty="0">
                <a:solidFill>
                  <a:srgbClr val="0000C8"/>
                </a:solidFill>
              </a:rPr>
              <a:t>POSIX</a:t>
            </a:r>
            <a:r>
              <a:rPr lang="en-US" noProof="0" dirty="0"/>
              <a:t> </a:t>
            </a:r>
            <a:r>
              <a:rPr lang="en-US" noProof="0" dirty="0">
                <a:solidFill>
                  <a:schemeClr val="tx1"/>
                </a:solidFill>
              </a:rPr>
              <a:t>defines a line length limit (probably 2048).</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19</a:t>
            </a:fld>
            <a:endParaRPr lang="en-US" noProof="0" dirty="0"/>
          </a:p>
        </p:txBody>
      </p:sp>
      <p:sp>
        <p:nvSpPr>
          <p:cNvPr id="7" name="Rectangle 3">
            <a:extLst>
              <a:ext uri="{FF2B5EF4-FFF2-40B4-BE49-F238E27FC236}">
                <a16:creationId xmlns:a16="http://schemas.microsoft.com/office/drawing/2014/main" id="{CF4F9CDB-FBBB-8DED-4995-E86B75AA0290}"/>
              </a:ext>
            </a:extLst>
          </p:cNvPr>
          <p:cNvSpPr>
            <a:spLocks noChangeArrowheads="1"/>
          </p:cNvSpPr>
          <p:nvPr/>
        </p:nvSpPr>
        <p:spPr bwMode="auto">
          <a:xfrm>
            <a:off x="6553200" y="1854906"/>
            <a:ext cx="5031422" cy="723275"/>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36116">
              <a:spcBef>
                <a:spcPts val="21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49"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Variable_Name</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avalue</a:t>
            </a:r>
            <a:endPar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spcBef>
                <a:spcPts val="211"/>
              </a:spcBef>
            </a:pPr>
            <a:r>
              <a:rPr lang="en-US"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49"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err="1">
                <a:solidFill>
                  <a:schemeClr val="bg1"/>
                </a:solidFill>
                <a:latin typeface="Hack" panose="020B0609030202020204" pitchFamily="49" charset="0"/>
                <a:ea typeface="Hack" panose="020B0609030202020204" pitchFamily="49" charset="0"/>
                <a:cs typeface="Hack" panose="020B0609030202020204" pitchFamily="49" charset="0"/>
              </a:rPr>
              <a:t>Variable_Name</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=“a value”</a:t>
            </a:r>
          </a:p>
        </p:txBody>
      </p:sp>
    </p:spTree>
    <p:extLst>
      <p:ext uri="{BB962C8B-B14F-4D97-AF65-F5344CB8AC3E}">
        <p14:creationId xmlns:p14="http://schemas.microsoft.com/office/powerpoint/2010/main" val="34196109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4D8E87-787A-B7A0-4507-3D533FCB881A}"/>
              </a:ext>
            </a:extLst>
          </p:cNvPr>
          <p:cNvSpPr>
            <a:spLocks noGrp="1"/>
          </p:cNvSpPr>
          <p:nvPr>
            <p:ph type="ctrTitle"/>
          </p:nvPr>
        </p:nvSpPr>
        <p:spPr/>
        <p:txBody>
          <a:bodyPr/>
          <a:lstStyle/>
          <a:p>
            <a:r>
              <a:rPr lang="en-US" noProof="0" dirty="0"/>
              <a:t>Variable expansion</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20" noProof="0" dirty="0">
                <a:solidFill>
                  <a:schemeClr val="tx1"/>
                </a:solidFill>
                <a:cs typeface="Segoe UI"/>
              </a:rPr>
              <a:t>Reading the value of a variable (expansion)</a:t>
            </a:r>
          </a:p>
          <a:p>
            <a:pPr marL="289957" indent="-280154">
              <a:spcBef>
                <a:spcPts val="569"/>
              </a:spcBef>
              <a:buClr>
                <a:srgbClr val="000000"/>
              </a:buClr>
              <a:buFont typeface="Arial"/>
              <a:buChar char="•"/>
              <a:tabLst>
                <a:tab pos="289957" algn="l"/>
                <a:tab pos="290473" algn="l"/>
              </a:tabLst>
            </a:pPr>
            <a:endParaRPr lang="en-US" spc="-20" dirty="0">
              <a:solidFill>
                <a:schemeClr val="tx1"/>
              </a:solidFill>
              <a:cs typeface="Segoe UI"/>
            </a:endParaRPr>
          </a:p>
          <a:p>
            <a:pPr marL="289957" indent="-280154">
              <a:spcBef>
                <a:spcPts val="569"/>
              </a:spcBef>
              <a:buClr>
                <a:srgbClr val="000000"/>
              </a:buClr>
              <a:buFont typeface="Arial"/>
              <a:buChar char="•"/>
              <a:tabLst>
                <a:tab pos="289957" algn="l"/>
                <a:tab pos="290473" algn="l"/>
              </a:tabLst>
            </a:pPr>
            <a:endParaRPr lang="en-US" sz="1800" spc="-20" noProof="0" dirty="0">
              <a:solidFill>
                <a:schemeClr val="tx1"/>
              </a:solidFill>
              <a:cs typeface="Segoe UI"/>
            </a:endParaRPr>
          </a:p>
          <a:p>
            <a:pPr marL="289957" indent="-280154">
              <a:spcBef>
                <a:spcPts val="569"/>
              </a:spcBef>
              <a:buClr>
                <a:srgbClr val="000000"/>
              </a:buClr>
              <a:buFont typeface="Arial"/>
              <a:buChar char="•"/>
              <a:tabLst>
                <a:tab pos="289957" algn="l"/>
                <a:tab pos="290473" algn="l"/>
              </a:tabLst>
            </a:pPr>
            <a:endParaRPr lang="en-US" spc="-20" dirty="0">
              <a:solidFill>
                <a:schemeClr val="tx1"/>
              </a:solidFill>
              <a:cs typeface="Segoe UI"/>
            </a:endParaRPr>
          </a:p>
          <a:p>
            <a:pPr marL="289957" indent="-280154">
              <a:spcBef>
                <a:spcPts val="569"/>
              </a:spcBef>
              <a:buClr>
                <a:srgbClr val="000000"/>
              </a:buClr>
              <a:buFont typeface="Arial"/>
              <a:buChar char="•"/>
              <a:tabLst>
                <a:tab pos="289957" algn="l"/>
                <a:tab pos="290473" algn="l"/>
              </a:tabLst>
            </a:pPr>
            <a:endParaRPr lang="en-US" sz="1800" spc="-20" noProof="0" dirty="0">
              <a:solidFill>
                <a:schemeClr val="tx1"/>
              </a:solidFill>
              <a:cs typeface="Segoe UI"/>
            </a:endParaRPr>
          </a:p>
          <a:p>
            <a:pPr marL="289957" indent="-280154">
              <a:spcBef>
                <a:spcPts val="569"/>
              </a:spcBef>
              <a:buClr>
                <a:srgbClr val="000000"/>
              </a:buClr>
              <a:buFont typeface="Arial"/>
              <a:buChar char="•"/>
              <a:tabLst>
                <a:tab pos="289957" algn="l"/>
                <a:tab pos="290473" algn="l"/>
              </a:tabLst>
            </a:pPr>
            <a:endParaRPr lang="en-US" spc="-20" dirty="0">
              <a:solidFill>
                <a:schemeClr val="tx1"/>
              </a:solidFill>
              <a:cs typeface="Segoe UI"/>
            </a:endParaRPr>
          </a:p>
          <a:p>
            <a:pPr marL="289957" indent="-280154">
              <a:spcBef>
                <a:spcPts val="569"/>
              </a:spcBef>
              <a:buClr>
                <a:srgbClr val="000000"/>
              </a:buClr>
              <a:buFont typeface="Arial"/>
              <a:buChar char="•"/>
              <a:tabLst>
                <a:tab pos="289957" algn="l"/>
                <a:tab pos="290473" algn="l"/>
              </a:tabLst>
            </a:pPr>
            <a:r>
              <a:rPr lang="en-US" spc="-20" dirty="0">
                <a:solidFill>
                  <a:schemeClr val="tx1"/>
                </a:solidFill>
                <a:cs typeface="Segoe UI"/>
              </a:rPr>
              <a:t>Alte</a:t>
            </a:r>
            <a:r>
              <a:rPr lang="en-US" sz="1800" spc="-20" noProof="0" dirty="0" err="1">
                <a:solidFill>
                  <a:schemeClr val="tx1"/>
                </a:solidFill>
                <a:cs typeface="Segoe UI"/>
              </a:rPr>
              <a:t>rnatively</a:t>
            </a:r>
            <a:r>
              <a:rPr lang="en-US" sz="1800" spc="-20" noProof="0" dirty="0">
                <a:solidFill>
                  <a:schemeClr val="tx1"/>
                </a:solidFill>
                <a:cs typeface="Segoe UI"/>
              </a:rPr>
              <a:t> (an older method)</a:t>
            </a:r>
            <a:endParaRPr lang="en-US" sz="1800" noProof="0" dirty="0">
              <a:solidFill>
                <a:schemeClr val="tx1"/>
              </a:solidFill>
              <a:cs typeface="Segoe UI"/>
            </a:endParaRPr>
          </a:p>
          <a:p>
            <a:endParaRPr lang="en-US" sz="1800" noProof="0" dirty="0">
              <a:solidFill>
                <a:schemeClr val="tx1"/>
              </a:solidFill>
            </a:endParaRPr>
          </a:p>
          <a:p>
            <a:endParaRPr lang="en-US" sz="1800"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20</a:t>
            </a:fld>
            <a:endParaRPr lang="en-US" noProof="0" dirty="0"/>
          </a:p>
        </p:txBody>
      </p:sp>
      <p:sp>
        <p:nvSpPr>
          <p:cNvPr id="10" name="Rectangle 3">
            <a:extLst>
              <a:ext uri="{FF2B5EF4-FFF2-40B4-BE49-F238E27FC236}">
                <a16:creationId xmlns:a16="http://schemas.microsoft.com/office/drawing/2014/main" id="{5A2EA8B5-7149-6F56-BFB4-9B1011741CCC}"/>
              </a:ext>
            </a:extLst>
          </p:cNvPr>
          <p:cNvSpPr>
            <a:spLocks noChangeArrowheads="1"/>
          </p:cNvSpPr>
          <p:nvPr/>
        </p:nvSpPr>
        <p:spPr bwMode="auto">
          <a:xfrm>
            <a:off x="822821" y="2355919"/>
            <a:ext cx="6770077" cy="679673"/>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b="1"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Variable_Name</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61"/>
              </a:spcBef>
            </a:pPr>
            <a:r>
              <a:rPr lang="en-US" sz="16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avalue</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11" name="Rectangle 3">
            <a:extLst>
              <a:ext uri="{FF2B5EF4-FFF2-40B4-BE49-F238E27FC236}">
                <a16:creationId xmlns:a16="http://schemas.microsoft.com/office/drawing/2014/main" id="{1A024438-FC1B-F197-8C51-D8EE9E1DE430}"/>
              </a:ext>
            </a:extLst>
          </p:cNvPr>
          <p:cNvSpPr>
            <a:spLocks noChangeArrowheads="1"/>
          </p:cNvSpPr>
          <p:nvPr/>
        </p:nvSpPr>
        <p:spPr bwMode="auto">
          <a:xfrm>
            <a:off x="822821" y="4311103"/>
            <a:ext cx="6770077" cy="679673"/>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b="1"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Variable_Name</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61"/>
              </a:spcBef>
            </a:pPr>
            <a:r>
              <a:rPr lang="en-US" sz="16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avalue</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3421761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E7732F-4126-B77C-8AE7-82705C48FE90}"/>
              </a:ext>
            </a:extLst>
          </p:cNvPr>
          <p:cNvSpPr>
            <a:spLocks noGrp="1"/>
          </p:cNvSpPr>
          <p:nvPr>
            <p:ph type="ctrTitle"/>
          </p:nvPr>
        </p:nvSpPr>
        <p:spPr/>
        <p:txBody>
          <a:bodyPr/>
          <a:lstStyle/>
          <a:p>
            <a:r>
              <a:rPr lang="en-US" noProof="0" dirty="0"/>
              <a:t>Re-parsing</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1" y="1704659"/>
            <a:ext cx="11303578" cy="4348715"/>
          </a:xfrm>
        </p:spPr>
        <p:txBody>
          <a:bodyPr/>
          <a:lstStyle/>
          <a:p>
            <a:r>
              <a:rPr lang="en-US" sz="1800" noProof="0" dirty="0">
                <a:solidFill>
                  <a:schemeClr val="tx1"/>
                </a:solidFill>
              </a:rPr>
              <a:t>What if the value of a variable is the name of another variable?</a:t>
            </a:r>
          </a:p>
          <a:p>
            <a:endParaRPr lang="en-US" sz="1800" noProof="0" dirty="0">
              <a:solidFill>
                <a:schemeClr val="tx1"/>
              </a:solidFill>
            </a:endParaRPr>
          </a:p>
          <a:p>
            <a:endParaRPr lang="en-US" sz="1800" noProof="0" dirty="0">
              <a:solidFill>
                <a:schemeClr val="tx1"/>
              </a:solidFill>
            </a:endParaRPr>
          </a:p>
          <a:p>
            <a:r>
              <a:rPr lang="en-US" sz="1800" noProof="0" dirty="0">
                <a:solidFill>
                  <a:schemeClr val="tx1"/>
                </a:solidFill>
              </a:rPr>
              <a:t>Shell does one pass of the command line. It’s impossible to get a “value of a value” in one go.</a:t>
            </a:r>
          </a:p>
          <a:p>
            <a:pPr lvl="1"/>
            <a:endParaRPr lang="en-US" sz="1800" noProof="0" dirty="0"/>
          </a:p>
          <a:p>
            <a:pPr lvl="1"/>
            <a:endParaRPr lang="en-US" sz="1800" noProof="0" dirty="0"/>
          </a:p>
          <a:p>
            <a:pPr lvl="1"/>
            <a:endParaRPr lang="en-US" sz="1800" noProof="0" dirty="0"/>
          </a:p>
          <a:p>
            <a:pPr lvl="1"/>
            <a:endParaRPr lang="en-US" sz="1800" noProof="0" dirty="0"/>
          </a:p>
          <a:p>
            <a:pPr lvl="1"/>
            <a:endParaRPr lang="en-US" sz="1800" noProof="0" dirty="0"/>
          </a:p>
          <a:p>
            <a:r>
              <a:rPr lang="en-US" sz="1800" noProof="0" dirty="0">
                <a:solidFill>
                  <a:schemeClr val="tx1"/>
                </a:solidFill>
              </a:rPr>
              <a:t>The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eval</a:t>
            </a:r>
            <a:r>
              <a:rPr lang="en-US" sz="1800" noProof="0" dirty="0"/>
              <a:t> </a:t>
            </a:r>
            <a:r>
              <a:rPr lang="en-US" sz="1800" noProof="0" dirty="0">
                <a:solidFill>
                  <a:schemeClr val="tx1"/>
                </a:solidFill>
              </a:rPr>
              <a:t>built-in causes the shell to re-parse the current line (scan it twice).</a:t>
            </a:r>
          </a:p>
          <a:p>
            <a:endParaRPr lang="en-US" sz="1800" noProof="0" dirty="0">
              <a:solidFill>
                <a:schemeClr val="tx1"/>
              </a:solidFill>
            </a:endParaRP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21</a:t>
            </a:fld>
            <a:endParaRPr lang="en-US" noProof="0" dirty="0"/>
          </a:p>
        </p:txBody>
      </p:sp>
      <p:sp>
        <p:nvSpPr>
          <p:cNvPr id="10" name="Rectangle 3">
            <a:extLst>
              <a:ext uri="{FF2B5EF4-FFF2-40B4-BE49-F238E27FC236}">
                <a16:creationId xmlns:a16="http://schemas.microsoft.com/office/drawing/2014/main" id="{5A2EA8B5-7149-6F56-BFB4-9B1011741CCC}"/>
              </a:ext>
            </a:extLst>
          </p:cNvPr>
          <p:cNvSpPr>
            <a:spLocks noChangeArrowheads="1"/>
          </p:cNvSpPr>
          <p:nvPr/>
        </p:nvSpPr>
        <p:spPr bwMode="auto">
          <a:xfrm>
            <a:off x="514348" y="5206605"/>
            <a:ext cx="6770077" cy="679673"/>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US" sz="1800" spc="-4" noProof="0" dirty="0">
                <a:solidFill>
                  <a:srgbClr val="FFFF00"/>
                </a:solidFill>
                <a:cs typeface="Courier New"/>
              </a:rPr>
              <a:t>$</a:t>
            </a:r>
            <a:r>
              <a:rPr lang="en-US" sz="1800" spc="-37" noProof="0" dirty="0">
                <a:solidFill>
                  <a:schemeClr val="bg1"/>
                </a:solidFill>
                <a:cs typeface="Courier New"/>
              </a:rPr>
              <a:t> </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eval "echo \$$</a:t>
            </a:r>
            <a:r>
              <a:rPr lang="en-US" sz="1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var_one</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10319">
              <a:spcBef>
                <a:spcPts val="73"/>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Hello</a:t>
            </a:r>
            <a:endPar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11" name="Rectangle 3">
            <a:extLst>
              <a:ext uri="{FF2B5EF4-FFF2-40B4-BE49-F238E27FC236}">
                <a16:creationId xmlns:a16="http://schemas.microsoft.com/office/drawing/2014/main" id="{1A024438-FC1B-F197-8C51-D8EE9E1DE430}"/>
              </a:ext>
            </a:extLst>
          </p:cNvPr>
          <p:cNvSpPr>
            <a:spLocks noChangeArrowheads="1"/>
          </p:cNvSpPr>
          <p:nvPr/>
        </p:nvSpPr>
        <p:spPr bwMode="auto">
          <a:xfrm>
            <a:off x="514349" y="3435650"/>
            <a:ext cx="6770077" cy="1166986"/>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var_one</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p>
          <a:p>
            <a:pPr marL="10319">
              <a:spcBef>
                <a:spcPts val="73"/>
              </a:spcBef>
            </a:pPr>
            <a:r>
              <a:rPr lang="en-US" sz="16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var_two</a:t>
            </a:r>
            <a:endPar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73"/>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sz="1600" b="1"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var_one</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61"/>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10037var_one</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3" name="Rectangle 3">
            <a:extLst>
              <a:ext uri="{FF2B5EF4-FFF2-40B4-BE49-F238E27FC236}">
                <a16:creationId xmlns:a16="http://schemas.microsoft.com/office/drawing/2014/main" id="{EADCB999-185B-E85F-590B-E0AE6D380A01}"/>
              </a:ext>
            </a:extLst>
          </p:cNvPr>
          <p:cNvSpPr>
            <a:spLocks noChangeArrowheads="1"/>
          </p:cNvSpPr>
          <p:nvPr/>
        </p:nvSpPr>
        <p:spPr bwMode="auto">
          <a:xfrm>
            <a:off x="514349" y="2194529"/>
            <a:ext cx="6770077" cy="389850"/>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var_one</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var_two</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var_two</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="Hello"</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4568528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4AA05C-EEB3-F5CD-3631-79224368A7D5}"/>
              </a:ext>
            </a:extLst>
          </p:cNvPr>
          <p:cNvSpPr>
            <a:spLocks noGrp="1"/>
          </p:cNvSpPr>
          <p:nvPr>
            <p:ph type="ctrTitle"/>
          </p:nvPr>
        </p:nvSpPr>
        <p:spPr/>
        <p:txBody>
          <a:bodyPr/>
          <a:lstStyle/>
          <a:p>
            <a:r>
              <a:rPr lang="en-US" noProof="0" dirty="0"/>
              <a:t>Variable, string length</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latin typeface="+mn-lt"/>
              </a:rPr>
              <a:t>The number of characters in a variable’s value may be found using the notation: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sz="1800" b="1" i="1" noProof="0" dirty="0">
                <a:solidFill>
                  <a:srgbClr val="0000C8"/>
                </a:solidFill>
                <a:latin typeface="Hack" panose="020B0609030202020204" pitchFamily="49" charset="0"/>
                <a:ea typeface="Hack" panose="020B0609030202020204" pitchFamily="49" charset="0"/>
                <a:cs typeface="Hack" panose="020B0609030202020204" pitchFamily="49" charset="0"/>
              </a:rPr>
              <a:t>Variable_Name</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t>
            </a:r>
          </a:p>
          <a:p>
            <a:endParaRPr lang="en-US" sz="32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22</a:t>
            </a:fld>
            <a:endParaRPr lang="en-US" noProof="0" dirty="0"/>
          </a:p>
        </p:txBody>
      </p:sp>
      <p:sp>
        <p:nvSpPr>
          <p:cNvPr id="11" name="Rectangle 3">
            <a:extLst>
              <a:ext uri="{FF2B5EF4-FFF2-40B4-BE49-F238E27FC236}">
                <a16:creationId xmlns:a16="http://schemas.microsoft.com/office/drawing/2014/main" id="{1A024438-FC1B-F197-8C51-D8EE9E1DE430}"/>
              </a:ext>
            </a:extLst>
          </p:cNvPr>
          <p:cNvSpPr>
            <a:spLocks noChangeArrowheads="1"/>
          </p:cNvSpPr>
          <p:nvPr/>
        </p:nvSpPr>
        <p:spPr bwMode="auto">
          <a:xfrm>
            <a:off x="1797984" y="2759715"/>
            <a:ext cx="7292669" cy="2295500"/>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surname=</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Boggit</a:t>
            </a:r>
            <a:endPar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fullname</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='Derek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Boggit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10319">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"${#surname}: $surname"</a:t>
            </a:r>
          </a:p>
          <a:p>
            <a:pPr marL="10319">
              <a:spcBef>
                <a:spcPts val="73"/>
              </a:spcBef>
            </a:pP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6: </a:t>
            </a:r>
            <a:r>
              <a:rPr lang="en-US" sz="14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Boggit</a:t>
            </a:r>
            <a:endPar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"${#fullname}: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fullname</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10319">
              <a:spcBef>
                <a:spcPts val="73"/>
              </a:spcBef>
            </a:pP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12: Derek </a:t>
            </a:r>
            <a:r>
              <a:rPr lang="en-US" sz="14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Boggit</a:t>
            </a:r>
            <a:endPar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"${#lastname}"	# undefined variable</a:t>
            </a:r>
          </a:p>
          <a:p>
            <a:pPr marL="10319">
              <a:spcBef>
                <a:spcPts val="73"/>
              </a:spcBef>
            </a:pP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0</a:t>
            </a:r>
            <a:endParaRPr lang="en-US" sz="1100" b="1"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998682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880320-C9B7-1899-4C6A-AF2EB40E0CC8}"/>
              </a:ext>
            </a:extLst>
          </p:cNvPr>
          <p:cNvSpPr>
            <a:spLocks noGrp="1"/>
          </p:cNvSpPr>
          <p:nvPr>
            <p:ph type="ctrTitle"/>
          </p:nvPr>
        </p:nvSpPr>
        <p:spPr/>
        <p:txBody>
          <a:bodyPr/>
          <a:lstStyle/>
          <a:p>
            <a:r>
              <a:rPr lang="en-US" noProof="0" dirty="0"/>
              <a:t>Command expansion</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fontScale="92500" lnSpcReduction="10000"/>
          </a:bodyPr>
          <a:lstStyle/>
          <a:p>
            <a:pPr marL="289957" indent="-280154">
              <a:spcBef>
                <a:spcPts val="569"/>
              </a:spcBef>
              <a:buClr>
                <a:srgbClr val="000000"/>
              </a:buClr>
              <a:buFont typeface="Arial"/>
              <a:buChar char="•"/>
              <a:tabLst>
                <a:tab pos="289957" algn="l"/>
                <a:tab pos="290473" algn="l"/>
              </a:tabLst>
            </a:pPr>
            <a:r>
              <a:rPr lang="en-US" sz="1800" spc="-20" noProof="0" dirty="0">
                <a:solidFill>
                  <a:schemeClr val="tx1"/>
                </a:solidFill>
              </a:rPr>
              <a:t>Command expansion:</a:t>
            </a:r>
          </a:p>
          <a:p>
            <a:pPr marL="469953" lvl="1" indent="-280154">
              <a:spcBef>
                <a:spcPts val="569"/>
              </a:spcBef>
              <a:buClr>
                <a:srgbClr val="000000"/>
              </a:buClr>
              <a:buFont typeface="Arial"/>
              <a:buChar char="•"/>
              <a:tabLst>
                <a:tab pos="289957" algn="l"/>
                <a:tab pos="290473" algn="l"/>
              </a:tabLst>
            </a:pPr>
            <a:r>
              <a:rPr lang="en-US" sz="1800" spc="-20" noProof="0" dirty="0"/>
              <a:t>The command is executed and the result put back on the command line.</a:t>
            </a:r>
          </a:p>
          <a:p>
            <a:pPr marL="469953" lvl="1" indent="-280154">
              <a:spcBef>
                <a:spcPts val="569"/>
              </a:spcBef>
              <a:buClr>
                <a:srgbClr val="000000"/>
              </a:buClr>
              <a:buFont typeface="Arial"/>
              <a:buChar char="•"/>
              <a:tabLst>
                <a:tab pos="289957" algn="l"/>
                <a:tab pos="290473" algn="l"/>
              </a:tabLst>
            </a:pPr>
            <a:endParaRPr lang="en-US" sz="1800" spc="-20" noProof="0" dirty="0"/>
          </a:p>
          <a:p>
            <a:pPr marL="469953" lvl="1" indent="-280154">
              <a:spcBef>
                <a:spcPts val="569"/>
              </a:spcBef>
              <a:buClr>
                <a:srgbClr val="000000"/>
              </a:buClr>
              <a:buFont typeface="Arial"/>
              <a:buChar char="•"/>
              <a:tabLst>
                <a:tab pos="289957" algn="l"/>
                <a:tab pos="290473" algn="l"/>
              </a:tabLst>
            </a:pPr>
            <a:endParaRPr lang="en-US" sz="1800" spc="-20" noProof="0" dirty="0"/>
          </a:p>
          <a:p>
            <a:pPr marL="475549" lvl="1" indent="-285750">
              <a:spcBef>
                <a:spcPts val="569"/>
              </a:spcBef>
              <a:buClr>
                <a:srgbClr val="000000"/>
              </a:buClr>
              <a:tabLst>
                <a:tab pos="289957" algn="l"/>
                <a:tab pos="290473" algn="l"/>
              </a:tabLst>
            </a:pPr>
            <a:r>
              <a:rPr lang="en-US" sz="1800" spc="-20" noProof="0" dirty="0"/>
              <a:t>Normal syntax:</a:t>
            </a:r>
          </a:p>
          <a:p>
            <a:pPr marL="469953" lvl="1" indent="-280154">
              <a:spcBef>
                <a:spcPts val="569"/>
              </a:spcBef>
              <a:buClr>
                <a:srgbClr val="000000"/>
              </a:buClr>
              <a:buFont typeface="Arial"/>
              <a:buChar char="•"/>
              <a:tabLst>
                <a:tab pos="289957" algn="l"/>
                <a:tab pos="290473" algn="l"/>
              </a:tabLst>
            </a:pPr>
            <a:endParaRPr lang="en-US" sz="1800" spc="-20" noProof="0" dirty="0"/>
          </a:p>
          <a:p>
            <a:pPr marL="469953" lvl="1" indent="-280154">
              <a:spcBef>
                <a:spcPts val="569"/>
              </a:spcBef>
              <a:buClr>
                <a:srgbClr val="000000"/>
              </a:buClr>
              <a:buFont typeface="Arial"/>
              <a:buChar char="•"/>
              <a:tabLst>
                <a:tab pos="289957" algn="l"/>
                <a:tab pos="290473" algn="l"/>
              </a:tabLst>
            </a:pPr>
            <a:endParaRPr lang="en-US" sz="1800" spc="-20" noProof="0" dirty="0"/>
          </a:p>
          <a:p>
            <a:pPr marL="469953" lvl="1" indent="-280154">
              <a:spcBef>
                <a:spcPts val="569"/>
              </a:spcBef>
              <a:buClr>
                <a:srgbClr val="000000"/>
              </a:buClr>
              <a:buFont typeface="Arial"/>
              <a:buChar char="•"/>
              <a:tabLst>
                <a:tab pos="289957" algn="l"/>
                <a:tab pos="290473" algn="l"/>
              </a:tabLst>
            </a:pPr>
            <a:endParaRPr lang="en-US" sz="1800" spc="-20" noProof="0" dirty="0"/>
          </a:p>
          <a:p>
            <a:pPr marL="469953" lvl="1" indent="-280154">
              <a:spcBef>
                <a:spcPts val="569"/>
              </a:spcBef>
              <a:buClr>
                <a:srgbClr val="000000"/>
              </a:buClr>
              <a:buFont typeface="Arial"/>
              <a:buChar char="•"/>
              <a:tabLst>
                <a:tab pos="289957" algn="l"/>
                <a:tab pos="290473" algn="l"/>
              </a:tabLst>
            </a:pPr>
            <a:endParaRPr lang="en-US" sz="1800" spc="-20" noProof="0" dirty="0"/>
          </a:p>
          <a:p>
            <a:pPr marL="475549" lvl="1" indent="-285750">
              <a:spcBef>
                <a:spcPts val="569"/>
              </a:spcBef>
              <a:buClr>
                <a:srgbClr val="000000"/>
              </a:buClr>
              <a:tabLst>
                <a:tab pos="289957" algn="l"/>
                <a:tab pos="290473" algn="l"/>
              </a:tabLst>
            </a:pPr>
            <a:r>
              <a:rPr lang="en-US" sz="1800" spc="-20" noProof="0" dirty="0"/>
              <a:t>Deprecated syntax from older shells:</a:t>
            </a:r>
          </a:p>
          <a:p>
            <a:pPr marL="189799" lvl="1" indent="0">
              <a:spcBef>
                <a:spcPts val="569"/>
              </a:spcBef>
              <a:buClr>
                <a:srgbClr val="000000"/>
              </a:buClr>
              <a:buNone/>
              <a:tabLst>
                <a:tab pos="289957" algn="l"/>
                <a:tab pos="290473" algn="l"/>
              </a:tabLst>
            </a:pPr>
            <a:endParaRPr lang="en-US" sz="1800" spc="-20" noProof="0" dirty="0"/>
          </a:p>
          <a:p>
            <a:pPr marL="189799" lvl="1" indent="0">
              <a:spcBef>
                <a:spcPts val="569"/>
              </a:spcBef>
              <a:buClr>
                <a:srgbClr val="000000"/>
              </a:buClr>
              <a:buNone/>
              <a:tabLst>
                <a:tab pos="289957" algn="l"/>
                <a:tab pos="290473" algn="l"/>
              </a:tabLst>
            </a:pPr>
            <a:endParaRPr lang="en-US" sz="1800" spc="-20" noProof="0" dirty="0"/>
          </a:p>
          <a:p>
            <a:pPr marL="189799" lvl="1" indent="0">
              <a:spcBef>
                <a:spcPts val="569"/>
              </a:spcBef>
              <a:buClr>
                <a:srgbClr val="000000"/>
              </a:buClr>
              <a:buNone/>
              <a:tabLst>
                <a:tab pos="289957" algn="l"/>
                <a:tab pos="290473" algn="l"/>
              </a:tabLst>
            </a:pPr>
            <a:endParaRPr lang="en-US" sz="1800" spc="-20" noProof="0" dirty="0"/>
          </a:p>
          <a:p>
            <a:pPr marL="475549" lvl="1" indent="-285750">
              <a:spcBef>
                <a:spcPts val="569"/>
              </a:spcBef>
              <a:buClr>
                <a:srgbClr val="000000"/>
              </a:buClr>
              <a:tabLst>
                <a:tab pos="289957" algn="l"/>
                <a:tab pos="290473" algn="l"/>
              </a:tabLst>
            </a:pPr>
            <a:r>
              <a:rPr lang="en-US" sz="1800" spc="-20" noProof="0" dirty="0"/>
              <a:t>The reason the latter syntax is discouraged is that the characters </a:t>
            </a:r>
            <a:r>
              <a:rPr lang="en-US" sz="1800" b="1" spc="-20" noProof="0" dirty="0">
                <a:solidFill>
                  <a:srgbClr val="FF0000"/>
                </a:solidFill>
                <a:latin typeface="Hack" panose="020B0609030202020204" pitchFamily="49" charset="0"/>
                <a:ea typeface="Hack" panose="020B0609030202020204" pitchFamily="49" charset="0"/>
                <a:cs typeface="Hack" panose="020B0609030202020204" pitchFamily="49" charset="0"/>
              </a:rPr>
              <a:t>`</a:t>
            </a:r>
            <a:r>
              <a:rPr lang="en-US" sz="1800" spc="-20" noProof="0" dirty="0"/>
              <a:t> and</a:t>
            </a:r>
            <a:r>
              <a:rPr lang="en-US" sz="1800" b="1" spc="-20" noProof="0" dirty="0">
                <a:solidFill>
                  <a:srgbClr val="FF0000"/>
                </a:solidFill>
              </a:rPr>
              <a:t> </a:t>
            </a:r>
            <a:r>
              <a:rPr lang="en-US" sz="1800" b="1" spc="-20" noProof="0" dirty="0">
                <a:solidFill>
                  <a:srgbClr val="FF0000"/>
                </a:solidFill>
                <a:latin typeface="Hack" panose="020B0609030202020204" pitchFamily="49" charset="0"/>
                <a:ea typeface="Hack" panose="020B0609030202020204" pitchFamily="49" charset="0"/>
                <a:cs typeface="Hack" panose="020B0609030202020204" pitchFamily="49" charset="0"/>
              </a:rPr>
              <a:t>‘</a:t>
            </a:r>
            <a:r>
              <a:rPr lang="en-US" sz="1800" b="1" spc="-20" noProof="0" dirty="0">
                <a:solidFill>
                  <a:srgbClr val="FF0000"/>
                </a:solidFill>
              </a:rPr>
              <a:t> </a:t>
            </a:r>
            <a:r>
              <a:rPr lang="en-US" sz="1800" spc="-20" noProof="0" dirty="0"/>
              <a:t>look too similar and can easily be confused.</a:t>
            </a:r>
          </a:p>
          <a:p>
            <a:endParaRPr lang="en-US" sz="18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23</a:t>
            </a:fld>
            <a:endParaRPr lang="en-US" noProof="0" dirty="0"/>
          </a:p>
        </p:txBody>
      </p:sp>
      <p:sp>
        <p:nvSpPr>
          <p:cNvPr id="8" name="Rectangle 3">
            <a:extLst>
              <a:ext uri="{FF2B5EF4-FFF2-40B4-BE49-F238E27FC236}">
                <a16:creationId xmlns:a16="http://schemas.microsoft.com/office/drawing/2014/main" id="{7F3130CE-961F-70D0-95ED-C0531378B7AF}"/>
              </a:ext>
            </a:extLst>
          </p:cNvPr>
          <p:cNvSpPr>
            <a:spLocks noChangeArrowheads="1"/>
          </p:cNvSpPr>
          <p:nvPr/>
        </p:nvSpPr>
        <p:spPr bwMode="auto">
          <a:xfrm>
            <a:off x="4750573" y="2655431"/>
            <a:ext cx="5321245" cy="969496"/>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36632">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version=$(</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uname</a:t>
            </a:r>
            <a:r>
              <a:rPr lang="en-US" b="1"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–r)</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632">
              <a:spcBef>
                <a:spcPts val="6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b="1"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${version}</a:t>
            </a:r>
          </a:p>
          <a:p>
            <a:pPr marL="36632">
              <a:spcBef>
                <a:spcPts val="61"/>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5.4.0-1045.el5</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9" name="Rectangle 3">
            <a:extLst>
              <a:ext uri="{FF2B5EF4-FFF2-40B4-BE49-F238E27FC236}">
                <a16:creationId xmlns:a16="http://schemas.microsoft.com/office/drawing/2014/main" id="{B6EA1869-1073-966D-3A0E-715D04F905A4}"/>
              </a:ext>
            </a:extLst>
          </p:cNvPr>
          <p:cNvSpPr>
            <a:spLocks noChangeArrowheads="1"/>
          </p:cNvSpPr>
          <p:nvPr/>
        </p:nvSpPr>
        <p:spPr bwMode="auto">
          <a:xfrm>
            <a:off x="4750573" y="4062502"/>
            <a:ext cx="5321245" cy="969496"/>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36632">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version=`</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uname</a:t>
            </a:r>
            <a:r>
              <a:rPr lang="en-US" b="1"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–r`</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632">
              <a:spcBef>
                <a:spcPts val="6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b="1"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${version}</a:t>
            </a:r>
          </a:p>
          <a:p>
            <a:pPr marL="36632">
              <a:spcBef>
                <a:spcPts val="61"/>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5.4.0-1045.el5</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4590654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3BDE295-6EB3-BDE4-740C-A81325995C1C}"/>
              </a:ext>
            </a:extLst>
          </p:cNvPr>
          <p:cNvSpPr>
            <a:spLocks noGrp="1"/>
          </p:cNvSpPr>
          <p:nvPr>
            <p:ph type="ctrTitle"/>
          </p:nvPr>
        </p:nvSpPr>
        <p:spPr/>
        <p:txBody>
          <a:bodyPr/>
          <a:lstStyle/>
          <a:p>
            <a:r>
              <a:rPr lang="en-US" noProof="0" dirty="0"/>
              <a:t>Arithmetic expansion</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2" y="1733108"/>
            <a:ext cx="9471259" cy="4348715"/>
          </a:xfrm>
        </p:spPr>
        <p:txBody>
          <a:bodyPr/>
          <a:lstStyle/>
          <a:p>
            <a:r>
              <a:rPr lang="en-US" sz="1800" noProof="0" dirty="0">
                <a:solidFill>
                  <a:schemeClr val="tx1"/>
                </a:solidFill>
              </a:rPr>
              <a:t>Double brackets:</a:t>
            </a:r>
          </a:p>
          <a:p>
            <a:pPr lvl="1"/>
            <a:r>
              <a:rPr lang="en-US" dirty="0"/>
              <a:t>The arithmetic expression in the double brackets is executed and the result put back on the command line.</a:t>
            </a:r>
            <a:endParaRPr lang="en-US" noProof="0" dirty="0">
              <a:solidFill>
                <a:schemeClr val="tx1"/>
              </a:solidFill>
            </a:endParaRPr>
          </a:p>
          <a:p>
            <a:endParaRPr lang="en-US" sz="3200"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24</a:t>
            </a:fld>
            <a:endParaRPr lang="en-US" noProof="0" dirty="0"/>
          </a:p>
        </p:txBody>
      </p:sp>
      <p:sp>
        <p:nvSpPr>
          <p:cNvPr id="8" name="Rectangle 3">
            <a:extLst>
              <a:ext uri="{FF2B5EF4-FFF2-40B4-BE49-F238E27FC236}">
                <a16:creationId xmlns:a16="http://schemas.microsoft.com/office/drawing/2014/main" id="{7F3130CE-961F-70D0-95ED-C0531378B7AF}"/>
              </a:ext>
            </a:extLst>
          </p:cNvPr>
          <p:cNvSpPr>
            <a:spLocks noChangeArrowheads="1"/>
          </p:cNvSpPr>
          <p:nvPr/>
        </p:nvSpPr>
        <p:spPr bwMode="auto">
          <a:xfrm>
            <a:off x="2155915" y="2928423"/>
            <a:ext cx="5321245" cy="1777410"/>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36632">
              <a:spcBef>
                <a:spcPts val="6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b="1"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$((5+2))</a:t>
            </a:r>
          </a:p>
          <a:p>
            <a:pPr marL="36632">
              <a:spcBef>
                <a:spcPts val="61"/>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7</a:t>
            </a:r>
          </a:p>
          <a:p>
            <a:pPr marL="36632">
              <a:spcBef>
                <a:spcPts val="6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b="1"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$((5*2))</a:t>
            </a:r>
          </a:p>
          <a:p>
            <a:pPr marL="36632">
              <a:spcBef>
                <a:spcPts val="61"/>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10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632">
              <a:spcBef>
                <a:spcPts val="6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b="1"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$((5**2))</a:t>
            </a:r>
          </a:p>
          <a:p>
            <a:pPr marL="36632">
              <a:spcBef>
                <a:spcPts val="61"/>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25</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pic>
        <p:nvPicPr>
          <p:cNvPr id="13" name="Picture 12">
            <a:extLst>
              <a:ext uri="{FF2B5EF4-FFF2-40B4-BE49-F238E27FC236}">
                <a16:creationId xmlns:a16="http://schemas.microsoft.com/office/drawing/2014/main" id="{93DFCA72-4162-C708-F255-4AA1A19BFF6B}"/>
              </a:ext>
            </a:extLst>
          </p:cNvPr>
          <p:cNvPicPr>
            <a:picLocks noChangeAspect="1"/>
          </p:cNvPicPr>
          <p:nvPr/>
        </p:nvPicPr>
        <p:blipFill>
          <a:blip r:embed="rId3"/>
          <a:stretch>
            <a:fillRect/>
          </a:stretch>
        </p:blipFill>
        <p:spPr>
          <a:xfrm>
            <a:off x="10182807" y="692596"/>
            <a:ext cx="1798817" cy="1707096"/>
          </a:xfrm>
          <a:prstGeom prst="rect">
            <a:avLst/>
          </a:prstGeom>
        </p:spPr>
      </p:pic>
    </p:spTree>
    <p:extLst>
      <p:ext uri="{BB962C8B-B14F-4D97-AF65-F5344CB8AC3E}">
        <p14:creationId xmlns:p14="http://schemas.microsoft.com/office/powerpoint/2010/main" val="11651014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60" name="Rectangle 4"/>
          <p:cNvSpPr>
            <a:spLocks noGrp="1" noChangeArrowheads="1"/>
          </p:cNvSpPr>
          <p:nvPr>
            <p:ph type="ctrTitle"/>
          </p:nvPr>
        </p:nvSpPr>
        <p:spPr/>
        <p:txBody>
          <a:bodyPr/>
          <a:lstStyle/>
          <a:p>
            <a:r>
              <a:rPr lang="en-US" noProof="0" dirty="0"/>
              <a:t>Reference: Arithmetic operators</a:t>
            </a:r>
          </a:p>
        </p:txBody>
      </p:sp>
      <p:pic>
        <p:nvPicPr>
          <p:cNvPr id="13" name="Picture 12">
            <a:extLst>
              <a:ext uri="{FF2B5EF4-FFF2-40B4-BE49-F238E27FC236}">
                <a16:creationId xmlns:a16="http://schemas.microsoft.com/office/drawing/2014/main" id="{93DFCA72-4162-C708-F255-4AA1A19BFF6B}"/>
              </a:ext>
            </a:extLst>
          </p:cNvPr>
          <p:cNvPicPr>
            <a:picLocks noChangeAspect="1"/>
          </p:cNvPicPr>
          <p:nvPr/>
        </p:nvPicPr>
        <p:blipFill>
          <a:blip r:embed="rId3"/>
          <a:stretch>
            <a:fillRect/>
          </a:stretch>
        </p:blipFill>
        <p:spPr>
          <a:xfrm>
            <a:off x="9808233" y="794564"/>
            <a:ext cx="1798817" cy="1707096"/>
          </a:xfrm>
          <a:prstGeom prst="rect">
            <a:avLst/>
          </a:prstGeom>
        </p:spPr>
      </p:pic>
      <p:graphicFrame>
        <p:nvGraphicFramePr>
          <p:cNvPr id="2" name="Table 1">
            <a:extLst>
              <a:ext uri="{FF2B5EF4-FFF2-40B4-BE49-F238E27FC236}">
                <a16:creationId xmlns:a16="http://schemas.microsoft.com/office/drawing/2014/main" id="{F08BA3BF-DC4D-7EB5-9B3C-C9CC24C37165}"/>
              </a:ext>
            </a:extLst>
          </p:cNvPr>
          <p:cNvGraphicFramePr>
            <a:graphicFrameLocks noGrp="1"/>
          </p:cNvGraphicFramePr>
          <p:nvPr>
            <p:extLst>
              <p:ext uri="{D42A27DB-BD31-4B8C-83A1-F6EECF244321}">
                <p14:modId xmlns:p14="http://schemas.microsoft.com/office/powerpoint/2010/main" val="1664948479"/>
              </p:ext>
            </p:extLst>
          </p:nvPr>
        </p:nvGraphicFramePr>
        <p:xfrm>
          <a:off x="443922" y="1733108"/>
          <a:ext cx="8930988" cy="4389120"/>
        </p:xfrm>
        <a:graphic>
          <a:graphicData uri="http://schemas.openxmlformats.org/drawingml/2006/table">
            <a:tbl>
              <a:tblPr firstRow="1" bandRow="1">
                <a:tableStyleId>{21E4AEA4-8DFA-4A89-87EB-49C32662AFE0}</a:tableStyleId>
              </a:tblPr>
              <a:tblGrid>
                <a:gridCol w="1221394">
                  <a:extLst>
                    <a:ext uri="{9D8B030D-6E8A-4147-A177-3AD203B41FA5}">
                      <a16:colId xmlns:a16="http://schemas.microsoft.com/office/drawing/2014/main" val="1599992531"/>
                    </a:ext>
                  </a:extLst>
                </a:gridCol>
                <a:gridCol w="3244100">
                  <a:extLst>
                    <a:ext uri="{9D8B030D-6E8A-4147-A177-3AD203B41FA5}">
                      <a16:colId xmlns:a16="http://schemas.microsoft.com/office/drawing/2014/main" val="3229761616"/>
                    </a:ext>
                  </a:extLst>
                </a:gridCol>
                <a:gridCol w="2232747">
                  <a:extLst>
                    <a:ext uri="{9D8B030D-6E8A-4147-A177-3AD203B41FA5}">
                      <a16:colId xmlns:a16="http://schemas.microsoft.com/office/drawing/2014/main" val="2732181505"/>
                    </a:ext>
                  </a:extLst>
                </a:gridCol>
                <a:gridCol w="2232747">
                  <a:extLst>
                    <a:ext uri="{9D8B030D-6E8A-4147-A177-3AD203B41FA5}">
                      <a16:colId xmlns:a16="http://schemas.microsoft.com/office/drawing/2014/main" val="327148530"/>
                    </a:ext>
                  </a:extLst>
                </a:gridCol>
              </a:tblGrid>
              <a:tr h="362393">
                <a:tc>
                  <a:txBody>
                    <a:bodyPr/>
                    <a:lstStyle/>
                    <a:p>
                      <a:r>
                        <a:rPr lang="en-US" sz="1800" noProof="0" dirty="0">
                          <a:solidFill>
                            <a:schemeClr val="tx1"/>
                          </a:solidFill>
                        </a:rPr>
                        <a:t>Operator</a:t>
                      </a:r>
                    </a:p>
                  </a:txBody>
                  <a:tcPr/>
                </a:tc>
                <a:tc>
                  <a:txBody>
                    <a:bodyPr/>
                    <a:lstStyle/>
                    <a:p>
                      <a:r>
                        <a:rPr lang="en-US" sz="1800" noProof="0" dirty="0">
                          <a:solidFill>
                            <a:schemeClr val="tx1"/>
                          </a:solidFill>
                        </a:rPr>
                        <a:t>Operation</a:t>
                      </a:r>
                    </a:p>
                  </a:txBody>
                  <a:tcPr/>
                </a:tc>
                <a:tc>
                  <a:txBody>
                    <a:bodyPr/>
                    <a:lstStyle/>
                    <a:p>
                      <a:r>
                        <a:rPr lang="en-US" sz="1800" noProof="0" dirty="0">
                          <a:solidFill>
                            <a:schemeClr val="tx1"/>
                          </a:solidFill>
                        </a:rPr>
                        <a:t>Example</a:t>
                      </a:r>
                    </a:p>
                  </a:txBody>
                  <a:tcPr/>
                </a:tc>
                <a:tc>
                  <a:txBody>
                    <a:bodyPr/>
                    <a:lstStyle/>
                    <a:p>
                      <a:r>
                        <a:rPr lang="en-US" sz="1800" noProof="0" dirty="0">
                          <a:solidFill>
                            <a:schemeClr val="tx1"/>
                          </a:solidFill>
                        </a:rPr>
                        <a:t>Result</a:t>
                      </a:r>
                    </a:p>
                  </a:txBody>
                  <a:tcPr/>
                </a:tc>
                <a:extLst>
                  <a:ext uri="{0D108BD9-81ED-4DB2-BD59-A6C34878D82A}">
                    <a16:rowId xmlns:a16="http://schemas.microsoft.com/office/drawing/2014/main" val="3956235800"/>
                  </a:ext>
                </a:extLst>
              </a:tr>
              <a:tr h="362393">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Addition</a:t>
                      </a:r>
                    </a:p>
                  </a:txBody>
                  <a:tcPr/>
                </a:tc>
                <a:tc>
                  <a:txBody>
                    <a:bodyPr/>
                    <a:lstStyle/>
                    <a:p>
                      <a:r>
                        <a:rPr lang="en-US" sz="1800" b="1" noProof="0" dirty="0" err="1">
                          <a:solidFill>
                            <a:srgbClr val="7030A0"/>
                          </a:solidFill>
                          <a:latin typeface="Hack" panose="020B0609030202020204"/>
                        </a:rPr>
                        <a:t>i</a:t>
                      </a:r>
                      <a:r>
                        <a:rPr lang="en-US" sz="1800" b="1" noProof="0" dirty="0">
                          <a:solidFill>
                            <a:srgbClr val="7030A0"/>
                          </a:solidFill>
                          <a:latin typeface="Hack" panose="020B0609030202020204"/>
                        </a:rPr>
                        <a:t>=7+10</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17</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24239485"/>
                  </a:ext>
                </a:extLst>
              </a:tr>
              <a:tr h="362393">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Subtraction</a:t>
                      </a:r>
                    </a:p>
                  </a:txBody>
                  <a:tcPr/>
                </a:tc>
                <a:tc>
                  <a:txBody>
                    <a:bodyPr/>
                    <a:lstStyle/>
                    <a:p>
                      <a:r>
                        <a:rPr lang="en-US" sz="1800" b="1" noProof="0" dirty="0" err="1">
                          <a:solidFill>
                            <a:srgbClr val="7030A0"/>
                          </a:solidFill>
                          <a:latin typeface="Hack" panose="020B0609030202020204"/>
                        </a:rPr>
                        <a:t>i</a:t>
                      </a:r>
                      <a:r>
                        <a:rPr lang="en-US" sz="1800" b="1" noProof="0" dirty="0">
                          <a:solidFill>
                            <a:srgbClr val="7030A0"/>
                          </a:solidFill>
                          <a:latin typeface="Hack" panose="020B0609030202020204"/>
                        </a:rPr>
                        <a:t>=17-3</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14</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2390532688"/>
                  </a:ext>
                </a:extLst>
              </a:tr>
              <a:tr h="362393">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Multiplication</a:t>
                      </a:r>
                    </a:p>
                  </a:txBody>
                  <a:tcPr/>
                </a:tc>
                <a:tc>
                  <a:txBody>
                    <a:bodyPr/>
                    <a:lstStyle/>
                    <a:p>
                      <a:r>
                        <a:rPr lang="en-US" sz="1800" b="1" noProof="0" dirty="0" err="1">
                          <a:solidFill>
                            <a:srgbClr val="7030A0"/>
                          </a:solidFill>
                          <a:latin typeface="Hack" panose="020B0609030202020204"/>
                        </a:rPr>
                        <a:t>i</a:t>
                      </a:r>
                      <a:r>
                        <a:rPr lang="en-US" sz="1800" b="1" noProof="0" dirty="0">
                          <a:solidFill>
                            <a:srgbClr val="7030A0"/>
                          </a:solidFill>
                          <a:latin typeface="Hack" panose="020B0609030202020204"/>
                        </a:rPr>
                        <a:t>=5*3</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15</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281747706"/>
                  </a:ext>
                </a:extLst>
              </a:tr>
              <a:tr h="362393">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Division</a:t>
                      </a:r>
                    </a:p>
                  </a:txBody>
                  <a:tcPr/>
                </a:tc>
                <a:tc>
                  <a:txBody>
                    <a:bodyPr/>
                    <a:lstStyle/>
                    <a:p>
                      <a:r>
                        <a:rPr lang="en-US" sz="1800" b="1" noProof="0" dirty="0" err="1">
                          <a:solidFill>
                            <a:srgbClr val="7030A0"/>
                          </a:solidFill>
                          <a:latin typeface="Hack" panose="020B0609030202020204"/>
                        </a:rPr>
                        <a:t>i</a:t>
                      </a:r>
                      <a:r>
                        <a:rPr lang="en-US" sz="1800" b="1" noProof="0" dirty="0">
                          <a:solidFill>
                            <a:srgbClr val="7030A0"/>
                          </a:solidFill>
                          <a:latin typeface="Hack" panose="020B0609030202020204"/>
                        </a:rPr>
                        <a:t>=208/10</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20</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634518250"/>
                  </a:ext>
                </a:extLst>
              </a:tr>
              <a:tr h="362393">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Modulo division</a:t>
                      </a:r>
                    </a:p>
                  </a:txBody>
                  <a:tcPr/>
                </a:tc>
                <a:tc>
                  <a:txBody>
                    <a:bodyPr/>
                    <a:lstStyle/>
                    <a:p>
                      <a:r>
                        <a:rPr lang="en-US" sz="1800" b="1" noProof="0" dirty="0" err="1">
                          <a:solidFill>
                            <a:srgbClr val="7030A0"/>
                          </a:solidFill>
                          <a:latin typeface="Hack" panose="020B0609030202020204"/>
                        </a:rPr>
                        <a:t>i</a:t>
                      </a:r>
                      <a:r>
                        <a:rPr lang="en-US" sz="1800" b="1" noProof="0" dirty="0">
                          <a:solidFill>
                            <a:srgbClr val="7030A0"/>
                          </a:solidFill>
                          <a:latin typeface="Hack" panose="020B0609030202020204"/>
                        </a:rPr>
                        <a:t>=208%10</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8</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417820036"/>
                  </a:ext>
                </a:extLst>
              </a:tr>
              <a:tr h="362393">
                <a:tc>
                  <a:txBody>
                    <a:bodyPr/>
                    <a:lstStyle/>
                    <a:p>
                      <a:r>
                        <a:rPr lang="en-US" sz="1800" b="1" noProof="0" dirty="0">
                          <a:solidFill>
                            <a:srgbClr val="7030A0"/>
                          </a:solidFill>
                          <a:latin typeface="Hack" panose="020B0609030202020204"/>
                        </a:rPr>
                        <a:t>&lt;&lt;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Left shift</a:t>
                      </a:r>
                    </a:p>
                  </a:txBody>
                  <a:tcPr/>
                </a:tc>
                <a:tc>
                  <a:txBody>
                    <a:bodyPr/>
                    <a:lstStyle/>
                    <a:p>
                      <a:r>
                        <a:rPr lang="en-US" sz="1800" b="1" noProof="0" dirty="0" err="1">
                          <a:solidFill>
                            <a:srgbClr val="7030A0"/>
                          </a:solidFill>
                          <a:latin typeface="Hack" panose="020B0609030202020204"/>
                        </a:rPr>
                        <a:t>i</a:t>
                      </a:r>
                      <a:r>
                        <a:rPr lang="en-US" sz="1800" b="1" noProof="0" dirty="0">
                          <a:solidFill>
                            <a:srgbClr val="7030A0"/>
                          </a:solidFill>
                          <a:latin typeface="Hack" panose="020B0609030202020204"/>
                        </a:rPr>
                        <a:t>=52&lt;&lt;2</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208</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700303373"/>
                  </a:ext>
                </a:extLst>
              </a:tr>
              <a:tr h="362393">
                <a:tc>
                  <a:txBody>
                    <a:bodyPr/>
                    <a:lstStyle/>
                    <a:p>
                      <a:r>
                        <a:rPr lang="en-US" sz="1800" b="1" noProof="0" dirty="0">
                          <a:solidFill>
                            <a:srgbClr val="7030A0"/>
                          </a:solidFill>
                          <a:latin typeface="Hack" panose="020B0609030202020204"/>
                        </a:rPr>
                        <a:t>&gt;&gt;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Right shift</a:t>
                      </a:r>
                    </a:p>
                  </a:txBody>
                  <a:tcPr/>
                </a:tc>
                <a:tc>
                  <a:txBody>
                    <a:bodyPr/>
                    <a:lstStyle/>
                    <a:p>
                      <a:r>
                        <a:rPr lang="en-US" sz="1800" b="1" noProof="0" dirty="0" err="1">
                          <a:solidFill>
                            <a:srgbClr val="7030A0"/>
                          </a:solidFill>
                          <a:latin typeface="Hack" panose="020B0609030202020204"/>
                        </a:rPr>
                        <a:t>i</a:t>
                      </a:r>
                      <a:r>
                        <a:rPr lang="en-US" sz="1800" b="1" noProof="0" dirty="0">
                          <a:solidFill>
                            <a:srgbClr val="7030A0"/>
                          </a:solidFill>
                          <a:latin typeface="Hack" panose="020B0609030202020204"/>
                        </a:rPr>
                        <a:t>=52&gt;&gt;2</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13</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558041849"/>
                  </a:ext>
                </a:extLst>
              </a:tr>
              <a:tr h="362393">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Bitwise AND</a:t>
                      </a:r>
                    </a:p>
                  </a:txBody>
                  <a:tcPr/>
                </a:tc>
                <a:tc>
                  <a:txBody>
                    <a:bodyPr/>
                    <a:lstStyle/>
                    <a:p>
                      <a:r>
                        <a:rPr lang="en-US" sz="1800" b="1" noProof="0" dirty="0" err="1">
                          <a:solidFill>
                            <a:srgbClr val="7030A0"/>
                          </a:solidFill>
                          <a:latin typeface="Hack" panose="020B0609030202020204"/>
                        </a:rPr>
                        <a:t>i</a:t>
                      </a:r>
                      <a:r>
                        <a:rPr lang="en-US" sz="1800" b="1" noProof="0" dirty="0">
                          <a:solidFill>
                            <a:srgbClr val="7030A0"/>
                          </a:solidFill>
                          <a:latin typeface="Hack" panose="020B0609030202020204"/>
                        </a:rPr>
                        <a:t>=52&amp;17</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16</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662629539"/>
                  </a:ext>
                </a:extLst>
              </a:tr>
              <a:tr h="362393">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Bitwise OR</a:t>
                      </a:r>
                    </a:p>
                  </a:txBody>
                  <a:tcPr/>
                </a:tc>
                <a:tc>
                  <a:txBody>
                    <a:bodyPr/>
                    <a:lstStyle/>
                    <a:p>
                      <a:r>
                        <a:rPr lang="en-US" sz="1800" b="1" noProof="0" dirty="0" err="1">
                          <a:solidFill>
                            <a:srgbClr val="7030A0"/>
                          </a:solidFill>
                          <a:latin typeface="Hack" panose="020B0609030202020204"/>
                        </a:rPr>
                        <a:t>i</a:t>
                      </a:r>
                      <a:r>
                        <a:rPr lang="en-US" sz="1800" b="1" noProof="0" dirty="0">
                          <a:solidFill>
                            <a:srgbClr val="7030A0"/>
                          </a:solidFill>
                          <a:latin typeface="Hack" panose="020B0609030202020204"/>
                        </a:rPr>
                        <a:t>=52|17</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53</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988451065"/>
                  </a:ext>
                </a:extLst>
              </a:tr>
              <a:tr h="362393">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Bitwise exclusive OR</a:t>
                      </a:r>
                    </a:p>
                  </a:txBody>
                  <a:tcPr/>
                </a:tc>
                <a:tc>
                  <a:txBody>
                    <a:bodyPr/>
                    <a:lstStyle/>
                    <a:p>
                      <a:r>
                        <a:rPr lang="en-US" sz="1800" b="1" noProof="0" dirty="0" err="1">
                          <a:solidFill>
                            <a:srgbClr val="7030A0"/>
                          </a:solidFill>
                          <a:latin typeface="Hack" panose="020B0609030202020204"/>
                        </a:rPr>
                        <a:t>i</a:t>
                      </a:r>
                      <a:r>
                        <a:rPr lang="en-US" sz="1800" b="1" noProof="0" dirty="0">
                          <a:solidFill>
                            <a:srgbClr val="7030A0"/>
                          </a:solidFill>
                          <a:latin typeface="Hack" panose="020B0609030202020204"/>
                        </a:rPr>
                        <a:t>=52^17</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37</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597507003"/>
                  </a:ext>
                </a:extLst>
              </a:tr>
              <a:tr h="362393">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Bitwise one’s complement</a:t>
                      </a:r>
                    </a:p>
                  </a:txBody>
                  <a:tcPr/>
                </a:tc>
                <a:tc>
                  <a:txBody>
                    <a:bodyPr/>
                    <a:lstStyle/>
                    <a:p>
                      <a:r>
                        <a:rPr lang="en-US" sz="1800" b="1" noProof="0" dirty="0" err="1">
                          <a:solidFill>
                            <a:srgbClr val="7030A0"/>
                          </a:solidFill>
                          <a:latin typeface="Hack" panose="020B0609030202020204"/>
                        </a:rPr>
                        <a:t>i</a:t>
                      </a:r>
                      <a:r>
                        <a:rPr lang="en-US" sz="1800" b="1" noProof="0" dirty="0">
                          <a:solidFill>
                            <a:srgbClr val="7030A0"/>
                          </a:solidFill>
                          <a:latin typeface="Hack" panose="020B0609030202020204"/>
                        </a:rPr>
                        <a:t>=~5500</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-55001</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982889465"/>
                  </a:ext>
                </a:extLst>
              </a:tr>
            </a:tbl>
          </a:graphicData>
        </a:graphic>
      </p:graphicFrame>
    </p:spTree>
    <p:extLst>
      <p:ext uri="{BB962C8B-B14F-4D97-AF65-F5344CB8AC3E}">
        <p14:creationId xmlns:p14="http://schemas.microsoft.com/office/powerpoint/2010/main" val="395578631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D578256-1BCB-A550-1661-A8BC295866AD}"/>
              </a:ext>
            </a:extLst>
          </p:cNvPr>
          <p:cNvSpPr>
            <a:spLocks noGrp="1"/>
          </p:cNvSpPr>
          <p:nvPr>
            <p:ph type="ctrTitle"/>
          </p:nvPr>
        </p:nvSpPr>
        <p:spPr/>
        <p:txBody>
          <a:bodyPr/>
          <a:lstStyle/>
          <a:p>
            <a:r>
              <a:rPr lang="en-US" noProof="0" dirty="0"/>
              <a:t>Quotes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4211" y="1733108"/>
            <a:ext cx="11303578" cy="4348715"/>
          </a:xfrm>
        </p:spPr>
        <p:txBody>
          <a:bodyPr/>
          <a:lstStyle/>
          <a:p>
            <a:pPr marL="289957" indent="-280154">
              <a:spcBef>
                <a:spcPts val="569"/>
              </a:spcBef>
              <a:buClr>
                <a:srgbClr val="000000"/>
              </a:buClr>
              <a:buFont typeface="Arial"/>
              <a:buChar char="•"/>
              <a:tabLst>
                <a:tab pos="289957" algn="l"/>
                <a:tab pos="290473" algn="l"/>
              </a:tabLst>
            </a:pPr>
            <a:r>
              <a:rPr lang="en-US" sz="1800" spc="-20" noProof="0" dirty="0">
                <a:solidFill>
                  <a:schemeClr val="tx1"/>
                </a:solidFill>
              </a:rPr>
              <a:t>The three quote characters are </a:t>
            </a:r>
            <a:r>
              <a:rPr lang="en-US" sz="1800" spc="-20"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pc="-2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z="1800" spc="-20" noProof="0" dirty="0">
                <a:solidFill>
                  <a:srgbClr val="7030A0"/>
                </a:solidFill>
                <a:latin typeface="Hack" panose="020B0609030202020204" pitchFamily="49" charset="0"/>
                <a:ea typeface="Hack" panose="020B0609030202020204" pitchFamily="49" charset="0"/>
                <a:cs typeface="Hack" panose="020B0609030202020204" pitchFamily="49" charset="0"/>
              </a:rPr>
              <a:t>’   \</a:t>
            </a:r>
          </a:p>
          <a:p>
            <a:pPr marL="289957" indent="-280154">
              <a:spcBef>
                <a:spcPts val="569"/>
              </a:spcBef>
              <a:buClr>
                <a:srgbClr val="000000"/>
              </a:buClr>
              <a:buFont typeface="Arial"/>
              <a:buChar char="•"/>
              <a:tabLst>
                <a:tab pos="289957" algn="l"/>
                <a:tab pos="290473" algn="l"/>
              </a:tabLst>
            </a:pPr>
            <a:r>
              <a:rPr lang="en-US" sz="1800" b="1" spc="-20"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20" noProof="0" dirty="0"/>
              <a:t> </a:t>
            </a:r>
            <a:r>
              <a:rPr lang="en-US" sz="1800" spc="-20" noProof="0" dirty="0">
                <a:solidFill>
                  <a:schemeClr val="tx1"/>
                </a:solidFill>
              </a:rPr>
              <a:t>and </a:t>
            </a:r>
            <a:r>
              <a:rPr lang="en-US" sz="1800" b="1" spc="-20" noProof="0" dirty="0">
                <a:solidFill>
                  <a:srgbClr val="002060"/>
                </a:solidFill>
                <a:latin typeface="Hack" panose="020B0609030202020204" pitchFamily="49" charset="0"/>
                <a:ea typeface="Hack" panose="020B0609030202020204" pitchFamily="49" charset="0"/>
                <a:cs typeface="Hack" panose="020B0609030202020204" pitchFamily="49" charset="0"/>
              </a:rPr>
              <a:t>‘</a:t>
            </a:r>
            <a:r>
              <a:rPr lang="en-US" sz="1800" b="1" spc="-20" noProof="0" dirty="0">
                <a:solidFill>
                  <a:schemeClr val="tx1"/>
                </a:solidFill>
                <a:latin typeface="Hack" panose="020B0609030202020204" pitchFamily="49" charset="0"/>
                <a:ea typeface="Hack" panose="020B0609030202020204" pitchFamily="49" charset="0"/>
                <a:cs typeface="Hack" panose="020B0609030202020204" pitchFamily="49" charset="0"/>
              </a:rPr>
              <a:t> </a:t>
            </a:r>
            <a:r>
              <a:rPr lang="en-US" sz="1800" spc="-20" noProof="0" dirty="0">
                <a:solidFill>
                  <a:schemeClr val="tx1"/>
                </a:solidFill>
              </a:rPr>
              <a:t>are always in pairs – open quotes, close quotes.</a:t>
            </a:r>
          </a:p>
          <a:p>
            <a:pPr marL="469953" lvl="1" indent="-280154">
              <a:spcBef>
                <a:spcPts val="569"/>
              </a:spcBef>
              <a:buClr>
                <a:srgbClr val="000000"/>
              </a:buClr>
              <a:buFont typeface="Arial"/>
              <a:buChar char="•"/>
              <a:tabLst>
                <a:tab pos="289957" algn="l"/>
                <a:tab pos="290473" algn="l"/>
              </a:tabLst>
            </a:pPr>
            <a:r>
              <a:rPr lang="en-US" sz="1800" spc="-20" noProof="0" dirty="0"/>
              <a:t>What is between them is quoted.</a:t>
            </a:r>
          </a:p>
          <a:p>
            <a:pPr marL="289957" indent="-280154">
              <a:spcBef>
                <a:spcPts val="569"/>
              </a:spcBef>
              <a:buClr>
                <a:srgbClr val="000000"/>
              </a:buClr>
              <a:buFont typeface="Arial"/>
              <a:buChar char="•"/>
              <a:tabLst>
                <a:tab pos="289957" algn="l"/>
                <a:tab pos="290473" algn="l"/>
              </a:tabLst>
            </a:pPr>
            <a:r>
              <a:rPr lang="en-US" sz="1800" b="1" spc="-20" noProof="0" dirty="0">
                <a:solidFill>
                  <a:srgbClr val="002060"/>
                </a:solidFill>
                <a:latin typeface="Hack" panose="020B0609030202020204" pitchFamily="49" charset="0"/>
                <a:ea typeface="Hack" panose="020B0609030202020204" pitchFamily="49" charset="0"/>
                <a:cs typeface="Hack" panose="020B0609030202020204" pitchFamily="49" charset="0"/>
              </a:rPr>
              <a:t>‘‘</a:t>
            </a:r>
            <a:r>
              <a:rPr lang="en-US" sz="1800" spc="-20" noProof="0" dirty="0">
                <a:solidFill>
                  <a:schemeClr val="tx1"/>
                </a:solidFill>
              </a:rPr>
              <a:t> and</a:t>
            </a:r>
            <a:r>
              <a:rPr lang="en-US" sz="1800" b="1" spc="-20" noProof="0" dirty="0">
                <a:solidFill>
                  <a:schemeClr val="tx1"/>
                </a:solidFill>
                <a:ea typeface="Hack" panose="020B0609030202020204" pitchFamily="49" charset="0"/>
                <a:cs typeface="Hack" panose="020B0609030202020204" pitchFamily="49" charset="0"/>
              </a:rPr>
              <a:t> </a:t>
            </a:r>
            <a:r>
              <a:rPr lang="en-US" sz="1800" b="1" spc="-20" noProof="0" dirty="0">
                <a:solidFill>
                  <a:srgbClr val="002060"/>
                </a:solidFill>
                <a:latin typeface="Hack" panose="020B0609030202020204" pitchFamily="49" charset="0"/>
                <a:ea typeface="Hack" panose="020B0609030202020204" pitchFamily="49" charset="0"/>
                <a:cs typeface="Hack" panose="020B0609030202020204" pitchFamily="49" charset="0"/>
              </a:rPr>
              <a:t>\ </a:t>
            </a:r>
            <a:r>
              <a:rPr lang="en-US" sz="1800" spc="-20" noProof="0" dirty="0">
                <a:solidFill>
                  <a:schemeClr val="tx1"/>
                </a:solidFill>
              </a:rPr>
              <a:t>stop the shell changing special characters.</a:t>
            </a:r>
          </a:p>
          <a:p>
            <a:pPr marL="469953" lvl="1" indent="-280154">
              <a:spcBef>
                <a:spcPts val="569"/>
              </a:spcBef>
              <a:buClr>
                <a:srgbClr val="000000"/>
              </a:buClr>
              <a:buFont typeface="Arial"/>
              <a:buChar char="•"/>
              <a:tabLst>
                <a:tab pos="289957" algn="l"/>
                <a:tab pos="290473" algn="l"/>
              </a:tabLst>
            </a:pPr>
            <a:r>
              <a:rPr lang="en-US" sz="1800" spc="-20" noProof="0" dirty="0"/>
              <a:t>Like the </a:t>
            </a:r>
            <a:r>
              <a:rPr lang="en-US" sz="1800" b="1" spc="-20"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20" noProof="0" dirty="0">
                <a:latin typeface="Hack" panose="020B0609030202020204" pitchFamily="49" charset="0"/>
                <a:ea typeface="Hack" panose="020B0609030202020204" pitchFamily="49" charset="0"/>
                <a:cs typeface="Hack" panose="020B0609030202020204" pitchFamily="49" charset="0"/>
              </a:rPr>
              <a:t> </a:t>
            </a:r>
            <a:r>
              <a:rPr lang="en-US" sz="1800" spc="-20" noProof="0" dirty="0"/>
              <a:t>sign in variable and command expansion.</a:t>
            </a:r>
          </a:p>
          <a:p>
            <a:pPr marL="469953" lvl="1" indent="-280154">
              <a:spcBef>
                <a:spcPts val="569"/>
              </a:spcBef>
              <a:buClr>
                <a:srgbClr val="000000"/>
              </a:buClr>
              <a:buFont typeface="Arial"/>
              <a:buChar char="•"/>
              <a:tabLst>
                <a:tab pos="289957" algn="l"/>
                <a:tab pos="290473" algn="l"/>
              </a:tabLst>
            </a:pPr>
            <a:r>
              <a:rPr lang="en-US" sz="1800" spc="-20" noProof="0" dirty="0"/>
              <a:t>Note: The</a:t>
            </a:r>
            <a:r>
              <a:rPr lang="en-US" sz="1800" b="1" spc="-20" noProof="0" dirty="0">
                <a:solidFill>
                  <a:srgbClr val="7030A0"/>
                </a:solidFill>
                <a:ea typeface="Hack" panose="020B0609030202020204" pitchFamily="49" charset="0"/>
                <a:cs typeface="Hack" panose="020B0609030202020204" pitchFamily="49" charset="0"/>
              </a:rPr>
              <a:t> \ </a:t>
            </a:r>
            <a:r>
              <a:rPr lang="en-US" sz="1800" spc="-20" noProof="0" dirty="0"/>
              <a:t>only affects the next character.</a:t>
            </a:r>
          </a:p>
          <a:p>
            <a:pPr marL="289957" indent="-280154">
              <a:spcBef>
                <a:spcPts val="569"/>
              </a:spcBef>
              <a:buClr>
                <a:srgbClr val="000000"/>
              </a:buClr>
              <a:buFont typeface="Arial"/>
              <a:buChar char="•"/>
              <a:tabLst>
                <a:tab pos="289957" algn="l"/>
                <a:tab pos="290473" algn="l"/>
              </a:tabLst>
            </a:pPr>
            <a:r>
              <a:rPr lang="en-US" sz="1800" spc="-20" noProof="0" dirty="0">
                <a:solidFill>
                  <a:schemeClr val="tx1"/>
                </a:solidFill>
              </a:rPr>
              <a:t>Quotes are commonly used to preserve spacing.</a:t>
            </a:r>
          </a:p>
          <a:p>
            <a:endParaRPr lang="en-US" sz="1800" noProof="0" dirty="0">
              <a:solidFill>
                <a:schemeClr val="tx1"/>
              </a:solidFill>
            </a:endParaRP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26</a:t>
            </a:fld>
            <a:endParaRPr lang="en-US" noProof="0" dirty="0"/>
          </a:p>
        </p:txBody>
      </p:sp>
      <p:sp>
        <p:nvSpPr>
          <p:cNvPr id="7" name="Rectangle 3">
            <a:extLst>
              <a:ext uri="{FF2B5EF4-FFF2-40B4-BE49-F238E27FC236}">
                <a16:creationId xmlns:a16="http://schemas.microsoft.com/office/drawing/2014/main" id="{A66F8AF7-E7A3-F8D4-203D-C39E1F1EA2C8}"/>
              </a:ext>
            </a:extLst>
          </p:cNvPr>
          <p:cNvSpPr>
            <a:spLocks noChangeArrowheads="1"/>
          </p:cNvSpPr>
          <p:nvPr/>
        </p:nvSpPr>
        <p:spPr bwMode="auto">
          <a:xfrm>
            <a:off x="6625812" y="4377835"/>
            <a:ext cx="4233267" cy="115416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a:spcBef>
                <a:spcPts val="73"/>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4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sz="1600" b="1" spc="-4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Fred	Bloggs</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57"/>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Fred</a:t>
            </a:r>
            <a:r>
              <a:rPr lang="en-US" sz="1600" spc="-7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Bloggs</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45"/>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sz="1600" b="1"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'Fred	Bloggs'</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57"/>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Fred	Bloggs</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10" name="Rectangle 3">
            <a:extLst>
              <a:ext uri="{FF2B5EF4-FFF2-40B4-BE49-F238E27FC236}">
                <a16:creationId xmlns:a16="http://schemas.microsoft.com/office/drawing/2014/main" id="{3DC707CC-F40F-C1F2-6C69-BF9F974A6D8A}"/>
              </a:ext>
            </a:extLst>
          </p:cNvPr>
          <p:cNvSpPr>
            <a:spLocks noChangeArrowheads="1"/>
          </p:cNvSpPr>
          <p:nvPr/>
        </p:nvSpPr>
        <p:spPr bwMode="auto">
          <a:xfrm>
            <a:off x="6625813" y="2114265"/>
            <a:ext cx="4233267" cy="120289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0956">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b="1"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*.c $$</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0956">
              <a:spcBef>
                <a:spcPts val="61"/>
              </a:spcBef>
              <a:tabLst>
                <a:tab pos="1021556" algn="l"/>
              </a:tabLst>
            </a:pPr>
            <a:r>
              <a:rPr lang="en-US" sz="16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main.c</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temp.c</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fred.c</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 1234</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0956">
              <a:spcBef>
                <a:spcPts val="4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b="1"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'*.c $$' \'</a:t>
            </a:r>
          </a:p>
          <a:p>
            <a:pPr marL="30956">
              <a:spcBef>
                <a:spcPts val="41"/>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*.c $$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0751193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BF29E82-ABC2-95CB-52CC-0BC0F43E17FE}"/>
              </a:ext>
            </a:extLst>
          </p:cNvPr>
          <p:cNvSpPr>
            <a:spLocks noGrp="1"/>
          </p:cNvSpPr>
          <p:nvPr>
            <p:ph type="ctrTitle"/>
          </p:nvPr>
        </p:nvSpPr>
        <p:spPr/>
        <p:txBody>
          <a:bodyPr/>
          <a:lstStyle/>
          <a:p>
            <a:r>
              <a:rPr lang="en-US" noProof="0" dirty="0"/>
              <a:t>Lab</a:t>
            </a:r>
          </a:p>
        </p:txBody>
      </p:sp>
      <p:sp>
        <p:nvSpPr>
          <p:cNvPr id="6" name="Subtitle 5">
            <a:extLst>
              <a:ext uri="{FF2B5EF4-FFF2-40B4-BE49-F238E27FC236}">
                <a16:creationId xmlns:a16="http://schemas.microsoft.com/office/drawing/2014/main" id="{F39C8D80-C7D7-943E-1E74-44075AAABA31}"/>
              </a:ext>
            </a:extLst>
          </p:cNvPr>
          <p:cNvSpPr>
            <a:spLocks noGrp="1"/>
          </p:cNvSpPr>
          <p:nvPr>
            <p:ph type="subTitle" idx="1"/>
          </p:nvPr>
        </p:nvSpPr>
        <p:spPr/>
        <p:txBody>
          <a:bodyPr/>
          <a:lstStyle/>
          <a:p>
            <a:endParaRPr lang="en-US" noProof="0" dirty="0"/>
          </a:p>
        </p:txBody>
      </p:sp>
      <p:sp>
        <p:nvSpPr>
          <p:cNvPr id="4" name="Slide Number Placeholder 3">
            <a:extLst>
              <a:ext uri="{FF2B5EF4-FFF2-40B4-BE49-F238E27FC236}">
                <a16:creationId xmlns:a16="http://schemas.microsoft.com/office/drawing/2014/main" id="{C5BD53FA-DC6B-67CE-86D4-8DAC1809F59F}"/>
              </a:ext>
            </a:extLst>
          </p:cNvPr>
          <p:cNvSpPr>
            <a:spLocks noGrp="1"/>
          </p:cNvSpPr>
          <p:nvPr>
            <p:ph type="sldNum" sz="quarter" idx="4294967295"/>
          </p:nvPr>
        </p:nvSpPr>
        <p:spPr>
          <a:xfrm>
            <a:off x="9448800" y="6399213"/>
            <a:ext cx="2743200" cy="365125"/>
          </a:xfrm>
          <a:prstGeom prst="rect">
            <a:avLst/>
          </a:prstGeom>
        </p:spPr>
        <p:txBody>
          <a:bodyPr/>
          <a:lstStyle/>
          <a:p>
            <a:fld id="{F3469444-D02B-D446-9CF8-19DEDDE073D1}" type="slidenum">
              <a:rPr lang="en-US" noProof="0" smtClean="0"/>
              <a:pPr/>
              <a:t>27</a:t>
            </a:fld>
            <a:endParaRPr lang="en-US" noProof="0" dirty="0"/>
          </a:p>
        </p:txBody>
      </p:sp>
    </p:spTree>
    <p:extLst>
      <p:ext uri="{BB962C8B-B14F-4D97-AF65-F5344CB8AC3E}">
        <p14:creationId xmlns:p14="http://schemas.microsoft.com/office/powerpoint/2010/main" val="4062266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9A5E23-6065-D476-460C-1C46CF38262F}"/>
              </a:ext>
            </a:extLst>
          </p:cNvPr>
          <p:cNvSpPr>
            <a:spLocks noGrp="1"/>
          </p:cNvSpPr>
          <p:nvPr>
            <p:ph type="ctrTitle"/>
          </p:nvPr>
        </p:nvSpPr>
        <p:spPr>
          <a:xfrm>
            <a:off x="443921" y="500194"/>
            <a:ext cx="6679721" cy="858985"/>
          </a:xfrm>
        </p:spPr>
        <p:txBody>
          <a:bodyPr/>
          <a:lstStyle/>
          <a:p>
            <a:r>
              <a:rPr lang="en-US" noProof="0" dirty="0"/>
              <a:t>Practical exercise 5 – T3 and T4</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9448800" y="6399213"/>
            <a:ext cx="2743200" cy="365125"/>
          </a:xfrm>
          <a:prstGeom prst="rect">
            <a:avLst/>
          </a:prstGeom>
        </p:spPr>
        <p:txBody>
          <a:bodyPr/>
          <a:lstStyle/>
          <a:p>
            <a:fld id="{EF892D59-8F09-EF4B-AD6D-DA609442F868}" type="slidenum">
              <a:rPr lang="en-US" noProof="0" smtClean="0"/>
              <a:pPr/>
              <a:t>28</a:t>
            </a:fld>
            <a:endParaRPr lang="en-US" noProof="0" dirty="0"/>
          </a:p>
        </p:txBody>
      </p:sp>
    </p:spTree>
    <p:extLst>
      <p:ext uri="{BB962C8B-B14F-4D97-AF65-F5344CB8AC3E}">
        <p14:creationId xmlns:p14="http://schemas.microsoft.com/office/powerpoint/2010/main" val="2035267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Command completion, history, and editing</a:t>
            </a:r>
          </a:p>
        </p:txBody>
      </p:sp>
      <p:sp>
        <p:nvSpPr>
          <p:cNvPr id="2" name="Subtitle 1">
            <a:extLst>
              <a:ext uri="{FF2B5EF4-FFF2-40B4-BE49-F238E27FC236}">
                <a16:creationId xmlns:a16="http://schemas.microsoft.com/office/drawing/2014/main" id="{8722DAA9-0E98-A832-BE3C-F65236F458E2}"/>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9733316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5D214A6-BAFB-EB55-FDC4-125B63C325BE}"/>
              </a:ext>
            </a:extLst>
          </p:cNvPr>
          <p:cNvSpPr>
            <a:spLocks noGrp="1"/>
          </p:cNvSpPr>
          <p:nvPr>
            <p:ph type="ctrTitle"/>
          </p:nvPr>
        </p:nvSpPr>
        <p:spPr/>
        <p:txBody>
          <a:bodyPr/>
          <a:lstStyle/>
          <a:p>
            <a:r>
              <a:rPr lang="en-US" noProof="0" dirty="0"/>
              <a:t>Command completion</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Basic completion is done using the </a:t>
            </a:r>
            <a:r>
              <a:rPr lang="en-US" sz="1800" noProof="0" dirty="0">
                <a:solidFill>
                  <a:srgbClr val="0000C8"/>
                </a:solidFill>
              </a:rPr>
              <a:t>&lt;</a:t>
            </a:r>
            <a:r>
              <a:rPr lang="en-US" sz="1800" b="1" noProof="0" dirty="0">
                <a:solidFill>
                  <a:srgbClr val="0000C8"/>
                </a:solidFill>
              </a:rPr>
              <a:t>TAB</a:t>
            </a:r>
            <a:r>
              <a:rPr lang="en-US" sz="1800" noProof="0" dirty="0">
                <a:solidFill>
                  <a:srgbClr val="0000C8"/>
                </a:solidFill>
              </a:rPr>
              <a:t>&gt; </a:t>
            </a:r>
            <a:r>
              <a:rPr lang="en-US" sz="1800" noProof="0" dirty="0">
                <a:solidFill>
                  <a:schemeClr val="tx1"/>
                </a:solidFill>
              </a:rPr>
              <a:t>key. It’s needed twice if more than one result is to be returned.</a:t>
            </a:r>
          </a:p>
          <a:p>
            <a:pPr lvl="1"/>
            <a:r>
              <a:rPr lang="en-US" sz="1800" noProof="0" dirty="0"/>
              <a:t>How it attempts to complete is context-sensitive.  If text begins with:</a:t>
            </a:r>
          </a:p>
          <a:p>
            <a:pPr lvl="1" indent="0">
              <a:buNone/>
              <a:tabLst>
                <a:tab pos="2151063" algn="l"/>
              </a:tabLst>
            </a:pP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 </a:t>
            </a:r>
            <a:r>
              <a:rPr lang="en-US" sz="1800" b="1" noProof="0" dirty="0">
                <a:latin typeface="+mn-lt"/>
                <a:ea typeface="Hack" panose="020B0609030202020204" pitchFamily="49" charset="0"/>
                <a:cs typeface="Hack" panose="020B0609030202020204" pitchFamily="49" charset="0"/>
              </a:rPr>
              <a:t>-</a:t>
            </a:r>
            <a:r>
              <a:rPr lang="en-US" sz="1800" b="1" noProof="0" dirty="0">
                <a:solidFill>
                  <a:srgbClr val="0000C8"/>
                </a:solidFill>
                <a:latin typeface="+mn-lt"/>
                <a:ea typeface="Hack" panose="020B0609030202020204" pitchFamily="49" charset="0"/>
                <a:cs typeface="Hack" panose="020B0609030202020204" pitchFamily="49" charset="0"/>
              </a:rPr>
              <a:t> </a:t>
            </a:r>
            <a:r>
              <a:rPr lang="en-US" sz="1800" noProof="0" dirty="0"/>
              <a:t>complete with a variable name.</a:t>
            </a:r>
          </a:p>
          <a:p>
            <a:pPr lvl="1" indent="0">
              <a:buNone/>
              <a:tabLst>
                <a:tab pos="2151063" algn="l"/>
              </a:tabLst>
            </a:pP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 </a:t>
            </a:r>
            <a:r>
              <a:rPr lang="en-US" sz="1800" b="1" noProof="0" dirty="0">
                <a:latin typeface="+mn-lt"/>
                <a:ea typeface="Hack" panose="020B0609030202020204" pitchFamily="49" charset="0"/>
                <a:cs typeface="Hack" panose="020B0609030202020204" pitchFamily="49" charset="0"/>
              </a:rPr>
              <a:t>-</a:t>
            </a:r>
            <a:r>
              <a:rPr lang="en-US" sz="1800" b="1" noProof="0" dirty="0">
                <a:solidFill>
                  <a:srgbClr val="0000C8"/>
                </a:solidFill>
                <a:latin typeface="+mn-lt"/>
                <a:ea typeface="Hack" panose="020B0609030202020204" pitchFamily="49" charset="0"/>
                <a:cs typeface="Hack" panose="020B0609030202020204" pitchFamily="49" charset="0"/>
              </a:rPr>
              <a:t> </a:t>
            </a:r>
            <a:r>
              <a:rPr lang="en-US" sz="1800" noProof="0" dirty="0"/>
              <a:t>complete with a username.</a:t>
            </a:r>
          </a:p>
          <a:p>
            <a:pPr lvl="1" indent="0">
              <a:buNone/>
              <a:tabLst>
                <a:tab pos="2151063" algn="l"/>
              </a:tabLst>
            </a:pP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 </a:t>
            </a:r>
            <a:r>
              <a:rPr lang="en-US" sz="1800" b="1" noProof="0" dirty="0">
                <a:latin typeface="+mn-lt"/>
                <a:ea typeface="Hack" panose="020B0609030202020204" pitchFamily="49" charset="0"/>
                <a:cs typeface="Hack" panose="020B0609030202020204" pitchFamily="49" charset="0"/>
              </a:rPr>
              <a:t>-</a:t>
            </a:r>
            <a:r>
              <a:rPr lang="en-US" sz="1800" b="1" noProof="0" dirty="0">
                <a:solidFill>
                  <a:srgbClr val="0000C8"/>
                </a:solidFill>
                <a:latin typeface="+mn-lt"/>
                <a:ea typeface="Hack" panose="020B0609030202020204" pitchFamily="49" charset="0"/>
                <a:cs typeface="Hack" panose="020B0609030202020204" pitchFamily="49" charset="0"/>
              </a:rPr>
              <a:t> </a:t>
            </a:r>
            <a:r>
              <a:rPr lang="en-US" sz="1800" noProof="0" dirty="0"/>
              <a:t>complete with a hostname.</a:t>
            </a:r>
          </a:p>
          <a:p>
            <a:pPr lvl="1"/>
            <a:r>
              <a:rPr lang="en-US" sz="1800" noProof="0" dirty="0"/>
              <a:t>If none of the above, complete with a file name (or command).</a:t>
            </a:r>
          </a:p>
          <a:p>
            <a:pPr marL="465746" lvl="1" indent="-285750"/>
            <a:endParaRPr lang="en-US" sz="1600" noProof="0" dirty="0"/>
          </a:p>
          <a:p>
            <a:endParaRPr lang="en-US" sz="18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30</a:t>
            </a:fld>
            <a:endParaRPr lang="en-US" noProof="0" dirty="0"/>
          </a:p>
        </p:txBody>
      </p:sp>
      <p:sp>
        <p:nvSpPr>
          <p:cNvPr id="3" name="Text Box 4">
            <a:extLst>
              <a:ext uri="{FF2B5EF4-FFF2-40B4-BE49-F238E27FC236}">
                <a16:creationId xmlns:a16="http://schemas.microsoft.com/office/drawing/2014/main" id="{0BA39D56-3F63-9B62-CD80-6185356E4989}"/>
              </a:ext>
            </a:extLst>
          </p:cNvPr>
          <p:cNvSpPr txBox="1">
            <a:spLocks noChangeArrowheads="1"/>
          </p:cNvSpPr>
          <p:nvPr/>
        </p:nvSpPr>
        <p:spPr bwMode="auto">
          <a:xfrm>
            <a:off x="1458980" y="3737877"/>
            <a:ext cx="7076470" cy="964367"/>
          </a:xfrm>
          <a:prstGeom prst="rect">
            <a:avLst/>
          </a:prstGeom>
          <a:solidFill>
            <a:schemeClr val="tx1"/>
          </a:solidFill>
          <a:ln w="12700" algn="ctr">
            <a:solidFill>
              <a:srgbClr val="000000"/>
            </a:solidFill>
            <a:miter lim="800000"/>
            <a:headEnd/>
            <a:tailEnd/>
          </a:ln>
          <a:effectLst>
            <a:outerShdw dist="107763" dir="2700000" algn="ctr" rotWithShape="0">
              <a:schemeClr val="bg2"/>
            </a:outerShdw>
          </a:effectLst>
        </p:spPr>
        <p:txBody>
          <a:bodyPr wrap="square" lIns="95250" tIns="50800" rIns="95250" bIns="50800">
            <a:spAutoFit/>
          </a:bodyPr>
          <a:lstStyle>
            <a:defPPr>
              <a:defRPr lang="en-GB"/>
            </a:defPPr>
            <a:lvl1pPr defTabSz="720725">
              <a:lnSpc>
                <a:spcPct val="80000"/>
              </a:lnSpc>
              <a:tabLst>
                <a:tab pos="1431925" algn="l"/>
                <a:tab pos="3489325" algn="l"/>
                <a:tab pos="7050088" algn="r"/>
              </a:tabLst>
              <a:defRPr sz="2000">
                <a:latin typeface="Courier New" pitchFamily="49" charset="0"/>
              </a:defRPr>
            </a:lvl1pPr>
          </a:lstStyle>
          <a:p>
            <a:pPr>
              <a:lnSpc>
                <a:spcPct val="100000"/>
              </a:lnSpc>
            </a:pPr>
            <a:r>
              <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noProof="0" dirty="0" err="1">
                <a:solidFill>
                  <a:schemeClr val="bg1"/>
                </a:solidFill>
                <a:latin typeface="Hack" panose="020B0609030202020204" pitchFamily="49" charset="0"/>
                <a:ea typeface="Hack" panose="020B0609030202020204" pitchFamily="49" charset="0"/>
                <a:cs typeface="Hack" panose="020B0609030202020204" pitchFamily="49" charset="0"/>
              </a:rPr>
              <a:t>dif</a:t>
            </a: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&lt;TAB&gt;f&lt;TAB&gt;</a:t>
            </a:r>
          </a:p>
          <a:p>
            <a:pPr>
              <a:lnSpc>
                <a:spcPct val="10000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diff       diff3      diff-jars  </a:t>
            </a:r>
            <a:r>
              <a:rPr lang="en-US" sz="1400" noProof="0" dirty="0" err="1">
                <a:solidFill>
                  <a:schemeClr val="bg1"/>
                </a:solidFill>
                <a:latin typeface="Hack" panose="020B0609030202020204" pitchFamily="49" charset="0"/>
                <a:ea typeface="Hack" panose="020B0609030202020204" pitchFamily="49" charset="0"/>
                <a:cs typeface="Hack" panose="020B0609030202020204" pitchFamily="49" charset="0"/>
              </a:rPr>
              <a:t>diffpp</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noProof="0" dirty="0" err="1">
                <a:solidFill>
                  <a:schemeClr val="bg1"/>
                </a:solidFill>
                <a:latin typeface="Hack" panose="020B0609030202020204" pitchFamily="49" charset="0"/>
                <a:ea typeface="Hack" panose="020B0609030202020204" pitchFamily="49" charset="0"/>
                <a:cs typeface="Hack" panose="020B0609030202020204" pitchFamily="49" charset="0"/>
              </a:rPr>
              <a:t>diffstat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p>
          <a:p>
            <a:pPr>
              <a:lnSpc>
                <a:spcPct val="100000"/>
              </a:lnSpc>
            </a:pPr>
            <a:r>
              <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diff &lt;TAB&gt;&lt;TAB&gt;</a:t>
            </a:r>
          </a:p>
          <a:p>
            <a:pPr>
              <a:lnSpc>
                <a:spcPct val="10000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fortunes   solutions/	notes/          This is a file  </a:t>
            </a:r>
          </a:p>
        </p:txBody>
      </p:sp>
      <p:sp>
        <p:nvSpPr>
          <p:cNvPr id="4" name="Text Box 4">
            <a:extLst>
              <a:ext uri="{FF2B5EF4-FFF2-40B4-BE49-F238E27FC236}">
                <a16:creationId xmlns:a16="http://schemas.microsoft.com/office/drawing/2014/main" id="{CD50E466-00F2-E693-5311-E71B1AA7D0F8}"/>
              </a:ext>
            </a:extLst>
          </p:cNvPr>
          <p:cNvSpPr txBox="1">
            <a:spLocks noChangeArrowheads="1"/>
          </p:cNvSpPr>
          <p:nvPr/>
        </p:nvSpPr>
        <p:spPr bwMode="auto">
          <a:xfrm>
            <a:off x="1458980" y="4902013"/>
            <a:ext cx="7076470" cy="1179810"/>
          </a:xfrm>
          <a:prstGeom prst="rect">
            <a:avLst/>
          </a:prstGeom>
          <a:solidFill>
            <a:schemeClr val="tx1"/>
          </a:solidFill>
          <a:ln w="12700" algn="ctr">
            <a:solidFill>
              <a:srgbClr val="000000"/>
            </a:solidFill>
            <a:miter lim="800000"/>
            <a:headEnd/>
            <a:tailEnd/>
          </a:ln>
          <a:effectLst>
            <a:outerShdw dist="107763" dir="2700000" algn="ctr" rotWithShape="0">
              <a:schemeClr val="bg2"/>
            </a:outerShdw>
          </a:effectLst>
        </p:spPr>
        <p:txBody>
          <a:bodyPr wrap="square" lIns="95250" tIns="50800" rIns="95250" bIns="50800">
            <a:spAutoFit/>
          </a:bodyPr>
          <a:lstStyle>
            <a:defPPr>
              <a:defRPr lang="en-GB"/>
            </a:defPPr>
            <a:lvl1pPr defTabSz="720725">
              <a:lnSpc>
                <a:spcPct val="80000"/>
              </a:lnSpc>
              <a:tabLst>
                <a:tab pos="1431925" algn="l"/>
                <a:tab pos="3489325" algn="l"/>
                <a:tab pos="7050088" algn="r"/>
              </a:tabLst>
              <a:defRPr sz="2000">
                <a:latin typeface="Courier New" pitchFamily="49" charset="0"/>
              </a:defRPr>
            </a:lvl1pPr>
          </a:lstStyle>
          <a:p>
            <a:pPr>
              <a:lnSpc>
                <a:spcPct val="100000"/>
              </a:lnSpc>
            </a:pPr>
            <a:r>
              <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echo $BASH&lt;TAB&gt;&lt;TAB&gt;</a:t>
            </a:r>
          </a:p>
          <a:p>
            <a:pPr>
              <a:lnSpc>
                <a:spcPct val="10000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$BASH_VERSINFO  </a:t>
            </a:r>
          </a:p>
          <a:p>
            <a:pPr>
              <a:lnSpc>
                <a:spcPct val="10000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$BASH_VERSION   </a:t>
            </a:r>
          </a:p>
          <a:p>
            <a:pPr>
              <a:lnSpc>
                <a:spcPct val="100000"/>
              </a:lnSpc>
            </a:pPr>
            <a:r>
              <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mail </a:t>
            </a:r>
            <a:r>
              <a:rPr lang="en-US" sz="1400" b="1" noProof="0" dirty="0" err="1">
                <a:solidFill>
                  <a:schemeClr val="bg1"/>
                </a:solidFill>
                <a:latin typeface="Hack" panose="020B0609030202020204" pitchFamily="49" charset="0"/>
                <a:ea typeface="Hack" panose="020B0609030202020204" pitchFamily="49" charset="0"/>
                <a:cs typeface="Hack" panose="020B0609030202020204" pitchFamily="49" charset="0"/>
              </a:rPr>
              <a:t>qa@b</a:t>
            </a: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&lt;TAB&gt;&lt;TAB&gt;</a:t>
            </a:r>
          </a:p>
          <a:p>
            <a:pPr>
              <a:lnSpc>
                <a:spcPct val="10000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@ubuntu     @rocky    […]</a:t>
            </a:r>
          </a:p>
        </p:txBody>
      </p:sp>
    </p:spTree>
    <p:extLst>
      <p:ext uri="{BB962C8B-B14F-4D97-AF65-F5344CB8AC3E}">
        <p14:creationId xmlns:p14="http://schemas.microsoft.com/office/powerpoint/2010/main" val="41725846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4BEE55-75F6-4653-4009-A6EE9DD32181}"/>
              </a:ext>
            </a:extLst>
          </p:cNvPr>
          <p:cNvSpPr>
            <a:spLocks noGrp="1"/>
          </p:cNvSpPr>
          <p:nvPr>
            <p:ph type="ctrTitle"/>
          </p:nvPr>
        </p:nvSpPr>
        <p:spPr/>
        <p:txBody>
          <a:bodyPr/>
          <a:lstStyle/>
          <a:p>
            <a:r>
              <a:rPr lang="en-US" noProof="0" dirty="0"/>
              <a:t>Command history</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cs typeface="Segoe UI"/>
              </a:rPr>
              <a:t>The shells</a:t>
            </a:r>
            <a:r>
              <a:rPr lang="en-US" sz="1800" spc="8" noProof="0" dirty="0">
                <a:solidFill>
                  <a:srgbClr val="2D2C2C"/>
                </a:solidFill>
                <a:cs typeface="Segoe UI"/>
              </a:rPr>
              <a:t> </a:t>
            </a:r>
            <a:r>
              <a:rPr lang="en-US" sz="1800" spc="-8" noProof="0" dirty="0">
                <a:solidFill>
                  <a:srgbClr val="2D2C2C"/>
                </a:solidFill>
                <a:cs typeface="Segoe UI"/>
              </a:rPr>
              <a:t>save</a:t>
            </a:r>
            <a:r>
              <a:rPr lang="en-US" sz="1800" spc="8" noProof="0" dirty="0">
                <a:solidFill>
                  <a:srgbClr val="2D2C2C"/>
                </a:solidFill>
                <a:cs typeface="Segoe UI"/>
              </a:rPr>
              <a:t> </a:t>
            </a:r>
            <a:r>
              <a:rPr lang="en-US" sz="1800" spc="-4" noProof="0" dirty="0">
                <a:solidFill>
                  <a:srgbClr val="2D2C2C"/>
                </a:solidFill>
                <a:cs typeface="Segoe UI"/>
              </a:rPr>
              <a:t>your </a:t>
            </a:r>
            <a:r>
              <a:rPr lang="en-US" sz="1800" spc="-8" noProof="0" dirty="0">
                <a:solidFill>
                  <a:srgbClr val="2D2C2C"/>
                </a:solidFill>
                <a:cs typeface="Segoe UI"/>
              </a:rPr>
              <a:t>commands</a:t>
            </a:r>
            <a:r>
              <a:rPr lang="en-US" sz="1800" spc="61" noProof="0" dirty="0">
                <a:solidFill>
                  <a:srgbClr val="2D2C2C"/>
                </a:solidFill>
                <a:cs typeface="Segoe UI"/>
              </a:rPr>
              <a:t> </a:t>
            </a:r>
            <a:r>
              <a:rPr lang="en-US" sz="1800" spc="-8" noProof="0" dirty="0">
                <a:solidFill>
                  <a:srgbClr val="2D2C2C"/>
                </a:solidFill>
                <a:cs typeface="Segoe UI"/>
              </a:rPr>
              <a:t>in </a:t>
            </a:r>
            <a:r>
              <a:rPr lang="en-US" sz="1800" noProof="0" dirty="0">
                <a:solidFill>
                  <a:srgbClr val="2D2C2C"/>
                </a:solidFill>
                <a:cs typeface="Segoe UI"/>
              </a:rPr>
              <a:t>memory.</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cs typeface="Segoe UI"/>
              </a:rPr>
              <a:t>Use</a:t>
            </a:r>
            <a:r>
              <a:rPr lang="en-US" sz="1800" spc="-16"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history</a:t>
            </a:r>
            <a:r>
              <a:rPr lang="en-US" sz="1800" b="1" spc="4" noProof="0" dirty="0">
                <a:solidFill>
                  <a:srgbClr val="0000C7"/>
                </a:solidFill>
                <a:cs typeface="Segoe UI"/>
              </a:rPr>
              <a:t> </a:t>
            </a:r>
            <a:r>
              <a:rPr lang="en-US" sz="1800" spc="-16" noProof="0" dirty="0">
                <a:solidFill>
                  <a:srgbClr val="2D2C2C"/>
                </a:solidFill>
                <a:cs typeface="Segoe UI"/>
              </a:rPr>
              <a:t>or </a:t>
            </a:r>
            <a:r>
              <a:rPr lang="en-US" sz="1800" b="1" spc="-16" noProof="0" dirty="0">
                <a:solidFill>
                  <a:srgbClr val="7030A0"/>
                </a:solidFill>
                <a:latin typeface="Hack" panose="020B0609030202020204" pitchFamily="49" charset="0"/>
                <a:ea typeface="Hack" panose="020B0609030202020204" pitchFamily="49" charset="0"/>
                <a:cs typeface="Hack" panose="020B0609030202020204" pitchFamily="49" charset="0"/>
              </a:rPr>
              <a:t>fc –l </a:t>
            </a:r>
            <a:r>
              <a:rPr lang="en-US" sz="1800" spc="-16" noProof="0" dirty="0">
                <a:solidFill>
                  <a:srgbClr val="2D2C2C"/>
                </a:solidFill>
                <a:cs typeface="Segoe UI"/>
              </a:rPr>
              <a:t>to</a:t>
            </a:r>
            <a:r>
              <a:rPr lang="en-US" sz="1800" noProof="0" dirty="0">
                <a:solidFill>
                  <a:srgbClr val="2D2C2C"/>
                </a:solidFill>
                <a:cs typeface="Segoe UI"/>
              </a:rPr>
              <a:t> </a:t>
            </a:r>
            <a:r>
              <a:rPr lang="en-US" sz="1800" spc="-12" noProof="0" dirty="0">
                <a:solidFill>
                  <a:srgbClr val="2D2C2C"/>
                </a:solidFill>
                <a:cs typeface="Segoe UI"/>
              </a:rPr>
              <a:t>see</a:t>
            </a:r>
            <a:r>
              <a:rPr lang="en-US" sz="1800" spc="20" noProof="0" dirty="0">
                <a:solidFill>
                  <a:srgbClr val="2D2C2C"/>
                </a:solidFill>
                <a:cs typeface="Segoe UI"/>
              </a:rPr>
              <a:t> </a:t>
            </a:r>
            <a:r>
              <a:rPr lang="en-US" sz="1800" spc="-8" noProof="0" dirty="0">
                <a:solidFill>
                  <a:srgbClr val="2D2C2C"/>
                </a:solidFill>
                <a:cs typeface="Segoe UI"/>
              </a:rPr>
              <a:t>previous</a:t>
            </a:r>
            <a:r>
              <a:rPr lang="en-US" sz="1800" spc="33" noProof="0" dirty="0">
                <a:solidFill>
                  <a:srgbClr val="2D2C2C"/>
                </a:solidFill>
                <a:cs typeface="Segoe UI"/>
              </a:rPr>
              <a:t> </a:t>
            </a:r>
            <a:r>
              <a:rPr lang="en-US" sz="1800" spc="-8" noProof="0" dirty="0">
                <a:solidFill>
                  <a:srgbClr val="2D2C2C"/>
                </a:solidFill>
                <a:cs typeface="Segoe UI"/>
              </a:rPr>
              <a:t>commands.</a:t>
            </a:r>
            <a:endParaRPr lang="en-US" sz="1800" noProof="0" dirty="0">
              <a:cs typeface="Segoe UI"/>
            </a:endParaRPr>
          </a:p>
          <a:p>
            <a:pPr marL="289957" indent="-280154">
              <a:spcBef>
                <a:spcPts val="975"/>
              </a:spcBef>
              <a:buClr>
                <a:srgbClr val="000000"/>
              </a:buClr>
              <a:buFont typeface="Arial"/>
              <a:buChar char="•"/>
              <a:tabLst>
                <a:tab pos="289957" algn="l"/>
                <a:tab pos="290473" algn="l"/>
              </a:tabLst>
            </a:pPr>
            <a:r>
              <a:rPr lang="en-US" sz="1800" spc="-12" noProof="0" dirty="0">
                <a:solidFill>
                  <a:srgbClr val="2D2C2C"/>
                </a:solidFill>
                <a:cs typeface="Segoe UI"/>
              </a:rPr>
              <a:t>At</a:t>
            </a:r>
            <a:r>
              <a:rPr lang="en-US" sz="1800" spc="-24" noProof="0" dirty="0">
                <a:solidFill>
                  <a:srgbClr val="2D2C2C"/>
                </a:solidFill>
                <a:cs typeface="Segoe UI"/>
              </a:rPr>
              <a:t> </a:t>
            </a:r>
            <a:r>
              <a:rPr lang="en-US" sz="1800" spc="-4" noProof="0" dirty="0">
                <a:solidFill>
                  <a:srgbClr val="2D2C2C"/>
                </a:solidFill>
                <a:cs typeface="Segoe UI"/>
              </a:rPr>
              <a:t>logout, </a:t>
            </a:r>
            <a:r>
              <a:rPr lang="en-US" sz="1800" spc="-8" noProof="0" dirty="0">
                <a:solidFill>
                  <a:srgbClr val="2D2C2C"/>
                </a:solidFill>
                <a:cs typeface="Segoe UI"/>
              </a:rPr>
              <a:t>shells</a:t>
            </a:r>
            <a:r>
              <a:rPr lang="en-US" sz="1800" spc="57" noProof="0" dirty="0">
                <a:solidFill>
                  <a:srgbClr val="2D2C2C"/>
                </a:solidFill>
                <a:cs typeface="Segoe UI"/>
              </a:rPr>
              <a:t> </a:t>
            </a:r>
            <a:r>
              <a:rPr lang="en-US" sz="1800" spc="-8" noProof="0" dirty="0">
                <a:solidFill>
                  <a:srgbClr val="2D2C2C"/>
                </a:solidFill>
                <a:cs typeface="Segoe UI"/>
              </a:rPr>
              <a:t>save</a:t>
            </a:r>
            <a:r>
              <a:rPr lang="en-US" sz="1800" spc="16" noProof="0" dirty="0">
                <a:solidFill>
                  <a:srgbClr val="2D2C2C"/>
                </a:solidFill>
                <a:cs typeface="Segoe UI"/>
              </a:rPr>
              <a:t> </a:t>
            </a:r>
            <a:r>
              <a:rPr lang="en-US" sz="1800" spc="-8" noProof="0" dirty="0">
                <a:solidFill>
                  <a:srgbClr val="2D2C2C"/>
                </a:solidFill>
                <a:cs typeface="Segoe UI"/>
              </a:rPr>
              <a:t>user</a:t>
            </a:r>
            <a:r>
              <a:rPr lang="en-US" sz="1800" spc="41" noProof="0" dirty="0">
                <a:solidFill>
                  <a:srgbClr val="2D2C2C"/>
                </a:solidFill>
                <a:cs typeface="Segoe UI"/>
              </a:rPr>
              <a:t> </a:t>
            </a:r>
            <a:r>
              <a:rPr lang="en-US" sz="1800" spc="-8" noProof="0" dirty="0">
                <a:solidFill>
                  <a:srgbClr val="2D2C2C"/>
                </a:solidFill>
                <a:cs typeface="Segoe UI"/>
              </a:rPr>
              <a:t>commands</a:t>
            </a:r>
            <a:r>
              <a:rPr lang="en-US" sz="1800" spc="53" noProof="0" dirty="0">
                <a:solidFill>
                  <a:srgbClr val="2D2C2C"/>
                </a:solidFill>
                <a:cs typeface="Segoe UI"/>
              </a:rPr>
              <a:t> </a:t>
            </a:r>
            <a:r>
              <a:rPr lang="en-US" sz="1800" spc="-8" noProof="0" dirty="0">
                <a:solidFill>
                  <a:srgbClr val="2D2C2C"/>
                </a:solidFill>
                <a:cs typeface="Segoe UI"/>
              </a:rPr>
              <a:t>in</a:t>
            </a:r>
            <a:r>
              <a:rPr lang="en-US" sz="1800" spc="-4" noProof="0" dirty="0">
                <a:solidFill>
                  <a:srgbClr val="2D2C2C"/>
                </a:solidFill>
                <a:cs typeface="Segoe UI"/>
              </a:rPr>
              <a:t> a </a:t>
            </a:r>
            <a:r>
              <a:rPr lang="en-US" sz="1800" noProof="0" dirty="0">
                <a:solidFill>
                  <a:srgbClr val="2D2C2C"/>
                </a:solidFill>
                <a:cs typeface="Segoe UI"/>
              </a:rPr>
              <a:t>history</a:t>
            </a:r>
            <a:r>
              <a:rPr lang="en-US" sz="1800" spc="33" noProof="0" dirty="0">
                <a:solidFill>
                  <a:srgbClr val="2D2C2C"/>
                </a:solidFill>
                <a:cs typeface="Segoe UI"/>
              </a:rPr>
              <a:t> </a:t>
            </a:r>
            <a:r>
              <a:rPr lang="en-US" sz="1800" spc="-4" noProof="0" dirty="0">
                <a:solidFill>
                  <a:srgbClr val="2D2C2C"/>
                </a:solidFill>
                <a:cs typeface="Segoe UI"/>
              </a:rPr>
              <a:t>file.</a:t>
            </a:r>
            <a:endParaRPr lang="en-US" sz="1800" noProof="0" dirty="0">
              <a:cs typeface="Segoe UI"/>
            </a:endParaRPr>
          </a:p>
          <a:p>
            <a:pPr marL="518001" lvl="1" indent="-233204">
              <a:spcBef>
                <a:spcPts val="492"/>
              </a:spcBef>
              <a:buClr>
                <a:srgbClr val="000000"/>
              </a:buClr>
              <a:buFont typeface="Arial"/>
              <a:buChar char="•"/>
              <a:tabLst>
                <a:tab pos="517485" algn="l"/>
                <a:tab pos="518001" algn="l"/>
              </a:tabLst>
            </a:pPr>
            <a:r>
              <a:rPr lang="en-US" sz="1800" spc="-4" noProof="0" dirty="0">
                <a:solidFill>
                  <a:srgbClr val="2D2C2C"/>
                </a:solidFill>
                <a:cs typeface="Segoe UI"/>
              </a:rPr>
              <a:t>By</a:t>
            </a:r>
            <a:r>
              <a:rPr lang="en-US" sz="1800" spc="-28" noProof="0" dirty="0">
                <a:solidFill>
                  <a:srgbClr val="2D2C2C"/>
                </a:solidFill>
                <a:cs typeface="Segoe UI"/>
              </a:rPr>
              <a:t> </a:t>
            </a:r>
            <a:r>
              <a:rPr lang="en-US" sz="1800" spc="-8" noProof="0" dirty="0">
                <a:solidFill>
                  <a:srgbClr val="2D2C2C"/>
                </a:solidFill>
                <a:cs typeface="Segoe UI"/>
              </a:rPr>
              <a:t>default:</a:t>
            </a:r>
            <a:r>
              <a:rPr lang="en-US" sz="1800" spc="28"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bash_history</a:t>
            </a:r>
            <a:endParaRPr lang="en-US" sz="1800" noProof="0" dirty="0">
              <a:latin typeface="Hack" panose="020B0609030202020204" pitchFamily="49" charset="0"/>
              <a:ea typeface="Hack" panose="020B0609030202020204" pitchFamily="49" charset="0"/>
              <a:cs typeface="Hack" panose="020B0609030202020204" pitchFamily="49" charset="0"/>
            </a:endParaRPr>
          </a:p>
          <a:p>
            <a:pPr marL="60801" indent="-233204">
              <a:spcBef>
                <a:spcPts val="488"/>
              </a:spcBef>
              <a:buClr>
                <a:srgbClr val="000000"/>
              </a:buClr>
              <a:buFont typeface="Arial"/>
              <a:buChar char="•"/>
              <a:tabLst>
                <a:tab pos="517485" algn="l"/>
                <a:tab pos="518001" algn="l"/>
              </a:tabLst>
            </a:pPr>
            <a:r>
              <a:rPr lang="en-US" spc="-8" noProof="0" dirty="0">
                <a:solidFill>
                  <a:srgbClr val="2D2C2C"/>
                </a:solidFill>
                <a:cs typeface="Segoe UI"/>
              </a:rPr>
              <a:t>Commands</a:t>
            </a:r>
            <a:r>
              <a:rPr lang="en-US" spc="28" noProof="0" dirty="0">
                <a:solidFill>
                  <a:srgbClr val="2D2C2C"/>
                </a:solidFill>
                <a:cs typeface="Segoe UI"/>
              </a:rPr>
              <a:t> </a:t>
            </a:r>
            <a:r>
              <a:rPr lang="en-US" spc="-8" noProof="0" dirty="0">
                <a:solidFill>
                  <a:srgbClr val="2D2C2C"/>
                </a:solidFill>
                <a:cs typeface="Segoe UI"/>
              </a:rPr>
              <a:t>can</a:t>
            </a:r>
            <a:r>
              <a:rPr lang="en-US" spc="16" noProof="0" dirty="0">
                <a:solidFill>
                  <a:srgbClr val="2D2C2C"/>
                </a:solidFill>
                <a:cs typeface="Segoe UI"/>
              </a:rPr>
              <a:t> </a:t>
            </a:r>
            <a:r>
              <a:rPr lang="en-US" spc="-4" noProof="0" dirty="0">
                <a:solidFill>
                  <a:srgbClr val="2D2C2C"/>
                </a:solidFill>
                <a:cs typeface="Segoe UI"/>
              </a:rPr>
              <a:t>be</a:t>
            </a:r>
            <a:r>
              <a:rPr lang="en-US" spc="12" noProof="0" dirty="0">
                <a:solidFill>
                  <a:srgbClr val="2D2C2C"/>
                </a:solidFill>
                <a:cs typeface="Segoe UI"/>
              </a:rPr>
              <a:t> </a:t>
            </a:r>
            <a:r>
              <a:rPr lang="en-US" spc="-12" noProof="0" dirty="0">
                <a:solidFill>
                  <a:srgbClr val="2D2C2C"/>
                </a:solidFill>
                <a:cs typeface="Segoe UI"/>
              </a:rPr>
              <a:t>recalled,</a:t>
            </a:r>
            <a:r>
              <a:rPr lang="en-US" spc="61" noProof="0" dirty="0">
                <a:solidFill>
                  <a:srgbClr val="2D2C2C"/>
                </a:solidFill>
                <a:cs typeface="Segoe UI"/>
              </a:rPr>
              <a:t> </a:t>
            </a:r>
            <a:r>
              <a:rPr lang="en-US" spc="-12" noProof="0" dirty="0">
                <a:solidFill>
                  <a:srgbClr val="2D2C2C"/>
                </a:solidFill>
                <a:cs typeface="Segoe UI"/>
              </a:rPr>
              <a:t>edited,</a:t>
            </a:r>
            <a:r>
              <a:rPr lang="en-US" spc="41" noProof="0" dirty="0">
                <a:solidFill>
                  <a:srgbClr val="2D2C2C"/>
                </a:solidFill>
                <a:cs typeface="Segoe UI"/>
              </a:rPr>
              <a:t> </a:t>
            </a:r>
            <a:r>
              <a:rPr lang="en-US" spc="-4" noProof="0" dirty="0">
                <a:solidFill>
                  <a:srgbClr val="2D2C2C"/>
                </a:solidFill>
                <a:cs typeface="Segoe UI"/>
              </a:rPr>
              <a:t>and</a:t>
            </a:r>
            <a:r>
              <a:rPr lang="en-US" spc="12" noProof="0" dirty="0">
                <a:solidFill>
                  <a:srgbClr val="2D2C2C"/>
                </a:solidFill>
                <a:cs typeface="Segoe UI"/>
              </a:rPr>
              <a:t> </a:t>
            </a:r>
            <a:r>
              <a:rPr lang="en-US" spc="-4" noProof="0" dirty="0">
                <a:solidFill>
                  <a:srgbClr val="2D2C2C"/>
                </a:solidFill>
                <a:cs typeface="Segoe UI"/>
              </a:rPr>
              <a:t>run</a:t>
            </a:r>
            <a:r>
              <a:rPr lang="en-US" spc="24" noProof="0" dirty="0">
                <a:solidFill>
                  <a:srgbClr val="2D2C2C"/>
                </a:solidFill>
                <a:cs typeface="Segoe UI"/>
              </a:rPr>
              <a:t> </a:t>
            </a:r>
            <a:r>
              <a:rPr lang="en-US" spc="-8" noProof="0" dirty="0">
                <a:solidFill>
                  <a:srgbClr val="2D2C2C"/>
                </a:solidFill>
                <a:cs typeface="Segoe UI"/>
              </a:rPr>
              <a:t>again.</a:t>
            </a:r>
            <a:endParaRPr lang="en-US" noProof="0" dirty="0">
              <a:cs typeface="Segoe UI"/>
            </a:endParaRPr>
          </a:p>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cs typeface="Segoe UI"/>
              </a:rPr>
              <a:t>Several</a:t>
            </a:r>
            <a:r>
              <a:rPr lang="en-US" sz="1800" spc="8" noProof="0" dirty="0">
                <a:solidFill>
                  <a:srgbClr val="2D2C2C"/>
                </a:solidFill>
                <a:cs typeface="Segoe UI"/>
              </a:rPr>
              <a:t> </a:t>
            </a:r>
            <a:r>
              <a:rPr lang="en-US" sz="1800" spc="-8" noProof="0" dirty="0">
                <a:solidFill>
                  <a:srgbClr val="2D2C2C"/>
                </a:solidFill>
                <a:cs typeface="Segoe UI"/>
              </a:rPr>
              <a:t>ways</a:t>
            </a:r>
            <a:r>
              <a:rPr lang="en-US" sz="1800" spc="12" noProof="0" dirty="0">
                <a:solidFill>
                  <a:srgbClr val="2D2C2C"/>
                </a:solidFill>
                <a:cs typeface="Segoe UI"/>
              </a:rPr>
              <a:t> </a:t>
            </a:r>
            <a:r>
              <a:rPr lang="en-US" sz="1800" spc="-16" noProof="0" dirty="0">
                <a:solidFill>
                  <a:srgbClr val="2D2C2C"/>
                </a:solidFill>
                <a:cs typeface="Segoe UI"/>
              </a:rPr>
              <a:t>to</a:t>
            </a:r>
            <a:r>
              <a:rPr lang="en-US" sz="1800" noProof="0" dirty="0">
                <a:solidFill>
                  <a:srgbClr val="2D2C2C"/>
                </a:solidFill>
                <a:cs typeface="Segoe UI"/>
              </a:rPr>
              <a:t> </a:t>
            </a:r>
            <a:r>
              <a:rPr lang="en-US" sz="1800" spc="-12" noProof="0" dirty="0">
                <a:solidFill>
                  <a:srgbClr val="2D2C2C"/>
                </a:solidFill>
                <a:cs typeface="Segoe UI"/>
              </a:rPr>
              <a:t>recall</a:t>
            </a:r>
            <a:r>
              <a:rPr lang="en-US" sz="1800" spc="33" noProof="0" dirty="0">
                <a:solidFill>
                  <a:srgbClr val="2D2C2C"/>
                </a:solidFill>
                <a:cs typeface="Segoe UI"/>
              </a:rPr>
              <a:t> </a:t>
            </a:r>
            <a:r>
              <a:rPr lang="en-US" sz="1800" spc="-8" noProof="0" dirty="0">
                <a:solidFill>
                  <a:srgbClr val="2D2C2C"/>
                </a:solidFill>
                <a:cs typeface="Segoe UI"/>
              </a:rPr>
              <a:t>and</a:t>
            </a:r>
            <a:r>
              <a:rPr lang="en-US" sz="1800" spc="20" noProof="0" dirty="0">
                <a:solidFill>
                  <a:srgbClr val="2D2C2C"/>
                </a:solidFill>
                <a:cs typeface="Segoe UI"/>
              </a:rPr>
              <a:t> </a:t>
            </a:r>
            <a:r>
              <a:rPr lang="en-US" sz="1800" spc="-8" noProof="0" dirty="0">
                <a:solidFill>
                  <a:srgbClr val="2D2C2C"/>
                </a:solidFill>
                <a:cs typeface="Segoe UI"/>
              </a:rPr>
              <a:t>edit</a:t>
            </a:r>
            <a:r>
              <a:rPr lang="en-US" sz="1800" spc="16" noProof="0" dirty="0">
                <a:solidFill>
                  <a:srgbClr val="2D2C2C"/>
                </a:solidFill>
                <a:cs typeface="Segoe UI"/>
              </a:rPr>
              <a:t> </a:t>
            </a:r>
            <a:r>
              <a:rPr lang="en-US" sz="1800" spc="-8" noProof="0" dirty="0">
                <a:solidFill>
                  <a:srgbClr val="2D2C2C"/>
                </a:solidFill>
                <a:cs typeface="Segoe UI"/>
              </a:rPr>
              <a:t>commands:</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The</a:t>
            </a:r>
            <a:r>
              <a:rPr lang="en-US" sz="1800" spc="4"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fc</a:t>
            </a:r>
            <a:r>
              <a:rPr lang="en-US" sz="1800" b="1" spc="-8" noProof="0" dirty="0">
                <a:solidFill>
                  <a:srgbClr val="0000C7"/>
                </a:solidFill>
                <a:cs typeface="Segoe UI"/>
              </a:rPr>
              <a:t> </a:t>
            </a:r>
            <a:r>
              <a:rPr lang="en-US" sz="1800" spc="-12" noProof="0" dirty="0">
                <a:solidFill>
                  <a:srgbClr val="2D2C2C"/>
                </a:solidFill>
                <a:cs typeface="Segoe UI"/>
              </a:rPr>
              <a:t>command</a:t>
            </a:r>
            <a:r>
              <a:rPr lang="en-US" sz="1800" spc="24" noProof="0" dirty="0">
                <a:solidFill>
                  <a:srgbClr val="2D2C2C"/>
                </a:solidFill>
                <a:cs typeface="Segoe UI"/>
              </a:rPr>
              <a:t> from </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ksh</a:t>
            </a:r>
            <a:endParaRPr lang="en-US" sz="1800" noProof="0" dirty="0">
              <a:latin typeface="Hack" panose="020B0609030202020204" pitchFamily="49" charset="0"/>
              <a:ea typeface="Hack" panose="020B0609030202020204" pitchFamily="49" charset="0"/>
              <a:cs typeface="Hack" panose="020B0609030202020204" pitchFamily="49" charset="0"/>
            </a:endParaRPr>
          </a:p>
          <a:p>
            <a:pPr marL="518001" lvl="1" indent="-233204">
              <a:spcBef>
                <a:spcPts val="492"/>
              </a:spcBef>
              <a:buClr>
                <a:srgbClr val="000000"/>
              </a:buClr>
              <a:buFont typeface="Arial"/>
              <a:buChar char="•"/>
              <a:tabLst>
                <a:tab pos="517485" algn="l"/>
                <a:tab pos="518001" algn="l"/>
              </a:tabLst>
            </a:pPr>
            <a:r>
              <a:rPr lang="en-US" sz="1800" b="1" spc="-4" noProof="0" dirty="0">
                <a:solidFill>
                  <a:srgbClr val="0000C7"/>
                </a:solidFill>
                <a:cs typeface="Segoe UI"/>
              </a:rPr>
              <a:t>C</a:t>
            </a:r>
            <a:r>
              <a:rPr lang="en-US" sz="1800" spc="-24" noProof="0" dirty="0">
                <a:cs typeface="Segoe UI"/>
              </a:rPr>
              <a:t>-</a:t>
            </a:r>
            <a:r>
              <a:rPr lang="en-US" sz="1800" spc="-8" noProof="0" dirty="0">
                <a:solidFill>
                  <a:srgbClr val="2D2C2C"/>
                </a:solidFill>
                <a:cs typeface="Segoe UI"/>
              </a:rPr>
              <a:t>shell</a:t>
            </a:r>
            <a:r>
              <a:rPr lang="en-US" sz="1800" spc="24" noProof="0" dirty="0">
                <a:solidFill>
                  <a:srgbClr val="2D2C2C"/>
                </a:solidFill>
                <a:cs typeface="Segoe UI"/>
              </a:rPr>
              <a:t> </a:t>
            </a:r>
            <a:r>
              <a:rPr lang="en-US" sz="1800" spc="-8" noProof="0" dirty="0">
                <a:solidFill>
                  <a:srgbClr val="2D2C2C"/>
                </a:solidFill>
                <a:cs typeface="Segoe UI"/>
              </a:rPr>
              <a:t>style</a:t>
            </a:r>
            <a:r>
              <a:rPr lang="en-US" sz="1800" spc="20" noProof="0" dirty="0">
                <a:solidFill>
                  <a:srgbClr val="2D2C2C"/>
                </a:solidFill>
                <a:cs typeface="Segoe UI"/>
              </a:rPr>
              <a:t> </a:t>
            </a:r>
            <a:r>
              <a:rPr lang="en-US" sz="1800" noProof="0" dirty="0">
                <a:solidFill>
                  <a:srgbClr val="2D2C2C"/>
                </a:solidFill>
                <a:cs typeface="Segoe UI"/>
              </a:rPr>
              <a:t>history</a:t>
            </a:r>
            <a:r>
              <a:rPr lang="en-US" sz="1800" spc="28" noProof="0" dirty="0">
                <a:solidFill>
                  <a:srgbClr val="2D2C2C"/>
                </a:solidFill>
                <a:cs typeface="Segoe UI"/>
              </a:rPr>
              <a:t> </a:t>
            </a:r>
            <a:r>
              <a:rPr lang="en-US" sz="1800" spc="-8" noProof="0" dirty="0">
                <a:solidFill>
                  <a:srgbClr val="2D2C2C"/>
                </a:solidFill>
                <a:cs typeface="Segoe UI"/>
              </a:rPr>
              <a:t>expansion</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12" noProof="0" dirty="0">
                <a:solidFill>
                  <a:srgbClr val="2D2C2C"/>
                </a:solidFill>
                <a:cs typeface="Segoe UI"/>
              </a:rPr>
              <a:t>Command</a:t>
            </a:r>
            <a:r>
              <a:rPr lang="en-US" sz="1800" spc="33" noProof="0" dirty="0">
                <a:solidFill>
                  <a:srgbClr val="2D2C2C"/>
                </a:solidFill>
                <a:cs typeface="Segoe UI"/>
              </a:rPr>
              <a:t> </a:t>
            </a:r>
            <a:r>
              <a:rPr lang="en-US" sz="1800" spc="-8" noProof="0" dirty="0">
                <a:solidFill>
                  <a:srgbClr val="2D2C2C"/>
                </a:solidFill>
                <a:cs typeface="Segoe UI"/>
              </a:rPr>
              <a:t>line</a:t>
            </a:r>
            <a:r>
              <a:rPr lang="en-US" sz="1800" spc="4" noProof="0" dirty="0">
                <a:solidFill>
                  <a:srgbClr val="2D2C2C"/>
                </a:solidFill>
                <a:cs typeface="Segoe UI"/>
              </a:rPr>
              <a:t> </a:t>
            </a:r>
            <a:r>
              <a:rPr lang="en-US" sz="1800" spc="-4" noProof="0" dirty="0">
                <a:solidFill>
                  <a:srgbClr val="2D2C2C"/>
                </a:solidFill>
                <a:cs typeface="Segoe UI"/>
              </a:rPr>
              <a:t>editing</a:t>
            </a:r>
            <a:r>
              <a:rPr lang="en-US" sz="1800" spc="37" noProof="0" dirty="0">
                <a:solidFill>
                  <a:srgbClr val="2D2C2C"/>
                </a:solidFill>
                <a:cs typeface="Segoe UI"/>
              </a:rPr>
              <a:t> </a:t>
            </a:r>
            <a:r>
              <a:rPr lang="en-US" sz="1800" spc="-12" noProof="0" dirty="0">
                <a:solidFill>
                  <a:srgbClr val="2D2C2C"/>
                </a:solidFill>
                <a:cs typeface="Segoe UI"/>
              </a:rPr>
              <a:t>based</a:t>
            </a:r>
            <a:r>
              <a:rPr lang="en-US" sz="1800" spc="20" noProof="0" dirty="0">
                <a:solidFill>
                  <a:srgbClr val="2D2C2C"/>
                </a:solidFill>
                <a:cs typeface="Segoe UI"/>
              </a:rPr>
              <a:t> </a:t>
            </a:r>
            <a:r>
              <a:rPr lang="en-US" sz="1800" spc="-4" noProof="0" dirty="0">
                <a:solidFill>
                  <a:srgbClr val="2D2C2C"/>
                </a:solidFill>
                <a:cs typeface="Segoe UI"/>
              </a:rPr>
              <a:t>on</a:t>
            </a:r>
            <a:r>
              <a:rPr lang="en-US" sz="1800" spc="37"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emacs</a:t>
            </a:r>
            <a:r>
              <a:rPr lang="en-US" sz="1800" b="1" spc="-4" noProof="0" dirty="0">
                <a:solidFill>
                  <a:srgbClr val="0000C7"/>
                </a:solidFill>
                <a:cs typeface="Segoe UI"/>
              </a:rPr>
              <a:t> </a:t>
            </a:r>
            <a:r>
              <a:rPr lang="en-US" sz="1800" spc="-4" noProof="0" dirty="0">
                <a:solidFill>
                  <a:srgbClr val="2D2C2C"/>
                </a:solidFill>
                <a:cs typeface="Segoe UI"/>
              </a:rPr>
              <a:t>or</a:t>
            </a:r>
            <a:r>
              <a:rPr lang="en-US" sz="1800" spc="8" noProof="0" dirty="0">
                <a:solidFill>
                  <a:srgbClr val="2D2C2C"/>
                </a:solidFill>
                <a:cs typeface="Segoe UI"/>
              </a:rPr>
              <a:t> possibly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vi</a:t>
            </a:r>
            <a:r>
              <a:rPr lang="en-US" sz="1800" b="1" spc="-16" noProof="0" dirty="0">
                <a:solidFill>
                  <a:srgbClr val="0000C7"/>
                </a:solidFill>
                <a:cs typeface="Segoe UI"/>
              </a:rPr>
              <a:t> </a:t>
            </a:r>
            <a:endParaRPr lang="en-US" sz="1800" noProof="0" dirty="0">
              <a:cs typeface="Segoe UI"/>
            </a:endParaRP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31</a:t>
            </a:fld>
            <a:endParaRPr lang="en-US" noProof="0" dirty="0"/>
          </a:p>
        </p:txBody>
      </p:sp>
      <p:pic>
        <p:nvPicPr>
          <p:cNvPr id="6" name="Picture 5">
            <a:extLst>
              <a:ext uri="{FF2B5EF4-FFF2-40B4-BE49-F238E27FC236}">
                <a16:creationId xmlns:a16="http://schemas.microsoft.com/office/drawing/2014/main" id="{B647AF0B-6B8C-9F5D-481E-F63315F83711}"/>
              </a:ext>
            </a:extLst>
          </p:cNvPr>
          <p:cNvPicPr>
            <a:picLocks noChangeAspect="1"/>
          </p:cNvPicPr>
          <p:nvPr/>
        </p:nvPicPr>
        <p:blipFill>
          <a:blip r:embed="rId3"/>
          <a:stretch>
            <a:fillRect/>
          </a:stretch>
        </p:blipFill>
        <p:spPr>
          <a:xfrm>
            <a:off x="9763125" y="666824"/>
            <a:ext cx="1846262" cy="1815537"/>
          </a:xfrm>
          <a:prstGeom prst="rect">
            <a:avLst/>
          </a:prstGeom>
        </p:spPr>
      </p:pic>
    </p:spTree>
    <p:extLst>
      <p:ext uri="{BB962C8B-B14F-4D97-AF65-F5344CB8AC3E}">
        <p14:creationId xmlns:p14="http://schemas.microsoft.com/office/powerpoint/2010/main" val="7069343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976E657-D2F2-A8CD-C179-E94585392272}"/>
              </a:ext>
            </a:extLst>
          </p:cNvPr>
          <p:cNvSpPr>
            <a:spLocks noGrp="1"/>
          </p:cNvSpPr>
          <p:nvPr>
            <p:ph type="ctrTitle"/>
          </p:nvPr>
        </p:nvSpPr>
        <p:spPr/>
        <p:txBody>
          <a:bodyPr/>
          <a:lstStyle/>
          <a:p>
            <a:r>
              <a:rPr lang="en-US" noProof="0" dirty="0"/>
              <a:t>Variables used by command history</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endParaRPr lang="en-US" sz="32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32</a:t>
            </a:fld>
            <a:endParaRPr lang="en-US" noProof="0" dirty="0"/>
          </a:p>
        </p:txBody>
      </p:sp>
      <p:pic>
        <p:nvPicPr>
          <p:cNvPr id="7" name="Picture 6">
            <a:extLst>
              <a:ext uri="{FF2B5EF4-FFF2-40B4-BE49-F238E27FC236}">
                <a16:creationId xmlns:a16="http://schemas.microsoft.com/office/drawing/2014/main" id="{B647AF0B-6B8C-9F5D-481E-F63315F83711}"/>
              </a:ext>
            </a:extLst>
          </p:cNvPr>
          <p:cNvPicPr>
            <a:picLocks noChangeAspect="1"/>
          </p:cNvPicPr>
          <p:nvPr/>
        </p:nvPicPr>
        <p:blipFill>
          <a:blip r:embed="rId3"/>
          <a:stretch>
            <a:fillRect/>
          </a:stretch>
        </p:blipFill>
        <p:spPr>
          <a:xfrm>
            <a:off x="9763125" y="666824"/>
            <a:ext cx="1846262" cy="1815537"/>
          </a:xfrm>
          <a:prstGeom prst="rect">
            <a:avLst/>
          </a:prstGeom>
        </p:spPr>
      </p:pic>
      <p:graphicFrame>
        <p:nvGraphicFramePr>
          <p:cNvPr id="3" name="Table 2">
            <a:extLst>
              <a:ext uri="{FF2B5EF4-FFF2-40B4-BE49-F238E27FC236}">
                <a16:creationId xmlns:a16="http://schemas.microsoft.com/office/drawing/2014/main" id="{53604DC8-012F-B694-8267-E14BBFB09DBF}"/>
              </a:ext>
            </a:extLst>
          </p:cNvPr>
          <p:cNvGraphicFramePr>
            <a:graphicFrameLocks noGrp="1"/>
          </p:cNvGraphicFramePr>
          <p:nvPr>
            <p:extLst>
              <p:ext uri="{D42A27DB-BD31-4B8C-83A1-F6EECF244321}">
                <p14:modId xmlns:p14="http://schemas.microsoft.com/office/powerpoint/2010/main" val="1026950175"/>
              </p:ext>
            </p:extLst>
          </p:nvPr>
        </p:nvGraphicFramePr>
        <p:xfrm>
          <a:off x="443921" y="1810269"/>
          <a:ext cx="7813387" cy="3546824"/>
        </p:xfrm>
        <a:graphic>
          <a:graphicData uri="http://schemas.openxmlformats.org/drawingml/2006/table">
            <a:tbl>
              <a:tblPr firstRow="1" bandRow="1">
                <a:tableStyleId>{21E4AEA4-8DFA-4A89-87EB-49C32662AFE0}</a:tableStyleId>
              </a:tblPr>
              <a:tblGrid>
                <a:gridCol w="2344826">
                  <a:extLst>
                    <a:ext uri="{9D8B030D-6E8A-4147-A177-3AD203B41FA5}">
                      <a16:colId xmlns:a16="http://schemas.microsoft.com/office/drawing/2014/main" val="1231690930"/>
                    </a:ext>
                  </a:extLst>
                </a:gridCol>
                <a:gridCol w="5468561">
                  <a:extLst>
                    <a:ext uri="{9D8B030D-6E8A-4147-A177-3AD203B41FA5}">
                      <a16:colId xmlns:a16="http://schemas.microsoft.com/office/drawing/2014/main" val="1485771985"/>
                    </a:ext>
                  </a:extLst>
                </a:gridCol>
              </a:tblGrid>
              <a:tr h="443353">
                <a:tc>
                  <a:txBody>
                    <a:bodyPr/>
                    <a:lstStyle/>
                    <a:p>
                      <a:r>
                        <a:rPr lang="en-US" sz="1800" noProof="0" dirty="0">
                          <a:solidFill>
                            <a:schemeClr val="tx1"/>
                          </a:solidFill>
                        </a:rPr>
                        <a:t>Variable</a:t>
                      </a:r>
                    </a:p>
                  </a:txBody>
                  <a:tcPr/>
                </a:tc>
                <a:tc>
                  <a:txBody>
                    <a:bodyPr/>
                    <a:lstStyle/>
                    <a:p>
                      <a:r>
                        <a:rPr lang="en-US" sz="1800" noProof="0" dirty="0">
                          <a:solidFill>
                            <a:schemeClr val="tx1"/>
                          </a:solidFill>
                        </a:rPr>
                        <a:t>Use</a:t>
                      </a:r>
                    </a:p>
                  </a:txBody>
                  <a:tcPr/>
                </a:tc>
                <a:extLst>
                  <a:ext uri="{0D108BD9-81ED-4DB2-BD59-A6C34878D82A}">
                    <a16:rowId xmlns:a16="http://schemas.microsoft.com/office/drawing/2014/main" val="4106513098"/>
                  </a:ext>
                </a:extLst>
              </a:tr>
              <a:tr h="443353">
                <a:tc>
                  <a:txBody>
                    <a:bodyPr/>
                    <a:lstStyle/>
                    <a:p>
                      <a:r>
                        <a:rPr lang="en-US" sz="1800" b="1" noProof="0" dirty="0" err="1"/>
                        <a:t>histchars</a:t>
                      </a:r>
                      <a:endParaRPr lang="en-US" sz="1800" b="1"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Expansion(!),substitution(^),comment(#) chars</a:t>
                      </a:r>
                    </a:p>
                  </a:txBody>
                  <a:tcPr/>
                </a:tc>
                <a:extLst>
                  <a:ext uri="{0D108BD9-81ED-4DB2-BD59-A6C34878D82A}">
                    <a16:rowId xmlns:a16="http://schemas.microsoft.com/office/drawing/2014/main" val="3104124310"/>
                  </a:ext>
                </a:extLst>
              </a:tr>
              <a:tr h="443353">
                <a:tc>
                  <a:txBody>
                    <a:bodyPr/>
                    <a:lstStyle/>
                    <a:p>
                      <a:r>
                        <a:rPr lang="en-US" sz="1800" b="1" noProof="0" dirty="0"/>
                        <a:t>HISTCMD</a:t>
                      </a:r>
                      <a:endParaRPr lang="en-US" sz="1800" b="1"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Current history line number</a:t>
                      </a:r>
                    </a:p>
                  </a:txBody>
                  <a:tcPr/>
                </a:tc>
                <a:extLst>
                  <a:ext uri="{0D108BD9-81ED-4DB2-BD59-A6C34878D82A}">
                    <a16:rowId xmlns:a16="http://schemas.microsoft.com/office/drawing/2014/main" val="2339810373"/>
                  </a:ext>
                </a:extLst>
              </a:tr>
              <a:tr h="443353">
                <a:tc>
                  <a:txBody>
                    <a:bodyPr/>
                    <a:lstStyle/>
                    <a:p>
                      <a:r>
                        <a:rPr lang="en-US" sz="1800" b="1" noProof="0" dirty="0"/>
                        <a:t>HISTCONTROL</a:t>
                      </a:r>
                      <a:endParaRPr lang="en-US" sz="1800" b="1"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err="1"/>
                        <a:t>ignorespace</a:t>
                      </a:r>
                      <a:r>
                        <a:rPr lang="en-US" sz="1800" noProof="0" dirty="0"/>
                        <a:t>, </a:t>
                      </a:r>
                      <a:r>
                        <a:rPr lang="en-US" sz="1800" noProof="0" dirty="0" err="1"/>
                        <a:t>ignoredups</a:t>
                      </a:r>
                      <a:r>
                        <a:rPr lang="en-US" sz="1800" noProof="0" dirty="0"/>
                        <a:t>, or </a:t>
                      </a:r>
                      <a:r>
                        <a:rPr lang="en-US" sz="1800" noProof="0" dirty="0" err="1"/>
                        <a:t>ignoreboth</a:t>
                      </a:r>
                      <a:endParaRPr lang="en-US" sz="1800" noProof="0" dirty="0"/>
                    </a:p>
                  </a:txBody>
                  <a:tcPr/>
                </a:tc>
                <a:extLst>
                  <a:ext uri="{0D108BD9-81ED-4DB2-BD59-A6C34878D82A}">
                    <a16:rowId xmlns:a16="http://schemas.microsoft.com/office/drawing/2014/main" val="1505616395"/>
                  </a:ext>
                </a:extLst>
              </a:tr>
              <a:tr h="443353">
                <a:tc>
                  <a:txBody>
                    <a:bodyPr/>
                    <a:lstStyle/>
                    <a:p>
                      <a:r>
                        <a:rPr lang="en-US" sz="1800" b="1" noProof="0" dirty="0"/>
                        <a:t>HISTFILE</a:t>
                      </a:r>
                      <a:endParaRPr lang="en-US" sz="1800" b="1"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File used, default is ~/.</a:t>
                      </a:r>
                      <a:r>
                        <a:rPr lang="en-US" sz="1800" noProof="0" dirty="0" err="1"/>
                        <a:t>bash_history</a:t>
                      </a:r>
                      <a:endParaRPr lang="en-US" sz="1800" noProof="0" dirty="0"/>
                    </a:p>
                  </a:txBody>
                  <a:tcPr/>
                </a:tc>
                <a:extLst>
                  <a:ext uri="{0D108BD9-81ED-4DB2-BD59-A6C34878D82A}">
                    <a16:rowId xmlns:a16="http://schemas.microsoft.com/office/drawing/2014/main" val="2034019778"/>
                  </a:ext>
                </a:extLst>
              </a:tr>
              <a:tr h="443353">
                <a:tc>
                  <a:txBody>
                    <a:bodyPr/>
                    <a:lstStyle/>
                    <a:p>
                      <a:r>
                        <a:rPr lang="en-US" sz="1800" b="1" noProof="0" dirty="0"/>
                        <a:t>HISTFILESIZE</a:t>
                      </a:r>
                      <a:endParaRPr lang="en-US" sz="1800" b="1"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Number of lines in $HISTFILE when saved</a:t>
                      </a:r>
                    </a:p>
                  </a:txBody>
                  <a:tcPr/>
                </a:tc>
                <a:extLst>
                  <a:ext uri="{0D108BD9-81ED-4DB2-BD59-A6C34878D82A}">
                    <a16:rowId xmlns:a16="http://schemas.microsoft.com/office/drawing/2014/main" val="3677287727"/>
                  </a:ext>
                </a:extLst>
              </a:tr>
              <a:tr h="443353">
                <a:tc>
                  <a:txBody>
                    <a:bodyPr/>
                    <a:lstStyle/>
                    <a:p>
                      <a:r>
                        <a:rPr lang="en-US" sz="1800" b="1" noProof="0" dirty="0"/>
                        <a:t>HISTIGNORE</a:t>
                      </a:r>
                      <a:endParaRPr lang="en-US" sz="1800" b="1"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List of commands not saved to history</a:t>
                      </a:r>
                    </a:p>
                  </a:txBody>
                  <a:tcPr/>
                </a:tc>
                <a:extLst>
                  <a:ext uri="{0D108BD9-81ED-4DB2-BD59-A6C34878D82A}">
                    <a16:rowId xmlns:a16="http://schemas.microsoft.com/office/drawing/2014/main" val="2524185557"/>
                  </a:ext>
                </a:extLst>
              </a:tr>
              <a:tr h="443353">
                <a:tc>
                  <a:txBody>
                    <a:bodyPr/>
                    <a:lstStyle/>
                    <a:p>
                      <a:r>
                        <a:rPr lang="en-US" sz="1800" b="1" noProof="0" dirty="0"/>
                        <a:t>HISTSIZE</a:t>
                      </a:r>
                      <a:endParaRPr lang="en-US" sz="1800" b="1"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Number of lines retained in memory </a:t>
                      </a:r>
                    </a:p>
                  </a:txBody>
                  <a:tcPr/>
                </a:tc>
                <a:extLst>
                  <a:ext uri="{0D108BD9-81ED-4DB2-BD59-A6C34878D82A}">
                    <a16:rowId xmlns:a16="http://schemas.microsoft.com/office/drawing/2014/main" val="2717646834"/>
                  </a:ext>
                </a:extLst>
              </a:tr>
            </a:tbl>
          </a:graphicData>
        </a:graphic>
      </p:graphicFrame>
    </p:spTree>
    <p:extLst>
      <p:ext uri="{BB962C8B-B14F-4D97-AF65-F5344CB8AC3E}">
        <p14:creationId xmlns:p14="http://schemas.microsoft.com/office/powerpoint/2010/main" val="29764859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0EE4BD-EF96-46B5-64D0-D4A183D007BF}"/>
              </a:ext>
            </a:extLst>
          </p:cNvPr>
          <p:cNvSpPr>
            <a:spLocks noGrp="1"/>
          </p:cNvSpPr>
          <p:nvPr>
            <p:ph type="ctrTitle"/>
          </p:nvPr>
        </p:nvSpPr>
        <p:spPr>
          <a:xfrm>
            <a:off x="443922" y="501316"/>
            <a:ext cx="11303577" cy="858985"/>
          </a:xfrm>
        </p:spPr>
        <p:txBody>
          <a:bodyPr/>
          <a:lstStyle/>
          <a:p>
            <a:r>
              <a:rPr lang="en-US" noProof="0" dirty="0"/>
              <a:t>Command line editing</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The shell can provide basic editing facilities</a:t>
            </a:r>
            <a:r>
              <a:rPr lang="en-US" noProof="0" dirty="0">
                <a:solidFill>
                  <a:schemeClr val="tx1"/>
                </a:solidFill>
              </a:rPr>
              <a:t>:</a:t>
            </a:r>
            <a:endParaRPr lang="en-US" sz="1800" noProof="0" dirty="0">
              <a:solidFill>
                <a:schemeClr val="tx1"/>
              </a:solidFill>
            </a:endParaRPr>
          </a:p>
          <a:p>
            <a:pPr lvl="1"/>
            <a:r>
              <a:rPr lang="en-US" sz="1800" noProof="0" dirty="0"/>
              <a:t>Simple editing of current command line</a:t>
            </a:r>
          </a:p>
          <a:p>
            <a:pPr lvl="1"/>
            <a:r>
              <a:rPr lang="en-US" sz="1800" noProof="0" dirty="0"/>
              <a:t>Ability to recall previous commands for editing</a:t>
            </a:r>
          </a:p>
          <a:p>
            <a:pPr lvl="1"/>
            <a:endParaRPr lang="en-US" sz="1800" noProof="0" dirty="0"/>
          </a:p>
          <a:p>
            <a:r>
              <a:rPr lang="en-US" sz="1800" noProof="0" dirty="0">
                <a:solidFill>
                  <a:schemeClr val="tx1"/>
                </a:solidFill>
              </a:rPr>
              <a:t>Uses one of two editors for command line editing:</a:t>
            </a:r>
            <a:r>
              <a:rPr lang="en-US" sz="1800" noProof="0" dirty="0"/>
              <a:t>:</a:t>
            </a:r>
          </a:p>
          <a:p>
            <a:pPr lvl="1"/>
            <a:r>
              <a:rPr lang="en-US" sz="1800" b="1" noProof="0" dirty="0">
                <a:solidFill>
                  <a:srgbClr val="0000C8"/>
                </a:solidFill>
              </a:rPr>
              <a:t>emacs</a:t>
            </a:r>
            <a:r>
              <a:rPr lang="en-US" sz="1800" noProof="0" dirty="0"/>
              <a:t> (</a:t>
            </a:r>
            <a:r>
              <a:rPr lang="en-US" sz="1800" b="1" noProof="0" dirty="0">
                <a:solidFill>
                  <a:srgbClr val="0000C8"/>
                </a:solidFill>
              </a:rPr>
              <a:t>nano</a:t>
            </a:r>
            <a:r>
              <a:rPr lang="en-US" sz="1800" noProof="0" dirty="0"/>
              <a:t> being one of its derivatives)</a:t>
            </a:r>
          </a:p>
          <a:p>
            <a:pPr lvl="1"/>
            <a:r>
              <a:rPr lang="en-US" sz="1800" b="1" noProof="0" dirty="0">
                <a:solidFill>
                  <a:srgbClr val="0000C8"/>
                </a:solidFill>
              </a:rPr>
              <a:t>Vi</a:t>
            </a:r>
          </a:p>
          <a:p>
            <a:r>
              <a:rPr lang="en-US" dirty="0">
                <a:solidFill>
                  <a:schemeClr val="tx1"/>
                </a:solidFill>
              </a:rPr>
              <a:t>Select one of these editors using the </a:t>
            </a:r>
            <a:r>
              <a:rPr lang="en-US" b="1" dirty="0">
                <a:solidFill>
                  <a:srgbClr val="0000C8"/>
                </a:solidFill>
              </a:rPr>
              <a:t>set</a:t>
            </a:r>
            <a:r>
              <a:rPr lang="en-US" dirty="0">
                <a:solidFill>
                  <a:schemeClr val="tx1"/>
                </a:solidFill>
              </a:rPr>
              <a:t> command.</a:t>
            </a:r>
          </a:p>
          <a:p>
            <a:endParaRPr lang="en-US" noProof="0" dirty="0"/>
          </a:p>
          <a:p>
            <a:pPr>
              <a:lnSpc>
                <a:spcPct val="100000"/>
              </a:lnSpc>
            </a:pPr>
            <a:r>
              <a:rPr lang="en-US" sz="1800" noProof="0" dirty="0">
                <a:solidFill>
                  <a:schemeClr val="tx1"/>
                </a:solidFill>
              </a:rPr>
              <a:t>In older shells the cursor (arrow), keys may not be available... </a:t>
            </a:r>
          </a:p>
          <a:p>
            <a:pPr lvl="1"/>
            <a:r>
              <a:rPr lang="en-US" sz="1800" noProof="0" dirty="0"/>
              <a:t>... or supported</a:t>
            </a:r>
          </a:p>
          <a:p>
            <a:pPr lvl="1"/>
            <a:endParaRPr lang="en-US" sz="1800" noProof="0" dirty="0"/>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33</a:t>
            </a:fld>
            <a:endParaRPr lang="en-US" noProof="0" dirty="0"/>
          </a:p>
        </p:txBody>
      </p:sp>
      <p:sp>
        <p:nvSpPr>
          <p:cNvPr id="9" name="Rectangle 3">
            <a:extLst>
              <a:ext uri="{FF2B5EF4-FFF2-40B4-BE49-F238E27FC236}">
                <a16:creationId xmlns:a16="http://schemas.microsoft.com/office/drawing/2014/main" id="{CA2FA335-3BF0-9FEA-14CC-295D691056C7}"/>
              </a:ext>
            </a:extLst>
          </p:cNvPr>
          <p:cNvSpPr>
            <a:spLocks noChangeArrowheads="1"/>
          </p:cNvSpPr>
          <p:nvPr/>
        </p:nvSpPr>
        <p:spPr bwMode="auto">
          <a:xfrm>
            <a:off x="7620111" y="4483893"/>
            <a:ext cx="2004930"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0956">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set -o vi</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10" name="Hexagon 9">
            <a:extLst>
              <a:ext uri="{FF2B5EF4-FFF2-40B4-BE49-F238E27FC236}">
                <a16:creationId xmlns:a16="http://schemas.microsoft.com/office/drawing/2014/main" id="{7F921C0C-4371-27F0-7A02-C8007189498F}"/>
              </a:ext>
            </a:extLst>
          </p:cNvPr>
          <p:cNvSpPr/>
          <p:nvPr/>
        </p:nvSpPr>
        <p:spPr>
          <a:xfrm>
            <a:off x="8096539" y="3562427"/>
            <a:ext cx="1030042" cy="604434"/>
          </a:xfrm>
          <a:prstGeom prst="hexagon">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algn="ctr" defTabSz="720725">
              <a:tabLst>
                <a:tab pos="649288" algn="l"/>
                <a:tab pos="7050088" algn="r"/>
              </a:tabLst>
            </a:pPr>
            <a:r>
              <a:rPr lang="en-US" sz="1800" b="1" noProof="0" dirty="0">
                <a:solidFill>
                  <a:srgbClr val="0000C8"/>
                </a:solidFill>
                <a:latin typeface="Verdana" pitchFamily="34" charset="0"/>
                <a:ea typeface="Verdana" pitchFamily="34" charset="0"/>
                <a:cs typeface="Verdana" pitchFamily="34" charset="0"/>
              </a:rPr>
              <a:t>OR</a:t>
            </a:r>
          </a:p>
          <a:p>
            <a:pPr algn="ctr" defTabSz="720725">
              <a:tabLst>
                <a:tab pos="649288" algn="l"/>
                <a:tab pos="7050088" algn="r"/>
              </a:tabLst>
            </a:pPr>
            <a:r>
              <a:rPr lang="en-US" sz="1000" b="1" noProof="0" dirty="0">
                <a:latin typeface="Verdana" pitchFamily="34" charset="0"/>
                <a:ea typeface="Verdana" pitchFamily="34" charset="0"/>
                <a:cs typeface="Verdana" pitchFamily="34" charset="0"/>
              </a:rPr>
              <a:t>instead</a:t>
            </a:r>
            <a:endParaRPr lang="en-US" sz="1000" noProof="0" dirty="0">
              <a:latin typeface="Verdana" pitchFamily="34" charset="0"/>
              <a:ea typeface="Verdana" pitchFamily="34" charset="0"/>
              <a:cs typeface="Verdana" pitchFamily="34" charset="0"/>
            </a:endParaRPr>
          </a:p>
        </p:txBody>
      </p:sp>
      <p:sp>
        <p:nvSpPr>
          <p:cNvPr id="11" name="Rectangle 3">
            <a:extLst>
              <a:ext uri="{FF2B5EF4-FFF2-40B4-BE49-F238E27FC236}">
                <a16:creationId xmlns:a16="http://schemas.microsoft.com/office/drawing/2014/main" id="{6B8A0B59-444F-B3DB-973D-8887BF50F09A}"/>
              </a:ext>
            </a:extLst>
          </p:cNvPr>
          <p:cNvSpPr>
            <a:spLocks noChangeArrowheads="1"/>
          </p:cNvSpPr>
          <p:nvPr/>
        </p:nvSpPr>
        <p:spPr bwMode="auto">
          <a:xfrm>
            <a:off x="7620110" y="2854635"/>
            <a:ext cx="2004931"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0956">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set -o emacs</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9311070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E189369-8BC7-C3FF-BCAC-3984FB1CF1D1}"/>
              </a:ext>
            </a:extLst>
          </p:cNvPr>
          <p:cNvSpPr>
            <a:spLocks noGrp="1"/>
          </p:cNvSpPr>
          <p:nvPr>
            <p:ph type="ctrTitle"/>
          </p:nvPr>
        </p:nvSpPr>
        <p:spPr/>
        <p:txBody>
          <a:bodyPr/>
          <a:lstStyle/>
          <a:p>
            <a:r>
              <a:rPr lang="en-US" noProof="0" dirty="0"/>
              <a:t>Korn shell-based history expansion and editing</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a:spcBef>
                <a:spcPts val="569"/>
              </a:spcBef>
              <a:buClr>
                <a:srgbClr val="000000"/>
              </a:buClr>
              <a:tabLst>
                <a:tab pos="289957" algn="l"/>
                <a:tab pos="290473" algn="l"/>
              </a:tabLst>
            </a:pPr>
            <a:r>
              <a:rPr lang="en-US" sz="1800" spc="-8" noProof="0" dirty="0">
                <a:solidFill>
                  <a:srgbClr val="2D2C2C"/>
                </a:solidFill>
                <a:cs typeface="Segoe UI"/>
              </a:rPr>
              <a:t>Based on Korn shell command line history command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fc</a:t>
            </a:r>
          </a:p>
          <a:p>
            <a:pPr marL="289957" indent="-280154">
              <a:spcBef>
                <a:spcPts val="569"/>
              </a:spcBef>
              <a:buClr>
                <a:srgbClr val="000000"/>
              </a:buClr>
              <a:buFont typeface="Arial"/>
              <a:buChar char="•"/>
              <a:tabLst>
                <a:tab pos="289957" algn="l"/>
                <a:tab pos="290473" algn="l"/>
              </a:tabLst>
            </a:pPr>
            <a:r>
              <a:rPr lang="en-US" sz="1800" b="1" spc="-8" noProof="0" dirty="0">
                <a:solidFill>
                  <a:schemeClr val="tx1"/>
                </a:solidFill>
                <a:latin typeface="+mn-lt"/>
                <a:cs typeface="Segoe UI"/>
              </a:rPr>
              <a:t>Assuming</a:t>
            </a:r>
            <a:r>
              <a:rPr lang="en-US" sz="1800" spc="-8" noProof="0" dirty="0">
                <a:solidFill>
                  <a:schemeClr val="tx1"/>
                </a:solidFill>
                <a:latin typeface="+mn-lt"/>
                <a:cs typeface="Segoe UI"/>
              </a:rPr>
              <a:t> the alias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r=’fc –s’ </a:t>
            </a:r>
            <a:r>
              <a:rPr lang="en-US" sz="1800" spc="-8" noProof="0" dirty="0">
                <a:solidFill>
                  <a:schemeClr val="tx1"/>
                </a:solidFill>
                <a:latin typeface="+mn-lt"/>
                <a:cs typeface="Segoe UI"/>
              </a:rPr>
              <a:t>exists</a:t>
            </a:r>
            <a:r>
              <a:rPr lang="en-US" sz="1800" spc="-8" noProof="0" dirty="0">
                <a:latin typeface="+mn-lt"/>
                <a:cs typeface="Segoe UI"/>
              </a:rPr>
              <a:t>:</a:t>
            </a:r>
            <a:endParaRPr lang="en-US" sz="1800" noProof="0" dirty="0">
              <a:latin typeface="+mn-lt"/>
              <a:cs typeface="Segoe UI"/>
            </a:endParaRPr>
          </a:p>
          <a:p>
            <a:pPr marL="0" indent="0">
              <a:buNone/>
            </a:pPr>
            <a:endParaRPr lang="en-US" sz="1800" noProof="0" dirty="0"/>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34</a:t>
            </a:fld>
            <a:endParaRPr lang="en-US" noProof="0" dirty="0"/>
          </a:p>
        </p:txBody>
      </p:sp>
      <p:sp>
        <p:nvSpPr>
          <p:cNvPr id="8" name="Rectangle 6">
            <a:extLst>
              <a:ext uri="{FF2B5EF4-FFF2-40B4-BE49-F238E27FC236}">
                <a16:creationId xmlns:a16="http://schemas.microsoft.com/office/drawing/2014/main" id="{93B824F8-BD31-ADF4-A96C-B1927BED31FD}"/>
              </a:ext>
            </a:extLst>
          </p:cNvPr>
          <p:cNvSpPr>
            <a:spLocks noChangeArrowheads="1"/>
          </p:cNvSpPr>
          <p:nvPr/>
        </p:nvSpPr>
        <p:spPr bwMode="auto">
          <a:xfrm>
            <a:off x="8149757" y="1527755"/>
            <a:ext cx="3318175" cy="1709186"/>
          </a:xfrm>
          <a:prstGeom prst="rect">
            <a:avLst/>
          </a:prstGeom>
          <a:solidFill>
            <a:schemeClr val="tx1"/>
          </a:solidFill>
          <a:ln w="12700">
            <a:solidFill>
              <a:srgbClr val="000000"/>
            </a:solidFill>
            <a:miter lim="800000"/>
            <a:headEnd/>
            <a:tailEnd/>
          </a:ln>
          <a:effectLst>
            <a:outerShdw dist="107763" dir="2700000" algn="ctr" rotWithShape="0">
              <a:schemeClr val="bg2"/>
            </a:outerShdw>
          </a:effectLst>
        </p:spPr>
        <p:txBody>
          <a:bodyPr wrap="square" lIns="95250" tIns="50800" rIns="95250" bIns="50800">
            <a:spAutoFit/>
          </a:bodyPr>
          <a:lstStyle/>
          <a:p>
            <a:pPr defTabSz="687388" eaLnBrk="0" hangingPunct="0">
              <a:lnSpc>
                <a:spcPct val="90000"/>
              </a:lnSpc>
              <a:buClr>
                <a:srgbClr val="000066"/>
              </a:buClr>
              <a:buSzPct val="100000"/>
              <a:tabLst>
                <a:tab pos="531813" algn="l"/>
                <a:tab pos="6022975" algn="r"/>
              </a:tabLst>
              <a:defRPr/>
            </a:pPr>
            <a:r>
              <a:rPr lang="en-US"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fc -l</a:t>
            </a:r>
          </a:p>
          <a:p>
            <a:pPr defTabSz="687388" eaLnBrk="0" hangingPunct="0">
              <a:lnSpc>
                <a:spcPct val="90000"/>
              </a:lnSpc>
              <a:buClr>
                <a:srgbClr val="000066"/>
              </a:buClr>
              <a:buSzPct val="100000"/>
              <a:tabLst>
                <a:tab pos="531813" algn="l"/>
                <a:tab pos="6022975" algn="r"/>
              </a:tabLst>
              <a:defRPr/>
            </a:pP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a:t>
            </a:r>
          </a:p>
          <a:p>
            <a:pPr defTabSz="687388" eaLnBrk="0" hangingPunct="0">
              <a:lnSpc>
                <a:spcPct val="90000"/>
              </a:lnSpc>
              <a:buClr>
                <a:srgbClr val="000066"/>
              </a:buClr>
              <a:buSzPct val="100000"/>
              <a:tabLst>
                <a:tab pos="531813" algn="l"/>
                <a:tab pos="6022975" algn="r"/>
              </a:tabLst>
              <a:defRPr/>
            </a:pP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218 ls –al /</a:t>
            </a:r>
            <a:r>
              <a:rPr lang="en-US" sz="1600"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defTabSz="687388" eaLnBrk="0" hangingPunct="0">
              <a:lnSpc>
                <a:spcPct val="90000"/>
              </a:lnSpc>
              <a:buClr>
                <a:srgbClr val="000066"/>
              </a:buClr>
              <a:buSzPct val="100000"/>
              <a:tabLst>
                <a:tab pos="531813" algn="l"/>
                <a:tab pos="6022975" algn="r"/>
              </a:tabLst>
              <a:defRPr/>
            </a:pP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219 echo '*.c'</a:t>
            </a:r>
          </a:p>
          <a:p>
            <a:pPr defTabSz="687388" eaLnBrk="0" hangingPunct="0">
              <a:lnSpc>
                <a:spcPct val="90000"/>
              </a:lnSpc>
              <a:buClr>
                <a:srgbClr val="000066"/>
              </a:buClr>
              <a:buSzPct val="100000"/>
              <a:tabLst>
                <a:tab pos="531813" algn="l"/>
                <a:tab pos="6022975" algn="r"/>
              </a:tabLst>
              <a:defRPr/>
            </a:pP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220 echo Fred    Bloggs</a:t>
            </a:r>
          </a:p>
          <a:p>
            <a:pPr defTabSz="687388" eaLnBrk="0" hangingPunct="0">
              <a:lnSpc>
                <a:spcPct val="90000"/>
              </a:lnSpc>
              <a:buClr>
                <a:srgbClr val="000066"/>
              </a:buClr>
              <a:buSzPct val="100000"/>
              <a:tabLst>
                <a:tab pos="531813" algn="l"/>
                <a:tab pos="6022975" algn="r"/>
              </a:tabLst>
              <a:defRPr/>
            </a:pP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221 echo ‘Fred    Bloggs’</a:t>
            </a:r>
          </a:p>
          <a:p>
            <a:pPr defTabSz="687388" eaLnBrk="0" hangingPunct="0">
              <a:lnSpc>
                <a:spcPct val="90000"/>
              </a:lnSpc>
              <a:buClr>
                <a:srgbClr val="000066"/>
              </a:buClr>
              <a:buSzPct val="100000"/>
              <a:tabLst>
                <a:tab pos="531813" algn="l"/>
                <a:tab pos="6022975" algn="r"/>
              </a:tabLst>
              <a:defRPr/>
            </a:pPr>
            <a:r>
              <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rPr>
              <a:t>...</a:t>
            </a:r>
          </a:p>
        </p:txBody>
      </p:sp>
      <p:sp>
        <p:nvSpPr>
          <p:cNvPr id="9" name="Rectangle 6">
            <a:extLst>
              <a:ext uri="{FF2B5EF4-FFF2-40B4-BE49-F238E27FC236}">
                <a16:creationId xmlns:a16="http://schemas.microsoft.com/office/drawing/2014/main" id="{CC259FEF-9BDF-50D6-29B4-E01F2EB96F8B}"/>
              </a:ext>
            </a:extLst>
          </p:cNvPr>
          <p:cNvSpPr>
            <a:spLocks noChangeArrowheads="1"/>
          </p:cNvSpPr>
          <p:nvPr/>
        </p:nvSpPr>
        <p:spPr bwMode="auto">
          <a:xfrm>
            <a:off x="8149754" y="4500137"/>
            <a:ext cx="2426435" cy="850489"/>
          </a:xfrm>
          <a:prstGeom prst="rect">
            <a:avLst/>
          </a:prstGeom>
          <a:solidFill>
            <a:schemeClr val="tx1"/>
          </a:solidFill>
          <a:ln w="12700">
            <a:solidFill>
              <a:schemeClr val="bg2"/>
            </a:solidFill>
            <a:miter lim="800000"/>
            <a:headEnd/>
            <a:tailEnd/>
          </a:ln>
          <a:effectLst>
            <a:outerShdw dist="107763" dir="2700000" algn="ctr" rotWithShape="0">
              <a:schemeClr val="bg2"/>
            </a:outerShdw>
          </a:effectLst>
        </p:spPr>
        <p:txBody>
          <a:bodyPr wrap="square" lIns="95250" tIns="50800" rIns="95250" bIns="50800">
            <a:spAutoFit/>
          </a:bodyPr>
          <a:lstStyle/>
          <a:p>
            <a:pPr defTabSz="687388" eaLnBrk="0" hangingPunct="0">
              <a:lnSpc>
                <a:spcPct val="90000"/>
              </a:lnSpc>
              <a:buClr>
                <a:srgbClr val="000066"/>
              </a:buClr>
              <a:buSzPct val="100000"/>
              <a:tabLst>
                <a:tab pos="531813" algn="l"/>
                <a:tab pos="6022975" algn="r"/>
              </a:tabLst>
              <a:defRPr/>
            </a:pPr>
            <a:r>
              <a:rPr lang="en-US"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r 219</a:t>
            </a:r>
          </a:p>
          <a:p>
            <a:pPr defTabSz="687388" eaLnBrk="0" hangingPunct="0">
              <a:lnSpc>
                <a:spcPct val="90000"/>
              </a:lnSpc>
              <a:buClr>
                <a:srgbClr val="000066"/>
              </a:buClr>
              <a:buSzPct val="100000"/>
              <a:tabLst>
                <a:tab pos="531813" algn="l"/>
                <a:tab pos="6022975" algn="r"/>
              </a:tabLst>
              <a:defRPr/>
            </a:pPr>
            <a:r>
              <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rPr>
              <a:t>echo '*.c'</a:t>
            </a:r>
          </a:p>
          <a:p>
            <a:pPr defTabSz="687388" eaLnBrk="0" hangingPunct="0">
              <a:lnSpc>
                <a:spcPct val="90000"/>
              </a:lnSpc>
              <a:buClr>
                <a:srgbClr val="000066"/>
              </a:buClr>
              <a:buSzPct val="100000"/>
              <a:tabLst>
                <a:tab pos="531813" algn="l"/>
                <a:tab pos="6022975" algn="r"/>
              </a:tabLst>
              <a:defRPr/>
            </a:pPr>
            <a:r>
              <a:rPr lang="en-US" noProof="0" dirty="0">
                <a:solidFill>
                  <a:schemeClr val="bg1"/>
                </a:solidFill>
                <a:latin typeface="Hack" panose="020B0609030202020204" pitchFamily="49" charset="0"/>
                <a:ea typeface="Hack" panose="020B0609030202020204" pitchFamily="49" charset="0"/>
                <a:cs typeface="Hack" panose="020B0609030202020204" pitchFamily="49" charset="0"/>
              </a:rPr>
              <a:t>*.c</a:t>
            </a:r>
          </a:p>
        </p:txBody>
      </p:sp>
      <p:sp>
        <p:nvSpPr>
          <p:cNvPr id="13" name="Rectangle 6">
            <a:extLst>
              <a:ext uri="{FF2B5EF4-FFF2-40B4-BE49-F238E27FC236}">
                <a16:creationId xmlns:a16="http://schemas.microsoft.com/office/drawing/2014/main" id="{5C198D3A-CCD1-D2B8-9718-3992CAEEA9BF}"/>
              </a:ext>
            </a:extLst>
          </p:cNvPr>
          <p:cNvSpPr>
            <a:spLocks noChangeArrowheads="1"/>
          </p:cNvSpPr>
          <p:nvPr/>
        </p:nvSpPr>
        <p:spPr bwMode="auto">
          <a:xfrm>
            <a:off x="8149757" y="3405517"/>
            <a:ext cx="2426436" cy="850489"/>
          </a:xfrm>
          <a:prstGeom prst="rect">
            <a:avLst/>
          </a:prstGeom>
          <a:solidFill>
            <a:schemeClr val="tx1"/>
          </a:solidFill>
          <a:ln w="12700">
            <a:solidFill>
              <a:schemeClr val="bg2"/>
            </a:solidFill>
            <a:miter lim="800000"/>
            <a:headEnd/>
            <a:tailEnd/>
          </a:ln>
          <a:effectLst>
            <a:outerShdw dist="107763" dir="2700000" algn="ctr" rotWithShape="0">
              <a:schemeClr val="bg2"/>
            </a:outerShdw>
          </a:effectLst>
        </p:spPr>
        <p:txBody>
          <a:bodyPr wrap="square" lIns="95250" tIns="50800" rIns="95250" bIns="50800">
            <a:spAutoFit/>
          </a:bodyPr>
          <a:lstStyle/>
          <a:p>
            <a:pPr defTabSz="687388" eaLnBrk="0" hangingPunct="0">
              <a:lnSpc>
                <a:spcPct val="90000"/>
              </a:lnSpc>
              <a:buClr>
                <a:srgbClr val="000066"/>
              </a:buClr>
              <a:buSzPct val="100000"/>
              <a:tabLst>
                <a:tab pos="531813" algn="l"/>
                <a:tab pos="6022975" algn="r"/>
              </a:tabLst>
              <a:defRPr/>
            </a:pPr>
            <a:r>
              <a:rPr lang="en-US"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r echo</a:t>
            </a:r>
          </a:p>
          <a:p>
            <a:pPr defTabSz="687388" eaLnBrk="0" hangingPunct="0">
              <a:lnSpc>
                <a:spcPct val="90000"/>
              </a:lnSpc>
              <a:buClr>
                <a:srgbClr val="000066"/>
              </a:buClr>
              <a:buSzPct val="100000"/>
              <a:tabLst>
                <a:tab pos="531813" algn="l"/>
                <a:tab pos="6022975" algn="r"/>
              </a:tabLst>
              <a:defRPr/>
            </a:pPr>
            <a:r>
              <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rPr>
              <a:t>echo ‘Fred    Bloggs’</a:t>
            </a:r>
          </a:p>
          <a:p>
            <a:pPr defTabSz="687388" eaLnBrk="0" hangingPunct="0">
              <a:lnSpc>
                <a:spcPct val="90000"/>
              </a:lnSpc>
              <a:buClr>
                <a:srgbClr val="000066"/>
              </a:buClr>
              <a:buSzPct val="100000"/>
              <a:tabLst>
                <a:tab pos="531813" algn="l"/>
                <a:tab pos="6022975" algn="r"/>
              </a:tabLst>
              <a:defRPr/>
            </a:pPr>
            <a:r>
              <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rPr>
              <a:t>Fred    Bloggs</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12" name="Rectangle 6">
            <a:extLst>
              <a:ext uri="{FF2B5EF4-FFF2-40B4-BE49-F238E27FC236}">
                <a16:creationId xmlns:a16="http://schemas.microsoft.com/office/drawing/2014/main" id="{64551768-6134-6E23-134F-F34D7D860FB9}"/>
              </a:ext>
            </a:extLst>
          </p:cNvPr>
          <p:cNvSpPr>
            <a:spLocks noChangeArrowheads="1"/>
          </p:cNvSpPr>
          <p:nvPr/>
        </p:nvSpPr>
        <p:spPr bwMode="auto">
          <a:xfrm>
            <a:off x="8149755" y="5594758"/>
            <a:ext cx="2426435" cy="850489"/>
          </a:xfrm>
          <a:prstGeom prst="rect">
            <a:avLst/>
          </a:prstGeom>
          <a:solidFill>
            <a:schemeClr val="tx1"/>
          </a:solidFill>
          <a:ln w="12700">
            <a:solidFill>
              <a:schemeClr val="bg2"/>
            </a:solidFill>
            <a:miter lim="800000"/>
            <a:headEnd/>
            <a:tailEnd/>
          </a:ln>
          <a:effectLst>
            <a:outerShdw dist="107763" dir="2700000" algn="ctr" rotWithShape="0">
              <a:schemeClr val="bg2"/>
            </a:outerShdw>
          </a:effectLst>
        </p:spPr>
        <p:txBody>
          <a:bodyPr wrap="square" lIns="95250" tIns="50800" rIns="95250" bIns="50800">
            <a:spAutoFit/>
          </a:bodyPr>
          <a:lstStyle/>
          <a:p>
            <a:pPr defTabSz="687388" eaLnBrk="0" hangingPunct="0">
              <a:lnSpc>
                <a:spcPct val="90000"/>
              </a:lnSpc>
              <a:buClr>
                <a:srgbClr val="000066"/>
              </a:buClr>
              <a:buSzPct val="100000"/>
              <a:tabLst>
                <a:tab pos="531813" algn="l"/>
                <a:tab pos="6022975" algn="r"/>
              </a:tabLst>
              <a:defRPr/>
            </a:pPr>
            <a:r>
              <a:rPr lang="en-US"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r al=FC ls</a:t>
            </a:r>
          </a:p>
          <a:p>
            <a:pPr defTabSz="687388" eaLnBrk="0" hangingPunct="0">
              <a:lnSpc>
                <a:spcPct val="90000"/>
              </a:lnSpc>
              <a:buClr>
                <a:srgbClr val="000066"/>
              </a:buClr>
              <a:buSzPct val="100000"/>
              <a:tabLst>
                <a:tab pos="531813" algn="l"/>
                <a:tab pos="6022975" algn="r"/>
              </a:tabLst>
              <a:defRPr/>
            </a:pPr>
            <a:r>
              <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rPr>
              <a:t>ls –FC /</a:t>
            </a:r>
            <a:r>
              <a:rPr lang="en-US" sz="1800"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endPar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defTabSz="687388" eaLnBrk="0" hangingPunct="0">
              <a:lnSpc>
                <a:spcPct val="90000"/>
              </a:lnSpc>
              <a:buClr>
                <a:srgbClr val="000066"/>
              </a:buClr>
              <a:buSzPct val="100000"/>
              <a:tabLst>
                <a:tab pos="531813" algn="l"/>
                <a:tab pos="6022975" algn="r"/>
              </a:tabLst>
              <a:defRPr/>
            </a:pPr>
            <a:r>
              <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rPr>
              <a:t>...</a:t>
            </a:r>
          </a:p>
        </p:txBody>
      </p:sp>
      <p:graphicFrame>
        <p:nvGraphicFramePr>
          <p:cNvPr id="6" name="Table 7">
            <a:extLst>
              <a:ext uri="{FF2B5EF4-FFF2-40B4-BE49-F238E27FC236}">
                <a16:creationId xmlns:a16="http://schemas.microsoft.com/office/drawing/2014/main" id="{1733304D-244D-3787-B3B9-45505E6F490C}"/>
              </a:ext>
            </a:extLst>
          </p:cNvPr>
          <p:cNvGraphicFramePr>
            <a:graphicFrameLocks noGrp="1"/>
          </p:cNvGraphicFramePr>
          <p:nvPr>
            <p:extLst>
              <p:ext uri="{D42A27DB-BD31-4B8C-83A1-F6EECF244321}">
                <p14:modId xmlns:p14="http://schemas.microsoft.com/office/powerpoint/2010/main" val="3553507071"/>
              </p:ext>
            </p:extLst>
          </p:nvPr>
        </p:nvGraphicFramePr>
        <p:xfrm>
          <a:off x="443922" y="2892636"/>
          <a:ext cx="6770077" cy="2344380"/>
        </p:xfrm>
        <a:graphic>
          <a:graphicData uri="http://schemas.openxmlformats.org/drawingml/2006/table">
            <a:tbl>
              <a:tblPr firstRow="1" bandRow="1">
                <a:tableStyleId>{21E4AEA4-8DFA-4A89-87EB-49C32662AFE0}</a:tableStyleId>
              </a:tblPr>
              <a:tblGrid>
                <a:gridCol w="2318367">
                  <a:extLst>
                    <a:ext uri="{9D8B030D-6E8A-4147-A177-3AD203B41FA5}">
                      <a16:colId xmlns:a16="http://schemas.microsoft.com/office/drawing/2014/main" val="1437481798"/>
                    </a:ext>
                  </a:extLst>
                </a:gridCol>
                <a:gridCol w="4451710">
                  <a:extLst>
                    <a:ext uri="{9D8B030D-6E8A-4147-A177-3AD203B41FA5}">
                      <a16:colId xmlns:a16="http://schemas.microsoft.com/office/drawing/2014/main" val="1045971958"/>
                    </a:ext>
                  </a:extLst>
                </a:gridCol>
              </a:tblGrid>
              <a:tr h="404785">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rPr>
                        <a:t>Type in</a:t>
                      </a:r>
                      <a:endParaRPr lang="en-US" sz="1800" noProof="0" dirty="0">
                        <a:solidFill>
                          <a:schemeClr val="tx1"/>
                        </a:solidFill>
                        <a:latin typeface="+mn-lt"/>
                      </a:endParaRP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rPr>
                        <a:t>Returns</a:t>
                      </a:r>
                      <a:endParaRPr lang="en-US" sz="1800" noProof="0" dirty="0">
                        <a:solidFill>
                          <a:schemeClr val="tx1"/>
                        </a:solidFill>
                        <a:latin typeface="+mn-lt"/>
                      </a:endParaRPr>
                    </a:p>
                  </a:txBody>
                  <a:tcPr/>
                </a:tc>
                <a:extLst>
                  <a:ext uri="{0D108BD9-81ED-4DB2-BD59-A6C34878D82A}">
                    <a16:rowId xmlns:a16="http://schemas.microsoft.com/office/drawing/2014/main" val="3848516751"/>
                  </a:ext>
                </a:extLst>
              </a:tr>
              <a:tr h="410407">
                <a:tc>
                  <a:txBody>
                    <a:bodyPr/>
                    <a:lstStyle/>
                    <a:p>
                      <a:r>
                        <a:rPr lang="en-US" sz="1800" b="1" noProof="0" dirty="0">
                          <a:solidFill>
                            <a:srgbClr val="7030A0"/>
                          </a:solidFill>
                        </a:rPr>
                        <a:t>r</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The last command</a:t>
                      </a:r>
                      <a:endParaRPr lang="en-US" sz="1800" noProof="0" dirty="0">
                        <a:latin typeface="+mn-lt"/>
                      </a:endParaRPr>
                    </a:p>
                  </a:txBody>
                  <a:tcPr/>
                </a:tc>
                <a:extLst>
                  <a:ext uri="{0D108BD9-81ED-4DB2-BD59-A6C34878D82A}">
                    <a16:rowId xmlns:a16="http://schemas.microsoft.com/office/drawing/2014/main" val="750238425"/>
                  </a:ext>
                </a:extLst>
              </a:tr>
              <a:tr h="410407">
                <a:tc>
                  <a:txBody>
                    <a:bodyPr/>
                    <a:lstStyle/>
                    <a:p>
                      <a:r>
                        <a:rPr lang="en-US" sz="1800" b="1" noProof="0" dirty="0">
                          <a:solidFill>
                            <a:srgbClr val="7030A0"/>
                          </a:solidFill>
                        </a:rPr>
                        <a:t>r n</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Command number n</a:t>
                      </a:r>
                      <a:endParaRPr lang="en-US" sz="1800" i="1" noProof="0" dirty="0">
                        <a:latin typeface="+mn-lt"/>
                      </a:endParaRPr>
                    </a:p>
                  </a:txBody>
                  <a:tcPr/>
                </a:tc>
                <a:extLst>
                  <a:ext uri="{0D108BD9-81ED-4DB2-BD59-A6C34878D82A}">
                    <a16:rowId xmlns:a16="http://schemas.microsoft.com/office/drawing/2014/main" val="1555224844"/>
                  </a:ext>
                </a:extLst>
              </a:tr>
              <a:tr h="410407">
                <a:tc>
                  <a:txBody>
                    <a:bodyPr/>
                    <a:lstStyle/>
                    <a:p>
                      <a:r>
                        <a:rPr lang="en-US" sz="1800" b="1" noProof="0" dirty="0">
                          <a:solidFill>
                            <a:srgbClr val="7030A0"/>
                          </a:solidFill>
                        </a:rPr>
                        <a:t>r str</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Last command beginning with str</a:t>
                      </a:r>
                      <a:endParaRPr lang="en-US" sz="1800" i="1" noProof="0" dirty="0">
                        <a:latin typeface="+mn-lt"/>
                      </a:endParaRPr>
                    </a:p>
                  </a:txBody>
                  <a:tcPr/>
                </a:tc>
                <a:extLst>
                  <a:ext uri="{0D108BD9-81ED-4DB2-BD59-A6C34878D82A}">
                    <a16:rowId xmlns:a16="http://schemas.microsoft.com/office/drawing/2014/main" val="3822163613"/>
                  </a:ext>
                </a:extLst>
              </a:tr>
              <a:tr h="708374">
                <a:tc>
                  <a:txBody>
                    <a:bodyPr/>
                    <a:lstStyle/>
                    <a:p>
                      <a:r>
                        <a:rPr lang="en-US" sz="1800" b="1" noProof="0" dirty="0">
                          <a:solidFill>
                            <a:srgbClr val="7030A0"/>
                          </a:solidFill>
                        </a:rPr>
                        <a:t>r old=new </a:t>
                      </a:r>
                      <a:r>
                        <a:rPr lang="en-US" sz="1800" b="1" noProof="0" dirty="0" err="1">
                          <a:solidFill>
                            <a:srgbClr val="7030A0"/>
                          </a:solidFill>
                        </a:rPr>
                        <a:t>cmd</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t>Last instance of </a:t>
                      </a:r>
                      <a:r>
                        <a:rPr lang="en-US" sz="1800" noProof="0" dirty="0" err="1"/>
                        <a:t>cmd</a:t>
                      </a:r>
                      <a:r>
                        <a:rPr lang="en-US" sz="1800" noProof="0" dirty="0"/>
                        <a:t>, substituting the word new for old</a:t>
                      </a:r>
                      <a:endParaRPr lang="en-US" sz="1800" i="1" noProof="0" dirty="0">
                        <a:latin typeface="+mn-lt"/>
                      </a:endParaRPr>
                    </a:p>
                  </a:txBody>
                  <a:tcPr/>
                </a:tc>
                <a:extLst>
                  <a:ext uri="{0D108BD9-81ED-4DB2-BD59-A6C34878D82A}">
                    <a16:rowId xmlns:a16="http://schemas.microsoft.com/office/drawing/2014/main" val="1292444754"/>
                  </a:ext>
                </a:extLst>
              </a:tr>
            </a:tbl>
          </a:graphicData>
        </a:graphic>
      </p:graphicFrame>
    </p:spTree>
    <p:extLst>
      <p:ext uri="{BB962C8B-B14F-4D97-AF65-F5344CB8AC3E}">
        <p14:creationId xmlns:p14="http://schemas.microsoft.com/office/powerpoint/2010/main" val="4372999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8285F0-7481-4A78-7D4C-189726056575}"/>
              </a:ext>
            </a:extLst>
          </p:cNvPr>
          <p:cNvSpPr>
            <a:spLocks noGrp="1"/>
          </p:cNvSpPr>
          <p:nvPr>
            <p:ph type="ctrTitle"/>
          </p:nvPr>
        </p:nvSpPr>
        <p:spPr/>
        <p:txBody>
          <a:bodyPr/>
          <a:lstStyle/>
          <a:p>
            <a:r>
              <a:rPr lang="en-US" noProof="0" dirty="0"/>
              <a:t>C shell-based history expansion and editing</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spc="-8" noProof="0" dirty="0">
                <a:solidFill>
                  <a:srgbClr val="2D2C2C"/>
                </a:solidFill>
                <a:ea typeface="Hack" panose="020B0609030202020204" pitchFamily="49" charset="0"/>
                <a:cs typeface="Hack" panose="020B0609030202020204" pitchFamily="49" charset="0"/>
              </a:rPr>
              <a:t>Based on C-Shell command line history</a:t>
            </a:r>
            <a:endParaRPr lang="en-US" sz="1800" noProof="0" dirty="0">
              <a:ea typeface="Hack" panose="020B0609030202020204" pitchFamily="49" charset="0"/>
              <a:cs typeface="Hack" panose="020B0609030202020204" pitchFamily="49" charset="0"/>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35</a:t>
            </a:fld>
            <a:endParaRPr lang="en-US" noProof="0" dirty="0"/>
          </a:p>
        </p:txBody>
      </p:sp>
      <p:sp>
        <p:nvSpPr>
          <p:cNvPr id="14" name="Rectangle 3">
            <a:extLst>
              <a:ext uri="{FF2B5EF4-FFF2-40B4-BE49-F238E27FC236}">
                <a16:creationId xmlns:a16="http://schemas.microsoft.com/office/drawing/2014/main" id="{A7DAB94C-CC78-24A8-E70E-325B1A6DDD66}"/>
              </a:ext>
            </a:extLst>
          </p:cNvPr>
          <p:cNvSpPr>
            <a:spLocks noChangeArrowheads="1"/>
          </p:cNvSpPr>
          <p:nvPr/>
        </p:nvSpPr>
        <p:spPr bwMode="auto">
          <a:xfrm>
            <a:off x="8485554" y="2370600"/>
            <a:ext cx="2103379" cy="8797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6116">
              <a:lnSpc>
                <a:spcPts val="1698"/>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49"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!219</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spcBef>
                <a:spcPts val="85"/>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sz="1600"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8" noProof="0" dirty="0">
                <a:solidFill>
                  <a:schemeClr val="bg1"/>
                </a:solidFill>
                <a:latin typeface="Hack" panose="020B0609030202020204" pitchFamily="49" charset="0"/>
                <a:ea typeface="Hack" panose="020B0609030202020204" pitchFamily="49" charset="0"/>
                <a:cs typeface="Hack" panose="020B0609030202020204" pitchFamily="49" charset="0"/>
              </a:rPr>
              <a:t>'*.c'</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spcBef>
                <a:spcPts val="57"/>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*.c</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15" name="Rectangle 3">
            <a:extLst>
              <a:ext uri="{FF2B5EF4-FFF2-40B4-BE49-F238E27FC236}">
                <a16:creationId xmlns:a16="http://schemas.microsoft.com/office/drawing/2014/main" id="{D5F82530-AF61-5CFD-640E-1247672768C2}"/>
              </a:ext>
            </a:extLst>
          </p:cNvPr>
          <p:cNvSpPr>
            <a:spLocks noChangeArrowheads="1"/>
          </p:cNvSpPr>
          <p:nvPr/>
        </p:nvSpPr>
        <p:spPr bwMode="auto">
          <a:xfrm>
            <a:off x="8159707" y="3541687"/>
            <a:ext cx="2755074" cy="89255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6632">
              <a:lnSpc>
                <a:spcPts val="1792"/>
              </a:lnSpc>
            </a:pPr>
            <a:r>
              <a:rPr lang="en-US" spc="-4" noProof="0" dirty="0">
                <a:solidFill>
                  <a:srgbClr val="FFFF00"/>
                </a:solidFill>
                <a:latin typeface="Courier New"/>
                <a:cs typeface="Courier New"/>
              </a:rPr>
              <a:t>$</a:t>
            </a:r>
            <a:r>
              <a:rPr lang="en-US" spc="-53" noProof="0" dirty="0">
                <a:solidFill>
                  <a:schemeClr val="bg1"/>
                </a:solidFill>
                <a:latin typeface="Courier New"/>
                <a:cs typeface="Courier New"/>
              </a:rPr>
              <a:t> </a:t>
            </a:r>
            <a:r>
              <a:rPr lang="en-US" b="1" spc="-4" noProof="0" dirty="0">
                <a:solidFill>
                  <a:schemeClr val="bg1"/>
                </a:solidFill>
                <a:latin typeface="Courier New"/>
                <a:cs typeface="Courier New"/>
              </a:rPr>
              <a:t>!219:s/al/FC/</a:t>
            </a:r>
            <a:endParaRPr lang="en-US" noProof="0" dirty="0">
              <a:solidFill>
                <a:schemeClr val="bg1"/>
              </a:solidFill>
              <a:latin typeface="Courier New"/>
              <a:cs typeface="Courier New"/>
            </a:endParaRPr>
          </a:p>
          <a:p>
            <a:pPr marL="36632">
              <a:spcBef>
                <a:spcPts val="85"/>
              </a:spcBef>
            </a:pPr>
            <a:r>
              <a:rPr lang="en-US" sz="1600" spc="-4" noProof="0" dirty="0">
                <a:solidFill>
                  <a:schemeClr val="bg1"/>
                </a:solidFill>
                <a:latin typeface="Courier New"/>
                <a:cs typeface="Courier New"/>
              </a:rPr>
              <a:t>ls</a:t>
            </a:r>
            <a:r>
              <a:rPr lang="en-US" sz="1600" spc="-57" noProof="0" dirty="0">
                <a:solidFill>
                  <a:schemeClr val="bg1"/>
                </a:solidFill>
                <a:latin typeface="Courier New"/>
                <a:cs typeface="Courier New"/>
              </a:rPr>
              <a:t> </a:t>
            </a:r>
            <a:r>
              <a:rPr lang="en-US" sz="1600" spc="-4" noProof="0" dirty="0">
                <a:solidFill>
                  <a:schemeClr val="bg1"/>
                </a:solidFill>
                <a:latin typeface="Courier New"/>
                <a:cs typeface="Courier New"/>
              </a:rPr>
              <a:t>–FC</a:t>
            </a:r>
            <a:endParaRPr lang="en-US" sz="1600" noProof="0" dirty="0">
              <a:solidFill>
                <a:schemeClr val="bg1"/>
              </a:solidFill>
              <a:latin typeface="Courier New"/>
              <a:cs typeface="Courier New"/>
            </a:endParaRPr>
          </a:p>
          <a:p>
            <a:pPr marL="36632">
              <a:spcBef>
                <a:spcPts val="57"/>
              </a:spcBef>
            </a:pPr>
            <a:r>
              <a:rPr lang="en-US" sz="1600" spc="-4" noProof="0" dirty="0">
                <a:solidFill>
                  <a:schemeClr val="bg1"/>
                </a:solidFill>
                <a:latin typeface="Courier New"/>
                <a:cs typeface="Courier New"/>
              </a:rPr>
              <a:t>...</a:t>
            </a:r>
            <a:endParaRPr lang="en-US" sz="1600" noProof="0" dirty="0">
              <a:solidFill>
                <a:schemeClr val="bg1"/>
              </a:solidFill>
              <a:latin typeface="Courier New"/>
              <a:cs typeface="Courier New"/>
            </a:endParaRPr>
          </a:p>
        </p:txBody>
      </p:sp>
      <p:sp>
        <p:nvSpPr>
          <p:cNvPr id="16" name="Rectangle 3">
            <a:extLst>
              <a:ext uri="{FF2B5EF4-FFF2-40B4-BE49-F238E27FC236}">
                <a16:creationId xmlns:a16="http://schemas.microsoft.com/office/drawing/2014/main" id="{4B9677B4-3CC2-082D-50A9-27BB78A522D3}"/>
              </a:ext>
            </a:extLst>
          </p:cNvPr>
          <p:cNvSpPr>
            <a:spLocks noChangeArrowheads="1"/>
          </p:cNvSpPr>
          <p:nvPr/>
        </p:nvSpPr>
        <p:spPr bwMode="auto">
          <a:xfrm>
            <a:off x="8650881" y="4825536"/>
            <a:ext cx="2059331" cy="8797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7663">
              <a:lnSpc>
                <a:spcPts val="1731"/>
              </a:lnSpc>
            </a:pPr>
            <a:r>
              <a:rPr lang="en-US" spc="-4" noProof="0" dirty="0">
                <a:solidFill>
                  <a:srgbClr val="FFFF00"/>
                </a:solidFill>
                <a:latin typeface="Courier New"/>
                <a:cs typeface="Courier New"/>
              </a:rPr>
              <a:t>$</a:t>
            </a:r>
            <a:r>
              <a:rPr lang="en-US" spc="-53" noProof="0" dirty="0">
                <a:solidFill>
                  <a:schemeClr val="bg1"/>
                </a:solidFill>
                <a:latin typeface="Courier New"/>
                <a:cs typeface="Courier New"/>
              </a:rPr>
              <a:t> </a:t>
            </a:r>
            <a:r>
              <a:rPr lang="en-US" b="1" spc="-4" noProof="0" dirty="0">
                <a:solidFill>
                  <a:schemeClr val="bg1"/>
                </a:solidFill>
                <a:latin typeface="Courier New"/>
                <a:cs typeface="Courier New"/>
              </a:rPr>
              <a:t>!pw</a:t>
            </a:r>
            <a:endParaRPr lang="en-US" noProof="0" dirty="0">
              <a:solidFill>
                <a:schemeClr val="bg1"/>
              </a:solidFill>
              <a:latin typeface="Courier New"/>
              <a:cs typeface="Courier New"/>
            </a:endParaRPr>
          </a:p>
          <a:p>
            <a:pPr marL="37663">
              <a:spcBef>
                <a:spcPts val="85"/>
              </a:spcBef>
            </a:pPr>
            <a:r>
              <a:rPr lang="en-US" sz="1600" spc="-4" noProof="0" dirty="0" err="1">
                <a:solidFill>
                  <a:schemeClr val="bg1"/>
                </a:solidFill>
                <a:latin typeface="Courier New"/>
                <a:cs typeface="Courier New"/>
              </a:rPr>
              <a:t>pwd</a:t>
            </a:r>
            <a:endParaRPr lang="en-US" sz="1600" noProof="0" dirty="0">
              <a:solidFill>
                <a:schemeClr val="bg1"/>
              </a:solidFill>
              <a:latin typeface="Courier New"/>
              <a:cs typeface="Courier New"/>
            </a:endParaRPr>
          </a:p>
          <a:p>
            <a:pPr marL="37663">
              <a:spcBef>
                <a:spcPts val="57"/>
              </a:spcBef>
            </a:pPr>
            <a:r>
              <a:rPr lang="en-US" sz="1600" spc="-8" noProof="0" dirty="0">
                <a:solidFill>
                  <a:schemeClr val="bg1"/>
                </a:solidFill>
                <a:latin typeface="Courier New"/>
                <a:cs typeface="Courier New"/>
              </a:rPr>
              <a:t>/home/</a:t>
            </a:r>
            <a:r>
              <a:rPr lang="en-US" sz="1600" spc="-8" noProof="0" dirty="0" err="1">
                <a:solidFill>
                  <a:schemeClr val="bg1"/>
                </a:solidFill>
                <a:latin typeface="Courier New"/>
                <a:cs typeface="Courier New"/>
              </a:rPr>
              <a:t>qa</a:t>
            </a:r>
            <a:endParaRPr lang="en-US" sz="1600" noProof="0" dirty="0">
              <a:solidFill>
                <a:schemeClr val="bg1"/>
              </a:solidFill>
              <a:latin typeface="Courier New"/>
              <a:cs typeface="Courier New"/>
            </a:endParaRPr>
          </a:p>
        </p:txBody>
      </p:sp>
      <p:graphicFrame>
        <p:nvGraphicFramePr>
          <p:cNvPr id="6" name="Table 3">
            <a:extLst>
              <a:ext uri="{FF2B5EF4-FFF2-40B4-BE49-F238E27FC236}">
                <a16:creationId xmlns:a16="http://schemas.microsoft.com/office/drawing/2014/main" id="{EE790229-2479-C9C1-9E5F-53425E162C1E}"/>
              </a:ext>
            </a:extLst>
          </p:cNvPr>
          <p:cNvGraphicFramePr>
            <a:graphicFrameLocks noGrp="1"/>
          </p:cNvGraphicFramePr>
          <p:nvPr>
            <p:extLst>
              <p:ext uri="{D42A27DB-BD31-4B8C-83A1-F6EECF244321}">
                <p14:modId xmlns:p14="http://schemas.microsoft.com/office/powerpoint/2010/main" val="1666931335"/>
              </p:ext>
            </p:extLst>
          </p:nvPr>
        </p:nvGraphicFramePr>
        <p:xfrm>
          <a:off x="551975" y="2178678"/>
          <a:ext cx="7243516" cy="4002754"/>
        </p:xfrm>
        <a:graphic>
          <a:graphicData uri="http://schemas.openxmlformats.org/drawingml/2006/table">
            <a:tbl>
              <a:tblPr firstRow="1" bandRow="1">
                <a:tableStyleId>{21E4AEA4-8DFA-4A89-87EB-49C32662AFE0}</a:tableStyleId>
              </a:tblPr>
              <a:tblGrid>
                <a:gridCol w="1516515">
                  <a:extLst>
                    <a:ext uri="{9D8B030D-6E8A-4147-A177-3AD203B41FA5}">
                      <a16:colId xmlns:a16="http://schemas.microsoft.com/office/drawing/2014/main" val="2545755318"/>
                    </a:ext>
                  </a:extLst>
                </a:gridCol>
                <a:gridCol w="5727001">
                  <a:extLst>
                    <a:ext uri="{9D8B030D-6E8A-4147-A177-3AD203B41FA5}">
                      <a16:colId xmlns:a16="http://schemas.microsoft.com/office/drawing/2014/main" val="1963694684"/>
                    </a:ext>
                  </a:extLst>
                </a:gridCol>
              </a:tblGrid>
              <a:tr h="350587">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rPr>
                        <a:t>Type in</a:t>
                      </a:r>
                      <a:endParaRPr lang="en-US" sz="1800" noProof="0" dirty="0">
                        <a:solidFill>
                          <a:schemeClr val="tx1"/>
                        </a:solidFill>
                        <a:latin typeface="+mn-lt"/>
                      </a:endParaRP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rPr>
                        <a:t>Returns</a:t>
                      </a:r>
                      <a:endParaRPr lang="en-US" sz="1800" noProof="0" dirty="0">
                        <a:solidFill>
                          <a:schemeClr val="tx1"/>
                        </a:solidFill>
                        <a:latin typeface="+mn-lt"/>
                      </a:endParaRPr>
                    </a:p>
                  </a:txBody>
                  <a:tcPr/>
                </a:tc>
                <a:extLst>
                  <a:ext uri="{0D108BD9-81ED-4DB2-BD59-A6C34878D82A}">
                    <a16:rowId xmlns:a16="http://schemas.microsoft.com/office/drawing/2014/main" val="1407768688"/>
                  </a:ext>
                </a:extLst>
              </a:tr>
              <a:tr h="355457">
                <a:tc>
                  <a:txBody>
                    <a:bodyPr/>
                    <a:lstStyle/>
                    <a:p>
                      <a:pPr marL="10319">
                        <a:spcBef>
                          <a:spcPts val="77"/>
                        </a:spcBef>
                      </a:pPr>
                      <a:r>
                        <a:rPr lang="en-US" sz="1800" b="1" spc="-8" noProof="0" dirty="0">
                          <a:solidFill>
                            <a:srgbClr val="0000C7"/>
                          </a:solidFill>
                        </a:rPr>
                        <a:t>!</a:t>
                      </a:r>
                      <a:r>
                        <a:rPr lang="en-US" sz="1800" b="1" spc="-8" noProof="0" dirty="0">
                          <a:solidFill>
                            <a:srgbClr val="000066"/>
                          </a:solidFill>
                        </a:rPr>
                        <a:t>n</a:t>
                      </a:r>
                      <a:endParaRPr lang="en-US" sz="1800" noProof="0" dirty="0">
                        <a:latin typeface="Hack" panose="020B0609030202020204"/>
                      </a:endParaRPr>
                    </a:p>
                  </a:txBody>
                  <a:tcPr/>
                </a:tc>
                <a:tc>
                  <a:txBody>
                    <a:bodyPr/>
                    <a:lstStyle/>
                    <a:p>
                      <a:pPr marL="10319">
                        <a:spcBef>
                          <a:spcPts val="77"/>
                        </a:spcBef>
                      </a:pPr>
                      <a:r>
                        <a:rPr lang="en-US" sz="1800" spc="-8" noProof="0" dirty="0">
                          <a:solidFill>
                            <a:schemeClr val="tx1"/>
                          </a:solidFill>
                        </a:rPr>
                        <a:t>The</a:t>
                      </a:r>
                      <a:r>
                        <a:rPr lang="en-US" sz="1800" spc="8" noProof="0" dirty="0">
                          <a:solidFill>
                            <a:schemeClr val="tx1"/>
                          </a:solidFill>
                        </a:rPr>
                        <a:t> </a:t>
                      </a:r>
                      <a:r>
                        <a:rPr lang="en-US" sz="1800" spc="-4" noProof="0" dirty="0">
                          <a:solidFill>
                            <a:schemeClr val="tx1"/>
                          </a:solidFill>
                        </a:rPr>
                        <a:t>nth</a:t>
                      </a:r>
                      <a:r>
                        <a:rPr lang="en-US" sz="1800" spc="-8" noProof="0" dirty="0">
                          <a:solidFill>
                            <a:schemeClr val="tx1"/>
                          </a:solidFill>
                        </a:rPr>
                        <a:t> line</a:t>
                      </a:r>
                      <a:r>
                        <a:rPr lang="en-US" sz="1800" spc="20" noProof="0" dirty="0">
                          <a:solidFill>
                            <a:schemeClr val="tx1"/>
                          </a:solidFill>
                        </a:rPr>
                        <a:t> </a:t>
                      </a:r>
                      <a:r>
                        <a:rPr lang="en-US" sz="1800" spc="-4" noProof="0" dirty="0">
                          <a:solidFill>
                            <a:schemeClr val="tx1"/>
                          </a:solidFill>
                        </a:rPr>
                        <a:t>in</a:t>
                      </a:r>
                      <a:r>
                        <a:rPr lang="en-US" sz="1800" spc="-8" noProof="0" dirty="0">
                          <a:solidFill>
                            <a:schemeClr val="tx1"/>
                          </a:solidFill>
                        </a:rPr>
                        <a:t> </a:t>
                      </a:r>
                      <a:r>
                        <a:rPr lang="en-US" sz="1800" spc="-4" noProof="0" dirty="0">
                          <a:solidFill>
                            <a:schemeClr val="tx1"/>
                          </a:solidFill>
                        </a:rPr>
                        <a:t>the</a:t>
                      </a:r>
                      <a:r>
                        <a:rPr lang="en-US" sz="1800" spc="24" noProof="0" dirty="0">
                          <a:solidFill>
                            <a:schemeClr val="tx1"/>
                          </a:solidFill>
                        </a:rPr>
                        <a:t> </a:t>
                      </a:r>
                      <a:r>
                        <a:rPr lang="en-US" sz="1800" noProof="0" dirty="0">
                          <a:solidFill>
                            <a:schemeClr val="tx1"/>
                          </a:solidFill>
                        </a:rPr>
                        <a:t>history</a:t>
                      </a:r>
                      <a:r>
                        <a:rPr lang="en-US" sz="1800" spc="28" noProof="0" dirty="0">
                          <a:solidFill>
                            <a:schemeClr val="tx1"/>
                          </a:solidFill>
                        </a:rPr>
                        <a:t> </a:t>
                      </a:r>
                      <a:r>
                        <a:rPr lang="en-US" sz="1800" spc="-8" noProof="0" dirty="0">
                          <a:solidFill>
                            <a:schemeClr val="tx1"/>
                          </a:solidFill>
                        </a:rPr>
                        <a:t>list</a:t>
                      </a:r>
                      <a:endParaRPr lang="en-US" sz="1800" noProof="0" dirty="0">
                        <a:solidFill>
                          <a:schemeClr val="tx1"/>
                        </a:solidFill>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51263351"/>
                  </a:ext>
                </a:extLst>
              </a:tr>
              <a:tr h="355457">
                <a:tc>
                  <a:txBody>
                    <a:bodyPr/>
                    <a:lstStyle/>
                    <a:p>
                      <a:pPr marL="10319"/>
                      <a:r>
                        <a:rPr lang="en-US" sz="1800" b="1" spc="-4" noProof="0" dirty="0">
                          <a:solidFill>
                            <a:srgbClr val="0000C7"/>
                          </a:solidFill>
                        </a:rPr>
                        <a:t>!</a:t>
                      </a:r>
                      <a:r>
                        <a:rPr lang="en-US" sz="1800" b="1" spc="-4" noProof="0" dirty="0">
                          <a:solidFill>
                            <a:srgbClr val="000066"/>
                          </a:solidFill>
                        </a:rPr>
                        <a:t>-n</a:t>
                      </a:r>
                      <a:endParaRPr lang="en-US" sz="1800" noProof="0" dirty="0">
                        <a:latin typeface="Hack" panose="020B0609030202020204"/>
                      </a:endParaRPr>
                    </a:p>
                  </a:txBody>
                  <a:tcPr/>
                </a:tc>
                <a:tc>
                  <a:txBody>
                    <a:bodyPr/>
                    <a:lstStyle/>
                    <a:p>
                      <a:pPr marL="10319"/>
                      <a:r>
                        <a:rPr lang="en-US" sz="1800" spc="-8" noProof="0" dirty="0">
                          <a:solidFill>
                            <a:schemeClr val="tx1"/>
                          </a:solidFill>
                        </a:rPr>
                        <a:t>The</a:t>
                      </a:r>
                      <a:r>
                        <a:rPr lang="en-US" sz="1800" noProof="0" dirty="0">
                          <a:solidFill>
                            <a:schemeClr val="tx1"/>
                          </a:solidFill>
                        </a:rPr>
                        <a:t> </a:t>
                      </a:r>
                      <a:r>
                        <a:rPr lang="en-US" sz="1800" spc="-4" noProof="0" dirty="0">
                          <a:solidFill>
                            <a:schemeClr val="tx1"/>
                          </a:solidFill>
                        </a:rPr>
                        <a:t>nth</a:t>
                      </a:r>
                      <a:r>
                        <a:rPr lang="en-US" sz="1800" spc="-12" noProof="0" dirty="0">
                          <a:solidFill>
                            <a:schemeClr val="tx1"/>
                          </a:solidFill>
                        </a:rPr>
                        <a:t> </a:t>
                      </a:r>
                      <a:r>
                        <a:rPr lang="en-US" sz="1800" spc="-8" noProof="0" dirty="0">
                          <a:solidFill>
                            <a:schemeClr val="tx1"/>
                          </a:solidFill>
                        </a:rPr>
                        <a:t>previous</a:t>
                      </a:r>
                      <a:r>
                        <a:rPr lang="en-US" sz="1800" spc="24" noProof="0" dirty="0">
                          <a:solidFill>
                            <a:schemeClr val="tx1"/>
                          </a:solidFill>
                        </a:rPr>
                        <a:t> </a:t>
                      </a:r>
                      <a:r>
                        <a:rPr lang="en-US" sz="1800" spc="-8" noProof="0" dirty="0">
                          <a:solidFill>
                            <a:schemeClr val="tx1"/>
                          </a:solidFill>
                        </a:rPr>
                        <a:t>line</a:t>
                      </a:r>
                      <a:endParaRPr lang="en-US" sz="1800" noProof="0" dirty="0">
                        <a:solidFill>
                          <a:schemeClr val="tx1"/>
                        </a:solidFill>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136155963"/>
                  </a:ext>
                </a:extLst>
              </a:tr>
              <a:tr h="355457">
                <a:tc>
                  <a:txBody>
                    <a:bodyPr/>
                    <a:lstStyle/>
                    <a:p>
                      <a:pPr marL="10319"/>
                      <a:r>
                        <a:rPr lang="en-US" sz="1800" b="1" spc="-8" noProof="0" dirty="0">
                          <a:solidFill>
                            <a:srgbClr val="0000C7"/>
                          </a:solidFill>
                        </a:rPr>
                        <a:t>!!</a:t>
                      </a:r>
                      <a:endParaRPr lang="en-US" sz="1800" noProof="0" dirty="0">
                        <a:latin typeface="Hack" panose="020B0609030202020204"/>
                      </a:endParaRPr>
                    </a:p>
                  </a:txBody>
                  <a:tcPr/>
                </a:tc>
                <a:tc>
                  <a:txBody>
                    <a:bodyPr/>
                    <a:lstStyle/>
                    <a:p>
                      <a:pPr marL="10319"/>
                      <a:r>
                        <a:rPr lang="en-US" sz="1800" spc="-8" noProof="0" dirty="0">
                          <a:solidFill>
                            <a:schemeClr val="tx1"/>
                          </a:solidFill>
                        </a:rPr>
                        <a:t>The</a:t>
                      </a:r>
                      <a:r>
                        <a:rPr lang="en-US" sz="1800" spc="-12" noProof="0" dirty="0">
                          <a:solidFill>
                            <a:schemeClr val="tx1"/>
                          </a:solidFill>
                        </a:rPr>
                        <a:t> </a:t>
                      </a:r>
                      <a:r>
                        <a:rPr lang="en-US" sz="1800" spc="-8" noProof="0" dirty="0">
                          <a:solidFill>
                            <a:schemeClr val="tx1"/>
                          </a:solidFill>
                        </a:rPr>
                        <a:t>last line</a:t>
                      </a:r>
                      <a:endParaRPr lang="en-US" sz="1800" noProof="0" dirty="0">
                        <a:solidFill>
                          <a:schemeClr val="tx1"/>
                        </a:solidFill>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4006115340"/>
                  </a:ext>
                </a:extLst>
              </a:tr>
              <a:tr h="355457">
                <a:tc>
                  <a:txBody>
                    <a:bodyPr/>
                    <a:lstStyle/>
                    <a:p>
                      <a:pPr marL="10319">
                        <a:lnSpc>
                          <a:spcPts val="1893"/>
                        </a:lnSpc>
                      </a:pPr>
                      <a:r>
                        <a:rPr lang="en-US" sz="1800" b="1" spc="-12" noProof="0" dirty="0">
                          <a:solidFill>
                            <a:srgbClr val="0000C7"/>
                          </a:solidFill>
                        </a:rPr>
                        <a:t>!</a:t>
                      </a:r>
                      <a:r>
                        <a:rPr lang="en-US" sz="1800" b="1" spc="-12" noProof="0" dirty="0">
                          <a:solidFill>
                            <a:srgbClr val="000066"/>
                          </a:solidFill>
                        </a:rPr>
                        <a:t>prefix</a:t>
                      </a:r>
                      <a:endParaRPr lang="en-US" sz="1800" noProof="0" dirty="0">
                        <a:latin typeface="Hack" panose="020B0609030202020204"/>
                      </a:endParaRPr>
                    </a:p>
                  </a:txBody>
                  <a:tcPr/>
                </a:tc>
                <a:tc>
                  <a:txBody>
                    <a:bodyPr/>
                    <a:lstStyle/>
                    <a:p>
                      <a:pPr marL="10319">
                        <a:lnSpc>
                          <a:spcPts val="1893"/>
                        </a:lnSpc>
                      </a:pPr>
                      <a:r>
                        <a:rPr lang="en-US" sz="1800" spc="-8" noProof="0" dirty="0">
                          <a:solidFill>
                            <a:schemeClr val="tx1"/>
                          </a:solidFill>
                        </a:rPr>
                        <a:t>The most </a:t>
                      </a:r>
                      <a:r>
                        <a:rPr lang="en-US" sz="1800" spc="-12" noProof="0" dirty="0">
                          <a:solidFill>
                            <a:schemeClr val="tx1"/>
                          </a:solidFill>
                        </a:rPr>
                        <a:t>recent </a:t>
                      </a:r>
                      <a:r>
                        <a:rPr lang="en-US" sz="1800" spc="-8" noProof="0" dirty="0">
                          <a:solidFill>
                            <a:schemeClr val="tx1"/>
                          </a:solidFill>
                        </a:rPr>
                        <a:t>line </a:t>
                      </a:r>
                      <a:r>
                        <a:rPr lang="en-US" sz="1800" spc="-4" noProof="0" dirty="0">
                          <a:solidFill>
                            <a:schemeClr val="tx1"/>
                          </a:solidFill>
                        </a:rPr>
                        <a:t>with the </a:t>
                      </a:r>
                      <a:r>
                        <a:rPr lang="en-US" sz="1800" spc="-12" noProof="0" dirty="0">
                          <a:solidFill>
                            <a:schemeClr val="tx1"/>
                          </a:solidFill>
                        </a:rPr>
                        <a:t>specified </a:t>
                      </a:r>
                      <a:r>
                        <a:rPr lang="en-US" sz="1800" spc="-8" noProof="0" dirty="0">
                          <a:solidFill>
                            <a:schemeClr val="tx1"/>
                          </a:solidFill>
                        </a:rPr>
                        <a:t>prefix </a:t>
                      </a:r>
                      <a:endParaRPr lang="en-US" sz="1800" noProof="0" dirty="0">
                        <a:solidFill>
                          <a:schemeClr val="tx1"/>
                        </a:solidFill>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041186106"/>
                  </a:ext>
                </a:extLst>
              </a:tr>
              <a:tr h="355457">
                <a:tc>
                  <a:txBody>
                    <a:bodyPr/>
                    <a:lstStyle/>
                    <a:p>
                      <a:pPr marL="10319">
                        <a:lnSpc>
                          <a:spcPts val="1893"/>
                        </a:lnSpc>
                      </a:pPr>
                      <a:r>
                        <a:rPr lang="en-US" sz="1800" b="1" spc="-12" noProof="0" dirty="0">
                          <a:solidFill>
                            <a:srgbClr val="0000C7"/>
                          </a:solidFill>
                        </a:rPr>
                        <a:t>^</a:t>
                      </a:r>
                      <a:r>
                        <a:rPr lang="en-US" sz="1800" b="1" spc="-12" noProof="0" dirty="0" err="1">
                          <a:solidFill>
                            <a:srgbClr val="000066"/>
                          </a:solidFill>
                        </a:rPr>
                        <a:t>xx</a:t>
                      </a:r>
                      <a:r>
                        <a:rPr lang="en-US" sz="1800" b="1" spc="-12" noProof="0" dirty="0" err="1">
                          <a:solidFill>
                            <a:srgbClr val="0000C7"/>
                          </a:solidFill>
                        </a:rPr>
                        <a:t>^</a:t>
                      </a:r>
                      <a:r>
                        <a:rPr lang="en-US" sz="1800" b="1" spc="-12" noProof="0" dirty="0" err="1">
                          <a:solidFill>
                            <a:srgbClr val="000066"/>
                          </a:solidFill>
                        </a:rPr>
                        <a:t>zz</a:t>
                      </a:r>
                      <a:endParaRPr lang="en-US" sz="1800" noProof="0" dirty="0">
                        <a:latin typeface="Hack" panose="020B0609030202020204"/>
                      </a:endParaRPr>
                    </a:p>
                  </a:txBody>
                  <a:tcPr/>
                </a:tc>
                <a:tc>
                  <a:txBody>
                    <a:bodyPr/>
                    <a:lstStyle/>
                    <a:p>
                      <a:pPr marL="10319">
                        <a:lnSpc>
                          <a:spcPts val="1893"/>
                        </a:lnSpc>
                      </a:pPr>
                      <a:r>
                        <a:rPr lang="en-US" sz="1800" spc="-8" noProof="0" dirty="0">
                          <a:solidFill>
                            <a:schemeClr val="tx1"/>
                          </a:solidFill>
                        </a:rPr>
                        <a:t>The last line, </a:t>
                      </a:r>
                      <a:r>
                        <a:rPr lang="en-US" sz="1800" spc="-4" noProof="0" dirty="0">
                          <a:solidFill>
                            <a:schemeClr val="tx1"/>
                          </a:solidFill>
                        </a:rPr>
                        <a:t>with the </a:t>
                      </a:r>
                      <a:r>
                        <a:rPr lang="en-US" sz="1800" spc="-8" noProof="0" dirty="0">
                          <a:solidFill>
                            <a:schemeClr val="tx1"/>
                          </a:solidFill>
                        </a:rPr>
                        <a:t>string </a:t>
                      </a:r>
                      <a:r>
                        <a:rPr lang="en-US" sz="1800" spc="-4" noProof="0" dirty="0">
                          <a:solidFill>
                            <a:schemeClr val="tx1"/>
                          </a:solidFill>
                        </a:rPr>
                        <a:t>xx </a:t>
                      </a:r>
                      <a:r>
                        <a:rPr lang="en-US" sz="1800" spc="-12" noProof="0" dirty="0">
                          <a:solidFill>
                            <a:schemeClr val="tx1"/>
                          </a:solidFill>
                        </a:rPr>
                        <a:t>replaced </a:t>
                      </a:r>
                      <a:r>
                        <a:rPr lang="en-US" sz="1800" spc="-4" noProof="0" dirty="0">
                          <a:solidFill>
                            <a:schemeClr val="tx1"/>
                          </a:solidFill>
                        </a:rPr>
                        <a:t>by </a:t>
                      </a:r>
                      <a:r>
                        <a:rPr lang="en-US" sz="1800" spc="4" noProof="0" dirty="0" err="1">
                          <a:solidFill>
                            <a:schemeClr val="tx1"/>
                          </a:solidFill>
                        </a:rPr>
                        <a:t>zz</a:t>
                      </a:r>
                      <a:r>
                        <a:rPr lang="en-US" sz="1800" spc="4" noProof="0" dirty="0">
                          <a:solidFill>
                            <a:schemeClr val="tx1"/>
                          </a:solidFill>
                        </a:rPr>
                        <a:t> </a:t>
                      </a:r>
                      <a:endParaRPr lang="en-US" sz="1800" noProof="0" dirty="0">
                        <a:solidFill>
                          <a:schemeClr val="tx1"/>
                        </a:solidFill>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212252278"/>
                  </a:ext>
                </a:extLst>
              </a:tr>
              <a:tr h="355457">
                <a:tc>
                  <a:txBody>
                    <a:bodyPr/>
                    <a:lstStyle/>
                    <a:p>
                      <a:pPr marL="10319">
                        <a:spcBef>
                          <a:spcPts val="4"/>
                        </a:spcBef>
                      </a:pPr>
                      <a:r>
                        <a:rPr lang="en-US" sz="1800" b="1" spc="-8" noProof="0" dirty="0">
                          <a:solidFill>
                            <a:srgbClr val="0000C7"/>
                          </a:solidFill>
                        </a:rPr>
                        <a:t>!</a:t>
                      </a:r>
                      <a:r>
                        <a:rPr lang="en-US" sz="1800" b="1" spc="-8" noProof="0" dirty="0" err="1">
                          <a:solidFill>
                            <a:srgbClr val="000066"/>
                          </a:solidFill>
                        </a:rPr>
                        <a:t>n:s</a:t>
                      </a:r>
                      <a:r>
                        <a:rPr lang="en-US" sz="1800" b="1" spc="-8" noProof="0" dirty="0">
                          <a:solidFill>
                            <a:srgbClr val="000066"/>
                          </a:solidFill>
                        </a:rPr>
                        <a:t>/xx/</a:t>
                      </a:r>
                      <a:r>
                        <a:rPr lang="en-US" sz="1800" b="1" spc="-8" noProof="0" dirty="0" err="1">
                          <a:solidFill>
                            <a:srgbClr val="000066"/>
                          </a:solidFill>
                        </a:rPr>
                        <a:t>zz</a:t>
                      </a:r>
                      <a:r>
                        <a:rPr lang="en-US" sz="1800" b="1" spc="-8" noProof="0" dirty="0">
                          <a:solidFill>
                            <a:srgbClr val="000066"/>
                          </a:solidFill>
                        </a:rPr>
                        <a:t>/</a:t>
                      </a:r>
                      <a:endParaRPr lang="en-US" sz="1800" noProof="0" dirty="0">
                        <a:latin typeface="Hack" panose="020B0609030202020204"/>
                      </a:endParaRPr>
                    </a:p>
                  </a:txBody>
                  <a:tcPr/>
                </a:tc>
                <a:tc>
                  <a:txBody>
                    <a:bodyPr/>
                    <a:lstStyle/>
                    <a:p>
                      <a:pPr marL="10319">
                        <a:spcBef>
                          <a:spcPts val="4"/>
                        </a:spcBef>
                      </a:pPr>
                      <a:r>
                        <a:rPr lang="en-US" sz="1800" spc="-8" noProof="0" dirty="0">
                          <a:solidFill>
                            <a:schemeClr val="tx1"/>
                          </a:solidFill>
                        </a:rPr>
                        <a:t>The </a:t>
                      </a:r>
                      <a:r>
                        <a:rPr lang="en-US" sz="1800" spc="-4" noProof="0" dirty="0">
                          <a:solidFill>
                            <a:schemeClr val="tx1"/>
                          </a:solidFill>
                        </a:rPr>
                        <a:t>nth </a:t>
                      </a:r>
                      <a:r>
                        <a:rPr lang="en-US" sz="1800" spc="-8" noProof="0" dirty="0">
                          <a:solidFill>
                            <a:schemeClr val="tx1"/>
                          </a:solidFill>
                        </a:rPr>
                        <a:t>line, </a:t>
                      </a:r>
                      <a:r>
                        <a:rPr lang="en-US" sz="1800" spc="-4" noProof="0" dirty="0">
                          <a:solidFill>
                            <a:schemeClr val="tx1"/>
                          </a:solidFill>
                        </a:rPr>
                        <a:t>with the </a:t>
                      </a:r>
                      <a:r>
                        <a:rPr lang="en-US" sz="1800" spc="-8" noProof="0" dirty="0">
                          <a:solidFill>
                            <a:schemeClr val="tx1"/>
                          </a:solidFill>
                        </a:rPr>
                        <a:t>string </a:t>
                      </a:r>
                      <a:r>
                        <a:rPr lang="en-US" sz="1800" spc="-4" noProof="0" dirty="0">
                          <a:solidFill>
                            <a:schemeClr val="tx1"/>
                          </a:solidFill>
                        </a:rPr>
                        <a:t>xx </a:t>
                      </a:r>
                      <a:r>
                        <a:rPr lang="en-US" sz="1800" spc="-12" noProof="0" dirty="0">
                          <a:solidFill>
                            <a:schemeClr val="tx1"/>
                          </a:solidFill>
                        </a:rPr>
                        <a:t>replaced </a:t>
                      </a:r>
                      <a:r>
                        <a:rPr lang="en-US" sz="1800" spc="-4" noProof="0" dirty="0">
                          <a:solidFill>
                            <a:schemeClr val="tx1"/>
                          </a:solidFill>
                        </a:rPr>
                        <a:t>by </a:t>
                      </a:r>
                      <a:r>
                        <a:rPr lang="en-US" sz="1800" spc="4" noProof="0" dirty="0" err="1">
                          <a:solidFill>
                            <a:schemeClr val="tx1"/>
                          </a:solidFill>
                        </a:rPr>
                        <a:t>zz</a:t>
                      </a:r>
                      <a:r>
                        <a:rPr lang="en-US" sz="1800" spc="4" noProof="0" dirty="0">
                          <a:solidFill>
                            <a:schemeClr val="tx1"/>
                          </a:solidFill>
                        </a:rPr>
                        <a:t> </a:t>
                      </a:r>
                      <a:endParaRPr lang="en-US" sz="1800" noProof="0" dirty="0">
                        <a:solidFill>
                          <a:schemeClr val="tx1"/>
                        </a:solidFill>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207185079"/>
                  </a:ext>
                </a:extLst>
              </a:tr>
              <a:tr h="355457">
                <a:tc>
                  <a:txBody>
                    <a:bodyPr/>
                    <a:lstStyle/>
                    <a:p>
                      <a:pPr marL="10319">
                        <a:spcBef>
                          <a:spcPts val="77"/>
                        </a:spcBef>
                      </a:pPr>
                      <a:r>
                        <a:rPr lang="en-US" sz="1800" b="1" spc="-8" noProof="0" dirty="0">
                          <a:solidFill>
                            <a:srgbClr val="0000C7"/>
                          </a:solidFill>
                        </a:rPr>
                        <a:t>!</a:t>
                      </a:r>
                      <a:r>
                        <a:rPr lang="en-US" sz="1800" b="1" spc="-8" noProof="0" dirty="0">
                          <a:solidFill>
                            <a:srgbClr val="000066"/>
                          </a:solidFill>
                        </a:rPr>
                        <a:t>*</a:t>
                      </a:r>
                      <a:endParaRPr lang="en-US" sz="1800" noProof="0" dirty="0">
                        <a:latin typeface="Hack" panose="020B0609030202020204"/>
                      </a:endParaRPr>
                    </a:p>
                  </a:txBody>
                  <a:tcPr/>
                </a:tc>
                <a:tc>
                  <a:txBody>
                    <a:bodyPr/>
                    <a:lstStyle/>
                    <a:p>
                      <a:pPr marL="10319">
                        <a:spcBef>
                          <a:spcPts val="77"/>
                        </a:spcBef>
                      </a:pPr>
                      <a:r>
                        <a:rPr lang="en-US" sz="1800" spc="-4" noProof="0" dirty="0">
                          <a:solidFill>
                            <a:schemeClr val="tx1"/>
                          </a:solidFill>
                        </a:rPr>
                        <a:t>All</a:t>
                      </a:r>
                      <a:r>
                        <a:rPr lang="en-US" sz="1800" spc="-24" noProof="0" dirty="0">
                          <a:solidFill>
                            <a:schemeClr val="tx1"/>
                          </a:solidFill>
                        </a:rPr>
                        <a:t> </a:t>
                      </a:r>
                      <a:r>
                        <a:rPr lang="en-US" sz="1800" spc="-4" noProof="0" dirty="0">
                          <a:solidFill>
                            <a:schemeClr val="tx1"/>
                          </a:solidFill>
                        </a:rPr>
                        <a:t>the</a:t>
                      </a:r>
                      <a:r>
                        <a:rPr lang="en-US" sz="1800" spc="8" noProof="0" dirty="0">
                          <a:solidFill>
                            <a:schemeClr val="tx1"/>
                          </a:solidFill>
                        </a:rPr>
                        <a:t> </a:t>
                      </a:r>
                      <a:r>
                        <a:rPr lang="en-US" sz="1800" spc="-8" noProof="0" dirty="0">
                          <a:solidFill>
                            <a:schemeClr val="tx1"/>
                          </a:solidFill>
                        </a:rPr>
                        <a:t>arguments</a:t>
                      </a:r>
                      <a:r>
                        <a:rPr lang="en-US" sz="1800" spc="49" noProof="0" dirty="0">
                          <a:solidFill>
                            <a:schemeClr val="tx1"/>
                          </a:solidFill>
                        </a:rPr>
                        <a:t> </a:t>
                      </a:r>
                      <a:r>
                        <a:rPr lang="en-US" sz="1800" spc="-20" noProof="0" dirty="0">
                          <a:solidFill>
                            <a:schemeClr val="tx1"/>
                          </a:solidFill>
                        </a:rPr>
                        <a:t>of</a:t>
                      </a:r>
                      <a:r>
                        <a:rPr lang="en-US" sz="1800" spc="20" noProof="0" dirty="0">
                          <a:solidFill>
                            <a:schemeClr val="tx1"/>
                          </a:solidFill>
                        </a:rPr>
                        <a:t> </a:t>
                      </a:r>
                      <a:r>
                        <a:rPr lang="en-US" sz="1800" spc="-4" noProof="0" dirty="0">
                          <a:solidFill>
                            <a:schemeClr val="tx1"/>
                          </a:solidFill>
                        </a:rPr>
                        <a:t>the</a:t>
                      </a:r>
                      <a:r>
                        <a:rPr lang="en-US" sz="1800" spc="4" noProof="0" dirty="0">
                          <a:solidFill>
                            <a:schemeClr val="tx1"/>
                          </a:solidFill>
                        </a:rPr>
                        <a:t> </a:t>
                      </a:r>
                      <a:r>
                        <a:rPr lang="en-US" sz="1800" spc="-8" noProof="0" dirty="0">
                          <a:solidFill>
                            <a:schemeClr val="tx1"/>
                          </a:solidFill>
                        </a:rPr>
                        <a:t>last</a:t>
                      </a:r>
                      <a:r>
                        <a:rPr lang="en-US" sz="1800" spc="12" noProof="0" dirty="0">
                          <a:solidFill>
                            <a:schemeClr val="tx1"/>
                          </a:solidFill>
                        </a:rPr>
                        <a:t> </a:t>
                      </a:r>
                      <a:r>
                        <a:rPr lang="en-US" sz="1800" spc="-12" noProof="0" dirty="0">
                          <a:solidFill>
                            <a:schemeClr val="tx1"/>
                          </a:solidFill>
                        </a:rPr>
                        <a:t>command</a:t>
                      </a:r>
                      <a:endParaRPr lang="en-US" sz="1800" noProof="0" dirty="0">
                        <a:solidFill>
                          <a:schemeClr val="tx1"/>
                        </a:solidFill>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665884186"/>
                  </a:ext>
                </a:extLst>
              </a:tr>
              <a:tr h="355457">
                <a:tc>
                  <a:txBody>
                    <a:bodyPr/>
                    <a:lstStyle/>
                    <a:p>
                      <a:pPr marL="10319">
                        <a:spcBef>
                          <a:spcPts val="41"/>
                        </a:spcBef>
                      </a:pPr>
                      <a:r>
                        <a:rPr lang="en-US" sz="1800" b="1" spc="-4" noProof="0" dirty="0">
                          <a:solidFill>
                            <a:srgbClr val="0000C7"/>
                          </a:solidFill>
                        </a:rPr>
                        <a:t>!</a:t>
                      </a:r>
                      <a:r>
                        <a:rPr lang="en-US" sz="1800" b="1" spc="-4" noProof="0" dirty="0">
                          <a:solidFill>
                            <a:srgbClr val="000066"/>
                          </a:solidFill>
                        </a:rPr>
                        <a:t>$</a:t>
                      </a:r>
                      <a:endParaRPr lang="en-US" sz="1800" noProof="0" dirty="0">
                        <a:latin typeface="Hack" panose="020B0609030202020204"/>
                      </a:endParaRPr>
                    </a:p>
                  </a:txBody>
                  <a:tcPr/>
                </a:tc>
                <a:tc>
                  <a:txBody>
                    <a:bodyPr/>
                    <a:lstStyle/>
                    <a:p>
                      <a:pPr marL="10319">
                        <a:spcBef>
                          <a:spcPts val="41"/>
                        </a:spcBef>
                      </a:pPr>
                      <a:r>
                        <a:rPr lang="en-US" sz="1800" spc="-8" noProof="0" dirty="0">
                          <a:solidFill>
                            <a:schemeClr val="tx1"/>
                          </a:solidFill>
                        </a:rPr>
                        <a:t>Last</a:t>
                      </a:r>
                      <a:r>
                        <a:rPr lang="en-US" sz="1800" spc="-16" noProof="0" dirty="0">
                          <a:solidFill>
                            <a:schemeClr val="tx1"/>
                          </a:solidFill>
                        </a:rPr>
                        <a:t> </a:t>
                      </a:r>
                      <a:r>
                        <a:rPr lang="en-US" sz="1800" spc="-4" noProof="0" dirty="0">
                          <a:solidFill>
                            <a:schemeClr val="tx1"/>
                          </a:solidFill>
                        </a:rPr>
                        <a:t>argument</a:t>
                      </a:r>
                      <a:r>
                        <a:rPr lang="en-US" sz="1800" spc="16" noProof="0" dirty="0">
                          <a:solidFill>
                            <a:schemeClr val="tx1"/>
                          </a:solidFill>
                        </a:rPr>
                        <a:t> </a:t>
                      </a:r>
                      <a:r>
                        <a:rPr lang="en-US" sz="1800" spc="-20" noProof="0" dirty="0">
                          <a:solidFill>
                            <a:schemeClr val="tx1"/>
                          </a:solidFill>
                        </a:rPr>
                        <a:t>of</a:t>
                      </a:r>
                      <a:r>
                        <a:rPr lang="en-US" sz="1800" spc="-4" noProof="0" dirty="0">
                          <a:solidFill>
                            <a:schemeClr val="tx1"/>
                          </a:solidFill>
                        </a:rPr>
                        <a:t> </a:t>
                      </a:r>
                      <a:r>
                        <a:rPr lang="en-US" sz="1800" noProof="0" dirty="0">
                          <a:solidFill>
                            <a:schemeClr val="tx1"/>
                          </a:solidFill>
                        </a:rPr>
                        <a:t>the</a:t>
                      </a:r>
                      <a:r>
                        <a:rPr lang="en-US" sz="1800" spc="-12" noProof="0" dirty="0">
                          <a:solidFill>
                            <a:schemeClr val="tx1"/>
                          </a:solidFill>
                        </a:rPr>
                        <a:t> </a:t>
                      </a:r>
                      <a:r>
                        <a:rPr lang="en-US" sz="1800" spc="-4" noProof="0" dirty="0">
                          <a:solidFill>
                            <a:schemeClr val="tx1"/>
                          </a:solidFill>
                        </a:rPr>
                        <a:t>last</a:t>
                      </a:r>
                      <a:r>
                        <a:rPr lang="en-US" sz="1800" spc="-12" noProof="0" dirty="0">
                          <a:solidFill>
                            <a:schemeClr val="tx1"/>
                          </a:solidFill>
                        </a:rPr>
                        <a:t> </a:t>
                      </a:r>
                      <a:r>
                        <a:rPr lang="en-US" sz="1800" spc="-4" noProof="0" dirty="0">
                          <a:solidFill>
                            <a:schemeClr val="tx1"/>
                          </a:solidFill>
                        </a:rPr>
                        <a:t>command</a:t>
                      </a:r>
                      <a:r>
                        <a:rPr lang="en-US" sz="1800" noProof="0" dirty="0">
                          <a:solidFill>
                            <a:schemeClr val="tx1"/>
                          </a:solidFill>
                        </a:rPr>
                        <a:t> </a:t>
                      </a:r>
                      <a:r>
                        <a:rPr lang="en-US" sz="1800" spc="-4" noProof="0" dirty="0">
                          <a:solidFill>
                            <a:schemeClr val="tx1"/>
                          </a:solidFill>
                        </a:rPr>
                        <a:t>(instead </a:t>
                      </a:r>
                      <a:r>
                        <a:rPr lang="en-US" sz="1800" spc="-20" noProof="0" dirty="0">
                          <a:solidFill>
                            <a:schemeClr val="tx1"/>
                          </a:solidFill>
                        </a:rPr>
                        <a:t>of</a:t>
                      </a:r>
                      <a:r>
                        <a:rPr lang="en-US" sz="1800" spc="-4" noProof="0" dirty="0">
                          <a:solidFill>
                            <a:schemeClr val="tx1"/>
                          </a:solidFill>
                        </a:rPr>
                        <a:t> </a:t>
                      </a:r>
                      <a:r>
                        <a:rPr lang="en-US" sz="1800" b="1" spc="-8" noProof="0" dirty="0">
                          <a:solidFill>
                            <a:schemeClr val="tx1"/>
                          </a:solidFill>
                        </a:rPr>
                        <a:t>$_</a:t>
                      </a:r>
                      <a:r>
                        <a:rPr lang="en-US" sz="1800" spc="-8" noProof="0" dirty="0">
                          <a:solidFill>
                            <a:schemeClr val="tx1"/>
                          </a:solidFill>
                        </a:rPr>
                        <a:t>)</a:t>
                      </a:r>
                      <a:endParaRPr lang="en-US" sz="1800" noProof="0" dirty="0">
                        <a:solidFill>
                          <a:schemeClr val="tx1"/>
                        </a:solidFill>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012914161"/>
                  </a:ext>
                </a:extLst>
              </a:tr>
              <a:tr h="355457">
                <a:tc>
                  <a:txBody>
                    <a:bodyPr/>
                    <a:lstStyle/>
                    <a:p>
                      <a:pPr marL="10319"/>
                      <a:r>
                        <a:rPr lang="en-US" sz="1800" b="1" spc="-8" noProof="0" dirty="0">
                          <a:solidFill>
                            <a:srgbClr val="0000C7"/>
                          </a:solidFill>
                        </a:rPr>
                        <a:t>!^</a:t>
                      </a:r>
                      <a:endParaRPr lang="en-US" sz="1800" noProof="0" dirty="0">
                        <a:latin typeface="Hack" panose="020B0609030202020204"/>
                      </a:endParaRPr>
                    </a:p>
                  </a:txBody>
                  <a:tcPr/>
                </a:tc>
                <a:tc>
                  <a:txBody>
                    <a:bodyPr/>
                    <a:lstStyle/>
                    <a:p>
                      <a:pPr marL="10319"/>
                      <a:r>
                        <a:rPr lang="en-US" sz="1800" spc="-8" noProof="0" dirty="0">
                          <a:solidFill>
                            <a:schemeClr val="tx1"/>
                          </a:solidFill>
                        </a:rPr>
                        <a:t>The</a:t>
                      </a:r>
                      <a:r>
                        <a:rPr lang="en-US" sz="1800" spc="8" noProof="0" dirty="0">
                          <a:solidFill>
                            <a:schemeClr val="tx1"/>
                          </a:solidFill>
                        </a:rPr>
                        <a:t> </a:t>
                      </a:r>
                      <a:r>
                        <a:rPr lang="en-US" sz="1800" noProof="0" dirty="0">
                          <a:solidFill>
                            <a:schemeClr val="tx1"/>
                          </a:solidFill>
                        </a:rPr>
                        <a:t>first</a:t>
                      </a:r>
                      <a:r>
                        <a:rPr lang="en-US" sz="1800" spc="-8" noProof="0" dirty="0">
                          <a:solidFill>
                            <a:schemeClr val="tx1"/>
                          </a:solidFill>
                        </a:rPr>
                        <a:t> </a:t>
                      </a:r>
                      <a:r>
                        <a:rPr lang="en-US" sz="1800" spc="-12" noProof="0" dirty="0">
                          <a:solidFill>
                            <a:schemeClr val="tx1"/>
                          </a:solidFill>
                        </a:rPr>
                        <a:t>argument</a:t>
                      </a:r>
                      <a:r>
                        <a:rPr lang="en-US" sz="1800" spc="57" noProof="0" dirty="0">
                          <a:solidFill>
                            <a:schemeClr val="tx1"/>
                          </a:solidFill>
                        </a:rPr>
                        <a:t> </a:t>
                      </a:r>
                      <a:r>
                        <a:rPr lang="en-US" sz="1800" spc="-20" noProof="0" dirty="0">
                          <a:solidFill>
                            <a:schemeClr val="tx1"/>
                          </a:solidFill>
                        </a:rPr>
                        <a:t>of</a:t>
                      </a:r>
                      <a:r>
                        <a:rPr lang="en-US" sz="1800" spc="-4" noProof="0" dirty="0">
                          <a:solidFill>
                            <a:schemeClr val="tx1"/>
                          </a:solidFill>
                        </a:rPr>
                        <a:t> the</a:t>
                      </a:r>
                      <a:r>
                        <a:rPr lang="en-US" sz="1800" spc="28" noProof="0" dirty="0">
                          <a:solidFill>
                            <a:schemeClr val="tx1"/>
                          </a:solidFill>
                        </a:rPr>
                        <a:t> </a:t>
                      </a:r>
                      <a:r>
                        <a:rPr lang="en-US" sz="1800" spc="-8" noProof="0" dirty="0">
                          <a:solidFill>
                            <a:schemeClr val="tx1"/>
                          </a:solidFill>
                        </a:rPr>
                        <a:t>last</a:t>
                      </a:r>
                      <a:r>
                        <a:rPr lang="en-US" sz="1800" spc="12" noProof="0" dirty="0">
                          <a:solidFill>
                            <a:schemeClr val="tx1"/>
                          </a:solidFill>
                        </a:rPr>
                        <a:t> </a:t>
                      </a:r>
                      <a:r>
                        <a:rPr lang="en-US" sz="1800" spc="-12" noProof="0" dirty="0">
                          <a:solidFill>
                            <a:schemeClr val="tx1"/>
                          </a:solidFill>
                        </a:rPr>
                        <a:t>command</a:t>
                      </a:r>
                      <a:endParaRPr lang="en-US" sz="1800" noProof="0" dirty="0">
                        <a:solidFill>
                          <a:schemeClr val="tx1"/>
                        </a:solidFill>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569845455"/>
                  </a:ext>
                </a:extLst>
              </a:tr>
              <a:tr h="355457">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spc="-8" noProof="0" dirty="0">
                          <a:solidFill>
                            <a:srgbClr val="0000C7"/>
                          </a:solidFill>
                        </a:rPr>
                        <a:t>!</a:t>
                      </a:r>
                      <a:r>
                        <a:rPr lang="en-US" sz="1800" b="1" spc="-8" noProof="0" dirty="0">
                          <a:solidFill>
                            <a:srgbClr val="000066"/>
                          </a:solidFill>
                        </a:rPr>
                        <a:t>:n</a:t>
                      </a:r>
                      <a:endParaRPr lang="en-US" sz="1800" noProof="0" dirty="0">
                        <a:latin typeface="Hack" panose="020B0609030202020204"/>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spc="-8" noProof="0" dirty="0">
                          <a:solidFill>
                            <a:schemeClr val="tx1"/>
                          </a:solidFill>
                        </a:rPr>
                        <a:t>The</a:t>
                      </a:r>
                      <a:r>
                        <a:rPr lang="en-US" sz="1800" spc="8" noProof="0" dirty="0">
                          <a:solidFill>
                            <a:schemeClr val="tx1"/>
                          </a:solidFill>
                        </a:rPr>
                        <a:t> </a:t>
                      </a:r>
                      <a:r>
                        <a:rPr lang="en-US" sz="1800" spc="-4" noProof="0" dirty="0">
                          <a:solidFill>
                            <a:schemeClr val="tx1"/>
                          </a:solidFill>
                        </a:rPr>
                        <a:t>nth</a:t>
                      </a:r>
                      <a:r>
                        <a:rPr lang="en-US" sz="1800" spc="-8" noProof="0" dirty="0">
                          <a:solidFill>
                            <a:schemeClr val="tx1"/>
                          </a:solidFill>
                        </a:rPr>
                        <a:t> </a:t>
                      </a:r>
                      <a:r>
                        <a:rPr lang="en-US" sz="1800" spc="-12" noProof="0" dirty="0">
                          <a:solidFill>
                            <a:schemeClr val="tx1"/>
                          </a:solidFill>
                        </a:rPr>
                        <a:t>argument</a:t>
                      </a:r>
                      <a:r>
                        <a:rPr lang="en-US" sz="1800" spc="49" noProof="0" dirty="0">
                          <a:solidFill>
                            <a:schemeClr val="tx1"/>
                          </a:solidFill>
                        </a:rPr>
                        <a:t> </a:t>
                      </a:r>
                      <a:r>
                        <a:rPr lang="en-US" sz="1800" spc="-20" noProof="0" dirty="0">
                          <a:solidFill>
                            <a:schemeClr val="tx1"/>
                          </a:solidFill>
                        </a:rPr>
                        <a:t>of</a:t>
                      </a:r>
                      <a:r>
                        <a:rPr lang="en-US" sz="1800" spc="-8" noProof="0" dirty="0">
                          <a:solidFill>
                            <a:schemeClr val="tx1"/>
                          </a:solidFill>
                        </a:rPr>
                        <a:t> </a:t>
                      </a:r>
                      <a:r>
                        <a:rPr lang="en-US" sz="1800" spc="-4" noProof="0" dirty="0">
                          <a:solidFill>
                            <a:schemeClr val="tx1"/>
                          </a:solidFill>
                        </a:rPr>
                        <a:t>the</a:t>
                      </a:r>
                      <a:r>
                        <a:rPr lang="en-US" sz="1800" spc="8" noProof="0" dirty="0">
                          <a:solidFill>
                            <a:schemeClr val="tx1"/>
                          </a:solidFill>
                        </a:rPr>
                        <a:t> </a:t>
                      </a:r>
                      <a:r>
                        <a:rPr lang="en-US" sz="1800" spc="-8" noProof="0" dirty="0">
                          <a:solidFill>
                            <a:schemeClr val="tx1"/>
                          </a:solidFill>
                        </a:rPr>
                        <a:t>last</a:t>
                      </a:r>
                      <a:r>
                        <a:rPr lang="en-US" sz="1800" spc="8" noProof="0" dirty="0">
                          <a:solidFill>
                            <a:schemeClr val="tx1"/>
                          </a:solidFill>
                        </a:rPr>
                        <a:t> </a:t>
                      </a:r>
                      <a:r>
                        <a:rPr lang="en-US" sz="1800" spc="-8" noProof="0" dirty="0">
                          <a:solidFill>
                            <a:schemeClr val="tx1"/>
                          </a:solidFill>
                        </a:rPr>
                        <a:t>command</a:t>
                      </a:r>
                      <a:endParaRPr lang="en-US" sz="1800" noProof="0" dirty="0">
                        <a:solidFill>
                          <a:schemeClr val="tx1"/>
                        </a:solidFill>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2980377472"/>
                  </a:ext>
                </a:extLst>
              </a:tr>
            </a:tbl>
          </a:graphicData>
        </a:graphic>
      </p:graphicFrame>
    </p:spTree>
    <p:extLst>
      <p:ext uri="{BB962C8B-B14F-4D97-AF65-F5344CB8AC3E}">
        <p14:creationId xmlns:p14="http://schemas.microsoft.com/office/powerpoint/2010/main" val="27626655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92D3CD-7DEA-C345-7841-32259B24EA1D}"/>
              </a:ext>
            </a:extLst>
          </p:cNvPr>
          <p:cNvSpPr>
            <a:spLocks noGrp="1"/>
          </p:cNvSpPr>
          <p:nvPr>
            <p:ph type="ctrTitle"/>
          </p:nvPr>
        </p:nvSpPr>
        <p:spPr/>
        <p:txBody>
          <a:bodyPr/>
          <a:lstStyle/>
          <a:p>
            <a:r>
              <a:rPr lang="en-US" noProof="0" dirty="0"/>
              <a:t>Review and lab</a:t>
            </a:r>
          </a:p>
        </p:txBody>
      </p:sp>
      <p:sp>
        <p:nvSpPr>
          <p:cNvPr id="6" name="Subtitle 5">
            <a:extLst>
              <a:ext uri="{FF2B5EF4-FFF2-40B4-BE49-F238E27FC236}">
                <a16:creationId xmlns:a16="http://schemas.microsoft.com/office/drawing/2014/main" id="{165ED521-AA9F-8DF3-E5B0-D0FE1142F427}"/>
              </a:ext>
            </a:extLst>
          </p:cNvPr>
          <p:cNvSpPr>
            <a:spLocks noGrp="1"/>
          </p:cNvSpPr>
          <p:nvPr>
            <p:ph type="subTitle" idx="1"/>
          </p:nvPr>
        </p:nvSpPr>
        <p:spPr/>
        <p:txBody>
          <a:bodyPr/>
          <a:lstStyle/>
          <a:p>
            <a:endParaRPr lang="en-US" noProof="0" dirty="0"/>
          </a:p>
        </p:txBody>
      </p:sp>
      <p:sp>
        <p:nvSpPr>
          <p:cNvPr id="4" name="Slide Number Placeholder 3">
            <a:extLst>
              <a:ext uri="{FF2B5EF4-FFF2-40B4-BE49-F238E27FC236}">
                <a16:creationId xmlns:a16="http://schemas.microsoft.com/office/drawing/2014/main" id="{B344B163-FCA9-D65D-0AAA-8D83EC4DA994}"/>
              </a:ext>
            </a:extLst>
          </p:cNvPr>
          <p:cNvSpPr>
            <a:spLocks noGrp="1"/>
          </p:cNvSpPr>
          <p:nvPr>
            <p:ph type="sldNum" sz="quarter" idx="4294967295"/>
          </p:nvPr>
        </p:nvSpPr>
        <p:spPr>
          <a:xfrm>
            <a:off x="9448800" y="6399213"/>
            <a:ext cx="2743200" cy="365125"/>
          </a:xfrm>
          <a:prstGeom prst="rect">
            <a:avLst/>
          </a:prstGeom>
        </p:spPr>
        <p:txBody>
          <a:bodyPr/>
          <a:lstStyle/>
          <a:p>
            <a:fld id="{F3469444-D02B-D446-9CF8-19DEDDE073D1}" type="slidenum">
              <a:rPr lang="en-US" noProof="0" smtClean="0"/>
              <a:pPr/>
              <a:t>36</a:t>
            </a:fld>
            <a:endParaRPr lang="en-US" noProof="0" dirty="0"/>
          </a:p>
        </p:txBody>
      </p:sp>
    </p:spTree>
    <p:extLst>
      <p:ext uri="{BB962C8B-B14F-4D97-AF65-F5344CB8AC3E}">
        <p14:creationId xmlns:p14="http://schemas.microsoft.com/office/powerpoint/2010/main" val="14143483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0B5A579-E082-53F5-D03A-664095939DEE}"/>
              </a:ext>
            </a:extLst>
          </p:cNvPr>
          <p:cNvSpPr>
            <a:spLocks noGrp="1"/>
          </p:cNvSpPr>
          <p:nvPr>
            <p:ph type="ctrTitle"/>
          </p:nvPr>
        </p:nvSpPr>
        <p:spPr/>
        <p:txBody>
          <a:bodyPr/>
          <a:lstStyle/>
          <a:p>
            <a:r>
              <a:rPr lang="en-US" noProof="0" dirty="0"/>
              <a:t>Review questions</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4"/>
          </p:nvPr>
        </p:nvSpPr>
        <p:spPr/>
        <p:txBody>
          <a:bodyPr/>
          <a:lstStyle/>
          <a:p>
            <a:pPr marL="342900" lvl="4" indent="-342900">
              <a:lnSpc>
                <a:spcPct val="150000"/>
              </a:lnSpc>
              <a:spcAft>
                <a:spcPts val="0"/>
              </a:spcAft>
              <a:buFont typeface="+mj-lt"/>
              <a:buAutoNum type="alphaLcParenR"/>
            </a:pPr>
            <a:r>
              <a:rPr lang="en-US" sz="1800" noProof="0" dirty="0"/>
              <a:t>How does the shell split the command line into words?</a:t>
            </a:r>
          </a:p>
          <a:p>
            <a:pPr marL="342900" lvl="4" indent="-342900">
              <a:lnSpc>
                <a:spcPct val="150000"/>
              </a:lnSpc>
              <a:spcAft>
                <a:spcPts val="0"/>
              </a:spcAft>
              <a:buFont typeface="+mj-lt"/>
              <a:buAutoNum type="alphaLcParenR"/>
            </a:pPr>
            <a:r>
              <a:rPr lang="en-US" sz="1800" noProof="0" dirty="0"/>
              <a:t>What does </a:t>
            </a:r>
            <a:r>
              <a:rPr lang="en-US" sz="1800" noProof="0" dirty="0" err="1"/>
              <a:t>globbing</a:t>
            </a:r>
            <a:r>
              <a:rPr lang="en-US" sz="1800" noProof="0" dirty="0"/>
              <a:t> (wildcards) do?</a:t>
            </a:r>
          </a:p>
          <a:p>
            <a:pPr marL="342900" lvl="4" indent="-342900">
              <a:lnSpc>
                <a:spcPct val="150000"/>
              </a:lnSpc>
              <a:spcAft>
                <a:spcPts val="0"/>
              </a:spcAft>
              <a:buFont typeface="+mj-lt"/>
              <a:buAutoNum type="alphaLcParenR"/>
            </a:pPr>
            <a:r>
              <a:rPr lang="en-US" sz="1800" noProof="0" dirty="0"/>
              <a:t>Why is the </a:t>
            </a:r>
            <a:r>
              <a:rPr lang="en-US" sz="1800" b="1" noProof="0" dirty="0">
                <a:latin typeface="Hack" panose="020B0609030202020204" pitchFamily="49" charset="0"/>
                <a:ea typeface="Hack" panose="020B0609030202020204" pitchFamily="49" charset="0"/>
                <a:cs typeface="Hack" panose="020B0609030202020204" pitchFamily="49" charset="0"/>
              </a:rPr>
              <a:t>$(</a:t>
            </a:r>
            <a:r>
              <a:rPr lang="en-US" sz="1800" b="1" noProof="0" dirty="0" err="1">
                <a:latin typeface="Hack" panose="020B0609030202020204" pitchFamily="49" charset="0"/>
                <a:ea typeface="Hack" panose="020B0609030202020204" pitchFamily="49" charset="0"/>
                <a:cs typeface="Hack" panose="020B0609030202020204" pitchFamily="49" charset="0"/>
              </a:rPr>
              <a:t>cmd</a:t>
            </a:r>
            <a:r>
              <a:rPr lang="en-US" sz="1800" b="1" noProof="0" dirty="0">
                <a:latin typeface="Hack" panose="020B0609030202020204" pitchFamily="49" charset="0"/>
                <a:ea typeface="Hack" panose="020B0609030202020204" pitchFamily="49" charset="0"/>
                <a:cs typeface="Hack" panose="020B0609030202020204" pitchFamily="49" charset="0"/>
              </a:rPr>
              <a:t>) </a:t>
            </a:r>
            <a:r>
              <a:rPr lang="en-US" sz="1800" noProof="0" dirty="0"/>
              <a:t>syntax recommended over the </a:t>
            </a:r>
            <a:r>
              <a:rPr lang="en-US" sz="1800" b="1" noProof="0" dirty="0">
                <a:latin typeface="Hack" panose="020B0609030202020204" pitchFamily="49" charset="0"/>
                <a:ea typeface="Hack" panose="020B0609030202020204" pitchFamily="49" charset="0"/>
                <a:cs typeface="Hack" panose="020B0609030202020204" pitchFamily="49" charset="0"/>
              </a:rPr>
              <a:t>`</a:t>
            </a:r>
            <a:r>
              <a:rPr lang="en-US" sz="1800" b="1" noProof="0" dirty="0" err="1">
                <a:latin typeface="Hack" panose="020B0609030202020204" pitchFamily="49" charset="0"/>
                <a:ea typeface="Hack" panose="020B0609030202020204" pitchFamily="49" charset="0"/>
                <a:cs typeface="Hack" panose="020B0609030202020204" pitchFamily="49" charset="0"/>
              </a:rPr>
              <a:t>cmd</a:t>
            </a:r>
            <a:r>
              <a:rPr lang="en-US" sz="1800" b="1" noProof="0" dirty="0">
                <a:latin typeface="Hack" panose="020B0609030202020204" pitchFamily="49" charset="0"/>
                <a:ea typeface="Hack" panose="020B0609030202020204" pitchFamily="49" charset="0"/>
                <a:cs typeface="Hack" panose="020B0609030202020204" pitchFamily="49" charset="0"/>
              </a:rPr>
              <a:t>` </a:t>
            </a:r>
            <a:r>
              <a:rPr lang="en-US" sz="1800" noProof="0" dirty="0"/>
              <a:t>notation? </a:t>
            </a:r>
          </a:p>
          <a:p>
            <a:pPr marL="342900" lvl="4" indent="-342900">
              <a:lnSpc>
                <a:spcPct val="150000"/>
              </a:lnSpc>
              <a:spcAft>
                <a:spcPts val="0"/>
              </a:spcAft>
              <a:buFont typeface="+mj-lt"/>
              <a:buAutoNum type="alphaLcParenR"/>
            </a:pPr>
            <a:r>
              <a:rPr lang="en-US" sz="1800" noProof="0" dirty="0"/>
              <a:t>What is the difference, when used on the command line, between the single and double quotes?</a:t>
            </a:r>
          </a:p>
          <a:p>
            <a:pPr marL="342900" lvl="4" indent="-342900">
              <a:lnSpc>
                <a:spcPct val="150000"/>
              </a:lnSpc>
              <a:spcAft>
                <a:spcPts val="0"/>
              </a:spcAft>
              <a:buFont typeface="+mj-lt"/>
              <a:buAutoNum type="alphaLcParenR"/>
            </a:pPr>
            <a:r>
              <a:rPr lang="en-US" sz="1800" noProof="0" dirty="0"/>
              <a:t>In Bash, what does the </a:t>
            </a:r>
            <a:r>
              <a:rPr lang="en-US" sz="1800" b="1" noProof="0" dirty="0">
                <a:ea typeface="Hack" panose="020B0609030202020204" pitchFamily="49" charset="0"/>
                <a:cs typeface="Hack" panose="020B0609030202020204" pitchFamily="49" charset="0"/>
              </a:rPr>
              <a:t>!ls</a:t>
            </a:r>
            <a:r>
              <a:rPr lang="en-US" sz="1800" noProof="0" dirty="0"/>
              <a:t>&lt;Enter&gt; command achieve?</a:t>
            </a:r>
          </a:p>
          <a:p>
            <a:endParaRPr lang="en-US" sz="1800"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12"/>
          </p:nvPr>
        </p:nvSpPr>
        <p:spPr>
          <a:prstGeom prst="rect">
            <a:avLst/>
          </a:prstGeom>
        </p:spPr>
        <p:txBody>
          <a:bodyPr/>
          <a:lstStyle/>
          <a:p>
            <a:fld id="{EF892D59-8F09-EF4B-AD6D-DA609442F868}" type="slidenum">
              <a:rPr lang="en-US" noProof="0" smtClean="0"/>
              <a:pPr/>
              <a:t>37</a:t>
            </a:fld>
            <a:endParaRPr lang="en-US" noProof="0" dirty="0"/>
          </a:p>
        </p:txBody>
      </p:sp>
    </p:spTree>
    <p:extLst>
      <p:ext uri="{BB962C8B-B14F-4D97-AF65-F5344CB8AC3E}">
        <p14:creationId xmlns:p14="http://schemas.microsoft.com/office/powerpoint/2010/main" val="4283147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9A5E23-6065-D476-460C-1C46CF38262F}"/>
              </a:ext>
            </a:extLst>
          </p:cNvPr>
          <p:cNvSpPr>
            <a:spLocks noGrp="1"/>
          </p:cNvSpPr>
          <p:nvPr>
            <p:ph type="ctrTitle"/>
          </p:nvPr>
        </p:nvSpPr>
        <p:spPr>
          <a:xfrm>
            <a:off x="443921" y="500194"/>
            <a:ext cx="6679721" cy="858985"/>
          </a:xfrm>
        </p:spPr>
        <p:txBody>
          <a:bodyPr/>
          <a:lstStyle/>
          <a:p>
            <a:r>
              <a:rPr lang="en-US" noProof="0" dirty="0"/>
              <a:t>Practical exercise 5 – T5</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fld id="{EF892D59-8F09-EF4B-AD6D-DA609442F868}" type="slidenum">
              <a:rPr lang="en-US" noProof="0" smtClean="0"/>
              <a:pPr/>
              <a:t>38</a:t>
            </a:fld>
            <a:endParaRPr lang="en-US" noProof="0" dirty="0"/>
          </a:p>
        </p:txBody>
      </p:sp>
    </p:spTree>
    <p:extLst>
      <p:ext uri="{BB962C8B-B14F-4D97-AF65-F5344CB8AC3E}">
        <p14:creationId xmlns:p14="http://schemas.microsoft.com/office/powerpoint/2010/main" val="25217489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663B72-C679-B2FD-AA92-D404A41515CF}"/>
              </a:ext>
            </a:extLst>
          </p:cNvPr>
          <p:cNvSpPr>
            <a:spLocks noGrp="1"/>
          </p:cNvSpPr>
          <p:nvPr>
            <p:ph type="ctrTitle"/>
          </p:nvPr>
        </p:nvSpPr>
        <p:spPr/>
        <p:txBody>
          <a:bodyPr/>
          <a:lstStyle/>
          <a:p>
            <a:r>
              <a:rPr lang="en-US" noProof="0" dirty="0"/>
              <a:t>Summary</a:t>
            </a:r>
          </a:p>
        </p:txBody>
      </p:sp>
      <p:sp>
        <p:nvSpPr>
          <p:cNvPr id="6" name="Text Placeholder 5">
            <a:extLst>
              <a:ext uri="{FF2B5EF4-FFF2-40B4-BE49-F238E27FC236}">
                <a16:creationId xmlns:a16="http://schemas.microsoft.com/office/drawing/2014/main" id="{9ECDB192-E59C-C44D-B6D5-3E31ED8088B5}"/>
              </a:ext>
            </a:extLst>
          </p:cNvPr>
          <p:cNvSpPr>
            <a:spLocks noGrp="1"/>
          </p:cNvSpPr>
          <p:nvPr>
            <p:ph type="body" sz="quarter" idx="14"/>
          </p:nvPr>
        </p:nvSpPr>
        <p:spPr/>
        <p:txBody>
          <a:bodyPr/>
          <a:lstStyle/>
          <a:p>
            <a:pPr marL="289957" indent="-280154">
              <a:spcBef>
                <a:spcPts val="1056"/>
              </a:spcBef>
              <a:buClr>
                <a:srgbClr val="000000"/>
              </a:buClr>
              <a:buFont typeface="Arial"/>
              <a:buChar char="•"/>
              <a:tabLst>
                <a:tab pos="289957" algn="l"/>
                <a:tab pos="290473" algn="l"/>
              </a:tabLst>
            </a:pPr>
            <a:r>
              <a:rPr lang="en-US" sz="1800" spc="-8" noProof="0" dirty="0">
                <a:solidFill>
                  <a:srgbClr val="2D2C2C"/>
                </a:solidFill>
                <a:cs typeface="Segoe UI"/>
              </a:rPr>
              <a:t>Shell’s</a:t>
            </a:r>
            <a:r>
              <a:rPr lang="en-US" sz="1800" spc="16" noProof="0" dirty="0">
                <a:solidFill>
                  <a:srgbClr val="2D2C2C"/>
                </a:solidFill>
                <a:cs typeface="Segoe UI"/>
              </a:rPr>
              <a:t> </a:t>
            </a:r>
            <a:r>
              <a:rPr lang="en-US" sz="1800" spc="-12" noProof="0" dirty="0">
                <a:solidFill>
                  <a:srgbClr val="2D2C2C"/>
                </a:solidFill>
                <a:cs typeface="Segoe UI"/>
              </a:rPr>
              <a:t>main</a:t>
            </a:r>
            <a:r>
              <a:rPr lang="en-US" sz="1800" spc="41" noProof="0" dirty="0">
                <a:solidFill>
                  <a:srgbClr val="2D2C2C"/>
                </a:solidFill>
                <a:cs typeface="Segoe UI"/>
              </a:rPr>
              <a:t> </a:t>
            </a:r>
            <a:r>
              <a:rPr lang="en-US" sz="1800" spc="-4" noProof="0" dirty="0">
                <a:solidFill>
                  <a:srgbClr val="2D2C2C"/>
                </a:solidFill>
                <a:cs typeface="Segoe UI"/>
              </a:rPr>
              <a:t>purpose</a:t>
            </a:r>
            <a:r>
              <a:rPr lang="en-US" sz="1800" spc="12" noProof="0" dirty="0">
                <a:solidFill>
                  <a:srgbClr val="2D2C2C"/>
                </a:solidFill>
                <a:cs typeface="Segoe UI"/>
              </a:rPr>
              <a:t> </a:t>
            </a:r>
            <a:r>
              <a:rPr lang="en-US" sz="1800" spc="-8" noProof="0" dirty="0">
                <a:solidFill>
                  <a:srgbClr val="2D2C2C"/>
                </a:solidFill>
                <a:cs typeface="Segoe UI"/>
              </a:rPr>
              <a:t>is</a:t>
            </a:r>
            <a:r>
              <a:rPr lang="en-US" sz="1800" spc="12" noProof="0" dirty="0">
                <a:solidFill>
                  <a:srgbClr val="2D2C2C"/>
                </a:solidFill>
                <a:cs typeface="Segoe UI"/>
              </a:rPr>
              <a:t> </a:t>
            </a:r>
            <a:r>
              <a:rPr lang="en-US" sz="1800" spc="-16" noProof="0" dirty="0">
                <a:solidFill>
                  <a:srgbClr val="2D2C2C"/>
                </a:solidFill>
                <a:cs typeface="Segoe UI"/>
              </a:rPr>
              <a:t>to</a:t>
            </a:r>
            <a:r>
              <a:rPr lang="en-US" sz="1800" spc="8" noProof="0" dirty="0">
                <a:solidFill>
                  <a:srgbClr val="2D2C2C"/>
                </a:solidFill>
                <a:cs typeface="Segoe UI"/>
              </a:rPr>
              <a:t> </a:t>
            </a:r>
            <a:r>
              <a:rPr lang="en-US" sz="1800" spc="-12" noProof="0" dirty="0">
                <a:solidFill>
                  <a:srgbClr val="2D2C2C"/>
                </a:solidFill>
                <a:cs typeface="Segoe UI"/>
              </a:rPr>
              <a:t>interpret</a:t>
            </a:r>
            <a:r>
              <a:rPr lang="en-US" sz="1800" spc="57" noProof="0" dirty="0">
                <a:solidFill>
                  <a:srgbClr val="2D2C2C"/>
                </a:solidFill>
                <a:cs typeface="Segoe UI"/>
              </a:rPr>
              <a:t> </a:t>
            </a:r>
            <a:r>
              <a:rPr lang="en-US" sz="1800" spc="-4" noProof="0" dirty="0">
                <a:solidFill>
                  <a:srgbClr val="2D2C2C"/>
                </a:solidFill>
                <a:cs typeface="Segoe UI"/>
              </a:rPr>
              <a:t>the</a:t>
            </a:r>
            <a:r>
              <a:rPr lang="en-US" sz="1800" spc="8" noProof="0" dirty="0">
                <a:solidFill>
                  <a:srgbClr val="2D2C2C"/>
                </a:solidFill>
                <a:cs typeface="Segoe UI"/>
              </a:rPr>
              <a:t> </a:t>
            </a:r>
            <a:r>
              <a:rPr lang="en-US" sz="1800" spc="-12" noProof="0" dirty="0">
                <a:solidFill>
                  <a:srgbClr val="2D2C2C"/>
                </a:solidFill>
                <a:cs typeface="Segoe UI"/>
              </a:rPr>
              <a:t>command</a:t>
            </a:r>
            <a:r>
              <a:rPr lang="en-US" sz="1800" spc="61" noProof="0" dirty="0">
                <a:solidFill>
                  <a:srgbClr val="2D2C2C"/>
                </a:solidFill>
                <a:cs typeface="Segoe UI"/>
              </a:rPr>
              <a:t> </a:t>
            </a:r>
            <a:r>
              <a:rPr lang="en-US" sz="1800" spc="-8" noProof="0" dirty="0">
                <a:solidFill>
                  <a:srgbClr val="2D2C2C"/>
                </a:solidFill>
                <a:cs typeface="Segoe UI"/>
              </a:rPr>
              <a:t>line.</a:t>
            </a:r>
            <a:endParaRPr lang="en-US" sz="1800" noProof="0" dirty="0">
              <a:cs typeface="Segoe UI"/>
            </a:endParaRPr>
          </a:p>
          <a:p>
            <a:pPr marL="289957" indent="-280154">
              <a:spcBef>
                <a:spcPts val="979"/>
              </a:spcBef>
              <a:buClr>
                <a:srgbClr val="000000"/>
              </a:buClr>
              <a:buFont typeface="Arial"/>
              <a:buChar char="•"/>
              <a:tabLst>
                <a:tab pos="289957" algn="l"/>
                <a:tab pos="290473" algn="l"/>
              </a:tabLst>
            </a:pPr>
            <a:r>
              <a:rPr lang="en-US" sz="1800" spc="-8" noProof="0" dirty="0">
                <a:solidFill>
                  <a:srgbClr val="2D2C2C"/>
                </a:solidFill>
                <a:cs typeface="Segoe UI"/>
              </a:rPr>
              <a:t>Shell</a:t>
            </a:r>
            <a:r>
              <a:rPr lang="en-US" sz="1800" spc="8" noProof="0" dirty="0">
                <a:solidFill>
                  <a:srgbClr val="2D2C2C"/>
                </a:solidFill>
                <a:cs typeface="Segoe UI"/>
              </a:rPr>
              <a:t> </a:t>
            </a:r>
            <a:r>
              <a:rPr lang="en-US" sz="1800" spc="-4" noProof="0" dirty="0">
                <a:solidFill>
                  <a:srgbClr val="2D2C2C"/>
                </a:solidFill>
                <a:cs typeface="Segoe UI"/>
              </a:rPr>
              <a:t>understands</a:t>
            </a:r>
            <a:r>
              <a:rPr lang="en-US" sz="1800" spc="45" noProof="0" dirty="0">
                <a:solidFill>
                  <a:srgbClr val="2D2C2C"/>
                </a:solidFill>
                <a:cs typeface="Segoe UI"/>
              </a:rPr>
              <a:t> </a:t>
            </a:r>
            <a:r>
              <a:rPr lang="en-US" sz="1800" spc="-8" noProof="0" dirty="0">
                <a:solidFill>
                  <a:srgbClr val="2D2C2C"/>
                </a:solidFill>
                <a:cs typeface="Segoe UI"/>
              </a:rPr>
              <a:t>many</a:t>
            </a:r>
            <a:r>
              <a:rPr lang="en-US" sz="1800" spc="8" noProof="0" dirty="0">
                <a:solidFill>
                  <a:srgbClr val="2D2C2C"/>
                </a:solidFill>
                <a:cs typeface="Segoe UI"/>
              </a:rPr>
              <a:t> </a:t>
            </a:r>
            <a:r>
              <a:rPr lang="en-US" sz="1800" spc="-12" noProof="0" dirty="0">
                <a:solidFill>
                  <a:srgbClr val="2D2C2C"/>
                </a:solidFill>
                <a:cs typeface="Segoe UI"/>
              </a:rPr>
              <a:t>special</a:t>
            </a:r>
            <a:r>
              <a:rPr lang="en-US" sz="1800" spc="28" noProof="0" dirty="0">
                <a:solidFill>
                  <a:srgbClr val="2D2C2C"/>
                </a:solidFill>
                <a:cs typeface="Segoe UI"/>
              </a:rPr>
              <a:t> </a:t>
            </a:r>
            <a:r>
              <a:rPr lang="en-US" sz="1800" spc="-8" noProof="0" dirty="0">
                <a:solidFill>
                  <a:srgbClr val="2D2C2C"/>
                </a:solidFill>
                <a:cs typeface="Segoe UI"/>
              </a:rPr>
              <a:t>characters.</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Wildcards</a:t>
            </a:r>
            <a:r>
              <a:rPr lang="en-US" sz="1800" spc="-4" noProof="0" dirty="0">
                <a:solidFill>
                  <a:srgbClr val="2D2C2C"/>
                </a:solidFill>
                <a:cs typeface="Segoe UI"/>
              </a:rPr>
              <a:t> (</a:t>
            </a:r>
            <a:r>
              <a:rPr lang="en-US" sz="1800" spc="-4" noProof="0" dirty="0" err="1">
                <a:solidFill>
                  <a:srgbClr val="2D2C2C"/>
                </a:solidFill>
                <a:cs typeface="Segoe UI"/>
              </a:rPr>
              <a:t>globbing</a:t>
            </a:r>
            <a:r>
              <a:rPr lang="en-US" sz="1800" spc="-4" noProof="0" dirty="0">
                <a:solidFill>
                  <a:srgbClr val="2D2C2C"/>
                </a:solidFill>
                <a:cs typeface="Segoe UI"/>
              </a:rPr>
              <a:t>)</a:t>
            </a:r>
            <a:r>
              <a:rPr lang="en-US" sz="1800" spc="16" noProof="0" dirty="0">
                <a:solidFill>
                  <a:srgbClr val="2D2C2C"/>
                </a:solidFill>
                <a:cs typeface="Segoe UI"/>
              </a:rPr>
              <a:t> </a:t>
            </a:r>
            <a:r>
              <a:rPr lang="en-US" sz="1800" spc="-8" noProof="0" dirty="0">
                <a:solidFill>
                  <a:srgbClr val="2D2C2C"/>
                </a:solidFill>
                <a:cs typeface="Segoe UI"/>
              </a:rPr>
              <a:t>characters</a:t>
            </a:r>
            <a:r>
              <a:rPr lang="en-US" sz="1800" spc="53" noProof="0" dirty="0">
                <a:solidFill>
                  <a:srgbClr val="2D2C2C"/>
                </a:solidFill>
                <a:cs typeface="Segoe UI"/>
              </a:rPr>
              <a:t> </a:t>
            </a:r>
            <a:r>
              <a:rPr lang="en-US" sz="1800" spc="-12" noProof="0" dirty="0">
                <a:solidFill>
                  <a:srgbClr val="2D2C2C"/>
                </a:solidFill>
                <a:cs typeface="Segoe UI"/>
              </a:rPr>
              <a:t>are</a:t>
            </a:r>
            <a:r>
              <a:rPr lang="en-US" sz="1800" spc="12" noProof="0" dirty="0">
                <a:solidFill>
                  <a:srgbClr val="2D2C2C"/>
                </a:solidFill>
                <a:cs typeface="Segoe UI"/>
              </a:rPr>
              <a:t> </a:t>
            </a:r>
            <a:r>
              <a:rPr lang="en-US" sz="1800" spc="-8" noProof="0" dirty="0">
                <a:solidFill>
                  <a:srgbClr val="2D2C2C"/>
                </a:solidFill>
                <a:cs typeface="Segoe UI"/>
              </a:rPr>
              <a:t>used</a:t>
            </a:r>
            <a:r>
              <a:rPr lang="en-US" sz="1800" spc="41" noProof="0" dirty="0">
                <a:solidFill>
                  <a:srgbClr val="2D2C2C"/>
                </a:solidFill>
                <a:cs typeface="Segoe UI"/>
              </a:rPr>
              <a:t> </a:t>
            </a:r>
            <a:r>
              <a:rPr lang="en-US" sz="1800" spc="-16" noProof="0" dirty="0">
                <a:solidFill>
                  <a:srgbClr val="2D2C2C"/>
                </a:solidFill>
                <a:cs typeface="Segoe UI"/>
              </a:rPr>
              <a:t>to</a:t>
            </a:r>
            <a:r>
              <a:rPr lang="en-US" sz="1800" spc="4" noProof="0" dirty="0">
                <a:solidFill>
                  <a:srgbClr val="2D2C2C"/>
                </a:solidFill>
                <a:cs typeface="Segoe UI"/>
              </a:rPr>
              <a:t> </a:t>
            </a:r>
            <a:r>
              <a:rPr lang="en-US" sz="1800" spc="-12" noProof="0" dirty="0">
                <a:solidFill>
                  <a:srgbClr val="2D2C2C"/>
                </a:solidFill>
                <a:cs typeface="Segoe UI"/>
              </a:rPr>
              <a:t>generate</a:t>
            </a:r>
            <a:r>
              <a:rPr lang="en-US" sz="1800" spc="49" noProof="0" dirty="0">
                <a:solidFill>
                  <a:srgbClr val="2D2C2C"/>
                </a:solidFill>
                <a:cs typeface="Segoe UI"/>
              </a:rPr>
              <a:t> </a:t>
            </a:r>
            <a:r>
              <a:rPr lang="en-US" sz="1800" spc="-8" noProof="0" dirty="0">
                <a:solidFill>
                  <a:srgbClr val="2D2C2C"/>
                </a:solidFill>
                <a:cs typeface="Segoe UI"/>
              </a:rPr>
              <a:t>filenames.</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Quotes</a:t>
            </a:r>
            <a:r>
              <a:rPr lang="en-US" sz="1800" spc="16" noProof="0" dirty="0">
                <a:solidFill>
                  <a:srgbClr val="2D2C2C"/>
                </a:solidFill>
                <a:cs typeface="Segoe UI"/>
              </a:rPr>
              <a:t> </a:t>
            </a:r>
            <a:r>
              <a:rPr lang="en-US" sz="1800" spc="-8" noProof="0" dirty="0">
                <a:solidFill>
                  <a:srgbClr val="2D2C2C"/>
                </a:solidFill>
                <a:cs typeface="Segoe UI"/>
              </a:rPr>
              <a:t>(single</a:t>
            </a:r>
            <a:r>
              <a:rPr lang="en-US" sz="1800" spc="28" noProof="0" dirty="0">
                <a:solidFill>
                  <a:srgbClr val="2D2C2C"/>
                </a:solidFill>
                <a:cs typeface="Segoe UI"/>
              </a:rPr>
              <a:t> </a:t>
            </a:r>
            <a:r>
              <a:rPr lang="en-US" sz="1800" spc="-8" noProof="0" dirty="0">
                <a:solidFill>
                  <a:srgbClr val="2D2C2C"/>
                </a:solidFill>
                <a:cs typeface="Segoe UI"/>
              </a:rPr>
              <a:t>and</a:t>
            </a:r>
            <a:r>
              <a:rPr lang="en-US" sz="1800" spc="4" noProof="0" dirty="0">
                <a:solidFill>
                  <a:srgbClr val="2D2C2C"/>
                </a:solidFill>
                <a:cs typeface="Segoe UI"/>
              </a:rPr>
              <a:t> </a:t>
            </a:r>
            <a:r>
              <a:rPr lang="en-US" sz="1800" spc="-4" noProof="0" dirty="0">
                <a:solidFill>
                  <a:srgbClr val="2D2C2C"/>
                </a:solidFill>
                <a:cs typeface="Segoe UI"/>
              </a:rPr>
              <a:t>double)</a:t>
            </a:r>
            <a:r>
              <a:rPr lang="en-US" sz="1800" spc="41" noProof="0" dirty="0">
                <a:solidFill>
                  <a:srgbClr val="2D2C2C"/>
                </a:solidFill>
                <a:cs typeface="Segoe UI"/>
              </a:rPr>
              <a:t> </a:t>
            </a:r>
            <a:r>
              <a:rPr lang="en-US" sz="1800" spc="-8" noProof="0" dirty="0">
                <a:solidFill>
                  <a:srgbClr val="2D2C2C"/>
                </a:solidFill>
                <a:cs typeface="Segoe UI"/>
              </a:rPr>
              <a:t>and</a:t>
            </a:r>
            <a:r>
              <a:rPr lang="en-US" sz="1800" spc="4" noProof="0" dirty="0">
                <a:solidFill>
                  <a:srgbClr val="2D2C2C"/>
                </a:solidFill>
                <a:cs typeface="Segoe UI"/>
              </a:rPr>
              <a:t> </a:t>
            </a:r>
            <a:r>
              <a:rPr lang="en-US" sz="1800" spc="-12" noProof="0" dirty="0">
                <a:solidFill>
                  <a:srgbClr val="2D2C2C"/>
                </a:solidFill>
                <a:cs typeface="Segoe UI"/>
              </a:rPr>
              <a:t>backslash</a:t>
            </a:r>
            <a:r>
              <a:rPr lang="en-US" sz="1800" spc="61" noProof="0" dirty="0">
                <a:solidFill>
                  <a:srgbClr val="2D2C2C"/>
                </a:solidFill>
                <a:cs typeface="Segoe UI"/>
              </a:rPr>
              <a:t> </a:t>
            </a:r>
            <a:r>
              <a:rPr lang="en-US" sz="1800" spc="-12" noProof="0" dirty="0">
                <a:solidFill>
                  <a:srgbClr val="2D2C2C"/>
                </a:solidFill>
                <a:cs typeface="Segoe UI"/>
              </a:rPr>
              <a:t>protect</a:t>
            </a:r>
            <a:r>
              <a:rPr lang="en-US" sz="1800" spc="41" noProof="0" dirty="0">
                <a:solidFill>
                  <a:srgbClr val="2D2C2C"/>
                </a:solidFill>
                <a:cs typeface="Segoe UI"/>
              </a:rPr>
              <a:t> </a:t>
            </a:r>
            <a:r>
              <a:rPr lang="en-US" sz="1800" spc="-12" noProof="0" dirty="0">
                <a:solidFill>
                  <a:srgbClr val="2D2C2C"/>
                </a:solidFill>
                <a:cs typeface="Segoe UI"/>
              </a:rPr>
              <a:t>special</a:t>
            </a:r>
            <a:r>
              <a:rPr lang="en-US" sz="1800" spc="41" noProof="0" dirty="0">
                <a:solidFill>
                  <a:srgbClr val="2D2C2C"/>
                </a:solidFill>
                <a:cs typeface="Segoe UI"/>
              </a:rPr>
              <a:t> </a:t>
            </a:r>
            <a:r>
              <a:rPr lang="en-US" sz="1800" spc="-8" noProof="0" dirty="0">
                <a:solidFill>
                  <a:srgbClr val="2D2C2C"/>
                </a:solidFill>
                <a:cs typeface="Segoe UI"/>
              </a:rPr>
              <a:t>characters.</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Dollar</a:t>
            </a:r>
            <a:r>
              <a:rPr lang="en-US" sz="1800" noProof="0" dirty="0">
                <a:solidFill>
                  <a:srgbClr val="2D2C2C"/>
                </a:solidFill>
                <a:cs typeface="Segoe UI"/>
              </a:rPr>
              <a:t> </a:t>
            </a:r>
            <a:r>
              <a:rPr lang="en-US" sz="1800" spc="-12" noProof="0" dirty="0">
                <a:solidFill>
                  <a:srgbClr val="2D2C2C"/>
                </a:solidFill>
                <a:cs typeface="Segoe UI"/>
              </a:rPr>
              <a:t>character</a:t>
            </a:r>
            <a:r>
              <a:rPr lang="en-US" sz="1800" spc="89" noProof="0" dirty="0">
                <a:solidFill>
                  <a:srgbClr val="2D2C2C"/>
                </a:solidFill>
                <a:cs typeface="Segoe UI"/>
              </a:rPr>
              <a:t> </a:t>
            </a:r>
            <a:r>
              <a:rPr lang="en-US" sz="1800" spc="-8" noProof="0" dirty="0">
                <a:solidFill>
                  <a:srgbClr val="2D2C2C"/>
                </a:solidFill>
                <a:cs typeface="Segoe UI"/>
              </a:rPr>
              <a:t>is</a:t>
            </a:r>
            <a:r>
              <a:rPr lang="en-US" sz="1800" spc="4" noProof="0" dirty="0">
                <a:solidFill>
                  <a:srgbClr val="2D2C2C"/>
                </a:solidFill>
                <a:cs typeface="Segoe UI"/>
              </a:rPr>
              <a:t> </a:t>
            </a:r>
            <a:r>
              <a:rPr lang="en-US" sz="1800" spc="-8" noProof="0" dirty="0">
                <a:solidFill>
                  <a:srgbClr val="2D2C2C"/>
                </a:solidFill>
                <a:cs typeface="Segoe UI"/>
              </a:rPr>
              <a:t>used</a:t>
            </a:r>
            <a:r>
              <a:rPr lang="en-US" sz="1800" spc="45" noProof="0" dirty="0">
                <a:solidFill>
                  <a:srgbClr val="2D2C2C"/>
                </a:solidFill>
                <a:cs typeface="Segoe UI"/>
              </a:rPr>
              <a:t> </a:t>
            </a:r>
            <a:r>
              <a:rPr lang="en-US" sz="1800" spc="-16" noProof="0" dirty="0">
                <a:solidFill>
                  <a:srgbClr val="2D2C2C"/>
                </a:solidFill>
                <a:cs typeface="Segoe UI"/>
              </a:rPr>
              <a:t>to</a:t>
            </a:r>
            <a:r>
              <a:rPr lang="en-US" sz="1800" spc="12" noProof="0" dirty="0">
                <a:solidFill>
                  <a:srgbClr val="2D2C2C"/>
                </a:solidFill>
                <a:cs typeface="Segoe UI"/>
              </a:rPr>
              <a:t> </a:t>
            </a:r>
            <a:r>
              <a:rPr lang="en-US" sz="1800" spc="-8" noProof="0" dirty="0">
                <a:solidFill>
                  <a:srgbClr val="2D2C2C"/>
                </a:solidFill>
                <a:cs typeface="Segoe UI"/>
              </a:rPr>
              <a:t>effect</a:t>
            </a:r>
            <a:r>
              <a:rPr lang="en-US" sz="1800" spc="45" noProof="0" dirty="0">
                <a:solidFill>
                  <a:srgbClr val="2D2C2C"/>
                </a:solidFill>
                <a:cs typeface="Segoe UI"/>
              </a:rPr>
              <a:t> </a:t>
            </a:r>
            <a:r>
              <a:rPr lang="en-US" sz="1800" spc="-12" noProof="0" dirty="0">
                <a:solidFill>
                  <a:srgbClr val="2D2C2C"/>
                </a:solidFill>
                <a:cs typeface="Segoe UI"/>
              </a:rPr>
              <a:t>variable</a:t>
            </a:r>
            <a:r>
              <a:rPr lang="en-US" sz="1800" spc="57" noProof="0" dirty="0">
                <a:solidFill>
                  <a:srgbClr val="2D2C2C"/>
                </a:solidFill>
                <a:cs typeface="Segoe UI"/>
              </a:rPr>
              <a:t> </a:t>
            </a:r>
            <a:r>
              <a:rPr lang="en-US" sz="1800" spc="-4" noProof="0" dirty="0">
                <a:solidFill>
                  <a:srgbClr val="2D2C2C"/>
                </a:solidFill>
                <a:cs typeface="Segoe UI"/>
              </a:rPr>
              <a:t>or</a:t>
            </a:r>
            <a:r>
              <a:rPr lang="en-US" sz="1800" spc="12" noProof="0" dirty="0">
                <a:solidFill>
                  <a:srgbClr val="2D2C2C"/>
                </a:solidFill>
                <a:cs typeface="Segoe UI"/>
              </a:rPr>
              <a:t> </a:t>
            </a:r>
            <a:r>
              <a:rPr lang="en-US" sz="1800" spc="-12" noProof="0" dirty="0">
                <a:solidFill>
                  <a:srgbClr val="2D2C2C"/>
                </a:solidFill>
                <a:cs typeface="Segoe UI"/>
              </a:rPr>
              <a:t>command</a:t>
            </a:r>
            <a:r>
              <a:rPr lang="en-US" sz="1800" spc="45" noProof="0" dirty="0">
                <a:solidFill>
                  <a:srgbClr val="2D2C2C"/>
                </a:solidFill>
                <a:cs typeface="Segoe UI"/>
              </a:rPr>
              <a:t> </a:t>
            </a:r>
            <a:r>
              <a:rPr lang="en-US" sz="1800" spc="-8" noProof="0" dirty="0">
                <a:solidFill>
                  <a:srgbClr val="2D2C2C"/>
                </a:solidFill>
                <a:cs typeface="Segoe UI"/>
              </a:rPr>
              <a:t>substitutions.</a:t>
            </a:r>
            <a:endParaRPr lang="en-US" sz="1800" noProof="0" dirty="0">
              <a:cs typeface="Segoe UI"/>
            </a:endParaRPr>
          </a:p>
          <a:p>
            <a:pPr marL="518001" lvl="1" indent="-233204">
              <a:spcBef>
                <a:spcPts val="492"/>
              </a:spcBef>
              <a:buClr>
                <a:srgbClr val="000000"/>
              </a:buClr>
              <a:buFont typeface="Arial"/>
              <a:buChar char="•"/>
              <a:tabLst>
                <a:tab pos="517485" algn="l"/>
                <a:tab pos="518001" algn="l"/>
              </a:tabLst>
            </a:pPr>
            <a:r>
              <a:rPr lang="en-US" sz="1800" spc="-8" noProof="0" dirty="0">
                <a:solidFill>
                  <a:srgbClr val="2D2C2C"/>
                </a:solidFill>
                <a:cs typeface="Segoe UI"/>
              </a:rPr>
              <a:t>Semicolon allows more than one command per line.</a:t>
            </a:r>
            <a:endParaRPr lang="en-US" sz="1800" noProof="0" dirty="0">
              <a:cs typeface="Segoe UI"/>
            </a:endParaRPr>
          </a:p>
          <a:p>
            <a:pPr marL="289957" indent="-280154">
              <a:spcBef>
                <a:spcPts val="975"/>
              </a:spcBef>
              <a:buClr>
                <a:srgbClr val="000000"/>
              </a:buClr>
              <a:buFont typeface="Arial"/>
              <a:buChar char="•"/>
              <a:tabLst>
                <a:tab pos="289957" algn="l"/>
                <a:tab pos="290473" algn="l"/>
              </a:tabLst>
            </a:pPr>
            <a:r>
              <a:rPr lang="en-US" sz="1800" spc="-4" noProof="0" dirty="0">
                <a:solidFill>
                  <a:srgbClr val="2D2C2C"/>
                </a:solidFill>
                <a:cs typeface="Segoe UI"/>
              </a:rPr>
              <a:t>BASH</a:t>
            </a:r>
            <a:r>
              <a:rPr lang="en-US" sz="1800" spc="-33" noProof="0" dirty="0">
                <a:solidFill>
                  <a:srgbClr val="2D2C2C"/>
                </a:solidFill>
                <a:cs typeface="Segoe UI"/>
              </a:rPr>
              <a:t> </a:t>
            </a:r>
            <a:r>
              <a:rPr lang="en-US" sz="1800" spc="-16" noProof="0" dirty="0">
                <a:solidFill>
                  <a:srgbClr val="2D2C2C"/>
                </a:solidFill>
                <a:cs typeface="Segoe UI"/>
              </a:rPr>
              <a:t>keeps</a:t>
            </a:r>
            <a:r>
              <a:rPr lang="en-US" sz="1800" spc="45" noProof="0" dirty="0">
                <a:solidFill>
                  <a:srgbClr val="2D2C2C"/>
                </a:solidFill>
                <a:cs typeface="Segoe UI"/>
              </a:rPr>
              <a:t> </a:t>
            </a:r>
            <a:r>
              <a:rPr lang="en-US" sz="1800" spc="-4" noProof="0" dirty="0">
                <a:solidFill>
                  <a:srgbClr val="2D2C2C"/>
                </a:solidFill>
                <a:cs typeface="Segoe UI"/>
              </a:rPr>
              <a:t>a</a:t>
            </a:r>
            <a:r>
              <a:rPr lang="en-US" sz="1800" spc="-12" noProof="0" dirty="0">
                <a:solidFill>
                  <a:srgbClr val="2D2C2C"/>
                </a:solidFill>
                <a:cs typeface="Segoe UI"/>
              </a:rPr>
              <a:t> record</a:t>
            </a:r>
            <a:r>
              <a:rPr lang="en-US" sz="1800" spc="12" noProof="0" dirty="0">
                <a:solidFill>
                  <a:srgbClr val="2D2C2C"/>
                </a:solidFill>
                <a:cs typeface="Segoe UI"/>
              </a:rPr>
              <a:t> </a:t>
            </a:r>
            <a:r>
              <a:rPr lang="en-US" sz="1800" spc="-20" noProof="0" dirty="0">
                <a:solidFill>
                  <a:srgbClr val="2D2C2C"/>
                </a:solidFill>
                <a:cs typeface="Segoe UI"/>
              </a:rPr>
              <a:t>of</a:t>
            </a:r>
            <a:r>
              <a:rPr lang="en-US" sz="1800" spc="12" noProof="0" dirty="0">
                <a:solidFill>
                  <a:srgbClr val="2D2C2C"/>
                </a:solidFill>
                <a:cs typeface="Segoe UI"/>
              </a:rPr>
              <a:t> </a:t>
            </a:r>
            <a:r>
              <a:rPr lang="en-US" sz="1800" spc="-8" noProof="0" dirty="0">
                <a:solidFill>
                  <a:srgbClr val="2D2C2C"/>
                </a:solidFill>
                <a:cs typeface="Segoe UI"/>
              </a:rPr>
              <a:t>commands</a:t>
            </a:r>
            <a:r>
              <a:rPr lang="en-US" noProof="0" dirty="0">
                <a:cs typeface="Segoe UI"/>
              </a:rPr>
              <a:t> i</a:t>
            </a:r>
            <a:r>
              <a:rPr lang="en-US" sz="1800" spc="-8" noProof="0" dirty="0">
                <a:solidFill>
                  <a:srgbClr val="2D2C2C"/>
                </a:solidFill>
                <a:cs typeface="Segoe UI"/>
              </a:rPr>
              <a:t>n memory and in</a:t>
            </a:r>
            <a:r>
              <a:rPr lang="en-US" sz="1800" spc="-16" noProof="0" dirty="0">
                <a:solidFill>
                  <a:srgbClr val="2D2C2C"/>
                </a:solidFill>
                <a:cs typeface="Segoe UI"/>
              </a:rPr>
              <a:t> </a:t>
            </a:r>
            <a:r>
              <a:rPr lang="en-US" sz="1800" spc="-4" noProof="0" dirty="0">
                <a:solidFill>
                  <a:srgbClr val="2D2C2C"/>
                </a:solidFill>
                <a:cs typeface="Segoe UI"/>
              </a:rPr>
              <a:t>a</a:t>
            </a:r>
            <a:r>
              <a:rPr lang="en-US" sz="1800" spc="-16" noProof="0" dirty="0">
                <a:solidFill>
                  <a:srgbClr val="2D2C2C"/>
                </a:solidFill>
                <a:cs typeface="Segoe UI"/>
              </a:rPr>
              <a:t> </a:t>
            </a:r>
            <a:r>
              <a:rPr lang="en-US" sz="1800" noProof="0" dirty="0">
                <a:solidFill>
                  <a:srgbClr val="2D2C2C"/>
                </a:solidFill>
                <a:cs typeface="Segoe UI"/>
              </a:rPr>
              <a:t>history</a:t>
            </a:r>
            <a:r>
              <a:rPr lang="en-US" sz="1800" spc="24" noProof="0" dirty="0">
                <a:solidFill>
                  <a:srgbClr val="2D2C2C"/>
                </a:solidFill>
                <a:cs typeface="Segoe UI"/>
              </a:rPr>
              <a:t> </a:t>
            </a:r>
            <a:r>
              <a:rPr lang="en-US" sz="1800" spc="-4" noProof="0" dirty="0">
                <a:solidFill>
                  <a:srgbClr val="2D2C2C"/>
                </a:solidFill>
                <a:cs typeface="Segoe UI"/>
              </a:rPr>
              <a:t>file.</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Commands</a:t>
            </a:r>
            <a:r>
              <a:rPr lang="en-US" sz="1800" spc="28" noProof="0" dirty="0">
                <a:solidFill>
                  <a:srgbClr val="2D2C2C"/>
                </a:solidFill>
                <a:cs typeface="Segoe UI"/>
              </a:rPr>
              <a:t> </a:t>
            </a:r>
            <a:r>
              <a:rPr lang="en-US" sz="1800" spc="-8" noProof="0" dirty="0">
                <a:solidFill>
                  <a:srgbClr val="2D2C2C"/>
                </a:solidFill>
                <a:cs typeface="Segoe UI"/>
              </a:rPr>
              <a:t>can</a:t>
            </a:r>
            <a:r>
              <a:rPr lang="en-US" sz="1800" spc="16" noProof="0" dirty="0">
                <a:solidFill>
                  <a:srgbClr val="2D2C2C"/>
                </a:solidFill>
                <a:cs typeface="Segoe UI"/>
              </a:rPr>
              <a:t> </a:t>
            </a:r>
            <a:r>
              <a:rPr lang="en-US" sz="1800" spc="-4" noProof="0" dirty="0">
                <a:solidFill>
                  <a:srgbClr val="2D2C2C"/>
                </a:solidFill>
                <a:cs typeface="Segoe UI"/>
              </a:rPr>
              <a:t>be</a:t>
            </a:r>
            <a:r>
              <a:rPr lang="en-US" sz="1800" spc="16" noProof="0" dirty="0">
                <a:solidFill>
                  <a:srgbClr val="2D2C2C"/>
                </a:solidFill>
                <a:cs typeface="Segoe UI"/>
              </a:rPr>
              <a:t> </a:t>
            </a:r>
            <a:r>
              <a:rPr lang="en-US" sz="1800" spc="-12" noProof="0" dirty="0">
                <a:solidFill>
                  <a:srgbClr val="2D2C2C"/>
                </a:solidFill>
                <a:cs typeface="Segoe UI"/>
              </a:rPr>
              <a:t>recalled,</a:t>
            </a:r>
            <a:r>
              <a:rPr lang="en-US" sz="1800" spc="61" noProof="0" dirty="0">
                <a:solidFill>
                  <a:srgbClr val="2D2C2C"/>
                </a:solidFill>
                <a:cs typeface="Segoe UI"/>
              </a:rPr>
              <a:t> </a:t>
            </a:r>
            <a:r>
              <a:rPr lang="en-US" sz="1800" spc="-12" noProof="0" dirty="0">
                <a:solidFill>
                  <a:srgbClr val="2D2C2C"/>
                </a:solidFill>
                <a:cs typeface="Segoe UI"/>
              </a:rPr>
              <a:t>edited</a:t>
            </a:r>
            <a:r>
              <a:rPr lang="en-US" sz="1800" spc="41" noProof="0" dirty="0">
                <a:solidFill>
                  <a:srgbClr val="2D2C2C"/>
                </a:solidFill>
                <a:cs typeface="Segoe UI"/>
              </a:rPr>
              <a:t> </a:t>
            </a:r>
            <a:r>
              <a:rPr lang="en-US" sz="1800" spc="-4" noProof="0" dirty="0">
                <a:solidFill>
                  <a:srgbClr val="2D2C2C"/>
                </a:solidFill>
                <a:cs typeface="Segoe UI"/>
              </a:rPr>
              <a:t>and </a:t>
            </a:r>
            <a:r>
              <a:rPr lang="en-US" sz="1800" spc="-16" noProof="0" dirty="0">
                <a:solidFill>
                  <a:srgbClr val="2D2C2C"/>
                </a:solidFill>
                <a:cs typeface="Segoe UI"/>
              </a:rPr>
              <a:t>executed</a:t>
            </a:r>
            <a:r>
              <a:rPr lang="en-US" sz="1800" spc="81" noProof="0" dirty="0">
                <a:solidFill>
                  <a:srgbClr val="2D2C2C"/>
                </a:solidFill>
                <a:cs typeface="Segoe UI"/>
              </a:rPr>
              <a:t> </a:t>
            </a:r>
            <a:r>
              <a:rPr lang="en-US" sz="1800" spc="-8" noProof="0" dirty="0">
                <a:solidFill>
                  <a:srgbClr val="2D2C2C"/>
                </a:solidFill>
                <a:cs typeface="Segoe UI"/>
              </a:rPr>
              <a:t>again.</a:t>
            </a:r>
            <a:endParaRPr lang="en-US" sz="1800" noProof="0" dirty="0">
              <a:cs typeface="Segoe UI"/>
            </a:endParaRPr>
          </a:p>
          <a:p>
            <a:endParaRPr lang="en-US" noProof="0" dirty="0"/>
          </a:p>
          <a:p>
            <a:endParaRPr lang="en-US" noProof="0" dirty="0"/>
          </a:p>
        </p:txBody>
      </p:sp>
      <p:sp>
        <p:nvSpPr>
          <p:cNvPr id="2" name="Slide Number Placeholder 1">
            <a:extLst>
              <a:ext uri="{FF2B5EF4-FFF2-40B4-BE49-F238E27FC236}">
                <a16:creationId xmlns:a16="http://schemas.microsoft.com/office/drawing/2014/main" id="{F111C5DB-635E-4576-A4C3-837B7E452E1E}"/>
              </a:ext>
            </a:extLst>
          </p:cNvPr>
          <p:cNvSpPr>
            <a:spLocks noGrp="1"/>
          </p:cNvSpPr>
          <p:nvPr>
            <p:ph type="sldNum" sz="quarter" idx="12"/>
          </p:nvPr>
        </p:nvSpPr>
        <p:spPr>
          <a:prstGeom prst="rect">
            <a:avLst/>
          </a:prstGeom>
        </p:spPr>
        <p:txBody>
          <a:bodyPr/>
          <a:lstStyle/>
          <a:p>
            <a:fld id="{EF892D59-8F09-EF4B-AD6D-DA609442F868}" type="slidenum">
              <a:rPr lang="en-US" noProof="0" smtClean="0"/>
              <a:pPr/>
              <a:t>39</a:t>
            </a:fld>
            <a:endParaRPr lang="en-US" noProof="0" dirty="0"/>
          </a:p>
        </p:txBody>
      </p:sp>
    </p:spTree>
    <p:extLst>
      <p:ext uri="{BB962C8B-B14F-4D97-AF65-F5344CB8AC3E}">
        <p14:creationId xmlns:p14="http://schemas.microsoft.com/office/powerpoint/2010/main" val="8026690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4EFD1-9C3B-03BC-A702-1AB64BE08E09}"/>
              </a:ext>
            </a:extLst>
          </p:cNvPr>
          <p:cNvSpPr>
            <a:spLocks noGrp="1"/>
          </p:cNvSpPr>
          <p:nvPr>
            <p:ph type="ctrTitle"/>
          </p:nvPr>
        </p:nvSpPr>
        <p:spPr/>
        <p:txBody>
          <a:bodyPr/>
          <a:lstStyle/>
          <a:p>
            <a:endParaRPr lang="en-US" noProof="0" dirty="0"/>
          </a:p>
        </p:txBody>
      </p:sp>
      <p:sp>
        <p:nvSpPr>
          <p:cNvPr id="3" name="Content Placeholder 2">
            <a:extLst>
              <a:ext uri="{FF2B5EF4-FFF2-40B4-BE49-F238E27FC236}">
                <a16:creationId xmlns:a16="http://schemas.microsoft.com/office/drawing/2014/main" id="{8A6A8A21-73C3-ADCF-EEE6-64A70547071C}"/>
              </a:ext>
            </a:extLst>
          </p:cNvPr>
          <p:cNvSpPr>
            <a:spLocks noGrp="1"/>
          </p:cNvSpPr>
          <p:nvPr>
            <p:ph sz="quarter" idx="4"/>
          </p:nvPr>
        </p:nvSpPr>
        <p:spPr/>
        <p:txBody>
          <a:bodyPr/>
          <a:lstStyle/>
          <a:p>
            <a:endParaRPr lang="en-US" noProof="0" dirty="0"/>
          </a:p>
        </p:txBody>
      </p:sp>
      <p:sp>
        <p:nvSpPr>
          <p:cNvPr id="4" name="Slide Number Placeholder 3">
            <a:extLst>
              <a:ext uri="{FF2B5EF4-FFF2-40B4-BE49-F238E27FC236}">
                <a16:creationId xmlns:a16="http://schemas.microsoft.com/office/drawing/2014/main" id="{EFC04528-47E7-6249-7B10-8BBD1C276D79}"/>
              </a:ext>
            </a:extLst>
          </p:cNvPr>
          <p:cNvSpPr>
            <a:spLocks noGrp="1"/>
          </p:cNvSpPr>
          <p:nvPr>
            <p:ph type="sldNum" sz="quarter" idx="12"/>
          </p:nvPr>
        </p:nvSpPr>
        <p:spPr/>
        <p:txBody>
          <a:bodyPr/>
          <a:lstStyle/>
          <a:p>
            <a:fld id="{F3469444-D02B-D446-9CF8-19DEDDE073D1}" type="slidenum">
              <a:rPr lang="en-US" noProof="0" smtClean="0"/>
              <a:pPr/>
              <a:t>40</a:t>
            </a:fld>
            <a:endParaRPr lang="en-US" noProof="0" dirty="0"/>
          </a:p>
        </p:txBody>
      </p:sp>
    </p:spTree>
    <p:extLst>
      <p:ext uri="{BB962C8B-B14F-4D97-AF65-F5344CB8AC3E}">
        <p14:creationId xmlns:p14="http://schemas.microsoft.com/office/powerpoint/2010/main" val="2431563535"/>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Yello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5.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6.xml><?xml version="1.0" encoding="utf-8"?>
<a:theme xmlns:a="http://schemas.openxmlformats.org/drawingml/2006/main" name="Orang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7.xml><?xml version="1.0" encoding="utf-8"?>
<a:theme xmlns:a="http://schemas.openxmlformats.org/drawingml/2006/main" name="B/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C71F1D-A98C-43DF-A986-061295C23702}">
  <ds:schemaRefs>
    <ds:schemaRef ds:uri="52e7f57a-cc1d-4bce-9b60-d9dd785361c7"/>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4851bab5-d36a-4f24-a761-998180967d12"/>
    <ds:schemaRef ds:uri="http://www.w3.org/XML/1998/namespace"/>
    <ds:schemaRef ds:uri="http://purl.org/dc/dcmitype/"/>
  </ds:schemaRefs>
</ds:datastoreItem>
</file>

<file path=customXml/itemProps2.xml><?xml version="1.0" encoding="utf-8"?>
<ds:datastoreItem xmlns:ds="http://schemas.openxmlformats.org/officeDocument/2006/customXml" ds:itemID="{E0CF5967-01BD-40C1-B1E3-8E6CDE2BF890}">
  <ds:schemaRefs>
    <ds:schemaRef ds:uri="http://schemas.microsoft.com/sharepoint/v3/contenttype/forms"/>
  </ds:schemaRefs>
</ds:datastoreItem>
</file>

<file path=customXml/itemProps3.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19697</TotalTime>
  <Words>5451</Words>
  <Application>Microsoft Office PowerPoint</Application>
  <PresentationFormat>Widescreen</PresentationFormat>
  <Paragraphs>707</Paragraphs>
  <Slides>40</Slides>
  <Notes>40</Notes>
  <HiddenSlides>0</HiddenSlides>
  <MMClips>0</MMClips>
  <ScaleCrop>false</ScaleCrop>
  <HeadingPairs>
    <vt:vector size="6" baseType="variant">
      <vt:variant>
        <vt:lpstr>Fonts Used</vt:lpstr>
      </vt:variant>
      <vt:variant>
        <vt:i4>9</vt:i4>
      </vt:variant>
      <vt:variant>
        <vt:lpstr>Theme</vt:lpstr>
      </vt:variant>
      <vt:variant>
        <vt:i4>7</vt:i4>
      </vt:variant>
      <vt:variant>
        <vt:lpstr>Slide Titles</vt:lpstr>
      </vt:variant>
      <vt:variant>
        <vt:i4>40</vt:i4>
      </vt:variant>
    </vt:vector>
  </HeadingPairs>
  <TitlesOfParts>
    <vt:vector size="56" baseType="lpstr">
      <vt:lpstr>Aptos</vt:lpstr>
      <vt:lpstr>Arial</vt:lpstr>
      <vt:lpstr>Courier New</vt:lpstr>
      <vt:lpstr>Figtree</vt:lpstr>
      <vt:lpstr>Hack</vt:lpstr>
      <vt:lpstr>Montserrat</vt:lpstr>
      <vt:lpstr>Segoe UI</vt:lpstr>
      <vt:lpstr>Times New Roman</vt:lpstr>
      <vt:lpstr>Verdana</vt:lpstr>
      <vt:lpstr>Cover Slides - Business/Marketing</vt:lpstr>
      <vt:lpstr>Divider Slides</vt:lpstr>
      <vt:lpstr>Yellow Module</vt:lpstr>
      <vt:lpstr>Red Module</vt:lpstr>
      <vt:lpstr>Purple Module</vt:lpstr>
      <vt:lpstr>Orange Module</vt:lpstr>
      <vt:lpstr>B/W Module</vt:lpstr>
      <vt:lpstr>Module 5: Working with Bash</vt:lpstr>
      <vt:lpstr>Contents</vt:lpstr>
      <vt:lpstr>Bash personalities</vt:lpstr>
      <vt:lpstr>Command line scan</vt:lpstr>
      <vt:lpstr>Parsing</vt:lpstr>
      <vt:lpstr>Metacharacters</vt:lpstr>
      <vt:lpstr>Metacharacter character types</vt:lpstr>
      <vt:lpstr>Sequences</vt:lpstr>
      <vt:lpstr>Wildcard actions</vt:lpstr>
      <vt:lpstr>Wildcard characters</vt:lpstr>
      <vt:lpstr>Knowledge check</vt:lpstr>
      <vt:lpstr>Character sets</vt:lpstr>
      <vt:lpstr>Localization</vt:lpstr>
      <vt:lpstr>Localization vs. collation</vt:lpstr>
      <vt:lpstr>Changing collation</vt:lpstr>
      <vt:lpstr>Character classes</vt:lpstr>
      <vt:lpstr>Lab</vt:lpstr>
      <vt:lpstr>Practical exercise 5 – T1 and T2</vt:lpstr>
      <vt:lpstr>Variables</vt:lpstr>
      <vt:lpstr>Variable expansion</vt:lpstr>
      <vt:lpstr>Re-parsing</vt:lpstr>
      <vt:lpstr>Variable, string length</vt:lpstr>
      <vt:lpstr>Command expansion</vt:lpstr>
      <vt:lpstr>Arithmetic expansion</vt:lpstr>
      <vt:lpstr>Reference: Arithmetic operators</vt:lpstr>
      <vt:lpstr>Quotes</vt:lpstr>
      <vt:lpstr>Lab</vt:lpstr>
      <vt:lpstr>Practical exercise 5 – T3 and T4</vt:lpstr>
      <vt:lpstr>Command completion, history, and editing</vt:lpstr>
      <vt:lpstr>Command completion</vt:lpstr>
      <vt:lpstr>Command history</vt:lpstr>
      <vt:lpstr>Variables used by command history</vt:lpstr>
      <vt:lpstr>Command line editing</vt:lpstr>
      <vt:lpstr>Korn shell-based history expansion and editing</vt:lpstr>
      <vt:lpstr>C shell-based history expansion and editing</vt:lpstr>
      <vt:lpstr>Review and lab</vt:lpstr>
      <vt:lpstr>Review questions</vt:lpstr>
      <vt:lpstr>Practical exercise 5 – T5</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Cameron, Donald</cp:lastModifiedBy>
  <cp:revision>52</cp:revision>
  <dcterms:created xsi:type="dcterms:W3CDTF">2024-06-24T11:44:08Z</dcterms:created>
  <dcterms:modified xsi:type="dcterms:W3CDTF">2026-05-29T11:55:52Z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