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3.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4.xml" ContentType="application/vnd.openxmlformats-officedocument.theme+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5.xml" ContentType="application/vnd.openxmlformats-officedocument.theme+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6.xml" ContentType="application/vnd.openxmlformats-officedocument.theme+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theme/theme7.xml" ContentType="application/vnd.openxmlformats-officedocument.theme+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theme/theme8.xml" ContentType="application/vnd.openxmlformats-officedocument.theme+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theme/theme9.xml" ContentType="application/vnd.openxmlformats-officedocument.theme+xml"/>
  <Override PartName="/ppt/theme/theme10.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2" r:id="rId4"/>
    <p:sldMasterId id="2147483809" r:id="rId5"/>
    <p:sldMasterId id="2147483660" r:id="rId6"/>
    <p:sldMasterId id="2147483874" r:id="rId7"/>
    <p:sldMasterId id="2147483885" r:id="rId8"/>
    <p:sldMasterId id="2147483897" r:id="rId9"/>
    <p:sldMasterId id="2147483908" r:id="rId10"/>
    <p:sldMasterId id="2147483919" r:id="rId11"/>
    <p:sldMasterId id="2147483930" r:id="rId12"/>
  </p:sldMasterIdLst>
  <p:notesMasterIdLst>
    <p:notesMasterId r:id="rId51"/>
  </p:notesMasterIdLst>
  <p:sldIdLst>
    <p:sldId id="1429" r:id="rId13"/>
    <p:sldId id="1430" r:id="rId14"/>
    <p:sldId id="1431" r:id="rId15"/>
    <p:sldId id="1432" r:id="rId16"/>
    <p:sldId id="1433" r:id="rId17"/>
    <p:sldId id="1434" r:id="rId18"/>
    <p:sldId id="1435" r:id="rId19"/>
    <p:sldId id="1436" r:id="rId20"/>
    <p:sldId id="1437" r:id="rId21"/>
    <p:sldId id="1438" r:id="rId22"/>
    <p:sldId id="1439" r:id="rId23"/>
    <p:sldId id="1440" r:id="rId24"/>
    <p:sldId id="1441" r:id="rId25"/>
    <p:sldId id="1442" r:id="rId26"/>
    <p:sldId id="1443" r:id="rId27"/>
    <p:sldId id="1444" r:id="rId28"/>
    <p:sldId id="1445" r:id="rId29"/>
    <p:sldId id="1446" r:id="rId30"/>
    <p:sldId id="1465" r:id="rId31"/>
    <p:sldId id="1447" r:id="rId32"/>
    <p:sldId id="1448" r:id="rId33"/>
    <p:sldId id="1449" r:id="rId34"/>
    <p:sldId id="1450" r:id="rId35"/>
    <p:sldId id="1451" r:id="rId36"/>
    <p:sldId id="1452" r:id="rId37"/>
    <p:sldId id="1453" r:id="rId38"/>
    <p:sldId id="1454" r:id="rId39"/>
    <p:sldId id="1455" r:id="rId40"/>
    <p:sldId id="1456" r:id="rId41"/>
    <p:sldId id="1457" r:id="rId42"/>
    <p:sldId id="1458" r:id="rId43"/>
    <p:sldId id="1459" r:id="rId44"/>
    <p:sldId id="1460" r:id="rId45"/>
    <p:sldId id="1466" r:id="rId46"/>
    <p:sldId id="1461" r:id="rId47"/>
    <p:sldId id="1462" r:id="rId48"/>
    <p:sldId id="1463" r:id="rId49"/>
    <p:sldId id="1464" r:id="rId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id="{3EC420FF-67B5-2B43-B8B0-31C326A878BA}">
          <p14:sldIdLst/>
        </p14:section>
        <p14:section name="Master" id="{86F55D6F-F04C-C141-A3B2-B81D9F14C13E}">
          <p14:sldIdLst/>
        </p14:section>
        <p14:section name="Cover slides" id="{A8F06CE1-BECE-433A-A682-4C071F90D966}">
          <p14:sldIdLst/>
        </p14:section>
        <p14:section name="Introduction" id="{D71C3838-11FC-3F44-90EC-9E7C8FE30A48}">
          <p14:sldIdLst/>
        </p14:section>
        <p14:section name="Content Slides" id="{05C53EB9-C633-4D6D-B3BC-F573E1DB951E}">
          <p14:sldIdLst>
            <p14:sldId id="1429"/>
            <p14:sldId id="1430"/>
            <p14:sldId id="1431"/>
            <p14:sldId id="1432"/>
            <p14:sldId id="1433"/>
            <p14:sldId id="1434"/>
            <p14:sldId id="1435"/>
            <p14:sldId id="1436"/>
            <p14:sldId id="1437"/>
            <p14:sldId id="1438"/>
            <p14:sldId id="1439"/>
            <p14:sldId id="1440"/>
            <p14:sldId id="1441"/>
            <p14:sldId id="1442"/>
            <p14:sldId id="1443"/>
            <p14:sldId id="1444"/>
            <p14:sldId id="1445"/>
            <p14:sldId id="1446"/>
            <p14:sldId id="1465"/>
            <p14:sldId id="1447"/>
            <p14:sldId id="1448"/>
            <p14:sldId id="1449"/>
            <p14:sldId id="1450"/>
            <p14:sldId id="1451"/>
            <p14:sldId id="1452"/>
            <p14:sldId id="1453"/>
            <p14:sldId id="1454"/>
            <p14:sldId id="1455"/>
            <p14:sldId id="1456"/>
            <p14:sldId id="1457"/>
            <p14:sldId id="1458"/>
            <p14:sldId id="1459"/>
            <p14:sldId id="1460"/>
            <p14:sldId id="1466"/>
            <p14:sldId id="1461"/>
            <p14:sldId id="1462"/>
            <p14:sldId id="1463"/>
            <p14:sldId id="1464"/>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B038381-4C18-EEB2-D798-E55F33345695}" name="Haynes, Amanda" initials="HA" userId="S::ahaynes@qa.com::f3044909-ea02-4a80-b124-5c683d29f1e5" providerId="AD"/>
  <p188:author id="{34F02186-A83D-147B-1AD3-CAE41537E927}" name="O'Flynn, Sarah" initials="SO" userId="S::SOFlynn@qa.com::c5bd941b-3572-499d-9953-9da6030055ca" providerId="AD"/>
  <p188:author id="{570EC78B-0B85-CC25-1293-AD5F30C7BB59}" name="Huskisson, Harry" initials="HH" userId="S::HHuskisson@qa.com::5d0a9b6a-71d8-408a-a551-20cf3a498200" providerId="AD"/>
  <p188:author id="{29DB2DE1-A6DA-284A-0775-8BA18A27BFDD}" name="Renang, Antonia" initials="AR" userId="S::ARenang@qa.com::6d248bc4-c380-4929-8d38-4b7a6af76729" providerId="AD"/>
  <p188:author id="{14A6B2E2-577F-2DC9-8598-664F7D3C9407}" name="Evans, Josie" initials="JE" userId="S::JEvans3@qa.com::aaea60dd-eaa6-4fde-a2ae-3576d6b832cc"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F5F5F"/>
    <a:srgbClr val="333333"/>
    <a:srgbClr val="575757"/>
    <a:srgbClr val="000000"/>
    <a:srgbClr val="0D0D0D"/>
    <a:srgbClr val="161616"/>
    <a:srgbClr val="FEBDC0"/>
    <a:srgbClr val="FEDEC3"/>
    <a:srgbClr val="ACE2F0"/>
    <a:srgbClr val="0E4B5B"/>
  </p:clrMru>
  <p:extLst>
    <p:ext uri="{E76CE94A-603C-4142-B9EB-6D1370010A27}">
      <p14:discardImageEditData xmlns:p14="http://schemas.microsoft.com/office/powerpoint/2010/main" val="1"/>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11B1820-41A4-48B4-9268-5844636472C1}" v="2" dt="2025-05-30T13:31:16.475"/>
  </p1510:revLst>
</p1510:revInfo>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565"/>
    <p:restoredTop sz="91387"/>
  </p:normalViewPr>
  <p:slideViewPr>
    <p:cSldViewPr snapToGrid="0">
      <p:cViewPr>
        <p:scale>
          <a:sx n="75" d="100"/>
          <a:sy n="75" d="100"/>
        </p:scale>
        <p:origin x="562" y="43"/>
      </p:cViewPr>
      <p:guideLst/>
    </p:cSldViewPr>
  </p:slideViewPr>
  <p:outlineViewPr>
    <p:cViewPr>
      <p:scale>
        <a:sx n="33" d="100"/>
        <a:sy n="33" d="100"/>
      </p:scale>
      <p:origin x="0" y="-15912"/>
    </p:cViewPr>
  </p:outlineViewPr>
  <p:notesTextViewPr>
    <p:cViewPr>
      <p:scale>
        <a:sx n="1" d="1"/>
        <a:sy n="1" d="1"/>
      </p:scale>
      <p:origin x="0" y="0"/>
    </p:cViewPr>
  </p:notesTextViewPr>
  <p:notesViewPr>
    <p:cSldViewPr snapToGrid="0">
      <p:cViewPr>
        <p:scale>
          <a:sx n="100" d="100"/>
          <a:sy n="100" d="100"/>
        </p:scale>
        <p:origin x="1718" y="-797"/>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xml"/><Relationship Id="rId18" Type="http://schemas.openxmlformats.org/officeDocument/2006/relationships/slide" Target="slides/slide6.xml"/><Relationship Id="rId26" Type="http://schemas.openxmlformats.org/officeDocument/2006/relationships/slide" Target="slides/slide14.xml"/><Relationship Id="rId39" Type="http://schemas.openxmlformats.org/officeDocument/2006/relationships/slide" Target="slides/slide27.xml"/><Relationship Id="rId21" Type="http://schemas.openxmlformats.org/officeDocument/2006/relationships/slide" Target="slides/slide9.xml"/><Relationship Id="rId34" Type="http://schemas.openxmlformats.org/officeDocument/2006/relationships/slide" Target="slides/slide22.xml"/><Relationship Id="rId42" Type="http://schemas.openxmlformats.org/officeDocument/2006/relationships/slide" Target="slides/slide30.xml"/><Relationship Id="rId47" Type="http://schemas.openxmlformats.org/officeDocument/2006/relationships/slide" Target="slides/slide35.xml"/><Relationship Id="rId50" Type="http://schemas.openxmlformats.org/officeDocument/2006/relationships/slide" Target="slides/slide38.xml"/><Relationship Id="rId55" Type="http://schemas.openxmlformats.org/officeDocument/2006/relationships/tableStyles" Target="tableStyle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4.xml"/><Relationship Id="rId29" Type="http://schemas.openxmlformats.org/officeDocument/2006/relationships/slide" Target="slides/slide17.xml"/><Relationship Id="rId11" Type="http://schemas.openxmlformats.org/officeDocument/2006/relationships/slideMaster" Target="slideMasters/slideMaster8.xml"/><Relationship Id="rId24" Type="http://schemas.openxmlformats.org/officeDocument/2006/relationships/slide" Target="slides/slide12.xml"/><Relationship Id="rId32" Type="http://schemas.openxmlformats.org/officeDocument/2006/relationships/slide" Target="slides/slide20.xml"/><Relationship Id="rId37" Type="http://schemas.openxmlformats.org/officeDocument/2006/relationships/slide" Target="slides/slide25.xml"/><Relationship Id="rId40" Type="http://schemas.openxmlformats.org/officeDocument/2006/relationships/slide" Target="slides/slide28.xml"/><Relationship Id="rId45" Type="http://schemas.openxmlformats.org/officeDocument/2006/relationships/slide" Target="slides/slide33.xml"/><Relationship Id="rId53" Type="http://schemas.openxmlformats.org/officeDocument/2006/relationships/viewProps" Target="viewProps.xml"/><Relationship Id="rId58" Type="http://schemas.microsoft.com/office/2018/10/relationships/authors" Target="authors.xml"/><Relationship Id="rId5" Type="http://schemas.openxmlformats.org/officeDocument/2006/relationships/slideMaster" Target="slideMasters/slideMaster2.xml"/><Relationship Id="rId19" Type="http://schemas.openxmlformats.org/officeDocument/2006/relationships/slide" Target="slides/slide7.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2.xml"/><Relationship Id="rId22" Type="http://schemas.openxmlformats.org/officeDocument/2006/relationships/slide" Target="slides/slide10.xml"/><Relationship Id="rId27" Type="http://schemas.openxmlformats.org/officeDocument/2006/relationships/slide" Target="slides/slide15.xml"/><Relationship Id="rId30" Type="http://schemas.openxmlformats.org/officeDocument/2006/relationships/slide" Target="slides/slide18.xml"/><Relationship Id="rId35" Type="http://schemas.openxmlformats.org/officeDocument/2006/relationships/slide" Target="slides/slide23.xml"/><Relationship Id="rId43" Type="http://schemas.openxmlformats.org/officeDocument/2006/relationships/slide" Target="slides/slide31.xml"/><Relationship Id="rId48" Type="http://schemas.openxmlformats.org/officeDocument/2006/relationships/slide" Target="slides/slide36.xml"/><Relationship Id="rId56" Type="http://schemas.microsoft.com/office/2016/11/relationships/changesInfo" Target="changesInfos/changesInfo1.xml"/><Relationship Id="rId8" Type="http://schemas.openxmlformats.org/officeDocument/2006/relationships/slideMaster" Target="slideMasters/slideMaster5.xml"/><Relationship Id="rId51" Type="http://schemas.openxmlformats.org/officeDocument/2006/relationships/notesMaster" Target="notesMasters/notesMaster1.xml"/><Relationship Id="rId3" Type="http://schemas.openxmlformats.org/officeDocument/2006/relationships/customXml" Target="../customXml/item3.xml"/><Relationship Id="rId12" Type="http://schemas.openxmlformats.org/officeDocument/2006/relationships/slideMaster" Target="slideMasters/slideMaster9.xml"/><Relationship Id="rId17" Type="http://schemas.openxmlformats.org/officeDocument/2006/relationships/slide" Target="slides/slide5.xml"/><Relationship Id="rId25" Type="http://schemas.openxmlformats.org/officeDocument/2006/relationships/slide" Target="slides/slide13.xml"/><Relationship Id="rId33" Type="http://schemas.openxmlformats.org/officeDocument/2006/relationships/slide" Target="slides/slide21.xml"/><Relationship Id="rId38" Type="http://schemas.openxmlformats.org/officeDocument/2006/relationships/slide" Target="slides/slide26.xml"/><Relationship Id="rId46" Type="http://schemas.openxmlformats.org/officeDocument/2006/relationships/slide" Target="slides/slide34.xml"/><Relationship Id="rId20" Type="http://schemas.openxmlformats.org/officeDocument/2006/relationships/slide" Target="slides/slide8.xml"/><Relationship Id="rId41" Type="http://schemas.openxmlformats.org/officeDocument/2006/relationships/slide" Target="slides/slide29.xml"/><Relationship Id="rId54"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3.xml"/><Relationship Id="rId23" Type="http://schemas.openxmlformats.org/officeDocument/2006/relationships/slide" Target="slides/slide11.xml"/><Relationship Id="rId28" Type="http://schemas.openxmlformats.org/officeDocument/2006/relationships/slide" Target="slides/slide16.xml"/><Relationship Id="rId36" Type="http://schemas.openxmlformats.org/officeDocument/2006/relationships/slide" Target="slides/slide24.xml"/><Relationship Id="rId49" Type="http://schemas.openxmlformats.org/officeDocument/2006/relationships/slide" Target="slides/slide37.xml"/><Relationship Id="rId57" Type="http://schemas.microsoft.com/office/2015/10/relationships/revisionInfo" Target="revisionInfo.xml"/><Relationship Id="rId10" Type="http://schemas.openxmlformats.org/officeDocument/2006/relationships/slideMaster" Target="slideMasters/slideMaster7.xml"/><Relationship Id="rId31" Type="http://schemas.openxmlformats.org/officeDocument/2006/relationships/slide" Target="slides/slide19.xml"/><Relationship Id="rId44" Type="http://schemas.openxmlformats.org/officeDocument/2006/relationships/slide" Target="slides/slide32.xml"/><Relationship Id="rId5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eist, Ella" userId="992bbaf2-811d-42cb-a4d6-e7fc45e325e8" providerId="ADAL" clId="{611B1820-41A4-48B4-9268-5844636472C1}"/>
    <pc:docChg chg="custSel modSld">
      <pc:chgData name="Feist, Ella" userId="992bbaf2-811d-42cb-a4d6-e7fc45e325e8" providerId="ADAL" clId="{611B1820-41A4-48B4-9268-5844636472C1}" dt="2025-05-30T13:31:49.236" v="62" actId="20577"/>
      <pc:docMkLst>
        <pc:docMk/>
      </pc:docMkLst>
      <pc:sldChg chg="modNotes">
        <pc:chgData name="Feist, Ella" userId="992bbaf2-811d-42cb-a4d6-e7fc45e325e8" providerId="ADAL" clId="{611B1820-41A4-48B4-9268-5844636472C1}" dt="2025-05-30T13:29:22.033" v="0" actId="207"/>
        <pc:sldMkLst>
          <pc:docMk/>
          <pc:sldMk cId="3875842625" sldId="1432"/>
        </pc:sldMkLst>
      </pc:sldChg>
      <pc:sldChg chg="modNotes">
        <pc:chgData name="Feist, Ella" userId="992bbaf2-811d-42cb-a4d6-e7fc45e325e8" providerId="ADAL" clId="{611B1820-41A4-48B4-9268-5844636472C1}" dt="2025-05-30T13:29:32.480" v="4" actId="120"/>
        <pc:sldMkLst>
          <pc:docMk/>
          <pc:sldMk cId="607710868" sldId="1433"/>
        </pc:sldMkLst>
      </pc:sldChg>
      <pc:sldChg chg="modNotes">
        <pc:chgData name="Feist, Ella" userId="992bbaf2-811d-42cb-a4d6-e7fc45e325e8" providerId="ADAL" clId="{611B1820-41A4-48B4-9268-5844636472C1}" dt="2025-05-30T13:29:59.010" v="11"/>
        <pc:sldMkLst>
          <pc:docMk/>
          <pc:sldMk cId="3383176735" sldId="1443"/>
        </pc:sldMkLst>
      </pc:sldChg>
      <pc:sldChg chg="modNotes">
        <pc:chgData name="Feist, Ella" userId="992bbaf2-811d-42cb-a4d6-e7fc45e325e8" providerId="ADAL" clId="{611B1820-41A4-48B4-9268-5844636472C1}" dt="2025-05-30T13:30:20.532" v="25" actId="313"/>
        <pc:sldMkLst>
          <pc:docMk/>
          <pc:sldMk cId="2245124239" sldId="1446"/>
        </pc:sldMkLst>
      </pc:sldChg>
      <pc:sldChg chg="modNotes">
        <pc:chgData name="Feist, Ella" userId="992bbaf2-811d-42cb-a4d6-e7fc45e325e8" providerId="ADAL" clId="{611B1820-41A4-48B4-9268-5844636472C1}" dt="2025-05-30T13:30:26.868" v="26" actId="207"/>
        <pc:sldMkLst>
          <pc:docMk/>
          <pc:sldMk cId="4048853648" sldId="1449"/>
        </pc:sldMkLst>
      </pc:sldChg>
      <pc:sldChg chg="modNotes">
        <pc:chgData name="Feist, Ella" userId="992bbaf2-811d-42cb-a4d6-e7fc45e325e8" providerId="ADAL" clId="{611B1820-41A4-48B4-9268-5844636472C1}" dt="2025-05-30T13:30:38.978" v="29" actId="20577"/>
        <pc:sldMkLst>
          <pc:docMk/>
          <pc:sldMk cId="3603618587" sldId="1450"/>
        </pc:sldMkLst>
      </pc:sldChg>
      <pc:sldChg chg="modNotes">
        <pc:chgData name="Feist, Ella" userId="992bbaf2-811d-42cb-a4d6-e7fc45e325e8" providerId="ADAL" clId="{611B1820-41A4-48B4-9268-5844636472C1}" dt="2025-05-30T13:30:46.909" v="33" actId="20577"/>
        <pc:sldMkLst>
          <pc:docMk/>
          <pc:sldMk cId="708785633" sldId="1451"/>
        </pc:sldMkLst>
      </pc:sldChg>
      <pc:sldChg chg="modNotes">
        <pc:chgData name="Feist, Ella" userId="992bbaf2-811d-42cb-a4d6-e7fc45e325e8" providerId="ADAL" clId="{611B1820-41A4-48B4-9268-5844636472C1}" dt="2025-05-30T13:30:49.750" v="34" actId="207"/>
        <pc:sldMkLst>
          <pc:docMk/>
          <pc:sldMk cId="3849777758" sldId="1452"/>
        </pc:sldMkLst>
      </pc:sldChg>
      <pc:sldChg chg="modNotes">
        <pc:chgData name="Feist, Ella" userId="992bbaf2-811d-42cb-a4d6-e7fc45e325e8" providerId="ADAL" clId="{611B1820-41A4-48B4-9268-5844636472C1}" dt="2025-05-30T13:30:53.709" v="35" actId="207"/>
        <pc:sldMkLst>
          <pc:docMk/>
          <pc:sldMk cId="2054473546" sldId="1455"/>
        </pc:sldMkLst>
      </pc:sldChg>
      <pc:sldChg chg="modNotes">
        <pc:chgData name="Feist, Ella" userId="992bbaf2-811d-42cb-a4d6-e7fc45e325e8" providerId="ADAL" clId="{611B1820-41A4-48B4-9268-5844636472C1}" dt="2025-05-30T13:31:36.947" v="58" actId="20577"/>
        <pc:sldMkLst>
          <pc:docMk/>
          <pc:sldMk cId="1726752196" sldId="1456"/>
        </pc:sldMkLst>
      </pc:sldChg>
      <pc:sldChg chg="modNotes">
        <pc:chgData name="Feist, Ella" userId="992bbaf2-811d-42cb-a4d6-e7fc45e325e8" providerId="ADAL" clId="{611B1820-41A4-48B4-9268-5844636472C1}" dt="2025-05-30T13:31:44.175" v="61" actId="12"/>
        <pc:sldMkLst>
          <pc:docMk/>
          <pc:sldMk cId="1147058099" sldId="1459"/>
        </pc:sldMkLst>
      </pc:sldChg>
      <pc:sldChg chg="modNotes">
        <pc:chgData name="Feist, Ella" userId="992bbaf2-811d-42cb-a4d6-e7fc45e325e8" providerId="ADAL" clId="{611B1820-41A4-48B4-9268-5844636472C1}" dt="2025-05-30T13:31:49.236" v="62" actId="20577"/>
        <pc:sldMkLst>
          <pc:docMk/>
          <pc:sldMk cId="693381351" sldId="1461"/>
        </pc:sldMkLst>
      </pc:sldChg>
    </pc:docChg>
  </pc:docChgLst>
  <pc:docChgLst>
    <pc:chgData name="Feist, Ella" userId="992bbaf2-811d-42cb-a4d6-e7fc45e325e8" providerId="ADAL" clId="{7AFE7C11-C71D-4349-8241-68E088248C89}"/>
    <pc:docChg chg="undo custSel modSld delMainMaster">
      <pc:chgData name="Feist, Ella" userId="992bbaf2-811d-42cb-a4d6-e7fc45e325e8" providerId="ADAL" clId="{7AFE7C11-C71D-4349-8241-68E088248C89}" dt="2025-05-28T15:28:38.022" v="485" actId="20577"/>
      <pc:docMkLst>
        <pc:docMk/>
      </pc:docMkLst>
      <pc:sldChg chg="modSp mod">
        <pc:chgData name="Feist, Ella" userId="992bbaf2-811d-42cb-a4d6-e7fc45e325e8" providerId="ADAL" clId="{7AFE7C11-C71D-4349-8241-68E088248C89}" dt="2025-05-28T15:11:16.218" v="13"/>
        <pc:sldMkLst>
          <pc:docMk/>
          <pc:sldMk cId="2163108125" sldId="1429"/>
        </pc:sldMkLst>
        <pc:spChg chg="mod">
          <ac:chgData name="Feist, Ella" userId="992bbaf2-811d-42cb-a4d6-e7fc45e325e8" providerId="ADAL" clId="{7AFE7C11-C71D-4349-8241-68E088248C89}" dt="2025-05-28T15:10:37.376" v="0"/>
          <ac:spMkLst>
            <pc:docMk/>
            <pc:sldMk cId="2163108125" sldId="1429"/>
            <ac:spMk id="4" creationId="{441B5810-8C67-B742-B639-848419728702}"/>
          </ac:spMkLst>
        </pc:spChg>
        <pc:graphicFrameChg chg="mod modGraphic">
          <ac:chgData name="Feist, Ella" userId="992bbaf2-811d-42cb-a4d6-e7fc45e325e8" providerId="ADAL" clId="{7AFE7C11-C71D-4349-8241-68E088248C89}" dt="2025-05-28T15:11:16.218" v="13"/>
          <ac:graphicFrameMkLst>
            <pc:docMk/>
            <pc:sldMk cId="2163108125" sldId="1429"/>
            <ac:graphicFrameMk id="6" creationId="{32D3FB19-7F6E-668D-10D7-BDC7DB4B051D}"/>
          </ac:graphicFrameMkLst>
        </pc:graphicFrameChg>
      </pc:sldChg>
      <pc:sldChg chg="modSp mod">
        <pc:chgData name="Feist, Ella" userId="992bbaf2-811d-42cb-a4d6-e7fc45e325e8" providerId="ADAL" clId="{7AFE7C11-C71D-4349-8241-68E088248C89}" dt="2025-05-28T15:11:19.613" v="14" actId="12"/>
        <pc:sldMkLst>
          <pc:docMk/>
          <pc:sldMk cId="3984997939" sldId="1430"/>
        </pc:sldMkLst>
        <pc:spChg chg="mod">
          <ac:chgData name="Feist, Ella" userId="992bbaf2-811d-42cb-a4d6-e7fc45e325e8" providerId="ADAL" clId="{7AFE7C11-C71D-4349-8241-68E088248C89}" dt="2025-05-28T15:11:19.613" v="14" actId="12"/>
          <ac:spMkLst>
            <pc:docMk/>
            <pc:sldMk cId="3984997939" sldId="1430"/>
            <ac:spMk id="6" creationId="{00000000-0000-0000-0000-000000000000}"/>
          </ac:spMkLst>
        </pc:spChg>
      </pc:sldChg>
      <pc:sldChg chg="modSp mod modClrScheme chgLayout">
        <pc:chgData name="Feist, Ella" userId="992bbaf2-811d-42cb-a4d6-e7fc45e325e8" providerId="ADAL" clId="{7AFE7C11-C71D-4349-8241-68E088248C89}" dt="2025-05-28T15:12:22.527" v="49" actId="14100"/>
        <pc:sldMkLst>
          <pc:docMk/>
          <pc:sldMk cId="3875842625" sldId="1432"/>
        </pc:sldMkLst>
        <pc:spChg chg="mod ord">
          <ac:chgData name="Feist, Ella" userId="992bbaf2-811d-42cb-a4d6-e7fc45e325e8" providerId="ADAL" clId="{7AFE7C11-C71D-4349-8241-68E088248C89}" dt="2025-05-28T15:11:24.765" v="15" actId="700"/>
          <ac:spMkLst>
            <pc:docMk/>
            <pc:sldMk cId="3875842625" sldId="1432"/>
            <ac:spMk id="2" creationId="{A9A6FF77-D641-4417-92E7-11CC6238BF20}"/>
          </ac:spMkLst>
        </pc:spChg>
        <pc:spChg chg="mod ord">
          <ac:chgData name="Feist, Ella" userId="992bbaf2-811d-42cb-a4d6-e7fc45e325e8" providerId="ADAL" clId="{7AFE7C11-C71D-4349-8241-68E088248C89}" dt="2025-05-28T15:11:27.547" v="16"/>
          <ac:spMkLst>
            <pc:docMk/>
            <pc:sldMk cId="3875842625" sldId="1432"/>
            <ac:spMk id="3" creationId="{11DD5F8E-BC86-A605-B28E-2FB71836D5FF}"/>
          </ac:spMkLst>
        </pc:spChg>
        <pc:spChg chg="mod ord">
          <ac:chgData name="Feist, Ella" userId="992bbaf2-811d-42cb-a4d6-e7fc45e325e8" providerId="ADAL" clId="{7AFE7C11-C71D-4349-8241-68E088248C89}" dt="2025-05-28T15:12:22.527" v="49" actId="14100"/>
          <ac:spMkLst>
            <pc:docMk/>
            <pc:sldMk cId="3875842625" sldId="1432"/>
            <ac:spMk id="5" creationId="{91A8ED3D-B755-43C9-BCB1-DCF495C0C9DB}"/>
          </ac:spMkLst>
        </pc:spChg>
      </pc:sldChg>
      <pc:sldChg chg="modSp mod">
        <pc:chgData name="Feist, Ella" userId="992bbaf2-811d-42cb-a4d6-e7fc45e325e8" providerId="ADAL" clId="{7AFE7C11-C71D-4349-8241-68E088248C89}" dt="2025-05-28T15:12:35.568" v="53" actId="20577"/>
        <pc:sldMkLst>
          <pc:docMk/>
          <pc:sldMk cId="607710868" sldId="1433"/>
        </pc:sldMkLst>
        <pc:spChg chg="mod">
          <ac:chgData name="Feist, Ella" userId="992bbaf2-811d-42cb-a4d6-e7fc45e325e8" providerId="ADAL" clId="{7AFE7C11-C71D-4349-8241-68E088248C89}" dt="2025-05-28T15:12:35.568" v="53" actId="20577"/>
          <ac:spMkLst>
            <pc:docMk/>
            <pc:sldMk cId="607710868" sldId="1433"/>
            <ac:spMk id="5" creationId="{91A8ED3D-B755-43C9-BCB1-DCF495C0C9DB}"/>
          </ac:spMkLst>
        </pc:spChg>
      </pc:sldChg>
      <pc:sldChg chg="modSp mod">
        <pc:chgData name="Feist, Ella" userId="992bbaf2-811d-42cb-a4d6-e7fc45e325e8" providerId="ADAL" clId="{7AFE7C11-C71D-4349-8241-68E088248C89}" dt="2025-05-28T15:12:39.134" v="54" actId="20577"/>
        <pc:sldMkLst>
          <pc:docMk/>
          <pc:sldMk cId="1049878568" sldId="1434"/>
        </pc:sldMkLst>
        <pc:spChg chg="mod">
          <ac:chgData name="Feist, Ella" userId="992bbaf2-811d-42cb-a4d6-e7fc45e325e8" providerId="ADAL" clId="{7AFE7C11-C71D-4349-8241-68E088248C89}" dt="2025-05-28T15:12:39.134" v="54" actId="20577"/>
          <ac:spMkLst>
            <pc:docMk/>
            <pc:sldMk cId="1049878568" sldId="1434"/>
            <ac:spMk id="4" creationId="{9ED32BBC-8A3B-5FB1-DB0F-B65F461BDA2D}"/>
          </ac:spMkLst>
        </pc:spChg>
      </pc:sldChg>
      <pc:sldChg chg="modSp mod modClrScheme chgLayout">
        <pc:chgData name="Feist, Ella" userId="992bbaf2-811d-42cb-a4d6-e7fc45e325e8" providerId="ADAL" clId="{7AFE7C11-C71D-4349-8241-68E088248C89}" dt="2025-05-28T15:13:07.072" v="67" actId="20577"/>
        <pc:sldMkLst>
          <pc:docMk/>
          <pc:sldMk cId="3773337242" sldId="1435"/>
        </pc:sldMkLst>
        <pc:spChg chg="mod ord">
          <ac:chgData name="Feist, Ella" userId="992bbaf2-811d-42cb-a4d6-e7fc45e325e8" providerId="ADAL" clId="{7AFE7C11-C71D-4349-8241-68E088248C89}" dt="2025-05-28T15:12:43.408" v="55" actId="700"/>
          <ac:spMkLst>
            <pc:docMk/>
            <pc:sldMk cId="3773337242" sldId="1435"/>
            <ac:spMk id="2" creationId="{A9A6FF77-D641-4417-92E7-11CC6238BF20}"/>
          </ac:spMkLst>
        </pc:spChg>
        <pc:spChg chg="mod ord">
          <ac:chgData name="Feist, Ella" userId="992bbaf2-811d-42cb-a4d6-e7fc45e325e8" providerId="ADAL" clId="{7AFE7C11-C71D-4349-8241-68E088248C89}" dt="2025-05-28T15:12:45.445" v="56" actId="20577"/>
          <ac:spMkLst>
            <pc:docMk/>
            <pc:sldMk cId="3773337242" sldId="1435"/>
            <ac:spMk id="3" creationId="{4CC6B93F-CF24-CF2C-C601-1CB77A1D31E1}"/>
          </ac:spMkLst>
        </pc:spChg>
        <pc:spChg chg="mod ord">
          <ac:chgData name="Feist, Ella" userId="992bbaf2-811d-42cb-a4d6-e7fc45e325e8" providerId="ADAL" clId="{7AFE7C11-C71D-4349-8241-68E088248C89}" dt="2025-05-28T15:13:07.072" v="67" actId="20577"/>
          <ac:spMkLst>
            <pc:docMk/>
            <pc:sldMk cId="3773337242" sldId="1435"/>
            <ac:spMk id="5" creationId="{91A8ED3D-B755-43C9-BCB1-DCF495C0C9DB}"/>
          </ac:spMkLst>
        </pc:spChg>
      </pc:sldChg>
      <pc:sldChg chg="modSp mod modClrScheme chgLayout">
        <pc:chgData name="Feist, Ella" userId="992bbaf2-811d-42cb-a4d6-e7fc45e325e8" providerId="ADAL" clId="{7AFE7C11-C71D-4349-8241-68E088248C89}" dt="2025-05-28T15:13:53.174" v="100" actId="20577"/>
        <pc:sldMkLst>
          <pc:docMk/>
          <pc:sldMk cId="1475888256" sldId="1436"/>
        </pc:sldMkLst>
        <pc:spChg chg="mod ord">
          <ac:chgData name="Feist, Ella" userId="992bbaf2-811d-42cb-a4d6-e7fc45e325e8" providerId="ADAL" clId="{7AFE7C11-C71D-4349-8241-68E088248C89}" dt="2025-05-28T15:13:13.062" v="69" actId="700"/>
          <ac:spMkLst>
            <pc:docMk/>
            <pc:sldMk cId="1475888256" sldId="1436"/>
            <ac:spMk id="2" creationId="{A9A6FF77-D641-4417-92E7-11CC6238BF20}"/>
          </ac:spMkLst>
        </pc:spChg>
        <pc:spChg chg="mod ord">
          <ac:chgData name="Feist, Ella" userId="992bbaf2-811d-42cb-a4d6-e7fc45e325e8" providerId="ADAL" clId="{7AFE7C11-C71D-4349-8241-68E088248C89}" dt="2025-05-28T15:13:13.062" v="69" actId="700"/>
          <ac:spMkLst>
            <pc:docMk/>
            <pc:sldMk cId="1475888256" sldId="1436"/>
            <ac:spMk id="3" creationId="{15CA3C41-B7BA-92A4-B20D-ED847B07753E}"/>
          </ac:spMkLst>
        </pc:spChg>
        <pc:spChg chg="mod ord">
          <ac:chgData name="Feist, Ella" userId="992bbaf2-811d-42cb-a4d6-e7fc45e325e8" providerId="ADAL" clId="{7AFE7C11-C71D-4349-8241-68E088248C89}" dt="2025-05-28T15:13:53.174" v="100" actId="20577"/>
          <ac:spMkLst>
            <pc:docMk/>
            <pc:sldMk cId="1475888256" sldId="1436"/>
            <ac:spMk id="5" creationId="{91A8ED3D-B755-43C9-BCB1-DCF495C0C9DB}"/>
          </ac:spMkLst>
        </pc:spChg>
      </pc:sldChg>
      <pc:sldChg chg="modSp mod modClrScheme chgLayout">
        <pc:chgData name="Feist, Ella" userId="992bbaf2-811d-42cb-a4d6-e7fc45e325e8" providerId="ADAL" clId="{7AFE7C11-C71D-4349-8241-68E088248C89}" dt="2025-05-28T15:14:30.838" v="119" actId="20577"/>
        <pc:sldMkLst>
          <pc:docMk/>
          <pc:sldMk cId="4152010338" sldId="1437"/>
        </pc:sldMkLst>
        <pc:spChg chg="mod ord">
          <ac:chgData name="Feist, Ella" userId="992bbaf2-811d-42cb-a4d6-e7fc45e325e8" providerId="ADAL" clId="{7AFE7C11-C71D-4349-8241-68E088248C89}" dt="2025-05-28T15:14:07.614" v="107" actId="700"/>
          <ac:spMkLst>
            <pc:docMk/>
            <pc:sldMk cId="4152010338" sldId="1437"/>
            <ac:spMk id="2" creationId="{A9A6FF77-D641-4417-92E7-11CC6238BF20}"/>
          </ac:spMkLst>
        </pc:spChg>
        <pc:spChg chg="mod ord">
          <ac:chgData name="Feist, Ella" userId="992bbaf2-811d-42cb-a4d6-e7fc45e325e8" providerId="ADAL" clId="{7AFE7C11-C71D-4349-8241-68E088248C89}" dt="2025-05-28T15:14:07.614" v="107" actId="700"/>
          <ac:spMkLst>
            <pc:docMk/>
            <pc:sldMk cId="4152010338" sldId="1437"/>
            <ac:spMk id="3" creationId="{12FF2785-1D3B-23EC-0403-A6FF70D6DF31}"/>
          </ac:spMkLst>
        </pc:spChg>
        <pc:spChg chg="mod ord">
          <ac:chgData name="Feist, Ella" userId="992bbaf2-811d-42cb-a4d6-e7fc45e325e8" providerId="ADAL" clId="{7AFE7C11-C71D-4349-8241-68E088248C89}" dt="2025-05-28T15:14:30.838" v="119" actId="20577"/>
          <ac:spMkLst>
            <pc:docMk/>
            <pc:sldMk cId="4152010338" sldId="1437"/>
            <ac:spMk id="5" creationId="{91A8ED3D-B755-43C9-BCB1-DCF495C0C9DB}"/>
          </ac:spMkLst>
        </pc:spChg>
      </pc:sldChg>
      <pc:sldChg chg="modSp mod">
        <pc:chgData name="Feist, Ella" userId="992bbaf2-811d-42cb-a4d6-e7fc45e325e8" providerId="ADAL" clId="{7AFE7C11-C71D-4349-8241-68E088248C89}" dt="2025-05-28T15:14:33.369" v="120" actId="20577"/>
        <pc:sldMkLst>
          <pc:docMk/>
          <pc:sldMk cId="1210212273" sldId="1438"/>
        </pc:sldMkLst>
        <pc:spChg chg="mod">
          <ac:chgData name="Feist, Ella" userId="992bbaf2-811d-42cb-a4d6-e7fc45e325e8" providerId="ADAL" clId="{7AFE7C11-C71D-4349-8241-68E088248C89}" dt="2025-05-28T15:14:33.369" v="120" actId="20577"/>
          <ac:spMkLst>
            <pc:docMk/>
            <pc:sldMk cId="1210212273" sldId="1438"/>
            <ac:spMk id="4" creationId="{9ED32BBC-8A3B-5FB1-DB0F-B65F461BDA2D}"/>
          </ac:spMkLst>
        </pc:spChg>
      </pc:sldChg>
      <pc:sldChg chg="modSp mod modClrScheme chgLayout">
        <pc:chgData name="Feist, Ella" userId="992bbaf2-811d-42cb-a4d6-e7fc45e325e8" providerId="ADAL" clId="{7AFE7C11-C71D-4349-8241-68E088248C89}" dt="2025-05-28T15:15:30.969" v="151" actId="20577"/>
        <pc:sldMkLst>
          <pc:docMk/>
          <pc:sldMk cId="3211821040" sldId="1439"/>
        </pc:sldMkLst>
        <pc:spChg chg="mod ord">
          <ac:chgData name="Feist, Ella" userId="992bbaf2-811d-42cb-a4d6-e7fc45e325e8" providerId="ADAL" clId="{7AFE7C11-C71D-4349-8241-68E088248C89}" dt="2025-05-28T15:14:37.299" v="121" actId="700"/>
          <ac:spMkLst>
            <pc:docMk/>
            <pc:sldMk cId="3211821040" sldId="1439"/>
            <ac:spMk id="2" creationId="{A9A6FF77-D641-4417-92E7-11CC6238BF20}"/>
          </ac:spMkLst>
        </pc:spChg>
        <pc:spChg chg="mod ord">
          <ac:chgData name="Feist, Ella" userId="992bbaf2-811d-42cb-a4d6-e7fc45e325e8" providerId="ADAL" clId="{7AFE7C11-C71D-4349-8241-68E088248C89}" dt="2025-05-28T15:14:45.014" v="123" actId="20577"/>
          <ac:spMkLst>
            <pc:docMk/>
            <pc:sldMk cId="3211821040" sldId="1439"/>
            <ac:spMk id="3" creationId="{F999C2F1-500B-5FA2-B085-16D4FDDA3973}"/>
          </ac:spMkLst>
        </pc:spChg>
        <pc:spChg chg="mod ord">
          <ac:chgData name="Feist, Ella" userId="992bbaf2-811d-42cb-a4d6-e7fc45e325e8" providerId="ADAL" clId="{7AFE7C11-C71D-4349-8241-68E088248C89}" dt="2025-05-28T15:15:30.969" v="151" actId="20577"/>
          <ac:spMkLst>
            <pc:docMk/>
            <pc:sldMk cId="3211821040" sldId="1439"/>
            <ac:spMk id="5" creationId="{91A8ED3D-B755-43C9-BCB1-DCF495C0C9DB}"/>
          </ac:spMkLst>
        </pc:spChg>
      </pc:sldChg>
      <pc:sldChg chg="modSp mod modClrScheme chgLayout">
        <pc:chgData name="Feist, Ella" userId="992bbaf2-811d-42cb-a4d6-e7fc45e325e8" providerId="ADAL" clId="{7AFE7C11-C71D-4349-8241-68E088248C89}" dt="2025-05-28T15:15:58.140" v="168" actId="20577"/>
        <pc:sldMkLst>
          <pc:docMk/>
          <pc:sldMk cId="3906877010" sldId="1440"/>
        </pc:sldMkLst>
        <pc:spChg chg="mod ord">
          <ac:chgData name="Feist, Ella" userId="992bbaf2-811d-42cb-a4d6-e7fc45e325e8" providerId="ADAL" clId="{7AFE7C11-C71D-4349-8241-68E088248C89}" dt="2025-05-28T15:15:36.506" v="152" actId="700"/>
          <ac:spMkLst>
            <pc:docMk/>
            <pc:sldMk cId="3906877010" sldId="1440"/>
            <ac:spMk id="2" creationId="{A9A6FF77-D641-4417-92E7-11CC6238BF20}"/>
          </ac:spMkLst>
        </pc:spChg>
        <pc:spChg chg="mod ord">
          <ac:chgData name="Feist, Ella" userId="992bbaf2-811d-42cb-a4d6-e7fc45e325e8" providerId="ADAL" clId="{7AFE7C11-C71D-4349-8241-68E088248C89}" dt="2025-05-28T15:15:36.506" v="152" actId="700"/>
          <ac:spMkLst>
            <pc:docMk/>
            <pc:sldMk cId="3906877010" sldId="1440"/>
            <ac:spMk id="3" creationId="{4FEECF55-18BA-2788-34F0-C606DBBDEED8}"/>
          </ac:spMkLst>
        </pc:spChg>
        <pc:spChg chg="mod ord">
          <ac:chgData name="Feist, Ella" userId="992bbaf2-811d-42cb-a4d6-e7fc45e325e8" providerId="ADAL" clId="{7AFE7C11-C71D-4349-8241-68E088248C89}" dt="2025-05-28T15:15:58.140" v="168" actId="20577"/>
          <ac:spMkLst>
            <pc:docMk/>
            <pc:sldMk cId="3906877010" sldId="1440"/>
            <ac:spMk id="5" creationId="{91A8ED3D-B755-43C9-BCB1-DCF495C0C9DB}"/>
          </ac:spMkLst>
        </pc:spChg>
      </pc:sldChg>
      <pc:sldChg chg="modSp mod modClrScheme chgLayout">
        <pc:chgData name="Feist, Ella" userId="992bbaf2-811d-42cb-a4d6-e7fc45e325e8" providerId="ADAL" clId="{7AFE7C11-C71D-4349-8241-68E088248C89}" dt="2025-05-28T15:17:31.113" v="223" actId="20577"/>
        <pc:sldMkLst>
          <pc:docMk/>
          <pc:sldMk cId="131953860" sldId="1442"/>
        </pc:sldMkLst>
        <pc:spChg chg="mod ord">
          <ac:chgData name="Feist, Ella" userId="992bbaf2-811d-42cb-a4d6-e7fc45e325e8" providerId="ADAL" clId="{7AFE7C11-C71D-4349-8241-68E088248C89}" dt="2025-05-28T15:16:08.100" v="170" actId="700"/>
          <ac:spMkLst>
            <pc:docMk/>
            <pc:sldMk cId="131953860" sldId="1442"/>
            <ac:spMk id="2" creationId="{A9A6FF77-D641-4417-92E7-11CC6238BF20}"/>
          </ac:spMkLst>
        </pc:spChg>
        <pc:spChg chg="mod ord">
          <ac:chgData name="Feist, Ella" userId="992bbaf2-811d-42cb-a4d6-e7fc45e325e8" providerId="ADAL" clId="{7AFE7C11-C71D-4349-8241-68E088248C89}" dt="2025-05-28T15:16:08.100" v="170" actId="700"/>
          <ac:spMkLst>
            <pc:docMk/>
            <pc:sldMk cId="131953860" sldId="1442"/>
            <ac:spMk id="3" creationId="{E756C489-753E-7348-B4C3-E82C23D6E798}"/>
          </ac:spMkLst>
        </pc:spChg>
        <pc:spChg chg="mod ord">
          <ac:chgData name="Feist, Ella" userId="992bbaf2-811d-42cb-a4d6-e7fc45e325e8" providerId="ADAL" clId="{7AFE7C11-C71D-4349-8241-68E088248C89}" dt="2025-05-28T15:17:31.113" v="223" actId="20577"/>
          <ac:spMkLst>
            <pc:docMk/>
            <pc:sldMk cId="131953860" sldId="1442"/>
            <ac:spMk id="5" creationId="{91A8ED3D-B755-43C9-BCB1-DCF495C0C9DB}"/>
          </ac:spMkLst>
        </pc:spChg>
      </pc:sldChg>
      <pc:sldChg chg="modSp mod">
        <pc:chgData name="Feist, Ella" userId="992bbaf2-811d-42cb-a4d6-e7fc45e325e8" providerId="ADAL" clId="{7AFE7C11-C71D-4349-8241-68E088248C89}" dt="2025-05-28T15:17:38.404" v="225" actId="403"/>
        <pc:sldMkLst>
          <pc:docMk/>
          <pc:sldMk cId="3383176735" sldId="1443"/>
        </pc:sldMkLst>
        <pc:spChg chg="mod">
          <ac:chgData name="Feist, Ella" userId="992bbaf2-811d-42cb-a4d6-e7fc45e325e8" providerId="ADAL" clId="{7AFE7C11-C71D-4349-8241-68E088248C89}" dt="2025-05-28T15:17:38.404" v="225" actId="403"/>
          <ac:spMkLst>
            <pc:docMk/>
            <pc:sldMk cId="3383176735" sldId="1443"/>
            <ac:spMk id="5" creationId="{91A8ED3D-B755-43C9-BCB1-DCF495C0C9DB}"/>
          </ac:spMkLst>
        </pc:spChg>
      </pc:sldChg>
      <pc:sldChg chg="modSp">
        <pc:chgData name="Feist, Ella" userId="992bbaf2-811d-42cb-a4d6-e7fc45e325e8" providerId="ADAL" clId="{7AFE7C11-C71D-4349-8241-68E088248C89}" dt="2025-05-28T15:17:43.577" v="226"/>
        <pc:sldMkLst>
          <pc:docMk/>
          <pc:sldMk cId="1229502389" sldId="1444"/>
        </pc:sldMkLst>
        <pc:spChg chg="mod">
          <ac:chgData name="Feist, Ella" userId="992bbaf2-811d-42cb-a4d6-e7fc45e325e8" providerId="ADAL" clId="{7AFE7C11-C71D-4349-8241-68E088248C89}" dt="2025-05-28T15:17:43.577" v="226"/>
          <ac:spMkLst>
            <pc:docMk/>
            <pc:sldMk cId="1229502389" sldId="1444"/>
            <ac:spMk id="4" creationId="{9ED32BBC-8A3B-5FB1-DB0F-B65F461BDA2D}"/>
          </ac:spMkLst>
        </pc:spChg>
      </pc:sldChg>
      <pc:sldChg chg="modSp mod modClrScheme chgLayout">
        <pc:chgData name="Feist, Ella" userId="992bbaf2-811d-42cb-a4d6-e7fc45e325e8" providerId="ADAL" clId="{7AFE7C11-C71D-4349-8241-68E088248C89}" dt="2025-05-28T15:18:05.553" v="235" actId="108"/>
        <pc:sldMkLst>
          <pc:docMk/>
          <pc:sldMk cId="4173888721" sldId="1445"/>
        </pc:sldMkLst>
        <pc:spChg chg="mod ord">
          <ac:chgData name="Feist, Ella" userId="992bbaf2-811d-42cb-a4d6-e7fc45e325e8" providerId="ADAL" clId="{7AFE7C11-C71D-4349-8241-68E088248C89}" dt="2025-05-28T15:17:47.986" v="227" actId="700"/>
          <ac:spMkLst>
            <pc:docMk/>
            <pc:sldMk cId="4173888721" sldId="1445"/>
            <ac:spMk id="3" creationId="{E5DCA1A1-16D8-19EC-BC56-89CF04B47C73}"/>
          </ac:spMkLst>
        </pc:spChg>
        <pc:spChg chg="mod ord">
          <ac:chgData name="Feist, Ella" userId="992bbaf2-811d-42cb-a4d6-e7fc45e325e8" providerId="ADAL" clId="{7AFE7C11-C71D-4349-8241-68E088248C89}" dt="2025-05-28T15:18:05.553" v="235" actId="108"/>
          <ac:spMkLst>
            <pc:docMk/>
            <pc:sldMk cId="4173888721" sldId="1445"/>
            <ac:spMk id="5" creationId="{91A8ED3D-B755-43C9-BCB1-DCF495C0C9DB}"/>
          </ac:spMkLst>
        </pc:spChg>
      </pc:sldChg>
      <pc:sldChg chg="modSp mod">
        <pc:chgData name="Feist, Ella" userId="992bbaf2-811d-42cb-a4d6-e7fc45e325e8" providerId="ADAL" clId="{7AFE7C11-C71D-4349-8241-68E088248C89}" dt="2025-05-28T15:18:49.091" v="245" actId="1076"/>
        <pc:sldMkLst>
          <pc:docMk/>
          <pc:sldMk cId="2245124239" sldId="1446"/>
        </pc:sldMkLst>
        <pc:spChg chg="mod">
          <ac:chgData name="Feist, Ella" userId="992bbaf2-811d-42cb-a4d6-e7fc45e325e8" providerId="ADAL" clId="{7AFE7C11-C71D-4349-8241-68E088248C89}" dt="2025-05-28T15:18:15.139" v="236" actId="2711"/>
          <ac:spMkLst>
            <pc:docMk/>
            <pc:sldMk cId="2245124239" sldId="1446"/>
            <ac:spMk id="5" creationId="{91A8ED3D-B755-43C9-BCB1-DCF495C0C9DB}"/>
          </ac:spMkLst>
        </pc:spChg>
        <pc:graphicFrameChg chg="mod modGraphic">
          <ac:chgData name="Feist, Ella" userId="992bbaf2-811d-42cb-a4d6-e7fc45e325e8" providerId="ADAL" clId="{7AFE7C11-C71D-4349-8241-68E088248C89}" dt="2025-05-28T15:18:49.091" v="245" actId="1076"/>
          <ac:graphicFrameMkLst>
            <pc:docMk/>
            <pc:sldMk cId="2245124239" sldId="1446"/>
            <ac:graphicFrameMk id="6" creationId="{D75774AF-D0A2-BD12-1488-EB1D39B20CD3}"/>
          </ac:graphicFrameMkLst>
        </pc:graphicFrameChg>
      </pc:sldChg>
      <pc:sldChg chg="addSp delSp modSp mod chgLayout">
        <pc:chgData name="Feist, Ella" userId="992bbaf2-811d-42cb-a4d6-e7fc45e325e8" providerId="ADAL" clId="{7AFE7C11-C71D-4349-8241-68E088248C89}" dt="2025-05-28T15:19:08.640" v="255" actId="20577"/>
        <pc:sldMkLst>
          <pc:docMk/>
          <pc:sldMk cId="2651542364" sldId="1447"/>
        </pc:sldMkLst>
        <pc:spChg chg="mod ord">
          <ac:chgData name="Feist, Ella" userId="992bbaf2-811d-42cb-a4d6-e7fc45e325e8" providerId="ADAL" clId="{7AFE7C11-C71D-4349-8241-68E088248C89}" dt="2025-05-28T15:18:59.878" v="248" actId="6264"/>
          <ac:spMkLst>
            <pc:docMk/>
            <pc:sldMk cId="2651542364" sldId="1447"/>
            <ac:spMk id="2" creationId="{D7EC235F-614F-714E-A97F-4FF50EFF14FD}"/>
          </ac:spMkLst>
        </pc:spChg>
        <pc:spChg chg="mod ord">
          <ac:chgData name="Feist, Ella" userId="992bbaf2-811d-42cb-a4d6-e7fc45e325e8" providerId="ADAL" clId="{7AFE7C11-C71D-4349-8241-68E088248C89}" dt="2025-05-28T15:19:08.640" v="255" actId="20577"/>
          <ac:spMkLst>
            <pc:docMk/>
            <pc:sldMk cId="2651542364" sldId="1447"/>
            <ac:spMk id="4" creationId="{E9C5A723-C0B1-124B-8CB6-AA3105C9A4E6}"/>
          </ac:spMkLst>
        </pc:spChg>
        <pc:spChg chg="mod ord">
          <ac:chgData name="Feist, Ella" userId="992bbaf2-811d-42cb-a4d6-e7fc45e325e8" providerId="ADAL" clId="{7AFE7C11-C71D-4349-8241-68E088248C89}" dt="2025-05-28T15:19:03.429" v="252" actId="20577"/>
          <ac:spMkLst>
            <pc:docMk/>
            <pc:sldMk cId="2651542364" sldId="1447"/>
            <ac:spMk id="5" creationId="{A6219B61-F6B4-9343-BA0B-07A3257A7B65}"/>
          </ac:spMkLst>
        </pc:spChg>
      </pc:sldChg>
      <pc:sldChg chg="modSp mod">
        <pc:chgData name="Feist, Ella" userId="992bbaf2-811d-42cb-a4d6-e7fc45e325e8" providerId="ADAL" clId="{7AFE7C11-C71D-4349-8241-68E088248C89}" dt="2025-05-28T15:20:12.355" v="285" actId="20577"/>
        <pc:sldMkLst>
          <pc:docMk/>
          <pc:sldMk cId="1873175525" sldId="1448"/>
        </pc:sldMkLst>
        <pc:spChg chg="mod">
          <ac:chgData name="Feist, Ella" userId="992bbaf2-811d-42cb-a4d6-e7fc45e325e8" providerId="ADAL" clId="{7AFE7C11-C71D-4349-8241-68E088248C89}" dt="2025-05-28T15:20:12.355" v="285" actId="20577"/>
          <ac:spMkLst>
            <pc:docMk/>
            <pc:sldMk cId="1873175525" sldId="1448"/>
            <ac:spMk id="5" creationId="{91A8ED3D-B755-43C9-BCB1-DCF495C0C9DB}"/>
          </ac:spMkLst>
        </pc:spChg>
      </pc:sldChg>
      <pc:sldChg chg="modSp mod">
        <pc:chgData name="Feist, Ella" userId="992bbaf2-811d-42cb-a4d6-e7fc45e325e8" providerId="ADAL" clId="{7AFE7C11-C71D-4349-8241-68E088248C89}" dt="2025-05-28T15:21:54.255" v="301" actId="14100"/>
        <pc:sldMkLst>
          <pc:docMk/>
          <pc:sldMk cId="4048853648" sldId="1449"/>
        </pc:sldMkLst>
        <pc:spChg chg="mod">
          <ac:chgData name="Feist, Ella" userId="992bbaf2-811d-42cb-a4d6-e7fc45e325e8" providerId="ADAL" clId="{7AFE7C11-C71D-4349-8241-68E088248C89}" dt="2025-05-28T15:21:24.299" v="293" actId="5793"/>
          <ac:spMkLst>
            <pc:docMk/>
            <pc:sldMk cId="4048853648" sldId="1449"/>
            <ac:spMk id="5" creationId="{91A8ED3D-B755-43C9-BCB1-DCF495C0C9DB}"/>
          </ac:spMkLst>
        </pc:spChg>
        <pc:graphicFrameChg chg="mod modGraphic">
          <ac:chgData name="Feist, Ella" userId="992bbaf2-811d-42cb-a4d6-e7fc45e325e8" providerId="ADAL" clId="{7AFE7C11-C71D-4349-8241-68E088248C89}" dt="2025-05-28T15:21:54.255" v="301" actId="14100"/>
          <ac:graphicFrameMkLst>
            <pc:docMk/>
            <pc:sldMk cId="4048853648" sldId="1449"/>
            <ac:graphicFrameMk id="6" creationId="{B3CBDF0D-9DB2-A0B5-7D68-15594C3F1FBA}"/>
          </ac:graphicFrameMkLst>
        </pc:graphicFrameChg>
      </pc:sldChg>
      <pc:sldChg chg="modSp mod">
        <pc:chgData name="Feist, Ella" userId="992bbaf2-811d-42cb-a4d6-e7fc45e325e8" providerId="ADAL" clId="{7AFE7C11-C71D-4349-8241-68E088248C89}" dt="2025-05-28T15:22:10.667" v="305" actId="20577"/>
        <pc:sldMkLst>
          <pc:docMk/>
          <pc:sldMk cId="3603618587" sldId="1450"/>
        </pc:sldMkLst>
        <pc:spChg chg="mod">
          <ac:chgData name="Feist, Ella" userId="992bbaf2-811d-42cb-a4d6-e7fc45e325e8" providerId="ADAL" clId="{7AFE7C11-C71D-4349-8241-68E088248C89}" dt="2025-05-28T15:22:00.004" v="302"/>
          <ac:spMkLst>
            <pc:docMk/>
            <pc:sldMk cId="3603618587" sldId="1450"/>
            <ac:spMk id="3" creationId="{7A18EF74-06F5-6D6F-67E5-FB13A1E80BA2}"/>
          </ac:spMkLst>
        </pc:spChg>
        <pc:spChg chg="mod">
          <ac:chgData name="Feist, Ella" userId="992bbaf2-811d-42cb-a4d6-e7fc45e325e8" providerId="ADAL" clId="{7AFE7C11-C71D-4349-8241-68E088248C89}" dt="2025-05-28T15:22:10.667" v="305" actId="20577"/>
          <ac:spMkLst>
            <pc:docMk/>
            <pc:sldMk cId="3603618587" sldId="1450"/>
            <ac:spMk id="5" creationId="{91A8ED3D-B755-43C9-BCB1-DCF495C0C9DB}"/>
          </ac:spMkLst>
        </pc:spChg>
        <pc:spChg chg="mod">
          <ac:chgData name="Feist, Ella" userId="992bbaf2-811d-42cb-a4d6-e7fc45e325e8" providerId="ADAL" clId="{7AFE7C11-C71D-4349-8241-68E088248C89}" dt="2025-05-28T15:22:06.915" v="303" actId="1076"/>
          <ac:spMkLst>
            <pc:docMk/>
            <pc:sldMk cId="3603618587" sldId="1450"/>
            <ac:spMk id="9" creationId="{39C45287-1843-F3B0-CD06-EE7DEB3FBAC7}"/>
          </ac:spMkLst>
        </pc:spChg>
      </pc:sldChg>
      <pc:sldChg chg="modSp mod">
        <pc:chgData name="Feist, Ella" userId="992bbaf2-811d-42cb-a4d6-e7fc45e325e8" providerId="ADAL" clId="{7AFE7C11-C71D-4349-8241-68E088248C89}" dt="2025-05-28T15:22:20.233" v="308" actId="1076"/>
        <pc:sldMkLst>
          <pc:docMk/>
          <pc:sldMk cId="708785633" sldId="1451"/>
        </pc:sldMkLst>
        <pc:spChg chg="mod">
          <ac:chgData name="Feist, Ella" userId="992bbaf2-811d-42cb-a4d6-e7fc45e325e8" providerId="ADAL" clId="{7AFE7C11-C71D-4349-8241-68E088248C89}" dt="2025-05-28T15:22:18.033" v="307" actId="1076"/>
          <ac:spMkLst>
            <pc:docMk/>
            <pc:sldMk cId="708785633" sldId="1451"/>
            <ac:spMk id="3" creationId="{6CE646EB-CCD4-E962-937D-14E25A5E2481}"/>
          </ac:spMkLst>
        </pc:spChg>
        <pc:spChg chg="mod">
          <ac:chgData name="Feist, Ella" userId="992bbaf2-811d-42cb-a4d6-e7fc45e325e8" providerId="ADAL" clId="{7AFE7C11-C71D-4349-8241-68E088248C89}" dt="2025-05-28T15:22:14.955" v="306"/>
          <ac:spMkLst>
            <pc:docMk/>
            <pc:sldMk cId="708785633" sldId="1451"/>
            <ac:spMk id="7" creationId="{1FA73513-B9C5-3EC8-178F-95443B17ECF0}"/>
          </ac:spMkLst>
        </pc:spChg>
        <pc:spChg chg="mod">
          <ac:chgData name="Feist, Ella" userId="992bbaf2-811d-42cb-a4d6-e7fc45e325e8" providerId="ADAL" clId="{7AFE7C11-C71D-4349-8241-68E088248C89}" dt="2025-05-28T15:22:20.233" v="308" actId="1076"/>
          <ac:spMkLst>
            <pc:docMk/>
            <pc:sldMk cId="708785633" sldId="1451"/>
            <ac:spMk id="9" creationId="{39C45287-1843-F3B0-CD06-EE7DEB3FBAC7}"/>
          </ac:spMkLst>
        </pc:spChg>
      </pc:sldChg>
      <pc:sldChg chg="modSp mod">
        <pc:chgData name="Feist, Ella" userId="992bbaf2-811d-42cb-a4d6-e7fc45e325e8" providerId="ADAL" clId="{7AFE7C11-C71D-4349-8241-68E088248C89}" dt="2025-05-28T15:22:27.170" v="309" actId="20577"/>
        <pc:sldMkLst>
          <pc:docMk/>
          <pc:sldMk cId="3849777758" sldId="1452"/>
        </pc:sldMkLst>
        <pc:spChg chg="mod">
          <ac:chgData name="Feist, Ella" userId="992bbaf2-811d-42cb-a4d6-e7fc45e325e8" providerId="ADAL" clId="{7AFE7C11-C71D-4349-8241-68E088248C89}" dt="2025-05-28T15:22:27.170" v="309" actId="20577"/>
          <ac:spMkLst>
            <pc:docMk/>
            <pc:sldMk cId="3849777758" sldId="1452"/>
            <ac:spMk id="5" creationId="{91A8ED3D-B755-43C9-BCB1-DCF495C0C9DB}"/>
          </ac:spMkLst>
        </pc:spChg>
      </pc:sldChg>
      <pc:sldChg chg="modSp mod">
        <pc:chgData name="Feist, Ella" userId="992bbaf2-811d-42cb-a4d6-e7fc45e325e8" providerId="ADAL" clId="{7AFE7C11-C71D-4349-8241-68E088248C89}" dt="2025-05-28T15:22:51.606" v="318" actId="207"/>
        <pc:sldMkLst>
          <pc:docMk/>
          <pc:sldMk cId="1036977809" sldId="1453"/>
        </pc:sldMkLst>
        <pc:spChg chg="mod">
          <ac:chgData name="Feist, Ella" userId="992bbaf2-811d-42cb-a4d6-e7fc45e325e8" providerId="ADAL" clId="{7AFE7C11-C71D-4349-8241-68E088248C89}" dt="2025-05-28T15:22:32.567" v="310" actId="20577"/>
          <ac:spMkLst>
            <pc:docMk/>
            <pc:sldMk cId="1036977809" sldId="1453"/>
            <ac:spMk id="4" creationId="{AF0027B2-35CD-4AB9-C240-4F154BDF1BC7}"/>
          </ac:spMkLst>
        </pc:spChg>
        <pc:spChg chg="mod">
          <ac:chgData name="Feist, Ella" userId="992bbaf2-811d-42cb-a4d6-e7fc45e325e8" providerId="ADAL" clId="{7AFE7C11-C71D-4349-8241-68E088248C89}" dt="2025-05-28T15:22:51.606" v="318" actId="207"/>
          <ac:spMkLst>
            <pc:docMk/>
            <pc:sldMk cId="1036977809" sldId="1453"/>
            <ac:spMk id="5" creationId="{91A8ED3D-B755-43C9-BCB1-DCF495C0C9DB}"/>
          </ac:spMkLst>
        </pc:spChg>
      </pc:sldChg>
      <pc:sldChg chg="modSp mod">
        <pc:chgData name="Feist, Ella" userId="992bbaf2-811d-42cb-a4d6-e7fc45e325e8" providerId="ADAL" clId="{7AFE7C11-C71D-4349-8241-68E088248C89}" dt="2025-05-28T15:23:07.978" v="325" actId="20577"/>
        <pc:sldMkLst>
          <pc:docMk/>
          <pc:sldMk cId="1506689426" sldId="1454"/>
        </pc:sldMkLst>
        <pc:spChg chg="mod">
          <ac:chgData name="Feist, Ella" userId="992bbaf2-811d-42cb-a4d6-e7fc45e325e8" providerId="ADAL" clId="{7AFE7C11-C71D-4349-8241-68E088248C89}" dt="2025-05-28T15:22:55.685" v="319" actId="20577"/>
          <ac:spMkLst>
            <pc:docMk/>
            <pc:sldMk cId="1506689426" sldId="1454"/>
            <ac:spMk id="4" creationId="{4F3136E8-AFF3-E610-AD95-B6F40D20F4DE}"/>
          </ac:spMkLst>
        </pc:spChg>
        <pc:spChg chg="mod">
          <ac:chgData name="Feist, Ella" userId="992bbaf2-811d-42cb-a4d6-e7fc45e325e8" providerId="ADAL" clId="{7AFE7C11-C71D-4349-8241-68E088248C89}" dt="2025-05-28T15:23:07.978" v="325" actId="20577"/>
          <ac:spMkLst>
            <pc:docMk/>
            <pc:sldMk cId="1506689426" sldId="1454"/>
            <ac:spMk id="5" creationId="{91A8ED3D-B755-43C9-BCB1-DCF495C0C9DB}"/>
          </ac:spMkLst>
        </pc:spChg>
        <pc:spChg chg="mod">
          <ac:chgData name="Feist, Ella" userId="992bbaf2-811d-42cb-a4d6-e7fc45e325e8" providerId="ADAL" clId="{7AFE7C11-C71D-4349-8241-68E088248C89}" dt="2025-05-28T15:23:01.022" v="321" actId="1076"/>
          <ac:spMkLst>
            <pc:docMk/>
            <pc:sldMk cId="1506689426" sldId="1454"/>
            <ac:spMk id="9" creationId="{39C45287-1843-F3B0-CD06-EE7DEB3FBAC7}"/>
          </ac:spMkLst>
        </pc:spChg>
      </pc:sldChg>
      <pc:sldChg chg="modSp mod">
        <pc:chgData name="Feist, Ella" userId="992bbaf2-811d-42cb-a4d6-e7fc45e325e8" providerId="ADAL" clId="{7AFE7C11-C71D-4349-8241-68E088248C89}" dt="2025-05-28T15:23:23.570" v="333" actId="207"/>
        <pc:sldMkLst>
          <pc:docMk/>
          <pc:sldMk cId="2054473546" sldId="1455"/>
        </pc:sldMkLst>
        <pc:spChg chg="mod">
          <ac:chgData name="Feist, Ella" userId="992bbaf2-811d-42cb-a4d6-e7fc45e325e8" providerId="ADAL" clId="{7AFE7C11-C71D-4349-8241-68E088248C89}" dt="2025-05-28T15:23:12.777" v="326" actId="20577"/>
          <ac:spMkLst>
            <pc:docMk/>
            <pc:sldMk cId="2054473546" sldId="1455"/>
            <ac:spMk id="3" creationId="{1AB364BF-6683-7AF3-5338-C349FD915DEB}"/>
          </ac:spMkLst>
        </pc:spChg>
        <pc:spChg chg="mod">
          <ac:chgData name="Feist, Ella" userId="992bbaf2-811d-42cb-a4d6-e7fc45e325e8" providerId="ADAL" clId="{7AFE7C11-C71D-4349-8241-68E088248C89}" dt="2025-05-28T15:23:23.570" v="333" actId="207"/>
          <ac:spMkLst>
            <pc:docMk/>
            <pc:sldMk cId="2054473546" sldId="1455"/>
            <ac:spMk id="5" creationId="{91A8ED3D-B755-43C9-BCB1-DCF495C0C9DB}"/>
          </ac:spMkLst>
        </pc:spChg>
      </pc:sldChg>
      <pc:sldChg chg="modSp mod">
        <pc:chgData name="Feist, Ella" userId="992bbaf2-811d-42cb-a4d6-e7fc45e325e8" providerId="ADAL" clId="{7AFE7C11-C71D-4349-8241-68E088248C89}" dt="2025-05-28T15:24:52.168" v="343" actId="20577"/>
        <pc:sldMkLst>
          <pc:docMk/>
          <pc:sldMk cId="1726752196" sldId="1456"/>
        </pc:sldMkLst>
        <pc:spChg chg="mod">
          <ac:chgData name="Feist, Ella" userId="992bbaf2-811d-42cb-a4d6-e7fc45e325e8" providerId="ADAL" clId="{7AFE7C11-C71D-4349-8241-68E088248C89}" dt="2025-05-28T15:23:26.732" v="334" actId="20577"/>
          <ac:spMkLst>
            <pc:docMk/>
            <pc:sldMk cId="1726752196" sldId="1456"/>
            <ac:spMk id="3" creationId="{DDF14E73-F2EF-FB49-8336-AA2A0340A701}"/>
          </ac:spMkLst>
        </pc:spChg>
        <pc:spChg chg="mod">
          <ac:chgData name="Feist, Ella" userId="992bbaf2-811d-42cb-a4d6-e7fc45e325e8" providerId="ADAL" clId="{7AFE7C11-C71D-4349-8241-68E088248C89}" dt="2025-05-28T15:24:52.168" v="343" actId="20577"/>
          <ac:spMkLst>
            <pc:docMk/>
            <pc:sldMk cId="1726752196" sldId="1456"/>
            <ac:spMk id="5" creationId="{91A8ED3D-B755-43C9-BCB1-DCF495C0C9DB}"/>
          </ac:spMkLst>
        </pc:spChg>
      </pc:sldChg>
      <pc:sldChg chg="modSp mod">
        <pc:chgData name="Feist, Ella" userId="992bbaf2-811d-42cb-a4d6-e7fc45e325e8" providerId="ADAL" clId="{7AFE7C11-C71D-4349-8241-68E088248C89}" dt="2025-05-28T15:25:28.872" v="352" actId="20577"/>
        <pc:sldMkLst>
          <pc:docMk/>
          <pc:sldMk cId="1560557317" sldId="1457"/>
        </pc:sldMkLst>
        <pc:spChg chg="mod">
          <ac:chgData name="Feist, Ella" userId="992bbaf2-811d-42cb-a4d6-e7fc45e325e8" providerId="ADAL" clId="{7AFE7C11-C71D-4349-8241-68E088248C89}" dt="2025-05-28T15:25:28.872" v="352" actId="20577"/>
          <ac:spMkLst>
            <pc:docMk/>
            <pc:sldMk cId="1560557317" sldId="1457"/>
            <ac:spMk id="3" creationId="{87F1F6EA-FE32-E3F7-11D5-FF798EFFE3B1}"/>
          </ac:spMkLst>
        </pc:spChg>
        <pc:spChg chg="mod">
          <ac:chgData name="Feist, Ella" userId="992bbaf2-811d-42cb-a4d6-e7fc45e325e8" providerId="ADAL" clId="{7AFE7C11-C71D-4349-8241-68E088248C89}" dt="2025-05-28T15:25:12.357" v="346" actId="1076"/>
          <ac:spMkLst>
            <pc:docMk/>
            <pc:sldMk cId="1560557317" sldId="1457"/>
            <ac:spMk id="4" creationId="{8067003F-D1BF-13E1-8CFD-204083F59814}"/>
          </ac:spMkLst>
        </pc:spChg>
        <pc:spChg chg="mod">
          <ac:chgData name="Feist, Ella" userId="992bbaf2-811d-42cb-a4d6-e7fc45e325e8" providerId="ADAL" clId="{7AFE7C11-C71D-4349-8241-68E088248C89}" dt="2025-05-28T15:25:22.787" v="351" actId="20577"/>
          <ac:spMkLst>
            <pc:docMk/>
            <pc:sldMk cId="1560557317" sldId="1457"/>
            <ac:spMk id="5" creationId="{91A8ED3D-B755-43C9-BCB1-DCF495C0C9DB}"/>
          </ac:spMkLst>
        </pc:spChg>
        <pc:spChg chg="mod">
          <ac:chgData name="Feist, Ella" userId="992bbaf2-811d-42cb-a4d6-e7fc45e325e8" providerId="ADAL" clId="{7AFE7C11-C71D-4349-8241-68E088248C89}" dt="2025-05-28T15:25:15.254" v="347" actId="1076"/>
          <ac:spMkLst>
            <pc:docMk/>
            <pc:sldMk cId="1560557317" sldId="1457"/>
            <ac:spMk id="9" creationId="{39C45287-1843-F3B0-CD06-EE7DEB3FBAC7}"/>
          </ac:spMkLst>
        </pc:spChg>
      </pc:sldChg>
      <pc:sldChg chg="modSp mod">
        <pc:chgData name="Feist, Ella" userId="992bbaf2-811d-42cb-a4d6-e7fc45e325e8" providerId="ADAL" clId="{7AFE7C11-C71D-4349-8241-68E088248C89}" dt="2025-05-28T15:25:46.431" v="366" actId="20577"/>
        <pc:sldMkLst>
          <pc:docMk/>
          <pc:sldMk cId="783829425" sldId="1458"/>
        </pc:sldMkLst>
        <pc:spChg chg="mod">
          <ac:chgData name="Feist, Ella" userId="992bbaf2-811d-42cb-a4d6-e7fc45e325e8" providerId="ADAL" clId="{7AFE7C11-C71D-4349-8241-68E088248C89}" dt="2025-05-28T15:25:46.431" v="366" actId="20577"/>
          <ac:spMkLst>
            <pc:docMk/>
            <pc:sldMk cId="783829425" sldId="1458"/>
            <ac:spMk id="5" creationId="{91A8ED3D-B755-43C9-BCB1-DCF495C0C9DB}"/>
          </ac:spMkLst>
        </pc:spChg>
        <pc:spChg chg="mod">
          <ac:chgData name="Feist, Ella" userId="992bbaf2-811d-42cb-a4d6-e7fc45e325e8" providerId="ADAL" clId="{7AFE7C11-C71D-4349-8241-68E088248C89}" dt="2025-05-28T15:25:34.777" v="354" actId="1076"/>
          <ac:spMkLst>
            <pc:docMk/>
            <pc:sldMk cId="783829425" sldId="1458"/>
            <ac:spMk id="9" creationId="{39C45287-1843-F3B0-CD06-EE7DEB3FBAC7}"/>
          </ac:spMkLst>
        </pc:spChg>
      </pc:sldChg>
      <pc:sldChg chg="modSp mod">
        <pc:chgData name="Feist, Ella" userId="992bbaf2-811d-42cb-a4d6-e7fc45e325e8" providerId="ADAL" clId="{7AFE7C11-C71D-4349-8241-68E088248C89}" dt="2025-05-28T15:26:11.714" v="379" actId="20577"/>
        <pc:sldMkLst>
          <pc:docMk/>
          <pc:sldMk cId="1147058099" sldId="1459"/>
        </pc:sldMkLst>
        <pc:spChg chg="mod">
          <ac:chgData name="Feist, Ella" userId="992bbaf2-811d-42cb-a4d6-e7fc45e325e8" providerId="ADAL" clId="{7AFE7C11-C71D-4349-8241-68E088248C89}" dt="2025-05-28T15:25:49.665" v="367" actId="20577"/>
          <ac:spMkLst>
            <pc:docMk/>
            <pc:sldMk cId="1147058099" sldId="1459"/>
            <ac:spMk id="3" creationId="{F4FBD551-6F44-3A4F-5B5F-00FCC4933C3B}"/>
          </ac:spMkLst>
        </pc:spChg>
        <pc:spChg chg="mod">
          <ac:chgData name="Feist, Ella" userId="992bbaf2-811d-42cb-a4d6-e7fc45e325e8" providerId="ADAL" clId="{7AFE7C11-C71D-4349-8241-68E088248C89}" dt="2025-05-28T15:26:11.714" v="379" actId="20577"/>
          <ac:spMkLst>
            <pc:docMk/>
            <pc:sldMk cId="1147058099" sldId="1459"/>
            <ac:spMk id="5" creationId="{91A8ED3D-B755-43C9-BCB1-DCF495C0C9DB}"/>
          </ac:spMkLst>
        </pc:spChg>
        <pc:spChg chg="mod">
          <ac:chgData name="Feist, Ella" userId="992bbaf2-811d-42cb-a4d6-e7fc45e325e8" providerId="ADAL" clId="{7AFE7C11-C71D-4349-8241-68E088248C89}" dt="2025-05-28T15:26:05.280" v="377" actId="1036"/>
          <ac:spMkLst>
            <pc:docMk/>
            <pc:sldMk cId="1147058099" sldId="1459"/>
            <ac:spMk id="8" creationId="{B5A5D0E6-7D6B-AA7E-2CE3-1D3248511FC8}"/>
          </ac:spMkLst>
        </pc:spChg>
        <pc:spChg chg="mod">
          <ac:chgData name="Feist, Ella" userId="992bbaf2-811d-42cb-a4d6-e7fc45e325e8" providerId="ADAL" clId="{7AFE7C11-C71D-4349-8241-68E088248C89}" dt="2025-05-28T15:26:10.131" v="378" actId="1076"/>
          <ac:spMkLst>
            <pc:docMk/>
            <pc:sldMk cId="1147058099" sldId="1459"/>
            <ac:spMk id="9" creationId="{945E1937-0F6E-0D3F-C25C-3110843825FF}"/>
          </ac:spMkLst>
        </pc:spChg>
      </pc:sldChg>
      <pc:sldChg chg="modSp mod">
        <pc:chgData name="Feist, Ella" userId="992bbaf2-811d-42cb-a4d6-e7fc45e325e8" providerId="ADAL" clId="{7AFE7C11-C71D-4349-8241-68E088248C89}" dt="2025-05-28T15:26:54.989" v="405" actId="6549"/>
        <pc:sldMkLst>
          <pc:docMk/>
          <pc:sldMk cId="1201545422" sldId="1460"/>
        </pc:sldMkLst>
        <pc:spChg chg="mod">
          <ac:chgData name="Feist, Ella" userId="992bbaf2-811d-42cb-a4d6-e7fc45e325e8" providerId="ADAL" clId="{7AFE7C11-C71D-4349-8241-68E088248C89}" dt="2025-05-28T15:26:17.053" v="380"/>
          <ac:spMkLst>
            <pc:docMk/>
            <pc:sldMk cId="1201545422" sldId="1460"/>
            <ac:spMk id="3" creationId="{738ECCDE-5643-0779-145A-54BEC6436036}"/>
          </ac:spMkLst>
        </pc:spChg>
        <pc:spChg chg="mod">
          <ac:chgData name="Feist, Ella" userId="992bbaf2-811d-42cb-a4d6-e7fc45e325e8" providerId="ADAL" clId="{7AFE7C11-C71D-4349-8241-68E088248C89}" dt="2025-05-28T15:26:54.989" v="405" actId="6549"/>
          <ac:spMkLst>
            <pc:docMk/>
            <pc:sldMk cId="1201545422" sldId="1460"/>
            <ac:spMk id="5" creationId="{91A8ED3D-B755-43C9-BCB1-DCF495C0C9DB}"/>
          </ac:spMkLst>
        </pc:spChg>
      </pc:sldChg>
      <pc:sldChg chg="delSp modSp mod">
        <pc:chgData name="Feist, Ella" userId="992bbaf2-811d-42cb-a4d6-e7fc45e325e8" providerId="ADAL" clId="{7AFE7C11-C71D-4349-8241-68E088248C89}" dt="2025-05-28T15:28:01.468" v="468" actId="20577"/>
        <pc:sldMkLst>
          <pc:docMk/>
          <pc:sldMk cId="693381351" sldId="1461"/>
        </pc:sldMkLst>
        <pc:spChg chg="mod">
          <ac:chgData name="Feist, Ella" userId="992bbaf2-811d-42cb-a4d6-e7fc45e325e8" providerId="ADAL" clId="{7AFE7C11-C71D-4349-8241-68E088248C89}" dt="2025-05-28T15:28:01.468" v="468" actId="20577"/>
          <ac:spMkLst>
            <pc:docMk/>
            <pc:sldMk cId="693381351" sldId="1461"/>
            <ac:spMk id="4" creationId="{E9C5A723-C0B1-124B-8CB6-AA3105C9A4E6}"/>
          </ac:spMkLst>
        </pc:spChg>
        <pc:spChg chg="mod">
          <ac:chgData name="Feist, Ella" userId="992bbaf2-811d-42cb-a4d6-e7fc45e325e8" providerId="ADAL" clId="{7AFE7C11-C71D-4349-8241-68E088248C89}" dt="2025-05-28T15:27:05.807" v="410" actId="20577"/>
          <ac:spMkLst>
            <pc:docMk/>
            <pc:sldMk cId="693381351" sldId="1461"/>
            <ac:spMk id="7" creationId="{7011A66F-2AA4-CC76-6143-014D42ACD7FC}"/>
          </ac:spMkLst>
        </pc:spChg>
      </pc:sldChg>
      <pc:sldChg chg="addSp delSp modSp mod chgLayout">
        <pc:chgData name="Feist, Ella" userId="992bbaf2-811d-42cb-a4d6-e7fc45e325e8" providerId="ADAL" clId="{7AFE7C11-C71D-4349-8241-68E088248C89}" dt="2025-05-28T15:28:24.860" v="481" actId="478"/>
        <pc:sldMkLst>
          <pc:docMk/>
          <pc:sldMk cId="2451914224" sldId="1462"/>
        </pc:sldMkLst>
        <pc:spChg chg="mod ord">
          <ac:chgData name="Feist, Ella" userId="992bbaf2-811d-42cb-a4d6-e7fc45e325e8" providerId="ADAL" clId="{7AFE7C11-C71D-4349-8241-68E088248C89}" dt="2025-05-28T15:28:10.032" v="471" actId="6264"/>
          <ac:spMkLst>
            <pc:docMk/>
            <pc:sldMk cId="2451914224" sldId="1462"/>
            <ac:spMk id="2" creationId="{D7EC235F-614F-714E-A97F-4FF50EFF14FD}"/>
          </ac:spMkLst>
        </pc:spChg>
        <pc:spChg chg="mod ord">
          <ac:chgData name="Feist, Ella" userId="992bbaf2-811d-42cb-a4d6-e7fc45e325e8" providerId="ADAL" clId="{7AFE7C11-C71D-4349-8241-68E088248C89}" dt="2025-05-28T15:28:22.630" v="480" actId="20577"/>
          <ac:spMkLst>
            <pc:docMk/>
            <pc:sldMk cId="2451914224" sldId="1462"/>
            <ac:spMk id="4" creationId="{E9C5A723-C0B1-124B-8CB6-AA3105C9A4E6}"/>
          </ac:spMkLst>
        </pc:spChg>
        <pc:spChg chg="mod ord">
          <ac:chgData name="Feist, Ella" userId="992bbaf2-811d-42cb-a4d6-e7fc45e325e8" providerId="ADAL" clId="{7AFE7C11-C71D-4349-8241-68E088248C89}" dt="2025-05-28T15:28:17.944" v="477" actId="20577"/>
          <ac:spMkLst>
            <pc:docMk/>
            <pc:sldMk cId="2451914224" sldId="1462"/>
            <ac:spMk id="5" creationId="{413523EF-64C2-365A-F072-EFC66F809E3D}"/>
          </ac:spMkLst>
        </pc:spChg>
      </pc:sldChg>
      <pc:sldChg chg="modSp mod modClrScheme chgLayout">
        <pc:chgData name="Feist, Ella" userId="992bbaf2-811d-42cb-a4d6-e7fc45e325e8" providerId="ADAL" clId="{7AFE7C11-C71D-4349-8241-68E088248C89}" dt="2025-05-28T15:28:38.022" v="485" actId="20577"/>
        <pc:sldMkLst>
          <pc:docMk/>
          <pc:sldMk cId="766844786" sldId="1463"/>
        </pc:sldMkLst>
        <pc:spChg chg="mod ord">
          <ac:chgData name="Feist, Ella" userId="992bbaf2-811d-42cb-a4d6-e7fc45e325e8" providerId="ADAL" clId="{7AFE7C11-C71D-4349-8241-68E088248C89}" dt="2025-05-28T15:28:29.767" v="482" actId="700"/>
          <ac:spMkLst>
            <pc:docMk/>
            <pc:sldMk cId="766844786" sldId="1463"/>
            <ac:spMk id="2" creationId="{F111C5DB-635E-4576-A4C3-837B7E452E1E}"/>
          </ac:spMkLst>
        </pc:spChg>
        <pc:spChg chg="mod ord">
          <ac:chgData name="Feist, Ella" userId="992bbaf2-811d-42cb-a4d6-e7fc45e325e8" providerId="ADAL" clId="{7AFE7C11-C71D-4349-8241-68E088248C89}" dt="2025-05-28T15:28:29.767" v="482" actId="700"/>
          <ac:spMkLst>
            <pc:docMk/>
            <pc:sldMk cId="766844786" sldId="1463"/>
            <ac:spMk id="3" creationId="{A640C84F-46FC-B300-644D-234C68CBBC2C}"/>
          </ac:spMkLst>
        </pc:spChg>
        <pc:spChg chg="mod ord">
          <ac:chgData name="Feist, Ella" userId="992bbaf2-811d-42cb-a4d6-e7fc45e325e8" providerId="ADAL" clId="{7AFE7C11-C71D-4349-8241-68E088248C89}" dt="2025-05-28T15:28:38.022" v="485" actId="20577"/>
          <ac:spMkLst>
            <pc:docMk/>
            <pc:sldMk cId="766844786" sldId="1463"/>
            <ac:spMk id="6" creationId="{9ECDB192-E59C-C44D-B6D5-3E31ED8088B5}"/>
          </ac:spMkLst>
        </pc:spChg>
      </pc:sldChg>
      <pc:sldChg chg="modSp mod">
        <pc:chgData name="Feist, Ella" userId="992bbaf2-811d-42cb-a4d6-e7fc45e325e8" providerId="ADAL" clId="{7AFE7C11-C71D-4349-8241-68E088248C89}" dt="2025-05-28T15:27:02.247" v="409" actId="20577"/>
        <pc:sldMkLst>
          <pc:docMk/>
          <pc:sldMk cId="3664445527" sldId="1466"/>
        </pc:sldMkLst>
        <pc:spChg chg="mod">
          <ac:chgData name="Feist, Ella" userId="992bbaf2-811d-42cb-a4d6-e7fc45e325e8" providerId="ADAL" clId="{7AFE7C11-C71D-4349-8241-68E088248C89}" dt="2025-05-28T15:27:02.247" v="409" actId="20577"/>
          <ac:spMkLst>
            <pc:docMk/>
            <pc:sldMk cId="3664445527" sldId="1466"/>
            <ac:spMk id="4" creationId="{DE39B7FB-055D-C3D1-704A-54B2009AA76C}"/>
          </ac:spMkLst>
        </pc:spChg>
      </pc:sldChg>
      <pc:sldMasterChg chg="del delSldLayout">
        <pc:chgData name="Feist, Ella" userId="992bbaf2-811d-42cb-a4d6-e7fc45e325e8" providerId="ADAL" clId="{7AFE7C11-C71D-4349-8241-68E088248C89}" dt="2025-05-28T15:10:48.426" v="3"/>
        <pc:sldMasterMkLst>
          <pc:docMk/>
          <pc:sldMasterMk cId="1433300368" sldId="2147483799"/>
        </pc:sldMasterMkLst>
        <pc:sldLayoutChg chg="del">
          <pc:chgData name="Feist, Ella" userId="992bbaf2-811d-42cb-a4d6-e7fc45e325e8" providerId="ADAL" clId="{7AFE7C11-C71D-4349-8241-68E088248C89}" dt="2025-05-28T15:10:48.426" v="3"/>
          <pc:sldLayoutMkLst>
            <pc:docMk/>
            <pc:sldMasterMk cId="1433300368" sldId="2147483799"/>
            <pc:sldLayoutMk cId="1527291370" sldId="2147483818"/>
          </pc:sldLayoutMkLst>
        </pc:sldLayoutChg>
        <pc:sldLayoutChg chg="del">
          <pc:chgData name="Feist, Ella" userId="992bbaf2-811d-42cb-a4d6-e7fc45e325e8" providerId="ADAL" clId="{7AFE7C11-C71D-4349-8241-68E088248C89}" dt="2025-05-28T15:10:48.426" v="3"/>
          <pc:sldLayoutMkLst>
            <pc:docMk/>
            <pc:sldMasterMk cId="1433300368" sldId="2147483799"/>
            <pc:sldLayoutMk cId="3562340024" sldId="2147483819"/>
          </pc:sldLayoutMkLst>
        </pc:sldLayoutChg>
        <pc:sldLayoutChg chg="del">
          <pc:chgData name="Feist, Ella" userId="992bbaf2-811d-42cb-a4d6-e7fc45e325e8" providerId="ADAL" clId="{7AFE7C11-C71D-4349-8241-68E088248C89}" dt="2025-05-28T15:10:48.426" v="3"/>
          <pc:sldLayoutMkLst>
            <pc:docMk/>
            <pc:sldMasterMk cId="1433300368" sldId="2147483799"/>
            <pc:sldLayoutMk cId="520181862" sldId="2147483820"/>
          </pc:sldLayoutMkLst>
        </pc:sldLayoutChg>
      </pc:sldMasterChg>
      <pc:sldMasterChg chg="del delSldLayout">
        <pc:chgData name="Feist, Ella" userId="992bbaf2-811d-42cb-a4d6-e7fc45e325e8" providerId="ADAL" clId="{7AFE7C11-C71D-4349-8241-68E088248C89}" dt="2025-05-28T15:10:48.426" v="3"/>
        <pc:sldMasterMkLst>
          <pc:docMk/>
          <pc:sldMasterMk cId="4045664613" sldId="2147483821"/>
        </pc:sldMasterMkLst>
        <pc:sldLayoutChg chg="del">
          <pc:chgData name="Feist, Ella" userId="992bbaf2-811d-42cb-a4d6-e7fc45e325e8" providerId="ADAL" clId="{7AFE7C11-C71D-4349-8241-68E088248C89}" dt="2025-05-28T15:10:48.426" v="3"/>
          <pc:sldLayoutMkLst>
            <pc:docMk/>
            <pc:sldMasterMk cId="4045664613" sldId="2147483821"/>
            <pc:sldLayoutMk cId="1659487629" sldId="2147483822"/>
          </pc:sldLayoutMkLst>
        </pc:sldLayoutChg>
        <pc:sldLayoutChg chg="del">
          <pc:chgData name="Feist, Ella" userId="992bbaf2-811d-42cb-a4d6-e7fc45e325e8" providerId="ADAL" clId="{7AFE7C11-C71D-4349-8241-68E088248C89}" dt="2025-05-28T15:10:48.426" v="3"/>
          <pc:sldLayoutMkLst>
            <pc:docMk/>
            <pc:sldMasterMk cId="4045664613" sldId="2147483821"/>
            <pc:sldLayoutMk cId="3209770388" sldId="2147483823"/>
          </pc:sldLayoutMkLst>
        </pc:sldLayoutChg>
        <pc:sldLayoutChg chg="del">
          <pc:chgData name="Feist, Ella" userId="992bbaf2-811d-42cb-a4d6-e7fc45e325e8" providerId="ADAL" clId="{7AFE7C11-C71D-4349-8241-68E088248C89}" dt="2025-05-28T15:10:48.426" v="3"/>
          <pc:sldLayoutMkLst>
            <pc:docMk/>
            <pc:sldMasterMk cId="4045664613" sldId="2147483821"/>
            <pc:sldLayoutMk cId="2989585299" sldId="2147483824"/>
          </pc:sldLayoutMkLst>
        </pc:sldLayoutChg>
        <pc:sldLayoutChg chg="del">
          <pc:chgData name="Feist, Ella" userId="992bbaf2-811d-42cb-a4d6-e7fc45e325e8" providerId="ADAL" clId="{7AFE7C11-C71D-4349-8241-68E088248C89}" dt="2025-05-28T15:10:48.426" v="3"/>
          <pc:sldLayoutMkLst>
            <pc:docMk/>
            <pc:sldMasterMk cId="4045664613" sldId="2147483821"/>
            <pc:sldLayoutMk cId="771702010" sldId="2147483825"/>
          </pc:sldLayoutMkLst>
        </pc:sldLayoutChg>
      </pc:sldMasterChg>
      <pc:sldMasterChg chg="del delSldLayout">
        <pc:chgData name="Feist, Ella" userId="992bbaf2-811d-42cb-a4d6-e7fc45e325e8" providerId="ADAL" clId="{7AFE7C11-C71D-4349-8241-68E088248C89}" dt="2025-05-28T15:10:48.426" v="3"/>
        <pc:sldMasterMkLst>
          <pc:docMk/>
          <pc:sldMasterMk cId="3391850710" sldId="2147483826"/>
        </pc:sldMasterMkLst>
        <pc:sldLayoutChg chg="del">
          <pc:chgData name="Feist, Ella" userId="992bbaf2-811d-42cb-a4d6-e7fc45e325e8" providerId="ADAL" clId="{7AFE7C11-C71D-4349-8241-68E088248C89}" dt="2025-05-28T15:10:48.426" v="3"/>
          <pc:sldLayoutMkLst>
            <pc:docMk/>
            <pc:sldMasterMk cId="3391850710" sldId="2147483826"/>
            <pc:sldLayoutMk cId="186167143" sldId="2147483827"/>
          </pc:sldLayoutMkLst>
        </pc:sldLayoutChg>
        <pc:sldLayoutChg chg="del">
          <pc:chgData name="Feist, Ella" userId="992bbaf2-811d-42cb-a4d6-e7fc45e325e8" providerId="ADAL" clId="{7AFE7C11-C71D-4349-8241-68E088248C89}" dt="2025-05-28T15:10:48.426" v="3"/>
          <pc:sldLayoutMkLst>
            <pc:docMk/>
            <pc:sldMasterMk cId="3391850710" sldId="2147483826"/>
            <pc:sldLayoutMk cId="4273777609" sldId="2147483828"/>
          </pc:sldLayoutMkLst>
        </pc:sldLayoutChg>
        <pc:sldLayoutChg chg="del">
          <pc:chgData name="Feist, Ella" userId="992bbaf2-811d-42cb-a4d6-e7fc45e325e8" providerId="ADAL" clId="{7AFE7C11-C71D-4349-8241-68E088248C89}" dt="2025-05-28T15:10:48.426" v="3"/>
          <pc:sldLayoutMkLst>
            <pc:docMk/>
            <pc:sldMasterMk cId="3391850710" sldId="2147483826"/>
            <pc:sldLayoutMk cId="928190420" sldId="2147483829"/>
          </pc:sldLayoutMkLst>
        </pc:sldLayoutChg>
        <pc:sldLayoutChg chg="del">
          <pc:chgData name="Feist, Ella" userId="992bbaf2-811d-42cb-a4d6-e7fc45e325e8" providerId="ADAL" clId="{7AFE7C11-C71D-4349-8241-68E088248C89}" dt="2025-05-28T15:10:48.426" v="3"/>
          <pc:sldLayoutMkLst>
            <pc:docMk/>
            <pc:sldMasterMk cId="3391850710" sldId="2147483826"/>
            <pc:sldLayoutMk cId="778525727" sldId="2147483830"/>
          </pc:sldLayoutMkLst>
        </pc:sldLayoutChg>
      </pc:sldMasterChg>
      <pc:sldMasterChg chg="del delSldLayout">
        <pc:chgData name="Feist, Ella" userId="992bbaf2-811d-42cb-a4d6-e7fc45e325e8" providerId="ADAL" clId="{7AFE7C11-C71D-4349-8241-68E088248C89}" dt="2025-05-28T15:10:48.426" v="3"/>
        <pc:sldMasterMkLst>
          <pc:docMk/>
          <pc:sldMasterMk cId="3899971177" sldId="2147483831"/>
        </pc:sldMasterMkLst>
        <pc:sldLayoutChg chg="del">
          <pc:chgData name="Feist, Ella" userId="992bbaf2-811d-42cb-a4d6-e7fc45e325e8" providerId="ADAL" clId="{7AFE7C11-C71D-4349-8241-68E088248C89}" dt="2025-05-28T15:10:48.426" v="3"/>
          <pc:sldLayoutMkLst>
            <pc:docMk/>
            <pc:sldMasterMk cId="3899971177" sldId="2147483831"/>
            <pc:sldLayoutMk cId="1296847754" sldId="2147483832"/>
          </pc:sldLayoutMkLst>
        </pc:sldLayoutChg>
        <pc:sldLayoutChg chg="del">
          <pc:chgData name="Feist, Ella" userId="992bbaf2-811d-42cb-a4d6-e7fc45e325e8" providerId="ADAL" clId="{7AFE7C11-C71D-4349-8241-68E088248C89}" dt="2025-05-28T15:10:48.426" v="3"/>
          <pc:sldLayoutMkLst>
            <pc:docMk/>
            <pc:sldMasterMk cId="3899971177" sldId="2147483831"/>
            <pc:sldLayoutMk cId="2124554007" sldId="2147483833"/>
          </pc:sldLayoutMkLst>
        </pc:sldLayoutChg>
        <pc:sldLayoutChg chg="del">
          <pc:chgData name="Feist, Ella" userId="992bbaf2-811d-42cb-a4d6-e7fc45e325e8" providerId="ADAL" clId="{7AFE7C11-C71D-4349-8241-68E088248C89}" dt="2025-05-28T15:10:48.426" v="3"/>
          <pc:sldLayoutMkLst>
            <pc:docMk/>
            <pc:sldMasterMk cId="3899971177" sldId="2147483831"/>
            <pc:sldLayoutMk cId="2692646997" sldId="2147483834"/>
          </pc:sldLayoutMkLst>
        </pc:sldLayoutChg>
        <pc:sldLayoutChg chg="del">
          <pc:chgData name="Feist, Ella" userId="992bbaf2-811d-42cb-a4d6-e7fc45e325e8" providerId="ADAL" clId="{7AFE7C11-C71D-4349-8241-68E088248C89}" dt="2025-05-28T15:10:48.426" v="3"/>
          <pc:sldLayoutMkLst>
            <pc:docMk/>
            <pc:sldMasterMk cId="3899971177" sldId="2147483831"/>
            <pc:sldLayoutMk cId="164223612" sldId="2147483835"/>
          </pc:sldLayoutMkLst>
        </pc:sldLayoutChg>
      </pc:sldMasterChg>
      <pc:sldMasterChg chg="del delSldLayout">
        <pc:chgData name="Feist, Ella" userId="992bbaf2-811d-42cb-a4d6-e7fc45e325e8" providerId="ADAL" clId="{7AFE7C11-C71D-4349-8241-68E088248C89}" dt="2025-05-28T15:10:48.426" v="3"/>
        <pc:sldMasterMkLst>
          <pc:docMk/>
          <pc:sldMasterMk cId="4061346496" sldId="2147483836"/>
        </pc:sldMasterMkLst>
        <pc:sldLayoutChg chg="del">
          <pc:chgData name="Feist, Ella" userId="992bbaf2-811d-42cb-a4d6-e7fc45e325e8" providerId="ADAL" clId="{7AFE7C11-C71D-4349-8241-68E088248C89}" dt="2025-05-28T15:10:48.426" v="3"/>
          <pc:sldLayoutMkLst>
            <pc:docMk/>
            <pc:sldMasterMk cId="4061346496" sldId="2147483836"/>
            <pc:sldLayoutMk cId="1342340652" sldId="2147483837"/>
          </pc:sldLayoutMkLst>
        </pc:sldLayoutChg>
        <pc:sldLayoutChg chg="del">
          <pc:chgData name="Feist, Ella" userId="992bbaf2-811d-42cb-a4d6-e7fc45e325e8" providerId="ADAL" clId="{7AFE7C11-C71D-4349-8241-68E088248C89}" dt="2025-05-28T15:10:48.426" v="3"/>
          <pc:sldLayoutMkLst>
            <pc:docMk/>
            <pc:sldMasterMk cId="4061346496" sldId="2147483836"/>
            <pc:sldLayoutMk cId="1129306061" sldId="2147483838"/>
          </pc:sldLayoutMkLst>
        </pc:sldLayoutChg>
        <pc:sldLayoutChg chg="del">
          <pc:chgData name="Feist, Ella" userId="992bbaf2-811d-42cb-a4d6-e7fc45e325e8" providerId="ADAL" clId="{7AFE7C11-C71D-4349-8241-68E088248C89}" dt="2025-05-28T15:10:48.426" v="3"/>
          <pc:sldLayoutMkLst>
            <pc:docMk/>
            <pc:sldMasterMk cId="4061346496" sldId="2147483836"/>
            <pc:sldLayoutMk cId="291058354" sldId="2147483839"/>
          </pc:sldLayoutMkLst>
        </pc:sldLayoutChg>
        <pc:sldLayoutChg chg="del">
          <pc:chgData name="Feist, Ella" userId="992bbaf2-811d-42cb-a4d6-e7fc45e325e8" providerId="ADAL" clId="{7AFE7C11-C71D-4349-8241-68E088248C89}" dt="2025-05-28T15:10:48.426" v="3"/>
          <pc:sldLayoutMkLst>
            <pc:docMk/>
            <pc:sldMasterMk cId="4061346496" sldId="2147483836"/>
            <pc:sldLayoutMk cId="1057880355" sldId="2147483840"/>
          </pc:sldLayoutMkLst>
        </pc:sldLayoutChg>
      </pc:sldMasterChg>
      <pc:sldMasterChg chg="del delSldLayout">
        <pc:chgData name="Feist, Ella" userId="992bbaf2-811d-42cb-a4d6-e7fc45e325e8" providerId="ADAL" clId="{7AFE7C11-C71D-4349-8241-68E088248C89}" dt="2025-05-28T15:10:48.426" v="3"/>
        <pc:sldMasterMkLst>
          <pc:docMk/>
          <pc:sldMasterMk cId="1513994161" sldId="2147483841"/>
        </pc:sldMasterMkLst>
        <pc:sldLayoutChg chg="del">
          <pc:chgData name="Feist, Ella" userId="992bbaf2-811d-42cb-a4d6-e7fc45e325e8" providerId="ADAL" clId="{7AFE7C11-C71D-4349-8241-68E088248C89}" dt="2025-05-28T15:10:48.426" v="3"/>
          <pc:sldLayoutMkLst>
            <pc:docMk/>
            <pc:sldMasterMk cId="1513994161" sldId="2147483841"/>
            <pc:sldLayoutMk cId="2408842378" sldId="2147483842"/>
          </pc:sldLayoutMkLst>
        </pc:sldLayoutChg>
        <pc:sldLayoutChg chg="del">
          <pc:chgData name="Feist, Ella" userId="992bbaf2-811d-42cb-a4d6-e7fc45e325e8" providerId="ADAL" clId="{7AFE7C11-C71D-4349-8241-68E088248C89}" dt="2025-05-28T15:10:48.426" v="3"/>
          <pc:sldLayoutMkLst>
            <pc:docMk/>
            <pc:sldMasterMk cId="1513994161" sldId="2147483841"/>
            <pc:sldLayoutMk cId="3257542985" sldId="2147483843"/>
          </pc:sldLayoutMkLst>
        </pc:sldLayoutChg>
        <pc:sldLayoutChg chg="del">
          <pc:chgData name="Feist, Ella" userId="992bbaf2-811d-42cb-a4d6-e7fc45e325e8" providerId="ADAL" clId="{7AFE7C11-C71D-4349-8241-68E088248C89}" dt="2025-05-28T15:10:48.426" v="3"/>
          <pc:sldLayoutMkLst>
            <pc:docMk/>
            <pc:sldMasterMk cId="1513994161" sldId="2147483841"/>
            <pc:sldLayoutMk cId="57802930" sldId="2147483844"/>
          </pc:sldLayoutMkLst>
        </pc:sldLayoutChg>
        <pc:sldLayoutChg chg="del">
          <pc:chgData name="Feist, Ella" userId="992bbaf2-811d-42cb-a4d6-e7fc45e325e8" providerId="ADAL" clId="{7AFE7C11-C71D-4349-8241-68E088248C89}" dt="2025-05-28T15:10:48.426" v="3"/>
          <pc:sldLayoutMkLst>
            <pc:docMk/>
            <pc:sldMasterMk cId="1513994161" sldId="2147483841"/>
            <pc:sldLayoutMk cId="892830820" sldId="2147483845"/>
          </pc:sldLayoutMkLst>
        </pc:sldLayoutChg>
      </pc:sldMasterChg>
      <pc:sldMasterChg chg="del delSldLayout">
        <pc:chgData name="Feist, Ella" userId="992bbaf2-811d-42cb-a4d6-e7fc45e325e8" providerId="ADAL" clId="{7AFE7C11-C71D-4349-8241-68E088248C89}" dt="2025-05-28T15:10:48.426" v="3"/>
        <pc:sldMasterMkLst>
          <pc:docMk/>
          <pc:sldMasterMk cId="1256176808" sldId="2147483846"/>
        </pc:sldMasterMkLst>
        <pc:sldLayoutChg chg="del">
          <pc:chgData name="Feist, Ella" userId="992bbaf2-811d-42cb-a4d6-e7fc45e325e8" providerId="ADAL" clId="{7AFE7C11-C71D-4349-8241-68E088248C89}" dt="2025-05-28T15:10:48.426" v="3"/>
          <pc:sldLayoutMkLst>
            <pc:docMk/>
            <pc:sldMasterMk cId="1256176808" sldId="2147483846"/>
            <pc:sldLayoutMk cId="1930662052" sldId="2147483847"/>
          </pc:sldLayoutMkLst>
        </pc:sldLayoutChg>
        <pc:sldLayoutChg chg="del">
          <pc:chgData name="Feist, Ella" userId="992bbaf2-811d-42cb-a4d6-e7fc45e325e8" providerId="ADAL" clId="{7AFE7C11-C71D-4349-8241-68E088248C89}" dt="2025-05-28T15:10:48.426" v="3"/>
          <pc:sldLayoutMkLst>
            <pc:docMk/>
            <pc:sldMasterMk cId="1256176808" sldId="2147483846"/>
            <pc:sldLayoutMk cId="2862166332" sldId="2147483848"/>
          </pc:sldLayoutMkLst>
        </pc:sldLayoutChg>
        <pc:sldLayoutChg chg="del">
          <pc:chgData name="Feist, Ella" userId="992bbaf2-811d-42cb-a4d6-e7fc45e325e8" providerId="ADAL" clId="{7AFE7C11-C71D-4349-8241-68E088248C89}" dt="2025-05-28T15:10:48.426" v="3"/>
          <pc:sldLayoutMkLst>
            <pc:docMk/>
            <pc:sldMasterMk cId="1256176808" sldId="2147483846"/>
            <pc:sldLayoutMk cId="4243011970" sldId="2147483849"/>
          </pc:sldLayoutMkLst>
        </pc:sldLayoutChg>
        <pc:sldLayoutChg chg="del">
          <pc:chgData name="Feist, Ella" userId="992bbaf2-811d-42cb-a4d6-e7fc45e325e8" providerId="ADAL" clId="{7AFE7C11-C71D-4349-8241-68E088248C89}" dt="2025-05-28T15:10:48.426" v="3"/>
          <pc:sldLayoutMkLst>
            <pc:docMk/>
            <pc:sldMasterMk cId="1256176808" sldId="2147483846"/>
            <pc:sldLayoutMk cId="787685289" sldId="2147483850"/>
          </pc:sldLayoutMkLst>
        </pc:sldLayoutChg>
      </pc:sldMasterChg>
      <pc:sldMasterChg chg="del delSldLayout">
        <pc:chgData name="Feist, Ella" userId="992bbaf2-811d-42cb-a4d6-e7fc45e325e8" providerId="ADAL" clId="{7AFE7C11-C71D-4349-8241-68E088248C89}" dt="2025-05-28T15:10:48.426" v="3"/>
        <pc:sldMasterMkLst>
          <pc:docMk/>
          <pc:sldMasterMk cId="537580445" sldId="2147483941"/>
        </pc:sldMasterMkLst>
        <pc:sldLayoutChg chg="del">
          <pc:chgData name="Feist, Ella" userId="992bbaf2-811d-42cb-a4d6-e7fc45e325e8" providerId="ADAL" clId="{7AFE7C11-C71D-4349-8241-68E088248C89}" dt="2025-05-28T15:10:48.426" v="3"/>
          <pc:sldLayoutMkLst>
            <pc:docMk/>
            <pc:sldMasterMk cId="537580445" sldId="2147483941"/>
            <pc:sldLayoutMk cId="3655050728" sldId="2147483942"/>
          </pc:sldLayoutMkLst>
        </pc:sldLayoutChg>
        <pc:sldLayoutChg chg="del">
          <pc:chgData name="Feist, Ella" userId="992bbaf2-811d-42cb-a4d6-e7fc45e325e8" providerId="ADAL" clId="{7AFE7C11-C71D-4349-8241-68E088248C89}" dt="2025-05-28T15:10:48.426" v="3"/>
          <pc:sldLayoutMkLst>
            <pc:docMk/>
            <pc:sldMasterMk cId="537580445" sldId="2147483941"/>
            <pc:sldLayoutMk cId="191104469" sldId="2147483948"/>
          </pc:sldLayoutMkLst>
        </pc:sldLayoutChg>
        <pc:sldLayoutChg chg="del">
          <pc:chgData name="Feist, Ella" userId="992bbaf2-811d-42cb-a4d6-e7fc45e325e8" providerId="ADAL" clId="{7AFE7C11-C71D-4349-8241-68E088248C89}" dt="2025-05-28T15:10:48.426" v="3"/>
          <pc:sldLayoutMkLst>
            <pc:docMk/>
            <pc:sldMasterMk cId="537580445" sldId="2147483941"/>
            <pc:sldLayoutMk cId="3106673082" sldId="2147483949"/>
          </pc:sldLayoutMkLst>
        </pc:sldLayoutChg>
        <pc:sldLayoutChg chg="del">
          <pc:chgData name="Feist, Ella" userId="992bbaf2-811d-42cb-a4d6-e7fc45e325e8" providerId="ADAL" clId="{7AFE7C11-C71D-4349-8241-68E088248C89}" dt="2025-05-28T15:10:48.426" v="3"/>
          <pc:sldLayoutMkLst>
            <pc:docMk/>
            <pc:sldMasterMk cId="537580445" sldId="2147483941"/>
            <pc:sldLayoutMk cId="2883798060" sldId="2147483950"/>
          </pc:sldLayoutMkLst>
        </pc:sldLayoutChg>
        <pc:sldLayoutChg chg="del">
          <pc:chgData name="Feist, Ella" userId="992bbaf2-811d-42cb-a4d6-e7fc45e325e8" providerId="ADAL" clId="{7AFE7C11-C71D-4349-8241-68E088248C89}" dt="2025-05-28T15:10:48.426" v="3"/>
          <pc:sldLayoutMkLst>
            <pc:docMk/>
            <pc:sldMasterMk cId="537580445" sldId="2147483941"/>
            <pc:sldLayoutMk cId="4228679101" sldId="2147483951"/>
          </pc:sldLayoutMkLst>
        </pc:sldLayoutChg>
      </pc:sldMasterChg>
      <pc:sldMasterChg chg="del delSldLayout">
        <pc:chgData name="Feist, Ella" userId="992bbaf2-811d-42cb-a4d6-e7fc45e325e8" providerId="ADAL" clId="{7AFE7C11-C71D-4349-8241-68E088248C89}" dt="2025-05-28T15:10:48.426" v="3"/>
        <pc:sldMasterMkLst>
          <pc:docMk/>
          <pc:sldMasterMk cId="1502784078" sldId="2147483943"/>
        </pc:sldMasterMkLst>
        <pc:sldLayoutChg chg="del">
          <pc:chgData name="Feist, Ella" userId="992bbaf2-811d-42cb-a4d6-e7fc45e325e8" providerId="ADAL" clId="{7AFE7C11-C71D-4349-8241-68E088248C89}" dt="2025-05-28T15:10:48.426" v="3"/>
          <pc:sldLayoutMkLst>
            <pc:docMk/>
            <pc:sldMasterMk cId="1502784078" sldId="2147483943"/>
            <pc:sldLayoutMk cId="3733918436" sldId="2147483944"/>
          </pc:sldLayoutMkLst>
        </pc:sldLayoutChg>
        <pc:sldLayoutChg chg="del">
          <pc:chgData name="Feist, Ella" userId="992bbaf2-811d-42cb-a4d6-e7fc45e325e8" providerId="ADAL" clId="{7AFE7C11-C71D-4349-8241-68E088248C89}" dt="2025-05-28T15:10:48.426" v="3"/>
          <pc:sldLayoutMkLst>
            <pc:docMk/>
            <pc:sldMasterMk cId="1502784078" sldId="2147483943"/>
            <pc:sldLayoutMk cId="714599208" sldId="2147483952"/>
          </pc:sldLayoutMkLst>
        </pc:sldLayoutChg>
        <pc:sldLayoutChg chg="del">
          <pc:chgData name="Feist, Ella" userId="992bbaf2-811d-42cb-a4d6-e7fc45e325e8" providerId="ADAL" clId="{7AFE7C11-C71D-4349-8241-68E088248C89}" dt="2025-05-28T15:10:48.426" v="3"/>
          <pc:sldLayoutMkLst>
            <pc:docMk/>
            <pc:sldMasterMk cId="1502784078" sldId="2147483943"/>
            <pc:sldLayoutMk cId="785506021" sldId="2147483953"/>
          </pc:sldLayoutMkLst>
        </pc:sldLayoutChg>
        <pc:sldLayoutChg chg="del">
          <pc:chgData name="Feist, Ella" userId="992bbaf2-811d-42cb-a4d6-e7fc45e325e8" providerId="ADAL" clId="{7AFE7C11-C71D-4349-8241-68E088248C89}" dt="2025-05-28T15:10:48.426" v="3"/>
          <pc:sldLayoutMkLst>
            <pc:docMk/>
            <pc:sldMasterMk cId="1502784078" sldId="2147483943"/>
            <pc:sldLayoutMk cId="1326846653" sldId="2147483954"/>
          </pc:sldLayoutMkLst>
        </pc:sldLayoutChg>
        <pc:sldLayoutChg chg="del">
          <pc:chgData name="Feist, Ella" userId="992bbaf2-811d-42cb-a4d6-e7fc45e325e8" providerId="ADAL" clId="{7AFE7C11-C71D-4349-8241-68E088248C89}" dt="2025-05-28T15:10:48.426" v="3"/>
          <pc:sldLayoutMkLst>
            <pc:docMk/>
            <pc:sldMasterMk cId="1502784078" sldId="2147483943"/>
            <pc:sldLayoutMk cId="1638070405" sldId="2147483955"/>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F08F72-D084-4C96-B297-285B2ED0D15C}" type="datetimeFigureOut">
              <a:rPr lang="en-GB" smtClean="0"/>
              <a:t>05/06/2026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BE1F5F-BEC2-48D5-A890-C07C79853E26}" type="slidenum">
              <a:rPr lang="en-GB" smtClean="0"/>
              <a:t>‹#›</a:t>
            </a:fld>
            <a:endParaRPr lang="en-GB"/>
          </a:p>
        </p:txBody>
      </p:sp>
    </p:spTree>
    <p:extLst>
      <p:ext uri="{BB962C8B-B14F-4D97-AF65-F5344CB8AC3E}">
        <p14:creationId xmlns:p14="http://schemas.microsoft.com/office/powerpoint/2010/main" val="139437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5"/>
          </p:nvPr>
        </p:nvSpPr>
        <p:spPr/>
        <p:txBody>
          <a:bodyPr/>
          <a:lstStyle/>
          <a:p>
            <a:fld id="{548901C6-1DA1-FB44-ABEE-06A0FEB7738E}" type="slidenum">
              <a:rPr lang="en-GB" smtClean="0"/>
              <a:pPr/>
              <a:t>1</a:t>
            </a:fld>
            <a:endParaRPr lang="en-GB" dirty="0"/>
          </a:p>
        </p:txBody>
      </p:sp>
      <p:sp>
        <p:nvSpPr>
          <p:cNvPr id="6" name="Slide Image Placeholder 5">
            <a:extLst>
              <a:ext uri="{FF2B5EF4-FFF2-40B4-BE49-F238E27FC236}">
                <a16:creationId xmlns:a16="http://schemas.microsoft.com/office/drawing/2014/main" id="{3DDB46D8-F250-4382-BB9F-ED8824C6D536}"/>
              </a:ext>
            </a:extLst>
          </p:cNvPr>
          <p:cNvSpPr>
            <a:spLocks noGrp="1" noRot="1" noChangeAspect="1"/>
          </p:cNvSpPr>
          <p:nvPr>
            <p:ph type="sldImg"/>
          </p:nvPr>
        </p:nvSpPr>
        <p:spPr/>
      </p:sp>
      <p:sp>
        <p:nvSpPr>
          <p:cNvPr id="7" name="Notes Placeholder 6">
            <a:extLst>
              <a:ext uri="{FF2B5EF4-FFF2-40B4-BE49-F238E27FC236}">
                <a16:creationId xmlns:a16="http://schemas.microsoft.com/office/drawing/2014/main" id="{1DD67D11-198C-4FB2-8FBB-0C1DD9E26E0C}"/>
              </a:ext>
            </a:extLst>
          </p:cNvPr>
          <p:cNvSpPr>
            <a:spLocks noGrp="1"/>
          </p:cNvSpPr>
          <p:nvPr>
            <p:ph type="body" idx="1"/>
          </p:nvPr>
        </p:nvSpPr>
        <p:spPr/>
        <p:txBody>
          <a:bodyPr/>
          <a:lstStyle/>
          <a:p>
            <a:endParaRPr lang="en-GB"/>
          </a:p>
        </p:txBody>
      </p:sp>
    </p:spTree>
    <p:extLst>
      <p:ext uri="{BB962C8B-B14F-4D97-AF65-F5344CB8AC3E}">
        <p14:creationId xmlns:p14="http://schemas.microsoft.com/office/powerpoint/2010/main" val="22799611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548901C6-1DA1-FB44-ABEE-06A0FEB7738E}" type="slidenum">
              <a:rPr lang="en-GB" smtClean="0"/>
              <a:pPr/>
              <a:t>2</a:t>
            </a:fld>
            <a:endParaRPr lang="en-GB" dirty="0"/>
          </a:p>
        </p:txBody>
      </p:sp>
      <p:sp>
        <p:nvSpPr>
          <p:cNvPr id="6" name="Slide Image Placeholder 5">
            <a:extLst>
              <a:ext uri="{FF2B5EF4-FFF2-40B4-BE49-F238E27FC236}">
                <a16:creationId xmlns:a16="http://schemas.microsoft.com/office/drawing/2014/main" id="{E9E46E42-99A9-42F8-996F-71F172C43209}"/>
              </a:ext>
            </a:extLst>
          </p:cNvPr>
          <p:cNvSpPr>
            <a:spLocks noGrp="1" noRot="1" noChangeAspect="1"/>
          </p:cNvSpPr>
          <p:nvPr>
            <p:ph type="sldImg"/>
          </p:nvPr>
        </p:nvSpPr>
        <p:spPr/>
      </p:sp>
      <p:sp>
        <p:nvSpPr>
          <p:cNvPr id="7" name="Notes Placeholder 6">
            <a:extLst>
              <a:ext uri="{FF2B5EF4-FFF2-40B4-BE49-F238E27FC236}">
                <a16:creationId xmlns:a16="http://schemas.microsoft.com/office/drawing/2014/main" id="{AC7ABEA7-3AE7-4A57-B02A-AA99E2A56A4D}"/>
              </a:ext>
            </a:extLst>
          </p:cNvPr>
          <p:cNvSpPr>
            <a:spLocks noGrp="1"/>
          </p:cNvSpPr>
          <p:nvPr>
            <p:ph type="body" idx="1"/>
          </p:nvPr>
        </p:nvSpPr>
        <p:spPr/>
        <p:txBody>
          <a:bodyPr/>
          <a:lstStyle/>
          <a:p>
            <a:pPr marL="12700" marR="5080">
              <a:lnSpc>
                <a:spcPct val="100000"/>
              </a:lnSpc>
              <a:spcBef>
                <a:spcPts val="605"/>
              </a:spcBef>
            </a:pPr>
            <a:endParaRPr lang="en-GB" sz="1200" noProof="0" dirty="0">
              <a:latin typeface="Montserrat" panose="00000500000000000000" pitchFamily="2" charset="0"/>
              <a:cs typeface="Segoe UI"/>
            </a:endParaRPr>
          </a:p>
        </p:txBody>
      </p:sp>
    </p:spTree>
    <p:extLst>
      <p:ext uri="{BB962C8B-B14F-4D97-AF65-F5344CB8AC3E}">
        <p14:creationId xmlns:p14="http://schemas.microsoft.com/office/powerpoint/2010/main" val="141563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48901C6-1DA1-FB44-ABEE-06A0FEB7738E}" type="slidenum">
              <a:rPr lang="en-GB" smtClean="0"/>
              <a:pPr/>
              <a:t>3</a:t>
            </a:fld>
            <a:endParaRPr lang="en-GB"/>
          </a:p>
        </p:txBody>
      </p:sp>
    </p:spTree>
    <p:extLst>
      <p:ext uri="{BB962C8B-B14F-4D97-AF65-F5344CB8AC3E}">
        <p14:creationId xmlns:p14="http://schemas.microsoft.com/office/powerpoint/2010/main" val="15323092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107314">
              <a:lnSpc>
                <a:spcPct val="100000"/>
              </a:lnSpc>
              <a:spcBef>
                <a:spcPts val="105"/>
              </a:spcBef>
            </a:pPr>
            <a:r>
              <a:rPr lang="en-GB" sz="1200" spc="-15" noProof="0" dirty="0">
                <a:latin typeface="+mn-lt"/>
                <a:cs typeface="Segoe UI"/>
              </a:rPr>
              <a:t>An</a:t>
            </a:r>
            <a:r>
              <a:rPr lang="en-GB" sz="1200" spc="-75" noProof="0" dirty="0">
                <a:latin typeface="+mn-lt"/>
                <a:cs typeface="Segoe UI"/>
              </a:rPr>
              <a:t> </a:t>
            </a:r>
            <a:r>
              <a:rPr lang="en-GB" sz="1200" spc="-20" noProof="0" dirty="0">
                <a:latin typeface="+mn-lt"/>
                <a:cs typeface="Segoe UI"/>
              </a:rPr>
              <a:t>expression,</a:t>
            </a:r>
            <a:r>
              <a:rPr lang="en-GB" sz="1200" spc="-60" noProof="0" dirty="0">
                <a:latin typeface="+mn-lt"/>
                <a:cs typeface="Segoe UI"/>
              </a:rPr>
              <a:t> </a:t>
            </a:r>
            <a:r>
              <a:rPr lang="en-GB" sz="1200" spc="-20" noProof="0" dirty="0">
                <a:latin typeface="+mn-lt"/>
                <a:cs typeface="Segoe UI"/>
              </a:rPr>
              <a:t>even</a:t>
            </a:r>
            <a:r>
              <a:rPr lang="en-GB" sz="1200" spc="-50" noProof="0" dirty="0">
                <a:latin typeface="+mn-lt"/>
                <a:cs typeface="Segoe UI"/>
              </a:rPr>
              <a:t> </a:t>
            </a:r>
            <a:r>
              <a:rPr lang="en-GB" sz="1200" spc="-15" noProof="0" dirty="0">
                <a:latin typeface="+mn-lt"/>
                <a:cs typeface="Segoe UI"/>
              </a:rPr>
              <a:t>in</a:t>
            </a:r>
            <a:r>
              <a:rPr lang="en-GB" sz="1200" spc="-20" noProof="0" dirty="0">
                <a:latin typeface="+mn-lt"/>
                <a:cs typeface="Segoe UI"/>
              </a:rPr>
              <a:t> computer</a:t>
            </a:r>
            <a:r>
              <a:rPr lang="en-GB" sz="1200" spc="-45" noProof="0" dirty="0">
                <a:latin typeface="+mn-lt"/>
                <a:cs typeface="Segoe UI"/>
              </a:rPr>
              <a:t> </a:t>
            </a:r>
            <a:r>
              <a:rPr lang="en-GB" sz="1200" spc="-20" noProof="0" dirty="0">
                <a:latin typeface="+mn-lt"/>
                <a:cs typeface="Segoe UI"/>
              </a:rPr>
              <a:t>terminology,</a:t>
            </a:r>
            <a:r>
              <a:rPr lang="en-GB" sz="1200" spc="-60" noProof="0" dirty="0">
                <a:latin typeface="+mn-lt"/>
                <a:cs typeface="Segoe UI"/>
              </a:rPr>
              <a:t> </a:t>
            </a:r>
            <a:r>
              <a:rPr lang="en-GB" sz="1200" spc="-15" noProof="0" dirty="0">
                <a:latin typeface="+mn-lt"/>
                <a:cs typeface="Segoe UI"/>
              </a:rPr>
              <a:t>is</a:t>
            </a:r>
            <a:r>
              <a:rPr lang="en-GB" sz="1200" spc="-45" noProof="0" dirty="0">
                <a:latin typeface="+mn-lt"/>
                <a:cs typeface="Segoe UI"/>
              </a:rPr>
              <a:t> </a:t>
            </a:r>
            <a:r>
              <a:rPr lang="en-GB" sz="1200" spc="-10" noProof="0" dirty="0">
                <a:latin typeface="+mn-lt"/>
                <a:cs typeface="Segoe UI"/>
              </a:rPr>
              <a:t>not</a:t>
            </a:r>
            <a:r>
              <a:rPr lang="en-GB" sz="1200" spc="-60" noProof="0" dirty="0">
                <a:latin typeface="+mn-lt"/>
                <a:cs typeface="Segoe UI"/>
              </a:rPr>
              <a:t> </a:t>
            </a:r>
            <a:r>
              <a:rPr lang="en-GB" sz="1200" spc="-20" noProof="0" dirty="0">
                <a:latin typeface="+mn-lt"/>
                <a:cs typeface="Segoe UI"/>
              </a:rPr>
              <a:t>something</a:t>
            </a:r>
            <a:r>
              <a:rPr lang="en-GB" sz="1200" spc="-50" noProof="0" dirty="0">
                <a:latin typeface="+mn-lt"/>
                <a:cs typeface="Segoe UI"/>
              </a:rPr>
              <a:t> </a:t>
            </a:r>
            <a:r>
              <a:rPr lang="en-GB" sz="1200" spc="-15" noProof="0" dirty="0">
                <a:latin typeface="+mn-lt"/>
                <a:cs typeface="Segoe UI"/>
              </a:rPr>
              <a:t>to</a:t>
            </a:r>
            <a:r>
              <a:rPr lang="en-GB" sz="1200" spc="-40" noProof="0" dirty="0">
                <a:latin typeface="+mn-lt"/>
                <a:cs typeface="Segoe UI"/>
              </a:rPr>
              <a:t> </a:t>
            </a:r>
            <a:r>
              <a:rPr lang="en-GB" sz="1200" spc="-10" noProof="0" dirty="0">
                <a:latin typeface="+mn-lt"/>
                <a:cs typeface="Segoe UI"/>
              </a:rPr>
              <a:t>be</a:t>
            </a:r>
            <a:r>
              <a:rPr lang="en-GB" sz="1200" spc="-30" noProof="0" dirty="0">
                <a:latin typeface="+mn-lt"/>
                <a:cs typeface="Segoe UI"/>
              </a:rPr>
              <a:t> </a:t>
            </a:r>
            <a:r>
              <a:rPr lang="en-GB" sz="1200" spc="-20" noProof="0" dirty="0">
                <a:latin typeface="+mn-lt"/>
                <a:cs typeface="Segoe UI"/>
              </a:rPr>
              <a:t>interpreted</a:t>
            </a:r>
            <a:r>
              <a:rPr lang="en-GB" sz="1200" spc="-75" noProof="0" dirty="0">
                <a:latin typeface="+mn-lt"/>
                <a:cs typeface="Segoe UI"/>
              </a:rPr>
              <a:t> </a:t>
            </a:r>
            <a:r>
              <a:rPr lang="en-GB" sz="1200" spc="-25" noProof="0" dirty="0">
                <a:latin typeface="+mn-lt"/>
                <a:cs typeface="Segoe UI"/>
              </a:rPr>
              <a:t>literally.</a:t>
            </a:r>
          </a:p>
          <a:p>
            <a:pPr marL="12700" marR="107314">
              <a:lnSpc>
                <a:spcPct val="100000"/>
              </a:lnSpc>
              <a:spcBef>
                <a:spcPts val="105"/>
              </a:spcBef>
            </a:pPr>
            <a:r>
              <a:rPr lang="en-GB" sz="1200" spc="-15" noProof="0" dirty="0">
                <a:latin typeface="+mn-lt"/>
                <a:cs typeface="Segoe UI"/>
              </a:rPr>
              <a:t>It</a:t>
            </a:r>
            <a:r>
              <a:rPr lang="en-GB" sz="1200" spc="-35" noProof="0" dirty="0">
                <a:latin typeface="+mn-lt"/>
                <a:cs typeface="Segoe UI"/>
              </a:rPr>
              <a:t> </a:t>
            </a:r>
            <a:r>
              <a:rPr lang="en-GB" sz="1200" spc="-15" noProof="0" dirty="0">
                <a:latin typeface="+mn-lt"/>
                <a:cs typeface="Segoe UI"/>
              </a:rPr>
              <a:t>is</a:t>
            </a:r>
            <a:r>
              <a:rPr lang="en-GB" sz="1200" spc="-20" noProof="0" dirty="0">
                <a:latin typeface="+mn-lt"/>
                <a:cs typeface="Segoe UI"/>
              </a:rPr>
              <a:t> something </a:t>
            </a:r>
            <a:r>
              <a:rPr lang="en-GB" sz="1200" spc="-260" noProof="0" dirty="0">
                <a:latin typeface="+mn-lt"/>
                <a:cs typeface="Segoe UI"/>
              </a:rPr>
              <a:t> </a:t>
            </a:r>
            <a:r>
              <a:rPr lang="en-GB" sz="1200" spc="-20" noProof="0" dirty="0">
                <a:latin typeface="+mn-lt"/>
                <a:cs typeface="Segoe UI"/>
              </a:rPr>
              <a:t>that </a:t>
            </a:r>
            <a:r>
              <a:rPr lang="en-GB" sz="1200" spc="-15" noProof="0" dirty="0">
                <a:latin typeface="+mn-lt"/>
                <a:cs typeface="Segoe UI"/>
              </a:rPr>
              <a:t>needs to </a:t>
            </a:r>
            <a:r>
              <a:rPr lang="en-GB" sz="1200" spc="-5" noProof="0" dirty="0">
                <a:latin typeface="+mn-lt"/>
                <a:cs typeface="Segoe UI"/>
              </a:rPr>
              <a:t>be </a:t>
            </a:r>
            <a:r>
              <a:rPr lang="en-GB" sz="1200" spc="-25" noProof="0" dirty="0">
                <a:latin typeface="+mn-lt"/>
                <a:cs typeface="Segoe UI"/>
              </a:rPr>
              <a:t>evaluated.</a:t>
            </a:r>
            <a:r>
              <a:rPr lang="en-GB" sz="1200" spc="-20" noProof="0" dirty="0">
                <a:latin typeface="+mn-lt"/>
                <a:cs typeface="Segoe UI"/>
              </a:rPr>
              <a:t>, an</a:t>
            </a:r>
            <a:r>
              <a:rPr lang="en-GB" sz="1200" spc="-10" noProof="0" dirty="0">
                <a:latin typeface="+mn-lt"/>
                <a:cs typeface="Segoe UI"/>
              </a:rPr>
              <a:t> </a:t>
            </a:r>
            <a:r>
              <a:rPr lang="en-GB" sz="1200" spc="-20" noProof="0" dirty="0">
                <a:latin typeface="+mn-lt"/>
                <a:cs typeface="Segoe UI"/>
              </a:rPr>
              <a:t>expression </a:t>
            </a:r>
            <a:r>
              <a:rPr lang="en-GB" sz="1200" spc="-15" noProof="0" dirty="0">
                <a:latin typeface="+mn-lt"/>
                <a:cs typeface="Segoe UI"/>
              </a:rPr>
              <a:t>is </a:t>
            </a:r>
            <a:r>
              <a:rPr lang="en-GB" sz="1200" spc="-20" noProof="0" dirty="0">
                <a:latin typeface="+mn-lt"/>
                <a:cs typeface="Segoe UI"/>
              </a:rPr>
              <a:t>descriptive </a:t>
            </a:r>
            <a:r>
              <a:rPr lang="en-GB" sz="1200" spc="-10" noProof="0" dirty="0">
                <a:latin typeface="+mn-lt"/>
                <a:cs typeface="Segoe UI"/>
              </a:rPr>
              <a:t>of </a:t>
            </a:r>
            <a:r>
              <a:rPr lang="en-GB" sz="1200" spc="5" noProof="0" dirty="0">
                <a:latin typeface="+mn-lt"/>
                <a:cs typeface="Segoe UI"/>
              </a:rPr>
              <a:t>a </a:t>
            </a:r>
            <a:r>
              <a:rPr lang="en-GB" sz="1200" spc="-20" noProof="0" dirty="0">
                <a:latin typeface="+mn-lt"/>
                <a:cs typeface="Segoe UI"/>
              </a:rPr>
              <a:t>result.</a:t>
            </a:r>
          </a:p>
          <a:p>
            <a:pPr marL="12700" marR="107314">
              <a:lnSpc>
                <a:spcPct val="100000"/>
              </a:lnSpc>
              <a:spcBef>
                <a:spcPts val="105"/>
              </a:spcBef>
            </a:pPr>
            <a:endParaRPr lang="en-GB" sz="1200" spc="-20" noProof="0" dirty="0">
              <a:latin typeface="+mn-lt"/>
              <a:cs typeface="Segoe UI"/>
            </a:endParaRPr>
          </a:p>
          <a:p>
            <a:pPr marL="12700" marR="107314">
              <a:lnSpc>
                <a:spcPct val="100000"/>
              </a:lnSpc>
              <a:spcBef>
                <a:spcPts val="105"/>
              </a:spcBef>
            </a:pPr>
            <a:r>
              <a:rPr lang="en-GB" sz="1200" spc="5" noProof="0" dirty="0">
                <a:latin typeface="+mn-lt"/>
                <a:cs typeface="Segoe UI"/>
              </a:rPr>
              <a:t>A </a:t>
            </a:r>
            <a:r>
              <a:rPr lang="en-GB" sz="1200" spc="-20" noProof="0" dirty="0">
                <a:latin typeface="+mn-lt"/>
                <a:cs typeface="Segoe UI"/>
              </a:rPr>
              <a:t>regular expression describes </a:t>
            </a:r>
            <a:r>
              <a:rPr lang="en-GB" sz="1200" spc="5" noProof="0" dirty="0">
                <a:latin typeface="+mn-lt"/>
                <a:cs typeface="Segoe UI"/>
              </a:rPr>
              <a:t>a </a:t>
            </a:r>
            <a:r>
              <a:rPr lang="en-GB" sz="1200" spc="-20" noProof="0" dirty="0">
                <a:latin typeface="+mn-lt"/>
                <a:cs typeface="Segoe UI"/>
              </a:rPr>
              <a:t>pattern</a:t>
            </a:r>
            <a:r>
              <a:rPr lang="en-GB" sz="1200" spc="-50" noProof="0" dirty="0">
                <a:latin typeface="+mn-lt"/>
                <a:cs typeface="Segoe UI"/>
              </a:rPr>
              <a:t> </a:t>
            </a:r>
            <a:r>
              <a:rPr lang="en-GB" sz="1200" spc="-10" noProof="0" dirty="0">
                <a:latin typeface="+mn-lt"/>
                <a:cs typeface="Segoe UI"/>
              </a:rPr>
              <a:t>or</a:t>
            </a:r>
            <a:r>
              <a:rPr lang="en-GB" sz="1200" spc="-40" noProof="0" dirty="0">
                <a:latin typeface="+mn-lt"/>
                <a:cs typeface="Segoe UI"/>
              </a:rPr>
              <a:t> </a:t>
            </a:r>
            <a:r>
              <a:rPr lang="en-GB" sz="1200" noProof="0" dirty="0">
                <a:latin typeface="+mn-lt"/>
                <a:cs typeface="Segoe UI"/>
              </a:rPr>
              <a:t>a</a:t>
            </a:r>
            <a:r>
              <a:rPr lang="en-GB" sz="1200" spc="-40" noProof="0" dirty="0">
                <a:latin typeface="+mn-lt"/>
                <a:cs typeface="Segoe UI"/>
              </a:rPr>
              <a:t> </a:t>
            </a:r>
            <a:r>
              <a:rPr lang="en-GB" sz="1200" spc="-25" noProof="0" dirty="0">
                <a:latin typeface="+mn-lt"/>
                <a:cs typeface="Segoe UI"/>
              </a:rPr>
              <a:t>particular</a:t>
            </a:r>
            <a:r>
              <a:rPr lang="en-GB" sz="1200" spc="-15" noProof="0" dirty="0">
                <a:latin typeface="+mn-lt"/>
                <a:cs typeface="Segoe UI"/>
              </a:rPr>
              <a:t> </a:t>
            </a:r>
            <a:r>
              <a:rPr lang="en-GB" sz="1200" spc="-20" noProof="0" dirty="0">
                <a:latin typeface="+mn-lt"/>
                <a:cs typeface="Segoe UI"/>
              </a:rPr>
              <a:t>sequence</a:t>
            </a:r>
            <a:r>
              <a:rPr lang="en-GB" sz="1200" spc="-55" noProof="0" dirty="0">
                <a:latin typeface="+mn-lt"/>
                <a:cs typeface="Segoe UI"/>
              </a:rPr>
              <a:t> </a:t>
            </a:r>
            <a:r>
              <a:rPr lang="en-GB" sz="1200" spc="-10" noProof="0" dirty="0">
                <a:latin typeface="+mn-lt"/>
                <a:cs typeface="Segoe UI"/>
              </a:rPr>
              <a:t>of</a:t>
            </a:r>
            <a:r>
              <a:rPr lang="en-GB" sz="1200" spc="-55" noProof="0" dirty="0">
                <a:latin typeface="+mn-lt"/>
                <a:cs typeface="Segoe UI"/>
              </a:rPr>
              <a:t> </a:t>
            </a:r>
            <a:r>
              <a:rPr lang="en-GB" sz="1200" spc="-25" noProof="0" dirty="0">
                <a:latin typeface="+mn-lt"/>
                <a:cs typeface="Segoe UI"/>
              </a:rPr>
              <a:t>characters,</a:t>
            </a:r>
            <a:r>
              <a:rPr lang="en-GB" sz="1200" spc="-10" noProof="0" dirty="0">
                <a:latin typeface="+mn-lt"/>
                <a:cs typeface="Segoe UI"/>
              </a:rPr>
              <a:t> </a:t>
            </a:r>
            <a:r>
              <a:rPr lang="en-GB" sz="1200" spc="-20" noProof="0" dirty="0">
                <a:latin typeface="+mn-lt"/>
                <a:cs typeface="Segoe UI"/>
              </a:rPr>
              <a:t>although</a:t>
            </a:r>
            <a:r>
              <a:rPr lang="en-GB" sz="1200" spc="-45" noProof="0" dirty="0">
                <a:latin typeface="+mn-lt"/>
                <a:cs typeface="Segoe UI"/>
              </a:rPr>
              <a:t> </a:t>
            </a:r>
            <a:r>
              <a:rPr lang="en-GB" sz="1200" spc="-10" noProof="0" dirty="0">
                <a:latin typeface="+mn-lt"/>
                <a:cs typeface="Segoe UI"/>
              </a:rPr>
              <a:t>not</a:t>
            </a:r>
            <a:r>
              <a:rPr lang="en-GB" sz="1200" spc="-60" noProof="0" dirty="0">
                <a:latin typeface="+mn-lt"/>
                <a:cs typeface="Segoe UI"/>
              </a:rPr>
              <a:t> </a:t>
            </a:r>
            <a:r>
              <a:rPr lang="en-GB" sz="1200" spc="-20" noProof="0" dirty="0">
                <a:latin typeface="+mn-lt"/>
                <a:cs typeface="Segoe UI"/>
              </a:rPr>
              <a:t>necessarily</a:t>
            </a:r>
            <a:r>
              <a:rPr lang="en-GB" sz="1200" spc="-35" noProof="0" dirty="0">
                <a:latin typeface="+mn-lt"/>
                <a:cs typeface="Segoe UI"/>
              </a:rPr>
              <a:t> </a:t>
            </a:r>
            <a:r>
              <a:rPr lang="en-GB" sz="1200" spc="-25" noProof="0" dirty="0">
                <a:latin typeface="+mn-lt"/>
                <a:cs typeface="Segoe UI"/>
              </a:rPr>
              <a:t>specifying characters</a:t>
            </a:r>
            <a:r>
              <a:rPr lang="en-GB" sz="1200" noProof="0" dirty="0">
                <a:latin typeface="+mn-lt"/>
                <a:cs typeface="Segoe UI"/>
              </a:rPr>
              <a:t> </a:t>
            </a:r>
            <a:r>
              <a:rPr lang="en-GB" sz="1200" spc="-25" noProof="0" dirty="0">
                <a:latin typeface="+mn-lt"/>
                <a:cs typeface="Segoe UI"/>
              </a:rPr>
              <a:t>literally.</a:t>
            </a:r>
          </a:p>
        </p:txBody>
      </p:sp>
      <p:sp>
        <p:nvSpPr>
          <p:cNvPr id="4" name="Slide Number Placeholder 3"/>
          <p:cNvSpPr>
            <a:spLocks noGrp="1"/>
          </p:cNvSpPr>
          <p:nvPr>
            <p:ph type="sldNum" sz="quarter" idx="5"/>
          </p:nvPr>
        </p:nvSpPr>
        <p:spPr/>
        <p:txBody>
          <a:bodyPr/>
          <a:lstStyle/>
          <a:p>
            <a:fld id="{548901C6-1DA1-FB44-ABEE-06A0FEB7738E}" type="slidenum">
              <a:rPr lang="en-GB" smtClean="0"/>
              <a:pPr/>
              <a:t>4</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338590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5080">
              <a:lnSpc>
                <a:spcPct val="100000"/>
              </a:lnSpc>
              <a:spcBef>
                <a:spcPts val="600"/>
              </a:spcBef>
            </a:pPr>
            <a:r>
              <a:rPr lang="en-GB" sz="1200" spc="-15" noProof="0" dirty="0">
                <a:latin typeface="+mn-lt"/>
                <a:cs typeface="Segoe UI"/>
              </a:rPr>
              <a:t>The </a:t>
            </a:r>
            <a:r>
              <a:rPr lang="en-GB" sz="1200" spc="-20" noProof="0" dirty="0">
                <a:latin typeface="+mn-lt"/>
                <a:cs typeface="Segoe UI"/>
              </a:rPr>
              <a:t>regular expression </a:t>
            </a:r>
            <a:r>
              <a:rPr lang="en-GB" sz="1200" spc="-25" noProof="0" dirty="0">
                <a:latin typeface="+mn-lt"/>
                <a:cs typeface="Segoe UI"/>
              </a:rPr>
              <a:t>“tai” </a:t>
            </a:r>
            <a:r>
              <a:rPr lang="en-GB" sz="1200" spc="-20" noProof="0" dirty="0">
                <a:latin typeface="+mn-lt"/>
                <a:cs typeface="Segoe UI"/>
              </a:rPr>
              <a:t>above </a:t>
            </a:r>
            <a:r>
              <a:rPr lang="en-GB" sz="1200" spc="-25" noProof="0" dirty="0">
                <a:latin typeface="+mn-lt"/>
                <a:cs typeface="Segoe UI"/>
              </a:rPr>
              <a:t>contains </a:t>
            </a:r>
            <a:r>
              <a:rPr lang="en-GB" sz="1200" spc="-10" noProof="0" dirty="0">
                <a:latin typeface="+mn-lt"/>
                <a:cs typeface="Segoe UI"/>
              </a:rPr>
              <a:t>no </a:t>
            </a:r>
            <a:r>
              <a:rPr lang="en-GB" sz="1200" spc="-25" noProof="0" dirty="0">
                <a:latin typeface="+mn-lt"/>
                <a:cs typeface="Segoe UI"/>
              </a:rPr>
              <a:t>metacharacters.</a:t>
            </a:r>
            <a:endParaRPr lang="en-GB" sz="1200" spc="-20" noProof="0" dirty="0">
              <a:latin typeface="+mn-lt"/>
              <a:cs typeface="Segoe UI"/>
            </a:endParaRPr>
          </a:p>
          <a:p>
            <a:pPr marL="12700" marR="5080">
              <a:lnSpc>
                <a:spcPct val="100000"/>
              </a:lnSpc>
              <a:spcBef>
                <a:spcPts val="600"/>
              </a:spcBef>
            </a:pPr>
            <a:r>
              <a:rPr lang="en-GB" sz="1200" spc="-20" noProof="0" dirty="0">
                <a:latin typeface="+mn-lt"/>
                <a:cs typeface="Segoe UI"/>
              </a:rPr>
              <a:t>This expression describes </a:t>
            </a:r>
            <a:r>
              <a:rPr lang="en-GB" sz="1200" noProof="0" dirty="0">
                <a:latin typeface="+mn-lt"/>
                <a:cs typeface="Segoe UI"/>
              </a:rPr>
              <a:t>a </a:t>
            </a:r>
            <a:r>
              <a:rPr lang="en-GB" sz="1200" spc="-20" noProof="0" dirty="0">
                <a:latin typeface="+mn-lt"/>
                <a:cs typeface="Segoe UI"/>
              </a:rPr>
              <a:t>“t” followed </a:t>
            </a:r>
            <a:r>
              <a:rPr lang="en-GB" sz="1200" spc="-10" noProof="0" dirty="0">
                <a:latin typeface="+mn-lt"/>
                <a:cs typeface="Segoe UI"/>
              </a:rPr>
              <a:t>by </a:t>
            </a:r>
            <a:r>
              <a:rPr lang="en-GB" sz="1200" spc="-260" noProof="0" dirty="0">
                <a:latin typeface="+mn-lt"/>
                <a:cs typeface="Segoe UI"/>
              </a:rPr>
              <a:t> </a:t>
            </a:r>
            <a:r>
              <a:rPr lang="en-GB" sz="1200" spc="-15" noProof="0" dirty="0">
                <a:latin typeface="+mn-lt"/>
                <a:cs typeface="Segoe UI"/>
              </a:rPr>
              <a:t>an</a:t>
            </a:r>
            <a:r>
              <a:rPr lang="en-GB" sz="1200" spc="-55" noProof="0" dirty="0">
                <a:latin typeface="+mn-lt"/>
                <a:cs typeface="Segoe UI"/>
              </a:rPr>
              <a:t> </a:t>
            </a:r>
            <a:r>
              <a:rPr lang="en-GB" sz="1200" spc="-20" noProof="0" dirty="0">
                <a:latin typeface="+mn-lt"/>
                <a:cs typeface="Segoe UI"/>
              </a:rPr>
              <a:t>“a”,</a:t>
            </a:r>
            <a:r>
              <a:rPr lang="en-GB" sz="1200" spc="-35" noProof="0" dirty="0">
                <a:latin typeface="+mn-lt"/>
                <a:cs typeface="Segoe UI"/>
              </a:rPr>
              <a:t> </a:t>
            </a:r>
            <a:r>
              <a:rPr lang="en-GB" sz="1200" spc="-20" noProof="0" dirty="0">
                <a:latin typeface="+mn-lt"/>
                <a:cs typeface="Segoe UI"/>
              </a:rPr>
              <a:t>followed</a:t>
            </a:r>
            <a:r>
              <a:rPr lang="en-GB" sz="1200" spc="-50" noProof="0" dirty="0">
                <a:latin typeface="+mn-lt"/>
                <a:cs typeface="Segoe UI"/>
              </a:rPr>
              <a:t> </a:t>
            </a:r>
            <a:r>
              <a:rPr lang="en-GB" sz="1200" spc="-10" noProof="0" dirty="0">
                <a:latin typeface="+mn-lt"/>
                <a:cs typeface="Segoe UI"/>
              </a:rPr>
              <a:t>by</a:t>
            </a:r>
            <a:r>
              <a:rPr lang="en-GB" sz="1200" spc="-40" noProof="0" dirty="0">
                <a:latin typeface="+mn-lt"/>
                <a:cs typeface="Segoe UI"/>
              </a:rPr>
              <a:t> </a:t>
            </a:r>
            <a:r>
              <a:rPr lang="en-GB" sz="1200" spc="-15" noProof="0" dirty="0">
                <a:latin typeface="+mn-lt"/>
                <a:cs typeface="Segoe UI"/>
              </a:rPr>
              <a:t>an</a:t>
            </a:r>
            <a:r>
              <a:rPr lang="en-GB" sz="1200" spc="-50" noProof="0" dirty="0">
                <a:latin typeface="+mn-lt"/>
                <a:cs typeface="Segoe UI"/>
              </a:rPr>
              <a:t> </a:t>
            </a:r>
            <a:r>
              <a:rPr lang="en-GB" sz="1200" spc="-15" noProof="0" dirty="0">
                <a:latin typeface="+mn-lt"/>
                <a:cs typeface="Segoe UI"/>
              </a:rPr>
              <a:t>“</a:t>
            </a:r>
            <a:r>
              <a:rPr lang="en-GB" sz="1200" spc="-15" noProof="0" dirty="0" err="1">
                <a:latin typeface="+mn-lt"/>
                <a:cs typeface="Segoe UI"/>
              </a:rPr>
              <a:t>i</a:t>
            </a:r>
            <a:r>
              <a:rPr lang="en-GB" sz="1200" spc="-15" noProof="0" dirty="0">
                <a:latin typeface="+mn-lt"/>
                <a:cs typeface="Segoe UI"/>
              </a:rPr>
              <a:t>”</a:t>
            </a:r>
            <a:r>
              <a:rPr lang="en-GB" sz="1200" spc="-25" noProof="0" dirty="0">
                <a:latin typeface="+mn-lt"/>
                <a:cs typeface="Segoe UI"/>
              </a:rPr>
              <a:t> </a:t>
            </a:r>
            <a:r>
              <a:rPr lang="en-GB" sz="1200" spc="-10" noProof="0" dirty="0">
                <a:latin typeface="+mn-lt"/>
                <a:cs typeface="Segoe UI"/>
              </a:rPr>
              <a:t>or</a:t>
            </a:r>
            <a:r>
              <a:rPr lang="en-GB" sz="1200" spc="-45" noProof="0" dirty="0">
                <a:latin typeface="+mn-lt"/>
                <a:cs typeface="Segoe UI"/>
              </a:rPr>
              <a:t> </a:t>
            </a:r>
            <a:r>
              <a:rPr lang="en-GB" sz="1200" spc="-20" noProof="0" dirty="0">
                <a:latin typeface="+mn-lt"/>
                <a:cs typeface="Segoe UI"/>
              </a:rPr>
              <a:t>simply</a:t>
            </a:r>
            <a:r>
              <a:rPr lang="en-GB" sz="1200" spc="-70"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20" noProof="0" dirty="0">
                <a:latin typeface="+mn-lt"/>
                <a:cs typeface="Segoe UI"/>
              </a:rPr>
              <a:t>string</a:t>
            </a:r>
            <a:r>
              <a:rPr lang="en-GB" sz="1200" spc="-50" noProof="0" dirty="0">
                <a:latin typeface="+mn-lt"/>
                <a:cs typeface="Segoe UI"/>
              </a:rPr>
              <a:t> </a:t>
            </a:r>
            <a:r>
              <a:rPr lang="en-GB" sz="1200" spc="-25" noProof="0" dirty="0">
                <a:latin typeface="+mn-lt"/>
                <a:cs typeface="Segoe UI"/>
              </a:rPr>
              <a:t>“tai”.</a:t>
            </a:r>
            <a:endParaRPr lang="en-GB" sz="1200" spc="210" noProof="0" dirty="0">
              <a:latin typeface="+mn-lt"/>
              <a:cs typeface="Segoe UI"/>
            </a:endParaRPr>
          </a:p>
          <a:p>
            <a:pPr marL="12700" marR="5080">
              <a:lnSpc>
                <a:spcPct val="100000"/>
              </a:lnSpc>
              <a:spcBef>
                <a:spcPts val="600"/>
              </a:spcBef>
            </a:pPr>
            <a:r>
              <a:rPr lang="en-GB" sz="1200" spc="-25" noProof="0" dirty="0">
                <a:latin typeface="+mn-lt"/>
                <a:cs typeface="Segoe UI"/>
              </a:rPr>
              <a:t>Notice</a:t>
            </a:r>
            <a:r>
              <a:rPr lang="en-GB" sz="1200" spc="-5" noProof="0" dirty="0">
                <a:latin typeface="+mn-lt"/>
                <a:cs typeface="Segoe UI"/>
              </a:rPr>
              <a:t> </a:t>
            </a:r>
            <a:r>
              <a:rPr lang="en-GB" sz="1200" spc="-20" noProof="0" dirty="0">
                <a:latin typeface="+mn-lt"/>
                <a:cs typeface="Segoe UI"/>
              </a:rPr>
              <a:t>that</a:t>
            </a:r>
            <a:r>
              <a:rPr lang="en-GB" sz="1200" spc="-35" noProof="0" dirty="0">
                <a:latin typeface="+mn-lt"/>
                <a:cs typeface="Segoe UI"/>
              </a:rPr>
              <a:t> </a:t>
            </a:r>
            <a:r>
              <a:rPr lang="en-GB" sz="1200" spc="-20" noProof="0" dirty="0">
                <a:latin typeface="+mn-lt"/>
                <a:cs typeface="Segoe UI"/>
              </a:rPr>
              <a:t>case</a:t>
            </a:r>
            <a:r>
              <a:rPr lang="en-GB" sz="1200" spc="-5" noProof="0" dirty="0">
                <a:latin typeface="+mn-lt"/>
                <a:cs typeface="Segoe UI"/>
              </a:rPr>
              <a:t> </a:t>
            </a:r>
            <a:r>
              <a:rPr lang="en-GB" sz="1200" spc="-15" noProof="0" dirty="0">
                <a:latin typeface="+mn-lt"/>
                <a:cs typeface="Segoe UI"/>
              </a:rPr>
              <a:t>is</a:t>
            </a:r>
            <a:r>
              <a:rPr lang="en-GB" sz="1200" spc="-55" noProof="0" dirty="0">
                <a:latin typeface="+mn-lt"/>
                <a:cs typeface="Segoe UI"/>
              </a:rPr>
              <a:t> </a:t>
            </a:r>
            <a:r>
              <a:rPr lang="en-GB" sz="1200" spc="-20" noProof="0" dirty="0">
                <a:latin typeface="+mn-lt"/>
                <a:cs typeface="Segoe UI"/>
              </a:rPr>
              <a:t>important. </a:t>
            </a:r>
            <a:r>
              <a:rPr lang="en-GB" sz="1200" spc="-15" noProof="0" dirty="0">
                <a:latin typeface="+mn-lt"/>
                <a:cs typeface="Segoe UI"/>
              </a:rPr>
              <a:t>The</a:t>
            </a:r>
            <a:r>
              <a:rPr lang="en-GB" sz="1200" spc="-30" noProof="0" dirty="0">
                <a:latin typeface="+mn-lt"/>
                <a:cs typeface="Segoe UI"/>
              </a:rPr>
              <a:t> </a:t>
            </a:r>
            <a:r>
              <a:rPr lang="en-GB" sz="1200" spc="-15" noProof="0" dirty="0">
                <a:latin typeface="+mn-lt"/>
                <a:cs typeface="Segoe UI"/>
              </a:rPr>
              <a:t>“T”</a:t>
            </a:r>
            <a:r>
              <a:rPr lang="en-GB" sz="1200" spc="-50" noProof="0" dirty="0">
                <a:latin typeface="+mn-lt"/>
                <a:cs typeface="Segoe UI"/>
              </a:rPr>
              <a:t> </a:t>
            </a:r>
            <a:r>
              <a:rPr lang="en-GB" sz="1200" spc="-15" noProof="0" dirty="0">
                <a:latin typeface="+mn-lt"/>
                <a:cs typeface="Segoe UI"/>
              </a:rPr>
              <a:t>at</a:t>
            </a:r>
            <a:r>
              <a:rPr lang="en-GB" sz="1200" spc="-35"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20" noProof="0" dirty="0">
                <a:latin typeface="+mn-lt"/>
                <a:cs typeface="Segoe UI"/>
              </a:rPr>
              <a:t>start</a:t>
            </a:r>
            <a:r>
              <a:rPr lang="en-GB" sz="1200" spc="-40" noProof="0" dirty="0">
                <a:latin typeface="+mn-lt"/>
                <a:cs typeface="Segoe UI"/>
              </a:rPr>
              <a:t> </a:t>
            </a:r>
            <a:r>
              <a:rPr lang="en-GB" sz="1200" spc="-10" noProof="0" dirty="0">
                <a:latin typeface="+mn-lt"/>
                <a:cs typeface="Segoe UI"/>
              </a:rPr>
              <a:t>of</a:t>
            </a:r>
            <a:r>
              <a:rPr lang="en-GB" sz="1200" spc="-60" noProof="0" dirty="0">
                <a:latin typeface="+mn-lt"/>
                <a:cs typeface="Segoe UI"/>
              </a:rPr>
              <a:t> </a:t>
            </a:r>
            <a:r>
              <a:rPr lang="en-GB" sz="1200" spc="-15" noProof="0" dirty="0">
                <a:latin typeface="+mn-lt"/>
                <a:cs typeface="Segoe UI"/>
              </a:rPr>
              <a:t>the </a:t>
            </a:r>
            <a:r>
              <a:rPr lang="en-GB" sz="1200" spc="-260" noProof="0" dirty="0">
                <a:latin typeface="+mn-lt"/>
                <a:cs typeface="Segoe UI"/>
              </a:rPr>
              <a:t> </a:t>
            </a:r>
            <a:r>
              <a:rPr lang="en-GB" sz="1200" spc="-20" noProof="0" dirty="0">
                <a:latin typeface="+mn-lt"/>
                <a:cs typeface="Segoe UI"/>
              </a:rPr>
              <a:t>line</a:t>
            </a:r>
            <a:r>
              <a:rPr lang="en-GB" sz="1200" spc="-85" noProof="0" dirty="0">
                <a:latin typeface="+mn-lt"/>
                <a:cs typeface="Segoe UI"/>
              </a:rPr>
              <a:t> </a:t>
            </a:r>
            <a:r>
              <a:rPr lang="en-GB" sz="1200" spc="-15" noProof="0" dirty="0">
                <a:latin typeface="+mn-lt"/>
                <a:cs typeface="Segoe UI"/>
              </a:rPr>
              <a:t>did</a:t>
            </a:r>
            <a:r>
              <a:rPr lang="en-GB" sz="1200" spc="-55" noProof="0" dirty="0">
                <a:latin typeface="+mn-lt"/>
                <a:cs typeface="Segoe UI"/>
              </a:rPr>
              <a:t> </a:t>
            </a:r>
            <a:r>
              <a:rPr lang="en-GB" sz="1200" spc="-10" noProof="0" dirty="0">
                <a:latin typeface="+mn-lt"/>
                <a:cs typeface="Segoe UI"/>
              </a:rPr>
              <a:t>not</a:t>
            </a:r>
            <a:r>
              <a:rPr lang="en-GB" sz="1200" spc="-65" noProof="0" dirty="0">
                <a:latin typeface="+mn-lt"/>
                <a:cs typeface="Segoe UI"/>
              </a:rPr>
              <a:t> </a:t>
            </a:r>
            <a:r>
              <a:rPr lang="en-GB" sz="1200" spc="-25" noProof="0" dirty="0">
                <a:latin typeface="+mn-lt"/>
                <a:cs typeface="Segoe UI"/>
              </a:rPr>
              <a:t>match</a:t>
            </a:r>
            <a:r>
              <a:rPr lang="en-GB" sz="1200" spc="-5" noProof="0" dirty="0">
                <a:latin typeface="+mn-lt"/>
                <a:cs typeface="Segoe UI"/>
              </a:rPr>
              <a:t> </a:t>
            </a:r>
            <a:r>
              <a:rPr lang="en-GB" sz="1200" spc="-15" noProof="0" dirty="0">
                <a:latin typeface="+mn-lt"/>
                <a:cs typeface="Segoe UI"/>
              </a:rPr>
              <a:t>the</a:t>
            </a:r>
            <a:r>
              <a:rPr lang="en-GB" sz="1200" spc="-35" noProof="0" dirty="0">
                <a:latin typeface="+mn-lt"/>
                <a:cs typeface="Segoe UI"/>
              </a:rPr>
              <a:t> </a:t>
            </a:r>
            <a:r>
              <a:rPr lang="en-GB" sz="1200" spc="-20" noProof="0" dirty="0">
                <a:latin typeface="+mn-lt"/>
                <a:cs typeface="Segoe UI"/>
              </a:rPr>
              <a:t>“t”</a:t>
            </a:r>
            <a:r>
              <a:rPr lang="en-GB" sz="1200" spc="-55" noProof="0" dirty="0">
                <a:latin typeface="+mn-lt"/>
                <a:cs typeface="Segoe UI"/>
              </a:rPr>
              <a:t> </a:t>
            </a:r>
            <a:r>
              <a:rPr lang="en-GB" sz="1200" spc="-10" noProof="0" dirty="0">
                <a:latin typeface="+mn-lt"/>
                <a:cs typeface="Segoe UI"/>
              </a:rPr>
              <a:t>of</a:t>
            </a:r>
            <a:r>
              <a:rPr lang="en-GB" sz="1200" spc="-65" noProof="0" dirty="0">
                <a:latin typeface="+mn-lt"/>
                <a:cs typeface="Segoe UI"/>
              </a:rPr>
              <a:t> </a:t>
            </a:r>
            <a:r>
              <a:rPr lang="en-GB" sz="1200" spc="-15" noProof="0" dirty="0">
                <a:latin typeface="+mn-lt"/>
                <a:cs typeface="Segoe UI"/>
              </a:rPr>
              <a:t>the</a:t>
            </a:r>
            <a:r>
              <a:rPr lang="en-GB" sz="1200" spc="-35" noProof="0" dirty="0">
                <a:latin typeface="+mn-lt"/>
                <a:cs typeface="Segoe UI"/>
              </a:rPr>
              <a:t> </a:t>
            </a:r>
            <a:r>
              <a:rPr lang="en-GB" sz="1200" spc="-20" noProof="0" dirty="0">
                <a:latin typeface="+mn-lt"/>
                <a:cs typeface="Segoe UI"/>
              </a:rPr>
              <a:t>regular</a:t>
            </a:r>
            <a:r>
              <a:rPr lang="en-GB" sz="1200" spc="-50" noProof="0" dirty="0">
                <a:latin typeface="+mn-lt"/>
                <a:cs typeface="Segoe UI"/>
              </a:rPr>
              <a:t> </a:t>
            </a:r>
            <a:r>
              <a:rPr lang="en-GB" sz="1200" spc="-20" noProof="0" dirty="0">
                <a:latin typeface="+mn-lt"/>
                <a:cs typeface="Segoe UI"/>
              </a:rPr>
              <a:t>expression.</a:t>
            </a:r>
            <a:endParaRPr lang="en-GB" sz="1200" noProof="0" dirty="0">
              <a:latin typeface="+mn-lt"/>
              <a:cs typeface="Segoe UI"/>
            </a:endParaRPr>
          </a:p>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5</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40303391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48901C6-1DA1-FB44-ABEE-06A0FEB7738E}" type="slidenum">
              <a:rPr lang="en-GB" smtClean="0"/>
              <a:pPr/>
              <a:t>6</a:t>
            </a:fld>
            <a:endParaRPr lang="en-GB"/>
          </a:p>
        </p:txBody>
      </p:sp>
    </p:spTree>
    <p:extLst>
      <p:ext uri="{BB962C8B-B14F-4D97-AF65-F5344CB8AC3E}">
        <p14:creationId xmlns:p14="http://schemas.microsoft.com/office/powerpoint/2010/main" val="9582541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107314">
              <a:lnSpc>
                <a:spcPct val="100000"/>
              </a:lnSpc>
              <a:spcBef>
                <a:spcPts val="105"/>
              </a:spcBef>
            </a:pPr>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7</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34445171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107314">
              <a:lnSpc>
                <a:spcPct val="100000"/>
              </a:lnSpc>
              <a:spcBef>
                <a:spcPts val="105"/>
              </a:spcBef>
            </a:pPr>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8</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789988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107314">
              <a:lnSpc>
                <a:spcPct val="100000"/>
              </a:lnSpc>
              <a:spcBef>
                <a:spcPts val="105"/>
              </a:spcBef>
            </a:pPr>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9</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9759288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48901C6-1DA1-FB44-ABEE-06A0FEB7738E}" type="slidenum">
              <a:rPr lang="en-GB" smtClean="0"/>
              <a:pPr/>
              <a:t>10</a:t>
            </a:fld>
            <a:endParaRPr lang="en-GB"/>
          </a:p>
        </p:txBody>
      </p:sp>
    </p:spTree>
    <p:extLst>
      <p:ext uri="{BB962C8B-B14F-4D97-AF65-F5344CB8AC3E}">
        <p14:creationId xmlns:p14="http://schemas.microsoft.com/office/powerpoint/2010/main" val="22901576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107314">
              <a:lnSpc>
                <a:spcPct val="100000"/>
              </a:lnSpc>
              <a:spcBef>
                <a:spcPts val="105"/>
              </a:spcBef>
            </a:pPr>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11</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9232862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107314">
              <a:lnSpc>
                <a:spcPct val="100000"/>
              </a:lnSpc>
              <a:spcBef>
                <a:spcPts val="105"/>
              </a:spcBef>
            </a:pPr>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12</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0677198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48901C6-1DA1-FB44-ABEE-06A0FEB7738E}" type="slidenum">
              <a:rPr lang="en-GB" smtClean="0"/>
              <a:pPr/>
              <a:t>13</a:t>
            </a:fld>
            <a:endParaRPr lang="en-GB"/>
          </a:p>
        </p:txBody>
      </p:sp>
    </p:spTree>
    <p:extLst>
      <p:ext uri="{BB962C8B-B14F-4D97-AF65-F5344CB8AC3E}">
        <p14:creationId xmlns:p14="http://schemas.microsoft.com/office/powerpoint/2010/main" val="31053477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107314">
              <a:lnSpc>
                <a:spcPct val="100000"/>
              </a:lnSpc>
              <a:spcBef>
                <a:spcPts val="105"/>
              </a:spcBef>
            </a:pPr>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14</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3114865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GB" sz="1200" spc="-25" noProof="0" dirty="0">
                <a:latin typeface="+mn-lt"/>
                <a:cs typeface="Segoe UI"/>
              </a:rPr>
              <a:t>T</a:t>
            </a:r>
            <a:r>
              <a:rPr lang="en-GB" sz="1200" spc="-20" noProof="0" dirty="0">
                <a:latin typeface="+mn-lt"/>
                <a:cs typeface="Segoe UI"/>
              </a:rPr>
              <a:t>h</a:t>
            </a:r>
            <a:r>
              <a:rPr lang="en-GB" sz="1200" noProof="0" dirty="0">
                <a:latin typeface="+mn-lt"/>
                <a:cs typeface="Segoe UI"/>
              </a:rPr>
              <a:t>e</a:t>
            </a:r>
            <a:r>
              <a:rPr lang="en-GB" sz="1200" spc="-85" noProof="0" dirty="0">
                <a:latin typeface="+mn-lt"/>
                <a:cs typeface="Segoe UI"/>
              </a:rPr>
              <a:t> </a:t>
            </a:r>
            <a:r>
              <a:rPr lang="en-GB" sz="1200" spc="-25" noProof="0" dirty="0">
                <a:latin typeface="+mn-lt"/>
                <a:cs typeface="Segoe UI"/>
              </a:rPr>
              <a:t>e</a:t>
            </a:r>
            <a:r>
              <a:rPr lang="en-GB" sz="1200" spc="-35" noProof="0" dirty="0">
                <a:latin typeface="+mn-lt"/>
                <a:cs typeface="Segoe UI"/>
              </a:rPr>
              <a:t>xa</a:t>
            </a:r>
            <a:r>
              <a:rPr lang="en-GB" sz="1200" spc="-25" noProof="0" dirty="0">
                <a:latin typeface="+mn-lt"/>
                <a:cs typeface="Segoe UI"/>
              </a:rPr>
              <a:t>m</a:t>
            </a:r>
            <a:r>
              <a:rPr lang="en-GB" sz="1200" spc="-20" noProof="0" dirty="0">
                <a:latin typeface="+mn-lt"/>
                <a:cs typeface="Segoe UI"/>
              </a:rPr>
              <a:t>p</a:t>
            </a:r>
            <a:r>
              <a:rPr lang="en-GB" sz="1200" spc="-30" noProof="0" dirty="0">
                <a:latin typeface="+mn-lt"/>
                <a:cs typeface="Segoe UI"/>
              </a:rPr>
              <a:t>l</a:t>
            </a:r>
            <a:r>
              <a:rPr lang="en-GB" sz="1200" spc="-25" noProof="0" dirty="0">
                <a:latin typeface="+mn-lt"/>
                <a:cs typeface="Segoe UI"/>
              </a:rPr>
              <a:t>e</a:t>
            </a:r>
            <a:r>
              <a:rPr lang="en-GB" sz="1200" noProof="0" dirty="0">
                <a:latin typeface="+mn-lt"/>
                <a:cs typeface="Segoe UI"/>
              </a:rPr>
              <a:t>s</a:t>
            </a:r>
            <a:r>
              <a:rPr lang="en-GB" sz="1200" spc="-10" noProof="0" dirty="0">
                <a:latin typeface="+mn-lt"/>
                <a:cs typeface="Segoe UI"/>
              </a:rPr>
              <a:t> </a:t>
            </a:r>
            <a:r>
              <a:rPr lang="en-GB" sz="1200" spc="-35" noProof="0" dirty="0">
                <a:latin typeface="+mn-lt"/>
                <a:cs typeface="Segoe UI"/>
              </a:rPr>
              <a:t>a</a:t>
            </a:r>
            <a:r>
              <a:rPr lang="en-GB" sz="1200" spc="-20" noProof="0" dirty="0">
                <a:latin typeface="+mn-lt"/>
                <a:cs typeface="Segoe UI"/>
              </a:rPr>
              <a:t>bo</a:t>
            </a:r>
            <a:r>
              <a:rPr lang="en-GB" sz="1200" spc="-30" noProof="0" dirty="0">
                <a:latin typeface="+mn-lt"/>
                <a:cs typeface="Segoe UI"/>
              </a:rPr>
              <a:t>v</a:t>
            </a:r>
            <a:r>
              <a:rPr lang="en-GB" sz="1200" noProof="0" dirty="0">
                <a:latin typeface="+mn-lt"/>
                <a:cs typeface="Segoe UI"/>
              </a:rPr>
              <a:t>e</a:t>
            </a:r>
            <a:r>
              <a:rPr lang="en-GB" sz="1200" spc="-60" noProof="0" dirty="0">
                <a:latin typeface="+mn-lt"/>
                <a:cs typeface="Segoe UI"/>
              </a:rPr>
              <a:t> </a:t>
            </a:r>
            <a:r>
              <a:rPr lang="en-GB" sz="1200" spc="-25" noProof="0" dirty="0">
                <a:latin typeface="+mn-lt"/>
                <a:cs typeface="Segoe UI"/>
              </a:rPr>
              <a:t>me</a:t>
            </a:r>
            <a:r>
              <a:rPr lang="en-GB" sz="1200" spc="-35" noProof="0" dirty="0">
                <a:latin typeface="+mn-lt"/>
                <a:cs typeface="Segoe UI"/>
              </a:rPr>
              <a:t>a</a:t>
            </a:r>
            <a:r>
              <a:rPr lang="en-GB" sz="1200" spc="-20" noProof="0" dirty="0">
                <a:latin typeface="+mn-lt"/>
                <a:cs typeface="Segoe UI"/>
              </a:rPr>
              <a:t>n</a:t>
            </a:r>
            <a:r>
              <a:rPr lang="en-GB" sz="1200" noProof="0" dirty="0">
                <a:latin typeface="+mn-lt"/>
                <a:cs typeface="Segoe UI"/>
              </a:rPr>
              <a:t>:</a:t>
            </a:r>
          </a:p>
          <a:p>
            <a:endParaRPr lang="en-GB" noProof="0" dirty="0">
              <a:latin typeface="+mn-lt"/>
            </a:endParaRPr>
          </a:p>
          <a:p>
            <a:pPr marL="241300" indent="-228600">
              <a:lnSpc>
                <a:spcPct val="100000"/>
              </a:lnSpc>
              <a:spcBef>
                <a:spcPts val="385"/>
              </a:spcBef>
              <a:buFont typeface="+mj-lt"/>
              <a:buAutoNum type="arabicPeriod"/>
            </a:pPr>
            <a:r>
              <a:rPr lang="en-GB" sz="1200" spc="-20" noProof="0" dirty="0">
                <a:latin typeface="+mn-lt"/>
                <a:cs typeface="Segoe UI"/>
              </a:rPr>
              <a:t>“Chapter” or “chapter” followed by a digit  (but not zero)</a:t>
            </a:r>
            <a:endParaRPr lang="en-GB" sz="1200" noProof="0" dirty="0">
              <a:latin typeface="+mn-lt"/>
              <a:cs typeface="Segoe UI"/>
            </a:endParaRPr>
          </a:p>
          <a:p>
            <a:pPr marL="241300" indent="-228600">
              <a:lnSpc>
                <a:spcPct val="100000"/>
              </a:lnSpc>
              <a:spcBef>
                <a:spcPts val="290"/>
              </a:spcBef>
              <a:buFont typeface="+mj-lt"/>
              <a:buAutoNum type="arabicPeriod"/>
            </a:pPr>
            <a:r>
              <a:rPr lang="en-GB" spc="-15" dirty="0">
                <a:latin typeface="+mn-lt"/>
                <a:cs typeface="Segoe UI"/>
              </a:rPr>
              <a:t>“</a:t>
            </a:r>
            <a:r>
              <a:rPr lang="en-GB" sz="1200" noProof="0" dirty="0">
                <a:latin typeface="+mn-lt"/>
                <a:cs typeface="Segoe UI"/>
              </a:rPr>
              <a:t>Chap” or “chap” followed by 1, 2 or 3 digits</a:t>
            </a:r>
          </a:p>
          <a:p>
            <a:pPr marL="241300" indent="-228600">
              <a:lnSpc>
                <a:spcPct val="100000"/>
              </a:lnSpc>
              <a:spcBef>
                <a:spcPts val="310"/>
              </a:spcBef>
              <a:buFont typeface="+mj-lt"/>
              <a:buAutoNum type="arabicPeriod"/>
            </a:pPr>
            <a:r>
              <a:rPr lang="en-GB" sz="1200" noProof="0" dirty="0">
                <a:latin typeface="+mn-lt"/>
                <a:cs typeface="Segoe UI"/>
              </a:rPr>
              <a:t>Blank lines</a:t>
            </a:r>
          </a:p>
          <a:p>
            <a:pPr marL="240665" indent="-228600">
              <a:lnSpc>
                <a:spcPct val="100000"/>
              </a:lnSpc>
              <a:spcBef>
                <a:spcPts val="290"/>
              </a:spcBef>
              <a:buFont typeface="+mj-lt"/>
              <a:buAutoNum type="arabicPeriod"/>
              <a:tabLst>
                <a:tab pos="180975" algn="l"/>
              </a:tabLst>
            </a:pPr>
            <a:r>
              <a:rPr lang="en-GB" sz="1200" spc="-25" noProof="0" dirty="0">
                <a:latin typeface="+mn-lt"/>
                <a:cs typeface="Segoe UI"/>
              </a:rPr>
              <a:t>“Statement” followed by a dot</a:t>
            </a:r>
            <a:endParaRPr lang="en-GB" sz="1200" noProof="0" dirty="0">
              <a:latin typeface="+mn-lt"/>
              <a:cs typeface="Segoe UI"/>
            </a:endParaRPr>
          </a:p>
          <a:p>
            <a:pPr marL="240665" indent="-228600">
              <a:lnSpc>
                <a:spcPct val="100000"/>
              </a:lnSpc>
              <a:spcBef>
                <a:spcPts val="310"/>
              </a:spcBef>
              <a:buFont typeface="+mj-lt"/>
              <a:buAutoNum type="arabicPeriod"/>
              <a:tabLst>
                <a:tab pos="180975" algn="l"/>
              </a:tabLst>
            </a:pPr>
            <a:r>
              <a:rPr lang="en-GB" sz="1200" spc="-20" noProof="0" dirty="0">
                <a:latin typeface="+mn-lt"/>
                <a:cs typeface="Segoe UI"/>
              </a:rPr>
              <a:t>“Echo” followed (somewhere later) by “\f”</a:t>
            </a:r>
            <a:endParaRPr lang="en-GB" sz="1200" noProof="0" dirty="0">
              <a:latin typeface="+mn-lt"/>
              <a:cs typeface="Segoe UI"/>
            </a:endParaRPr>
          </a:p>
          <a:p>
            <a:pPr marL="241300" indent="-228600">
              <a:lnSpc>
                <a:spcPct val="100000"/>
              </a:lnSpc>
              <a:spcBef>
                <a:spcPts val="290"/>
              </a:spcBef>
              <a:buFont typeface="+mj-lt"/>
              <a:buAutoNum type="arabicPeriod"/>
            </a:pPr>
            <a:r>
              <a:rPr lang="en-GB" sz="1200" noProof="0" dirty="0">
                <a:latin typeface="+mn-lt"/>
                <a:cs typeface="Segoe UI"/>
              </a:rPr>
              <a:t>Matches any line of exactly 3 characters</a:t>
            </a:r>
          </a:p>
          <a:p>
            <a:pPr marL="241300" indent="-228600">
              <a:lnSpc>
                <a:spcPct val="100000"/>
              </a:lnSpc>
              <a:spcBef>
                <a:spcPts val="315"/>
              </a:spcBef>
              <a:buFont typeface="+mj-lt"/>
              <a:buAutoNum type="arabicPeriod"/>
            </a:pPr>
            <a:r>
              <a:rPr lang="en-GB" sz="1200" spc="-20" noProof="0" dirty="0">
                <a:latin typeface="+mn-lt"/>
                <a:cs typeface="Segoe UI"/>
              </a:rPr>
              <a:t>“Afford” or “affordable” (or “</a:t>
            </a:r>
            <a:r>
              <a:rPr lang="en-GB" sz="1200" spc="-20" noProof="0" dirty="0" err="1">
                <a:latin typeface="+mn-lt"/>
                <a:cs typeface="Segoe UI"/>
              </a:rPr>
              <a:t>affordableable</a:t>
            </a:r>
            <a:r>
              <a:rPr lang="en-GB" sz="1200" spc="-20" noProof="0" dirty="0">
                <a:latin typeface="+mn-lt"/>
                <a:cs typeface="Segoe UI"/>
              </a:rPr>
              <a:t>”)</a:t>
            </a:r>
          </a:p>
          <a:p>
            <a:pPr marL="12700" marR="107314">
              <a:lnSpc>
                <a:spcPct val="100000"/>
              </a:lnSpc>
              <a:spcBef>
                <a:spcPts val="105"/>
              </a:spcBef>
            </a:pPr>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15</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42435125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48901C6-1DA1-FB44-ABEE-06A0FEB7738E}" type="slidenum">
              <a:rPr lang="en-GB" smtClean="0"/>
              <a:pPr/>
              <a:t>16</a:t>
            </a:fld>
            <a:endParaRPr lang="en-GB"/>
          </a:p>
        </p:txBody>
      </p:sp>
    </p:spTree>
    <p:extLst>
      <p:ext uri="{BB962C8B-B14F-4D97-AF65-F5344CB8AC3E}">
        <p14:creationId xmlns:p14="http://schemas.microsoft.com/office/powerpoint/2010/main" val="314095844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107314">
              <a:lnSpc>
                <a:spcPct val="100000"/>
              </a:lnSpc>
              <a:spcBef>
                <a:spcPts val="105"/>
              </a:spcBef>
            </a:pPr>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17</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9946191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105"/>
              </a:spcBef>
            </a:pPr>
            <a:r>
              <a:rPr lang="en-GB" sz="1200" spc="-15" noProof="0" dirty="0">
                <a:latin typeface="+mn-lt"/>
                <a:cs typeface="Segoe UI"/>
              </a:rPr>
              <a:t>grep</a:t>
            </a:r>
            <a:r>
              <a:rPr lang="en-GB" sz="1200" spc="-70" noProof="0" dirty="0">
                <a:latin typeface="+mn-lt"/>
                <a:cs typeface="Segoe UI"/>
              </a:rPr>
              <a:t> </a:t>
            </a:r>
            <a:r>
              <a:rPr lang="en-GB" sz="1200" spc="-15" noProof="0" dirty="0">
                <a:latin typeface="+mn-lt"/>
                <a:cs typeface="Segoe UI"/>
              </a:rPr>
              <a:t>is</a:t>
            </a:r>
            <a:r>
              <a:rPr lang="en-GB" sz="1200" spc="-50" noProof="0" dirty="0">
                <a:latin typeface="+mn-lt"/>
                <a:cs typeface="Segoe UI"/>
              </a:rPr>
              <a:t> </a:t>
            </a:r>
            <a:r>
              <a:rPr lang="en-GB" sz="1200" spc="-15" noProof="0" dirty="0">
                <a:latin typeface="+mn-lt"/>
                <a:cs typeface="Segoe UI"/>
              </a:rPr>
              <a:t>an</a:t>
            </a:r>
            <a:r>
              <a:rPr lang="en-GB" sz="1200" spc="-25" noProof="0" dirty="0">
                <a:latin typeface="+mn-lt"/>
                <a:cs typeface="Segoe UI"/>
              </a:rPr>
              <a:t> </a:t>
            </a:r>
            <a:r>
              <a:rPr lang="en-GB" sz="1200" spc="-20" noProof="0" dirty="0">
                <a:latin typeface="+mn-lt"/>
                <a:cs typeface="Segoe UI"/>
              </a:rPr>
              <a:t>acronym</a:t>
            </a:r>
            <a:r>
              <a:rPr lang="en-GB" sz="1200" spc="-35" noProof="0" dirty="0">
                <a:latin typeface="+mn-lt"/>
                <a:cs typeface="Segoe UI"/>
              </a:rPr>
              <a:t> </a:t>
            </a:r>
            <a:r>
              <a:rPr lang="en-GB" sz="1200" spc="-15" noProof="0" dirty="0">
                <a:latin typeface="+mn-lt"/>
                <a:cs typeface="Segoe UI"/>
              </a:rPr>
              <a:t>for</a:t>
            </a:r>
            <a:r>
              <a:rPr lang="en-GB" sz="1200" spc="-45" noProof="0" dirty="0">
                <a:latin typeface="+mn-lt"/>
                <a:cs typeface="Segoe UI"/>
              </a:rPr>
              <a:t> </a:t>
            </a:r>
            <a:r>
              <a:rPr lang="en-GB" sz="1200" spc="-15" noProof="0" dirty="0">
                <a:latin typeface="+mn-lt"/>
                <a:cs typeface="Segoe UI"/>
              </a:rPr>
              <a:t>“Get</a:t>
            </a:r>
            <a:r>
              <a:rPr lang="en-GB" sz="1200" spc="-35" noProof="0" dirty="0">
                <a:latin typeface="+mn-lt"/>
                <a:cs typeface="Segoe UI"/>
              </a:rPr>
              <a:t> </a:t>
            </a:r>
            <a:r>
              <a:rPr lang="en-GB" sz="1200" spc="-20" noProof="0" dirty="0">
                <a:latin typeface="+mn-lt"/>
                <a:cs typeface="Segoe UI"/>
              </a:rPr>
              <a:t>Regular</a:t>
            </a:r>
            <a:r>
              <a:rPr lang="en-GB" sz="1200" spc="-45" noProof="0" dirty="0">
                <a:latin typeface="+mn-lt"/>
                <a:cs typeface="Segoe UI"/>
              </a:rPr>
              <a:t> </a:t>
            </a:r>
            <a:r>
              <a:rPr lang="en-GB" sz="1200" spc="-20" noProof="0" dirty="0">
                <a:latin typeface="+mn-lt"/>
                <a:cs typeface="Segoe UI"/>
              </a:rPr>
              <a:t>Expression</a:t>
            </a:r>
            <a:r>
              <a:rPr lang="en-GB" sz="1200" spc="-45" noProof="0" dirty="0">
                <a:latin typeface="+mn-lt"/>
                <a:cs typeface="Segoe UI"/>
              </a:rPr>
              <a:t> </a:t>
            </a:r>
            <a:r>
              <a:rPr lang="en-GB" sz="1200" spc="-15" noProof="0" dirty="0">
                <a:latin typeface="+mn-lt"/>
                <a:cs typeface="Segoe UI"/>
              </a:rPr>
              <a:t>and</a:t>
            </a:r>
            <a:r>
              <a:rPr lang="en-GB" sz="1200" spc="-50" noProof="0" dirty="0">
                <a:latin typeface="+mn-lt"/>
                <a:cs typeface="Segoe UI"/>
              </a:rPr>
              <a:t> </a:t>
            </a:r>
            <a:r>
              <a:rPr lang="en-GB" sz="1200" spc="-20" noProof="0" dirty="0">
                <a:latin typeface="+mn-lt"/>
                <a:cs typeface="Segoe UI"/>
              </a:rPr>
              <a:t>Print”</a:t>
            </a:r>
            <a:r>
              <a:rPr lang="en-GB" sz="1200" spc="-50" noProof="0" dirty="0">
                <a:latin typeface="+mn-lt"/>
                <a:cs typeface="Segoe UI"/>
              </a:rPr>
              <a:t>.</a:t>
            </a:r>
            <a:endParaRPr lang="en-GB" sz="1200" noProof="0" dirty="0">
              <a:latin typeface="+mn-lt"/>
              <a:cs typeface="Segoe UI"/>
            </a:endParaRPr>
          </a:p>
          <a:p>
            <a:pPr marL="12700" marR="66675" algn="just">
              <a:lnSpc>
                <a:spcPct val="100000"/>
              </a:lnSpc>
              <a:spcBef>
                <a:spcPts val="600"/>
              </a:spcBef>
            </a:pPr>
            <a:r>
              <a:rPr lang="en-GB" sz="1200" spc="-15" noProof="0" dirty="0">
                <a:latin typeface="+mn-lt"/>
                <a:cs typeface="Segoe UI"/>
              </a:rPr>
              <a:t>The</a:t>
            </a:r>
            <a:r>
              <a:rPr lang="en-GB" sz="1200" spc="-80" noProof="0" dirty="0">
                <a:latin typeface="+mn-lt"/>
                <a:cs typeface="Segoe UI"/>
              </a:rPr>
              <a:t> </a:t>
            </a:r>
            <a:r>
              <a:rPr lang="en-GB" sz="1200" spc="-20" noProof="0" dirty="0">
                <a:latin typeface="+mn-lt"/>
                <a:cs typeface="Segoe UI"/>
              </a:rPr>
              <a:t>pattern</a:t>
            </a:r>
            <a:r>
              <a:rPr lang="en-GB" sz="1200" spc="-25" noProof="0" dirty="0">
                <a:latin typeface="+mn-lt"/>
                <a:cs typeface="Segoe UI"/>
              </a:rPr>
              <a:t> specified </a:t>
            </a:r>
            <a:r>
              <a:rPr lang="en-GB" sz="1200" spc="-15" noProof="0" dirty="0">
                <a:latin typeface="+mn-lt"/>
                <a:cs typeface="Segoe UI"/>
              </a:rPr>
              <a:t>to</a:t>
            </a:r>
            <a:r>
              <a:rPr lang="en-GB" sz="1200" spc="-35" noProof="0" dirty="0">
                <a:latin typeface="+mn-lt"/>
                <a:cs typeface="Segoe UI"/>
              </a:rPr>
              <a:t> </a:t>
            </a:r>
            <a:r>
              <a:rPr lang="en-GB" sz="1200" spc="-15" noProof="0" dirty="0">
                <a:latin typeface="+mn-lt"/>
                <a:cs typeface="Segoe UI"/>
              </a:rPr>
              <a:t>grep</a:t>
            </a:r>
            <a:r>
              <a:rPr lang="en-GB" sz="1200" spc="-45" noProof="0" dirty="0">
                <a:latin typeface="+mn-lt"/>
                <a:cs typeface="Segoe UI"/>
              </a:rPr>
              <a:t> </a:t>
            </a:r>
            <a:r>
              <a:rPr lang="en-GB" sz="1200" spc="-15" noProof="0" dirty="0">
                <a:latin typeface="+mn-lt"/>
                <a:cs typeface="Segoe UI"/>
              </a:rPr>
              <a:t>is</a:t>
            </a:r>
            <a:r>
              <a:rPr lang="en-GB" sz="1200" spc="-50" noProof="0" dirty="0">
                <a:latin typeface="+mn-lt"/>
                <a:cs typeface="Segoe UI"/>
              </a:rPr>
              <a:t> </a:t>
            </a:r>
            <a:r>
              <a:rPr lang="en-GB" sz="1200" spc="-20" noProof="0" dirty="0">
                <a:latin typeface="+mn-lt"/>
                <a:cs typeface="Segoe UI"/>
              </a:rPr>
              <a:t>known</a:t>
            </a:r>
            <a:r>
              <a:rPr lang="en-GB" sz="1200" spc="-50" noProof="0" dirty="0">
                <a:latin typeface="+mn-lt"/>
                <a:cs typeface="Segoe UI"/>
              </a:rPr>
              <a:t> </a:t>
            </a:r>
            <a:r>
              <a:rPr lang="en-GB" sz="1200" spc="-15" noProof="0" dirty="0">
                <a:latin typeface="+mn-lt"/>
                <a:cs typeface="Segoe UI"/>
              </a:rPr>
              <a:t>as</a:t>
            </a:r>
            <a:r>
              <a:rPr lang="en-GB" sz="1200" spc="-20" noProof="0" dirty="0">
                <a:latin typeface="+mn-lt"/>
                <a:cs typeface="Segoe UI"/>
              </a:rPr>
              <a:t> </a:t>
            </a:r>
            <a:r>
              <a:rPr lang="en-GB" sz="1200" noProof="0" dirty="0">
                <a:latin typeface="+mn-lt"/>
                <a:cs typeface="Segoe UI"/>
              </a:rPr>
              <a:t>a</a:t>
            </a:r>
            <a:r>
              <a:rPr lang="en-GB" sz="1200" spc="-40" noProof="0" dirty="0">
                <a:latin typeface="+mn-lt"/>
                <a:cs typeface="Segoe UI"/>
              </a:rPr>
              <a:t> </a:t>
            </a:r>
            <a:r>
              <a:rPr lang="en-GB" sz="1200" spc="-20" noProof="0" dirty="0">
                <a:latin typeface="+mn-lt"/>
                <a:cs typeface="Segoe UI"/>
              </a:rPr>
              <a:t>regular</a:t>
            </a:r>
            <a:r>
              <a:rPr lang="en-GB" sz="1200" spc="-45" noProof="0" dirty="0">
                <a:latin typeface="+mn-lt"/>
                <a:cs typeface="Segoe UI"/>
              </a:rPr>
              <a:t> </a:t>
            </a:r>
            <a:r>
              <a:rPr lang="en-GB" sz="1200" spc="-20" noProof="0" dirty="0">
                <a:latin typeface="+mn-lt"/>
                <a:cs typeface="Segoe UI"/>
              </a:rPr>
              <a:t>expression.</a:t>
            </a:r>
          </a:p>
          <a:p>
            <a:pPr marL="12700">
              <a:lnSpc>
                <a:spcPct val="100000"/>
              </a:lnSpc>
              <a:spcBef>
                <a:spcPts val="600"/>
              </a:spcBef>
            </a:pPr>
            <a:endParaRPr lang="en-GB" sz="1200" spc="-30" noProof="0" dirty="0">
              <a:latin typeface="+mn-lt"/>
              <a:cs typeface="Segoe UI"/>
            </a:endParaRPr>
          </a:p>
          <a:p>
            <a:pPr marL="12700" marR="348615">
              <a:lnSpc>
                <a:spcPct val="100000"/>
              </a:lnSpc>
              <a:spcBef>
                <a:spcPts val="310"/>
              </a:spcBef>
            </a:pPr>
            <a:r>
              <a:rPr lang="en-GB" sz="1200" spc="-15" noProof="0" dirty="0">
                <a:latin typeface="+mn-lt"/>
                <a:cs typeface="Segoe UI"/>
              </a:rPr>
              <a:t>The</a:t>
            </a:r>
            <a:r>
              <a:rPr lang="en-GB" sz="1200" spc="-75" noProof="0" dirty="0">
                <a:latin typeface="+mn-lt"/>
                <a:cs typeface="Segoe UI"/>
              </a:rPr>
              <a:t> </a:t>
            </a:r>
            <a:r>
              <a:rPr lang="en-GB" sz="1200" spc="-15" noProof="0" dirty="0">
                <a:latin typeface="+mn-lt"/>
                <a:cs typeface="Segoe UI"/>
              </a:rPr>
              <a:t>grep</a:t>
            </a:r>
            <a:r>
              <a:rPr lang="en-GB" sz="1200" spc="-45" noProof="0" dirty="0">
                <a:latin typeface="+mn-lt"/>
                <a:cs typeface="Segoe UI"/>
              </a:rPr>
              <a:t> </a:t>
            </a:r>
            <a:r>
              <a:rPr lang="en-GB" sz="1200" spc="-10" noProof="0" dirty="0">
                <a:latin typeface="+mn-lt"/>
                <a:cs typeface="Segoe UI"/>
              </a:rPr>
              <a:t>-F</a:t>
            </a:r>
            <a:r>
              <a:rPr lang="en-GB" sz="1200" spc="-45" noProof="0" dirty="0">
                <a:latin typeface="+mn-lt"/>
                <a:cs typeface="Segoe UI"/>
              </a:rPr>
              <a:t> </a:t>
            </a:r>
            <a:r>
              <a:rPr lang="en-GB" sz="1200" spc="-20" noProof="0" dirty="0">
                <a:latin typeface="+mn-lt"/>
                <a:cs typeface="Segoe UI"/>
              </a:rPr>
              <a:t>command</a:t>
            </a:r>
            <a:r>
              <a:rPr lang="en-GB" sz="1200" spc="-25" noProof="0" dirty="0">
                <a:latin typeface="+mn-lt"/>
                <a:cs typeface="Segoe UI"/>
              </a:rPr>
              <a:t> </a:t>
            </a:r>
            <a:r>
              <a:rPr lang="en-GB" sz="1200" spc="-15" noProof="0" dirty="0">
                <a:latin typeface="+mn-lt"/>
                <a:cs typeface="Segoe UI"/>
              </a:rPr>
              <a:t>is</a:t>
            </a:r>
            <a:r>
              <a:rPr lang="en-GB" sz="1200" spc="-50" noProof="0" dirty="0">
                <a:latin typeface="+mn-lt"/>
                <a:cs typeface="Segoe UI"/>
              </a:rPr>
              <a:t> </a:t>
            </a:r>
            <a:r>
              <a:rPr lang="en-GB" sz="1200" noProof="0" dirty="0">
                <a:latin typeface="+mn-lt"/>
                <a:cs typeface="Segoe UI"/>
              </a:rPr>
              <a:t>a</a:t>
            </a:r>
            <a:r>
              <a:rPr lang="en-GB" sz="1200" spc="-35" noProof="0" dirty="0">
                <a:latin typeface="+mn-lt"/>
                <a:cs typeface="Segoe UI"/>
              </a:rPr>
              <a:t> </a:t>
            </a:r>
            <a:r>
              <a:rPr lang="en-GB" sz="1200" spc="-25" noProof="0" dirty="0">
                <a:latin typeface="+mn-lt"/>
                <a:cs typeface="Segoe UI"/>
              </a:rPr>
              <a:t>faster</a:t>
            </a:r>
            <a:r>
              <a:rPr lang="en-GB" sz="1200" noProof="0" dirty="0">
                <a:latin typeface="+mn-lt"/>
                <a:cs typeface="Segoe UI"/>
              </a:rPr>
              <a:t> </a:t>
            </a:r>
            <a:r>
              <a:rPr lang="en-GB" sz="1200" spc="-20" noProof="0" dirty="0">
                <a:latin typeface="+mn-lt"/>
                <a:cs typeface="Segoe UI"/>
              </a:rPr>
              <a:t>version,</a:t>
            </a:r>
            <a:r>
              <a:rPr lang="en-GB" sz="1200" spc="-85" noProof="0" dirty="0">
                <a:latin typeface="+mn-lt"/>
                <a:cs typeface="Segoe UI"/>
              </a:rPr>
              <a:t> </a:t>
            </a:r>
            <a:r>
              <a:rPr lang="en-GB" sz="1200" spc="-20" noProof="0" dirty="0">
                <a:latin typeface="+mn-lt"/>
                <a:cs typeface="Segoe UI"/>
              </a:rPr>
              <a:t>which</a:t>
            </a:r>
            <a:r>
              <a:rPr lang="en-GB" sz="1200" spc="-25" noProof="0" dirty="0">
                <a:latin typeface="+mn-lt"/>
                <a:cs typeface="Segoe UI"/>
              </a:rPr>
              <a:t> </a:t>
            </a:r>
            <a:r>
              <a:rPr lang="en-GB" sz="1200" spc="-15" noProof="0" dirty="0">
                <a:latin typeface="+mn-lt"/>
                <a:cs typeface="Segoe UI"/>
              </a:rPr>
              <a:t>does</a:t>
            </a:r>
            <a:r>
              <a:rPr lang="en-GB" sz="1200" spc="-45" noProof="0" dirty="0">
                <a:latin typeface="+mn-lt"/>
                <a:cs typeface="Segoe UI"/>
              </a:rPr>
              <a:t> </a:t>
            </a:r>
            <a:r>
              <a:rPr lang="en-GB" sz="1200" spc="-10" noProof="0" dirty="0">
                <a:latin typeface="+mn-lt"/>
                <a:cs typeface="Segoe UI"/>
              </a:rPr>
              <a:t>not</a:t>
            </a:r>
            <a:r>
              <a:rPr lang="en-GB" sz="1200" spc="-60" noProof="0" dirty="0">
                <a:latin typeface="+mn-lt"/>
                <a:cs typeface="Segoe UI"/>
              </a:rPr>
              <a:t> </a:t>
            </a:r>
            <a:r>
              <a:rPr lang="en-GB" sz="1200" spc="-10" noProof="0" dirty="0">
                <a:latin typeface="+mn-lt"/>
                <a:cs typeface="Segoe UI"/>
              </a:rPr>
              <a:t>use</a:t>
            </a:r>
            <a:r>
              <a:rPr lang="en-GB" sz="1200" spc="-55" noProof="0" dirty="0">
                <a:latin typeface="+mn-lt"/>
                <a:cs typeface="Segoe UI"/>
              </a:rPr>
              <a:t> </a:t>
            </a:r>
            <a:r>
              <a:rPr lang="en-GB" sz="1200" spc="-20" noProof="0" dirty="0">
                <a:latin typeface="+mn-lt"/>
                <a:cs typeface="Segoe UI"/>
              </a:rPr>
              <a:t>regular</a:t>
            </a:r>
            <a:r>
              <a:rPr lang="en-GB" sz="1200" spc="-45" noProof="0" dirty="0">
                <a:latin typeface="+mn-lt"/>
                <a:cs typeface="Segoe UI"/>
              </a:rPr>
              <a:t> </a:t>
            </a:r>
            <a:r>
              <a:rPr lang="en-GB" sz="1200" spc="-20" noProof="0" dirty="0">
                <a:latin typeface="+mn-lt"/>
                <a:cs typeface="Segoe UI"/>
              </a:rPr>
              <a:t>expressions</a:t>
            </a:r>
            <a:r>
              <a:rPr lang="en-GB" sz="1200" spc="-75" noProof="0" dirty="0">
                <a:latin typeface="+mn-lt"/>
                <a:cs typeface="Segoe UI"/>
              </a:rPr>
              <a:t> </a:t>
            </a:r>
            <a:r>
              <a:rPr lang="en-GB" sz="1200" spc="-15" noProof="0" dirty="0">
                <a:latin typeface="+mn-lt"/>
                <a:cs typeface="Segoe UI"/>
              </a:rPr>
              <a:t>and</a:t>
            </a:r>
            <a:r>
              <a:rPr lang="en-GB" sz="1200" spc="-20" noProof="0" dirty="0">
                <a:latin typeface="+mn-lt"/>
                <a:cs typeface="Segoe UI"/>
              </a:rPr>
              <a:t> </a:t>
            </a:r>
            <a:r>
              <a:rPr lang="en-GB" sz="1200" spc="-15" noProof="0" dirty="0">
                <a:latin typeface="+mn-lt"/>
                <a:cs typeface="Segoe UI"/>
              </a:rPr>
              <a:t>is</a:t>
            </a:r>
            <a:r>
              <a:rPr lang="en-GB" sz="1200" spc="-50" noProof="0" dirty="0">
                <a:latin typeface="+mn-lt"/>
                <a:cs typeface="Segoe UI"/>
              </a:rPr>
              <a:t> </a:t>
            </a:r>
            <a:r>
              <a:rPr lang="en-GB" sz="1200" spc="-20" noProof="0" dirty="0">
                <a:latin typeface="+mn-lt"/>
                <a:cs typeface="Segoe UI"/>
              </a:rPr>
              <a:t>usually</a:t>
            </a:r>
            <a:r>
              <a:rPr lang="en-GB" sz="1200" spc="-40" noProof="0" dirty="0">
                <a:latin typeface="+mn-lt"/>
                <a:cs typeface="Segoe UI"/>
              </a:rPr>
              <a:t> </a:t>
            </a:r>
            <a:r>
              <a:rPr lang="en-GB" sz="1200" spc="-15" noProof="0" dirty="0">
                <a:latin typeface="+mn-lt"/>
                <a:cs typeface="Segoe UI"/>
              </a:rPr>
              <a:t>more </a:t>
            </a:r>
            <a:r>
              <a:rPr lang="en-GB" sz="1200" spc="-260" noProof="0" dirty="0">
                <a:latin typeface="+mn-lt"/>
                <a:cs typeface="Segoe UI"/>
              </a:rPr>
              <a:t> </a:t>
            </a:r>
            <a:r>
              <a:rPr lang="en-GB" sz="1200" spc="-20" noProof="0" dirty="0">
                <a:latin typeface="+mn-lt"/>
                <a:cs typeface="Segoe UI"/>
              </a:rPr>
              <a:t>convenient.</a:t>
            </a:r>
            <a:endParaRPr lang="en-GB" sz="1200" noProof="0" dirty="0">
              <a:latin typeface="+mn-lt"/>
              <a:cs typeface="Segoe UI"/>
            </a:endParaRPr>
          </a:p>
          <a:p>
            <a:pPr marL="12700" marR="63500" algn="just">
              <a:lnSpc>
                <a:spcPct val="100000"/>
              </a:lnSpc>
              <a:spcBef>
                <a:spcPts val="605"/>
              </a:spcBef>
            </a:pPr>
            <a:r>
              <a:rPr lang="en-GB" sz="1200" spc="-15" noProof="0" dirty="0">
                <a:latin typeface="+mn-lt"/>
                <a:cs typeface="Segoe UI"/>
              </a:rPr>
              <a:t>The grep </a:t>
            </a:r>
            <a:r>
              <a:rPr lang="en-GB" sz="1200" spc="-10" noProof="0" dirty="0">
                <a:latin typeface="+mn-lt"/>
                <a:cs typeface="Segoe UI"/>
              </a:rPr>
              <a:t>–E </a:t>
            </a:r>
            <a:r>
              <a:rPr lang="en-GB" sz="1200" spc="-20" noProof="0" dirty="0">
                <a:latin typeface="+mn-lt"/>
                <a:cs typeface="Segoe UI"/>
              </a:rPr>
              <a:t>command </a:t>
            </a:r>
            <a:r>
              <a:rPr lang="en-GB" sz="1200" spc="-15" noProof="0" dirty="0">
                <a:latin typeface="+mn-lt"/>
                <a:cs typeface="Segoe UI"/>
              </a:rPr>
              <a:t>uses </a:t>
            </a:r>
            <a:r>
              <a:rPr lang="en-GB" sz="1200" spc="-20" noProof="0" dirty="0">
                <a:latin typeface="+mn-lt"/>
                <a:cs typeface="Segoe UI"/>
              </a:rPr>
              <a:t>additions </a:t>
            </a:r>
            <a:r>
              <a:rPr lang="en-GB" sz="1200" spc="-15" noProof="0" dirty="0">
                <a:latin typeface="+mn-lt"/>
                <a:cs typeface="Segoe UI"/>
              </a:rPr>
              <a:t>to the </a:t>
            </a:r>
            <a:r>
              <a:rPr lang="en-GB" sz="1200" spc="-20" noProof="0" dirty="0">
                <a:latin typeface="+mn-lt"/>
                <a:cs typeface="Segoe UI"/>
              </a:rPr>
              <a:t>regular expression mechanism </a:t>
            </a:r>
            <a:r>
              <a:rPr lang="en-GB" sz="1200" spc="-15" noProof="0" dirty="0">
                <a:latin typeface="+mn-lt"/>
                <a:cs typeface="Segoe UI"/>
              </a:rPr>
              <a:t>to get </a:t>
            </a:r>
            <a:r>
              <a:rPr lang="en-GB" sz="1200" noProof="0" dirty="0">
                <a:latin typeface="+mn-lt"/>
                <a:cs typeface="Segoe UI"/>
              </a:rPr>
              <a:t>a </a:t>
            </a:r>
            <a:r>
              <a:rPr lang="en-GB" sz="1200" spc="-15" noProof="0" dirty="0">
                <a:latin typeface="+mn-lt"/>
                <a:cs typeface="Segoe UI"/>
              </a:rPr>
              <a:t>more </a:t>
            </a:r>
            <a:r>
              <a:rPr lang="en-GB" sz="1200" spc="-20" noProof="0" dirty="0">
                <a:latin typeface="+mn-lt"/>
                <a:cs typeface="Segoe UI"/>
              </a:rPr>
              <a:t>powerful </a:t>
            </a:r>
            <a:r>
              <a:rPr lang="en-GB" sz="1200" spc="-15" noProof="0" dirty="0">
                <a:latin typeface="+mn-lt"/>
                <a:cs typeface="Segoe UI"/>
              </a:rPr>
              <a:t> </a:t>
            </a:r>
            <a:r>
              <a:rPr lang="en-GB" sz="1200" spc="-20" noProof="0" dirty="0">
                <a:latin typeface="+mn-lt"/>
                <a:cs typeface="Segoe UI"/>
              </a:rPr>
              <a:t>expression-matching</a:t>
            </a:r>
            <a:r>
              <a:rPr lang="en-GB" sz="1200" spc="-80" noProof="0" dirty="0">
                <a:latin typeface="+mn-lt"/>
                <a:cs typeface="Segoe UI"/>
              </a:rPr>
              <a:t> </a:t>
            </a:r>
            <a:r>
              <a:rPr lang="en-GB" sz="1200" spc="-20" noProof="0" dirty="0">
                <a:latin typeface="+mn-lt"/>
                <a:cs typeface="Segoe UI"/>
              </a:rPr>
              <a:t>system.</a:t>
            </a:r>
          </a:p>
          <a:p>
            <a:pPr marL="12700" marR="63500" algn="just">
              <a:lnSpc>
                <a:spcPct val="100000"/>
              </a:lnSpc>
              <a:spcBef>
                <a:spcPts val="605"/>
              </a:spcBef>
            </a:pPr>
            <a:r>
              <a:rPr lang="en-GB" sz="1200" spc="-15" noProof="0" dirty="0">
                <a:latin typeface="+mn-lt"/>
                <a:cs typeface="Segoe UI"/>
              </a:rPr>
              <a:t>It</a:t>
            </a:r>
            <a:r>
              <a:rPr lang="en-GB" sz="1200" spc="-60" noProof="0" dirty="0">
                <a:latin typeface="+mn-lt"/>
                <a:cs typeface="Segoe UI"/>
              </a:rPr>
              <a:t> </a:t>
            </a:r>
            <a:r>
              <a:rPr lang="en-GB" sz="1200" spc="-15" noProof="0" dirty="0">
                <a:latin typeface="+mn-lt"/>
                <a:cs typeface="Segoe UI"/>
              </a:rPr>
              <a:t>is</a:t>
            </a:r>
            <a:r>
              <a:rPr lang="en-GB" sz="1200" spc="-30" noProof="0" dirty="0">
                <a:latin typeface="+mn-lt"/>
                <a:cs typeface="Segoe UI"/>
              </a:rPr>
              <a:t> </a:t>
            </a:r>
            <a:r>
              <a:rPr lang="en-GB" sz="1200" spc="-20" noProof="0" dirty="0">
                <a:latin typeface="+mn-lt"/>
                <a:cs typeface="Segoe UI"/>
              </a:rPr>
              <a:t>also </a:t>
            </a:r>
            <a:r>
              <a:rPr lang="en-GB" sz="1200" spc="-25" noProof="0" dirty="0">
                <a:latin typeface="+mn-lt"/>
                <a:cs typeface="Segoe UI"/>
              </a:rPr>
              <a:t>capable</a:t>
            </a:r>
            <a:r>
              <a:rPr lang="en-GB" sz="1200" spc="-35" noProof="0" dirty="0">
                <a:latin typeface="+mn-lt"/>
                <a:cs typeface="Segoe UI"/>
              </a:rPr>
              <a:t> </a:t>
            </a:r>
            <a:r>
              <a:rPr lang="en-GB" sz="1200" spc="-10" noProof="0" dirty="0">
                <a:latin typeface="+mn-lt"/>
                <a:cs typeface="Segoe UI"/>
              </a:rPr>
              <a:t>of</a:t>
            </a:r>
            <a:r>
              <a:rPr lang="en-GB" sz="1200" spc="-35" noProof="0" dirty="0">
                <a:latin typeface="+mn-lt"/>
                <a:cs typeface="Segoe UI"/>
              </a:rPr>
              <a:t> </a:t>
            </a:r>
            <a:r>
              <a:rPr lang="en-GB" sz="1200" spc="-20" noProof="0" dirty="0">
                <a:latin typeface="+mn-lt"/>
                <a:cs typeface="Segoe UI"/>
              </a:rPr>
              <a:t>searching</a:t>
            </a:r>
            <a:r>
              <a:rPr lang="en-GB" sz="1200" spc="-55" noProof="0" dirty="0">
                <a:latin typeface="+mn-lt"/>
                <a:cs typeface="Segoe UI"/>
              </a:rPr>
              <a:t> </a:t>
            </a:r>
            <a:r>
              <a:rPr lang="en-GB" sz="1200" spc="-15" noProof="0" dirty="0">
                <a:latin typeface="+mn-lt"/>
                <a:cs typeface="Segoe UI"/>
              </a:rPr>
              <a:t>for</a:t>
            </a:r>
            <a:r>
              <a:rPr lang="en-GB" sz="1200" spc="-45" noProof="0" dirty="0">
                <a:latin typeface="+mn-lt"/>
                <a:cs typeface="Segoe UI"/>
              </a:rPr>
              <a:t> </a:t>
            </a:r>
            <a:r>
              <a:rPr lang="en-GB" sz="1200" spc="-20" noProof="0" dirty="0">
                <a:latin typeface="+mn-lt"/>
                <a:cs typeface="Segoe UI"/>
              </a:rPr>
              <a:t>several</a:t>
            </a:r>
            <a:r>
              <a:rPr lang="en-GB" sz="1200" spc="-35" noProof="0" dirty="0">
                <a:latin typeface="+mn-lt"/>
                <a:cs typeface="Segoe UI"/>
              </a:rPr>
              <a:t> </a:t>
            </a:r>
            <a:r>
              <a:rPr lang="en-GB" sz="1200" spc="-20" noProof="0" dirty="0">
                <a:latin typeface="+mn-lt"/>
                <a:cs typeface="Segoe UI"/>
              </a:rPr>
              <a:t>patterns</a:t>
            </a:r>
            <a:r>
              <a:rPr lang="en-GB" sz="1200" spc="-30" noProof="0" dirty="0">
                <a:latin typeface="+mn-lt"/>
                <a:cs typeface="Segoe UI"/>
              </a:rPr>
              <a:t> </a:t>
            </a:r>
            <a:r>
              <a:rPr lang="en-GB" sz="1200" spc="-20" noProof="0" dirty="0">
                <a:latin typeface="+mn-lt"/>
                <a:cs typeface="Segoe UI"/>
              </a:rPr>
              <a:t>with</a:t>
            </a:r>
            <a:r>
              <a:rPr lang="en-GB" sz="1200" spc="-50" noProof="0" dirty="0">
                <a:latin typeface="+mn-lt"/>
                <a:cs typeface="Segoe UI"/>
              </a:rPr>
              <a:t> </a:t>
            </a:r>
            <a:r>
              <a:rPr lang="en-GB" sz="1200" spc="-15" noProof="0" dirty="0">
                <a:latin typeface="+mn-lt"/>
                <a:cs typeface="Segoe UI"/>
              </a:rPr>
              <a:t>the</a:t>
            </a:r>
            <a:r>
              <a:rPr lang="en-GB" sz="1200" spc="-35" noProof="0" dirty="0">
                <a:latin typeface="+mn-lt"/>
                <a:cs typeface="Segoe UI"/>
              </a:rPr>
              <a:t> </a:t>
            </a:r>
            <a:r>
              <a:rPr lang="en-GB" sz="1200" spc="-20" noProof="0" dirty="0">
                <a:latin typeface="+mn-lt"/>
                <a:cs typeface="Segoe UI"/>
              </a:rPr>
              <a:t>single</a:t>
            </a:r>
            <a:r>
              <a:rPr lang="en-GB" sz="1200" spc="-55" noProof="0" dirty="0">
                <a:latin typeface="+mn-lt"/>
                <a:cs typeface="Segoe UI"/>
              </a:rPr>
              <a:t> </a:t>
            </a:r>
            <a:r>
              <a:rPr lang="en-GB" sz="1200" spc="-20" noProof="0" dirty="0">
                <a:latin typeface="+mn-lt"/>
                <a:cs typeface="Segoe UI"/>
              </a:rPr>
              <a:t>command:</a:t>
            </a:r>
            <a:endParaRPr lang="en-GB" sz="1200" noProof="0" dirty="0">
              <a:latin typeface="+mn-lt"/>
              <a:cs typeface="Segoe UI"/>
            </a:endParaRPr>
          </a:p>
          <a:p>
            <a:pPr marL="234950">
              <a:lnSpc>
                <a:spcPct val="100000"/>
              </a:lnSpc>
              <a:spcBef>
                <a:spcPts val="600"/>
              </a:spcBef>
            </a:pPr>
            <a:r>
              <a:rPr lang="en-GB" sz="1200" noProof="0" dirty="0">
                <a:latin typeface="+mn-lt"/>
                <a:cs typeface="Segoe UI"/>
              </a:rPr>
              <a:t>$</a:t>
            </a:r>
            <a:r>
              <a:rPr lang="en-GB" sz="1200" spc="-30" noProof="0" dirty="0">
                <a:latin typeface="+mn-lt"/>
                <a:cs typeface="Segoe UI"/>
              </a:rPr>
              <a:t> </a:t>
            </a:r>
            <a:r>
              <a:rPr lang="en-GB" sz="1200" spc="-20" noProof="0" dirty="0">
                <a:latin typeface="+mn-lt"/>
                <a:cs typeface="Segoe UI"/>
              </a:rPr>
              <a:t>g</a:t>
            </a:r>
            <a:r>
              <a:rPr lang="en-GB" sz="1200" spc="-15" noProof="0" dirty="0">
                <a:latin typeface="+mn-lt"/>
                <a:cs typeface="Segoe UI"/>
              </a:rPr>
              <a:t>r</a:t>
            </a:r>
            <a:r>
              <a:rPr lang="en-GB" sz="1200" spc="-25" noProof="0" dirty="0">
                <a:latin typeface="+mn-lt"/>
                <a:cs typeface="Segoe UI"/>
              </a:rPr>
              <a:t>e</a:t>
            </a:r>
            <a:r>
              <a:rPr lang="en-GB" sz="1200" noProof="0" dirty="0">
                <a:latin typeface="+mn-lt"/>
                <a:cs typeface="Segoe UI"/>
              </a:rPr>
              <a:t>p</a:t>
            </a:r>
            <a:r>
              <a:rPr lang="en-GB" sz="1200" spc="-75" noProof="0" dirty="0">
                <a:latin typeface="+mn-lt"/>
                <a:cs typeface="Segoe UI"/>
              </a:rPr>
              <a:t> </a:t>
            </a:r>
            <a:r>
              <a:rPr lang="en-GB" sz="1200" spc="-25" noProof="0" dirty="0">
                <a:latin typeface="+mn-lt"/>
                <a:cs typeface="Segoe UI"/>
              </a:rPr>
              <a:t>–</a:t>
            </a:r>
            <a:r>
              <a:rPr lang="en-GB" sz="1200" noProof="0" dirty="0">
                <a:latin typeface="+mn-lt"/>
                <a:cs typeface="Segoe UI"/>
              </a:rPr>
              <a:t>E </a:t>
            </a:r>
            <a:r>
              <a:rPr lang="en-GB" sz="1200" spc="-50" noProof="0" dirty="0">
                <a:latin typeface="+mn-lt"/>
                <a:cs typeface="Segoe UI"/>
              </a:rPr>
              <a:t> </a:t>
            </a:r>
            <a:r>
              <a:rPr lang="en-GB" sz="1200" spc="-35" noProof="0" dirty="0">
                <a:latin typeface="+mn-lt"/>
                <a:cs typeface="Segoe UI"/>
              </a:rPr>
              <a:t>"</a:t>
            </a:r>
            <a:r>
              <a:rPr lang="en-GB" sz="1200" spc="-25" noProof="0" dirty="0" err="1">
                <a:latin typeface="+mn-lt"/>
                <a:cs typeface="Segoe UI"/>
              </a:rPr>
              <a:t>k</a:t>
            </a:r>
            <a:r>
              <a:rPr lang="en-GB" sz="1200" spc="-20" noProof="0" dirty="0" err="1">
                <a:latin typeface="+mn-lt"/>
                <a:cs typeface="Segoe UI"/>
              </a:rPr>
              <a:t>sh</a:t>
            </a:r>
            <a:r>
              <a:rPr lang="en-GB" sz="1200" spc="-30" noProof="0" dirty="0" err="1">
                <a:latin typeface="+mn-lt"/>
                <a:cs typeface="Segoe UI"/>
              </a:rPr>
              <a:t>|</a:t>
            </a:r>
            <a:r>
              <a:rPr lang="en-GB" sz="1200" spc="-20" noProof="0" dirty="0" err="1">
                <a:latin typeface="+mn-lt"/>
                <a:cs typeface="Segoe UI"/>
              </a:rPr>
              <a:t>b</a:t>
            </a:r>
            <a:r>
              <a:rPr lang="en-GB" sz="1200" spc="-35" noProof="0" dirty="0" err="1">
                <a:latin typeface="+mn-lt"/>
                <a:cs typeface="Segoe UI"/>
              </a:rPr>
              <a:t>a</a:t>
            </a:r>
            <a:r>
              <a:rPr lang="en-GB" sz="1200" spc="-20" noProof="0" dirty="0" err="1">
                <a:latin typeface="+mn-lt"/>
                <a:cs typeface="Segoe UI"/>
              </a:rPr>
              <a:t>sh</a:t>
            </a:r>
            <a:r>
              <a:rPr lang="en-GB" sz="1200" noProof="0" dirty="0">
                <a:latin typeface="+mn-lt"/>
                <a:cs typeface="Segoe UI"/>
              </a:rPr>
              <a:t>"</a:t>
            </a:r>
            <a:r>
              <a:rPr lang="en-GB" sz="1200" spc="-70" noProof="0" dirty="0">
                <a:latin typeface="+mn-lt"/>
                <a:cs typeface="Segoe UI"/>
              </a:rPr>
              <a:t> </a:t>
            </a:r>
            <a:r>
              <a:rPr lang="en-GB" sz="1200" spc="-35" noProof="0" dirty="0">
                <a:latin typeface="+mn-lt"/>
                <a:cs typeface="Segoe UI"/>
              </a:rPr>
              <a:t>/</a:t>
            </a:r>
            <a:r>
              <a:rPr lang="en-GB" sz="1200" spc="-25" noProof="0" dirty="0">
                <a:latin typeface="+mn-lt"/>
                <a:cs typeface="Segoe UI"/>
              </a:rPr>
              <a:t>e</a:t>
            </a:r>
            <a:r>
              <a:rPr lang="en-GB" sz="1200" spc="-30" noProof="0" dirty="0">
                <a:latin typeface="+mn-lt"/>
                <a:cs typeface="Segoe UI"/>
              </a:rPr>
              <a:t>t</a:t>
            </a:r>
            <a:r>
              <a:rPr lang="en-GB" sz="1200" spc="-35" noProof="0" dirty="0">
                <a:latin typeface="+mn-lt"/>
                <a:cs typeface="Segoe UI"/>
              </a:rPr>
              <a:t>c/</a:t>
            </a:r>
            <a:r>
              <a:rPr lang="en-GB" sz="1200" spc="-20" noProof="0" dirty="0">
                <a:latin typeface="+mn-lt"/>
                <a:cs typeface="Segoe UI"/>
              </a:rPr>
              <a:t>p</a:t>
            </a:r>
            <a:r>
              <a:rPr lang="en-GB" sz="1200" spc="-35" noProof="0" dirty="0">
                <a:latin typeface="+mn-lt"/>
                <a:cs typeface="Segoe UI"/>
              </a:rPr>
              <a:t>a</a:t>
            </a:r>
            <a:r>
              <a:rPr lang="en-GB" sz="1200" spc="-20" noProof="0" dirty="0">
                <a:latin typeface="+mn-lt"/>
                <a:cs typeface="Segoe UI"/>
              </a:rPr>
              <a:t>ss</a:t>
            </a:r>
            <a:r>
              <a:rPr lang="en-GB" sz="1200" spc="-30" noProof="0" dirty="0">
                <a:latin typeface="+mn-lt"/>
                <a:cs typeface="Segoe UI"/>
              </a:rPr>
              <a:t>w</a:t>
            </a:r>
            <a:r>
              <a:rPr lang="en-GB" sz="1200" noProof="0" dirty="0">
                <a:latin typeface="+mn-lt"/>
                <a:cs typeface="Segoe UI"/>
              </a:rPr>
              <a:t>d</a:t>
            </a:r>
          </a:p>
          <a:p>
            <a:pPr marL="12700" algn="just">
              <a:lnSpc>
                <a:spcPct val="100000"/>
              </a:lnSpc>
              <a:spcBef>
                <a:spcPts val="600"/>
              </a:spcBef>
            </a:pPr>
            <a:r>
              <a:rPr lang="en-GB" sz="1200" spc="-20" noProof="0" dirty="0">
                <a:latin typeface="+mn-lt"/>
                <a:cs typeface="Segoe UI"/>
              </a:rPr>
              <a:t>…which</a:t>
            </a:r>
            <a:r>
              <a:rPr lang="en-GB" sz="1200" spc="-50" noProof="0" dirty="0">
                <a:latin typeface="+mn-lt"/>
                <a:cs typeface="Segoe UI"/>
              </a:rPr>
              <a:t> </a:t>
            </a:r>
            <a:r>
              <a:rPr lang="en-GB" sz="1200" spc="-20" noProof="0" dirty="0">
                <a:latin typeface="+mn-lt"/>
                <a:cs typeface="Segoe UI"/>
              </a:rPr>
              <a:t>searches</a:t>
            </a:r>
            <a:r>
              <a:rPr lang="en-GB" sz="1200" spc="-50"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20" noProof="0" dirty="0">
                <a:latin typeface="+mn-lt"/>
                <a:cs typeface="Segoe UI"/>
              </a:rPr>
              <a:t>password</a:t>
            </a:r>
            <a:r>
              <a:rPr lang="en-GB" sz="1200" spc="-45" noProof="0" dirty="0">
                <a:latin typeface="+mn-lt"/>
                <a:cs typeface="Segoe UI"/>
              </a:rPr>
              <a:t> </a:t>
            </a:r>
            <a:r>
              <a:rPr lang="en-GB" sz="1200" spc="-20" noProof="0" dirty="0">
                <a:latin typeface="+mn-lt"/>
                <a:cs typeface="Segoe UI"/>
              </a:rPr>
              <a:t>file</a:t>
            </a:r>
            <a:r>
              <a:rPr lang="en-GB" sz="1200" spc="-30" noProof="0" dirty="0">
                <a:latin typeface="+mn-lt"/>
                <a:cs typeface="Segoe UI"/>
              </a:rPr>
              <a:t> </a:t>
            </a:r>
            <a:r>
              <a:rPr lang="en-GB" sz="1200" spc="-15" noProof="0" dirty="0">
                <a:latin typeface="+mn-lt"/>
                <a:cs typeface="Segoe UI"/>
              </a:rPr>
              <a:t>for</a:t>
            </a:r>
            <a:r>
              <a:rPr lang="en-GB" sz="1200" spc="-45" noProof="0" dirty="0">
                <a:latin typeface="+mn-lt"/>
                <a:cs typeface="Segoe UI"/>
              </a:rPr>
              <a:t> </a:t>
            </a:r>
            <a:r>
              <a:rPr lang="en-GB" sz="1200" spc="-20" noProof="0" dirty="0">
                <a:latin typeface="+mn-lt"/>
                <a:cs typeface="Segoe UI"/>
              </a:rPr>
              <a:t>all</a:t>
            </a:r>
            <a:r>
              <a:rPr lang="en-GB" sz="1200" spc="-35" noProof="0" dirty="0">
                <a:latin typeface="+mn-lt"/>
                <a:cs typeface="Segoe UI"/>
              </a:rPr>
              <a:t> </a:t>
            </a:r>
            <a:r>
              <a:rPr lang="en-GB" sz="1200" spc="-20" noProof="0" dirty="0">
                <a:latin typeface="+mn-lt"/>
                <a:cs typeface="Segoe UI"/>
              </a:rPr>
              <a:t>lines that</a:t>
            </a:r>
            <a:r>
              <a:rPr lang="en-GB" sz="1200" spc="-35" noProof="0" dirty="0">
                <a:latin typeface="+mn-lt"/>
                <a:cs typeface="Segoe UI"/>
              </a:rPr>
              <a:t> </a:t>
            </a:r>
            <a:r>
              <a:rPr lang="en-GB" sz="1200" spc="-25" noProof="0" dirty="0">
                <a:latin typeface="+mn-lt"/>
                <a:cs typeface="Segoe UI"/>
              </a:rPr>
              <a:t>contain </a:t>
            </a:r>
            <a:r>
              <a:rPr lang="en-GB" sz="1200" spc="-15" noProof="0" dirty="0">
                <a:latin typeface="+mn-lt"/>
                <a:cs typeface="Segoe UI"/>
              </a:rPr>
              <a:t>“</a:t>
            </a:r>
            <a:r>
              <a:rPr lang="en-GB" sz="1200" spc="-15" noProof="0" dirty="0" err="1">
                <a:latin typeface="+mn-lt"/>
                <a:cs typeface="Segoe UI"/>
              </a:rPr>
              <a:t>ksh</a:t>
            </a:r>
            <a:r>
              <a:rPr lang="en-GB" sz="1200" spc="-15" noProof="0" dirty="0">
                <a:latin typeface="+mn-lt"/>
                <a:cs typeface="Segoe UI"/>
              </a:rPr>
              <a:t>” </a:t>
            </a:r>
            <a:r>
              <a:rPr lang="en-GB" sz="1200" spc="-10" noProof="0" dirty="0">
                <a:latin typeface="+mn-lt"/>
                <a:cs typeface="Segoe UI"/>
              </a:rPr>
              <a:t>or</a:t>
            </a:r>
            <a:r>
              <a:rPr lang="en-GB" sz="1200" spc="-45" noProof="0" dirty="0">
                <a:latin typeface="+mn-lt"/>
                <a:cs typeface="Segoe UI"/>
              </a:rPr>
              <a:t> </a:t>
            </a:r>
            <a:r>
              <a:rPr lang="en-GB" sz="1200" spc="-20" noProof="0" dirty="0">
                <a:latin typeface="+mn-lt"/>
                <a:cs typeface="Segoe UI"/>
              </a:rPr>
              <a:t>“bash”.</a:t>
            </a:r>
            <a:endParaRPr lang="en-GB" sz="1200" spc="185" noProof="0" dirty="0">
              <a:latin typeface="+mn-lt"/>
              <a:cs typeface="Segoe UI"/>
            </a:endParaRPr>
          </a:p>
          <a:p>
            <a:pPr marL="12700" algn="just">
              <a:lnSpc>
                <a:spcPct val="100000"/>
              </a:lnSpc>
              <a:spcBef>
                <a:spcPts val="600"/>
              </a:spcBef>
            </a:pPr>
            <a:r>
              <a:rPr lang="en-GB" sz="1200" spc="-15" noProof="0" dirty="0">
                <a:latin typeface="+mn-lt"/>
                <a:cs typeface="Segoe UI"/>
              </a:rPr>
              <a:t>The</a:t>
            </a:r>
            <a:r>
              <a:rPr lang="en-GB" sz="1200" spc="-55" noProof="0" dirty="0">
                <a:latin typeface="+mn-lt"/>
                <a:cs typeface="Segoe UI"/>
              </a:rPr>
              <a:t> </a:t>
            </a:r>
            <a:r>
              <a:rPr lang="en-GB" sz="1200" spc="-15" noProof="0" dirty="0">
                <a:latin typeface="+mn-lt"/>
                <a:cs typeface="Segoe UI"/>
              </a:rPr>
              <a:t>pipe</a:t>
            </a:r>
            <a:r>
              <a:rPr lang="en-GB" sz="1200" spc="-50" noProof="0" dirty="0">
                <a:latin typeface="+mn-lt"/>
                <a:cs typeface="Segoe UI"/>
              </a:rPr>
              <a:t> </a:t>
            </a:r>
            <a:r>
              <a:rPr lang="en-GB" sz="1200" spc="-25" noProof="0" dirty="0">
                <a:latin typeface="+mn-lt"/>
                <a:cs typeface="Segoe UI"/>
              </a:rPr>
              <a:t>character</a:t>
            </a:r>
            <a:r>
              <a:rPr lang="en-GB" sz="1200" noProof="0" dirty="0">
                <a:latin typeface="+mn-lt"/>
                <a:cs typeface="Segoe UI"/>
              </a:rPr>
              <a:t> </a:t>
            </a:r>
            <a:r>
              <a:rPr lang="en-GB" sz="1200" spc="-15" noProof="0" dirty="0">
                <a:latin typeface="+mn-lt"/>
                <a:cs typeface="Segoe UI"/>
              </a:rPr>
              <a:t>is</a:t>
            </a:r>
            <a:r>
              <a:rPr lang="en-GB" sz="1200" spc="-25" noProof="0" dirty="0">
                <a:latin typeface="+mn-lt"/>
                <a:cs typeface="Segoe UI"/>
              </a:rPr>
              <a:t> </a:t>
            </a:r>
            <a:r>
              <a:rPr lang="en-GB" sz="1200" spc="-15" noProof="0" dirty="0">
                <a:latin typeface="+mn-lt"/>
                <a:cs typeface="Segoe UI"/>
              </a:rPr>
              <a:t>used</a:t>
            </a:r>
            <a:r>
              <a:rPr lang="en-GB" sz="1200" spc="-70" noProof="0" dirty="0">
                <a:latin typeface="+mn-lt"/>
                <a:cs typeface="Segoe UI"/>
              </a:rPr>
              <a:t> </a:t>
            </a:r>
            <a:r>
              <a:rPr lang="en-GB" sz="1200" spc="-15" noProof="0" dirty="0">
                <a:latin typeface="+mn-lt"/>
                <a:cs typeface="Segoe UI"/>
              </a:rPr>
              <a:t>as</a:t>
            </a:r>
            <a:r>
              <a:rPr lang="en-GB" sz="1200" spc="-25" noProof="0" dirty="0">
                <a:latin typeface="+mn-lt"/>
                <a:cs typeface="Segoe UI"/>
              </a:rPr>
              <a:t> </a:t>
            </a:r>
            <a:r>
              <a:rPr lang="en-GB" sz="1200" spc="-15" noProof="0" dirty="0">
                <a:latin typeface="+mn-lt"/>
                <a:cs typeface="Segoe UI"/>
              </a:rPr>
              <a:t>the </a:t>
            </a:r>
            <a:r>
              <a:rPr lang="en-GB" sz="1200" spc="-5" noProof="0" dirty="0">
                <a:latin typeface="+mn-lt"/>
                <a:cs typeface="Segoe UI"/>
              </a:rPr>
              <a:t>OR</a:t>
            </a:r>
            <a:r>
              <a:rPr lang="en-GB" sz="1200" spc="-90" noProof="0" dirty="0">
                <a:latin typeface="+mn-lt"/>
                <a:cs typeface="Segoe UI"/>
              </a:rPr>
              <a:t> </a:t>
            </a:r>
            <a:r>
              <a:rPr lang="en-GB" sz="1200" spc="-20" noProof="0" dirty="0">
                <a:latin typeface="+mn-lt"/>
                <a:cs typeface="Segoe UI"/>
              </a:rPr>
              <a:t>operator</a:t>
            </a:r>
            <a:r>
              <a:rPr lang="en-GB" sz="1200" spc="-45" noProof="0" dirty="0">
                <a:latin typeface="+mn-lt"/>
                <a:cs typeface="Segoe UI"/>
              </a:rPr>
              <a:t> </a:t>
            </a:r>
            <a:r>
              <a:rPr lang="en-GB" sz="1200" spc="-15" noProof="0" dirty="0">
                <a:latin typeface="+mn-lt"/>
                <a:cs typeface="Segoe UI"/>
              </a:rPr>
              <a:t>and</a:t>
            </a:r>
            <a:r>
              <a:rPr lang="en-GB" sz="1200" spc="-55" noProof="0" dirty="0">
                <a:latin typeface="+mn-lt"/>
                <a:cs typeface="Segoe UI"/>
              </a:rPr>
              <a:t> </a:t>
            </a:r>
            <a:r>
              <a:rPr lang="en-GB" sz="1200" spc="-25" noProof="0" dirty="0">
                <a:latin typeface="+mn-lt"/>
                <a:cs typeface="Segoe UI"/>
              </a:rPr>
              <a:t>will</a:t>
            </a:r>
            <a:r>
              <a:rPr lang="en-GB" sz="1200" spc="-15" noProof="0" dirty="0">
                <a:latin typeface="+mn-lt"/>
                <a:cs typeface="Segoe UI"/>
              </a:rPr>
              <a:t> </a:t>
            </a:r>
            <a:r>
              <a:rPr lang="en-GB" sz="1200" spc="-10" noProof="0" dirty="0">
                <a:latin typeface="+mn-lt"/>
                <a:cs typeface="Segoe UI"/>
              </a:rPr>
              <a:t>not</a:t>
            </a:r>
            <a:r>
              <a:rPr lang="en-GB" sz="1200" spc="-60" noProof="0" dirty="0">
                <a:latin typeface="+mn-lt"/>
                <a:cs typeface="Segoe UI"/>
              </a:rPr>
              <a:t> </a:t>
            </a:r>
            <a:r>
              <a:rPr lang="en-GB" sz="1200" spc="-10" noProof="0" dirty="0">
                <a:latin typeface="+mn-lt"/>
                <a:cs typeface="Segoe UI"/>
              </a:rPr>
              <a:t>be</a:t>
            </a:r>
            <a:r>
              <a:rPr lang="en-GB" sz="1200" spc="-55" noProof="0" dirty="0">
                <a:latin typeface="+mn-lt"/>
                <a:cs typeface="Segoe UI"/>
              </a:rPr>
              <a:t> </a:t>
            </a:r>
            <a:r>
              <a:rPr lang="en-GB" sz="1200" spc="-20" noProof="0" dirty="0">
                <a:latin typeface="+mn-lt"/>
                <a:cs typeface="Segoe UI"/>
              </a:rPr>
              <a:t>interpreted</a:t>
            </a:r>
            <a:r>
              <a:rPr lang="en-GB" sz="1200" spc="-55" noProof="0" dirty="0">
                <a:latin typeface="+mn-lt"/>
                <a:cs typeface="Segoe UI"/>
              </a:rPr>
              <a:t> </a:t>
            </a:r>
            <a:r>
              <a:rPr lang="en-GB" sz="1200" spc="-10" noProof="0" dirty="0">
                <a:latin typeface="+mn-lt"/>
                <a:cs typeface="Segoe UI"/>
              </a:rPr>
              <a:t>by</a:t>
            </a:r>
            <a:r>
              <a:rPr lang="en-GB" sz="1200" spc="-65"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20" noProof="0" dirty="0">
                <a:latin typeface="+mn-lt"/>
                <a:cs typeface="Segoe UI"/>
              </a:rPr>
              <a:t>shell,</a:t>
            </a:r>
            <a:r>
              <a:rPr lang="en-GB" sz="1200" spc="-65" noProof="0" dirty="0">
                <a:latin typeface="+mn-lt"/>
                <a:cs typeface="Segoe UI"/>
              </a:rPr>
              <a:t> </a:t>
            </a:r>
            <a:r>
              <a:rPr lang="en-GB" sz="1200" spc="-15" noProof="0" dirty="0">
                <a:latin typeface="+mn-lt"/>
                <a:cs typeface="Segoe UI"/>
              </a:rPr>
              <a:t>as</a:t>
            </a:r>
            <a:r>
              <a:rPr lang="en-GB" sz="1200" spc="-25" noProof="0" dirty="0">
                <a:latin typeface="+mn-lt"/>
                <a:cs typeface="Segoe UI"/>
              </a:rPr>
              <a:t> </a:t>
            </a:r>
            <a:r>
              <a:rPr lang="en-GB" sz="1200" spc="-15" noProof="0" dirty="0">
                <a:latin typeface="+mn-lt"/>
                <a:cs typeface="Segoe UI"/>
              </a:rPr>
              <a:t>we</a:t>
            </a:r>
            <a:r>
              <a:rPr lang="en-GB" sz="1200" spc="-30" noProof="0" dirty="0">
                <a:latin typeface="+mn-lt"/>
                <a:cs typeface="Segoe UI"/>
              </a:rPr>
              <a:t> </a:t>
            </a:r>
            <a:r>
              <a:rPr lang="en-GB" sz="1200" spc="-15" noProof="0" dirty="0">
                <a:latin typeface="+mn-lt"/>
                <a:cs typeface="Segoe UI"/>
              </a:rPr>
              <a:t>quoted</a:t>
            </a:r>
            <a:r>
              <a:rPr lang="en-GB" sz="1200" spc="-55"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20" noProof="0" dirty="0">
                <a:latin typeface="+mn-lt"/>
                <a:cs typeface="Segoe UI"/>
              </a:rPr>
              <a:t>entire</a:t>
            </a:r>
            <a:r>
              <a:rPr lang="en-GB" sz="1200" spc="-30" noProof="0" dirty="0">
                <a:latin typeface="+mn-lt"/>
                <a:cs typeface="Segoe UI"/>
              </a:rPr>
              <a:t> </a:t>
            </a:r>
            <a:r>
              <a:rPr lang="en-GB" sz="1200" spc="-20" noProof="0" dirty="0">
                <a:latin typeface="+mn-lt"/>
                <a:cs typeface="Segoe UI"/>
              </a:rPr>
              <a:t>pattern.</a:t>
            </a:r>
            <a:endParaRPr lang="en-GB" sz="1200" noProof="0" dirty="0">
              <a:latin typeface="+mn-lt"/>
              <a:cs typeface="Segoe UI"/>
            </a:endParaRPr>
          </a:p>
          <a:p>
            <a:endParaRPr lang="en-GB" noProof="0" dirty="0"/>
          </a:p>
          <a:p>
            <a:pPr marL="12700" marR="107314">
              <a:lnSpc>
                <a:spcPct val="100000"/>
              </a:lnSpc>
              <a:spcBef>
                <a:spcPts val="105"/>
              </a:spcBef>
            </a:pPr>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18</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374757675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5BE1F5F-BEC2-48D5-A890-C07C79853E26}" type="slidenum">
              <a:rPr lang="en-GB" smtClean="0"/>
              <a:t>19</a:t>
            </a:fld>
            <a:endParaRPr lang="en-GB"/>
          </a:p>
        </p:txBody>
      </p:sp>
    </p:spTree>
    <p:extLst>
      <p:ext uri="{BB962C8B-B14F-4D97-AF65-F5344CB8AC3E}">
        <p14:creationId xmlns:p14="http://schemas.microsoft.com/office/powerpoint/2010/main" val="229342192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20</a:t>
            </a:fld>
            <a:endParaRPr lang="en-GB" dirty="0"/>
          </a:p>
        </p:txBody>
      </p:sp>
      <p:sp>
        <p:nvSpPr>
          <p:cNvPr id="7" name="Slide Image Placeholder 6">
            <a:extLst>
              <a:ext uri="{FF2B5EF4-FFF2-40B4-BE49-F238E27FC236}">
                <a16:creationId xmlns:a16="http://schemas.microsoft.com/office/drawing/2014/main" id="{99CF3CE9-CF30-4828-9BEB-5EB5CFE566AD}"/>
              </a:ext>
            </a:extLst>
          </p:cNvPr>
          <p:cNvSpPr>
            <a:spLocks noGrp="1" noRot="1" noChangeAspect="1"/>
          </p:cNvSpPr>
          <p:nvPr>
            <p:ph type="sldImg"/>
          </p:nvPr>
        </p:nvSpPr>
        <p:spPr/>
      </p:sp>
    </p:spTree>
    <p:extLst>
      <p:ext uri="{BB962C8B-B14F-4D97-AF65-F5344CB8AC3E}">
        <p14:creationId xmlns:p14="http://schemas.microsoft.com/office/powerpoint/2010/main" val="82908307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107314">
              <a:lnSpc>
                <a:spcPct val="100000"/>
              </a:lnSpc>
              <a:spcBef>
                <a:spcPts val="105"/>
              </a:spcBef>
            </a:pPr>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21</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317660501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20320">
              <a:lnSpc>
                <a:spcPct val="100000"/>
              </a:lnSpc>
              <a:spcBef>
                <a:spcPts val="105"/>
              </a:spcBef>
            </a:pPr>
            <a:r>
              <a:rPr lang="en-GB" sz="1200" spc="-15" noProof="0" dirty="0" err="1">
                <a:latin typeface="+mn-lt"/>
                <a:cs typeface="Segoe UI"/>
              </a:rPr>
              <a:t>sed</a:t>
            </a:r>
            <a:r>
              <a:rPr lang="en-GB" sz="1200" spc="-15" noProof="0" dirty="0">
                <a:latin typeface="+mn-lt"/>
                <a:cs typeface="Segoe UI"/>
              </a:rPr>
              <a:t> is </a:t>
            </a:r>
            <a:r>
              <a:rPr lang="en-GB" sz="1200" noProof="0" dirty="0">
                <a:latin typeface="+mn-lt"/>
                <a:cs typeface="Segoe UI"/>
              </a:rPr>
              <a:t>a </a:t>
            </a:r>
            <a:r>
              <a:rPr lang="en-GB" sz="1200" spc="-20" noProof="0" dirty="0">
                <a:latin typeface="+mn-lt"/>
                <a:cs typeface="Segoe UI"/>
              </a:rPr>
              <a:t>stream editor which offers </a:t>
            </a:r>
            <a:r>
              <a:rPr lang="en-GB" sz="1200" spc="-25" noProof="0" dirty="0">
                <a:latin typeface="+mn-lt"/>
                <a:cs typeface="Segoe UI"/>
              </a:rPr>
              <a:t>capabilities </a:t>
            </a:r>
            <a:r>
              <a:rPr lang="en-GB" sz="1200" spc="-20" noProof="0" dirty="0">
                <a:latin typeface="+mn-lt"/>
                <a:cs typeface="Segoe UI"/>
              </a:rPr>
              <a:t>that </a:t>
            </a:r>
            <a:r>
              <a:rPr lang="en-GB" sz="1200" spc="-15" noProof="0" dirty="0">
                <a:latin typeface="+mn-lt"/>
                <a:cs typeface="Segoe UI"/>
              </a:rPr>
              <a:t>seem </a:t>
            </a:r>
            <a:r>
              <a:rPr lang="en-GB" sz="1200" noProof="0" dirty="0">
                <a:latin typeface="+mn-lt"/>
                <a:cs typeface="Segoe UI"/>
              </a:rPr>
              <a:t>a </a:t>
            </a:r>
            <a:r>
              <a:rPr lang="en-GB" sz="1200" spc="-20" noProof="0" dirty="0">
                <a:latin typeface="+mn-lt"/>
                <a:cs typeface="Segoe UI"/>
              </a:rPr>
              <a:t>natural extension </a:t>
            </a:r>
            <a:r>
              <a:rPr lang="en-GB" sz="1200" spc="-10" noProof="0" dirty="0">
                <a:latin typeface="+mn-lt"/>
                <a:cs typeface="Segoe UI"/>
              </a:rPr>
              <a:t>of </a:t>
            </a:r>
            <a:r>
              <a:rPr lang="en-GB" sz="1200" spc="-25" noProof="0" dirty="0">
                <a:latin typeface="+mn-lt"/>
                <a:cs typeface="Segoe UI"/>
              </a:rPr>
              <a:t>interactive </a:t>
            </a:r>
            <a:r>
              <a:rPr lang="en-GB" sz="1200" spc="-20" noProof="0" dirty="0">
                <a:latin typeface="+mn-lt"/>
                <a:cs typeface="Segoe UI"/>
              </a:rPr>
              <a:t>text editing.</a:t>
            </a:r>
          </a:p>
          <a:p>
            <a:pPr marL="12700" marR="20320">
              <a:lnSpc>
                <a:spcPct val="100000"/>
              </a:lnSpc>
              <a:spcBef>
                <a:spcPts val="105"/>
              </a:spcBef>
            </a:pPr>
            <a:r>
              <a:rPr lang="en-GB" sz="1200" spc="-10" noProof="0" dirty="0">
                <a:latin typeface="+mn-lt"/>
                <a:cs typeface="Segoe UI"/>
              </a:rPr>
              <a:t>For </a:t>
            </a:r>
            <a:r>
              <a:rPr lang="en-GB" sz="1200" spc="-260" noProof="0" dirty="0">
                <a:latin typeface="+mn-lt"/>
                <a:cs typeface="Segoe UI"/>
              </a:rPr>
              <a:t> </a:t>
            </a:r>
            <a:r>
              <a:rPr lang="en-GB" sz="1200" spc="-25" noProof="0" dirty="0">
                <a:latin typeface="+mn-lt"/>
                <a:cs typeface="Segoe UI"/>
              </a:rPr>
              <a:t>instance,</a:t>
            </a:r>
            <a:r>
              <a:rPr lang="en-GB" sz="1200" spc="-65" noProof="0" dirty="0">
                <a:latin typeface="+mn-lt"/>
                <a:cs typeface="Segoe UI"/>
              </a:rPr>
              <a:t> </a:t>
            </a:r>
            <a:r>
              <a:rPr lang="en-GB" sz="1200" spc="-15" noProof="0" dirty="0">
                <a:latin typeface="+mn-lt"/>
                <a:cs typeface="Segoe UI"/>
              </a:rPr>
              <a:t>it</a:t>
            </a:r>
            <a:r>
              <a:rPr lang="en-GB" sz="1200" spc="-40" noProof="0" dirty="0">
                <a:latin typeface="+mn-lt"/>
                <a:cs typeface="Segoe UI"/>
              </a:rPr>
              <a:t> </a:t>
            </a:r>
            <a:r>
              <a:rPr lang="en-GB" sz="1200" spc="-20" noProof="0" dirty="0">
                <a:latin typeface="+mn-lt"/>
                <a:cs typeface="Segoe UI"/>
              </a:rPr>
              <a:t>can</a:t>
            </a:r>
            <a:r>
              <a:rPr lang="en-GB" sz="1200" spc="-30" noProof="0" dirty="0">
                <a:latin typeface="+mn-lt"/>
                <a:cs typeface="Segoe UI"/>
              </a:rPr>
              <a:t> </a:t>
            </a:r>
            <a:r>
              <a:rPr lang="en-GB" sz="1200" spc="-5" noProof="0" dirty="0">
                <a:latin typeface="+mn-lt"/>
                <a:cs typeface="Segoe UI"/>
              </a:rPr>
              <a:t>be</a:t>
            </a:r>
            <a:r>
              <a:rPr lang="en-GB" sz="1200" spc="-55" noProof="0" dirty="0">
                <a:latin typeface="+mn-lt"/>
                <a:cs typeface="Segoe UI"/>
              </a:rPr>
              <a:t> </a:t>
            </a:r>
            <a:r>
              <a:rPr lang="en-GB" sz="1200" spc="-15" noProof="0" dirty="0">
                <a:latin typeface="+mn-lt"/>
                <a:cs typeface="Segoe UI"/>
              </a:rPr>
              <a:t>used</a:t>
            </a:r>
            <a:r>
              <a:rPr lang="en-GB" sz="1200" spc="-50" noProof="0" dirty="0">
                <a:latin typeface="+mn-lt"/>
                <a:cs typeface="Segoe UI"/>
              </a:rPr>
              <a:t> </a:t>
            </a:r>
            <a:r>
              <a:rPr lang="en-GB" sz="1200" spc="-15" noProof="0" dirty="0">
                <a:latin typeface="+mn-lt"/>
                <a:cs typeface="Segoe UI"/>
              </a:rPr>
              <a:t>to</a:t>
            </a:r>
            <a:r>
              <a:rPr lang="en-GB" sz="1200" spc="-25" noProof="0" dirty="0">
                <a:latin typeface="+mn-lt"/>
                <a:cs typeface="Segoe UI"/>
              </a:rPr>
              <a:t> </a:t>
            </a:r>
            <a:r>
              <a:rPr lang="en-GB" sz="1200" spc="-20" noProof="0" dirty="0">
                <a:latin typeface="+mn-lt"/>
                <a:cs typeface="Segoe UI"/>
              </a:rPr>
              <a:t>search</a:t>
            </a:r>
            <a:r>
              <a:rPr lang="en-GB" sz="1200" spc="-30" noProof="0" dirty="0">
                <a:latin typeface="+mn-lt"/>
                <a:cs typeface="Segoe UI"/>
              </a:rPr>
              <a:t> </a:t>
            </a:r>
            <a:r>
              <a:rPr lang="en-GB" sz="1200" spc="-15" noProof="0" dirty="0">
                <a:latin typeface="+mn-lt"/>
                <a:cs typeface="Segoe UI"/>
              </a:rPr>
              <a:t>and</a:t>
            </a:r>
            <a:r>
              <a:rPr lang="en-GB" sz="1200" spc="-55" noProof="0" dirty="0">
                <a:latin typeface="+mn-lt"/>
                <a:cs typeface="Segoe UI"/>
              </a:rPr>
              <a:t> </a:t>
            </a:r>
            <a:r>
              <a:rPr lang="en-GB" sz="1200" spc="-20" noProof="0" dirty="0">
                <a:latin typeface="+mn-lt"/>
                <a:cs typeface="Segoe UI"/>
              </a:rPr>
              <a:t>replace</a:t>
            </a:r>
            <a:r>
              <a:rPr lang="en-GB" sz="1200" spc="-30" noProof="0" dirty="0">
                <a:latin typeface="+mn-lt"/>
                <a:cs typeface="Segoe UI"/>
              </a:rPr>
              <a:t> </a:t>
            </a:r>
            <a:r>
              <a:rPr lang="en-GB" sz="1200" spc="-20" noProof="0" dirty="0">
                <a:latin typeface="+mn-lt"/>
                <a:cs typeface="Segoe UI"/>
              </a:rPr>
              <a:t>text</a:t>
            </a:r>
            <a:r>
              <a:rPr lang="en-GB" sz="1200" spc="-15" noProof="0" dirty="0">
                <a:latin typeface="+mn-lt"/>
                <a:cs typeface="Segoe UI"/>
              </a:rPr>
              <a:t> </a:t>
            </a:r>
            <a:r>
              <a:rPr lang="en-GB" sz="1200" spc="-20" noProof="0" dirty="0">
                <a:latin typeface="+mn-lt"/>
                <a:cs typeface="Segoe UI"/>
              </a:rPr>
              <a:t>globally</a:t>
            </a:r>
            <a:r>
              <a:rPr lang="en-GB" sz="1200" spc="-65" noProof="0" dirty="0">
                <a:latin typeface="+mn-lt"/>
                <a:cs typeface="Segoe UI"/>
              </a:rPr>
              <a:t> </a:t>
            </a:r>
            <a:r>
              <a:rPr lang="en-GB" sz="1200" spc="-15" noProof="0" dirty="0">
                <a:latin typeface="+mn-lt"/>
                <a:cs typeface="Segoe UI"/>
              </a:rPr>
              <a:t>in</a:t>
            </a:r>
            <a:r>
              <a:rPr lang="en-GB" sz="1200" spc="-30" noProof="0" dirty="0">
                <a:latin typeface="+mn-lt"/>
                <a:cs typeface="Segoe UI"/>
              </a:rPr>
              <a:t> </a:t>
            </a:r>
            <a:r>
              <a:rPr lang="en-GB" sz="1200" spc="5" noProof="0" dirty="0">
                <a:latin typeface="+mn-lt"/>
                <a:cs typeface="Segoe UI"/>
              </a:rPr>
              <a:t>a</a:t>
            </a:r>
            <a:r>
              <a:rPr lang="en-GB" sz="1200" spc="-40" noProof="0" dirty="0">
                <a:latin typeface="+mn-lt"/>
                <a:cs typeface="Segoe UI"/>
              </a:rPr>
              <a:t> </a:t>
            </a:r>
            <a:r>
              <a:rPr lang="en-GB" sz="1200" spc="-20" noProof="0" dirty="0">
                <a:latin typeface="+mn-lt"/>
                <a:cs typeface="Segoe UI"/>
              </a:rPr>
              <a:t>file</a:t>
            </a:r>
            <a:r>
              <a:rPr lang="en-GB" sz="1200" spc="-30" noProof="0" dirty="0">
                <a:latin typeface="+mn-lt"/>
                <a:cs typeface="Segoe UI"/>
              </a:rPr>
              <a:t> </a:t>
            </a:r>
            <a:r>
              <a:rPr lang="en-GB" sz="1200" spc="-10" noProof="0" dirty="0">
                <a:latin typeface="+mn-lt"/>
                <a:cs typeface="Segoe UI"/>
              </a:rPr>
              <a:t>or</a:t>
            </a:r>
            <a:r>
              <a:rPr lang="en-GB" sz="1200" spc="-45" noProof="0" dirty="0">
                <a:latin typeface="+mn-lt"/>
                <a:cs typeface="Segoe UI"/>
              </a:rPr>
              <a:t> </a:t>
            </a:r>
            <a:r>
              <a:rPr lang="en-GB" sz="1200" spc="-15" noProof="0" dirty="0">
                <a:latin typeface="+mn-lt"/>
                <a:cs typeface="Segoe UI"/>
              </a:rPr>
              <a:t>group</a:t>
            </a:r>
            <a:r>
              <a:rPr lang="en-GB" sz="1200" spc="-75" noProof="0" dirty="0">
                <a:latin typeface="+mn-lt"/>
                <a:cs typeface="Segoe UI"/>
              </a:rPr>
              <a:t> </a:t>
            </a:r>
            <a:r>
              <a:rPr lang="en-GB" sz="1200" spc="-10" noProof="0" dirty="0">
                <a:latin typeface="+mn-lt"/>
                <a:cs typeface="Segoe UI"/>
              </a:rPr>
              <a:t>of</a:t>
            </a:r>
            <a:r>
              <a:rPr lang="en-GB" sz="1200" spc="-65" noProof="0" dirty="0">
                <a:latin typeface="+mn-lt"/>
                <a:cs typeface="Segoe UI"/>
              </a:rPr>
              <a:t> </a:t>
            </a:r>
            <a:r>
              <a:rPr lang="en-GB" sz="1200" spc="-20" noProof="0" dirty="0">
                <a:latin typeface="+mn-lt"/>
                <a:cs typeface="Segoe UI"/>
              </a:rPr>
              <a:t>files. </a:t>
            </a:r>
          </a:p>
          <a:p>
            <a:pPr marL="12700" marR="20320">
              <a:lnSpc>
                <a:spcPct val="100000"/>
              </a:lnSpc>
              <a:spcBef>
                <a:spcPts val="105"/>
              </a:spcBef>
            </a:pPr>
            <a:r>
              <a:rPr lang="en-GB" sz="1200" spc="-20" noProof="0" dirty="0">
                <a:latin typeface="+mn-lt"/>
                <a:cs typeface="Segoe UI"/>
              </a:rPr>
              <a:t>Whereas</a:t>
            </a:r>
            <a:r>
              <a:rPr lang="en-GB" sz="1200" spc="-50" noProof="0" dirty="0">
                <a:latin typeface="+mn-lt"/>
                <a:cs typeface="Segoe UI"/>
              </a:rPr>
              <a:t> </a:t>
            </a:r>
            <a:r>
              <a:rPr lang="en-GB" sz="1200" spc="-15" noProof="0" dirty="0" err="1">
                <a:latin typeface="+mn-lt"/>
                <a:cs typeface="Segoe UI"/>
              </a:rPr>
              <a:t>sed</a:t>
            </a:r>
            <a:r>
              <a:rPr lang="en-GB" sz="1200" spc="-25" noProof="0" dirty="0">
                <a:latin typeface="+mn-lt"/>
                <a:cs typeface="Segoe UI"/>
              </a:rPr>
              <a:t> </a:t>
            </a:r>
            <a:r>
              <a:rPr lang="en-GB" sz="1200" spc="-20" noProof="0" dirty="0">
                <a:latin typeface="+mn-lt"/>
                <a:cs typeface="Segoe UI"/>
              </a:rPr>
              <a:t>could</a:t>
            </a:r>
            <a:r>
              <a:rPr lang="en-GB" sz="1200" spc="-50" noProof="0" dirty="0">
                <a:latin typeface="+mn-lt"/>
                <a:cs typeface="Segoe UI"/>
              </a:rPr>
              <a:t> </a:t>
            </a:r>
            <a:r>
              <a:rPr lang="en-GB" sz="1200" spc="-5" noProof="0" dirty="0">
                <a:latin typeface="+mn-lt"/>
                <a:cs typeface="Segoe UI"/>
              </a:rPr>
              <a:t>be </a:t>
            </a:r>
            <a:r>
              <a:rPr lang="en-GB" sz="1200" spc="-260" noProof="0" dirty="0">
                <a:latin typeface="+mn-lt"/>
                <a:cs typeface="Segoe UI"/>
              </a:rPr>
              <a:t> </a:t>
            </a:r>
            <a:r>
              <a:rPr lang="en-GB" sz="1200" spc="-15" noProof="0" dirty="0">
                <a:latin typeface="+mn-lt"/>
                <a:cs typeface="Segoe UI"/>
              </a:rPr>
              <a:t>used to </a:t>
            </a:r>
            <a:r>
              <a:rPr lang="en-GB" sz="1200" spc="-20" noProof="0" dirty="0">
                <a:latin typeface="+mn-lt"/>
                <a:cs typeface="Segoe UI"/>
              </a:rPr>
              <a:t>make </a:t>
            </a:r>
            <a:r>
              <a:rPr lang="en-GB" sz="1200" noProof="0" dirty="0">
                <a:latin typeface="+mn-lt"/>
                <a:cs typeface="Segoe UI"/>
              </a:rPr>
              <a:t>a </a:t>
            </a:r>
            <a:r>
              <a:rPr lang="en-GB" sz="1200" spc="-20" noProof="0" dirty="0">
                <a:latin typeface="+mn-lt"/>
                <a:cs typeface="Segoe UI"/>
              </a:rPr>
              <a:t>single change </a:t>
            </a:r>
            <a:r>
              <a:rPr lang="en-GB" sz="1200" spc="-15" noProof="0" dirty="0">
                <a:latin typeface="+mn-lt"/>
                <a:cs typeface="Segoe UI"/>
              </a:rPr>
              <a:t>to </a:t>
            </a:r>
            <a:r>
              <a:rPr lang="en-GB" sz="1200" noProof="0" dirty="0">
                <a:latin typeface="+mn-lt"/>
                <a:cs typeface="Segoe UI"/>
              </a:rPr>
              <a:t>a </a:t>
            </a:r>
            <a:r>
              <a:rPr lang="en-GB" sz="1200" spc="-20" noProof="0" dirty="0">
                <a:latin typeface="+mn-lt"/>
                <a:cs typeface="Segoe UI"/>
              </a:rPr>
              <a:t>single </a:t>
            </a:r>
            <a:r>
              <a:rPr lang="en-GB" sz="1200" spc="-25" noProof="0" dirty="0">
                <a:latin typeface="+mn-lt"/>
                <a:cs typeface="Segoe UI"/>
              </a:rPr>
              <a:t>file, </a:t>
            </a:r>
            <a:r>
              <a:rPr lang="en-GB" sz="1200" spc="-15" noProof="0" dirty="0">
                <a:latin typeface="+mn-lt"/>
                <a:cs typeface="Segoe UI"/>
              </a:rPr>
              <a:t>it </a:t>
            </a:r>
            <a:r>
              <a:rPr lang="en-GB" sz="1200" spc="-20" noProof="0" dirty="0">
                <a:latin typeface="+mn-lt"/>
                <a:cs typeface="Segoe UI"/>
              </a:rPr>
              <a:t>can </a:t>
            </a:r>
            <a:r>
              <a:rPr lang="en-GB" sz="1200" spc="-25" noProof="0" dirty="0">
                <a:latin typeface="+mn-lt"/>
                <a:cs typeface="Segoe UI"/>
              </a:rPr>
              <a:t>also </a:t>
            </a:r>
            <a:r>
              <a:rPr lang="en-GB" sz="1200" spc="-20" noProof="0" dirty="0">
                <a:latin typeface="+mn-lt"/>
                <a:cs typeface="Segoe UI"/>
              </a:rPr>
              <a:t>make </a:t>
            </a:r>
            <a:r>
              <a:rPr lang="en-GB" sz="1200" spc="-10" noProof="0" dirty="0">
                <a:latin typeface="+mn-lt"/>
                <a:cs typeface="Segoe UI"/>
              </a:rPr>
              <a:t>20 </a:t>
            </a:r>
            <a:r>
              <a:rPr lang="en-GB" sz="1200" spc="-20" noProof="0" dirty="0">
                <a:latin typeface="+mn-lt"/>
                <a:cs typeface="Segoe UI"/>
              </a:rPr>
              <a:t>changes </a:t>
            </a:r>
            <a:r>
              <a:rPr lang="en-GB" sz="1200" spc="-15" noProof="0" dirty="0">
                <a:latin typeface="+mn-lt"/>
                <a:cs typeface="Segoe UI"/>
              </a:rPr>
              <a:t>to 1000 </a:t>
            </a:r>
            <a:r>
              <a:rPr lang="en-GB" sz="1200" spc="-25" noProof="0" dirty="0">
                <a:latin typeface="+mn-lt"/>
                <a:cs typeface="Segoe UI"/>
              </a:rPr>
              <a:t>files </a:t>
            </a:r>
            <a:r>
              <a:rPr lang="en-GB" sz="1200" spc="-15" noProof="0" dirty="0">
                <a:latin typeface="+mn-lt"/>
                <a:cs typeface="Segoe UI"/>
              </a:rPr>
              <a:t>in </a:t>
            </a:r>
            <a:r>
              <a:rPr lang="en-GB" sz="1200" noProof="0" dirty="0">
                <a:latin typeface="+mn-lt"/>
                <a:cs typeface="Segoe UI"/>
              </a:rPr>
              <a:t>a </a:t>
            </a:r>
            <a:r>
              <a:rPr lang="en-GB" sz="1200" spc="-25" noProof="0" dirty="0">
                <a:latin typeface="+mn-lt"/>
                <a:cs typeface="Segoe UI"/>
              </a:rPr>
              <a:t>matter </a:t>
            </a:r>
            <a:r>
              <a:rPr lang="en-GB" sz="1200" spc="-10" noProof="0" dirty="0">
                <a:latin typeface="+mn-lt"/>
                <a:cs typeface="Segoe UI"/>
              </a:rPr>
              <a:t>of </a:t>
            </a:r>
            <a:r>
              <a:rPr lang="en-GB" sz="1200" spc="-5" noProof="0" dirty="0">
                <a:latin typeface="+mn-lt"/>
                <a:cs typeface="Segoe UI"/>
              </a:rPr>
              <a:t> </a:t>
            </a:r>
            <a:r>
              <a:rPr lang="en-GB" sz="1200" spc="-20" noProof="0" dirty="0">
                <a:latin typeface="+mn-lt"/>
                <a:cs typeface="Segoe UI"/>
              </a:rPr>
              <a:t>seconds.</a:t>
            </a:r>
            <a:endParaRPr lang="en-GB" sz="1200" noProof="0" dirty="0">
              <a:latin typeface="+mn-lt"/>
              <a:cs typeface="Segoe UI"/>
            </a:endParaRPr>
          </a:p>
          <a:p>
            <a:pPr marL="12700" marR="73660">
              <a:lnSpc>
                <a:spcPct val="100000"/>
              </a:lnSpc>
              <a:spcBef>
                <a:spcPts val="605"/>
              </a:spcBef>
            </a:pPr>
            <a:endParaRPr lang="en-GB" sz="1200" spc="-15" noProof="0" dirty="0">
              <a:latin typeface="+mn-lt"/>
              <a:cs typeface="Segoe UI"/>
            </a:endParaRPr>
          </a:p>
          <a:p>
            <a:pPr marL="12700" marR="73660">
              <a:lnSpc>
                <a:spcPct val="100000"/>
              </a:lnSpc>
              <a:spcBef>
                <a:spcPts val="605"/>
              </a:spcBef>
            </a:pPr>
            <a:r>
              <a:rPr lang="en-GB" sz="1200" spc="-15" noProof="0" dirty="0">
                <a:latin typeface="+mn-lt"/>
                <a:cs typeface="Segoe UI"/>
              </a:rPr>
              <a:t>Most </a:t>
            </a:r>
            <a:r>
              <a:rPr lang="en-GB" sz="1200" spc="-10" noProof="0" dirty="0">
                <a:latin typeface="+mn-lt"/>
                <a:cs typeface="Segoe UI"/>
              </a:rPr>
              <a:t>of </a:t>
            </a:r>
            <a:r>
              <a:rPr lang="en-GB" sz="1200" spc="-20" noProof="0" dirty="0">
                <a:latin typeface="+mn-lt"/>
                <a:cs typeface="Segoe UI"/>
              </a:rPr>
              <a:t>these </a:t>
            </a:r>
            <a:r>
              <a:rPr lang="en-GB" sz="1200" spc="-25" noProof="0" dirty="0">
                <a:latin typeface="+mn-lt"/>
                <a:cs typeface="Segoe UI"/>
              </a:rPr>
              <a:t>actions </a:t>
            </a:r>
            <a:r>
              <a:rPr lang="en-GB" sz="1200" spc="-20" noProof="0" dirty="0">
                <a:latin typeface="+mn-lt"/>
                <a:cs typeface="Segoe UI"/>
              </a:rPr>
              <a:t>could </a:t>
            </a:r>
            <a:r>
              <a:rPr lang="en-GB" sz="1200" spc="-10" noProof="0" dirty="0">
                <a:latin typeface="+mn-lt"/>
                <a:cs typeface="Segoe UI"/>
              </a:rPr>
              <a:t>be </a:t>
            </a:r>
            <a:r>
              <a:rPr lang="en-GB" sz="1200" spc="-15" noProof="0" dirty="0">
                <a:latin typeface="+mn-lt"/>
                <a:cs typeface="Segoe UI"/>
              </a:rPr>
              <a:t>done </a:t>
            </a:r>
            <a:r>
              <a:rPr lang="en-GB" sz="1200" spc="-25" noProof="0" dirty="0">
                <a:latin typeface="+mn-lt"/>
                <a:cs typeface="Segoe UI"/>
              </a:rPr>
              <a:t>manually </a:t>
            </a:r>
            <a:r>
              <a:rPr lang="en-GB" sz="1200" spc="-15" noProof="0" dirty="0">
                <a:latin typeface="+mn-lt"/>
                <a:cs typeface="Segoe UI"/>
              </a:rPr>
              <a:t>from </a:t>
            </a:r>
            <a:r>
              <a:rPr lang="en-GB" sz="1200" spc="-25" noProof="0" dirty="0">
                <a:latin typeface="+mn-lt"/>
                <a:cs typeface="Segoe UI"/>
              </a:rPr>
              <a:t>within </a:t>
            </a:r>
            <a:r>
              <a:rPr lang="en-GB" sz="1200" spc="-20" noProof="0" dirty="0">
                <a:latin typeface="+mn-lt"/>
                <a:cs typeface="Segoe UI"/>
              </a:rPr>
              <a:t>vi, replacing </a:t>
            </a:r>
            <a:r>
              <a:rPr lang="en-GB" sz="1200" spc="-25" noProof="0" dirty="0">
                <a:latin typeface="+mn-lt"/>
                <a:cs typeface="Segoe UI"/>
              </a:rPr>
              <a:t>text, </a:t>
            </a:r>
            <a:r>
              <a:rPr lang="en-GB" sz="1200" spc="-20" noProof="0" dirty="0">
                <a:latin typeface="+mn-lt"/>
                <a:cs typeface="Segoe UI"/>
              </a:rPr>
              <a:t> deleting</a:t>
            </a:r>
            <a:r>
              <a:rPr lang="en-GB" sz="1200" spc="-75" noProof="0" dirty="0">
                <a:latin typeface="+mn-lt"/>
                <a:cs typeface="Segoe UI"/>
              </a:rPr>
              <a:t> </a:t>
            </a:r>
            <a:r>
              <a:rPr lang="en-GB" sz="1200" spc="-20" noProof="0" dirty="0">
                <a:latin typeface="+mn-lt"/>
                <a:cs typeface="Segoe UI"/>
              </a:rPr>
              <a:t>lines,</a:t>
            </a:r>
            <a:r>
              <a:rPr lang="en-GB" sz="1200" spc="-60" noProof="0" dirty="0">
                <a:latin typeface="+mn-lt"/>
                <a:cs typeface="Segoe UI"/>
              </a:rPr>
              <a:t> </a:t>
            </a:r>
            <a:r>
              <a:rPr lang="en-GB" sz="1200" spc="-20" noProof="0" dirty="0">
                <a:latin typeface="+mn-lt"/>
                <a:cs typeface="Segoe UI"/>
              </a:rPr>
              <a:t>inserting</a:t>
            </a:r>
            <a:r>
              <a:rPr lang="en-GB" sz="1200" spc="-45" noProof="0" dirty="0">
                <a:latin typeface="+mn-lt"/>
                <a:cs typeface="Segoe UI"/>
              </a:rPr>
              <a:t> </a:t>
            </a:r>
            <a:r>
              <a:rPr lang="en-GB" sz="1200" spc="-15" noProof="0" dirty="0">
                <a:latin typeface="+mn-lt"/>
                <a:cs typeface="Segoe UI"/>
              </a:rPr>
              <a:t>new</a:t>
            </a:r>
            <a:r>
              <a:rPr lang="en-GB" sz="1200" spc="-65" noProof="0" dirty="0">
                <a:latin typeface="+mn-lt"/>
                <a:cs typeface="Segoe UI"/>
              </a:rPr>
              <a:t> </a:t>
            </a:r>
            <a:r>
              <a:rPr lang="en-GB" sz="1200" spc="-25" noProof="0" dirty="0">
                <a:latin typeface="+mn-lt"/>
                <a:cs typeface="Segoe UI"/>
              </a:rPr>
              <a:t>text,</a:t>
            </a:r>
            <a:r>
              <a:rPr lang="en-GB" sz="1200" spc="-5" noProof="0" dirty="0">
                <a:latin typeface="+mn-lt"/>
                <a:cs typeface="Segoe UI"/>
              </a:rPr>
              <a:t> </a:t>
            </a:r>
            <a:r>
              <a:rPr lang="en-GB" sz="1200" spc="-20" noProof="0" dirty="0">
                <a:latin typeface="+mn-lt"/>
                <a:cs typeface="Segoe UI"/>
              </a:rPr>
              <a:t>etc.</a:t>
            </a:r>
          </a:p>
          <a:p>
            <a:pPr marL="12700" marR="73660">
              <a:lnSpc>
                <a:spcPct val="100000"/>
              </a:lnSpc>
              <a:spcBef>
                <a:spcPts val="605"/>
              </a:spcBef>
            </a:pPr>
            <a:r>
              <a:rPr lang="en-GB" sz="1200" spc="-15" noProof="0" dirty="0">
                <a:latin typeface="+mn-lt"/>
                <a:cs typeface="Segoe UI"/>
              </a:rPr>
              <a:t>The</a:t>
            </a:r>
            <a:r>
              <a:rPr lang="en-GB" sz="1200" spc="-55" noProof="0" dirty="0">
                <a:latin typeface="+mn-lt"/>
                <a:cs typeface="Segoe UI"/>
              </a:rPr>
              <a:t> </a:t>
            </a:r>
            <a:r>
              <a:rPr lang="en-GB" sz="1200" spc="-25" noProof="0" dirty="0">
                <a:latin typeface="+mn-lt"/>
                <a:cs typeface="Segoe UI"/>
              </a:rPr>
              <a:t>advantage</a:t>
            </a:r>
            <a:r>
              <a:rPr lang="en-GB" sz="1200" noProof="0" dirty="0">
                <a:latin typeface="+mn-lt"/>
                <a:cs typeface="Segoe UI"/>
              </a:rPr>
              <a:t> </a:t>
            </a:r>
            <a:r>
              <a:rPr lang="en-GB" sz="1200" spc="-10" noProof="0" dirty="0">
                <a:latin typeface="+mn-lt"/>
                <a:cs typeface="Segoe UI"/>
              </a:rPr>
              <a:t>of</a:t>
            </a:r>
            <a:r>
              <a:rPr lang="en-GB" sz="1200" spc="-60" noProof="0" dirty="0">
                <a:latin typeface="+mn-lt"/>
                <a:cs typeface="Segoe UI"/>
              </a:rPr>
              <a:t> </a:t>
            </a:r>
            <a:r>
              <a:rPr lang="en-GB" sz="1200" spc="-15" noProof="0" dirty="0" err="1">
                <a:latin typeface="+mn-lt"/>
                <a:cs typeface="Segoe UI"/>
              </a:rPr>
              <a:t>sed</a:t>
            </a:r>
            <a:r>
              <a:rPr lang="en-GB" sz="1200" spc="-50" noProof="0" dirty="0">
                <a:latin typeface="+mn-lt"/>
                <a:cs typeface="Segoe UI"/>
              </a:rPr>
              <a:t> </a:t>
            </a:r>
            <a:r>
              <a:rPr lang="en-GB" sz="1200" spc="-15" noProof="0" dirty="0">
                <a:latin typeface="+mn-lt"/>
                <a:cs typeface="Segoe UI"/>
              </a:rPr>
              <a:t>is</a:t>
            </a:r>
            <a:r>
              <a:rPr lang="en-GB" sz="1200" spc="-20" noProof="0" dirty="0">
                <a:latin typeface="+mn-lt"/>
                <a:cs typeface="Segoe UI"/>
              </a:rPr>
              <a:t> that</a:t>
            </a:r>
            <a:r>
              <a:rPr lang="en-GB" sz="1200" spc="-35" noProof="0" dirty="0">
                <a:latin typeface="+mn-lt"/>
                <a:cs typeface="Segoe UI"/>
              </a:rPr>
              <a:t> </a:t>
            </a:r>
            <a:r>
              <a:rPr lang="en-GB" sz="1200" spc="-20" noProof="0" dirty="0">
                <a:latin typeface="+mn-lt"/>
                <a:cs typeface="Segoe UI"/>
              </a:rPr>
              <a:t>all</a:t>
            </a:r>
            <a:r>
              <a:rPr lang="en-GB" sz="1200" spc="-30" noProof="0" dirty="0">
                <a:latin typeface="+mn-lt"/>
                <a:cs typeface="Segoe UI"/>
              </a:rPr>
              <a:t> </a:t>
            </a:r>
            <a:r>
              <a:rPr lang="en-GB" sz="1200" spc="-20" noProof="0" dirty="0">
                <a:latin typeface="+mn-lt"/>
                <a:cs typeface="Segoe UI"/>
              </a:rPr>
              <a:t>instructions</a:t>
            </a:r>
            <a:r>
              <a:rPr lang="en-GB" sz="1200" spc="-50" noProof="0" dirty="0">
                <a:latin typeface="+mn-lt"/>
                <a:cs typeface="Segoe UI"/>
              </a:rPr>
              <a:t> </a:t>
            </a:r>
            <a:r>
              <a:rPr lang="en-GB" sz="1200" spc="-20" noProof="0" dirty="0">
                <a:latin typeface="+mn-lt"/>
                <a:cs typeface="Segoe UI"/>
              </a:rPr>
              <a:t>may</a:t>
            </a:r>
            <a:r>
              <a:rPr lang="en-GB" sz="1200" spc="-10" noProof="0" dirty="0">
                <a:latin typeface="+mn-lt"/>
                <a:cs typeface="Segoe UI"/>
              </a:rPr>
              <a:t> be</a:t>
            </a:r>
            <a:r>
              <a:rPr lang="en-GB" sz="1200" spc="-55" noProof="0" dirty="0">
                <a:latin typeface="+mn-lt"/>
                <a:cs typeface="Segoe UI"/>
              </a:rPr>
              <a:t> </a:t>
            </a:r>
            <a:r>
              <a:rPr lang="en-GB" sz="1200" spc="-25" noProof="0" dirty="0">
                <a:latin typeface="+mn-lt"/>
                <a:cs typeface="Segoe UI"/>
              </a:rPr>
              <a:t>specified</a:t>
            </a:r>
            <a:r>
              <a:rPr lang="en-GB" sz="1200" spc="-20" noProof="0" dirty="0">
                <a:latin typeface="+mn-lt"/>
                <a:cs typeface="Segoe UI"/>
              </a:rPr>
              <a:t> </a:t>
            </a:r>
            <a:r>
              <a:rPr lang="en-GB" sz="1200" spc="-15" noProof="0" dirty="0">
                <a:latin typeface="+mn-lt"/>
                <a:cs typeface="Segoe UI"/>
              </a:rPr>
              <a:t>in</a:t>
            </a:r>
            <a:r>
              <a:rPr lang="en-GB" sz="1200" spc="-50" noProof="0" dirty="0">
                <a:latin typeface="+mn-lt"/>
                <a:cs typeface="Segoe UI"/>
              </a:rPr>
              <a:t> </a:t>
            </a:r>
            <a:r>
              <a:rPr lang="en-GB" sz="1200" spc="-10" noProof="0" dirty="0">
                <a:latin typeface="+mn-lt"/>
                <a:cs typeface="Segoe UI"/>
              </a:rPr>
              <a:t>one </a:t>
            </a:r>
            <a:r>
              <a:rPr lang="en-GB" sz="1200" spc="-260" noProof="0" dirty="0">
                <a:latin typeface="+mn-lt"/>
                <a:cs typeface="Segoe UI"/>
              </a:rPr>
              <a:t> </a:t>
            </a:r>
            <a:r>
              <a:rPr lang="en-GB" sz="1200" spc="-20" noProof="0" dirty="0">
                <a:latin typeface="+mn-lt"/>
                <a:cs typeface="Segoe UI"/>
              </a:rPr>
              <a:t>place </a:t>
            </a:r>
            <a:r>
              <a:rPr lang="en-GB" sz="1200" spc="-15" noProof="0" dirty="0">
                <a:latin typeface="+mn-lt"/>
                <a:cs typeface="Segoe UI"/>
              </a:rPr>
              <a:t>and </a:t>
            </a:r>
            <a:r>
              <a:rPr lang="en-GB" sz="1200" spc="-25" noProof="0" dirty="0">
                <a:latin typeface="+mn-lt"/>
                <a:cs typeface="Segoe UI"/>
              </a:rPr>
              <a:t>executed </a:t>
            </a:r>
            <a:r>
              <a:rPr lang="en-GB" sz="1200" spc="-15" noProof="0" dirty="0">
                <a:latin typeface="+mn-lt"/>
                <a:cs typeface="Segoe UI"/>
              </a:rPr>
              <a:t>in </a:t>
            </a:r>
            <a:r>
              <a:rPr lang="en-GB" sz="1200" spc="5" noProof="0" dirty="0">
                <a:latin typeface="+mn-lt"/>
                <a:cs typeface="Segoe UI"/>
              </a:rPr>
              <a:t>a </a:t>
            </a:r>
            <a:r>
              <a:rPr lang="en-GB" sz="1200" spc="-20" noProof="0" dirty="0">
                <a:latin typeface="+mn-lt"/>
                <a:cs typeface="Segoe UI"/>
              </a:rPr>
              <a:t>single </a:t>
            </a:r>
            <a:r>
              <a:rPr lang="en-GB" sz="1200" spc="-15" noProof="0" dirty="0">
                <a:latin typeface="+mn-lt"/>
                <a:cs typeface="Segoe UI"/>
              </a:rPr>
              <a:t>pass through </a:t>
            </a:r>
            <a:r>
              <a:rPr lang="en-GB" sz="1200" spc="-20" noProof="0" dirty="0">
                <a:latin typeface="+mn-lt"/>
                <a:cs typeface="Segoe UI"/>
              </a:rPr>
              <a:t>the file.</a:t>
            </a:r>
          </a:p>
          <a:p>
            <a:pPr marL="12700" marR="5080">
              <a:lnSpc>
                <a:spcPct val="100000"/>
              </a:lnSpc>
              <a:spcBef>
                <a:spcPts val="600"/>
              </a:spcBef>
            </a:pPr>
            <a:endParaRPr lang="en-GB" sz="1200" spc="-15" noProof="0" dirty="0">
              <a:latin typeface="+mn-lt"/>
              <a:cs typeface="Segoe UI"/>
            </a:endParaRPr>
          </a:p>
          <a:p>
            <a:pPr marL="12700" marR="5080">
              <a:lnSpc>
                <a:spcPct val="100000"/>
              </a:lnSpc>
              <a:spcBef>
                <a:spcPts val="600"/>
              </a:spcBef>
            </a:pPr>
            <a:r>
              <a:rPr lang="en-GB" sz="1200" spc="-15" noProof="0" dirty="0" err="1">
                <a:latin typeface="+mn-lt"/>
                <a:cs typeface="Segoe UI"/>
              </a:rPr>
              <a:t>sed</a:t>
            </a:r>
            <a:r>
              <a:rPr lang="en-GB" sz="1200" spc="-15" noProof="0" dirty="0">
                <a:latin typeface="+mn-lt"/>
                <a:cs typeface="Segoe UI"/>
              </a:rPr>
              <a:t> </a:t>
            </a:r>
            <a:r>
              <a:rPr lang="en-GB" sz="1200" spc="-20" noProof="0" dirty="0">
                <a:latin typeface="+mn-lt"/>
                <a:cs typeface="Segoe UI"/>
              </a:rPr>
              <a:t>can </a:t>
            </a:r>
            <a:r>
              <a:rPr lang="en-GB" sz="1200" spc="-10" noProof="0" dirty="0">
                <a:latin typeface="+mn-lt"/>
                <a:cs typeface="Segoe UI"/>
              </a:rPr>
              <a:t>be </a:t>
            </a:r>
            <a:r>
              <a:rPr lang="en-GB" sz="1200" spc="-15" noProof="0" dirty="0">
                <a:latin typeface="+mn-lt"/>
                <a:cs typeface="Segoe UI"/>
              </a:rPr>
              <a:t>used to </a:t>
            </a:r>
            <a:r>
              <a:rPr lang="en-GB" sz="1200" spc="-25" noProof="0" dirty="0">
                <a:latin typeface="+mn-lt"/>
                <a:cs typeface="Segoe UI"/>
              </a:rPr>
              <a:t>achieve </a:t>
            </a:r>
            <a:r>
              <a:rPr lang="en-GB" sz="1200" spc="-20" noProof="0" dirty="0">
                <a:latin typeface="+mn-lt"/>
                <a:cs typeface="Segoe UI"/>
              </a:rPr>
              <a:t>consistency </a:t>
            </a:r>
            <a:r>
              <a:rPr lang="en-GB" sz="1200" spc="-15" noProof="0" dirty="0">
                <a:latin typeface="+mn-lt"/>
                <a:cs typeface="Segoe UI"/>
              </a:rPr>
              <a:t>throughout </a:t>
            </a:r>
            <a:r>
              <a:rPr lang="en-GB" sz="1200" noProof="0" dirty="0">
                <a:latin typeface="+mn-lt"/>
                <a:cs typeface="Segoe UI"/>
              </a:rPr>
              <a:t>a </a:t>
            </a:r>
            <a:r>
              <a:rPr lang="en-GB" sz="1200" spc="-20" noProof="0" dirty="0">
                <a:latin typeface="+mn-lt"/>
                <a:cs typeface="Segoe UI"/>
              </a:rPr>
              <a:t>document.</a:t>
            </a:r>
          </a:p>
          <a:p>
            <a:pPr marL="12700" marR="5080">
              <a:lnSpc>
                <a:spcPct val="100000"/>
              </a:lnSpc>
              <a:spcBef>
                <a:spcPts val="600"/>
              </a:spcBef>
            </a:pPr>
            <a:r>
              <a:rPr lang="en-GB" sz="1200" spc="-15" noProof="0" dirty="0">
                <a:latin typeface="+mn-lt"/>
                <a:cs typeface="Segoe UI"/>
              </a:rPr>
              <a:t>It </a:t>
            </a:r>
            <a:r>
              <a:rPr lang="en-GB" sz="1200" spc="-20" noProof="0" dirty="0">
                <a:latin typeface="+mn-lt"/>
                <a:cs typeface="Segoe UI"/>
              </a:rPr>
              <a:t>can </a:t>
            </a:r>
            <a:r>
              <a:rPr lang="en-GB" sz="1200" spc="-10" noProof="0" dirty="0">
                <a:latin typeface="+mn-lt"/>
                <a:cs typeface="Segoe UI"/>
              </a:rPr>
              <a:t>be </a:t>
            </a:r>
            <a:r>
              <a:rPr lang="en-GB" sz="1200" spc="-15" noProof="0" dirty="0">
                <a:latin typeface="+mn-lt"/>
                <a:cs typeface="Segoe UI"/>
              </a:rPr>
              <a:t>used to </a:t>
            </a:r>
            <a:r>
              <a:rPr lang="en-GB" sz="1200" spc="-20" noProof="0" dirty="0">
                <a:latin typeface="+mn-lt"/>
                <a:cs typeface="Segoe UI"/>
              </a:rPr>
              <a:t>insert </a:t>
            </a:r>
            <a:r>
              <a:rPr lang="en-GB" sz="1200" spc="-25" noProof="0" dirty="0">
                <a:latin typeface="+mn-lt"/>
                <a:cs typeface="Segoe UI"/>
              </a:rPr>
              <a:t>special </a:t>
            </a:r>
            <a:r>
              <a:rPr lang="en-GB" sz="1200" spc="-20" noProof="0" dirty="0">
                <a:latin typeface="+mn-lt"/>
                <a:cs typeface="Segoe UI"/>
              </a:rPr>
              <a:t> </a:t>
            </a:r>
            <a:r>
              <a:rPr lang="en-GB" sz="1200" spc="-25" noProof="0" dirty="0">
                <a:latin typeface="+mn-lt"/>
                <a:cs typeface="Segoe UI"/>
              </a:rPr>
              <a:t>typesetting</a:t>
            </a:r>
            <a:r>
              <a:rPr lang="en-GB" sz="1200" spc="-45" noProof="0" dirty="0">
                <a:latin typeface="+mn-lt"/>
                <a:cs typeface="Segoe UI"/>
              </a:rPr>
              <a:t> </a:t>
            </a:r>
            <a:r>
              <a:rPr lang="en-GB" sz="1200" spc="-20" noProof="0" dirty="0">
                <a:latin typeface="+mn-lt"/>
                <a:cs typeface="Segoe UI"/>
              </a:rPr>
              <a:t>codes</a:t>
            </a:r>
            <a:r>
              <a:rPr lang="en-GB" sz="1200" spc="-50" noProof="0" dirty="0">
                <a:latin typeface="+mn-lt"/>
                <a:cs typeface="Segoe UI"/>
              </a:rPr>
              <a:t> </a:t>
            </a:r>
            <a:r>
              <a:rPr lang="en-GB" sz="1200" spc="-10" noProof="0" dirty="0">
                <a:latin typeface="+mn-lt"/>
                <a:cs typeface="Segoe UI"/>
              </a:rPr>
              <a:t>or</a:t>
            </a:r>
            <a:r>
              <a:rPr lang="en-GB" sz="1200" spc="-35" noProof="0" dirty="0">
                <a:latin typeface="+mn-lt"/>
                <a:cs typeface="Segoe UI"/>
              </a:rPr>
              <a:t> </a:t>
            </a:r>
            <a:r>
              <a:rPr lang="en-GB" sz="1200" spc="-20" noProof="0" dirty="0">
                <a:latin typeface="+mn-lt"/>
                <a:cs typeface="Segoe UI"/>
              </a:rPr>
              <a:t>symbols</a:t>
            </a:r>
            <a:r>
              <a:rPr lang="en-GB" sz="1200" spc="-45" noProof="0" dirty="0">
                <a:latin typeface="+mn-lt"/>
                <a:cs typeface="Segoe UI"/>
              </a:rPr>
              <a:t> </a:t>
            </a:r>
            <a:r>
              <a:rPr lang="en-GB" sz="1200" spc="-15" noProof="0" dirty="0">
                <a:latin typeface="+mn-lt"/>
                <a:cs typeface="Segoe UI"/>
              </a:rPr>
              <a:t>prior</a:t>
            </a:r>
            <a:r>
              <a:rPr lang="en-GB" sz="1200" spc="-40" noProof="0" dirty="0">
                <a:latin typeface="+mn-lt"/>
                <a:cs typeface="Segoe UI"/>
              </a:rPr>
              <a:t> </a:t>
            </a:r>
            <a:r>
              <a:rPr lang="en-GB" sz="1200" spc="-15" noProof="0" dirty="0">
                <a:latin typeface="+mn-lt"/>
                <a:cs typeface="Segoe UI"/>
              </a:rPr>
              <a:t>to</a:t>
            </a:r>
            <a:r>
              <a:rPr lang="en-GB" sz="1200" spc="-40" noProof="0" dirty="0">
                <a:latin typeface="+mn-lt"/>
                <a:cs typeface="Segoe UI"/>
              </a:rPr>
              <a:t> </a:t>
            </a:r>
            <a:r>
              <a:rPr lang="en-GB" sz="1200" spc="-25" noProof="0" dirty="0">
                <a:latin typeface="+mn-lt"/>
                <a:cs typeface="Segoe UI"/>
              </a:rPr>
              <a:t>formatting.</a:t>
            </a:r>
            <a:r>
              <a:rPr lang="en-GB" sz="1200" spc="5" noProof="0" dirty="0">
                <a:latin typeface="+mn-lt"/>
                <a:cs typeface="Segoe UI"/>
              </a:rPr>
              <a:t> </a:t>
            </a:r>
          </a:p>
          <a:p>
            <a:pPr marL="12700">
              <a:lnSpc>
                <a:spcPct val="100000"/>
              </a:lnSpc>
              <a:spcBef>
                <a:spcPts val="605"/>
              </a:spcBef>
            </a:pPr>
            <a:r>
              <a:rPr lang="en-GB" sz="1200" spc="-15" noProof="0" dirty="0" err="1">
                <a:latin typeface="+mn-lt"/>
                <a:cs typeface="Segoe UI"/>
              </a:rPr>
              <a:t>sed</a:t>
            </a:r>
            <a:r>
              <a:rPr lang="en-GB" sz="1200" spc="-80" noProof="0" dirty="0">
                <a:latin typeface="+mn-lt"/>
                <a:cs typeface="Segoe UI"/>
              </a:rPr>
              <a:t> </a:t>
            </a:r>
            <a:r>
              <a:rPr lang="en-GB" sz="1200" spc="-20" noProof="0" dirty="0">
                <a:latin typeface="+mn-lt"/>
                <a:cs typeface="Segoe UI"/>
              </a:rPr>
              <a:t>also</a:t>
            </a:r>
            <a:r>
              <a:rPr lang="en-GB" sz="1200" spc="-15" noProof="0" dirty="0">
                <a:latin typeface="+mn-lt"/>
                <a:cs typeface="Segoe UI"/>
              </a:rPr>
              <a:t> has</a:t>
            </a:r>
            <a:r>
              <a:rPr lang="en-GB" sz="1200" spc="-25"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25" noProof="0" dirty="0">
                <a:latin typeface="+mn-lt"/>
                <a:cs typeface="Segoe UI"/>
              </a:rPr>
              <a:t>ability</a:t>
            </a:r>
            <a:r>
              <a:rPr lang="en-GB" sz="1200" spc="-15" noProof="0" dirty="0">
                <a:latin typeface="+mn-lt"/>
                <a:cs typeface="Segoe UI"/>
              </a:rPr>
              <a:t> to</a:t>
            </a:r>
            <a:r>
              <a:rPr lang="en-GB" sz="1200" spc="-45" noProof="0" dirty="0">
                <a:latin typeface="+mn-lt"/>
                <a:cs typeface="Segoe UI"/>
              </a:rPr>
              <a:t> </a:t>
            </a:r>
            <a:r>
              <a:rPr lang="en-GB" sz="1200" spc="-20" noProof="0" dirty="0">
                <a:latin typeface="+mn-lt"/>
                <a:cs typeface="Segoe UI"/>
              </a:rPr>
              <a:t>act</a:t>
            </a:r>
            <a:r>
              <a:rPr lang="en-GB" sz="1200" spc="-15" noProof="0" dirty="0">
                <a:latin typeface="+mn-lt"/>
                <a:cs typeface="Segoe UI"/>
              </a:rPr>
              <a:t> as</a:t>
            </a:r>
            <a:r>
              <a:rPr lang="en-GB" sz="1200" spc="-25" noProof="0" dirty="0">
                <a:latin typeface="+mn-lt"/>
                <a:cs typeface="Segoe UI"/>
              </a:rPr>
              <a:t> </a:t>
            </a:r>
            <a:r>
              <a:rPr lang="en-GB" sz="1200" noProof="0" dirty="0">
                <a:latin typeface="+mn-lt"/>
                <a:cs typeface="Segoe UI"/>
              </a:rPr>
              <a:t>a</a:t>
            </a:r>
            <a:r>
              <a:rPr lang="en-GB" sz="1200" spc="-40" noProof="0" dirty="0">
                <a:latin typeface="+mn-lt"/>
                <a:cs typeface="Segoe UI"/>
              </a:rPr>
              <a:t> </a:t>
            </a:r>
            <a:r>
              <a:rPr lang="en-GB" sz="1200" spc="-25" noProof="0" dirty="0">
                <a:latin typeface="+mn-lt"/>
                <a:cs typeface="Segoe UI"/>
              </a:rPr>
              <a:t>filter.</a:t>
            </a:r>
            <a:endParaRPr lang="en-GB" sz="1200" spc="235" noProof="0" dirty="0">
              <a:latin typeface="+mn-lt"/>
              <a:cs typeface="Segoe UI"/>
            </a:endParaRPr>
          </a:p>
          <a:p>
            <a:pPr marL="12700">
              <a:lnSpc>
                <a:spcPct val="100000"/>
              </a:lnSpc>
              <a:spcBef>
                <a:spcPts val="605"/>
              </a:spcBef>
            </a:pPr>
            <a:r>
              <a:rPr lang="en-GB" sz="1200" spc="5" noProof="0" dirty="0">
                <a:latin typeface="+mn-lt"/>
                <a:cs typeface="Segoe UI"/>
              </a:rPr>
              <a:t>A</a:t>
            </a:r>
            <a:r>
              <a:rPr lang="en-GB" sz="1200" spc="-30" noProof="0" dirty="0">
                <a:latin typeface="+mn-lt"/>
                <a:cs typeface="Segoe UI"/>
              </a:rPr>
              <a:t> </a:t>
            </a:r>
            <a:r>
              <a:rPr lang="en-GB" sz="1200" spc="-20" noProof="0" dirty="0">
                <a:latin typeface="+mn-lt"/>
                <a:cs typeface="Segoe UI"/>
              </a:rPr>
              <a:t>file</a:t>
            </a:r>
            <a:r>
              <a:rPr lang="en-GB" sz="1200" spc="-30" noProof="0" dirty="0">
                <a:latin typeface="+mn-lt"/>
                <a:cs typeface="Segoe UI"/>
              </a:rPr>
              <a:t> </a:t>
            </a:r>
            <a:r>
              <a:rPr lang="en-GB" sz="1200" spc="-20" noProof="0" dirty="0">
                <a:latin typeface="+mn-lt"/>
                <a:cs typeface="Segoe UI"/>
              </a:rPr>
              <a:t>can</a:t>
            </a:r>
            <a:r>
              <a:rPr lang="en-GB" sz="1200" spc="-25" noProof="0" dirty="0">
                <a:latin typeface="+mn-lt"/>
                <a:cs typeface="Segoe UI"/>
              </a:rPr>
              <a:t> </a:t>
            </a:r>
            <a:r>
              <a:rPr lang="en-GB" sz="1200" spc="-10" noProof="0" dirty="0">
                <a:latin typeface="+mn-lt"/>
                <a:cs typeface="Segoe UI"/>
              </a:rPr>
              <a:t>be</a:t>
            </a:r>
            <a:r>
              <a:rPr lang="en-GB" sz="1200" spc="-55" noProof="0" dirty="0">
                <a:latin typeface="+mn-lt"/>
                <a:cs typeface="Segoe UI"/>
              </a:rPr>
              <a:t> </a:t>
            </a:r>
            <a:r>
              <a:rPr lang="en-GB" sz="1200" spc="-20" noProof="0" dirty="0">
                <a:latin typeface="+mn-lt"/>
                <a:cs typeface="Segoe UI"/>
              </a:rPr>
              <a:t>processed</a:t>
            </a:r>
            <a:r>
              <a:rPr lang="en-GB" sz="1200" spc="-50" noProof="0" dirty="0">
                <a:latin typeface="+mn-lt"/>
                <a:cs typeface="Segoe UI"/>
              </a:rPr>
              <a:t> </a:t>
            </a:r>
            <a:r>
              <a:rPr lang="en-GB" sz="1200" spc="-15" noProof="0" dirty="0">
                <a:latin typeface="+mn-lt"/>
                <a:cs typeface="Segoe UI"/>
              </a:rPr>
              <a:t>and</a:t>
            </a:r>
            <a:r>
              <a:rPr lang="en-GB" sz="1200" spc="-50" noProof="0" dirty="0">
                <a:latin typeface="+mn-lt"/>
                <a:cs typeface="Segoe UI"/>
              </a:rPr>
              <a:t> </a:t>
            </a:r>
            <a:r>
              <a:rPr lang="en-GB" sz="1200" spc="-15" noProof="0" dirty="0">
                <a:latin typeface="+mn-lt"/>
                <a:cs typeface="Segoe UI"/>
              </a:rPr>
              <a:t>sent</a:t>
            </a:r>
            <a:r>
              <a:rPr lang="en-GB" sz="1200" spc="-35" noProof="0" dirty="0">
                <a:latin typeface="+mn-lt"/>
                <a:cs typeface="Segoe UI"/>
              </a:rPr>
              <a:t> </a:t>
            </a:r>
            <a:r>
              <a:rPr lang="en-GB" sz="1200" spc="-15" noProof="0" dirty="0">
                <a:latin typeface="+mn-lt"/>
                <a:cs typeface="Segoe UI"/>
              </a:rPr>
              <a:t>as</a:t>
            </a:r>
            <a:r>
              <a:rPr lang="en-GB" sz="1200" spc="-25" noProof="0" dirty="0">
                <a:latin typeface="+mn-lt"/>
                <a:cs typeface="Segoe UI"/>
              </a:rPr>
              <a:t> </a:t>
            </a:r>
            <a:r>
              <a:rPr lang="en-GB" sz="1200" spc="-15" noProof="0" dirty="0">
                <a:latin typeface="+mn-lt"/>
                <a:cs typeface="Segoe UI"/>
              </a:rPr>
              <a:t>output</a:t>
            </a:r>
            <a:r>
              <a:rPr lang="en-GB" sz="1200" spc="-85" noProof="0" dirty="0">
                <a:latin typeface="+mn-lt"/>
                <a:cs typeface="Segoe UI"/>
              </a:rPr>
              <a:t> </a:t>
            </a:r>
            <a:r>
              <a:rPr lang="en-GB" sz="1200" spc="-15" noProof="0" dirty="0">
                <a:latin typeface="+mn-lt"/>
                <a:cs typeface="Segoe UI"/>
              </a:rPr>
              <a:t>to</a:t>
            </a:r>
            <a:r>
              <a:rPr lang="en-GB" sz="1200" spc="-20" noProof="0" dirty="0">
                <a:latin typeface="+mn-lt"/>
                <a:cs typeface="Segoe UI"/>
              </a:rPr>
              <a:t> another</a:t>
            </a:r>
            <a:r>
              <a:rPr lang="en-GB" sz="1200" spc="-45" noProof="0" dirty="0">
                <a:latin typeface="+mn-lt"/>
                <a:cs typeface="Segoe UI"/>
              </a:rPr>
              <a:t> </a:t>
            </a:r>
            <a:r>
              <a:rPr lang="en-GB" sz="1200" spc="-20" noProof="0" dirty="0">
                <a:latin typeface="+mn-lt"/>
                <a:cs typeface="Segoe UI"/>
              </a:rPr>
              <a:t>program.</a:t>
            </a:r>
            <a:endParaRPr lang="en-GB" sz="1200" noProof="0" dirty="0">
              <a:latin typeface="+mn-lt"/>
              <a:cs typeface="Segoe UI"/>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22</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32099522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105"/>
              </a:spcBef>
            </a:pPr>
            <a:r>
              <a:rPr lang="en-GB" sz="1200" spc="-15" noProof="0" dirty="0" err="1">
                <a:latin typeface="+mn-lt"/>
                <a:cs typeface="Segoe UI"/>
              </a:rPr>
              <a:t>sed</a:t>
            </a:r>
            <a:r>
              <a:rPr lang="en-GB" sz="1200" spc="-80" noProof="0" dirty="0">
                <a:latin typeface="+mn-lt"/>
                <a:cs typeface="Segoe UI"/>
              </a:rPr>
              <a:t> </a:t>
            </a:r>
            <a:r>
              <a:rPr lang="en-GB" sz="1200" spc="-20" noProof="0" dirty="0">
                <a:latin typeface="+mn-lt"/>
                <a:cs typeface="Segoe UI"/>
              </a:rPr>
              <a:t>may</a:t>
            </a:r>
            <a:r>
              <a:rPr lang="en-GB" sz="1200" spc="-15" noProof="0" dirty="0">
                <a:latin typeface="+mn-lt"/>
                <a:cs typeface="Segoe UI"/>
              </a:rPr>
              <a:t> </a:t>
            </a:r>
            <a:r>
              <a:rPr lang="en-GB" sz="1200" spc="-10" noProof="0" dirty="0">
                <a:latin typeface="+mn-lt"/>
                <a:cs typeface="Segoe UI"/>
              </a:rPr>
              <a:t>be</a:t>
            </a:r>
            <a:r>
              <a:rPr lang="en-GB" sz="1200" spc="-55" noProof="0" dirty="0">
                <a:latin typeface="+mn-lt"/>
                <a:cs typeface="Segoe UI"/>
              </a:rPr>
              <a:t> </a:t>
            </a:r>
            <a:r>
              <a:rPr lang="en-GB" sz="1200" spc="-20" noProof="0" dirty="0">
                <a:latin typeface="+mn-lt"/>
                <a:cs typeface="Segoe UI"/>
              </a:rPr>
              <a:t>invoked</a:t>
            </a:r>
            <a:r>
              <a:rPr lang="en-GB" sz="1200" spc="-50" noProof="0" dirty="0">
                <a:latin typeface="+mn-lt"/>
                <a:cs typeface="Segoe UI"/>
              </a:rPr>
              <a:t> </a:t>
            </a:r>
            <a:r>
              <a:rPr lang="en-GB" sz="1200" spc="-15" noProof="0" dirty="0">
                <a:latin typeface="+mn-lt"/>
                <a:cs typeface="Segoe UI"/>
              </a:rPr>
              <a:t>in</a:t>
            </a:r>
            <a:r>
              <a:rPr lang="en-GB" sz="1200" spc="-50" noProof="0" dirty="0">
                <a:latin typeface="+mn-lt"/>
                <a:cs typeface="Segoe UI"/>
              </a:rPr>
              <a:t> </a:t>
            </a:r>
            <a:r>
              <a:rPr lang="en-GB" sz="1200" noProof="0" dirty="0">
                <a:latin typeface="+mn-lt"/>
                <a:cs typeface="Segoe UI"/>
              </a:rPr>
              <a:t>a</a:t>
            </a:r>
            <a:r>
              <a:rPr lang="en-GB" sz="1200" spc="-45" noProof="0" dirty="0">
                <a:latin typeface="+mn-lt"/>
                <a:cs typeface="Segoe UI"/>
              </a:rPr>
              <a:t> </a:t>
            </a:r>
            <a:r>
              <a:rPr lang="en-GB" sz="1200" spc="-15" noProof="0" dirty="0">
                <a:latin typeface="+mn-lt"/>
                <a:cs typeface="Segoe UI"/>
              </a:rPr>
              <a:t>number</a:t>
            </a:r>
            <a:r>
              <a:rPr lang="en-GB" sz="1200" spc="-45" noProof="0" dirty="0">
                <a:latin typeface="+mn-lt"/>
                <a:cs typeface="Segoe UI"/>
              </a:rPr>
              <a:t> </a:t>
            </a:r>
            <a:r>
              <a:rPr lang="en-GB" sz="1200" spc="-10" noProof="0" dirty="0">
                <a:latin typeface="+mn-lt"/>
                <a:cs typeface="Segoe UI"/>
              </a:rPr>
              <a:t>of</a:t>
            </a:r>
            <a:r>
              <a:rPr lang="en-GB" sz="1200" spc="-60" noProof="0" dirty="0">
                <a:latin typeface="+mn-lt"/>
                <a:cs typeface="Segoe UI"/>
              </a:rPr>
              <a:t> </a:t>
            </a:r>
            <a:r>
              <a:rPr lang="en-GB" sz="1200" spc="-25" noProof="0" dirty="0">
                <a:latin typeface="+mn-lt"/>
                <a:cs typeface="Segoe UI"/>
              </a:rPr>
              <a:t>ways.</a:t>
            </a:r>
            <a:r>
              <a:rPr lang="en-GB" sz="1200" spc="-10" noProof="0" dirty="0">
                <a:latin typeface="+mn-lt"/>
                <a:cs typeface="Segoe UI"/>
              </a:rPr>
              <a:t> </a:t>
            </a:r>
            <a:r>
              <a:rPr lang="en-GB" sz="1200" spc="-15" noProof="0" dirty="0">
                <a:latin typeface="+mn-lt"/>
                <a:cs typeface="Segoe UI"/>
              </a:rPr>
              <a:t>Most</a:t>
            </a:r>
            <a:r>
              <a:rPr lang="en-GB" sz="1200" spc="-60" noProof="0" dirty="0">
                <a:latin typeface="+mn-lt"/>
                <a:cs typeface="Segoe UI"/>
              </a:rPr>
              <a:t> </a:t>
            </a:r>
            <a:r>
              <a:rPr lang="en-GB" sz="1200" spc="-20" noProof="0" dirty="0">
                <a:latin typeface="+mn-lt"/>
                <a:cs typeface="Segoe UI"/>
              </a:rPr>
              <a:t>common</a:t>
            </a:r>
            <a:r>
              <a:rPr lang="en-GB" sz="1200" spc="-55" noProof="0" dirty="0">
                <a:latin typeface="+mn-lt"/>
                <a:cs typeface="Segoe UI"/>
              </a:rPr>
              <a:t> </a:t>
            </a:r>
            <a:r>
              <a:rPr lang="en-GB" sz="1200" spc="-20" noProof="0" dirty="0">
                <a:latin typeface="+mn-lt"/>
                <a:cs typeface="Segoe UI"/>
              </a:rPr>
              <a:t>way</a:t>
            </a:r>
            <a:r>
              <a:rPr lang="en-GB" sz="1200" spc="-15" noProof="0" dirty="0">
                <a:latin typeface="+mn-lt"/>
                <a:cs typeface="Segoe UI"/>
              </a:rPr>
              <a:t> is</a:t>
            </a:r>
            <a:r>
              <a:rPr lang="en-GB" sz="1200" spc="-25" noProof="0" dirty="0">
                <a:latin typeface="+mn-lt"/>
                <a:cs typeface="Segoe UI"/>
              </a:rPr>
              <a:t> </a:t>
            </a:r>
            <a:r>
              <a:rPr lang="en-GB" sz="1200" spc="-15" noProof="0" dirty="0">
                <a:latin typeface="+mn-lt"/>
                <a:cs typeface="Segoe UI"/>
              </a:rPr>
              <a:t>to</a:t>
            </a:r>
            <a:r>
              <a:rPr lang="en-GB" sz="1200" spc="-45" noProof="0" dirty="0">
                <a:latin typeface="+mn-lt"/>
                <a:cs typeface="Segoe UI"/>
              </a:rPr>
              <a:t> </a:t>
            </a:r>
            <a:r>
              <a:rPr lang="en-GB" sz="1200" spc="-25" noProof="0" dirty="0">
                <a:latin typeface="+mn-lt"/>
                <a:cs typeface="Segoe UI"/>
              </a:rPr>
              <a:t>call</a:t>
            </a:r>
            <a:r>
              <a:rPr lang="en-GB" sz="1200" spc="-15" noProof="0" dirty="0">
                <a:latin typeface="+mn-lt"/>
                <a:cs typeface="Segoe UI"/>
              </a:rPr>
              <a:t> it</a:t>
            </a:r>
            <a:r>
              <a:rPr lang="en-GB" sz="1200" spc="-35" noProof="0" dirty="0">
                <a:latin typeface="+mn-lt"/>
                <a:cs typeface="Segoe UI"/>
              </a:rPr>
              <a:t> </a:t>
            </a:r>
            <a:r>
              <a:rPr lang="en-GB" sz="1200" spc="-10" noProof="0" dirty="0">
                <a:latin typeface="+mn-lt"/>
                <a:cs typeface="Segoe UI"/>
              </a:rPr>
              <a:t>on</a:t>
            </a:r>
            <a:r>
              <a:rPr lang="en-GB" sz="1200" spc="-50" noProof="0" dirty="0">
                <a:latin typeface="+mn-lt"/>
                <a:cs typeface="Segoe UI"/>
              </a:rPr>
              <a:t> </a:t>
            </a:r>
            <a:r>
              <a:rPr lang="en-GB" sz="1200" spc="-15" noProof="0" dirty="0">
                <a:latin typeface="+mn-lt"/>
                <a:cs typeface="Segoe UI"/>
              </a:rPr>
              <a:t>the</a:t>
            </a:r>
            <a:r>
              <a:rPr lang="en-GB" sz="1200" spc="-60" noProof="0" dirty="0">
                <a:latin typeface="+mn-lt"/>
                <a:cs typeface="Segoe UI"/>
              </a:rPr>
              <a:t> </a:t>
            </a:r>
            <a:r>
              <a:rPr lang="en-GB" sz="1200" spc="-20" noProof="0" dirty="0">
                <a:latin typeface="+mn-lt"/>
                <a:cs typeface="Segoe UI"/>
              </a:rPr>
              <a:t>command</a:t>
            </a:r>
            <a:r>
              <a:rPr lang="en-GB" sz="1200" spc="-25" noProof="0" dirty="0">
                <a:latin typeface="+mn-lt"/>
                <a:cs typeface="Segoe UI"/>
              </a:rPr>
              <a:t> </a:t>
            </a:r>
            <a:r>
              <a:rPr lang="en-GB" sz="1200" spc="-20" noProof="0" dirty="0">
                <a:latin typeface="+mn-lt"/>
                <a:cs typeface="Segoe UI"/>
              </a:rPr>
              <a:t>line</a:t>
            </a:r>
            <a:r>
              <a:rPr lang="en-GB" sz="1200" spc="-60" noProof="0" dirty="0">
                <a:latin typeface="+mn-lt"/>
                <a:cs typeface="Segoe UI"/>
              </a:rPr>
              <a:t> </a:t>
            </a:r>
            <a:r>
              <a:rPr lang="en-GB" sz="1200" spc="-15" noProof="0" dirty="0">
                <a:latin typeface="+mn-lt"/>
                <a:cs typeface="Segoe UI"/>
              </a:rPr>
              <a:t>and pro</a:t>
            </a:r>
            <a:r>
              <a:rPr lang="en-GB" sz="1200" spc="-30" noProof="0" dirty="0">
                <a:latin typeface="+mn-lt"/>
                <a:cs typeface="Segoe UI"/>
              </a:rPr>
              <a:t>vi</a:t>
            </a:r>
            <a:r>
              <a:rPr lang="en-GB" sz="1200" spc="-15" noProof="0" dirty="0">
                <a:latin typeface="+mn-lt"/>
                <a:cs typeface="Segoe UI"/>
              </a:rPr>
              <a:t>d</a:t>
            </a:r>
            <a:r>
              <a:rPr lang="en-GB" sz="1200" spc="5" noProof="0" dirty="0">
                <a:latin typeface="+mn-lt"/>
                <a:cs typeface="Segoe UI"/>
              </a:rPr>
              <a:t>e</a:t>
            </a:r>
            <a:r>
              <a:rPr lang="en-GB" sz="1200" spc="-110" noProof="0" dirty="0">
                <a:latin typeface="+mn-lt"/>
                <a:cs typeface="Segoe UI"/>
              </a:rPr>
              <a:t> </a:t>
            </a:r>
            <a:r>
              <a:rPr lang="en-GB" sz="1200" spc="-35" noProof="0" dirty="0">
                <a:latin typeface="+mn-lt"/>
                <a:cs typeface="Segoe UI"/>
              </a:rPr>
              <a:t>t</a:t>
            </a:r>
            <a:r>
              <a:rPr lang="en-GB" sz="1200" spc="-20" noProof="0" dirty="0">
                <a:latin typeface="+mn-lt"/>
                <a:cs typeface="Segoe UI"/>
              </a:rPr>
              <a:t>h</a:t>
            </a:r>
            <a:r>
              <a:rPr lang="en-GB" sz="1200" spc="5" noProof="0" dirty="0">
                <a:latin typeface="+mn-lt"/>
                <a:cs typeface="Segoe UI"/>
              </a:rPr>
              <a:t>e</a:t>
            </a:r>
            <a:r>
              <a:rPr lang="en-GB" sz="1200" spc="-35" noProof="0" dirty="0">
                <a:latin typeface="+mn-lt"/>
                <a:cs typeface="Segoe UI"/>
              </a:rPr>
              <a:t> </a:t>
            </a:r>
            <a:r>
              <a:rPr lang="en-GB" sz="1200" spc="-20" noProof="0" dirty="0">
                <a:latin typeface="+mn-lt"/>
                <a:cs typeface="Segoe UI"/>
              </a:rPr>
              <a:t>e</a:t>
            </a:r>
            <a:r>
              <a:rPr lang="en-GB" sz="1200" spc="-15" noProof="0" dirty="0">
                <a:latin typeface="+mn-lt"/>
                <a:cs typeface="Segoe UI"/>
              </a:rPr>
              <a:t>d</a:t>
            </a:r>
            <a:r>
              <a:rPr lang="en-GB" sz="1200" spc="-30" noProof="0" dirty="0">
                <a:latin typeface="+mn-lt"/>
                <a:cs typeface="Segoe UI"/>
              </a:rPr>
              <a:t>i</a:t>
            </a:r>
            <a:r>
              <a:rPr lang="en-GB" sz="1200" spc="-35" noProof="0" dirty="0">
                <a:latin typeface="+mn-lt"/>
                <a:cs typeface="Segoe UI"/>
              </a:rPr>
              <a:t>t</a:t>
            </a:r>
            <a:r>
              <a:rPr lang="en-GB" sz="1200" spc="-30" noProof="0" dirty="0">
                <a:latin typeface="+mn-lt"/>
                <a:cs typeface="Segoe UI"/>
              </a:rPr>
              <a:t>i</a:t>
            </a:r>
            <a:r>
              <a:rPr lang="en-GB" sz="1200" spc="-20" noProof="0" dirty="0">
                <a:latin typeface="+mn-lt"/>
                <a:cs typeface="Segoe UI"/>
              </a:rPr>
              <a:t>n</a:t>
            </a:r>
            <a:r>
              <a:rPr lang="en-GB" sz="1200" spc="5" noProof="0" dirty="0">
                <a:latin typeface="+mn-lt"/>
                <a:cs typeface="Segoe UI"/>
              </a:rPr>
              <a:t>g</a:t>
            </a:r>
            <a:r>
              <a:rPr lang="en-GB" sz="1200" spc="-55" noProof="0" dirty="0">
                <a:latin typeface="+mn-lt"/>
                <a:cs typeface="Segoe UI"/>
              </a:rPr>
              <a:t> </a:t>
            </a:r>
            <a:r>
              <a:rPr lang="en-GB" sz="1200" spc="-35" noProof="0" dirty="0">
                <a:latin typeface="+mn-lt"/>
                <a:cs typeface="Segoe UI"/>
              </a:rPr>
              <a:t>c</a:t>
            </a:r>
            <a:r>
              <a:rPr lang="en-GB" sz="1200" spc="-15" noProof="0" dirty="0">
                <a:latin typeface="+mn-lt"/>
                <a:cs typeface="Segoe UI"/>
              </a:rPr>
              <a:t>o</a:t>
            </a:r>
            <a:r>
              <a:rPr lang="en-GB" sz="1200" spc="-30" noProof="0" dirty="0">
                <a:latin typeface="+mn-lt"/>
                <a:cs typeface="Segoe UI"/>
              </a:rPr>
              <a:t>mma</a:t>
            </a:r>
            <a:r>
              <a:rPr lang="en-GB" sz="1200" spc="-20" noProof="0" dirty="0">
                <a:latin typeface="+mn-lt"/>
                <a:cs typeface="Segoe UI"/>
              </a:rPr>
              <a:t>n</a:t>
            </a:r>
            <a:r>
              <a:rPr lang="en-GB" sz="1200" spc="5" noProof="0" dirty="0">
                <a:latin typeface="+mn-lt"/>
                <a:cs typeface="Segoe UI"/>
              </a:rPr>
              <a:t>d</a:t>
            </a:r>
            <a:r>
              <a:rPr lang="en-GB" sz="1200" spc="-55" noProof="0" dirty="0">
                <a:latin typeface="+mn-lt"/>
                <a:cs typeface="Segoe UI"/>
              </a:rPr>
              <a:t> </a:t>
            </a:r>
            <a:r>
              <a:rPr lang="en-GB" sz="1200" spc="-30" noProof="0" dirty="0">
                <a:latin typeface="+mn-lt"/>
                <a:cs typeface="Segoe UI"/>
              </a:rPr>
              <a:t>a</a:t>
            </a:r>
            <a:r>
              <a:rPr lang="en-GB" sz="1200" noProof="0" dirty="0">
                <a:latin typeface="+mn-lt"/>
                <a:cs typeface="Segoe UI"/>
              </a:rPr>
              <a:t>t</a:t>
            </a:r>
            <a:r>
              <a:rPr lang="en-GB" sz="1200" spc="-20" noProof="0" dirty="0">
                <a:latin typeface="+mn-lt"/>
                <a:cs typeface="Segoe UI"/>
              </a:rPr>
              <a:t> </a:t>
            </a:r>
            <a:r>
              <a:rPr lang="en-GB" sz="1200" spc="-35" noProof="0" dirty="0">
                <a:latin typeface="+mn-lt"/>
                <a:cs typeface="Segoe UI"/>
              </a:rPr>
              <a:t>t</a:t>
            </a:r>
            <a:r>
              <a:rPr lang="en-GB" sz="1200" spc="-20" noProof="0" dirty="0">
                <a:latin typeface="+mn-lt"/>
                <a:cs typeface="Segoe UI"/>
              </a:rPr>
              <a:t>h</a:t>
            </a:r>
            <a:r>
              <a:rPr lang="en-GB" sz="1200" spc="5" noProof="0" dirty="0">
                <a:latin typeface="+mn-lt"/>
                <a:cs typeface="Segoe UI"/>
              </a:rPr>
              <a:t>e</a:t>
            </a:r>
            <a:r>
              <a:rPr lang="en-GB" sz="1200" spc="-60" noProof="0" dirty="0">
                <a:latin typeface="+mn-lt"/>
                <a:cs typeface="Segoe UI"/>
              </a:rPr>
              <a:t> </a:t>
            </a:r>
            <a:r>
              <a:rPr lang="en-GB" sz="1200" spc="-25" noProof="0" dirty="0">
                <a:latin typeface="+mn-lt"/>
                <a:cs typeface="Segoe UI"/>
              </a:rPr>
              <a:t>s</a:t>
            </a:r>
            <a:r>
              <a:rPr lang="en-GB" sz="1200" spc="-30" noProof="0" dirty="0">
                <a:latin typeface="+mn-lt"/>
                <a:cs typeface="Segoe UI"/>
              </a:rPr>
              <a:t>am</a:t>
            </a:r>
            <a:r>
              <a:rPr lang="en-GB" sz="1200" spc="5" noProof="0" dirty="0">
                <a:latin typeface="+mn-lt"/>
                <a:cs typeface="Segoe UI"/>
              </a:rPr>
              <a:t>e</a:t>
            </a:r>
            <a:r>
              <a:rPr lang="en-GB" sz="1200" spc="-15" noProof="0" dirty="0">
                <a:latin typeface="+mn-lt"/>
                <a:cs typeface="Segoe UI"/>
              </a:rPr>
              <a:t> </a:t>
            </a:r>
            <a:r>
              <a:rPr lang="en-GB" sz="1200" spc="-35" noProof="0" dirty="0">
                <a:latin typeface="+mn-lt"/>
                <a:cs typeface="Segoe UI"/>
              </a:rPr>
              <a:t>t</a:t>
            </a:r>
            <a:r>
              <a:rPr lang="en-GB" sz="1200" spc="-30" noProof="0" dirty="0">
                <a:latin typeface="+mn-lt"/>
                <a:cs typeface="Segoe UI"/>
              </a:rPr>
              <a:t>im</a:t>
            </a:r>
            <a:r>
              <a:rPr lang="en-GB" sz="1200" spc="-20" noProof="0" dirty="0">
                <a:latin typeface="+mn-lt"/>
                <a:cs typeface="Segoe UI"/>
              </a:rPr>
              <a:t>e</a:t>
            </a:r>
            <a:r>
              <a:rPr lang="en-GB" sz="1200" noProof="0" dirty="0">
                <a:latin typeface="+mn-lt"/>
                <a:cs typeface="Segoe UI"/>
              </a:rPr>
              <a:t>.</a:t>
            </a:r>
          </a:p>
          <a:p>
            <a:pPr marL="12700">
              <a:lnSpc>
                <a:spcPct val="100000"/>
              </a:lnSpc>
              <a:spcBef>
                <a:spcPts val="105"/>
              </a:spcBef>
            </a:pPr>
            <a:endParaRPr lang="en-GB" sz="1200" noProof="0" dirty="0">
              <a:latin typeface="+mn-lt"/>
              <a:cs typeface="Segoe UI"/>
            </a:endParaRPr>
          </a:p>
          <a:p>
            <a:pPr marL="12700" marR="5080">
              <a:lnSpc>
                <a:spcPct val="100000"/>
              </a:lnSpc>
              <a:spcBef>
                <a:spcPts val="600"/>
              </a:spcBef>
            </a:pPr>
            <a:r>
              <a:rPr lang="en-GB" sz="1200" spc="-15" noProof="0" dirty="0">
                <a:latin typeface="+mn-lt"/>
                <a:cs typeface="Segoe UI"/>
              </a:rPr>
              <a:t>There</a:t>
            </a:r>
            <a:r>
              <a:rPr lang="en-GB" sz="1200" spc="-85" noProof="0" dirty="0">
                <a:latin typeface="+mn-lt"/>
                <a:cs typeface="Segoe UI"/>
              </a:rPr>
              <a:t> </a:t>
            </a:r>
            <a:r>
              <a:rPr lang="en-GB" sz="1200" spc="-15" noProof="0" dirty="0">
                <a:latin typeface="+mn-lt"/>
                <a:cs typeface="Segoe UI"/>
              </a:rPr>
              <a:t>is</a:t>
            </a:r>
            <a:r>
              <a:rPr lang="en-GB" sz="1200" spc="-25" noProof="0" dirty="0">
                <a:latin typeface="+mn-lt"/>
                <a:cs typeface="Segoe UI"/>
              </a:rPr>
              <a:t> </a:t>
            </a:r>
            <a:r>
              <a:rPr lang="en-GB" sz="1200" spc="-10" noProof="0" dirty="0">
                <a:latin typeface="+mn-lt"/>
                <a:cs typeface="Segoe UI"/>
              </a:rPr>
              <a:t>no</a:t>
            </a:r>
            <a:r>
              <a:rPr lang="en-GB" sz="1200" spc="-45" noProof="0" dirty="0">
                <a:latin typeface="+mn-lt"/>
                <a:cs typeface="Segoe UI"/>
              </a:rPr>
              <a:t> </a:t>
            </a:r>
            <a:r>
              <a:rPr lang="en-GB" sz="1200" spc="-15" noProof="0" dirty="0">
                <a:latin typeface="+mn-lt"/>
                <a:cs typeface="Segoe UI"/>
              </a:rPr>
              <a:t>problem</a:t>
            </a:r>
            <a:r>
              <a:rPr lang="en-GB" sz="1200" spc="-85" noProof="0" dirty="0">
                <a:latin typeface="+mn-lt"/>
                <a:cs typeface="Segoe UI"/>
              </a:rPr>
              <a:t> </a:t>
            </a:r>
            <a:r>
              <a:rPr lang="en-GB" sz="1200" spc="-20" noProof="0" dirty="0">
                <a:latin typeface="+mn-lt"/>
                <a:cs typeface="Segoe UI"/>
              </a:rPr>
              <a:t>requesting</a:t>
            </a:r>
            <a:r>
              <a:rPr lang="en-GB" sz="1200" spc="-75" noProof="0" dirty="0">
                <a:latin typeface="+mn-lt"/>
                <a:cs typeface="Segoe UI"/>
              </a:rPr>
              <a:t> </a:t>
            </a:r>
            <a:r>
              <a:rPr lang="en-GB" sz="1200" spc="-15" noProof="0" dirty="0">
                <a:latin typeface="+mn-lt"/>
                <a:cs typeface="Segoe UI"/>
              </a:rPr>
              <a:t>more</a:t>
            </a:r>
            <a:r>
              <a:rPr lang="en-GB" sz="1200" spc="-55" noProof="0" dirty="0">
                <a:latin typeface="+mn-lt"/>
                <a:cs typeface="Segoe UI"/>
              </a:rPr>
              <a:t> </a:t>
            </a:r>
            <a:r>
              <a:rPr lang="en-GB" sz="1200" spc="-20" noProof="0" dirty="0">
                <a:latin typeface="+mn-lt"/>
                <a:cs typeface="Segoe UI"/>
              </a:rPr>
              <a:t>than</a:t>
            </a:r>
            <a:r>
              <a:rPr lang="en-GB" sz="1200" spc="-25" noProof="0" dirty="0">
                <a:latin typeface="+mn-lt"/>
                <a:cs typeface="Segoe UI"/>
              </a:rPr>
              <a:t> </a:t>
            </a:r>
            <a:r>
              <a:rPr lang="en-GB" sz="1200" spc="-10" noProof="0" dirty="0">
                <a:latin typeface="+mn-lt"/>
                <a:cs typeface="Segoe UI"/>
              </a:rPr>
              <a:t>one</a:t>
            </a:r>
            <a:r>
              <a:rPr lang="en-GB" sz="1200" spc="-60" noProof="0" dirty="0">
                <a:latin typeface="+mn-lt"/>
                <a:cs typeface="Segoe UI"/>
              </a:rPr>
              <a:t> </a:t>
            </a:r>
            <a:r>
              <a:rPr lang="en-GB" sz="1200" spc="-20" noProof="0" dirty="0">
                <a:latin typeface="+mn-lt"/>
                <a:cs typeface="Segoe UI"/>
              </a:rPr>
              <a:t>editing</a:t>
            </a:r>
            <a:r>
              <a:rPr lang="en-GB" sz="1200" spc="-50" noProof="0" dirty="0">
                <a:latin typeface="+mn-lt"/>
                <a:cs typeface="Segoe UI"/>
              </a:rPr>
              <a:t> </a:t>
            </a:r>
            <a:r>
              <a:rPr lang="en-GB" sz="1200" spc="-20" noProof="0" dirty="0">
                <a:latin typeface="+mn-lt"/>
                <a:cs typeface="Segoe UI"/>
              </a:rPr>
              <a:t>commands,</a:t>
            </a:r>
            <a:r>
              <a:rPr lang="en-GB" sz="1200" spc="-60" noProof="0" dirty="0">
                <a:latin typeface="+mn-lt"/>
                <a:cs typeface="Segoe UI"/>
              </a:rPr>
              <a:t> </a:t>
            </a:r>
            <a:r>
              <a:rPr lang="en-GB" sz="1200" spc="-15" noProof="0" dirty="0">
                <a:latin typeface="+mn-lt"/>
                <a:cs typeface="Segoe UI"/>
              </a:rPr>
              <a:t>and</a:t>
            </a:r>
            <a:r>
              <a:rPr lang="en-GB" sz="1200" spc="-25" noProof="0" dirty="0">
                <a:latin typeface="+mn-lt"/>
                <a:cs typeface="Segoe UI"/>
              </a:rPr>
              <a:t> </a:t>
            </a:r>
            <a:r>
              <a:rPr lang="en-GB" sz="1200" spc="-15" noProof="0" dirty="0">
                <a:latin typeface="+mn-lt"/>
                <a:cs typeface="Segoe UI"/>
              </a:rPr>
              <a:t>if</a:t>
            </a:r>
            <a:r>
              <a:rPr lang="en-GB" sz="1200" spc="-35" noProof="0" dirty="0">
                <a:latin typeface="+mn-lt"/>
                <a:cs typeface="Segoe UI"/>
              </a:rPr>
              <a:t> </a:t>
            </a:r>
            <a:r>
              <a:rPr lang="en-GB" sz="1200" spc="-20" noProof="0" dirty="0">
                <a:latin typeface="+mn-lt"/>
                <a:cs typeface="Segoe UI"/>
              </a:rPr>
              <a:t>this</a:t>
            </a:r>
            <a:r>
              <a:rPr lang="en-GB" sz="1200" spc="-50" noProof="0" dirty="0">
                <a:latin typeface="+mn-lt"/>
                <a:cs typeface="Segoe UI"/>
              </a:rPr>
              <a:t> </a:t>
            </a:r>
            <a:r>
              <a:rPr lang="en-GB" sz="1200" spc="-15" noProof="0" dirty="0">
                <a:latin typeface="+mn-lt"/>
                <a:cs typeface="Segoe UI"/>
              </a:rPr>
              <a:t>is</a:t>
            </a:r>
            <a:r>
              <a:rPr lang="en-GB" sz="1200" spc="-25" noProof="0" dirty="0">
                <a:latin typeface="+mn-lt"/>
                <a:cs typeface="Segoe UI"/>
              </a:rPr>
              <a:t> </a:t>
            </a:r>
            <a:r>
              <a:rPr lang="en-GB" sz="1200" spc="-20" noProof="0" dirty="0">
                <a:latin typeface="+mn-lt"/>
                <a:cs typeface="Segoe UI"/>
              </a:rPr>
              <a:t>what</a:t>
            </a:r>
            <a:r>
              <a:rPr lang="en-GB" sz="1200" spc="-35" noProof="0" dirty="0">
                <a:latin typeface="+mn-lt"/>
                <a:cs typeface="Segoe UI"/>
              </a:rPr>
              <a:t> </a:t>
            </a:r>
            <a:r>
              <a:rPr lang="en-GB" sz="1200" spc="-15" noProof="0" dirty="0">
                <a:latin typeface="+mn-lt"/>
                <a:cs typeface="Segoe UI"/>
              </a:rPr>
              <a:t>you</a:t>
            </a:r>
            <a:r>
              <a:rPr lang="en-GB" sz="1200" spc="-50" noProof="0" dirty="0">
                <a:latin typeface="+mn-lt"/>
                <a:cs typeface="Segoe UI"/>
              </a:rPr>
              <a:t> </a:t>
            </a:r>
            <a:r>
              <a:rPr lang="en-GB" sz="1200" spc="-15" noProof="0" dirty="0">
                <a:latin typeface="+mn-lt"/>
                <a:cs typeface="Segoe UI"/>
              </a:rPr>
              <a:t>need,</a:t>
            </a:r>
            <a:r>
              <a:rPr lang="en-GB" sz="1200" spc="-60" noProof="0" dirty="0">
                <a:latin typeface="+mn-lt"/>
                <a:cs typeface="Segoe UI"/>
              </a:rPr>
              <a:t> </a:t>
            </a:r>
            <a:r>
              <a:rPr lang="en-GB" sz="1200" spc="-20" noProof="0" dirty="0">
                <a:latin typeface="+mn-lt"/>
                <a:cs typeface="Segoe UI"/>
              </a:rPr>
              <a:t>precede </a:t>
            </a:r>
            <a:r>
              <a:rPr lang="en-GB" sz="1200" spc="-260" noProof="0" dirty="0">
                <a:latin typeface="+mn-lt"/>
                <a:cs typeface="Segoe UI"/>
              </a:rPr>
              <a:t> </a:t>
            </a:r>
            <a:r>
              <a:rPr lang="en-GB" sz="1200" spc="-20" noProof="0" dirty="0">
                <a:latin typeface="+mn-lt"/>
                <a:cs typeface="Segoe UI"/>
              </a:rPr>
              <a:t>each</a:t>
            </a:r>
            <a:r>
              <a:rPr lang="en-GB" sz="1200" spc="-60" noProof="0" dirty="0">
                <a:latin typeface="+mn-lt"/>
                <a:cs typeface="Segoe UI"/>
              </a:rPr>
              <a:t> </a:t>
            </a:r>
            <a:r>
              <a:rPr lang="en-GB" sz="1200" spc="-10" noProof="0" dirty="0">
                <a:latin typeface="+mn-lt"/>
                <a:cs typeface="Segoe UI"/>
              </a:rPr>
              <a:t>one</a:t>
            </a:r>
            <a:r>
              <a:rPr lang="en-GB" sz="1200" spc="-60" noProof="0" dirty="0">
                <a:latin typeface="+mn-lt"/>
                <a:cs typeface="Segoe UI"/>
              </a:rPr>
              <a:t> </a:t>
            </a:r>
            <a:r>
              <a:rPr lang="en-GB" sz="1200" spc="-20" noProof="0" dirty="0">
                <a:latin typeface="+mn-lt"/>
                <a:cs typeface="Segoe UI"/>
              </a:rPr>
              <a:t>with</a:t>
            </a:r>
            <a:r>
              <a:rPr lang="en-GB" sz="1200" spc="-30" noProof="0" dirty="0">
                <a:latin typeface="+mn-lt"/>
                <a:cs typeface="Segoe UI"/>
              </a:rPr>
              <a:t> </a:t>
            </a:r>
            <a:r>
              <a:rPr lang="en-GB" sz="1200" spc="-15" noProof="0" dirty="0">
                <a:latin typeface="+mn-lt"/>
                <a:cs typeface="Segoe UI"/>
              </a:rPr>
              <a:t>an</a:t>
            </a:r>
            <a:r>
              <a:rPr lang="en-GB" sz="1200" spc="-25" noProof="0" dirty="0">
                <a:latin typeface="+mn-lt"/>
                <a:cs typeface="Segoe UI"/>
              </a:rPr>
              <a:t> </a:t>
            </a:r>
            <a:r>
              <a:rPr lang="en-GB" sz="1200" spc="-10" noProof="0" dirty="0">
                <a:latin typeface="+mn-lt"/>
                <a:cs typeface="Segoe UI"/>
              </a:rPr>
              <a:t>–e</a:t>
            </a:r>
            <a:r>
              <a:rPr lang="en-GB" sz="1200" spc="-60" noProof="0" dirty="0">
                <a:latin typeface="+mn-lt"/>
                <a:cs typeface="Segoe UI"/>
              </a:rPr>
              <a:t> </a:t>
            </a:r>
            <a:r>
              <a:rPr lang="en-GB" sz="1200" spc="-20" noProof="0" dirty="0">
                <a:latin typeface="+mn-lt"/>
                <a:cs typeface="Segoe UI"/>
              </a:rPr>
              <a:t>option:</a:t>
            </a:r>
            <a:endParaRPr lang="en-GB" sz="1200" noProof="0" dirty="0">
              <a:latin typeface="+mn-lt"/>
              <a:cs typeface="Segoe UI"/>
            </a:endParaRPr>
          </a:p>
          <a:p>
            <a:pPr marL="12700">
              <a:lnSpc>
                <a:spcPct val="100000"/>
              </a:lnSpc>
              <a:spcBef>
                <a:spcPts val="290"/>
              </a:spcBef>
            </a:pPr>
            <a:r>
              <a:rPr lang="en-GB" sz="1200" noProof="0" dirty="0">
                <a:latin typeface="+mn-lt"/>
                <a:cs typeface="Segoe UI"/>
              </a:rPr>
              <a:t>$</a:t>
            </a:r>
            <a:r>
              <a:rPr lang="en-GB" sz="1200" spc="-75" noProof="0" dirty="0">
                <a:latin typeface="+mn-lt"/>
                <a:cs typeface="Segoe UI"/>
              </a:rPr>
              <a:t> </a:t>
            </a:r>
            <a:r>
              <a:rPr lang="en-GB" sz="1200" spc="-15" noProof="0" dirty="0" err="1">
                <a:latin typeface="+mn-lt"/>
                <a:cs typeface="Segoe UI"/>
              </a:rPr>
              <a:t>sed</a:t>
            </a:r>
            <a:r>
              <a:rPr lang="en-GB" sz="1200" spc="-45" noProof="0" dirty="0">
                <a:latin typeface="+mn-lt"/>
                <a:cs typeface="Segoe UI"/>
              </a:rPr>
              <a:t> </a:t>
            </a:r>
            <a:r>
              <a:rPr lang="en-GB" sz="1200" spc="-10" noProof="0" dirty="0">
                <a:latin typeface="+mn-lt"/>
                <a:cs typeface="Segoe UI"/>
              </a:rPr>
              <a:t>-e</a:t>
            </a:r>
            <a:r>
              <a:rPr lang="en-GB" sz="1200" spc="-30" noProof="0" dirty="0">
                <a:latin typeface="+mn-lt"/>
                <a:cs typeface="Segoe UI"/>
              </a:rPr>
              <a:t> </a:t>
            </a:r>
            <a:r>
              <a:rPr lang="en-GB" sz="1200" spc="-25" noProof="0" dirty="0">
                <a:latin typeface="+mn-lt"/>
                <a:cs typeface="Segoe UI"/>
              </a:rPr>
              <a:t>'s/Hants/Hampshire'</a:t>
            </a:r>
            <a:r>
              <a:rPr lang="en-GB" sz="1200" spc="-40" noProof="0" dirty="0">
                <a:latin typeface="+mn-lt"/>
                <a:cs typeface="Segoe UI"/>
              </a:rPr>
              <a:t> </a:t>
            </a:r>
            <a:r>
              <a:rPr lang="en-GB" sz="1200" spc="-10" noProof="0" dirty="0">
                <a:latin typeface="+mn-lt"/>
                <a:cs typeface="Segoe UI"/>
              </a:rPr>
              <a:t>–e</a:t>
            </a:r>
            <a:r>
              <a:rPr lang="en-GB" sz="1200" spc="-55" noProof="0" dirty="0">
                <a:latin typeface="+mn-lt"/>
                <a:cs typeface="Segoe UI"/>
              </a:rPr>
              <a:t> </a:t>
            </a:r>
            <a:r>
              <a:rPr lang="en-GB" sz="1200" spc="-20" noProof="0" dirty="0">
                <a:latin typeface="+mn-lt"/>
                <a:cs typeface="Segoe UI"/>
              </a:rPr>
              <a:t>'s/Oxon/Oxfordshire'</a:t>
            </a:r>
            <a:r>
              <a:rPr lang="en-GB" sz="1200" spc="-90" noProof="0" dirty="0">
                <a:latin typeface="+mn-lt"/>
                <a:cs typeface="Segoe UI"/>
              </a:rPr>
              <a:t> </a:t>
            </a:r>
            <a:r>
              <a:rPr lang="en-GB" sz="1200" spc="-15" noProof="0" dirty="0" err="1">
                <a:latin typeface="+mn-lt"/>
                <a:cs typeface="Segoe UI"/>
              </a:rPr>
              <a:t>addr</a:t>
            </a:r>
            <a:endParaRPr lang="en-GB" sz="1200" spc="-15" noProof="0" dirty="0">
              <a:latin typeface="+mn-lt"/>
              <a:cs typeface="Segoe UI"/>
            </a:endParaRPr>
          </a:p>
          <a:p>
            <a:pPr marL="12700">
              <a:lnSpc>
                <a:spcPct val="100000"/>
              </a:lnSpc>
              <a:spcBef>
                <a:spcPts val="290"/>
              </a:spcBef>
            </a:pPr>
            <a:endParaRPr lang="en-GB" sz="1200" noProof="0" dirty="0">
              <a:latin typeface="+mn-lt"/>
              <a:cs typeface="Segoe UI"/>
            </a:endParaRPr>
          </a:p>
          <a:p>
            <a:pPr marL="12700" marR="83820" algn="just">
              <a:lnSpc>
                <a:spcPct val="100000"/>
              </a:lnSpc>
              <a:spcBef>
                <a:spcPts val="600"/>
              </a:spcBef>
            </a:pPr>
            <a:r>
              <a:rPr lang="en-GB" sz="1200" spc="-15" noProof="0" dirty="0">
                <a:latin typeface="+mn-lt"/>
                <a:cs typeface="Segoe UI"/>
              </a:rPr>
              <a:t>The </a:t>
            </a:r>
            <a:r>
              <a:rPr lang="en-GB" sz="1200" spc="-25" noProof="0" dirty="0">
                <a:latin typeface="+mn-lt"/>
                <a:cs typeface="Segoe UI"/>
              </a:rPr>
              <a:t>example </a:t>
            </a:r>
            <a:r>
              <a:rPr lang="en-GB" sz="1200" spc="-20" noProof="0" dirty="0">
                <a:latin typeface="+mn-lt"/>
                <a:cs typeface="Segoe UI"/>
              </a:rPr>
              <a:t>above </a:t>
            </a:r>
            <a:r>
              <a:rPr lang="en-GB" sz="1200" spc="-15" noProof="0" dirty="0">
                <a:latin typeface="+mn-lt"/>
                <a:cs typeface="Segoe UI"/>
              </a:rPr>
              <a:t>shows </a:t>
            </a:r>
            <a:r>
              <a:rPr lang="en-GB" sz="1200" spc="-20" noProof="0" dirty="0">
                <a:latin typeface="+mn-lt"/>
                <a:cs typeface="Segoe UI"/>
              </a:rPr>
              <a:t>changes made </a:t>
            </a:r>
            <a:r>
              <a:rPr lang="en-GB" sz="1200" spc="-15" noProof="0" dirty="0">
                <a:latin typeface="+mn-lt"/>
                <a:cs typeface="Segoe UI"/>
              </a:rPr>
              <a:t>to </a:t>
            </a:r>
            <a:r>
              <a:rPr lang="en-GB" sz="1200" noProof="0" dirty="0">
                <a:latin typeface="+mn-lt"/>
                <a:cs typeface="Segoe UI"/>
              </a:rPr>
              <a:t>a </a:t>
            </a:r>
            <a:r>
              <a:rPr lang="en-GB" sz="1200" spc="-20" noProof="0" dirty="0">
                <a:latin typeface="+mn-lt"/>
                <a:cs typeface="Segoe UI"/>
              </a:rPr>
              <a:t>file full </a:t>
            </a:r>
            <a:r>
              <a:rPr lang="en-GB" sz="1200" spc="-10" noProof="0" dirty="0">
                <a:latin typeface="+mn-lt"/>
                <a:cs typeface="Segoe UI"/>
              </a:rPr>
              <a:t>of </a:t>
            </a:r>
            <a:r>
              <a:rPr lang="en-GB" sz="1200" spc="-20" noProof="0" dirty="0">
                <a:latin typeface="+mn-lt"/>
                <a:cs typeface="Segoe UI"/>
              </a:rPr>
              <a:t>addresses.</a:t>
            </a:r>
          </a:p>
          <a:p>
            <a:pPr marL="12700" marR="83820" algn="just">
              <a:lnSpc>
                <a:spcPct val="100000"/>
              </a:lnSpc>
              <a:spcBef>
                <a:spcPts val="600"/>
              </a:spcBef>
            </a:pPr>
            <a:r>
              <a:rPr lang="en-GB" sz="1200" spc="-20" noProof="0" dirty="0">
                <a:latin typeface="+mn-lt"/>
                <a:cs typeface="Segoe UI"/>
              </a:rPr>
              <a:t>However, </a:t>
            </a:r>
            <a:r>
              <a:rPr lang="en-GB" sz="1200" spc="-15" noProof="0" dirty="0">
                <a:latin typeface="+mn-lt"/>
                <a:cs typeface="Segoe UI"/>
              </a:rPr>
              <a:t>note </a:t>
            </a:r>
            <a:r>
              <a:rPr lang="en-GB" sz="1200" spc="-20" noProof="0" dirty="0">
                <a:latin typeface="+mn-lt"/>
                <a:cs typeface="Segoe UI"/>
              </a:rPr>
              <a:t>that ordinarily </a:t>
            </a:r>
            <a:r>
              <a:rPr lang="en-GB" sz="1200" spc="-10" noProof="0" dirty="0">
                <a:latin typeface="+mn-lt"/>
                <a:cs typeface="Segoe UI"/>
              </a:rPr>
              <a:t>no </a:t>
            </a:r>
            <a:r>
              <a:rPr lang="en-GB" sz="1200" spc="-20" noProof="0" dirty="0">
                <a:latin typeface="+mn-lt"/>
                <a:cs typeface="Segoe UI"/>
              </a:rPr>
              <a:t>permanent </a:t>
            </a:r>
            <a:r>
              <a:rPr lang="en-GB" sz="1200" spc="-260" noProof="0" dirty="0">
                <a:latin typeface="+mn-lt"/>
                <a:cs typeface="Segoe UI"/>
              </a:rPr>
              <a:t> </a:t>
            </a:r>
            <a:r>
              <a:rPr lang="en-GB" sz="1200" spc="-20" noProof="0" dirty="0">
                <a:latin typeface="+mn-lt"/>
                <a:cs typeface="Segoe UI"/>
              </a:rPr>
              <a:t>changes</a:t>
            </a:r>
            <a:r>
              <a:rPr lang="en-GB" sz="1200" spc="-75" noProof="0" dirty="0">
                <a:latin typeface="+mn-lt"/>
                <a:cs typeface="Segoe UI"/>
              </a:rPr>
              <a:t> </a:t>
            </a:r>
            <a:r>
              <a:rPr lang="en-GB" sz="1200" spc="-15" noProof="0" dirty="0">
                <a:latin typeface="+mn-lt"/>
                <a:cs typeface="Segoe UI"/>
              </a:rPr>
              <a:t>are</a:t>
            </a:r>
            <a:r>
              <a:rPr lang="en-GB" sz="1200" spc="-30" noProof="0" dirty="0">
                <a:latin typeface="+mn-lt"/>
                <a:cs typeface="Segoe UI"/>
              </a:rPr>
              <a:t> </a:t>
            </a:r>
            <a:r>
              <a:rPr lang="en-GB" sz="1200" spc="-20" noProof="0" dirty="0">
                <a:latin typeface="+mn-lt"/>
                <a:cs typeface="Segoe UI"/>
              </a:rPr>
              <a:t>made</a:t>
            </a:r>
            <a:r>
              <a:rPr lang="en-GB" sz="1200" spc="-30" noProof="0" dirty="0">
                <a:latin typeface="+mn-lt"/>
                <a:cs typeface="Segoe UI"/>
              </a:rPr>
              <a:t> </a:t>
            </a:r>
            <a:r>
              <a:rPr lang="en-GB" sz="1200" spc="-15" noProof="0" dirty="0">
                <a:latin typeface="+mn-lt"/>
                <a:cs typeface="Segoe UI"/>
              </a:rPr>
              <a:t>to the</a:t>
            </a:r>
            <a:r>
              <a:rPr lang="en-GB" sz="1200" spc="-55" noProof="0" dirty="0">
                <a:latin typeface="+mn-lt"/>
                <a:cs typeface="Segoe UI"/>
              </a:rPr>
              <a:t> </a:t>
            </a:r>
            <a:r>
              <a:rPr lang="en-GB" sz="1200" spc="-20" noProof="0" dirty="0">
                <a:latin typeface="+mn-lt"/>
                <a:cs typeface="Segoe UI"/>
              </a:rPr>
              <a:t>original</a:t>
            </a:r>
            <a:r>
              <a:rPr lang="en-GB" sz="1200" spc="-60" noProof="0" dirty="0">
                <a:latin typeface="+mn-lt"/>
                <a:cs typeface="Segoe UI"/>
              </a:rPr>
              <a:t> </a:t>
            </a:r>
            <a:r>
              <a:rPr lang="en-GB" sz="1200" spc="-25" noProof="0" dirty="0">
                <a:latin typeface="+mn-lt"/>
                <a:cs typeface="Segoe UI"/>
              </a:rPr>
              <a:t>file.</a:t>
            </a:r>
          </a:p>
          <a:p>
            <a:pPr marL="12700" marR="83820" algn="just">
              <a:lnSpc>
                <a:spcPct val="100000"/>
              </a:lnSpc>
              <a:spcBef>
                <a:spcPts val="600"/>
              </a:spcBef>
            </a:pPr>
            <a:r>
              <a:rPr lang="en-GB" sz="1200" spc="-15" noProof="0" dirty="0">
                <a:latin typeface="+mn-lt"/>
                <a:cs typeface="Segoe UI"/>
              </a:rPr>
              <a:t>By</a:t>
            </a:r>
            <a:r>
              <a:rPr lang="en-GB" sz="1200" spc="-35" noProof="0" dirty="0">
                <a:latin typeface="+mn-lt"/>
                <a:cs typeface="Segoe UI"/>
              </a:rPr>
              <a:t> </a:t>
            </a:r>
            <a:r>
              <a:rPr lang="en-GB" sz="1200" spc="-25" noProof="0" dirty="0">
                <a:latin typeface="+mn-lt"/>
                <a:cs typeface="Segoe UI"/>
              </a:rPr>
              <a:t>default,</a:t>
            </a:r>
            <a:r>
              <a:rPr lang="en-GB" sz="1200" spc="-35" noProof="0" dirty="0">
                <a:latin typeface="+mn-lt"/>
                <a:cs typeface="Segoe UI"/>
              </a:rPr>
              <a:t> </a:t>
            </a:r>
            <a:r>
              <a:rPr lang="en-GB" sz="1200" spc="-20" noProof="0" dirty="0">
                <a:latin typeface="+mn-lt"/>
                <a:cs typeface="Segoe UI"/>
              </a:rPr>
              <a:t>all</a:t>
            </a:r>
            <a:r>
              <a:rPr lang="en-GB" sz="1200" spc="-10" noProof="0" dirty="0">
                <a:latin typeface="+mn-lt"/>
                <a:cs typeface="Segoe UI"/>
              </a:rPr>
              <a:t> of</a:t>
            </a:r>
            <a:r>
              <a:rPr lang="en-GB" sz="1200" spc="-60"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15" noProof="0" dirty="0">
                <a:latin typeface="+mn-lt"/>
                <a:cs typeface="Segoe UI"/>
              </a:rPr>
              <a:t>input</a:t>
            </a:r>
            <a:r>
              <a:rPr lang="en-GB" sz="1200" spc="-85" noProof="0" dirty="0">
                <a:latin typeface="+mn-lt"/>
                <a:cs typeface="Segoe UI"/>
              </a:rPr>
              <a:t> </a:t>
            </a:r>
            <a:r>
              <a:rPr lang="en-GB" sz="1200" spc="-15" noProof="0" dirty="0">
                <a:latin typeface="+mn-lt"/>
                <a:cs typeface="Segoe UI"/>
              </a:rPr>
              <a:t>to </a:t>
            </a:r>
            <a:r>
              <a:rPr lang="en-GB" sz="1200" spc="-15" noProof="0" dirty="0" err="1">
                <a:latin typeface="+mn-lt"/>
                <a:cs typeface="Segoe UI"/>
              </a:rPr>
              <a:t>sed</a:t>
            </a:r>
            <a:r>
              <a:rPr lang="en-GB" sz="1200" spc="-50" noProof="0" dirty="0">
                <a:latin typeface="+mn-lt"/>
                <a:cs typeface="Segoe UI"/>
              </a:rPr>
              <a:t> </a:t>
            </a:r>
            <a:r>
              <a:rPr lang="en-GB" sz="1200" spc="-20" noProof="0" dirty="0">
                <a:latin typeface="+mn-lt"/>
                <a:cs typeface="Segoe UI"/>
              </a:rPr>
              <a:t>passes</a:t>
            </a:r>
            <a:r>
              <a:rPr lang="en-GB" sz="1200" spc="-25" noProof="0" dirty="0">
                <a:latin typeface="+mn-lt"/>
                <a:cs typeface="Segoe UI"/>
              </a:rPr>
              <a:t> </a:t>
            </a:r>
            <a:r>
              <a:rPr lang="en-GB" sz="1200" spc="-15" noProof="0" dirty="0">
                <a:latin typeface="+mn-lt"/>
                <a:cs typeface="Segoe UI"/>
              </a:rPr>
              <a:t>through</a:t>
            </a:r>
            <a:r>
              <a:rPr lang="en-GB" sz="1200" spc="-100" noProof="0" dirty="0">
                <a:latin typeface="+mn-lt"/>
                <a:cs typeface="Segoe UI"/>
              </a:rPr>
              <a:t> </a:t>
            </a:r>
            <a:r>
              <a:rPr lang="en-GB" sz="1200" spc="-15" noProof="0" dirty="0">
                <a:latin typeface="+mn-lt"/>
                <a:cs typeface="Segoe UI"/>
              </a:rPr>
              <a:t>and</a:t>
            </a:r>
            <a:r>
              <a:rPr lang="en-GB" sz="1200" spc="-20" noProof="0" dirty="0">
                <a:latin typeface="+mn-lt"/>
                <a:cs typeface="Segoe UI"/>
              </a:rPr>
              <a:t> </a:t>
            </a:r>
            <a:r>
              <a:rPr lang="en-GB" sz="1200" spc="-15" noProof="0" dirty="0">
                <a:latin typeface="+mn-lt"/>
                <a:cs typeface="Segoe UI"/>
              </a:rPr>
              <a:t>goes</a:t>
            </a:r>
            <a:r>
              <a:rPr lang="en-GB" sz="1200" spc="-75" noProof="0" dirty="0">
                <a:latin typeface="+mn-lt"/>
                <a:cs typeface="Segoe UI"/>
              </a:rPr>
              <a:t> </a:t>
            </a:r>
            <a:r>
              <a:rPr lang="en-GB" sz="1200" spc="-15" noProof="0" dirty="0">
                <a:latin typeface="+mn-lt"/>
                <a:cs typeface="Segoe UI"/>
              </a:rPr>
              <a:t>to</a:t>
            </a:r>
            <a:r>
              <a:rPr lang="en-GB" sz="1200" spc="-20" noProof="0" dirty="0">
                <a:latin typeface="+mn-lt"/>
                <a:cs typeface="Segoe UI"/>
              </a:rPr>
              <a:t> </a:t>
            </a:r>
            <a:r>
              <a:rPr lang="en-GB" sz="1200" spc="-15" noProof="0" dirty="0">
                <a:latin typeface="+mn-lt"/>
                <a:cs typeface="Segoe UI"/>
              </a:rPr>
              <a:t>the </a:t>
            </a:r>
            <a:r>
              <a:rPr lang="en-GB" sz="1200" spc="-260" noProof="0" dirty="0">
                <a:latin typeface="+mn-lt"/>
                <a:cs typeface="Segoe UI"/>
              </a:rPr>
              <a:t> </a:t>
            </a:r>
            <a:r>
              <a:rPr lang="en-GB" sz="1200" spc="-20" noProof="0" dirty="0">
                <a:latin typeface="+mn-lt"/>
                <a:cs typeface="Segoe UI"/>
              </a:rPr>
              <a:t>standard</a:t>
            </a:r>
            <a:r>
              <a:rPr lang="en-GB" sz="1200" spc="-85" noProof="0" dirty="0">
                <a:latin typeface="+mn-lt"/>
                <a:cs typeface="Segoe UI"/>
              </a:rPr>
              <a:t> </a:t>
            </a:r>
            <a:r>
              <a:rPr lang="en-GB" sz="1200" spc="-20" noProof="0" dirty="0">
                <a:latin typeface="+mn-lt"/>
                <a:cs typeface="Segoe UI"/>
              </a:rPr>
              <a:t>output.</a:t>
            </a:r>
            <a:endParaRPr lang="en-GB" sz="1200" noProof="0" dirty="0">
              <a:latin typeface="+mn-lt"/>
              <a:cs typeface="Segoe UI"/>
            </a:endParaRPr>
          </a:p>
          <a:p>
            <a:pPr marL="12700" algn="just">
              <a:lnSpc>
                <a:spcPct val="100000"/>
              </a:lnSpc>
              <a:spcBef>
                <a:spcPts val="600"/>
              </a:spcBef>
            </a:pPr>
            <a:r>
              <a:rPr lang="en-GB" sz="1200" spc="-10" noProof="0" dirty="0">
                <a:latin typeface="+mn-lt"/>
                <a:cs typeface="Segoe UI"/>
              </a:rPr>
              <a:t>To</a:t>
            </a:r>
            <a:r>
              <a:rPr lang="en-GB" sz="1200" spc="-75" noProof="0" dirty="0">
                <a:latin typeface="+mn-lt"/>
                <a:cs typeface="Segoe UI"/>
              </a:rPr>
              <a:t> </a:t>
            </a:r>
            <a:r>
              <a:rPr lang="en-GB" sz="1200" spc="-25" noProof="0" dirty="0">
                <a:latin typeface="+mn-lt"/>
                <a:cs typeface="Segoe UI"/>
              </a:rPr>
              <a:t>actually</a:t>
            </a:r>
            <a:r>
              <a:rPr lang="en-GB" sz="1200" spc="5" noProof="0" dirty="0">
                <a:latin typeface="+mn-lt"/>
                <a:cs typeface="Segoe UI"/>
              </a:rPr>
              <a:t> </a:t>
            </a:r>
            <a:r>
              <a:rPr lang="en-GB" sz="1200" spc="-20" noProof="0" dirty="0">
                <a:latin typeface="+mn-lt"/>
                <a:cs typeface="Segoe UI"/>
              </a:rPr>
              <a:t>make</a:t>
            </a:r>
            <a:r>
              <a:rPr lang="en-GB" sz="1200" spc="-30" noProof="0" dirty="0">
                <a:latin typeface="+mn-lt"/>
                <a:cs typeface="Segoe UI"/>
              </a:rPr>
              <a:t> </a:t>
            </a:r>
            <a:r>
              <a:rPr lang="en-GB" sz="1200" spc="-20" noProof="0" dirty="0">
                <a:latin typeface="+mn-lt"/>
                <a:cs typeface="Segoe UI"/>
              </a:rPr>
              <a:t>edits,</a:t>
            </a:r>
            <a:r>
              <a:rPr lang="en-GB" sz="1200" spc="-40" noProof="0" dirty="0">
                <a:latin typeface="+mn-lt"/>
                <a:cs typeface="Segoe UI"/>
              </a:rPr>
              <a:t> </a:t>
            </a:r>
            <a:r>
              <a:rPr lang="en-GB" sz="1200" spc="-15" noProof="0" dirty="0">
                <a:latin typeface="+mn-lt"/>
                <a:cs typeface="Segoe UI"/>
              </a:rPr>
              <a:t>you</a:t>
            </a:r>
            <a:r>
              <a:rPr lang="en-GB" sz="1200" spc="-50" noProof="0" dirty="0">
                <a:latin typeface="+mn-lt"/>
                <a:cs typeface="Segoe UI"/>
              </a:rPr>
              <a:t> </a:t>
            </a:r>
            <a:r>
              <a:rPr lang="en-GB" sz="1200" spc="-25" noProof="0" dirty="0">
                <a:latin typeface="+mn-lt"/>
                <a:cs typeface="Segoe UI"/>
              </a:rPr>
              <a:t>could</a:t>
            </a:r>
            <a:r>
              <a:rPr lang="en-GB" sz="1200" spc="5" noProof="0" dirty="0">
                <a:latin typeface="+mn-lt"/>
                <a:cs typeface="Segoe UI"/>
              </a:rPr>
              <a:t> </a:t>
            </a:r>
            <a:r>
              <a:rPr lang="en-GB" sz="1200" spc="-10" noProof="0" dirty="0">
                <a:latin typeface="+mn-lt"/>
                <a:cs typeface="Segoe UI"/>
              </a:rPr>
              <a:t>use</a:t>
            </a:r>
            <a:r>
              <a:rPr lang="en-GB" sz="1200" spc="-55" noProof="0" dirty="0">
                <a:latin typeface="+mn-lt"/>
                <a:cs typeface="Segoe UI"/>
              </a:rPr>
              <a:t> </a:t>
            </a:r>
            <a:r>
              <a:rPr lang="en-GB" sz="1200" spc="-15" noProof="0" dirty="0">
                <a:latin typeface="+mn-lt"/>
                <a:cs typeface="Segoe UI"/>
              </a:rPr>
              <a:t>the</a:t>
            </a:r>
            <a:r>
              <a:rPr lang="en-GB" sz="1200" spc="-60" noProof="0" dirty="0">
                <a:latin typeface="+mn-lt"/>
                <a:cs typeface="Segoe UI"/>
              </a:rPr>
              <a:t> </a:t>
            </a:r>
            <a:r>
              <a:rPr lang="en-GB" sz="1200" spc="-20" noProof="0" dirty="0">
                <a:latin typeface="+mn-lt"/>
                <a:cs typeface="Segoe UI"/>
              </a:rPr>
              <a:t>shell</a:t>
            </a:r>
            <a:r>
              <a:rPr lang="en-GB" sz="1200" spc="-35" noProof="0" dirty="0">
                <a:latin typeface="+mn-lt"/>
                <a:cs typeface="Segoe UI"/>
              </a:rPr>
              <a:t> </a:t>
            </a:r>
            <a:r>
              <a:rPr lang="en-GB" sz="1200" spc="-20" noProof="0" dirty="0">
                <a:latin typeface="+mn-lt"/>
                <a:cs typeface="Segoe UI"/>
              </a:rPr>
              <a:t>mechanism</a:t>
            </a:r>
            <a:r>
              <a:rPr lang="en-GB" sz="1200" spc="-40" noProof="0" dirty="0">
                <a:latin typeface="+mn-lt"/>
                <a:cs typeface="Segoe UI"/>
              </a:rPr>
              <a:t> </a:t>
            </a:r>
            <a:r>
              <a:rPr lang="en-GB" sz="1200" spc="-15" noProof="0" dirty="0">
                <a:latin typeface="+mn-lt"/>
                <a:cs typeface="Segoe UI"/>
              </a:rPr>
              <a:t>for</a:t>
            </a:r>
            <a:r>
              <a:rPr lang="en-GB" sz="1200" spc="-45" noProof="0" dirty="0">
                <a:latin typeface="+mn-lt"/>
                <a:cs typeface="Segoe UI"/>
              </a:rPr>
              <a:t> </a:t>
            </a:r>
            <a:r>
              <a:rPr lang="en-GB" sz="1200" spc="-15" noProof="0" dirty="0">
                <a:latin typeface="+mn-lt"/>
                <a:cs typeface="Segoe UI"/>
              </a:rPr>
              <a:t>output</a:t>
            </a:r>
            <a:r>
              <a:rPr lang="en-GB" sz="1200" spc="-90" noProof="0" dirty="0">
                <a:latin typeface="+mn-lt"/>
                <a:cs typeface="Segoe UI"/>
              </a:rPr>
              <a:t> </a:t>
            </a:r>
            <a:r>
              <a:rPr lang="en-GB" sz="1200" spc="-20" noProof="0" dirty="0">
                <a:latin typeface="+mn-lt"/>
                <a:cs typeface="Segoe UI"/>
              </a:rPr>
              <a:t>redirection,</a:t>
            </a:r>
            <a:r>
              <a:rPr lang="en-GB" sz="1200" spc="-65" noProof="0" dirty="0">
                <a:latin typeface="+mn-lt"/>
                <a:cs typeface="Segoe UI"/>
              </a:rPr>
              <a:t> </a:t>
            </a:r>
            <a:r>
              <a:rPr lang="en-GB" sz="1200" spc="-15" noProof="0" dirty="0">
                <a:latin typeface="+mn-lt"/>
                <a:cs typeface="Segoe UI"/>
              </a:rPr>
              <a:t>and</a:t>
            </a:r>
            <a:r>
              <a:rPr lang="en-GB" sz="1200" spc="-25" noProof="0" dirty="0">
                <a:latin typeface="+mn-lt"/>
                <a:cs typeface="Segoe UI"/>
              </a:rPr>
              <a:t> </a:t>
            </a:r>
            <a:r>
              <a:rPr lang="en-GB" sz="1200" spc="-20" noProof="0" dirty="0">
                <a:latin typeface="+mn-lt"/>
                <a:cs typeface="Segoe UI"/>
              </a:rPr>
              <a:t>when</a:t>
            </a:r>
            <a:r>
              <a:rPr lang="en-GB" sz="1200" spc="-55" noProof="0" dirty="0">
                <a:latin typeface="+mn-lt"/>
                <a:cs typeface="Segoe UI"/>
              </a:rPr>
              <a:t> </a:t>
            </a:r>
            <a:r>
              <a:rPr lang="en-GB" sz="1200" spc="-15" noProof="0" dirty="0">
                <a:latin typeface="+mn-lt"/>
                <a:cs typeface="Segoe UI"/>
              </a:rPr>
              <a:t>you</a:t>
            </a:r>
            <a:r>
              <a:rPr lang="en-GB" sz="1200" spc="-50" noProof="0" dirty="0">
                <a:latin typeface="+mn-lt"/>
                <a:cs typeface="Segoe UI"/>
              </a:rPr>
              <a:t> </a:t>
            </a:r>
            <a:r>
              <a:rPr lang="en-GB" sz="1200" spc="-15" noProof="0" dirty="0">
                <a:latin typeface="+mn-lt"/>
                <a:cs typeface="Segoe UI"/>
              </a:rPr>
              <a:t>are </a:t>
            </a:r>
            <a:r>
              <a:rPr lang="en-GB" sz="1200" spc="-25" noProof="0" dirty="0">
                <a:latin typeface="+mn-lt"/>
                <a:cs typeface="Segoe UI"/>
              </a:rPr>
              <a:t>satisfied</a:t>
            </a:r>
            <a:r>
              <a:rPr lang="en-GB" sz="1200" spc="-55" noProof="0" dirty="0">
                <a:latin typeface="+mn-lt"/>
                <a:cs typeface="Segoe UI"/>
              </a:rPr>
              <a:t> </a:t>
            </a:r>
            <a:r>
              <a:rPr lang="en-GB" sz="1200" spc="-20" noProof="0" dirty="0">
                <a:latin typeface="+mn-lt"/>
                <a:cs typeface="Segoe UI"/>
              </a:rPr>
              <a:t>with</a:t>
            </a:r>
            <a:r>
              <a:rPr lang="en-GB" sz="1200" spc="-25"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20" noProof="0" dirty="0">
                <a:latin typeface="+mn-lt"/>
                <a:cs typeface="Segoe UI"/>
              </a:rPr>
              <a:t>edits</a:t>
            </a:r>
            <a:r>
              <a:rPr lang="en-GB" sz="1200" spc="-55" noProof="0" dirty="0">
                <a:latin typeface="+mn-lt"/>
                <a:cs typeface="Segoe UI"/>
              </a:rPr>
              <a:t> </a:t>
            </a:r>
            <a:r>
              <a:rPr lang="en-GB" sz="1200" spc="-20" noProof="0" dirty="0">
                <a:latin typeface="+mn-lt"/>
                <a:cs typeface="Segoe UI"/>
              </a:rPr>
              <a:t>you’ve</a:t>
            </a:r>
            <a:r>
              <a:rPr lang="en-GB" sz="1200" spc="-55" noProof="0" dirty="0">
                <a:latin typeface="+mn-lt"/>
                <a:cs typeface="Segoe UI"/>
              </a:rPr>
              <a:t> </a:t>
            </a:r>
            <a:r>
              <a:rPr lang="en-GB" sz="1200" spc="-20" noProof="0" dirty="0">
                <a:latin typeface="+mn-lt"/>
                <a:cs typeface="Segoe UI"/>
              </a:rPr>
              <a:t>made,</a:t>
            </a:r>
            <a:r>
              <a:rPr lang="en-GB" sz="1200" spc="-35" noProof="0" dirty="0">
                <a:latin typeface="+mn-lt"/>
                <a:cs typeface="Segoe UI"/>
              </a:rPr>
              <a:t> </a:t>
            </a:r>
            <a:r>
              <a:rPr lang="en-GB" sz="1200" spc="-20" noProof="0" dirty="0">
                <a:latin typeface="+mn-lt"/>
                <a:cs typeface="Segoe UI"/>
              </a:rPr>
              <a:t>replace</a:t>
            </a:r>
            <a:r>
              <a:rPr lang="en-GB" sz="1200" spc="-35"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20" noProof="0" dirty="0">
                <a:latin typeface="+mn-lt"/>
                <a:cs typeface="Segoe UI"/>
              </a:rPr>
              <a:t>original</a:t>
            </a:r>
            <a:r>
              <a:rPr lang="en-GB" sz="1200" spc="-60" noProof="0" dirty="0">
                <a:latin typeface="+mn-lt"/>
                <a:cs typeface="Segoe UI"/>
              </a:rPr>
              <a:t> </a:t>
            </a:r>
            <a:r>
              <a:rPr lang="en-GB" sz="1200" spc="-20" noProof="0" dirty="0">
                <a:latin typeface="+mn-lt"/>
                <a:cs typeface="Segoe UI"/>
              </a:rPr>
              <a:t>file</a:t>
            </a:r>
            <a:r>
              <a:rPr lang="en-GB" sz="1200" spc="-35" noProof="0" dirty="0">
                <a:latin typeface="+mn-lt"/>
                <a:cs typeface="Segoe UI"/>
              </a:rPr>
              <a:t> </a:t>
            </a:r>
            <a:r>
              <a:rPr lang="en-GB" sz="1200" spc="-20" noProof="0" dirty="0">
                <a:latin typeface="+mn-lt"/>
                <a:cs typeface="Segoe UI"/>
              </a:rPr>
              <a:t>with</a:t>
            </a:r>
            <a:r>
              <a:rPr lang="en-GB" sz="1200" spc="-25"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20" noProof="0" dirty="0">
                <a:latin typeface="+mn-lt"/>
                <a:cs typeface="Segoe UI"/>
              </a:rPr>
              <a:t>modified</a:t>
            </a:r>
            <a:r>
              <a:rPr lang="en-GB" sz="1200" spc="-50" noProof="0" dirty="0">
                <a:latin typeface="+mn-lt"/>
                <a:cs typeface="Segoe UI"/>
              </a:rPr>
              <a:t> </a:t>
            </a:r>
            <a:r>
              <a:rPr lang="en-GB" sz="1200" spc="-20" noProof="0" dirty="0">
                <a:latin typeface="+mn-lt"/>
                <a:cs typeface="Segoe UI"/>
              </a:rPr>
              <a:t>version.</a:t>
            </a:r>
          </a:p>
          <a:p>
            <a:pPr marL="12700" algn="just">
              <a:lnSpc>
                <a:spcPct val="100000"/>
              </a:lnSpc>
              <a:spcBef>
                <a:spcPts val="600"/>
              </a:spcBef>
            </a:pPr>
            <a:r>
              <a:rPr lang="en-GB" sz="1200" spc="-20" noProof="0" dirty="0">
                <a:latin typeface="+mn-lt"/>
                <a:cs typeface="Segoe UI"/>
              </a:rPr>
              <a:t>Alternatively use the –</a:t>
            </a:r>
            <a:r>
              <a:rPr lang="en-GB" sz="1200" spc="-20" noProof="0" dirty="0" err="1">
                <a:latin typeface="+mn-lt"/>
                <a:cs typeface="Segoe UI"/>
              </a:rPr>
              <a:t>i</a:t>
            </a:r>
            <a:r>
              <a:rPr lang="en-GB" spc="-20" dirty="0">
                <a:latin typeface="+mn-lt"/>
                <a:cs typeface="Segoe UI"/>
              </a:rPr>
              <a:t> </a:t>
            </a:r>
            <a:r>
              <a:rPr lang="en-GB" sz="1200" spc="-20" noProof="0" dirty="0">
                <a:latin typeface="+mn-lt"/>
                <a:cs typeface="Segoe UI"/>
              </a:rPr>
              <a:t>option to make an in-place change.</a:t>
            </a:r>
            <a:endParaRPr lang="en-GB" sz="1200" noProof="0" dirty="0">
              <a:latin typeface="+mn-lt"/>
              <a:cs typeface="Segoe UI"/>
            </a:endParaRPr>
          </a:p>
          <a:p>
            <a:pPr marL="12700" marR="20320">
              <a:lnSpc>
                <a:spcPct val="100000"/>
              </a:lnSpc>
              <a:spcBef>
                <a:spcPts val="105"/>
              </a:spcBef>
            </a:pPr>
            <a:endParaRPr lang="en-GB" sz="1200" noProof="0" dirty="0">
              <a:latin typeface="Segoe UI"/>
              <a:cs typeface="Segoe UI"/>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23</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72993598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95885">
              <a:lnSpc>
                <a:spcPct val="100000"/>
              </a:lnSpc>
              <a:spcBef>
                <a:spcPts val="105"/>
              </a:spcBef>
            </a:pPr>
            <a:r>
              <a:rPr lang="en-GB" sz="1200" spc="-15" noProof="0" dirty="0" err="1">
                <a:latin typeface="+mn-lt"/>
                <a:cs typeface="Segoe UI"/>
              </a:rPr>
              <a:t>sed</a:t>
            </a:r>
            <a:r>
              <a:rPr lang="en-GB" sz="1200" spc="-80" noProof="0" dirty="0">
                <a:latin typeface="+mn-lt"/>
                <a:cs typeface="Segoe UI"/>
              </a:rPr>
              <a:t> </a:t>
            </a:r>
            <a:r>
              <a:rPr lang="en-GB" sz="1200" spc="-15" noProof="0" dirty="0">
                <a:latin typeface="+mn-lt"/>
                <a:cs typeface="Segoe UI"/>
              </a:rPr>
              <a:t>goes</a:t>
            </a:r>
            <a:r>
              <a:rPr lang="en-GB" sz="1200" spc="-50" noProof="0" dirty="0">
                <a:latin typeface="+mn-lt"/>
                <a:cs typeface="Segoe UI"/>
              </a:rPr>
              <a:t> </a:t>
            </a:r>
            <a:r>
              <a:rPr lang="en-GB" sz="1200" spc="-15" noProof="0" dirty="0">
                <a:latin typeface="+mn-lt"/>
                <a:cs typeface="Segoe UI"/>
              </a:rPr>
              <a:t>through</a:t>
            </a:r>
            <a:r>
              <a:rPr lang="en-GB" sz="1200" spc="-80"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25" noProof="0" dirty="0">
                <a:latin typeface="+mn-lt"/>
                <a:cs typeface="Segoe UI"/>
              </a:rPr>
              <a:t>file,</a:t>
            </a:r>
            <a:r>
              <a:rPr lang="en-GB" sz="1200" spc="-35" noProof="0" dirty="0">
                <a:latin typeface="+mn-lt"/>
                <a:cs typeface="Segoe UI"/>
              </a:rPr>
              <a:t> </a:t>
            </a:r>
            <a:r>
              <a:rPr lang="en-GB" sz="1200" spc="-10" noProof="0" dirty="0">
                <a:latin typeface="+mn-lt"/>
                <a:cs typeface="Segoe UI"/>
              </a:rPr>
              <a:t>one</a:t>
            </a:r>
            <a:r>
              <a:rPr lang="en-GB" sz="1200" spc="-60" noProof="0" dirty="0">
                <a:latin typeface="+mn-lt"/>
                <a:cs typeface="Segoe UI"/>
              </a:rPr>
              <a:t> </a:t>
            </a:r>
            <a:r>
              <a:rPr lang="en-GB" sz="1200" spc="-20" noProof="0" dirty="0">
                <a:latin typeface="+mn-lt"/>
                <a:cs typeface="Segoe UI"/>
              </a:rPr>
              <a:t>line</a:t>
            </a:r>
            <a:r>
              <a:rPr lang="en-GB" sz="1200" spc="-30" noProof="0" dirty="0">
                <a:latin typeface="+mn-lt"/>
                <a:cs typeface="Segoe UI"/>
              </a:rPr>
              <a:t> </a:t>
            </a:r>
            <a:r>
              <a:rPr lang="en-GB" sz="1200" spc="-15" noProof="0" dirty="0">
                <a:latin typeface="+mn-lt"/>
                <a:cs typeface="Segoe UI"/>
              </a:rPr>
              <a:t>at</a:t>
            </a:r>
            <a:r>
              <a:rPr lang="en-GB" sz="1200" spc="-35" noProof="0" dirty="0">
                <a:latin typeface="+mn-lt"/>
                <a:cs typeface="Segoe UI"/>
              </a:rPr>
              <a:t> </a:t>
            </a:r>
            <a:r>
              <a:rPr lang="en-GB" sz="1200" noProof="0" dirty="0">
                <a:latin typeface="+mn-lt"/>
                <a:cs typeface="Segoe UI"/>
              </a:rPr>
              <a:t>a</a:t>
            </a:r>
            <a:r>
              <a:rPr lang="en-GB" sz="1200" spc="-40" noProof="0" dirty="0">
                <a:latin typeface="+mn-lt"/>
                <a:cs typeface="Segoe UI"/>
              </a:rPr>
              <a:t> </a:t>
            </a:r>
            <a:r>
              <a:rPr lang="en-GB" sz="1200" spc="-20" noProof="0" dirty="0">
                <a:latin typeface="+mn-lt"/>
                <a:cs typeface="Segoe UI"/>
              </a:rPr>
              <a:t>time,</a:t>
            </a:r>
            <a:r>
              <a:rPr lang="en-GB" sz="1200" spc="-40" noProof="0" dirty="0">
                <a:latin typeface="+mn-lt"/>
                <a:cs typeface="Segoe UI"/>
              </a:rPr>
              <a:t> </a:t>
            </a:r>
            <a:r>
              <a:rPr lang="en-GB" sz="1200" spc="-10" noProof="0" dirty="0">
                <a:latin typeface="+mn-lt"/>
                <a:cs typeface="Segoe UI"/>
              </a:rPr>
              <a:t>so</a:t>
            </a:r>
            <a:r>
              <a:rPr lang="en-GB" sz="1200" spc="-45" noProof="0" dirty="0">
                <a:latin typeface="+mn-lt"/>
                <a:cs typeface="Segoe UI"/>
              </a:rPr>
              <a:t> </a:t>
            </a:r>
            <a:r>
              <a:rPr lang="en-GB" sz="1200" spc="-20" noProof="0" dirty="0">
                <a:latin typeface="+mn-lt"/>
                <a:cs typeface="Segoe UI"/>
              </a:rPr>
              <a:t>that</a:t>
            </a:r>
            <a:r>
              <a:rPr lang="en-GB" sz="1200" spc="-15" noProof="0" dirty="0">
                <a:latin typeface="+mn-lt"/>
                <a:cs typeface="Segoe UI"/>
              </a:rPr>
              <a:t> </a:t>
            </a:r>
            <a:r>
              <a:rPr lang="en-GB" sz="1200" spc="-20" noProof="0" dirty="0">
                <a:latin typeface="+mn-lt"/>
                <a:cs typeface="Segoe UI"/>
              </a:rPr>
              <a:t>each</a:t>
            </a:r>
            <a:r>
              <a:rPr lang="en-GB" sz="1200" spc="-25" noProof="0" dirty="0">
                <a:latin typeface="+mn-lt"/>
                <a:cs typeface="Segoe UI"/>
              </a:rPr>
              <a:t> </a:t>
            </a:r>
            <a:r>
              <a:rPr lang="en-GB" sz="1200" spc="-20" noProof="0" dirty="0">
                <a:latin typeface="+mn-lt"/>
                <a:cs typeface="Segoe UI"/>
              </a:rPr>
              <a:t>line</a:t>
            </a:r>
            <a:r>
              <a:rPr lang="en-GB" sz="1200" spc="-60" noProof="0" dirty="0">
                <a:latin typeface="+mn-lt"/>
                <a:cs typeface="Segoe UI"/>
              </a:rPr>
              <a:t> </a:t>
            </a:r>
            <a:r>
              <a:rPr lang="en-GB" sz="1200" spc="-20" noProof="0" dirty="0">
                <a:latin typeface="+mn-lt"/>
                <a:cs typeface="Segoe UI"/>
              </a:rPr>
              <a:t>becomes</a:t>
            </a:r>
            <a:r>
              <a:rPr lang="en-GB" sz="1200" spc="-25"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15" noProof="0" dirty="0">
                <a:latin typeface="+mn-lt"/>
                <a:cs typeface="Segoe UI"/>
              </a:rPr>
              <a:t>current</a:t>
            </a:r>
            <a:r>
              <a:rPr lang="en-GB" sz="1200" spc="-65" noProof="0" dirty="0">
                <a:latin typeface="+mn-lt"/>
                <a:cs typeface="Segoe UI"/>
              </a:rPr>
              <a:t> </a:t>
            </a:r>
            <a:r>
              <a:rPr lang="en-GB" sz="1200" spc="-20" noProof="0" dirty="0">
                <a:latin typeface="+mn-lt"/>
                <a:cs typeface="Segoe UI"/>
              </a:rPr>
              <a:t>line.</a:t>
            </a:r>
            <a:r>
              <a:rPr lang="en-GB" sz="1200" spc="-35" noProof="0" dirty="0">
                <a:latin typeface="+mn-lt"/>
                <a:cs typeface="Segoe UI"/>
              </a:rPr>
              <a:t> </a:t>
            </a:r>
            <a:r>
              <a:rPr lang="en-GB" sz="1200" spc="-15" noProof="0" dirty="0">
                <a:latin typeface="+mn-lt"/>
                <a:cs typeface="Segoe UI"/>
              </a:rPr>
              <a:t>When</a:t>
            </a:r>
            <a:r>
              <a:rPr lang="en-GB" sz="1200" spc="-50" noProof="0" dirty="0">
                <a:latin typeface="+mn-lt"/>
                <a:cs typeface="Segoe UI"/>
              </a:rPr>
              <a:t> </a:t>
            </a:r>
            <a:r>
              <a:rPr lang="en-GB" sz="1200" spc="-20" noProof="0" dirty="0">
                <a:latin typeface="+mn-lt"/>
                <a:cs typeface="Segoe UI"/>
              </a:rPr>
              <a:t>writing</a:t>
            </a:r>
            <a:r>
              <a:rPr lang="en-GB" sz="1200" spc="-55" noProof="0" dirty="0">
                <a:latin typeface="+mn-lt"/>
                <a:cs typeface="Segoe UI"/>
              </a:rPr>
              <a:t> </a:t>
            </a:r>
            <a:r>
              <a:rPr lang="en-GB" sz="1200" spc="-15" noProof="0" dirty="0" err="1">
                <a:latin typeface="+mn-lt"/>
                <a:cs typeface="Segoe UI"/>
              </a:rPr>
              <a:t>sed</a:t>
            </a:r>
            <a:r>
              <a:rPr lang="en-GB" sz="1200" spc="-15" noProof="0" dirty="0">
                <a:latin typeface="+mn-lt"/>
                <a:cs typeface="Segoe UI"/>
              </a:rPr>
              <a:t> </a:t>
            </a:r>
            <a:r>
              <a:rPr lang="en-GB" sz="1200" spc="-254" noProof="0" dirty="0">
                <a:latin typeface="+mn-lt"/>
                <a:cs typeface="Segoe UI"/>
              </a:rPr>
              <a:t> </a:t>
            </a:r>
            <a:r>
              <a:rPr lang="en-GB" sz="1200" spc="-20" noProof="0" dirty="0">
                <a:latin typeface="+mn-lt"/>
                <a:cs typeface="Segoe UI"/>
              </a:rPr>
              <a:t>scripts </a:t>
            </a:r>
            <a:r>
              <a:rPr lang="en-GB" sz="1200" spc="-15" noProof="0" dirty="0">
                <a:latin typeface="+mn-lt"/>
                <a:cs typeface="Segoe UI"/>
              </a:rPr>
              <a:t>it is </a:t>
            </a:r>
            <a:r>
              <a:rPr lang="en-GB" sz="1200" spc="-20" noProof="0" dirty="0">
                <a:latin typeface="+mn-lt"/>
                <a:cs typeface="Segoe UI"/>
              </a:rPr>
              <a:t>important </a:t>
            </a:r>
            <a:r>
              <a:rPr lang="en-GB" sz="1200" spc="-15" noProof="0" dirty="0">
                <a:latin typeface="+mn-lt"/>
                <a:cs typeface="Segoe UI"/>
              </a:rPr>
              <a:t>to </a:t>
            </a:r>
            <a:r>
              <a:rPr lang="en-GB" sz="1200" spc="-20" noProof="0" dirty="0">
                <a:latin typeface="+mn-lt"/>
                <a:cs typeface="Segoe UI"/>
              </a:rPr>
              <a:t>remember that all </a:t>
            </a:r>
            <a:r>
              <a:rPr lang="en-GB" sz="1200" spc="-10" noProof="0" dirty="0">
                <a:latin typeface="+mn-lt"/>
                <a:cs typeface="Segoe UI"/>
              </a:rPr>
              <a:t>of </a:t>
            </a:r>
            <a:r>
              <a:rPr lang="en-GB" sz="1200" spc="-20" noProof="0" dirty="0">
                <a:latin typeface="+mn-lt"/>
                <a:cs typeface="Segoe UI"/>
              </a:rPr>
              <a:t>the editing commands </a:t>
            </a:r>
            <a:r>
              <a:rPr lang="en-GB" sz="1200" spc="-15" noProof="0" dirty="0">
                <a:latin typeface="+mn-lt"/>
                <a:cs typeface="Segoe UI"/>
              </a:rPr>
              <a:t>are </a:t>
            </a:r>
            <a:r>
              <a:rPr lang="en-GB" sz="1200" spc="-20" noProof="0" dirty="0">
                <a:latin typeface="+mn-lt"/>
                <a:cs typeface="Segoe UI"/>
              </a:rPr>
              <a:t>applied </a:t>
            </a:r>
            <a:r>
              <a:rPr lang="en-GB" sz="1200" spc="-15" noProof="0" dirty="0">
                <a:latin typeface="+mn-lt"/>
                <a:cs typeface="Segoe UI"/>
              </a:rPr>
              <a:t>to </a:t>
            </a:r>
            <a:r>
              <a:rPr lang="en-GB" sz="1200" b="1" spc="-20" noProof="0" dirty="0">
                <a:latin typeface="+mn-lt"/>
                <a:cs typeface="Segoe UI"/>
              </a:rPr>
              <a:t>each</a:t>
            </a:r>
            <a:r>
              <a:rPr lang="en-GB" sz="1200" spc="-20" noProof="0" dirty="0">
                <a:latin typeface="+mn-lt"/>
                <a:cs typeface="Segoe UI"/>
              </a:rPr>
              <a:t> line </a:t>
            </a:r>
            <a:r>
              <a:rPr lang="en-GB" sz="1200" spc="-15" noProof="0" dirty="0">
                <a:latin typeface="+mn-lt"/>
                <a:cs typeface="Segoe UI"/>
              </a:rPr>
              <a:t>in </a:t>
            </a:r>
            <a:r>
              <a:rPr lang="en-GB" sz="1200" spc="-20" noProof="0" dirty="0">
                <a:latin typeface="+mn-lt"/>
                <a:cs typeface="Segoe UI"/>
              </a:rPr>
              <a:t>the </a:t>
            </a:r>
            <a:r>
              <a:rPr lang="en-GB" sz="1200" spc="-15" noProof="0" dirty="0">
                <a:latin typeface="+mn-lt"/>
                <a:cs typeface="Segoe UI"/>
              </a:rPr>
              <a:t> </a:t>
            </a:r>
            <a:r>
              <a:rPr lang="en-GB" sz="1200" spc="-25" noProof="0" dirty="0">
                <a:latin typeface="+mn-lt"/>
                <a:cs typeface="Segoe UI"/>
              </a:rPr>
              <a:t>file/files.</a:t>
            </a:r>
          </a:p>
          <a:p>
            <a:pPr marL="12700" marR="95885">
              <a:lnSpc>
                <a:spcPct val="100000"/>
              </a:lnSpc>
              <a:spcBef>
                <a:spcPts val="105"/>
              </a:spcBef>
            </a:pPr>
            <a:r>
              <a:rPr lang="en-GB" sz="1200" spc="-15" noProof="0" dirty="0">
                <a:latin typeface="+mn-lt"/>
                <a:cs typeface="Segoe UI"/>
              </a:rPr>
              <a:t>Thus, the </a:t>
            </a:r>
            <a:r>
              <a:rPr lang="en-GB" sz="1200" spc="-20" noProof="0" dirty="0">
                <a:latin typeface="+mn-lt"/>
                <a:cs typeface="Segoe UI"/>
              </a:rPr>
              <a:t>five editing commands </a:t>
            </a:r>
            <a:r>
              <a:rPr lang="en-GB" sz="1200" spc="-15" noProof="0" dirty="0">
                <a:latin typeface="+mn-lt"/>
                <a:cs typeface="Segoe UI"/>
              </a:rPr>
              <a:t>in the </a:t>
            </a:r>
            <a:r>
              <a:rPr lang="en-GB" sz="1200" spc="-25" noProof="0" dirty="0">
                <a:latin typeface="+mn-lt"/>
                <a:cs typeface="Segoe UI"/>
              </a:rPr>
              <a:t>example </a:t>
            </a:r>
            <a:r>
              <a:rPr lang="en-GB" sz="1200" spc="-20" noProof="0" dirty="0">
                <a:latin typeface="+mn-lt"/>
                <a:cs typeface="Segoe UI"/>
              </a:rPr>
              <a:t>above </a:t>
            </a:r>
            <a:r>
              <a:rPr lang="en-GB" sz="1200" spc="-15" noProof="0" dirty="0">
                <a:latin typeface="+mn-lt"/>
                <a:cs typeface="Segoe UI"/>
              </a:rPr>
              <a:t>are </a:t>
            </a:r>
            <a:r>
              <a:rPr lang="en-GB" sz="1200" spc="-20" noProof="0" dirty="0">
                <a:latin typeface="+mn-lt"/>
                <a:cs typeface="Segoe UI"/>
              </a:rPr>
              <a:t>applied </a:t>
            </a:r>
            <a:r>
              <a:rPr lang="en-GB" sz="1200" spc="-15" noProof="0" dirty="0">
                <a:latin typeface="+mn-lt"/>
                <a:cs typeface="Segoe UI"/>
              </a:rPr>
              <a:t>to the </a:t>
            </a:r>
            <a:r>
              <a:rPr lang="en-GB" sz="1200" spc="-20" noProof="0" dirty="0">
                <a:latin typeface="+mn-lt"/>
                <a:cs typeface="Segoe UI"/>
              </a:rPr>
              <a:t>first line, </a:t>
            </a:r>
            <a:r>
              <a:rPr lang="en-GB" sz="1200" spc="-15" noProof="0" dirty="0">
                <a:latin typeface="+mn-lt"/>
                <a:cs typeface="Segoe UI"/>
              </a:rPr>
              <a:t>then to the </a:t>
            </a:r>
            <a:r>
              <a:rPr lang="en-GB" sz="1200" spc="-10" noProof="0" dirty="0">
                <a:latin typeface="+mn-lt"/>
                <a:cs typeface="Segoe UI"/>
              </a:rPr>
              <a:t> </a:t>
            </a:r>
            <a:r>
              <a:rPr lang="en-GB" sz="1200" spc="-20" noProof="0" dirty="0">
                <a:latin typeface="+mn-lt"/>
                <a:cs typeface="Segoe UI"/>
              </a:rPr>
              <a:t>second</a:t>
            </a:r>
            <a:r>
              <a:rPr lang="en-GB" sz="1200" spc="-80" noProof="0" dirty="0">
                <a:latin typeface="+mn-lt"/>
                <a:cs typeface="Segoe UI"/>
              </a:rPr>
              <a:t> </a:t>
            </a:r>
            <a:r>
              <a:rPr lang="en-GB" sz="1200" spc="-20" noProof="0" dirty="0">
                <a:latin typeface="+mn-lt"/>
                <a:cs typeface="Segoe UI"/>
              </a:rPr>
              <a:t>line,</a:t>
            </a:r>
            <a:r>
              <a:rPr lang="en-GB" sz="1200" spc="-65" noProof="0" dirty="0">
                <a:latin typeface="+mn-lt"/>
                <a:cs typeface="Segoe UI"/>
              </a:rPr>
              <a:t> </a:t>
            </a:r>
            <a:r>
              <a:rPr lang="en-GB" sz="1200" spc="-15" noProof="0" dirty="0">
                <a:latin typeface="+mn-lt"/>
                <a:cs typeface="Segoe UI"/>
              </a:rPr>
              <a:t>then</a:t>
            </a:r>
            <a:r>
              <a:rPr lang="en-GB" sz="1200" spc="-55" noProof="0" dirty="0">
                <a:latin typeface="+mn-lt"/>
                <a:cs typeface="Segoe UI"/>
              </a:rPr>
              <a:t> </a:t>
            </a:r>
            <a:r>
              <a:rPr lang="en-GB" sz="1200" spc="-15" noProof="0" dirty="0">
                <a:latin typeface="+mn-lt"/>
                <a:cs typeface="Segoe UI"/>
              </a:rPr>
              <a:t>to</a:t>
            </a:r>
            <a:r>
              <a:rPr lang="en-GB" sz="1200" spc="-25"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20" noProof="0" dirty="0">
                <a:latin typeface="+mn-lt"/>
                <a:cs typeface="Segoe UI"/>
              </a:rPr>
              <a:t>third</a:t>
            </a:r>
            <a:r>
              <a:rPr lang="en-GB" sz="1200" spc="-55" noProof="0" dirty="0">
                <a:latin typeface="+mn-lt"/>
                <a:cs typeface="Segoe UI"/>
              </a:rPr>
              <a:t> </a:t>
            </a:r>
            <a:r>
              <a:rPr lang="en-GB" sz="1200" spc="-15" noProof="0" dirty="0">
                <a:latin typeface="+mn-lt"/>
                <a:cs typeface="Segoe UI"/>
              </a:rPr>
              <a:t>and</a:t>
            </a:r>
            <a:r>
              <a:rPr lang="en-GB" sz="1200" spc="-30" noProof="0" dirty="0">
                <a:latin typeface="+mn-lt"/>
                <a:cs typeface="Segoe UI"/>
              </a:rPr>
              <a:t> </a:t>
            </a:r>
            <a:r>
              <a:rPr lang="en-GB" sz="1200" spc="-25" noProof="0" dirty="0">
                <a:latin typeface="+mn-lt"/>
                <a:cs typeface="Segoe UI"/>
              </a:rPr>
              <a:t>finally</a:t>
            </a:r>
            <a:r>
              <a:rPr lang="en-GB" sz="1200" spc="-45" noProof="0" dirty="0">
                <a:latin typeface="+mn-lt"/>
                <a:cs typeface="Segoe UI"/>
              </a:rPr>
              <a:t> </a:t>
            </a:r>
            <a:r>
              <a:rPr lang="en-GB" sz="1200" spc="-15" noProof="0" dirty="0">
                <a:latin typeface="+mn-lt"/>
                <a:cs typeface="Segoe UI"/>
              </a:rPr>
              <a:t>to</a:t>
            </a:r>
            <a:r>
              <a:rPr lang="en-GB" sz="1200" spc="-20" noProof="0" dirty="0">
                <a:latin typeface="+mn-lt"/>
                <a:cs typeface="Segoe UI"/>
              </a:rPr>
              <a:t> </a:t>
            </a:r>
            <a:r>
              <a:rPr lang="en-GB" sz="1200" spc="-15" noProof="0" dirty="0">
                <a:latin typeface="+mn-lt"/>
                <a:cs typeface="Segoe UI"/>
              </a:rPr>
              <a:t>the</a:t>
            </a:r>
            <a:r>
              <a:rPr lang="en-GB" sz="1200" spc="-60" noProof="0" dirty="0">
                <a:latin typeface="+mn-lt"/>
                <a:cs typeface="Segoe UI"/>
              </a:rPr>
              <a:t> </a:t>
            </a:r>
            <a:r>
              <a:rPr lang="en-GB" sz="1200" spc="-20" noProof="0" dirty="0">
                <a:latin typeface="+mn-lt"/>
                <a:cs typeface="Segoe UI"/>
              </a:rPr>
              <a:t>fourth</a:t>
            </a:r>
            <a:r>
              <a:rPr lang="en-GB" sz="1200" spc="-55" noProof="0" dirty="0">
                <a:latin typeface="+mn-lt"/>
                <a:cs typeface="Segoe UI"/>
              </a:rPr>
              <a:t> </a:t>
            </a:r>
            <a:r>
              <a:rPr lang="en-GB" sz="1200" spc="-20" noProof="0" dirty="0">
                <a:latin typeface="+mn-lt"/>
                <a:cs typeface="Segoe UI"/>
              </a:rPr>
              <a:t>line</a:t>
            </a:r>
            <a:r>
              <a:rPr lang="en-GB" sz="1200" spc="-60" noProof="0" dirty="0">
                <a:latin typeface="+mn-lt"/>
                <a:cs typeface="Segoe UI"/>
              </a:rPr>
              <a:t> </a:t>
            </a:r>
            <a:r>
              <a:rPr lang="en-GB" sz="1200" spc="-10" noProof="0" dirty="0">
                <a:latin typeface="+mn-lt"/>
                <a:cs typeface="Segoe UI"/>
              </a:rPr>
              <a:t>of</a:t>
            </a:r>
            <a:r>
              <a:rPr lang="en-GB" sz="1200" spc="-40" noProof="0" dirty="0">
                <a:latin typeface="+mn-lt"/>
                <a:cs typeface="Segoe UI"/>
              </a:rPr>
              <a:t> </a:t>
            </a:r>
            <a:r>
              <a:rPr lang="en-GB" sz="1200" spc="-15" noProof="0" dirty="0">
                <a:latin typeface="+mn-lt"/>
                <a:cs typeface="Segoe UI"/>
              </a:rPr>
              <a:t>the</a:t>
            </a:r>
            <a:r>
              <a:rPr lang="en-GB" sz="1200" spc="-40" noProof="0" dirty="0">
                <a:latin typeface="+mn-lt"/>
                <a:cs typeface="Segoe UI"/>
              </a:rPr>
              <a:t> </a:t>
            </a:r>
            <a:r>
              <a:rPr lang="en-GB" sz="1200" spc="-15" noProof="0" dirty="0" err="1">
                <a:latin typeface="+mn-lt"/>
                <a:cs typeface="Segoe UI"/>
              </a:rPr>
              <a:t>addr</a:t>
            </a:r>
            <a:r>
              <a:rPr lang="en-GB" sz="1200" spc="-25" noProof="0" dirty="0">
                <a:latin typeface="+mn-lt"/>
                <a:cs typeface="Segoe UI"/>
              </a:rPr>
              <a:t> file.</a:t>
            </a:r>
            <a:endParaRPr lang="en-GB" sz="1200" noProof="0" dirty="0">
              <a:latin typeface="+mn-lt"/>
              <a:cs typeface="Segoe UI"/>
            </a:endParaRPr>
          </a:p>
          <a:p>
            <a:pPr marL="12700" marR="371475">
              <a:lnSpc>
                <a:spcPct val="100000"/>
              </a:lnSpc>
              <a:spcBef>
                <a:spcPts val="605"/>
              </a:spcBef>
            </a:pPr>
            <a:r>
              <a:rPr lang="en-GB" sz="1200" spc="-20" noProof="0" dirty="0">
                <a:latin typeface="+mn-lt"/>
                <a:cs typeface="Segoe UI"/>
              </a:rPr>
              <a:t>Consider</a:t>
            </a:r>
            <a:r>
              <a:rPr lang="en-GB" sz="1200" spc="-95" noProof="0" dirty="0">
                <a:latin typeface="+mn-lt"/>
                <a:cs typeface="Segoe UI"/>
              </a:rPr>
              <a:t> </a:t>
            </a:r>
            <a:r>
              <a:rPr lang="en-GB" sz="1200" spc="-15" noProof="0" dirty="0">
                <a:latin typeface="+mn-lt"/>
                <a:cs typeface="Segoe UI"/>
              </a:rPr>
              <a:t>the</a:t>
            </a:r>
            <a:r>
              <a:rPr lang="en-GB" sz="1200" spc="-20" noProof="0" dirty="0">
                <a:latin typeface="+mn-lt"/>
                <a:cs typeface="Segoe UI"/>
              </a:rPr>
              <a:t> </a:t>
            </a:r>
            <a:r>
              <a:rPr lang="en-GB" sz="1200" spc="-25" noProof="0" dirty="0">
                <a:latin typeface="+mn-lt"/>
                <a:cs typeface="Segoe UI"/>
              </a:rPr>
              <a:t>example</a:t>
            </a:r>
            <a:r>
              <a:rPr lang="en-GB" sz="1200" spc="-20" noProof="0" dirty="0">
                <a:latin typeface="+mn-lt"/>
                <a:cs typeface="Segoe UI"/>
              </a:rPr>
              <a:t> above,</a:t>
            </a:r>
            <a:r>
              <a:rPr lang="en-GB" sz="1200" spc="-25" noProof="0" dirty="0">
                <a:latin typeface="+mn-lt"/>
                <a:cs typeface="Segoe UI"/>
              </a:rPr>
              <a:t> </a:t>
            </a:r>
            <a:r>
              <a:rPr lang="en-GB" sz="1200" spc="-15" noProof="0" dirty="0">
                <a:latin typeface="+mn-lt"/>
                <a:cs typeface="Segoe UI"/>
              </a:rPr>
              <a:t>in</a:t>
            </a:r>
            <a:r>
              <a:rPr lang="en-GB" sz="1200" spc="-45" noProof="0" dirty="0">
                <a:latin typeface="+mn-lt"/>
                <a:cs typeface="Segoe UI"/>
              </a:rPr>
              <a:t> </a:t>
            </a:r>
            <a:r>
              <a:rPr lang="en-GB" sz="1200" spc="-20" noProof="0" dirty="0">
                <a:latin typeface="+mn-lt"/>
                <a:cs typeface="Segoe UI"/>
              </a:rPr>
              <a:t>respect</a:t>
            </a:r>
            <a:r>
              <a:rPr lang="en-GB" sz="1200" spc="-25" noProof="0" dirty="0">
                <a:latin typeface="+mn-lt"/>
                <a:cs typeface="Segoe UI"/>
              </a:rPr>
              <a:t> </a:t>
            </a:r>
            <a:r>
              <a:rPr lang="en-GB" sz="1200" spc="-10" noProof="0" dirty="0">
                <a:latin typeface="+mn-lt"/>
                <a:cs typeface="Segoe UI"/>
              </a:rPr>
              <a:t>of</a:t>
            </a:r>
            <a:r>
              <a:rPr lang="en-GB" sz="1200" spc="-55" noProof="0" dirty="0">
                <a:latin typeface="+mn-lt"/>
                <a:cs typeface="Segoe UI"/>
              </a:rPr>
              <a:t> </a:t>
            </a:r>
            <a:r>
              <a:rPr lang="en-GB" sz="1200" spc="-15" noProof="0" dirty="0">
                <a:latin typeface="+mn-lt"/>
                <a:cs typeface="Segoe UI"/>
              </a:rPr>
              <a:t>the</a:t>
            </a:r>
            <a:r>
              <a:rPr lang="en-GB" sz="1200" spc="-20" noProof="0" dirty="0">
                <a:latin typeface="+mn-lt"/>
                <a:cs typeface="Segoe UI"/>
              </a:rPr>
              <a:t> line</a:t>
            </a:r>
            <a:r>
              <a:rPr lang="en-GB" sz="1200" spc="-50" noProof="0" dirty="0">
                <a:latin typeface="+mn-lt"/>
                <a:cs typeface="Segoe UI"/>
              </a:rPr>
              <a:t> </a:t>
            </a:r>
            <a:r>
              <a:rPr lang="en-GB" sz="1200" spc="-20" noProof="0" dirty="0">
                <a:latin typeface="+mn-lt"/>
                <a:cs typeface="Segoe UI"/>
              </a:rPr>
              <a:t>with</a:t>
            </a:r>
            <a:r>
              <a:rPr lang="en-GB" sz="1200" spc="-15" noProof="0" dirty="0">
                <a:latin typeface="+mn-lt"/>
                <a:cs typeface="Segoe UI"/>
              </a:rPr>
              <a:t> </a:t>
            </a:r>
            <a:r>
              <a:rPr lang="en-GB" sz="1200" spc="-25" noProof="0" dirty="0">
                <a:latin typeface="+mn-lt"/>
                <a:cs typeface="Segoe UI"/>
              </a:rPr>
              <a:t>"Berks". Notice</a:t>
            </a:r>
            <a:r>
              <a:rPr lang="en-GB" sz="1200" spc="5" noProof="0" dirty="0">
                <a:latin typeface="+mn-lt"/>
                <a:cs typeface="Segoe UI"/>
              </a:rPr>
              <a:t> </a:t>
            </a:r>
            <a:r>
              <a:rPr lang="en-GB" sz="1200" spc="-20" noProof="0" dirty="0">
                <a:latin typeface="+mn-lt"/>
                <a:cs typeface="Segoe UI"/>
              </a:rPr>
              <a:t>that</a:t>
            </a:r>
            <a:r>
              <a:rPr lang="en-GB" sz="1200" spc="-30" noProof="0" dirty="0">
                <a:latin typeface="+mn-lt"/>
                <a:cs typeface="Segoe UI"/>
              </a:rPr>
              <a:t> </a:t>
            </a:r>
            <a:r>
              <a:rPr lang="en-GB" sz="1200" spc="-15" noProof="0" dirty="0">
                <a:latin typeface="+mn-lt"/>
                <a:cs typeface="Segoe UI"/>
              </a:rPr>
              <a:t>the</a:t>
            </a:r>
            <a:r>
              <a:rPr lang="en-GB" sz="1200" spc="-45" noProof="0" dirty="0">
                <a:latin typeface="+mn-lt"/>
                <a:cs typeface="Segoe UI"/>
              </a:rPr>
              <a:t> </a:t>
            </a:r>
            <a:r>
              <a:rPr lang="en-GB" sz="1200" spc="-25" noProof="0" dirty="0">
                <a:latin typeface="+mn-lt"/>
                <a:cs typeface="Segoe UI"/>
              </a:rPr>
              <a:t>"s/Berks/Berkshire/</a:t>
            </a:r>
            <a:r>
              <a:rPr lang="en-GB" sz="1200" spc="-35" noProof="0" dirty="0">
                <a:latin typeface="+mn-lt"/>
                <a:cs typeface="Segoe UI"/>
              </a:rPr>
              <a:t> </a:t>
            </a:r>
            <a:r>
              <a:rPr lang="en-GB" sz="1200" noProof="0" dirty="0">
                <a:latin typeface="+mn-lt"/>
                <a:cs typeface="Segoe UI"/>
              </a:rPr>
              <a:t>" </a:t>
            </a:r>
            <a:r>
              <a:rPr lang="en-GB" sz="1200" spc="-260" noProof="0" dirty="0">
                <a:latin typeface="+mn-lt"/>
                <a:cs typeface="Segoe UI"/>
              </a:rPr>
              <a:t> </a:t>
            </a:r>
            <a:r>
              <a:rPr lang="en-GB" sz="1200" spc="-20" noProof="0" dirty="0">
                <a:latin typeface="+mn-lt"/>
                <a:cs typeface="Segoe UI"/>
              </a:rPr>
              <a:t>instruction</a:t>
            </a:r>
            <a:r>
              <a:rPr lang="en-GB" sz="1200" spc="-85" noProof="0" dirty="0">
                <a:latin typeface="+mn-lt"/>
                <a:cs typeface="Segoe UI"/>
              </a:rPr>
              <a:t> </a:t>
            </a:r>
            <a:r>
              <a:rPr lang="en-GB" sz="1200" spc="-15" noProof="0" dirty="0">
                <a:latin typeface="+mn-lt"/>
                <a:cs typeface="Segoe UI"/>
              </a:rPr>
              <a:t>is</a:t>
            </a:r>
            <a:r>
              <a:rPr lang="en-GB" sz="1200" spc="-55" noProof="0" dirty="0">
                <a:latin typeface="+mn-lt"/>
                <a:cs typeface="Segoe UI"/>
              </a:rPr>
              <a:t> </a:t>
            </a:r>
            <a:r>
              <a:rPr lang="en-GB" sz="1200" spc="-20" noProof="0" dirty="0">
                <a:latin typeface="+mn-lt"/>
                <a:cs typeface="Segoe UI"/>
              </a:rPr>
              <a:t>given</a:t>
            </a:r>
            <a:r>
              <a:rPr lang="en-GB" sz="1200" spc="-55" noProof="0" dirty="0">
                <a:latin typeface="+mn-lt"/>
                <a:cs typeface="Segoe UI"/>
              </a:rPr>
              <a:t> </a:t>
            </a:r>
            <a:r>
              <a:rPr lang="en-GB" sz="1200" spc="-25" noProof="0" dirty="0">
                <a:latin typeface="+mn-lt"/>
                <a:cs typeface="Segoe UI"/>
              </a:rPr>
              <a:t>twice.</a:t>
            </a:r>
          </a:p>
          <a:p>
            <a:pPr marL="12700" marR="662940">
              <a:lnSpc>
                <a:spcPct val="100000"/>
              </a:lnSpc>
              <a:spcBef>
                <a:spcPts val="600"/>
              </a:spcBef>
            </a:pPr>
            <a:r>
              <a:rPr lang="en-GB" sz="1200" spc="-15" noProof="0" dirty="0">
                <a:latin typeface="+mn-lt"/>
                <a:cs typeface="Segoe UI"/>
              </a:rPr>
              <a:t>The</a:t>
            </a:r>
            <a:r>
              <a:rPr lang="en-GB" sz="1200" spc="-80" noProof="0" dirty="0">
                <a:latin typeface="+mn-lt"/>
                <a:cs typeface="Segoe UI"/>
              </a:rPr>
              <a:t> </a:t>
            </a:r>
            <a:r>
              <a:rPr lang="en-GB" sz="1200" spc="-20" noProof="0" dirty="0">
                <a:latin typeface="+mn-lt"/>
                <a:cs typeface="Segoe UI"/>
              </a:rPr>
              <a:t>first</a:t>
            </a:r>
            <a:r>
              <a:rPr lang="en-GB" sz="1200" spc="-30" noProof="0" dirty="0">
                <a:latin typeface="+mn-lt"/>
                <a:cs typeface="Segoe UI"/>
              </a:rPr>
              <a:t> </a:t>
            </a:r>
            <a:r>
              <a:rPr lang="en-GB" sz="1200" spc="-25" noProof="0" dirty="0">
                <a:latin typeface="+mn-lt"/>
                <a:cs typeface="Segoe UI"/>
              </a:rPr>
              <a:t>instance </a:t>
            </a:r>
            <a:r>
              <a:rPr lang="en-GB" sz="1200" spc="-15" noProof="0" dirty="0">
                <a:latin typeface="+mn-lt"/>
                <a:cs typeface="Segoe UI"/>
              </a:rPr>
              <a:t>if</a:t>
            </a:r>
            <a:r>
              <a:rPr lang="en-GB" sz="1200" spc="-30" noProof="0" dirty="0">
                <a:latin typeface="+mn-lt"/>
                <a:cs typeface="Segoe UI"/>
              </a:rPr>
              <a:t> </a:t>
            </a:r>
            <a:r>
              <a:rPr lang="en-GB" sz="1200" spc="-20" noProof="0" dirty="0">
                <a:latin typeface="+mn-lt"/>
                <a:cs typeface="Segoe UI"/>
              </a:rPr>
              <a:t>this</a:t>
            </a:r>
            <a:r>
              <a:rPr lang="en-GB" sz="1200" spc="-50" noProof="0" dirty="0">
                <a:latin typeface="+mn-lt"/>
                <a:cs typeface="Segoe UI"/>
              </a:rPr>
              <a:t> </a:t>
            </a:r>
            <a:r>
              <a:rPr lang="en-GB" sz="1200" spc="-20" noProof="0" dirty="0">
                <a:latin typeface="+mn-lt"/>
                <a:cs typeface="Segoe UI"/>
              </a:rPr>
              <a:t>command changes</a:t>
            </a:r>
            <a:r>
              <a:rPr lang="en-GB" sz="1200" spc="-45" noProof="0" dirty="0">
                <a:latin typeface="+mn-lt"/>
                <a:cs typeface="Segoe UI"/>
              </a:rPr>
              <a:t> </a:t>
            </a:r>
            <a:r>
              <a:rPr lang="en-GB" sz="1200" spc="-20" noProof="0" dirty="0">
                <a:latin typeface="+mn-lt"/>
                <a:cs typeface="Segoe UI"/>
              </a:rPr>
              <a:t>Berks </a:t>
            </a:r>
            <a:r>
              <a:rPr lang="en-GB" sz="1200" spc="-15" noProof="0" dirty="0">
                <a:latin typeface="+mn-lt"/>
                <a:cs typeface="Segoe UI"/>
              </a:rPr>
              <a:t>to</a:t>
            </a:r>
            <a:r>
              <a:rPr lang="en-GB" sz="1200" spc="-40" noProof="0" dirty="0">
                <a:latin typeface="+mn-lt"/>
                <a:cs typeface="Segoe UI"/>
              </a:rPr>
              <a:t> </a:t>
            </a:r>
            <a:r>
              <a:rPr lang="en-GB" sz="1200" spc="-20" noProof="0" dirty="0">
                <a:latin typeface="+mn-lt"/>
                <a:cs typeface="Segoe UI"/>
              </a:rPr>
              <a:t>Berkshire,</a:t>
            </a:r>
            <a:r>
              <a:rPr lang="en-GB" sz="1200" spc="-60" noProof="0" dirty="0">
                <a:latin typeface="+mn-lt"/>
                <a:cs typeface="Segoe UI"/>
              </a:rPr>
              <a:t> </a:t>
            </a:r>
            <a:r>
              <a:rPr lang="en-GB" sz="1200" spc="-15" noProof="0" dirty="0">
                <a:latin typeface="+mn-lt"/>
                <a:cs typeface="Segoe UI"/>
              </a:rPr>
              <a:t>the</a:t>
            </a:r>
            <a:r>
              <a:rPr lang="en-GB" sz="1200" spc="-25" noProof="0" dirty="0">
                <a:latin typeface="+mn-lt"/>
                <a:cs typeface="Segoe UI"/>
              </a:rPr>
              <a:t> </a:t>
            </a:r>
            <a:r>
              <a:rPr lang="en-GB" sz="1200" spc="-20" noProof="0" dirty="0">
                <a:latin typeface="+mn-lt"/>
                <a:cs typeface="Segoe UI"/>
              </a:rPr>
              <a:t>second</a:t>
            </a:r>
            <a:r>
              <a:rPr lang="en-GB" sz="1200" spc="-45" noProof="0" dirty="0">
                <a:latin typeface="+mn-lt"/>
                <a:cs typeface="Segoe UI"/>
              </a:rPr>
              <a:t> </a:t>
            </a:r>
            <a:r>
              <a:rPr lang="en-GB" sz="1200" spc="-20" noProof="0" dirty="0">
                <a:latin typeface="+mn-lt"/>
                <a:cs typeface="Segoe UI"/>
              </a:rPr>
              <a:t>further</a:t>
            </a:r>
            <a:r>
              <a:rPr lang="en-GB" sz="1200" spc="-70" noProof="0" dirty="0">
                <a:latin typeface="+mn-lt"/>
                <a:cs typeface="Segoe UI"/>
              </a:rPr>
              <a:t> </a:t>
            </a:r>
            <a:r>
              <a:rPr lang="en-GB" sz="1200" spc="-20" noProof="0" dirty="0">
                <a:latin typeface="+mn-lt"/>
                <a:cs typeface="Segoe UI"/>
              </a:rPr>
              <a:t>modifies </a:t>
            </a:r>
            <a:r>
              <a:rPr lang="en-GB" sz="1200" spc="-15" noProof="0" dirty="0">
                <a:latin typeface="+mn-lt"/>
                <a:cs typeface="Segoe UI"/>
              </a:rPr>
              <a:t>it</a:t>
            </a:r>
            <a:r>
              <a:rPr lang="en-GB" sz="1200" spc="-30" noProof="0" dirty="0">
                <a:latin typeface="+mn-lt"/>
                <a:cs typeface="Segoe UI"/>
              </a:rPr>
              <a:t> </a:t>
            </a:r>
            <a:r>
              <a:rPr lang="en-GB" sz="1200" spc="-15" noProof="0" dirty="0">
                <a:latin typeface="+mn-lt"/>
                <a:cs typeface="Segoe UI"/>
              </a:rPr>
              <a:t>to </a:t>
            </a:r>
            <a:r>
              <a:rPr lang="en-GB" sz="1200" spc="-260" noProof="0" dirty="0">
                <a:latin typeface="+mn-lt"/>
                <a:cs typeface="Segoe UI"/>
              </a:rPr>
              <a:t> </a:t>
            </a:r>
            <a:r>
              <a:rPr lang="en-GB" sz="1200" spc="-20" noProof="0" dirty="0" err="1">
                <a:latin typeface="+mn-lt"/>
                <a:cs typeface="Segoe UI"/>
              </a:rPr>
              <a:t>Berkshirehire</a:t>
            </a:r>
            <a:r>
              <a:rPr lang="en-GB" sz="1200" spc="-20" noProof="0" dirty="0">
                <a:latin typeface="+mn-lt"/>
                <a:cs typeface="Segoe UI"/>
              </a:rPr>
              <a:t>.</a:t>
            </a:r>
            <a:endParaRPr lang="en-GB" sz="1200" noProof="0" dirty="0">
              <a:latin typeface="+mn-lt"/>
              <a:cs typeface="Segoe UI"/>
            </a:endParaRPr>
          </a:p>
          <a:p>
            <a:pPr marL="12700" marR="5080">
              <a:lnSpc>
                <a:spcPct val="100000"/>
              </a:lnSpc>
              <a:spcBef>
                <a:spcPts val="600"/>
              </a:spcBef>
            </a:pPr>
            <a:r>
              <a:rPr lang="en-GB" sz="1200" spc="-15" noProof="0" dirty="0">
                <a:latin typeface="+mn-lt"/>
                <a:cs typeface="Segoe UI"/>
              </a:rPr>
              <a:t>The</a:t>
            </a:r>
            <a:r>
              <a:rPr lang="en-GB" sz="1200" spc="-50" noProof="0" dirty="0">
                <a:latin typeface="+mn-lt"/>
                <a:cs typeface="Segoe UI"/>
              </a:rPr>
              <a:t> </a:t>
            </a:r>
            <a:r>
              <a:rPr lang="en-GB" sz="1200" spc="-20" noProof="0" dirty="0">
                <a:latin typeface="+mn-lt"/>
                <a:cs typeface="Segoe UI"/>
              </a:rPr>
              <a:t>helpfulness</a:t>
            </a:r>
            <a:r>
              <a:rPr lang="en-GB" sz="1200" spc="-50" noProof="0" dirty="0">
                <a:latin typeface="+mn-lt"/>
                <a:cs typeface="Segoe UI"/>
              </a:rPr>
              <a:t> </a:t>
            </a:r>
            <a:r>
              <a:rPr lang="en-GB" sz="1200" spc="-10" noProof="0" dirty="0">
                <a:latin typeface="+mn-lt"/>
                <a:cs typeface="Segoe UI"/>
              </a:rPr>
              <a:t>of</a:t>
            </a:r>
            <a:r>
              <a:rPr lang="en-GB" sz="1200" spc="-60" noProof="0" dirty="0">
                <a:latin typeface="+mn-lt"/>
                <a:cs typeface="Segoe UI"/>
              </a:rPr>
              <a:t> </a:t>
            </a:r>
            <a:r>
              <a:rPr lang="en-GB" sz="1200" spc="-15" noProof="0" dirty="0" err="1">
                <a:latin typeface="+mn-lt"/>
                <a:cs typeface="Segoe UI"/>
              </a:rPr>
              <a:t>sed</a:t>
            </a:r>
            <a:r>
              <a:rPr lang="en-GB" sz="1200" spc="-50" noProof="0" dirty="0">
                <a:latin typeface="+mn-lt"/>
                <a:cs typeface="Segoe UI"/>
              </a:rPr>
              <a:t> </a:t>
            </a:r>
            <a:r>
              <a:rPr lang="en-GB" sz="1200" spc="-15" noProof="0" dirty="0">
                <a:latin typeface="+mn-lt"/>
                <a:cs typeface="Segoe UI"/>
              </a:rPr>
              <a:t>error</a:t>
            </a:r>
            <a:r>
              <a:rPr lang="en-GB" sz="1200" spc="-45" noProof="0" dirty="0">
                <a:latin typeface="+mn-lt"/>
                <a:cs typeface="Segoe UI"/>
              </a:rPr>
              <a:t> </a:t>
            </a:r>
            <a:r>
              <a:rPr lang="en-GB" sz="1200" spc="-20" noProof="0" dirty="0">
                <a:latin typeface="+mn-lt"/>
                <a:cs typeface="Segoe UI"/>
              </a:rPr>
              <a:t>messages </a:t>
            </a:r>
            <a:r>
              <a:rPr lang="en-GB" sz="1200" spc="-15" noProof="0" dirty="0">
                <a:latin typeface="+mn-lt"/>
                <a:cs typeface="Segoe UI"/>
              </a:rPr>
              <a:t>depends</a:t>
            </a:r>
            <a:r>
              <a:rPr lang="en-GB" sz="1200" spc="-75" noProof="0" dirty="0">
                <a:latin typeface="+mn-lt"/>
                <a:cs typeface="Segoe UI"/>
              </a:rPr>
              <a:t> </a:t>
            </a:r>
            <a:r>
              <a:rPr lang="en-GB" sz="1200" spc="-10" noProof="0" dirty="0">
                <a:latin typeface="+mn-lt"/>
                <a:cs typeface="Segoe UI"/>
              </a:rPr>
              <a:t>on </a:t>
            </a:r>
            <a:r>
              <a:rPr lang="en-GB" sz="1200" spc="-260" noProof="0" dirty="0">
                <a:latin typeface="+mn-lt"/>
                <a:cs typeface="Segoe UI"/>
              </a:rPr>
              <a:t> </a:t>
            </a:r>
            <a:r>
              <a:rPr lang="en-GB" sz="1200" spc="-15" noProof="0" dirty="0">
                <a:latin typeface="+mn-lt"/>
                <a:cs typeface="Segoe UI"/>
              </a:rPr>
              <a:t>the</a:t>
            </a:r>
            <a:r>
              <a:rPr lang="en-GB" sz="1200" spc="-65" noProof="0" dirty="0">
                <a:latin typeface="+mn-lt"/>
                <a:cs typeface="Segoe UI"/>
              </a:rPr>
              <a:t> </a:t>
            </a:r>
            <a:r>
              <a:rPr lang="en-GB" sz="1200" spc="-20" noProof="0" dirty="0">
                <a:latin typeface="+mn-lt"/>
                <a:cs typeface="Segoe UI"/>
              </a:rPr>
              <a:t>version.</a:t>
            </a:r>
          </a:p>
          <a:p>
            <a:pPr marL="12700" marR="5080">
              <a:lnSpc>
                <a:spcPct val="100000"/>
              </a:lnSpc>
              <a:spcBef>
                <a:spcPts val="600"/>
              </a:spcBef>
            </a:pPr>
            <a:r>
              <a:rPr lang="en-US" sz="1200" spc="-5" noProof="0" dirty="0">
                <a:latin typeface="+mn-lt"/>
                <a:cs typeface="Segoe UI"/>
              </a:rPr>
              <a:t>On Linux the example: $ sed -e 's/Hants/Hampshire' </a:t>
            </a:r>
            <a:r>
              <a:rPr lang="en-US" sz="1200" spc="-5" noProof="0" dirty="0" err="1">
                <a:latin typeface="+mn-lt"/>
                <a:cs typeface="Segoe UI"/>
              </a:rPr>
              <a:t>addr</a:t>
            </a:r>
            <a:r>
              <a:rPr lang="en-US" sz="1200" spc="-5" noProof="0" dirty="0">
                <a:latin typeface="+mn-lt"/>
                <a:cs typeface="Segoe UI"/>
              </a:rPr>
              <a:t>  gives:</a:t>
            </a:r>
          </a:p>
          <a:p>
            <a:pPr marL="12700" marR="5080">
              <a:lnSpc>
                <a:spcPct val="100000"/>
              </a:lnSpc>
              <a:spcBef>
                <a:spcPts val="600"/>
              </a:spcBef>
            </a:pPr>
            <a:r>
              <a:rPr lang="en-US" sz="1200" spc="-5" noProof="0" dirty="0">
                <a:latin typeface="+mn-lt"/>
                <a:cs typeface="Segoe UI"/>
              </a:rPr>
              <a:t>sed: -e expression #1, char 17: Unterminated ‘s’ </a:t>
            </a:r>
            <a:r>
              <a:rPr lang="en-US" sz="1200" spc="-5" noProof="0" dirty="0" err="1">
                <a:latin typeface="+mn-lt"/>
                <a:cs typeface="Segoe UI"/>
              </a:rPr>
              <a:t>cmd</a:t>
            </a:r>
            <a:endParaRPr lang="en-GB" sz="1200" spc="-20" noProof="0" dirty="0">
              <a:latin typeface="+mn-lt"/>
              <a:cs typeface="Segoe UI"/>
            </a:endParaRPr>
          </a:p>
          <a:p>
            <a:pPr marL="12700" marR="5080">
              <a:lnSpc>
                <a:spcPct val="100000"/>
              </a:lnSpc>
              <a:spcBef>
                <a:spcPts val="600"/>
              </a:spcBef>
            </a:pPr>
            <a:r>
              <a:rPr lang="en-GB" sz="1200" spc="-5" noProof="0" dirty="0">
                <a:latin typeface="+mn-lt"/>
                <a:cs typeface="Segoe UI"/>
              </a:rPr>
              <a:t>On</a:t>
            </a:r>
            <a:r>
              <a:rPr lang="en-GB" sz="1200" spc="-80" noProof="0" dirty="0">
                <a:latin typeface="+mn-lt"/>
                <a:cs typeface="Segoe UI"/>
              </a:rPr>
              <a:t> </a:t>
            </a:r>
            <a:r>
              <a:rPr lang="en-GB" sz="1200" spc="-25" noProof="0" dirty="0">
                <a:latin typeface="+mn-lt"/>
                <a:cs typeface="Segoe UI"/>
              </a:rPr>
              <a:t>m</a:t>
            </a:r>
            <a:r>
              <a:rPr lang="en-GB" sz="1200" spc="-20" noProof="0" dirty="0">
                <a:latin typeface="+mn-lt"/>
                <a:cs typeface="Segoe UI"/>
              </a:rPr>
              <a:t>os</a:t>
            </a:r>
            <a:r>
              <a:rPr lang="en-GB" sz="1200" noProof="0" dirty="0">
                <a:latin typeface="+mn-lt"/>
                <a:cs typeface="Segoe UI"/>
              </a:rPr>
              <a:t>t</a:t>
            </a:r>
            <a:r>
              <a:rPr lang="en-GB" sz="1200" spc="-65" noProof="0" dirty="0">
                <a:latin typeface="+mn-lt"/>
                <a:cs typeface="Segoe UI"/>
              </a:rPr>
              <a:t> </a:t>
            </a:r>
            <a:r>
              <a:rPr lang="en-GB" sz="1200" spc="-20" noProof="0" dirty="0">
                <a:latin typeface="+mn-lt"/>
                <a:cs typeface="Segoe UI"/>
              </a:rPr>
              <a:t>Un</a:t>
            </a:r>
            <a:r>
              <a:rPr lang="en-GB" sz="1200" spc="-30" noProof="0" dirty="0">
                <a:latin typeface="+mn-lt"/>
                <a:cs typeface="Segoe UI"/>
              </a:rPr>
              <a:t>i</a:t>
            </a:r>
            <a:r>
              <a:rPr lang="en-GB" sz="1200" noProof="0" dirty="0">
                <a:latin typeface="+mn-lt"/>
                <a:cs typeface="Segoe UI"/>
              </a:rPr>
              <a:t>x</a:t>
            </a:r>
            <a:r>
              <a:rPr lang="en-GB" sz="1200" spc="-45" noProof="0" dirty="0">
                <a:latin typeface="+mn-lt"/>
                <a:cs typeface="Segoe UI"/>
              </a:rPr>
              <a:t> </a:t>
            </a:r>
            <a:r>
              <a:rPr lang="en-GB" sz="1200" spc="-30" noProof="0" dirty="0">
                <a:latin typeface="+mn-lt"/>
                <a:cs typeface="Segoe UI"/>
              </a:rPr>
              <a:t>v</a:t>
            </a:r>
            <a:r>
              <a:rPr lang="en-GB" sz="1200" spc="-25" noProof="0" dirty="0">
                <a:latin typeface="+mn-lt"/>
                <a:cs typeface="Segoe UI"/>
              </a:rPr>
              <a:t>e</a:t>
            </a:r>
            <a:r>
              <a:rPr lang="en-GB" sz="1200" spc="-15" noProof="0" dirty="0">
                <a:latin typeface="+mn-lt"/>
                <a:cs typeface="Segoe UI"/>
              </a:rPr>
              <a:t>r</a:t>
            </a:r>
            <a:r>
              <a:rPr lang="en-GB" sz="1200" spc="-20" noProof="0" dirty="0">
                <a:latin typeface="+mn-lt"/>
                <a:cs typeface="Segoe UI"/>
              </a:rPr>
              <a:t>s</a:t>
            </a:r>
            <a:r>
              <a:rPr lang="en-GB" sz="1200" spc="-30" noProof="0" dirty="0">
                <a:latin typeface="+mn-lt"/>
                <a:cs typeface="Segoe UI"/>
              </a:rPr>
              <a:t>i</a:t>
            </a:r>
            <a:r>
              <a:rPr lang="en-GB" sz="1200" spc="-20" noProof="0" dirty="0">
                <a:latin typeface="+mn-lt"/>
                <a:cs typeface="Segoe UI"/>
              </a:rPr>
              <a:t>ons</a:t>
            </a:r>
            <a:r>
              <a:rPr lang="en-GB" sz="1200" noProof="0" dirty="0">
                <a:latin typeface="+mn-lt"/>
                <a:cs typeface="Segoe UI"/>
              </a:rPr>
              <a:t>,</a:t>
            </a:r>
            <a:r>
              <a:rPr lang="en-GB" sz="1200" spc="-90" noProof="0" dirty="0">
                <a:latin typeface="+mn-lt"/>
                <a:cs typeface="Segoe UI"/>
              </a:rPr>
              <a:t> </a:t>
            </a:r>
            <a:r>
              <a:rPr lang="en-GB" sz="1200" spc="-35" noProof="0" dirty="0">
                <a:latin typeface="+mn-lt"/>
                <a:cs typeface="Segoe UI"/>
              </a:rPr>
              <a:t>y</a:t>
            </a:r>
            <a:r>
              <a:rPr lang="en-GB" sz="1200" spc="-20" noProof="0" dirty="0">
                <a:latin typeface="+mn-lt"/>
                <a:cs typeface="Segoe UI"/>
              </a:rPr>
              <a:t>o</a:t>
            </a:r>
            <a:r>
              <a:rPr lang="en-GB" sz="1200" noProof="0" dirty="0">
                <a:latin typeface="+mn-lt"/>
                <a:cs typeface="Segoe UI"/>
              </a:rPr>
              <a:t>u</a:t>
            </a:r>
            <a:r>
              <a:rPr lang="en-GB" sz="1200" spc="-55" noProof="0" dirty="0">
                <a:latin typeface="+mn-lt"/>
                <a:cs typeface="Segoe UI"/>
              </a:rPr>
              <a:t> </a:t>
            </a:r>
            <a:r>
              <a:rPr lang="en-GB" sz="1200" spc="-30" noProof="0" dirty="0">
                <a:latin typeface="+mn-lt"/>
                <a:cs typeface="Segoe UI"/>
              </a:rPr>
              <a:t>w</a:t>
            </a:r>
            <a:r>
              <a:rPr lang="en-GB" sz="1200" spc="-20" noProof="0" dirty="0">
                <a:latin typeface="+mn-lt"/>
                <a:cs typeface="Segoe UI"/>
              </a:rPr>
              <a:t>ou</a:t>
            </a:r>
            <a:r>
              <a:rPr lang="en-GB" sz="1200" spc="-30" noProof="0" dirty="0">
                <a:latin typeface="+mn-lt"/>
                <a:cs typeface="Segoe UI"/>
              </a:rPr>
              <a:t>l</a:t>
            </a:r>
            <a:r>
              <a:rPr lang="en-GB" sz="1200" noProof="0" dirty="0">
                <a:latin typeface="+mn-lt"/>
                <a:cs typeface="Segoe UI"/>
              </a:rPr>
              <a:t>d</a:t>
            </a:r>
            <a:r>
              <a:rPr lang="en-GB" sz="1200" spc="-55" noProof="0" dirty="0">
                <a:latin typeface="+mn-lt"/>
                <a:cs typeface="Segoe UI"/>
              </a:rPr>
              <a:t> </a:t>
            </a:r>
            <a:r>
              <a:rPr lang="en-GB" sz="1200" spc="-20" noProof="0" dirty="0">
                <a:latin typeface="+mn-lt"/>
                <a:cs typeface="Segoe UI"/>
              </a:rPr>
              <a:t>g</a:t>
            </a:r>
            <a:r>
              <a:rPr lang="en-GB" sz="1200" spc="-25" noProof="0" dirty="0">
                <a:latin typeface="+mn-lt"/>
                <a:cs typeface="Segoe UI"/>
              </a:rPr>
              <a:t>e</a:t>
            </a:r>
            <a:r>
              <a:rPr lang="en-GB" sz="1200" spc="-30" noProof="0" dirty="0">
                <a:latin typeface="+mn-lt"/>
                <a:cs typeface="Segoe UI"/>
              </a:rPr>
              <a:t>t</a:t>
            </a:r>
            <a:r>
              <a:rPr lang="en-GB" sz="1200" noProof="0" dirty="0">
                <a:latin typeface="+mn-lt"/>
                <a:cs typeface="Segoe UI"/>
              </a:rPr>
              <a:t>: </a:t>
            </a:r>
            <a:r>
              <a:rPr lang="en-GB" sz="1200" spc="-15" noProof="0" dirty="0" err="1">
                <a:latin typeface="+mn-lt"/>
                <a:cs typeface="Segoe UI"/>
              </a:rPr>
              <a:t>sed</a:t>
            </a:r>
            <a:r>
              <a:rPr lang="en-GB" sz="1200" spc="-15" noProof="0" dirty="0">
                <a:latin typeface="+mn-lt"/>
                <a:cs typeface="Segoe UI"/>
              </a:rPr>
              <a:t>:</a:t>
            </a:r>
            <a:r>
              <a:rPr lang="en-GB" sz="1200" spc="-90" noProof="0" dirty="0">
                <a:latin typeface="+mn-lt"/>
                <a:cs typeface="Segoe UI"/>
              </a:rPr>
              <a:t> </a:t>
            </a:r>
            <a:r>
              <a:rPr lang="en-GB" sz="1200" spc="-20" noProof="0" dirty="0">
                <a:latin typeface="+mn-lt"/>
                <a:cs typeface="Segoe UI"/>
              </a:rPr>
              <a:t>command</a:t>
            </a:r>
            <a:r>
              <a:rPr lang="en-GB" sz="1200" spc="-25" noProof="0" dirty="0">
                <a:latin typeface="+mn-lt"/>
                <a:cs typeface="Segoe UI"/>
              </a:rPr>
              <a:t> </a:t>
            </a:r>
            <a:r>
              <a:rPr lang="en-GB" sz="1200" spc="-20" noProof="0" dirty="0">
                <a:latin typeface="+mn-lt"/>
                <a:cs typeface="Segoe UI"/>
              </a:rPr>
              <a:t>garbled:</a:t>
            </a:r>
            <a:r>
              <a:rPr lang="en-GB" sz="1200" spc="-60" noProof="0" dirty="0">
                <a:latin typeface="+mn-lt"/>
                <a:cs typeface="Segoe UI"/>
              </a:rPr>
              <a:t> </a:t>
            </a:r>
            <a:r>
              <a:rPr lang="en-GB" sz="1200" spc="-25" noProof="0" dirty="0">
                <a:latin typeface="+mn-lt"/>
                <a:cs typeface="Segoe UI"/>
              </a:rPr>
              <a:t>s/Hants/Hampshire</a:t>
            </a:r>
            <a:endParaRPr lang="en-GB" sz="1200" noProof="0" dirty="0">
              <a:latin typeface="+mn-lt"/>
              <a:cs typeface="Segoe UI"/>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24</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406754601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700"/>
              </a:spcBef>
            </a:pPr>
            <a:r>
              <a:rPr lang="en-GB" sz="1200" spc="5" noProof="0" dirty="0">
                <a:latin typeface="Segoe UI"/>
                <a:cs typeface="Segoe UI"/>
              </a:rPr>
              <a:t>This example uses a </a:t>
            </a:r>
            <a:r>
              <a:rPr lang="en-GB" sz="1200" spc="5" noProof="0" dirty="0" err="1">
                <a:latin typeface="Segoe UI"/>
                <a:cs typeface="Segoe UI"/>
              </a:rPr>
              <a:t>sed</a:t>
            </a:r>
            <a:r>
              <a:rPr lang="en-GB" sz="1200" spc="5" noProof="0" dirty="0">
                <a:latin typeface="Segoe UI"/>
                <a:cs typeface="Segoe UI"/>
              </a:rPr>
              <a:t> script as </a:t>
            </a:r>
            <a:r>
              <a:rPr lang="en-GB" sz="1200" spc="-15" noProof="0" dirty="0">
                <a:latin typeface="Segoe UI"/>
                <a:cs typeface="Segoe UI"/>
              </a:rPr>
              <a:t>an</a:t>
            </a:r>
            <a:r>
              <a:rPr lang="en-GB" sz="1200" spc="-50" noProof="0" dirty="0">
                <a:latin typeface="Segoe UI"/>
                <a:cs typeface="Segoe UI"/>
              </a:rPr>
              <a:t> </a:t>
            </a:r>
            <a:r>
              <a:rPr lang="en-GB" sz="1200" spc="-25" noProof="0" dirty="0">
                <a:latin typeface="Segoe UI"/>
                <a:cs typeface="Segoe UI"/>
              </a:rPr>
              <a:t>executable</a:t>
            </a:r>
            <a:r>
              <a:rPr lang="en-GB" sz="1200" noProof="0" dirty="0">
                <a:latin typeface="Segoe UI"/>
                <a:cs typeface="Segoe UI"/>
              </a:rPr>
              <a:t> </a:t>
            </a:r>
            <a:r>
              <a:rPr lang="en-GB" sz="1200" spc="-25" noProof="0" dirty="0">
                <a:latin typeface="Segoe UI"/>
                <a:cs typeface="Segoe UI"/>
              </a:rPr>
              <a:t>file.</a:t>
            </a:r>
            <a:endParaRPr lang="en-GB" sz="1200" noProof="0" dirty="0">
              <a:latin typeface="Segoe UI"/>
              <a:cs typeface="Segoe UI"/>
            </a:endParaRPr>
          </a:p>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25</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78827666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20320">
              <a:lnSpc>
                <a:spcPct val="100000"/>
              </a:lnSpc>
              <a:spcBef>
                <a:spcPts val="105"/>
              </a:spcBef>
            </a:pPr>
            <a:endParaRPr lang="en-GB" sz="1200" noProof="0" dirty="0">
              <a:latin typeface="Segoe UI"/>
              <a:cs typeface="Segoe UI"/>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26</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0173620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20320">
              <a:lnSpc>
                <a:spcPct val="100000"/>
              </a:lnSpc>
              <a:spcBef>
                <a:spcPts val="105"/>
              </a:spcBef>
            </a:pPr>
            <a:endParaRPr lang="en-GB" sz="1200" noProof="0" dirty="0">
              <a:latin typeface="Segoe UI"/>
              <a:cs typeface="Segoe UI"/>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27</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61048731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700"/>
              </a:spcBef>
            </a:pPr>
            <a:r>
              <a:rPr lang="en-GB" sz="1200" spc="-15" noProof="0" dirty="0">
                <a:latin typeface="+mn-lt"/>
                <a:cs typeface="Segoe UI"/>
              </a:rPr>
              <a:t>The</a:t>
            </a:r>
            <a:r>
              <a:rPr lang="en-GB" sz="1200" spc="-85" noProof="0" dirty="0">
                <a:latin typeface="+mn-lt"/>
                <a:cs typeface="Segoe UI"/>
              </a:rPr>
              <a:t> </a:t>
            </a:r>
            <a:r>
              <a:rPr lang="en-GB" sz="1200" spc="-20" noProof="0" dirty="0">
                <a:latin typeface="+mn-lt"/>
                <a:cs typeface="Segoe UI"/>
              </a:rPr>
              <a:t>default</a:t>
            </a:r>
            <a:r>
              <a:rPr lang="en-GB" sz="1200" spc="-35" noProof="0" dirty="0">
                <a:latin typeface="+mn-lt"/>
                <a:cs typeface="Segoe UI"/>
              </a:rPr>
              <a:t> </a:t>
            </a:r>
            <a:r>
              <a:rPr lang="en-GB" sz="1200" spc="-20" noProof="0" dirty="0">
                <a:latin typeface="+mn-lt"/>
                <a:cs typeface="Segoe UI"/>
              </a:rPr>
              <a:t>behaviour</a:t>
            </a:r>
            <a:r>
              <a:rPr lang="en-GB" sz="1200" spc="-50" noProof="0" dirty="0">
                <a:latin typeface="+mn-lt"/>
                <a:cs typeface="Segoe UI"/>
              </a:rPr>
              <a:t> </a:t>
            </a:r>
            <a:r>
              <a:rPr lang="en-GB" sz="1200" spc="-10" noProof="0" dirty="0">
                <a:latin typeface="+mn-lt"/>
                <a:cs typeface="Segoe UI"/>
              </a:rPr>
              <a:t>of</a:t>
            </a:r>
            <a:r>
              <a:rPr lang="en-GB" sz="1200" spc="-60" noProof="0" dirty="0">
                <a:latin typeface="+mn-lt"/>
                <a:cs typeface="Segoe UI"/>
              </a:rPr>
              <a:t> </a:t>
            </a:r>
            <a:r>
              <a:rPr lang="en-GB" sz="1200" spc="-15" noProof="0" dirty="0" err="1">
                <a:latin typeface="+mn-lt"/>
                <a:cs typeface="Segoe UI"/>
              </a:rPr>
              <a:t>sed</a:t>
            </a:r>
            <a:r>
              <a:rPr lang="en-GB" sz="1200" spc="-50" noProof="0" dirty="0">
                <a:latin typeface="+mn-lt"/>
                <a:cs typeface="Segoe UI"/>
              </a:rPr>
              <a:t> </a:t>
            </a:r>
            <a:r>
              <a:rPr lang="en-GB" sz="1200" spc="-15" noProof="0" dirty="0">
                <a:latin typeface="+mn-lt"/>
                <a:cs typeface="Segoe UI"/>
              </a:rPr>
              <a:t>is</a:t>
            </a:r>
            <a:r>
              <a:rPr lang="en-GB" sz="1200" spc="-30" noProof="0" dirty="0">
                <a:latin typeface="+mn-lt"/>
                <a:cs typeface="Segoe UI"/>
              </a:rPr>
              <a:t> </a:t>
            </a:r>
            <a:r>
              <a:rPr lang="en-GB" sz="1200" spc="-15" noProof="0" dirty="0">
                <a:latin typeface="+mn-lt"/>
                <a:cs typeface="Segoe UI"/>
              </a:rPr>
              <a:t>to</a:t>
            </a:r>
            <a:r>
              <a:rPr lang="en-GB" sz="1200" spc="-45" noProof="0" dirty="0">
                <a:latin typeface="+mn-lt"/>
                <a:cs typeface="Segoe UI"/>
              </a:rPr>
              <a:t> </a:t>
            </a:r>
            <a:r>
              <a:rPr lang="en-GB" sz="1200" spc="-15" noProof="0" dirty="0">
                <a:latin typeface="+mn-lt"/>
                <a:cs typeface="Segoe UI"/>
              </a:rPr>
              <a:t>print</a:t>
            </a:r>
            <a:r>
              <a:rPr lang="en-GB" sz="1200" spc="-60" noProof="0" dirty="0">
                <a:latin typeface="+mn-lt"/>
                <a:cs typeface="Segoe UI"/>
              </a:rPr>
              <a:t> </a:t>
            </a:r>
            <a:r>
              <a:rPr lang="en-GB" sz="1200" spc="-10" noProof="0" dirty="0">
                <a:latin typeface="+mn-lt"/>
                <a:cs typeface="Segoe UI"/>
              </a:rPr>
              <a:t>out</a:t>
            </a:r>
            <a:r>
              <a:rPr lang="en-GB" sz="1200" spc="-65" noProof="0" dirty="0">
                <a:latin typeface="+mn-lt"/>
                <a:cs typeface="Segoe UI"/>
              </a:rPr>
              <a:t> </a:t>
            </a:r>
            <a:r>
              <a:rPr lang="en-GB" sz="1200" spc="-20" noProof="0" dirty="0">
                <a:latin typeface="+mn-lt"/>
                <a:cs typeface="Segoe UI"/>
              </a:rPr>
              <a:t>all</a:t>
            </a:r>
            <a:r>
              <a:rPr lang="en-GB" sz="1200" spc="-15" noProof="0" dirty="0">
                <a:latin typeface="+mn-lt"/>
                <a:cs typeface="Segoe UI"/>
              </a:rPr>
              <a:t> </a:t>
            </a:r>
            <a:r>
              <a:rPr lang="en-GB" sz="1200" spc="-20" noProof="0" dirty="0">
                <a:latin typeface="+mn-lt"/>
                <a:cs typeface="Segoe UI"/>
              </a:rPr>
              <a:t>lines.</a:t>
            </a:r>
            <a:r>
              <a:rPr lang="en-GB" sz="1200" spc="204" noProof="0" dirty="0">
                <a:latin typeface="+mn-lt"/>
                <a:cs typeface="Segoe UI"/>
              </a:rPr>
              <a:t> </a:t>
            </a:r>
            <a:r>
              <a:rPr lang="en-GB" sz="1200" spc="-20" noProof="0" dirty="0">
                <a:latin typeface="+mn-lt"/>
                <a:cs typeface="Segoe UI"/>
              </a:rPr>
              <a:t>This</a:t>
            </a:r>
            <a:r>
              <a:rPr lang="en-GB" sz="1200" spc="-50" noProof="0" dirty="0">
                <a:latin typeface="+mn-lt"/>
                <a:cs typeface="Segoe UI"/>
              </a:rPr>
              <a:t> </a:t>
            </a:r>
            <a:r>
              <a:rPr lang="en-GB" sz="1200" spc="-20" noProof="0" dirty="0">
                <a:latin typeface="+mn-lt"/>
                <a:cs typeface="Segoe UI"/>
              </a:rPr>
              <a:t>behaviour</a:t>
            </a:r>
            <a:r>
              <a:rPr lang="en-GB" sz="1200" spc="-70" noProof="0" dirty="0">
                <a:latin typeface="+mn-lt"/>
                <a:cs typeface="Segoe UI"/>
              </a:rPr>
              <a:t> </a:t>
            </a:r>
            <a:r>
              <a:rPr lang="en-GB" sz="1200" spc="-15" noProof="0" dirty="0">
                <a:latin typeface="+mn-lt"/>
                <a:cs typeface="Segoe UI"/>
              </a:rPr>
              <a:t>is</a:t>
            </a:r>
            <a:r>
              <a:rPr lang="en-GB" sz="1200" spc="-30" noProof="0" dirty="0">
                <a:latin typeface="+mn-lt"/>
                <a:cs typeface="Segoe UI"/>
              </a:rPr>
              <a:t> </a:t>
            </a:r>
            <a:r>
              <a:rPr lang="en-GB" sz="1200" spc="-20" noProof="0" dirty="0">
                <a:latin typeface="+mn-lt"/>
                <a:cs typeface="Segoe UI"/>
              </a:rPr>
              <a:t>consistent</a:t>
            </a:r>
            <a:r>
              <a:rPr lang="en-GB" sz="1200" spc="-60" noProof="0" dirty="0">
                <a:latin typeface="+mn-lt"/>
                <a:cs typeface="Segoe UI"/>
              </a:rPr>
              <a:t> </a:t>
            </a:r>
            <a:r>
              <a:rPr lang="en-GB" sz="1200" spc="-20" noProof="0" dirty="0">
                <a:latin typeface="+mn-lt"/>
                <a:cs typeface="Segoe UI"/>
              </a:rPr>
              <a:t>with</a:t>
            </a:r>
            <a:r>
              <a:rPr lang="en-GB" sz="1200" spc="-25" noProof="0" dirty="0">
                <a:latin typeface="+mn-lt"/>
                <a:cs typeface="Segoe UI"/>
              </a:rPr>
              <a:t> </a:t>
            </a:r>
            <a:r>
              <a:rPr lang="en-GB" sz="1200" spc="-20" noProof="0" dirty="0">
                <a:latin typeface="+mn-lt"/>
                <a:cs typeface="Segoe UI"/>
              </a:rPr>
              <a:t>its</a:t>
            </a:r>
            <a:r>
              <a:rPr lang="en-GB" sz="1200" spc="-30" noProof="0" dirty="0">
                <a:latin typeface="+mn-lt"/>
                <a:cs typeface="Segoe UI"/>
              </a:rPr>
              <a:t> </a:t>
            </a:r>
            <a:r>
              <a:rPr lang="en-GB" sz="1200" spc="-10" noProof="0" dirty="0">
                <a:latin typeface="+mn-lt"/>
                <a:cs typeface="Segoe UI"/>
              </a:rPr>
              <a:t>use</a:t>
            </a:r>
            <a:r>
              <a:rPr lang="en-GB" sz="1200" spc="-55" noProof="0" dirty="0">
                <a:latin typeface="+mn-lt"/>
                <a:cs typeface="Segoe UI"/>
              </a:rPr>
              <a:t> </a:t>
            </a:r>
            <a:r>
              <a:rPr lang="en-GB" sz="1200" spc="-15" noProof="0" dirty="0">
                <a:latin typeface="+mn-lt"/>
                <a:cs typeface="Segoe UI"/>
              </a:rPr>
              <a:t>in</a:t>
            </a:r>
            <a:r>
              <a:rPr lang="en-GB" sz="1200" spc="-50" noProof="0" dirty="0">
                <a:latin typeface="+mn-lt"/>
                <a:cs typeface="Segoe UI"/>
              </a:rPr>
              <a:t> </a:t>
            </a:r>
            <a:r>
              <a:rPr lang="en-GB" sz="1200" noProof="0" dirty="0">
                <a:latin typeface="+mn-lt"/>
                <a:cs typeface="Segoe UI"/>
              </a:rPr>
              <a:t>a</a:t>
            </a:r>
            <a:r>
              <a:rPr lang="en-GB" sz="1200" spc="-45" noProof="0" dirty="0">
                <a:latin typeface="+mn-lt"/>
                <a:cs typeface="Segoe UI"/>
              </a:rPr>
              <a:t> </a:t>
            </a:r>
            <a:r>
              <a:rPr lang="en-GB" sz="1200" spc="-20" noProof="0" dirty="0">
                <a:latin typeface="+mn-lt"/>
                <a:cs typeface="Segoe UI"/>
              </a:rPr>
              <a:t>pipeline.</a:t>
            </a:r>
            <a:endParaRPr lang="en-GB" sz="1200" noProof="0" dirty="0">
              <a:latin typeface="+mn-lt"/>
              <a:cs typeface="Segoe UI"/>
            </a:endParaRPr>
          </a:p>
          <a:p>
            <a:pPr marL="12700" marR="112395">
              <a:lnSpc>
                <a:spcPct val="100000"/>
              </a:lnSpc>
              <a:spcBef>
                <a:spcPts val="605"/>
              </a:spcBef>
            </a:pPr>
            <a:r>
              <a:rPr lang="en-GB" sz="1200" spc="-15" noProof="0" dirty="0">
                <a:latin typeface="+mn-lt"/>
                <a:cs typeface="Segoe UI"/>
              </a:rPr>
              <a:t>The</a:t>
            </a:r>
            <a:r>
              <a:rPr lang="en-GB" sz="1200" spc="-80" noProof="0" dirty="0">
                <a:latin typeface="+mn-lt"/>
                <a:cs typeface="Segoe UI"/>
              </a:rPr>
              <a:t> </a:t>
            </a:r>
            <a:r>
              <a:rPr lang="en-GB" sz="1200" spc="-10" noProof="0" dirty="0">
                <a:latin typeface="+mn-lt"/>
                <a:cs typeface="Segoe UI"/>
              </a:rPr>
              <a:t>-n</a:t>
            </a:r>
            <a:r>
              <a:rPr lang="en-GB" sz="1200" spc="-50" noProof="0" dirty="0">
                <a:latin typeface="+mn-lt"/>
                <a:cs typeface="Segoe UI"/>
              </a:rPr>
              <a:t> </a:t>
            </a:r>
            <a:r>
              <a:rPr lang="en-GB" sz="1200" spc="-25" noProof="0" dirty="0">
                <a:latin typeface="+mn-lt"/>
                <a:cs typeface="Segoe UI"/>
              </a:rPr>
              <a:t>flag </a:t>
            </a:r>
            <a:r>
              <a:rPr lang="en-GB" sz="1200" spc="-20" noProof="0" dirty="0">
                <a:latin typeface="+mn-lt"/>
                <a:cs typeface="Segoe UI"/>
              </a:rPr>
              <a:t>can</a:t>
            </a:r>
            <a:r>
              <a:rPr lang="en-GB" sz="1200" noProof="0" dirty="0">
                <a:latin typeface="+mn-lt"/>
                <a:cs typeface="Segoe UI"/>
              </a:rPr>
              <a:t> </a:t>
            </a:r>
            <a:r>
              <a:rPr lang="en-GB" sz="1200" spc="-10" noProof="0" dirty="0">
                <a:latin typeface="+mn-lt"/>
                <a:cs typeface="Segoe UI"/>
              </a:rPr>
              <a:t>be</a:t>
            </a:r>
            <a:r>
              <a:rPr lang="en-GB" sz="1200" spc="-55" noProof="0" dirty="0">
                <a:latin typeface="+mn-lt"/>
                <a:cs typeface="Segoe UI"/>
              </a:rPr>
              <a:t> </a:t>
            </a:r>
            <a:r>
              <a:rPr lang="en-GB" sz="1200" spc="-15" noProof="0" dirty="0">
                <a:latin typeface="+mn-lt"/>
                <a:cs typeface="Segoe UI"/>
              </a:rPr>
              <a:t>used</a:t>
            </a:r>
            <a:r>
              <a:rPr lang="en-GB" sz="1200" spc="-50" noProof="0" dirty="0">
                <a:latin typeface="+mn-lt"/>
                <a:cs typeface="Segoe UI"/>
              </a:rPr>
              <a:t> </a:t>
            </a:r>
            <a:r>
              <a:rPr lang="en-GB" sz="1200" spc="-15" noProof="0" dirty="0">
                <a:latin typeface="+mn-lt"/>
                <a:cs typeface="Segoe UI"/>
              </a:rPr>
              <a:t>to</a:t>
            </a:r>
            <a:r>
              <a:rPr lang="en-GB" sz="1200" spc="-45" noProof="0" dirty="0">
                <a:latin typeface="+mn-lt"/>
                <a:cs typeface="Segoe UI"/>
              </a:rPr>
              <a:t> </a:t>
            </a:r>
            <a:r>
              <a:rPr lang="en-GB" sz="1200" spc="-15" noProof="0" dirty="0">
                <a:latin typeface="+mn-lt"/>
                <a:cs typeface="Segoe UI"/>
              </a:rPr>
              <a:t>suppress</a:t>
            </a:r>
            <a:r>
              <a:rPr lang="en-GB" sz="1200" spc="-75"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20" noProof="0" dirty="0">
                <a:latin typeface="+mn-lt"/>
                <a:cs typeface="Segoe UI"/>
              </a:rPr>
              <a:t>passing</a:t>
            </a:r>
            <a:r>
              <a:rPr lang="en-GB" sz="1200" spc="-50" noProof="0" dirty="0">
                <a:latin typeface="+mn-lt"/>
                <a:cs typeface="Segoe UI"/>
              </a:rPr>
              <a:t> </a:t>
            </a:r>
            <a:r>
              <a:rPr lang="en-GB" sz="1200" spc="-15" noProof="0" dirty="0">
                <a:latin typeface="+mn-lt"/>
                <a:cs typeface="Segoe UI"/>
              </a:rPr>
              <a:t>through</a:t>
            </a:r>
            <a:r>
              <a:rPr lang="en-GB" sz="1200" spc="-100" noProof="0" dirty="0">
                <a:latin typeface="+mn-lt"/>
                <a:cs typeface="Segoe UI"/>
              </a:rPr>
              <a:t> </a:t>
            </a:r>
            <a:r>
              <a:rPr lang="en-GB" sz="1200" spc="-10" noProof="0" dirty="0">
                <a:latin typeface="+mn-lt"/>
                <a:cs typeface="Segoe UI"/>
              </a:rPr>
              <a:t>of</a:t>
            </a:r>
            <a:r>
              <a:rPr lang="en-GB" sz="1200" spc="-35"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15" noProof="0" dirty="0">
                <a:latin typeface="+mn-lt"/>
                <a:cs typeface="Segoe UI"/>
              </a:rPr>
              <a:t>input</a:t>
            </a:r>
            <a:r>
              <a:rPr lang="en-GB" sz="1200" spc="-60" noProof="0" dirty="0">
                <a:latin typeface="+mn-lt"/>
                <a:cs typeface="Segoe UI"/>
              </a:rPr>
              <a:t> </a:t>
            </a:r>
            <a:r>
              <a:rPr lang="en-GB" sz="1200" spc="-15" noProof="0" dirty="0">
                <a:latin typeface="+mn-lt"/>
                <a:cs typeface="Segoe UI"/>
              </a:rPr>
              <a:t>to</a:t>
            </a:r>
            <a:r>
              <a:rPr lang="en-GB" sz="1200" spc="-45"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20" noProof="0" dirty="0">
                <a:latin typeface="+mn-lt"/>
                <a:cs typeface="Segoe UI"/>
              </a:rPr>
              <a:t>output,</a:t>
            </a:r>
            <a:r>
              <a:rPr lang="en-GB" sz="1200" spc="-60" noProof="0" dirty="0">
                <a:latin typeface="+mn-lt"/>
                <a:cs typeface="Segoe UI"/>
              </a:rPr>
              <a:t> </a:t>
            </a:r>
            <a:r>
              <a:rPr lang="en-GB" sz="1200" spc="-20" noProof="0" dirty="0">
                <a:latin typeface="+mn-lt"/>
                <a:cs typeface="Segoe UI"/>
              </a:rPr>
              <a:t>whether</a:t>
            </a:r>
            <a:r>
              <a:rPr lang="en-GB" sz="1200" spc="-45" noProof="0" dirty="0">
                <a:latin typeface="+mn-lt"/>
                <a:cs typeface="Segoe UI"/>
              </a:rPr>
              <a:t> </a:t>
            </a:r>
            <a:r>
              <a:rPr lang="en-GB" sz="1200" spc="-10" noProof="0" dirty="0">
                <a:latin typeface="+mn-lt"/>
                <a:cs typeface="Segoe UI"/>
              </a:rPr>
              <a:t>or</a:t>
            </a:r>
            <a:r>
              <a:rPr lang="en-GB" sz="1200" spc="-50" noProof="0" dirty="0">
                <a:latin typeface="+mn-lt"/>
                <a:cs typeface="Segoe UI"/>
              </a:rPr>
              <a:t> </a:t>
            </a:r>
            <a:r>
              <a:rPr lang="en-GB" sz="1200" spc="-10" noProof="0" dirty="0">
                <a:latin typeface="+mn-lt"/>
                <a:cs typeface="Segoe UI"/>
              </a:rPr>
              <a:t>not</a:t>
            </a:r>
            <a:r>
              <a:rPr lang="en-GB" sz="1200" spc="-60" noProof="0" dirty="0">
                <a:latin typeface="+mn-lt"/>
                <a:cs typeface="Segoe UI"/>
              </a:rPr>
              <a:t> </a:t>
            </a:r>
            <a:r>
              <a:rPr lang="en-GB" sz="1200" spc="-15" noProof="0" dirty="0">
                <a:latin typeface="+mn-lt"/>
                <a:cs typeface="Segoe UI"/>
              </a:rPr>
              <a:t>it</a:t>
            </a:r>
            <a:r>
              <a:rPr lang="en-GB" sz="1200" spc="-35" noProof="0" dirty="0">
                <a:latin typeface="+mn-lt"/>
                <a:cs typeface="Segoe UI"/>
              </a:rPr>
              <a:t> </a:t>
            </a:r>
            <a:r>
              <a:rPr lang="en-GB" sz="1200" spc="-15" noProof="0" dirty="0">
                <a:latin typeface="+mn-lt"/>
                <a:cs typeface="Segoe UI"/>
              </a:rPr>
              <a:t>has </a:t>
            </a:r>
            <a:r>
              <a:rPr lang="en-GB" sz="1200" spc="-254" noProof="0" dirty="0">
                <a:latin typeface="+mn-lt"/>
                <a:cs typeface="Segoe UI"/>
              </a:rPr>
              <a:t> </a:t>
            </a:r>
            <a:r>
              <a:rPr lang="en-GB" sz="1200" spc="-15" noProof="0" dirty="0">
                <a:latin typeface="+mn-lt"/>
                <a:cs typeface="Segoe UI"/>
              </a:rPr>
              <a:t>been</a:t>
            </a:r>
            <a:r>
              <a:rPr lang="en-GB" sz="1200" spc="-85" noProof="0" dirty="0">
                <a:latin typeface="+mn-lt"/>
                <a:cs typeface="Segoe UI"/>
              </a:rPr>
              <a:t> </a:t>
            </a:r>
            <a:r>
              <a:rPr lang="en-GB" sz="1200" spc="-20" noProof="0" dirty="0">
                <a:latin typeface="+mn-lt"/>
                <a:cs typeface="Segoe UI"/>
              </a:rPr>
              <a:t>modified.</a:t>
            </a:r>
            <a:endParaRPr lang="en-GB" sz="1200" noProof="0" dirty="0">
              <a:latin typeface="+mn-lt"/>
              <a:cs typeface="Segoe UI"/>
            </a:endParaRPr>
          </a:p>
          <a:p>
            <a:pPr marL="12700">
              <a:lnSpc>
                <a:spcPct val="100000"/>
              </a:lnSpc>
              <a:spcBef>
                <a:spcPts val="600"/>
              </a:spcBef>
            </a:pPr>
            <a:r>
              <a:rPr lang="en-GB" sz="1200" spc="-15" noProof="0" dirty="0">
                <a:latin typeface="+mn-lt"/>
                <a:cs typeface="Segoe UI"/>
              </a:rPr>
              <a:t>When</a:t>
            </a:r>
            <a:r>
              <a:rPr lang="en-GB" sz="1200" spc="-80" noProof="0" dirty="0">
                <a:latin typeface="+mn-lt"/>
                <a:cs typeface="Segoe UI"/>
              </a:rPr>
              <a:t> </a:t>
            </a:r>
            <a:r>
              <a:rPr lang="en-GB" sz="1200" spc="-15" noProof="0" dirty="0">
                <a:latin typeface="+mn-lt"/>
                <a:cs typeface="Segoe UI"/>
              </a:rPr>
              <a:t>using</a:t>
            </a:r>
            <a:r>
              <a:rPr lang="en-GB" sz="1200" spc="-50" noProof="0" dirty="0">
                <a:latin typeface="+mn-lt"/>
                <a:cs typeface="Segoe UI"/>
              </a:rPr>
              <a:t> </a:t>
            </a:r>
            <a:r>
              <a:rPr lang="en-GB" sz="1200" spc="-20" noProof="0" dirty="0">
                <a:latin typeface="+mn-lt"/>
                <a:cs typeface="Segoe UI"/>
              </a:rPr>
              <a:t>this</a:t>
            </a:r>
            <a:r>
              <a:rPr lang="en-GB" sz="1200" spc="-55" noProof="0" dirty="0">
                <a:latin typeface="+mn-lt"/>
                <a:cs typeface="Segoe UI"/>
              </a:rPr>
              <a:t> </a:t>
            </a:r>
            <a:r>
              <a:rPr lang="en-GB" sz="1200" spc="-20" noProof="0" dirty="0">
                <a:latin typeface="+mn-lt"/>
                <a:cs typeface="Segoe UI"/>
              </a:rPr>
              <a:t>option</a:t>
            </a:r>
            <a:r>
              <a:rPr lang="en-GB" sz="1200" spc="-75" noProof="0" dirty="0">
                <a:latin typeface="+mn-lt"/>
                <a:cs typeface="Segoe UI"/>
              </a:rPr>
              <a:t> </a:t>
            </a:r>
            <a:r>
              <a:rPr lang="en-GB" sz="1200" spc="-20" noProof="0" dirty="0">
                <a:latin typeface="+mn-lt"/>
                <a:cs typeface="Segoe UI"/>
              </a:rPr>
              <a:t>each</a:t>
            </a:r>
            <a:r>
              <a:rPr lang="en-GB" sz="1200" noProof="0" dirty="0">
                <a:latin typeface="+mn-lt"/>
                <a:cs typeface="Segoe UI"/>
              </a:rPr>
              <a:t> </a:t>
            </a:r>
            <a:r>
              <a:rPr lang="en-GB" sz="1200" spc="-20" noProof="0" dirty="0">
                <a:latin typeface="+mn-lt"/>
                <a:cs typeface="Segoe UI"/>
              </a:rPr>
              <a:t>instruction</a:t>
            </a:r>
            <a:r>
              <a:rPr lang="en-GB" sz="1200" spc="-80" noProof="0" dirty="0">
                <a:latin typeface="+mn-lt"/>
                <a:cs typeface="Segoe UI"/>
              </a:rPr>
              <a:t> </a:t>
            </a:r>
            <a:r>
              <a:rPr lang="en-GB" sz="1200" spc="-15" noProof="0" dirty="0">
                <a:latin typeface="+mn-lt"/>
                <a:cs typeface="Segoe UI"/>
              </a:rPr>
              <a:t>must</a:t>
            </a:r>
            <a:r>
              <a:rPr lang="en-GB" sz="1200" spc="-35" noProof="0" dirty="0">
                <a:latin typeface="+mn-lt"/>
                <a:cs typeface="Segoe UI"/>
              </a:rPr>
              <a:t> </a:t>
            </a:r>
            <a:r>
              <a:rPr lang="en-GB" sz="1200" spc="-25" noProof="0" dirty="0">
                <a:latin typeface="+mn-lt"/>
                <a:cs typeface="Segoe UI"/>
              </a:rPr>
              <a:t>contain </a:t>
            </a:r>
            <a:r>
              <a:rPr lang="en-GB" sz="1200" spc="-15" noProof="0" dirty="0">
                <a:latin typeface="+mn-lt"/>
                <a:cs typeface="Segoe UI"/>
              </a:rPr>
              <a:t>the</a:t>
            </a:r>
            <a:r>
              <a:rPr lang="en-GB" sz="1200" spc="-60" noProof="0" dirty="0">
                <a:latin typeface="+mn-lt"/>
                <a:cs typeface="Segoe UI"/>
              </a:rPr>
              <a:t> </a:t>
            </a:r>
            <a:r>
              <a:rPr lang="en-GB" sz="1200" spc="-15" noProof="0" dirty="0">
                <a:latin typeface="+mn-lt"/>
                <a:cs typeface="Segoe UI"/>
              </a:rPr>
              <a:t>print</a:t>
            </a:r>
            <a:r>
              <a:rPr lang="en-GB" sz="1200" spc="-60" noProof="0" dirty="0">
                <a:latin typeface="+mn-lt"/>
                <a:cs typeface="Segoe UI"/>
              </a:rPr>
              <a:t> </a:t>
            </a:r>
            <a:r>
              <a:rPr lang="en-GB" sz="1200" spc="-20" noProof="0" dirty="0">
                <a:latin typeface="+mn-lt"/>
                <a:cs typeface="Segoe UI"/>
              </a:rPr>
              <a:t>command</a:t>
            </a:r>
            <a:r>
              <a:rPr lang="en-GB" sz="1200" spc="-25" noProof="0" dirty="0">
                <a:latin typeface="+mn-lt"/>
                <a:cs typeface="Segoe UI"/>
              </a:rPr>
              <a:t> </a:t>
            </a:r>
            <a:r>
              <a:rPr lang="en-GB" sz="1200" spc="-15" noProof="0" dirty="0">
                <a:latin typeface="+mn-lt"/>
                <a:cs typeface="Segoe UI"/>
              </a:rPr>
              <a:t>“p”,</a:t>
            </a:r>
            <a:r>
              <a:rPr lang="en-GB" sz="1200" spc="-90" noProof="0" dirty="0">
                <a:latin typeface="+mn-lt"/>
                <a:cs typeface="Segoe UI"/>
              </a:rPr>
              <a:t> </a:t>
            </a:r>
            <a:r>
              <a:rPr lang="en-GB" sz="1200" spc="-20" noProof="0" dirty="0">
                <a:latin typeface="+mn-lt"/>
                <a:cs typeface="Segoe UI"/>
              </a:rPr>
              <a:t>without</a:t>
            </a:r>
            <a:r>
              <a:rPr lang="en-GB" sz="1200" spc="-35" noProof="0" dirty="0">
                <a:latin typeface="+mn-lt"/>
                <a:cs typeface="Segoe UI"/>
              </a:rPr>
              <a:t> </a:t>
            </a:r>
            <a:r>
              <a:rPr lang="en-GB" sz="1200" spc="-20" noProof="0" dirty="0">
                <a:latin typeface="+mn-lt"/>
                <a:cs typeface="Segoe UI"/>
              </a:rPr>
              <a:t>which</a:t>
            </a:r>
            <a:r>
              <a:rPr lang="en-GB" sz="1200" spc="-25" noProof="0" dirty="0">
                <a:latin typeface="+mn-lt"/>
                <a:cs typeface="Segoe UI"/>
              </a:rPr>
              <a:t> </a:t>
            </a:r>
            <a:r>
              <a:rPr lang="en-GB" sz="1200" spc="-10" noProof="0" dirty="0">
                <a:latin typeface="+mn-lt"/>
                <a:cs typeface="Segoe UI"/>
              </a:rPr>
              <a:t>no</a:t>
            </a:r>
            <a:r>
              <a:rPr lang="en-GB" sz="1200" spc="-75" noProof="0" dirty="0">
                <a:latin typeface="+mn-lt"/>
                <a:cs typeface="Segoe UI"/>
              </a:rPr>
              <a:t> </a:t>
            </a:r>
            <a:r>
              <a:rPr lang="en-GB" sz="1200" spc="-15" noProof="0" dirty="0">
                <a:latin typeface="+mn-lt"/>
                <a:cs typeface="Segoe UI"/>
              </a:rPr>
              <a:t>output</a:t>
            </a:r>
            <a:r>
              <a:rPr lang="en-GB" sz="1200" spc="-60" noProof="0" dirty="0">
                <a:latin typeface="+mn-lt"/>
                <a:cs typeface="Segoe UI"/>
              </a:rPr>
              <a:t> </a:t>
            </a:r>
            <a:r>
              <a:rPr lang="en-GB" sz="1200" spc="-25" noProof="0" dirty="0">
                <a:latin typeface="+mn-lt"/>
                <a:cs typeface="Segoe UI"/>
              </a:rPr>
              <a:t>will </a:t>
            </a:r>
            <a:r>
              <a:rPr lang="en-GB" sz="1200" spc="-20" noProof="0" dirty="0">
                <a:latin typeface="+mn-lt"/>
                <a:cs typeface="Segoe UI"/>
              </a:rPr>
              <a:t>b</a:t>
            </a:r>
            <a:r>
              <a:rPr lang="en-GB" sz="1200" noProof="0" dirty="0">
                <a:latin typeface="+mn-lt"/>
                <a:cs typeface="Segoe UI"/>
              </a:rPr>
              <a:t>e</a:t>
            </a:r>
            <a:r>
              <a:rPr lang="en-GB" sz="1200" spc="-85" noProof="0" dirty="0">
                <a:latin typeface="+mn-lt"/>
                <a:cs typeface="Segoe UI"/>
              </a:rPr>
              <a:t> </a:t>
            </a:r>
            <a:r>
              <a:rPr lang="en-GB" sz="1200" spc="-20" noProof="0" dirty="0">
                <a:latin typeface="+mn-lt"/>
                <a:cs typeface="Segoe UI"/>
              </a:rPr>
              <a:t>g</a:t>
            </a:r>
            <a:r>
              <a:rPr lang="en-GB" sz="1200" spc="-25" noProof="0" dirty="0">
                <a:latin typeface="+mn-lt"/>
                <a:cs typeface="Segoe UI"/>
              </a:rPr>
              <a:t>e</a:t>
            </a:r>
            <a:r>
              <a:rPr lang="en-GB" sz="1200" spc="-20" noProof="0" dirty="0">
                <a:latin typeface="+mn-lt"/>
                <a:cs typeface="Segoe UI"/>
              </a:rPr>
              <a:t>n</a:t>
            </a:r>
            <a:r>
              <a:rPr lang="en-GB" sz="1200" spc="-25" noProof="0" dirty="0">
                <a:latin typeface="+mn-lt"/>
                <a:cs typeface="Segoe UI"/>
              </a:rPr>
              <a:t>e</a:t>
            </a:r>
            <a:r>
              <a:rPr lang="en-GB" sz="1200" spc="-15" noProof="0" dirty="0">
                <a:latin typeface="+mn-lt"/>
                <a:cs typeface="Segoe UI"/>
              </a:rPr>
              <a:t>r</a:t>
            </a:r>
            <a:r>
              <a:rPr lang="en-GB" sz="1200" spc="-35" noProof="0" dirty="0">
                <a:latin typeface="+mn-lt"/>
                <a:cs typeface="Segoe UI"/>
              </a:rPr>
              <a:t>a</a:t>
            </a:r>
            <a:r>
              <a:rPr lang="en-GB" sz="1200" spc="-30" noProof="0" dirty="0">
                <a:latin typeface="+mn-lt"/>
                <a:cs typeface="Segoe UI"/>
              </a:rPr>
              <a:t>t</a:t>
            </a:r>
            <a:r>
              <a:rPr lang="en-GB" sz="1200" spc="-25" noProof="0" dirty="0">
                <a:latin typeface="+mn-lt"/>
                <a:cs typeface="Segoe UI"/>
              </a:rPr>
              <a:t>e</a:t>
            </a:r>
            <a:r>
              <a:rPr lang="en-GB" sz="1200" spc="-20" noProof="0" dirty="0">
                <a:latin typeface="+mn-lt"/>
                <a:cs typeface="Segoe UI"/>
              </a:rPr>
              <a:t>d</a:t>
            </a:r>
            <a:r>
              <a:rPr lang="en-GB" sz="1200" noProof="0" dirty="0">
                <a:latin typeface="+mn-lt"/>
                <a:cs typeface="Segoe UI"/>
              </a:rPr>
              <a:t>.</a:t>
            </a:r>
          </a:p>
          <a:p>
            <a:pPr marL="12700" marR="20320">
              <a:lnSpc>
                <a:spcPct val="100000"/>
              </a:lnSpc>
              <a:spcBef>
                <a:spcPts val="105"/>
              </a:spcBef>
            </a:pPr>
            <a:endParaRPr lang="en-GB" sz="1200" noProof="0" dirty="0">
              <a:latin typeface="Segoe UI"/>
              <a:cs typeface="Segoe UI"/>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28</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8168896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GB" noProof="0" dirty="0"/>
              <a:t>Thus far we have seen examples of </a:t>
            </a:r>
            <a:r>
              <a:rPr lang="en-GB" noProof="0" dirty="0" err="1"/>
              <a:t>sed</a:t>
            </a:r>
            <a:r>
              <a:rPr lang="en-GB" noProof="0" dirty="0"/>
              <a:t> commands without addresses that apply to all lines, for example:  s/Berks/Berkshire/ and s/Hants/Hampshire/</a:t>
            </a:r>
          </a:p>
          <a:p>
            <a:r>
              <a:rPr lang="en-GB" noProof="0" dirty="0"/>
              <a:t>Commands given with </a:t>
            </a:r>
            <a:r>
              <a:rPr lang="en-GB" noProof="0" dirty="0" err="1"/>
              <a:t>sed</a:t>
            </a:r>
            <a:r>
              <a:rPr lang="en-GB" noProof="0" dirty="0"/>
              <a:t> may also be specified with line numbers, for example:  15s/Berks/Berkshire/ which says, “perform the search and replace only on line 15”.</a:t>
            </a:r>
          </a:p>
          <a:p>
            <a:endParaRPr lang="en-GB" noProof="0" dirty="0"/>
          </a:p>
          <a:p>
            <a:r>
              <a:rPr lang="en-GB" noProof="0" dirty="0"/>
              <a:t>Regular expressions may be used instead of line numbers, for instance</a:t>
            </a:r>
            <a:r>
              <a:rPr lang="en-GB" dirty="0"/>
              <a:t> </a:t>
            </a:r>
            <a:r>
              <a:rPr lang="en-GB" noProof="0" dirty="0"/>
              <a:t>/Reading/s/Berks/Berkshire/ says “on lines which contain the string ‘Reading’ perform the search and replace”.</a:t>
            </a:r>
          </a:p>
          <a:p>
            <a:endParaRPr lang="en-GB" noProof="0" dirty="0"/>
          </a:p>
          <a:p>
            <a:r>
              <a:rPr lang="en-GB" noProof="0" dirty="0"/>
              <a:t>Lines may be excluded by using a “!” symbol:</a:t>
            </a:r>
          </a:p>
          <a:p>
            <a:r>
              <a:rPr lang="en-GB" noProof="0" dirty="0"/>
              <a:t>/Reading/!s/Berks/Berkshire/</a:t>
            </a:r>
          </a:p>
          <a:p>
            <a:r>
              <a:rPr lang="en-GB" noProof="0" dirty="0"/>
              <a:t>…which says, “on lines which contain the string ‘Reading’ DO NOT perform the search and replace”.</a:t>
            </a:r>
          </a:p>
          <a:p>
            <a:endParaRPr lang="en-GB" noProof="0" dirty="0"/>
          </a:p>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29</a:t>
            </a:fld>
            <a:endParaRPr lang="en-GB"/>
          </a:p>
        </p:txBody>
      </p:sp>
      <p:sp>
        <p:nvSpPr>
          <p:cNvPr id="6" name="Slide Image Placeholder 5">
            <a:extLst>
              <a:ext uri="{FF2B5EF4-FFF2-40B4-BE49-F238E27FC236}">
                <a16:creationId xmlns:a16="http://schemas.microsoft.com/office/drawing/2014/main" id="{154F8933-6A4F-F08A-5497-27C90C279A31}"/>
              </a:ext>
            </a:extLst>
          </p:cNvPr>
          <p:cNvSpPr>
            <a:spLocks noGrp="1" noRot="1" noChangeAspect="1"/>
          </p:cNvSpPr>
          <p:nvPr>
            <p:ph type="sldImg"/>
          </p:nvPr>
        </p:nvSpPr>
        <p:spPr/>
      </p:sp>
    </p:spTree>
    <p:extLst>
      <p:ext uri="{BB962C8B-B14F-4D97-AF65-F5344CB8AC3E}">
        <p14:creationId xmlns:p14="http://schemas.microsoft.com/office/powerpoint/2010/main" val="410705080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20320">
              <a:lnSpc>
                <a:spcPct val="100000"/>
              </a:lnSpc>
              <a:spcBef>
                <a:spcPts val="105"/>
              </a:spcBef>
            </a:pPr>
            <a:endParaRPr lang="en-GB" sz="1200" noProof="0" dirty="0">
              <a:latin typeface="Segoe UI"/>
              <a:cs typeface="Segoe UI"/>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30</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344240857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20320">
              <a:lnSpc>
                <a:spcPct val="100000"/>
              </a:lnSpc>
              <a:spcBef>
                <a:spcPts val="105"/>
              </a:spcBef>
            </a:pPr>
            <a:endParaRPr lang="en-GB" sz="1200" noProof="0" dirty="0">
              <a:latin typeface="Segoe UI"/>
              <a:cs typeface="Segoe UI"/>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31</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32300311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700"/>
              </a:spcBef>
            </a:pPr>
            <a:r>
              <a:rPr lang="en-GB" sz="1200" spc="-25" noProof="0" dirty="0">
                <a:latin typeface="+mn-lt"/>
                <a:cs typeface="Segoe UI"/>
              </a:rPr>
              <a:t>A</a:t>
            </a:r>
            <a:r>
              <a:rPr lang="en-GB" sz="1200" spc="-20" noProof="0" dirty="0">
                <a:latin typeface="+mn-lt"/>
                <a:cs typeface="Segoe UI"/>
              </a:rPr>
              <a:t>bo</a:t>
            </a:r>
            <a:r>
              <a:rPr lang="en-GB" sz="1200" spc="-30" noProof="0" dirty="0">
                <a:latin typeface="+mn-lt"/>
                <a:cs typeface="Segoe UI"/>
              </a:rPr>
              <a:t>v</a:t>
            </a:r>
            <a:r>
              <a:rPr lang="en-GB" sz="1200" noProof="0" dirty="0">
                <a:latin typeface="+mn-lt"/>
                <a:cs typeface="Segoe UI"/>
              </a:rPr>
              <a:t>e</a:t>
            </a:r>
            <a:r>
              <a:rPr lang="en-GB" sz="1200" spc="-85" noProof="0" dirty="0">
                <a:latin typeface="+mn-lt"/>
                <a:cs typeface="Segoe UI"/>
              </a:rPr>
              <a:t> </a:t>
            </a:r>
            <a:r>
              <a:rPr lang="en-GB" sz="1200" spc="-35" noProof="0" dirty="0">
                <a:latin typeface="+mn-lt"/>
                <a:cs typeface="Segoe UI"/>
              </a:rPr>
              <a:t>a</a:t>
            </a:r>
            <a:r>
              <a:rPr lang="en-GB" sz="1200" spc="-15" noProof="0" dirty="0">
                <a:latin typeface="+mn-lt"/>
                <a:cs typeface="Segoe UI"/>
              </a:rPr>
              <a:t>r</a:t>
            </a:r>
            <a:r>
              <a:rPr lang="en-GB" sz="1200" noProof="0" dirty="0">
                <a:latin typeface="+mn-lt"/>
                <a:cs typeface="Segoe UI"/>
              </a:rPr>
              <a:t>e</a:t>
            </a:r>
            <a:r>
              <a:rPr lang="en-GB" sz="1200" spc="-35" noProof="0" dirty="0">
                <a:latin typeface="+mn-lt"/>
                <a:cs typeface="Segoe UI"/>
              </a:rPr>
              <a:t> </a:t>
            </a:r>
            <a:r>
              <a:rPr lang="en-GB" sz="1200" spc="-25" noProof="0" dirty="0">
                <a:latin typeface="+mn-lt"/>
                <a:cs typeface="Segoe UI"/>
              </a:rPr>
              <a:t>e</a:t>
            </a:r>
            <a:r>
              <a:rPr lang="en-GB" sz="1200" spc="-35" noProof="0" dirty="0">
                <a:latin typeface="+mn-lt"/>
                <a:cs typeface="Segoe UI"/>
              </a:rPr>
              <a:t>xa</a:t>
            </a:r>
            <a:r>
              <a:rPr lang="en-GB" sz="1200" spc="-25" noProof="0" dirty="0">
                <a:latin typeface="+mn-lt"/>
                <a:cs typeface="Segoe UI"/>
              </a:rPr>
              <a:t>m</a:t>
            </a:r>
            <a:r>
              <a:rPr lang="en-GB" sz="1200" spc="-20" noProof="0" dirty="0">
                <a:latin typeface="+mn-lt"/>
                <a:cs typeface="Segoe UI"/>
              </a:rPr>
              <a:t>p</a:t>
            </a:r>
            <a:r>
              <a:rPr lang="en-GB" sz="1200" spc="-30" noProof="0" dirty="0">
                <a:latin typeface="+mn-lt"/>
                <a:cs typeface="Segoe UI"/>
              </a:rPr>
              <a:t>l</a:t>
            </a:r>
            <a:r>
              <a:rPr lang="en-GB" sz="1200" spc="-25" noProof="0" dirty="0">
                <a:latin typeface="+mn-lt"/>
                <a:cs typeface="Segoe UI"/>
              </a:rPr>
              <a:t>e</a:t>
            </a:r>
            <a:r>
              <a:rPr lang="en-GB" sz="1200" noProof="0" dirty="0">
                <a:latin typeface="+mn-lt"/>
                <a:cs typeface="Segoe UI"/>
              </a:rPr>
              <a:t>s</a:t>
            </a:r>
            <a:r>
              <a:rPr lang="en-GB" sz="1200" spc="-30" noProof="0" dirty="0">
                <a:latin typeface="+mn-lt"/>
                <a:cs typeface="Segoe UI"/>
              </a:rPr>
              <a:t> </a:t>
            </a:r>
            <a:r>
              <a:rPr lang="en-GB" sz="1200" spc="-20" noProof="0" dirty="0">
                <a:latin typeface="+mn-lt"/>
                <a:cs typeface="Segoe UI"/>
              </a:rPr>
              <a:t>o</a:t>
            </a:r>
            <a:r>
              <a:rPr lang="en-GB" sz="1200" noProof="0" dirty="0">
                <a:latin typeface="+mn-lt"/>
                <a:cs typeface="Segoe UI"/>
              </a:rPr>
              <a:t>f</a:t>
            </a:r>
            <a:r>
              <a:rPr lang="en-GB" sz="1200" spc="-40" noProof="0" dirty="0">
                <a:latin typeface="+mn-lt"/>
                <a:cs typeface="Segoe UI"/>
              </a:rPr>
              <a:t> </a:t>
            </a:r>
            <a:r>
              <a:rPr lang="en-GB" sz="1200" spc="-20" noProof="0" dirty="0" err="1">
                <a:latin typeface="+mn-lt"/>
                <a:cs typeface="Segoe UI"/>
              </a:rPr>
              <a:t>s</a:t>
            </a:r>
            <a:r>
              <a:rPr lang="en-GB" sz="1200" spc="-25" noProof="0" dirty="0" err="1">
                <a:latin typeface="+mn-lt"/>
                <a:cs typeface="Segoe UI"/>
              </a:rPr>
              <a:t>e</a:t>
            </a:r>
            <a:r>
              <a:rPr lang="en-GB" sz="1200" noProof="0" dirty="0" err="1">
                <a:latin typeface="+mn-lt"/>
                <a:cs typeface="Segoe UI"/>
              </a:rPr>
              <a:t>d</a:t>
            </a:r>
            <a:r>
              <a:rPr lang="en-GB" sz="1200" spc="-55" noProof="0" dirty="0">
                <a:latin typeface="+mn-lt"/>
                <a:cs typeface="Segoe UI"/>
              </a:rPr>
              <a:t> </a:t>
            </a:r>
            <a:r>
              <a:rPr lang="en-GB" sz="1200" spc="-35" noProof="0" dirty="0">
                <a:latin typeface="+mn-lt"/>
                <a:cs typeface="Segoe UI"/>
              </a:rPr>
              <a:t>c</a:t>
            </a:r>
            <a:r>
              <a:rPr lang="en-GB" sz="1200" spc="-20" noProof="0" dirty="0">
                <a:latin typeface="+mn-lt"/>
                <a:cs typeface="Segoe UI"/>
              </a:rPr>
              <a:t>o</a:t>
            </a:r>
            <a:r>
              <a:rPr lang="en-GB" sz="1200" spc="-25" noProof="0" dirty="0">
                <a:latin typeface="+mn-lt"/>
                <a:cs typeface="Segoe UI"/>
              </a:rPr>
              <a:t>mm</a:t>
            </a:r>
            <a:r>
              <a:rPr lang="en-GB" sz="1200" spc="-35" noProof="0" dirty="0">
                <a:latin typeface="+mn-lt"/>
                <a:cs typeface="Segoe UI"/>
              </a:rPr>
              <a:t>a</a:t>
            </a:r>
            <a:r>
              <a:rPr lang="en-GB" sz="1200" spc="-20" noProof="0" dirty="0">
                <a:latin typeface="+mn-lt"/>
                <a:cs typeface="Segoe UI"/>
              </a:rPr>
              <a:t>nds</a:t>
            </a:r>
            <a:r>
              <a:rPr lang="en-GB" sz="1200" noProof="0" dirty="0">
                <a:latin typeface="+mn-lt"/>
                <a:cs typeface="Segoe UI"/>
              </a:rPr>
              <a:t>.</a:t>
            </a:r>
          </a:p>
          <a:p>
            <a:pPr marL="241300" marR="48260" indent="-228600">
              <a:lnSpc>
                <a:spcPct val="100000"/>
              </a:lnSpc>
              <a:spcBef>
                <a:spcPts val="605"/>
              </a:spcBef>
              <a:buFont typeface="+mj-lt"/>
              <a:buAutoNum type="arabicPeriod"/>
              <a:tabLst>
                <a:tab pos="180975" algn="l"/>
              </a:tabLst>
            </a:pPr>
            <a:r>
              <a:rPr lang="en-GB" sz="1200" spc="-15" noProof="0" dirty="0">
                <a:latin typeface="+mn-lt"/>
                <a:cs typeface="Segoe UI"/>
              </a:rPr>
              <a:t> The</a:t>
            </a:r>
            <a:r>
              <a:rPr lang="en-GB" sz="1200" spc="-55" noProof="0" dirty="0">
                <a:latin typeface="+mn-lt"/>
                <a:cs typeface="Segoe UI"/>
              </a:rPr>
              <a:t> </a:t>
            </a:r>
            <a:r>
              <a:rPr lang="en-GB" sz="1200" spc="-20" noProof="0" dirty="0">
                <a:latin typeface="+mn-lt"/>
                <a:cs typeface="Segoe UI"/>
              </a:rPr>
              <a:t>command</a:t>
            </a:r>
            <a:r>
              <a:rPr lang="en-GB" sz="1200" spc="-25" noProof="0" dirty="0">
                <a:latin typeface="+mn-lt"/>
                <a:cs typeface="Segoe UI"/>
              </a:rPr>
              <a:t> </a:t>
            </a:r>
            <a:r>
              <a:rPr lang="en-GB" sz="1200" spc="-20" noProof="0" dirty="0">
                <a:latin typeface="+mn-lt"/>
                <a:cs typeface="Segoe UI"/>
              </a:rPr>
              <a:t>inserts</a:t>
            </a:r>
            <a:r>
              <a:rPr lang="en-GB" sz="1200" spc="-50" noProof="0" dirty="0">
                <a:latin typeface="+mn-lt"/>
                <a:cs typeface="Segoe UI"/>
              </a:rPr>
              <a:t> </a:t>
            </a:r>
            <a:r>
              <a:rPr lang="en-GB" sz="1200" spc="-10" noProof="0" dirty="0">
                <a:latin typeface="+mn-lt"/>
                <a:cs typeface="Segoe UI"/>
              </a:rPr>
              <a:t>one</a:t>
            </a:r>
            <a:r>
              <a:rPr lang="en-GB" sz="1200" spc="-55" noProof="0" dirty="0">
                <a:latin typeface="+mn-lt"/>
                <a:cs typeface="Segoe UI"/>
              </a:rPr>
              <a:t> </a:t>
            </a:r>
            <a:r>
              <a:rPr lang="en-GB" sz="1200" spc="-20" noProof="0" dirty="0">
                <a:latin typeface="+mn-lt"/>
                <a:cs typeface="Segoe UI"/>
              </a:rPr>
              <a:t>line</a:t>
            </a:r>
            <a:r>
              <a:rPr lang="en-GB" sz="1200" spc="-55" noProof="0" dirty="0">
                <a:latin typeface="+mn-lt"/>
                <a:cs typeface="Segoe UI"/>
              </a:rPr>
              <a:t> </a:t>
            </a:r>
            <a:r>
              <a:rPr lang="en-GB" sz="1200" spc="-10" noProof="0" dirty="0">
                <a:latin typeface="+mn-lt"/>
                <a:cs typeface="Segoe UI"/>
              </a:rPr>
              <a:t>of</a:t>
            </a:r>
            <a:r>
              <a:rPr lang="en-GB" sz="1200" spc="-60" noProof="0" dirty="0">
                <a:latin typeface="+mn-lt"/>
                <a:cs typeface="Segoe UI"/>
              </a:rPr>
              <a:t> </a:t>
            </a:r>
            <a:r>
              <a:rPr lang="en-GB" sz="1200" spc="-20" noProof="0" dirty="0">
                <a:latin typeface="+mn-lt"/>
                <a:cs typeface="Segoe UI"/>
              </a:rPr>
              <a:t>text</a:t>
            </a:r>
            <a:r>
              <a:rPr lang="en-GB" sz="1200" spc="-15" noProof="0" dirty="0">
                <a:latin typeface="+mn-lt"/>
                <a:cs typeface="Segoe UI"/>
              </a:rPr>
              <a:t> before</a:t>
            </a:r>
            <a:r>
              <a:rPr lang="en-GB" sz="1200" spc="-55" noProof="0" dirty="0">
                <a:latin typeface="+mn-lt"/>
                <a:cs typeface="Segoe UI"/>
              </a:rPr>
              <a:t> </a:t>
            </a:r>
            <a:r>
              <a:rPr lang="en-GB" sz="1200" spc="-20" noProof="0" dirty="0">
                <a:latin typeface="+mn-lt"/>
                <a:cs typeface="Segoe UI"/>
              </a:rPr>
              <a:t>line</a:t>
            </a:r>
            <a:r>
              <a:rPr lang="en-GB" sz="1200" spc="-55" noProof="0" dirty="0">
                <a:latin typeface="+mn-lt"/>
                <a:cs typeface="Segoe UI"/>
              </a:rPr>
              <a:t> </a:t>
            </a:r>
            <a:r>
              <a:rPr lang="en-GB" sz="1200" spc="-10" noProof="0" dirty="0">
                <a:latin typeface="+mn-lt"/>
                <a:cs typeface="Segoe UI"/>
              </a:rPr>
              <a:t>1.</a:t>
            </a:r>
            <a:endParaRPr lang="en-GB" sz="1200" noProof="0" dirty="0">
              <a:latin typeface="+mn-lt"/>
              <a:cs typeface="Segoe UI"/>
            </a:endParaRPr>
          </a:p>
          <a:p>
            <a:pPr marL="241300" marR="5080" indent="-228600">
              <a:lnSpc>
                <a:spcPct val="100000"/>
              </a:lnSpc>
              <a:spcBef>
                <a:spcPts val="600"/>
              </a:spcBef>
              <a:buFont typeface="+mj-lt"/>
              <a:buAutoNum type="arabicPeriod"/>
              <a:tabLst>
                <a:tab pos="180975" algn="l"/>
              </a:tabLst>
            </a:pPr>
            <a:r>
              <a:rPr lang="en-GB" sz="1200" spc="-15" noProof="0" dirty="0">
                <a:latin typeface="+mn-lt"/>
                <a:cs typeface="Segoe UI"/>
              </a:rPr>
              <a:t> The</a:t>
            </a:r>
            <a:r>
              <a:rPr lang="en-GB" sz="1200" spc="-55" noProof="0" dirty="0">
                <a:latin typeface="+mn-lt"/>
                <a:cs typeface="Segoe UI"/>
              </a:rPr>
              <a:t> </a:t>
            </a:r>
            <a:r>
              <a:rPr lang="en-GB" sz="1200" spc="-20" noProof="0" dirty="0">
                <a:latin typeface="+mn-lt"/>
                <a:cs typeface="Segoe UI"/>
              </a:rPr>
              <a:t>command</a:t>
            </a:r>
            <a:r>
              <a:rPr lang="en-GB" sz="1200" spc="-25" noProof="0" dirty="0">
                <a:latin typeface="+mn-lt"/>
                <a:cs typeface="Segoe UI"/>
              </a:rPr>
              <a:t> </a:t>
            </a:r>
            <a:r>
              <a:rPr lang="en-GB" sz="1200" spc="-20" noProof="0" dirty="0">
                <a:latin typeface="+mn-lt"/>
                <a:cs typeface="Segoe UI"/>
              </a:rPr>
              <a:t>appends</a:t>
            </a:r>
            <a:r>
              <a:rPr lang="en-GB" sz="1200" spc="-75" noProof="0" dirty="0">
                <a:latin typeface="+mn-lt"/>
                <a:cs typeface="Segoe UI"/>
              </a:rPr>
              <a:t> </a:t>
            </a:r>
            <a:r>
              <a:rPr lang="en-GB" sz="1200" spc="-10" noProof="0" dirty="0">
                <a:latin typeface="+mn-lt"/>
                <a:cs typeface="Segoe UI"/>
              </a:rPr>
              <a:t>one</a:t>
            </a:r>
            <a:r>
              <a:rPr lang="en-GB" sz="1200" spc="-55" noProof="0" dirty="0">
                <a:latin typeface="+mn-lt"/>
                <a:cs typeface="Segoe UI"/>
              </a:rPr>
              <a:t> </a:t>
            </a:r>
            <a:r>
              <a:rPr lang="en-GB" sz="1200" spc="-20" noProof="0" dirty="0">
                <a:latin typeface="+mn-lt"/>
                <a:cs typeface="Segoe UI"/>
              </a:rPr>
              <a:t>line</a:t>
            </a:r>
            <a:r>
              <a:rPr lang="en-GB" sz="1200" spc="-50" noProof="0" dirty="0">
                <a:latin typeface="+mn-lt"/>
                <a:cs typeface="Segoe UI"/>
              </a:rPr>
              <a:t> </a:t>
            </a:r>
            <a:r>
              <a:rPr lang="en-GB" sz="1200" spc="-25" noProof="0" dirty="0">
                <a:latin typeface="+mn-lt"/>
                <a:cs typeface="Segoe UI"/>
              </a:rPr>
              <a:t>after</a:t>
            </a:r>
            <a:r>
              <a:rPr lang="en-GB" sz="1200"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20" noProof="0" dirty="0">
                <a:latin typeface="+mn-lt"/>
                <a:cs typeface="Segoe UI"/>
              </a:rPr>
              <a:t>last</a:t>
            </a:r>
            <a:r>
              <a:rPr lang="en-GB" sz="1200" spc="-10" noProof="0" dirty="0">
                <a:latin typeface="+mn-lt"/>
                <a:cs typeface="Segoe UI"/>
              </a:rPr>
              <a:t> </a:t>
            </a:r>
            <a:r>
              <a:rPr lang="en-GB" sz="1200" spc="-20" noProof="0" dirty="0">
                <a:latin typeface="+mn-lt"/>
                <a:cs typeface="Segoe UI"/>
              </a:rPr>
              <a:t>line</a:t>
            </a:r>
            <a:r>
              <a:rPr lang="en-GB" sz="1200" spc="-55" noProof="0" dirty="0">
                <a:latin typeface="+mn-lt"/>
                <a:cs typeface="Segoe UI"/>
              </a:rPr>
              <a:t> </a:t>
            </a:r>
            <a:r>
              <a:rPr lang="en-GB" sz="1200" spc="-10" noProof="0" dirty="0">
                <a:latin typeface="+mn-lt"/>
                <a:cs typeface="Segoe UI"/>
              </a:rPr>
              <a:t>of</a:t>
            </a:r>
            <a:r>
              <a:rPr lang="en-GB" sz="1200" spc="-60" noProof="0" dirty="0">
                <a:latin typeface="+mn-lt"/>
                <a:cs typeface="Segoe UI"/>
              </a:rPr>
              <a:t> </a:t>
            </a:r>
            <a:r>
              <a:rPr lang="en-GB" sz="1200" spc="-15" noProof="0" dirty="0">
                <a:latin typeface="+mn-lt"/>
                <a:cs typeface="Segoe UI"/>
              </a:rPr>
              <a:t>the</a:t>
            </a:r>
            <a:r>
              <a:rPr lang="en-GB" sz="1200" spc="-25" noProof="0" dirty="0">
                <a:latin typeface="+mn-lt"/>
                <a:cs typeface="Segoe UI"/>
              </a:rPr>
              <a:t> file</a:t>
            </a:r>
            <a:r>
              <a:rPr lang="en-GB" sz="1200" spc="-20" noProof="0" dirty="0">
                <a:latin typeface="+mn-lt"/>
                <a:cs typeface="Segoe UI"/>
              </a:rPr>
              <a:t>.</a:t>
            </a:r>
            <a:endParaRPr lang="en-GB" sz="1200" noProof="0" dirty="0">
              <a:latin typeface="+mn-lt"/>
              <a:cs typeface="Segoe UI"/>
            </a:endParaRPr>
          </a:p>
          <a:p>
            <a:pPr marL="240665" indent="-228600">
              <a:lnSpc>
                <a:spcPct val="100000"/>
              </a:lnSpc>
              <a:spcBef>
                <a:spcPts val="600"/>
              </a:spcBef>
              <a:buFont typeface="+mj-lt"/>
              <a:buAutoNum type="arabicPeriod"/>
              <a:tabLst>
                <a:tab pos="180975" algn="l"/>
              </a:tabLst>
            </a:pPr>
            <a:r>
              <a:rPr lang="en-GB" sz="1200" spc="-15" noProof="0" dirty="0">
                <a:latin typeface="+mn-lt"/>
                <a:cs typeface="Segoe UI"/>
              </a:rPr>
              <a:t> The</a:t>
            </a:r>
            <a:r>
              <a:rPr lang="en-GB" sz="1200" spc="-60" noProof="0" dirty="0">
                <a:latin typeface="+mn-lt"/>
                <a:cs typeface="Segoe UI"/>
              </a:rPr>
              <a:t> </a:t>
            </a:r>
            <a:r>
              <a:rPr lang="en-GB" sz="1200" spc="-20" noProof="0" dirty="0">
                <a:latin typeface="+mn-lt"/>
                <a:cs typeface="Segoe UI"/>
              </a:rPr>
              <a:t>command</a:t>
            </a:r>
            <a:r>
              <a:rPr lang="en-GB" sz="1200" spc="-25" noProof="0" dirty="0">
                <a:latin typeface="+mn-lt"/>
                <a:cs typeface="Segoe UI"/>
              </a:rPr>
              <a:t> </a:t>
            </a:r>
            <a:r>
              <a:rPr lang="en-GB" sz="1200" spc="-20" noProof="0" dirty="0">
                <a:latin typeface="+mn-lt"/>
                <a:cs typeface="Segoe UI"/>
              </a:rPr>
              <a:t>performs</a:t>
            </a:r>
            <a:r>
              <a:rPr lang="en-GB" sz="1200" spc="-80" noProof="0" dirty="0">
                <a:latin typeface="+mn-lt"/>
                <a:cs typeface="Segoe UI"/>
              </a:rPr>
              <a:t> </a:t>
            </a:r>
            <a:r>
              <a:rPr lang="en-GB" sz="1200" noProof="0" dirty="0">
                <a:latin typeface="+mn-lt"/>
                <a:cs typeface="Segoe UI"/>
              </a:rPr>
              <a:t>a</a:t>
            </a:r>
            <a:r>
              <a:rPr lang="en-GB" sz="1200" spc="-40" noProof="0" dirty="0">
                <a:latin typeface="+mn-lt"/>
                <a:cs typeface="Segoe UI"/>
              </a:rPr>
              <a:t> </a:t>
            </a:r>
            <a:r>
              <a:rPr lang="en-GB" sz="1200" spc="-20" noProof="0" dirty="0">
                <a:latin typeface="+mn-lt"/>
                <a:cs typeface="Segoe UI"/>
              </a:rPr>
              <a:t>change</a:t>
            </a:r>
            <a:r>
              <a:rPr lang="en-GB" sz="1200" spc="-30" noProof="0" dirty="0">
                <a:latin typeface="+mn-lt"/>
                <a:cs typeface="Segoe UI"/>
              </a:rPr>
              <a:t> </a:t>
            </a:r>
            <a:r>
              <a:rPr lang="en-GB" sz="1200" spc="-10" noProof="0" dirty="0">
                <a:latin typeface="+mn-lt"/>
                <a:cs typeface="Segoe UI"/>
              </a:rPr>
              <a:t>on</a:t>
            </a:r>
            <a:r>
              <a:rPr lang="en-GB" sz="1200" spc="-55" noProof="0" dirty="0">
                <a:latin typeface="+mn-lt"/>
                <a:cs typeface="Segoe UI"/>
              </a:rPr>
              <a:t> </a:t>
            </a:r>
            <a:r>
              <a:rPr lang="en-GB" sz="1200" spc="-20" noProof="0" dirty="0">
                <a:latin typeface="+mn-lt"/>
                <a:cs typeface="Segoe UI"/>
              </a:rPr>
              <a:t>all</a:t>
            </a:r>
            <a:r>
              <a:rPr lang="en-GB" sz="1200" spc="-35" noProof="0" dirty="0">
                <a:latin typeface="+mn-lt"/>
                <a:cs typeface="Segoe UI"/>
              </a:rPr>
              <a:t> </a:t>
            </a:r>
            <a:r>
              <a:rPr lang="en-GB" sz="1200" spc="-20" noProof="0" dirty="0">
                <a:latin typeface="+mn-lt"/>
                <a:cs typeface="Segoe UI"/>
              </a:rPr>
              <a:t>lines</a:t>
            </a:r>
            <a:r>
              <a:rPr lang="en-GB" sz="1200" spc="-50" noProof="0" dirty="0">
                <a:latin typeface="+mn-lt"/>
                <a:cs typeface="Segoe UI"/>
              </a:rPr>
              <a:t> </a:t>
            </a:r>
            <a:r>
              <a:rPr lang="en-GB" sz="1200" spc="-20" noProof="0" dirty="0">
                <a:latin typeface="+mn-lt"/>
                <a:cs typeface="Segoe UI"/>
              </a:rPr>
              <a:t>with</a:t>
            </a:r>
            <a:r>
              <a:rPr lang="en-GB" sz="1200" spc="-30" noProof="0" dirty="0">
                <a:latin typeface="+mn-lt"/>
                <a:cs typeface="Segoe UI"/>
              </a:rPr>
              <a:t> </a:t>
            </a:r>
            <a:r>
              <a:rPr lang="en-GB" sz="1200" spc="-20" noProof="0" dirty="0">
                <a:latin typeface="+mn-lt"/>
                <a:cs typeface="Segoe UI"/>
              </a:rPr>
              <a:t>“&lt;TITLE&gt;”</a:t>
            </a:r>
            <a:r>
              <a:rPr lang="en-GB" sz="1200" spc="-50" noProof="0" dirty="0">
                <a:latin typeface="+mn-lt"/>
                <a:cs typeface="Segoe UI"/>
              </a:rPr>
              <a:t> </a:t>
            </a:r>
            <a:r>
              <a:rPr lang="en-GB" sz="1200" spc="-15" noProof="0" dirty="0">
                <a:latin typeface="+mn-lt"/>
                <a:cs typeface="Segoe UI"/>
              </a:rPr>
              <a:t>to</a:t>
            </a:r>
            <a:r>
              <a:rPr lang="en-GB" sz="1200" spc="-20" noProof="0" dirty="0">
                <a:latin typeface="+mn-lt"/>
                <a:cs typeface="Segoe UI"/>
              </a:rPr>
              <a:t> </a:t>
            </a:r>
            <a:r>
              <a:rPr lang="en-GB" sz="1200" spc="-15" noProof="0" dirty="0">
                <a:latin typeface="+mn-lt"/>
                <a:cs typeface="Segoe UI"/>
              </a:rPr>
              <a:t>read</a:t>
            </a:r>
            <a:r>
              <a:rPr lang="en-GB" sz="1200" spc="-55" noProof="0" dirty="0">
                <a:latin typeface="+mn-lt"/>
                <a:cs typeface="Segoe UI"/>
              </a:rPr>
              <a:t> </a:t>
            </a:r>
            <a:r>
              <a:rPr lang="en-GB" sz="1200" spc="-20" noProof="0" dirty="0">
                <a:latin typeface="+mn-lt"/>
                <a:cs typeface="Segoe UI"/>
              </a:rPr>
              <a:t>“&lt;TITLE&gt;New</a:t>
            </a:r>
            <a:r>
              <a:rPr lang="en-GB" sz="1200" spc="-40" noProof="0" dirty="0">
                <a:latin typeface="+mn-lt"/>
                <a:cs typeface="Segoe UI"/>
              </a:rPr>
              <a:t> </a:t>
            </a:r>
            <a:r>
              <a:rPr lang="en-GB" sz="1200" spc="-20" noProof="0" dirty="0">
                <a:latin typeface="+mn-lt"/>
                <a:cs typeface="Segoe UI"/>
              </a:rPr>
              <a:t>Menu&lt;/TITLE&gt;”. Note</a:t>
            </a:r>
            <a:r>
              <a:rPr lang="en-GB" sz="1200" spc="-60"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20" noProof="0" dirty="0">
                <a:latin typeface="+mn-lt"/>
                <a:cs typeface="Segoe UI"/>
              </a:rPr>
              <a:t>entire</a:t>
            </a:r>
            <a:r>
              <a:rPr lang="en-GB" sz="1200" spc="-30" noProof="0" dirty="0">
                <a:latin typeface="+mn-lt"/>
                <a:cs typeface="Segoe UI"/>
              </a:rPr>
              <a:t> </a:t>
            </a:r>
            <a:r>
              <a:rPr lang="en-GB" sz="1200" spc="-20" noProof="0" dirty="0">
                <a:latin typeface="+mn-lt"/>
                <a:cs typeface="Segoe UI"/>
              </a:rPr>
              <a:t>line</a:t>
            </a:r>
            <a:r>
              <a:rPr lang="en-GB" sz="1200" spc="-55" noProof="0" dirty="0">
                <a:latin typeface="+mn-lt"/>
                <a:cs typeface="Segoe UI"/>
              </a:rPr>
              <a:t> </a:t>
            </a:r>
            <a:r>
              <a:rPr lang="en-GB" sz="1200" spc="-15" noProof="0" dirty="0">
                <a:latin typeface="+mn-lt"/>
                <a:cs typeface="Segoe UI"/>
              </a:rPr>
              <a:t>is</a:t>
            </a:r>
            <a:r>
              <a:rPr lang="en-GB" sz="1200" spc="-25" noProof="0" dirty="0">
                <a:latin typeface="+mn-lt"/>
                <a:cs typeface="Segoe UI"/>
              </a:rPr>
              <a:t> </a:t>
            </a:r>
            <a:r>
              <a:rPr lang="en-GB" sz="1200" spc="-20" noProof="0" dirty="0">
                <a:latin typeface="+mn-lt"/>
                <a:cs typeface="Segoe UI"/>
              </a:rPr>
              <a:t>changed</a:t>
            </a:r>
            <a:r>
              <a:rPr lang="en-GB" sz="1200" spc="-50" noProof="0" dirty="0">
                <a:latin typeface="+mn-lt"/>
                <a:cs typeface="Segoe UI"/>
              </a:rPr>
              <a:t> </a:t>
            </a:r>
            <a:r>
              <a:rPr lang="en-GB" sz="1200" spc="-20" noProof="0" dirty="0">
                <a:latin typeface="+mn-lt"/>
                <a:cs typeface="Segoe UI"/>
              </a:rPr>
              <a:t>with</a:t>
            </a:r>
            <a:r>
              <a:rPr lang="en-GB" sz="1200" spc="-25"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15" noProof="0" dirty="0">
                <a:latin typeface="+mn-lt"/>
                <a:cs typeface="Segoe UI"/>
              </a:rPr>
              <a:t>new</a:t>
            </a:r>
            <a:r>
              <a:rPr lang="en-GB" sz="1200" spc="-45" noProof="0" dirty="0">
                <a:latin typeface="+mn-lt"/>
                <a:cs typeface="Segoe UI"/>
              </a:rPr>
              <a:t> </a:t>
            </a:r>
            <a:r>
              <a:rPr lang="en-GB" sz="1200" spc="-25" noProof="0" dirty="0">
                <a:latin typeface="+mn-lt"/>
                <a:cs typeface="Segoe UI"/>
              </a:rPr>
              <a:t>text,</a:t>
            </a:r>
            <a:r>
              <a:rPr lang="en-GB" sz="1200" spc="-10" noProof="0" dirty="0">
                <a:latin typeface="+mn-lt"/>
                <a:cs typeface="Segoe UI"/>
              </a:rPr>
              <a:t> not</a:t>
            </a:r>
            <a:r>
              <a:rPr lang="en-GB" sz="1200" spc="-60" noProof="0" dirty="0">
                <a:latin typeface="+mn-lt"/>
                <a:cs typeface="Segoe UI"/>
              </a:rPr>
              <a:t> </a:t>
            </a:r>
            <a:r>
              <a:rPr lang="en-GB" sz="1200" spc="-15" noProof="0" dirty="0">
                <a:latin typeface="+mn-lt"/>
                <a:cs typeface="Segoe UI"/>
              </a:rPr>
              <a:t>just</a:t>
            </a:r>
            <a:r>
              <a:rPr lang="en-GB" sz="1200" spc="-60"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20" noProof="0" dirty="0">
                <a:latin typeface="+mn-lt"/>
                <a:cs typeface="Segoe UI"/>
              </a:rPr>
              <a:t>string</a:t>
            </a:r>
            <a:r>
              <a:rPr lang="en-GB" sz="1200" spc="-75" noProof="0" dirty="0">
                <a:latin typeface="+mn-lt"/>
                <a:cs typeface="Segoe UI"/>
              </a:rPr>
              <a:t> </a:t>
            </a:r>
            <a:r>
              <a:rPr lang="en-GB" sz="1200" spc="-20" noProof="0" dirty="0">
                <a:latin typeface="+mn-lt"/>
                <a:cs typeface="Segoe UI"/>
              </a:rPr>
              <a:t>searched</a:t>
            </a:r>
            <a:r>
              <a:rPr lang="en-GB" sz="1200" spc="-25" noProof="0" dirty="0">
                <a:latin typeface="+mn-lt"/>
                <a:cs typeface="Segoe UI"/>
              </a:rPr>
              <a:t> </a:t>
            </a:r>
            <a:r>
              <a:rPr lang="en-GB" sz="1200" spc="-15" noProof="0" dirty="0">
                <a:latin typeface="+mn-lt"/>
                <a:cs typeface="Segoe UI"/>
              </a:rPr>
              <a:t>for.</a:t>
            </a:r>
            <a:endParaRPr lang="en-GB" sz="1200" noProof="0" dirty="0">
              <a:latin typeface="+mn-lt"/>
              <a:cs typeface="Segoe UI"/>
            </a:endParaRPr>
          </a:p>
          <a:p>
            <a:pPr marL="241300" marR="267335" indent="-228600">
              <a:lnSpc>
                <a:spcPct val="100000"/>
              </a:lnSpc>
              <a:spcBef>
                <a:spcPts val="600"/>
              </a:spcBef>
              <a:buFont typeface="+mj-lt"/>
              <a:buAutoNum type="arabicPeriod"/>
              <a:tabLst>
                <a:tab pos="180975" algn="l"/>
              </a:tabLst>
            </a:pPr>
            <a:r>
              <a:rPr lang="en-GB" sz="1200" spc="-25" noProof="0" dirty="0">
                <a:latin typeface="+mn-lt"/>
                <a:cs typeface="Segoe UI"/>
              </a:rPr>
              <a:t> Finally, </a:t>
            </a:r>
            <a:r>
              <a:rPr lang="en-GB" sz="1200" spc="-15" noProof="0" dirty="0">
                <a:latin typeface="+mn-lt"/>
                <a:cs typeface="Segoe UI"/>
              </a:rPr>
              <a:t>an </a:t>
            </a:r>
            <a:r>
              <a:rPr lang="en-GB" sz="1200" spc="-25" noProof="0" dirty="0">
                <a:latin typeface="+mn-lt"/>
                <a:cs typeface="Segoe UI"/>
              </a:rPr>
              <a:t>example </a:t>
            </a:r>
            <a:r>
              <a:rPr lang="en-GB" sz="1200" spc="-10" noProof="0" dirty="0">
                <a:latin typeface="+mn-lt"/>
                <a:cs typeface="Segoe UI"/>
              </a:rPr>
              <a:t>of </a:t>
            </a:r>
            <a:r>
              <a:rPr lang="en-GB" sz="1200" spc="-20" noProof="0" dirty="0">
                <a:latin typeface="+mn-lt"/>
                <a:cs typeface="Segoe UI"/>
              </a:rPr>
              <a:t>substitute which </a:t>
            </a:r>
            <a:r>
              <a:rPr lang="en-GB" sz="1200" spc="-15" noProof="0" dirty="0">
                <a:latin typeface="+mn-lt"/>
                <a:cs typeface="Segoe UI"/>
              </a:rPr>
              <a:t>does </a:t>
            </a:r>
            <a:r>
              <a:rPr lang="en-GB" sz="1200" spc="-10" noProof="0" dirty="0">
                <a:latin typeface="+mn-lt"/>
                <a:cs typeface="Segoe UI"/>
              </a:rPr>
              <a:t>not use </a:t>
            </a:r>
            <a:r>
              <a:rPr lang="en-GB" sz="1200" spc="-15" noProof="0" dirty="0">
                <a:latin typeface="+mn-lt"/>
                <a:cs typeface="Segoe UI"/>
              </a:rPr>
              <a:t>the </a:t>
            </a:r>
            <a:r>
              <a:rPr lang="en-GB" sz="1200" spc="-20" noProof="0" dirty="0">
                <a:latin typeface="+mn-lt"/>
                <a:cs typeface="Segoe UI"/>
              </a:rPr>
              <a:t>“/” </a:t>
            </a:r>
            <a:r>
              <a:rPr lang="en-GB" sz="1200" spc="-15" noProof="0" dirty="0">
                <a:latin typeface="+mn-lt"/>
                <a:cs typeface="Segoe UI"/>
              </a:rPr>
              <a:t>to </a:t>
            </a:r>
            <a:r>
              <a:rPr lang="en-GB" sz="1200" spc="-25" noProof="0" dirty="0">
                <a:latin typeface="+mn-lt"/>
                <a:cs typeface="Segoe UI"/>
              </a:rPr>
              <a:t>delimit </a:t>
            </a:r>
            <a:r>
              <a:rPr lang="en-GB" sz="1200" spc="-15" noProof="0" dirty="0">
                <a:latin typeface="+mn-lt"/>
                <a:cs typeface="Segoe UI"/>
              </a:rPr>
              <a:t>the </a:t>
            </a:r>
            <a:r>
              <a:rPr lang="en-GB" sz="1200" spc="-20" noProof="0" dirty="0">
                <a:latin typeface="+mn-lt"/>
                <a:cs typeface="Segoe UI"/>
              </a:rPr>
              <a:t>search pattern </a:t>
            </a:r>
            <a:r>
              <a:rPr lang="en-GB" sz="1200" spc="-15" noProof="0" dirty="0">
                <a:latin typeface="+mn-lt"/>
                <a:cs typeface="Segoe UI"/>
              </a:rPr>
              <a:t>and </a:t>
            </a:r>
            <a:r>
              <a:rPr lang="en-GB" sz="1200" spc="-10" noProof="0" dirty="0">
                <a:latin typeface="+mn-lt"/>
                <a:cs typeface="Segoe UI"/>
              </a:rPr>
              <a:t> </a:t>
            </a:r>
            <a:r>
              <a:rPr lang="en-GB" sz="1200" spc="-20" noProof="0" dirty="0">
                <a:latin typeface="+mn-lt"/>
                <a:cs typeface="Segoe UI"/>
              </a:rPr>
              <a:t>replacement strings.</a:t>
            </a:r>
          </a:p>
        </p:txBody>
      </p:sp>
      <p:sp>
        <p:nvSpPr>
          <p:cNvPr id="4" name="Slide Number Placeholder 3"/>
          <p:cNvSpPr>
            <a:spLocks noGrp="1"/>
          </p:cNvSpPr>
          <p:nvPr>
            <p:ph type="sldNum" sz="quarter" idx="5"/>
          </p:nvPr>
        </p:nvSpPr>
        <p:spPr/>
        <p:txBody>
          <a:bodyPr/>
          <a:lstStyle/>
          <a:p>
            <a:fld id="{548901C6-1DA1-FB44-ABEE-06A0FEB7738E}" type="slidenum">
              <a:rPr lang="en-GB" smtClean="0"/>
              <a:pPr/>
              <a:t>32</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85442284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107314">
              <a:lnSpc>
                <a:spcPct val="100000"/>
              </a:lnSpc>
              <a:spcBef>
                <a:spcPts val="105"/>
              </a:spcBef>
            </a:pPr>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33</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68894138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5BE1F5F-BEC2-48D5-A890-C07C79853E26}" type="slidenum">
              <a:rPr lang="en-GB" smtClean="0"/>
              <a:t>34</a:t>
            </a:fld>
            <a:endParaRPr lang="en-GB"/>
          </a:p>
        </p:txBody>
      </p:sp>
    </p:spTree>
    <p:extLst>
      <p:ext uri="{BB962C8B-B14F-4D97-AF65-F5344CB8AC3E}">
        <p14:creationId xmlns:p14="http://schemas.microsoft.com/office/powerpoint/2010/main" val="47153135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228600" indent="-228600">
              <a:buFont typeface="+mj-lt"/>
              <a:buAutoNum type="alphaLcParenR"/>
            </a:pPr>
            <a:r>
              <a:rPr lang="en-US" noProof="0" dirty="0">
                <a:latin typeface="+mn-lt"/>
              </a:rPr>
              <a:t>Wildcard characters are used mostly by shells, for the purpose of generating filenames. Regular Expression characters are used by variety of tools, utilities and programming languages for the purpose of matching patterns in data sets. The most prominent tools using regex are: </a:t>
            </a:r>
            <a:r>
              <a:rPr lang="en-US" noProof="0" dirty="0">
                <a:latin typeface="Hack" panose="020B0609030202020204" pitchFamily="49" charset="0"/>
                <a:ea typeface="Hack" panose="020B0609030202020204" pitchFamily="49" charset="0"/>
                <a:cs typeface="Hack" panose="020B0609030202020204" pitchFamily="49" charset="0"/>
              </a:rPr>
              <a:t>grep</a:t>
            </a:r>
            <a:r>
              <a:rPr lang="en-US" noProof="0" dirty="0">
                <a:latin typeface="+mn-lt"/>
              </a:rPr>
              <a:t>, </a:t>
            </a:r>
            <a:r>
              <a:rPr lang="en-US" noProof="0" dirty="0">
                <a:latin typeface="Hack" panose="020B0609030202020204" pitchFamily="49" charset="0"/>
                <a:ea typeface="Hack" panose="020B0609030202020204" pitchFamily="49" charset="0"/>
                <a:cs typeface="Hack" panose="020B0609030202020204" pitchFamily="49" charset="0"/>
              </a:rPr>
              <a:t>sed</a:t>
            </a:r>
            <a:r>
              <a:rPr lang="en-US" noProof="0" dirty="0">
                <a:latin typeface="+mn-lt"/>
              </a:rPr>
              <a:t>, </a:t>
            </a:r>
            <a:r>
              <a:rPr lang="en-US" noProof="0" dirty="0">
                <a:latin typeface="Hack" panose="020B0609030202020204" pitchFamily="49" charset="0"/>
                <a:ea typeface="Hack" panose="020B0609030202020204" pitchFamily="49" charset="0"/>
                <a:cs typeface="Hack" panose="020B0609030202020204" pitchFamily="49" charset="0"/>
              </a:rPr>
              <a:t>awk</a:t>
            </a:r>
            <a:r>
              <a:rPr lang="en-US" noProof="0" dirty="0">
                <a:latin typeface="+mn-lt"/>
              </a:rPr>
              <a:t> and </a:t>
            </a:r>
            <a:r>
              <a:rPr lang="en-US" noProof="0" dirty="0" err="1">
                <a:latin typeface="Hack" panose="020B0609030202020204" pitchFamily="49" charset="0"/>
                <a:ea typeface="Hack" panose="020B0609030202020204" pitchFamily="49" charset="0"/>
                <a:cs typeface="Hack" panose="020B0609030202020204" pitchFamily="49" charset="0"/>
              </a:rPr>
              <a:t>perl</a:t>
            </a:r>
            <a:r>
              <a:rPr lang="en-US" noProof="0" dirty="0">
                <a:latin typeface="+mn-lt"/>
              </a:rPr>
              <a:t>.</a:t>
            </a:r>
          </a:p>
          <a:p>
            <a:pPr marL="228600" indent="-228600">
              <a:buFont typeface="+mj-lt"/>
              <a:buAutoNum type="alphaLcParenR"/>
            </a:pPr>
            <a:r>
              <a:rPr lang="en-US" noProof="0" dirty="0">
                <a:latin typeface="+mn-lt"/>
              </a:rPr>
              <a:t>Wildcards: * Regular Expressions:	.*</a:t>
            </a:r>
          </a:p>
          <a:p>
            <a:pPr marL="228600" indent="-228600">
              <a:buFont typeface="+mj-lt"/>
              <a:buAutoNum type="alphaLcParenR"/>
            </a:pPr>
            <a:r>
              <a:rPr lang="en-US" noProof="0" dirty="0">
                <a:latin typeface="+mn-lt"/>
              </a:rPr>
              <a:t>Only the second line, because we used both ‘anchoring’ characters, which – in this instance – mean: display lines that contain precisely four characters: c, o, n and f. </a:t>
            </a:r>
          </a:p>
          <a:p>
            <a:pPr marL="228600" indent="-228600">
              <a:buFont typeface="+mj-lt"/>
              <a:buAutoNum type="alphaLcParenR"/>
            </a:pPr>
            <a:r>
              <a:rPr lang="en-US" noProof="0" dirty="0">
                <a:latin typeface="+mn-lt"/>
              </a:rPr>
              <a:t>During the scan the shell will empty the file (unless </a:t>
            </a:r>
            <a:r>
              <a:rPr lang="en-US" b="1" noProof="0" dirty="0" err="1">
                <a:latin typeface="Hack" panose="020B0609030202020204" pitchFamily="49" charset="0"/>
                <a:ea typeface="Hack" panose="020B0609030202020204" pitchFamily="49" charset="0"/>
                <a:cs typeface="Hack" panose="020B0609030202020204" pitchFamily="49" charset="0"/>
              </a:rPr>
              <a:t>noclobber</a:t>
            </a:r>
            <a:r>
              <a:rPr lang="en-US" noProof="0" dirty="0">
                <a:latin typeface="+mn-lt"/>
              </a:rPr>
              <a:t> option is set). Moral of the story: never redirect into a file you want to operate on. </a:t>
            </a:r>
          </a:p>
        </p:txBody>
      </p:sp>
      <p:sp>
        <p:nvSpPr>
          <p:cNvPr id="4" name="Slide Number Placeholder 3"/>
          <p:cNvSpPr>
            <a:spLocks noGrp="1"/>
          </p:cNvSpPr>
          <p:nvPr>
            <p:ph type="sldNum" sz="quarter" idx="5"/>
          </p:nvPr>
        </p:nvSpPr>
        <p:spPr/>
        <p:txBody>
          <a:bodyPr/>
          <a:lstStyle/>
          <a:p>
            <a:fld id="{548901C6-1DA1-FB44-ABEE-06A0FEB7738E}" type="slidenum">
              <a:rPr lang="en-GB" smtClean="0"/>
              <a:pPr/>
              <a:t>35</a:t>
            </a:fld>
            <a:endParaRPr lang="en-GB" dirty="0"/>
          </a:p>
        </p:txBody>
      </p:sp>
      <p:sp>
        <p:nvSpPr>
          <p:cNvPr id="7" name="Slide Image Placeholder 6">
            <a:extLst>
              <a:ext uri="{FF2B5EF4-FFF2-40B4-BE49-F238E27FC236}">
                <a16:creationId xmlns:a16="http://schemas.microsoft.com/office/drawing/2014/main" id="{99CF3CE9-CF30-4828-9BEB-5EB5CFE566AD}"/>
              </a:ext>
            </a:extLst>
          </p:cNvPr>
          <p:cNvSpPr>
            <a:spLocks noGrp="1" noRot="1" noChangeAspect="1"/>
          </p:cNvSpPr>
          <p:nvPr>
            <p:ph type="sldImg"/>
          </p:nvPr>
        </p:nvSpPr>
        <p:spPr/>
      </p:sp>
    </p:spTree>
    <p:extLst>
      <p:ext uri="{BB962C8B-B14F-4D97-AF65-F5344CB8AC3E}">
        <p14:creationId xmlns:p14="http://schemas.microsoft.com/office/powerpoint/2010/main" val="91114837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36</a:t>
            </a:fld>
            <a:endParaRPr lang="en-GB" dirty="0"/>
          </a:p>
        </p:txBody>
      </p:sp>
      <p:sp>
        <p:nvSpPr>
          <p:cNvPr id="7" name="Slide Image Placeholder 6">
            <a:extLst>
              <a:ext uri="{FF2B5EF4-FFF2-40B4-BE49-F238E27FC236}">
                <a16:creationId xmlns:a16="http://schemas.microsoft.com/office/drawing/2014/main" id="{99CF3CE9-CF30-4828-9BEB-5EB5CFE566AD}"/>
              </a:ext>
            </a:extLst>
          </p:cNvPr>
          <p:cNvSpPr>
            <a:spLocks noGrp="1" noRot="1" noChangeAspect="1"/>
          </p:cNvSpPr>
          <p:nvPr>
            <p:ph type="sldImg"/>
          </p:nvPr>
        </p:nvSpPr>
        <p:spPr/>
      </p:sp>
    </p:spTree>
    <p:extLst>
      <p:ext uri="{BB962C8B-B14F-4D97-AF65-F5344CB8AC3E}">
        <p14:creationId xmlns:p14="http://schemas.microsoft.com/office/powerpoint/2010/main" val="35699306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37</a:t>
            </a:fld>
            <a:endParaRPr lang="en-GB" dirty="0"/>
          </a:p>
        </p:txBody>
      </p:sp>
      <p:sp>
        <p:nvSpPr>
          <p:cNvPr id="7" name="Slide Image Placeholder 6">
            <a:extLst>
              <a:ext uri="{FF2B5EF4-FFF2-40B4-BE49-F238E27FC236}">
                <a16:creationId xmlns:a16="http://schemas.microsoft.com/office/drawing/2014/main" id="{37E3CDF4-8151-4C72-9D24-AEAE185BC411}"/>
              </a:ext>
            </a:extLst>
          </p:cNvPr>
          <p:cNvSpPr>
            <a:spLocks noGrp="1" noRot="1" noChangeAspect="1"/>
          </p:cNvSpPr>
          <p:nvPr>
            <p:ph type="sldImg"/>
          </p:nvPr>
        </p:nvSpPr>
        <p:spPr/>
      </p:sp>
    </p:spTree>
    <p:extLst>
      <p:ext uri="{BB962C8B-B14F-4D97-AF65-F5344CB8AC3E}">
        <p14:creationId xmlns:p14="http://schemas.microsoft.com/office/powerpoint/2010/main" val="94295163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9A28EA-8AB7-4557-90FD-5DE8F6DD2292}"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7818338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4.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18.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20.png"/><Relationship Id="rId1" Type="http://schemas.openxmlformats.org/officeDocument/2006/relationships/slideMaster" Target="../slideMasters/slideMaster2.xml"/><Relationship Id="rId4" Type="http://schemas.openxmlformats.org/officeDocument/2006/relationships/image" Target="../media/image22.emf"/></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3.sv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3.sv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3.sv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3.sv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3.sv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4.sv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image" Target="../media/image28.png"/><Relationship Id="rId1" Type="http://schemas.openxmlformats.org/officeDocument/2006/relationships/slideMaster" Target="../slideMasters/slideMaster3.xml"/><Relationship Id="rId5" Type="http://schemas.openxmlformats.org/officeDocument/2006/relationships/image" Target="../media/image26.png"/><Relationship Id="rId4" Type="http://schemas.openxmlformats.org/officeDocument/2006/relationships/image" Target="../media/image30.emf"/></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1.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2.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3.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image" Target="../media/image26.png"/><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image" Target="../media/image34.png"/><Relationship Id="rId1" Type="http://schemas.openxmlformats.org/officeDocument/2006/relationships/slideMaster" Target="../slideMasters/slideMaster4.xml"/><Relationship Id="rId5" Type="http://schemas.openxmlformats.org/officeDocument/2006/relationships/image" Target="../media/image26.png"/><Relationship Id="rId4" Type="http://schemas.openxmlformats.org/officeDocument/2006/relationships/image" Target="../media/image36.emf"/></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7.png"/><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8.png"/><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9.png"/><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20.png"/><Relationship Id="rId1" Type="http://schemas.openxmlformats.org/officeDocument/2006/relationships/slideMaster" Target="../slideMasters/slideMaster4.xml"/><Relationship Id="rId4" Type="http://schemas.openxmlformats.org/officeDocument/2006/relationships/image" Target="../media/image22.emf"/></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7.emf"/><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image" Target="../media/image40.png"/><Relationship Id="rId1" Type="http://schemas.openxmlformats.org/officeDocument/2006/relationships/slideMaster" Target="../slideMasters/slideMaster5.xml"/><Relationship Id="rId5" Type="http://schemas.openxmlformats.org/officeDocument/2006/relationships/image" Target="../media/image26.png"/><Relationship Id="rId4" Type="http://schemas.openxmlformats.org/officeDocument/2006/relationships/image" Target="../media/image42.emf"/></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43.png"/><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44.png"/><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45.png"/><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6.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7.emf"/><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47.emf"/><Relationship Id="rId2" Type="http://schemas.openxmlformats.org/officeDocument/2006/relationships/image" Target="../media/image46.png"/><Relationship Id="rId1" Type="http://schemas.openxmlformats.org/officeDocument/2006/relationships/slideMaster" Target="../slideMasters/slideMaster6.xml"/><Relationship Id="rId5" Type="http://schemas.openxmlformats.org/officeDocument/2006/relationships/image" Target="../media/image26.png"/><Relationship Id="rId4" Type="http://schemas.openxmlformats.org/officeDocument/2006/relationships/image" Target="../media/image48.emf"/></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49.png"/><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50.png"/><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51.png"/><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7.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7.emf"/><Relationship Id="rId1" Type="http://schemas.openxmlformats.org/officeDocument/2006/relationships/slideMaster" Target="../slideMasters/slideMaster7.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7.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7.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7.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53.emf"/><Relationship Id="rId2" Type="http://schemas.openxmlformats.org/officeDocument/2006/relationships/image" Target="../media/image52.png"/><Relationship Id="rId1" Type="http://schemas.openxmlformats.org/officeDocument/2006/relationships/slideMaster" Target="../slideMasters/slideMaster7.xml"/><Relationship Id="rId5" Type="http://schemas.openxmlformats.org/officeDocument/2006/relationships/image" Target="../media/image26.png"/><Relationship Id="rId4" Type="http://schemas.openxmlformats.org/officeDocument/2006/relationships/image" Target="../media/image54.emf"/></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55.png"/><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56.png"/><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57.png"/><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8.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7.emf"/><Relationship Id="rId1" Type="http://schemas.openxmlformats.org/officeDocument/2006/relationships/slideMaster" Target="../slideMasters/slideMaster8.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8.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8.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8.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59.emf"/><Relationship Id="rId2" Type="http://schemas.openxmlformats.org/officeDocument/2006/relationships/image" Target="../media/image58.png"/><Relationship Id="rId1" Type="http://schemas.openxmlformats.org/officeDocument/2006/relationships/slideMaster" Target="../slideMasters/slideMaster8.xml"/><Relationship Id="rId5" Type="http://schemas.openxmlformats.org/officeDocument/2006/relationships/image" Target="../media/image26.png"/><Relationship Id="rId4" Type="http://schemas.openxmlformats.org/officeDocument/2006/relationships/image" Target="../media/image60.emf"/></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61.png"/><Relationship Id="rId1" Type="http://schemas.openxmlformats.org/officeDocument/2006/relationships/slideMaster" Target="../slideMasters/slideMaster8.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62.png"/><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63.png"/><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9.xml"/></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7.emf"/><Relationship Id="rId1" Type="http://schemas.openxmlformats.org/officeDocument/2006/relationships/slideMaster" Target="../slideMasters/slideMaster9.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9.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9.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9.xml"/></Relationships>
</file>

<file path=ppt/slideLayouts/_rels/slideLayout86.xml.rels><?xml version="1.0" encoding="UTF-8" standalone="yes"?>
<Relationships xmlns="http://schemas.openxmlformats.org/package/2006/relationships"><Relationship Id="rId3" Type="http://schemas.openxmlformats.org/officeDocument/2006/relationships/image" Target="../media/image65.emf"/><Relationship Id="rId2" Type="http://schemas.openxmlformats.org/officeDocument/2006/relationships/image" Target="../media/image64.png"/><Relationship Id="rId1" Type="http://schemas.openxmlformats.org/officeDocument/2006/relationships/slideMaster" Target="../slideMasters/slideMaster9.xml"/><Relationship Id="rId5" Type="http://schemas.openxmlformats.org/officeDocument/2006/relationships/image" Target="../media/image26.png"/><Relationship Id="rId4" Type="http://schemas.openxmlformats.org/officeDocument/2006/relationships/image" Target="../media/image66.emf"/></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67.png"/><Relationship Id="rId1" Type="http://schemas.openxmlformats.org/officeDocument/2006/relationships/slideMaster" Target="../slideMasters/slideMaster9.xml"/></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68.png"/><Relationship Id="rId1" Type="http://schemas.openxmlformats.org/officeDocument/2006/relationships/slideMaster" Target="../slideMasters/slideMaster9.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9.xml"/></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69.png"/><Relationship Id="rId1" Type="http://schemas.openxmlformats.org/officeDocument/2006/relationships/slideMaster" Target="../slideMasters/slideMaster9.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usiness/Marketing - 1">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10" name="Picture 9" descr="A person holding an orange paper&#10;&#10;Description automatically generated">
            <a:extLst>
              <a:ext uri="{FF2B5EF4-FFF2-40B4-BE49-F238E27FC236}">
                <a16:creationId xmlns:a16="http://schemas.microsoft.com/office/drawing/2014/main" id="{04697691-3082-2ECF-DAB8-FE29E8E66DDD}"/>
              </a:ext>
              <a:ext uri="{C183D7F6-B498-43B3-948B-1728B52AA6E4}">
                <adec:decorative xmlns:adec="http://schemas.microsoft.com/office/drawing/2017/decorative" val="0"/>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528390" y="0"/>
            <a:ext cx="5663609" cy="6849922"/>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2912373933"/>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Business/Marketing - 2">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7" name="Picture 6" descr="A person talking to another person&#10;&#10;Description automatically generated">
            <a:extLst>
              <a:ext uri="{FF2B5EF4-FFF2-40B4-BE49-F238E27FC236}">
                <a16:creationId xmlns:a16="http://schemas.microsoft.com/office/drawing/2014/main" id="{BD578162-5FB4-6C6D-006A-D95E9BA25FA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528390" y="0"/>
            <a:ext cx="5663609" cy="6859064"/>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154782600"/>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Business/Marketing - 3">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8" name="Picture 7" descr="A person and person standing in an office&#10;&#10;Description automatically generated">
            <a:extLst>
              <a:ext uri="{FF2B5EF4-FFF2-40B4-BE49-F238E27FC236}">
                <a16:creationId xmlns:a16="http://schemas.microsoft.com/office/drawing/2014/main" id="{5A656440-781D-FF89-A173-6F135D6EB40D}"/>
              </a:ext>
            </a:extLst>
          </p:cNvPr>
          <p:cNvPicPr>
            <a:picLocks noChangeAspect="1"/>
          </p:cNvPicPr>
          <p:nvPr userDrawn="1"/>
        </p:nvPicPr>
        <p:blipFill>
          <a:blip r:embed="rId2">
            <a:extLst>
              <a:ext uri="{28A0092B-C50C-407E-A947-70E740481C1C}">
                <a14:useLocalDpi xmlns:a14="http://schemas.microsoft.com/office/drawing/2010/main" val="0"/>
              </a:ext>
            </a:extLst>
          </a:blip>
          <a:srcRect t="-118"/>
          <a:stretch/>
        </p:blipFill>
        <p:spPr>
          <a:xfrm>
            <a:off x="6528390" y="0"/>
            <a:ext cx="5663610" cy="6858000"/>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2814616556"/>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Business/Marketing - 4">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7" name="Picture 6" descr="A person and person looking at a computer&#10;&#10;Description automatically generated">
            <a:extLst>
              <a:ext uri="{FF2B5EF4-FFF2-40B4-BE49-F238E27FC236}">
                <a16:creationId xmlns:a16="http://schemas.microsoft.com/office/drawing/2014/main" id="{67CEBF45-943F-B807-5DB4-2E9C2442F67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528389" y="0"/>
            <a:ext cx="5663609" cy="6858000"/>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23220345"/>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Business/Marketing - 5">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7" name="Picture 6" descr="A person and person looking at a computer&#10;&#10;Description automatically generated">
            <a:extLst>
              <a:ext uri="{FF2B5EF4-FFF2-40B4-BE49-F238E27FC236}">
                <a16:creationId xmlns:a16="http://schemas.microsoft.com/office/drawing/2014/main" id="{10FDA179-75B5-61CF-9CC0-8277D61F403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528390" y="0"/>
            <a:ext cx="5663610" cy="6858000"/>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1793710519"/>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Blue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5900B100-2687-1806-91A0-1745BAAE233C}"/>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3"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3008113637"/>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Yellow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C85F22E-218E-4306-C170-579CCBF0BB8A}"/>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2549756122"/>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Red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6217865-0F45-7305-80EA-583FC42047A2}"/>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1624750333"/>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Purple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B0B8D50-2C63-2F2E-599F-E921BF1F757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52754516"/>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Orange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BC7FB40-8E4C-9F3C-39E4-77F63BEB70F1}"/>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2174985879"/>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Green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4CAA40E-1785-77D1-B497-23C4B7D0F1D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300770208"/>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B/W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3CB853B-6666-2B54-6421-F982E0932E7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1"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5" name="Picture 4">
            <a:extLst>
              <a:ext uri="{FF2B5EF4-FFF2-40B4-BE49-F238E27FC236}">
                <a16:creationId xmlns:a16="http://schemas.microsoft.com/office/drawing/2014/main" id="{D526B79A-062B-09A4-399F-9A4F4ABCAA85}"/>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7"/>
            <a:ext cx="1972082" cy="650979"/>
          </a:xfrm>
          <a:prstGeom prst="rect">
            <a:avLst/>
          </a:prstGeom>
        </p:spPr>
      </p:pic>
    </p:spTree>
    <p:extLst>
      <p:ext uri="{BB962C8B-B14F-4D97-AF65-F5344CB8AC3E}">
        <p14:creationId xmlns:p14="http://schemas.microsoft.com/office/powerpoint/2010/main" val="3044249721"/>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Black_Agenda">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923268F-18BB-EA9A-A601-DD97D746AC7D}"/>
              </a:ext>
            </a:extLst>
          </p:cNvPr>
          <p:cNvSpPr/>
          <p:nvPr userDrawn="1"/>
        </p:nvSpPr>
        <p:spPr>
          <a:xfrm flipH="1">
            <a:off x="0" y="512763"/>
            <a:ext cx="3863975" cy="6153213"/>
          </a:xfrm>
          <a:prstGeom prst="rect">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573B24FD-F975-8AFC-9607-A7F61051FCED}"/>
              </a:ext>
            </a:extLst>
          </p:cNvPr>
          <p:cNvSpPr>
            <a:spLocks noGrp="1"/>
          </p:cNvSpPr>
          <p:nvPr>
            <p:ph type="title" hasCustomPrompt="1"/>
          </p:nvPr>
        </p:nvSpPr>
        <p:spPr>
          <a:xfrm>
            <a:off x="515940" y="1094400"/>
            <a:ext cx="2914134" cy="1166400"/>
          </a:xfrm>
          <a:ln>
            <a:noFill/>
          </a:ln>
        </p:spPr>
        <p:txBody>
          <a:bodyPr tIns="126000" bIns="46800" anchor="t"/>
          <a:lstStyle>
            <a:lvl1pPr algn="l">
              <a:defRPr>
                <a:solidFill>
                  <a:schemeClr val="bg1"/>
                </a:solidFill>
              </a:defRPr>
            </a:lvl1pPr>
          </a:lstStyle>
          <a:p>
            <a:r>
              <a:rPr lang="en-US" dirty="0"/>
              <a:t>Click to edit Agenda/ TOC title style</a:t>
            </a:r>
            <a:endParaRPr lang="en-GB" dirty="0"/>
          </a:p>
        </p:txBody>
      </p:sp>
      <p:sp>
        <p:nvSpPr>
          <p:cNvPr id="14" name="Text Placeholder 13">
            <a:extLst>
              <a:ext uri="{FF2B5EF4-FFF2-40B4-BE49-F238E27FC236}">
                <a16:creationId xmlns:a16="http://schemas.microsoft.com/office/drawing/2014/main" id="{8E7018EA-03DA-0C52-42A5-298818F40F63}"/>
              </a:ext>
            </a:extLst>
          </p:cNvPr>
          <p:cNvSpPr>
            <a:spLocks noGrp="1"/>
          </p:cNvSpPr>
          <p:nvPr>
            <p:ph type="body" sz="quarter" idx="10" hasCustomPrompt="1"/>
          </p:nvPr>
        </p:nvSpPr>
        <p:spPr>
          <a:xfrm>
            <a:off x="4403725" y="1093788"/>
            <a:ext cx="7272338" cy="5214937"/>
          </a:xfrm>
        </p:spPr>
        <p:txBody>
          <a:bodyPr/>
          <a:lstStyle>
            <a:lvl1pPr marL="0" indent="0">
              <a:lnSpc>
                <a:spcPct val="150000"/>
              </a:lnSpc>
              <a:buNone/>
              <a:tabLst>
                <a:tab pos="5740400" algn="l"/>
              </a:tabLst>
              <a:defRPr/>
            </a:lvl1pPr>
            <a:lvl2pPr marL="457200" indent="0">
              <a:buNone/>
              <a:tabLst/>
              <a:defRPr/>
            </a:lvl2pPr>
            <a:lvl3pPr marL="914400" indent="0">
              <a:buNone/>
              <a:tabLst/>
              <a:defRPr/>
            </a:lvl3pPr>
            <a:lvl4pPr marL="1371600" indent="0">
              <a:buNone/>
              <a:tabLst/>
              <a:defRPr/>
            </a:lvl4pPr>
          </a:lstStyle>
          <a:p>
            <a:pPr lvl="0"/>
            <a:r>
              <a:rPr lang="en-US" dirty="0"/>
              <a:t>Click to edit Agenda/TOC styles</a:t>
            </a:r>
          </a:p>
        </p:txBody>
      </p:sp>
    </p:spTree>
    <p:extLst>
      <p:ext uri="{BB962C8B-B14F-4D97-AF65-F5344CB8AC3E}">
        <p14:creationId xmlns:p14="http://schemas.microsoft.com/office/powerpoint/2010/main" val="24755154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Green - Plain">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671A99-398C-22FD-2BEF-6BB91DC23B26}"/>
              </a:ext>
            </a:extLst>
          </p:cNvPr>
          <p:cNvSpPr>
            <a:spLocks noGrp="1"/>
          </p:cNvSpPr>
          <p:nvPr>
            <p:ph type="body" sz="quarter" idx="10"/>
          </p:nvPr>
        </p:nvSpPr>
        <p:spPr>
          <a:xfrm>
            <a:off x="514350" y="1979999"/>
            <a:ext cx="11161713" cy="4328725"/>
          </a:xfrm>
          <a:prstGeom prst="rect">
            <a:avLst/>
          </a:prstGeom>
        </p:spPr>
        <p:txBody>
          <a:bodyPr/>
          <a:lstStyle>
            <a:lvl3pPr>
              <a:defRPr/>
            </a:lvl3pPr>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1">
            <a:extLst>
              <a:ext uri="{FF2B5EF4-FFF2-40B4-BE49-F238E27FC236}">
                <a16:creationId xmlns:a16="http://schemas.microsoft.com/office/drawing/2014/main" id="{0339C9C4-0A99-7B6F-643F-06022C89EDA3}"/>
              </a:ext>
            </a:extLst>
          </p:cNvPr>
          <p:cNvSpPr>
            <a:spLocks noGrp="1"/>
          </p:cNvSpPr>
          <p:nvPr>
            <p:ph type="title"/>
          </p:nvPr>
        </p:nvSpPr>
        <p:spPr>
          <a:xfrm>
            <a:off x="514799" y="972000"/>
            <a:ext cx="11161263" cy="720000"/>
          </a:xfrm>
          <a:prstGeom prst="rect">
            <a:avLst/>
          </a:prstGeom>
        </p:spPr>
        <p:txBody>
          <a:bodyPr anchor="t"/>
          <a:lstStyle/>
          <a:p>
            <a:r>
              <a:rPr lang="en-US"/>
              <a:t>Click to edit Master title style</a:t>
            </a:r>
            <a:endParaRPr lang="en-GB"/>
          </a:p>
        </p:txBody>
      </p:sp>
      <p:sp>
        <p:nvSpPr>
          <p:cNvPr id="3" name="Rectangle 2">
            <a:extLst>
              <a:ext uri="{FF2B5EF4-FFF2-40B4-BE49-F238E27FC236}">
                <a16:creationId xmlns:a16="http://schemas.microsoft.com/office/drawing/2014/main" id="{7D72711D-C1D3-A4A4-66F7-B70A1F3906BE}"/>
              </a:ext>
            </a:extLst>
          </p:cNvPr>
          <p:cNvSpPr/>
          <p:nvPr userDrawn="1"/>
        </p:nvSpPr>
        <p:spPr>
          <a:xfrm>
            <a:off x="0" y="6663189"/>
            <a:ext cx="12192000" cy="194811"/>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0998194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Blue - Plain">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671A99-398C-22FD-2BEF-6BB91DC23B26}"/>
              </a:ext>
            </a:extLst>
          </p:cNvPr>
          <p:cNvSpPr>
            <a:spLocks noGrp="1"/>
          </p:cNvSpPr>
          <p:nvPr>
            <p:ph type="body" sz="quarter" idx="10"/>
          </p:nvPr>
        </p:nvSpPr>
        <p:spPr>
          <a:xfrm>
            <a:off x="514350" y="1979999"/>
            <a:ext cx="11161713" cy="4328725"/>
          </a:xfrm>
          <a:prstGeom prst="rect">
            <a:avLst/>
          </a:prstGeom>
        </p:spPr>
        <p:txBody>
          <a:bodyPr/>
          <a:lstStyle>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1">
            <a:extLst>
              <a:ext uri="{FF2B5EF4-FFF2-40B4-BE49-F238E27FC236}">
                <a16:creationId xmlns:a16="http://schemas.microsoft.com/office/drawing/2014/main" id="{0339C9C4-0A99-7B6F-643F-06022C89EDA3}"/>
              </a:ext>
            </a:extLst>
          </p:cNvPr>
          <p:cNvSpPr>
            <a:spLocks noGrp="1"/>
          </p:cNvSpPr>
          <p:nvPr>
            <p:ph type="title"/>
          </p:nvPr>
        </p:nvSpPr>
        <p:spPr>
          <a:xfrm>
            <a:off x="514799" y="972000"/>
            <a:ext cx="11161263" cy="720000"/>
          </a:xfrm>
          <a:prstGeom prst="rect">
            <a:avLst/>
          </a:prstGeom>
        </p:spPr>
        <p:txBody>
          <a:bodyPr anchor="t"/>
          <a:lstStyle/>
          <a:p>
            <a:r>
              <a:rPr lang="en-US"/>
              <a:t>Click to edit Master title style</a:t>
            </a:r>
            <a:endParaRPr lang="en-GB"/>
          </a:p>
        </p:txBody>
      </p:sp>
      <p:sp>
        <p:nvSpPr>
          <p:cNvPr id="3" name="Rectangle 2">
            <a:extLst>
              <a:ext uri="{FF2B5EF4-FFF2-40B4-BE49-F238E27FC236}">
                <a16:creationId xmlns:a16="http://schemas.microsoft.com/office/drawing/2014/main" id="{7D72711D-C1D3-A4A4-66F7-B70A1F3906BE}"/>
              </a:ext>
            </a:extLst>
          </p:cNvPr>
          <p:cNvSpPr/>
          <p:nvPr userDrawn="1"/>
        </p:nvSpPr>
        <p:spPr>
          <a:xfrm>
            <a:off x="0" y="6663189"/>
            <a:ext cx="12192000" cy="194811"/>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48693936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Red - Plain">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671A99-398C-22FD-2BEF-6BB91DC23B26}"/>
              </a:ext>
            </a:extLst>
          </p:cNvPr>
          <p:cNvSpPr>
            <a:spLocks noGrp="1"/>
          </p:cNvSpPr>
          <p:nvPr>
            <p:ph type="body" sz="quarter" idx="10"/>
          </p:nvPr>
        </p:nvSpPr>
        <p:spPr>
          <a:xfrm>
            <a:off x="514350" y="1979999"/>
            <a:ext cx="11161713" cy="4328725"/>
          </a:xfrm>
          <a:prstGeom prst="rect">
            <a:avLst/>
          </a:prstGeom>
        </p:spPr>
        <p:txBody>
          <a:bodyPr/>
          <a:lstStyle>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1">
            <a:extLst>
              <a:ext uri="{FF2B5EF4-FFF2-40B4-BE49-F238E27FC236}">
                <a16:creationId xmlns:a16="http://schemas.microsoft.com/office/drawing/2014/main" id="{0339C9C4-0A99-7B6F-643F-06022C89EDA3}"/>
              </a:ext>
            </a:extLst>
          </p:cNvPr>
          <p:cNvSpPr>
            <a:spLocks noGrp="1"/>
          </p:cNvSpPr>
          <p:nvPr>
            <p:ph type="title"/>
          </p:nvPr>
        </p:nvSpPr>
        <p:spPr>
          <a:xfrm>
            <a:off x="514799" y="972000"/>
            <a:ext cx="11161263" cy="720000"/>
          </a:xfrm>
          <a:prstGeom prst="rect">
            <a:avLst/>
          </a:prstGeom>
        </p:spPr>
        <p:txBody>
          <a:bodyPr anchor="t"/>
          <a:lstStyle/>
          <a:p>
            <a:r>
              <a:rPr lang="en-US"/>
              <a:t>Click to edit Master title style</a:t>
            </a:r>
            <a:endParaRPr lang="en-GB"/>
          </a:p>
        </p:txBody>
      </p:sp>
      <p:sp>
        <p:nvSpPr>
          <p:cNvPr id="3" name="Rectangle 2">
            <a:extLst>
              <a:ext uri="{FF2B5EF4-FFF2-40B4-BE49-F238E27FC236}">
                <a16:creationId xmlns:a16="http://schemas.microsoft.com/office/drawing/2014/main" id="{7D72711D-C1D3-A4A4-66F7-B70A1F3906BE}"/>
              </a:ext>
            </a:extLst>
          </p:cNvPr>
          <p:cNvSpPr/>
          <p:nvPr userDrawn="1"/>
        </p:nvSpPr>
        <p:spPr>
          <a:xfrm>
            <a:off x="0" y="6663189"/>
            <a:ext cx="12192000" cy="194811"/>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48416152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Orange - Plain">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671A99-398C-22FD-2BEF-6BB91DC23B26}"/>
              </a:ext>
            </a:extLst>
          </p:cNvPr>
          <p:cNvSpPr>
            <a:spLocks noGrp="1"/>
          </p:cNvSpPr>
          <p:nvPr>
            <p:ph type="body" sz="quarter" idx="10"/>
          </p:nvPr>
        </p:nvSpPr>
        <p:spPr>
          <a:xfrm>
            <a:off x="514350" y="1979999"/>
            <a:ext cx="11161713" cy="4328725"/>
          </a:xfrm>
          <a:prstGeom prst="rect">
            <a:avLst/>
          </a:prstGeom>
        </p:spPr>
        <p:txBody>
          <a:bodyPr/>
          <a:lstStyle>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1">
            <a:extLst>
              <a:ext uri="{FF2B5EF4-FFF2-40B4-BE49-F238E27FC236}">
                <a16:creationId xmlns:a16="http://schemas.microsoft.com/office/drawing/2014/main" id="{0339C9C4-0A99-7B6F-643F-06022C89EDA3}"/>
              </a:ext>
            </a:extLst>
          </p:cNvPr>
          <p:cNvSpPr>
            <a:spLocks noGrp="1"/>
          </p:cNvSpPr>
          <p:nvPr>
            <p:ph type="title"/>
          </p:nvPr>
        </p:nvSpPr>
        <p:spPr>
          <a:xfrm>
            <a:off x="514799" y="972000"/>
            <a:ext cx="11161263" cy="720000"/>
          </a:xfrm>
          <a:prstGeom prst="rect">
            <a:avLst/>
          </a:prstGeom>
        </p:spPr>
        <p:txBody>
          <a:bodyPr anchor="t"/>
          <a:lstStyle/>
          <a:p>
            <a:r>
              <a:rPr lang="en-US"/>
              <a:t>Click to edit Master title style</a:t>
            </a:r>
            <a:endParaRPr lang="en-GB"/>
          </a:p>
        </p:txBody>
      </p:sp>
      <p:sp>
        <p:nvSpPr>
          <p:cNvPr id="3" name="Rectangle 2">
            <a:extLst>
              <a:ext uri="{FF2B5EF4-FFF2-40B4-BE49-F238E27FC236}">
                <a16:creationId xmlns:a16="http://schemas.microsoft.com/office/drawing/2014/main" id="{7D72711D-C1D3-A4A4-66F7-B70A1F3906BE}"/>
              </a:ext>
            </a:extLst>
          </p:cNvPr>
          <p:cNvSpPr/>
          <p:nvPr userDrawn="1"/>
        </p:nvSpPr>
        <p:spPr>
          <a:xfrm>
            <a:off x="0" y="6663189"/>
            <a:ext cx="12192000" cy="19481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95608786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Yellow - Plain">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671A99-398C-22FD-2BEF-6BB91DC23B26}"/>
              </a:ext>
            </a:extLst>
          </p:cNvPr>
          <p:cNvSpPr>
            <a:spLocks noGrp="1"/>
          </p:cNvSpPr>
          <p:nvPr>
            <p:ph type="body" sz="quarter" idx="10"/>
          </p:nvPr>
        </p:nvSpPr>
        <p:spPr>
          <a:xfrm>
            <a:off x="514350" y="1979999"/>
            <a:ext cx="11161713" cy="4328725"/>
          </a:xfrm>
          <a:prstGeom prst="rect">
            <a:avLst/>
          </a:prstGeom>
        </p:spPr>
        <p:txBody>
          <a:bodyPr/>
          <a:lstStyle>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1">
            <a:extLst>
              <a:ext uri="{FF2B5EF4-FFF2-40B4-BE49-F238E27FC236}">
                <a16:creationId xmlns:a16="http://schemas.microsoft.com/office/drawing/2014/main" id="{0339C9C4-0A99-7B6F-643F-06022C89EDA3}"/>
              </a:ext>
            </a:extLst>
          </p:cNvPr>
          <p:cNvSpPr>
            <a:spLocks noGrp="1"/>
          </p:cNvSpPr>
          <p:nvPr>
            <p:ph type="title"/>
          </p:nvPr>
        </p:nvSpPr>
        <p:spPr>
          <a:xfrm>
            <a:off x="514799" y="972000"/>
            <a:ext cx="11161263" cy="720000"/>
          </a:xfrm>
          <a:prstGeom prst="rect">
            <a:avLst/>
          </a:prstGeom>
        </p:spPr>
        <p:txBody>
          <a:bodyPr anchor="t"/>
          <a:lstStyle/>
          <a:p>
            <a:r>
              <a:rPr lang="en-US" dirty="0"/>
              <a:t>Click to edit Master title style</a:t>
            </a:r>
            <a:endParaRPr lang="en-GB" dirty="0"/>
          </a:p>
        </p:txBody>
      </p:sp>
      <p:sp>
        <p:nvSpPr>
          <p:cNvPr id="3" name="Rectangle 2">
            <a:extLst>
              <a:ext uri="{FF2B5EF4-FFF2-40B4-BE49-F238E27FC236}">
                <a16:creationId xmlns:a16="http://schemas.microsoft.com/office/drawing/2014/main" id="{7D72711D-C1D3-A4A4-66F7-B70A1F3906BE}"/>
              </a:ext>
            </a:extLst>
          </p:cNvPr>
          <p:cNvSpPr/>
          <p:nvPr userDrawn="1"/>
        </p:nvSpPr>
        <p:spPr>
          <a:xfrm>
            <a:off x="0" y="6663189"/>
            <a:ext cx="12192000" cy="194811"/>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05049301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Yellow - Plus Symbol">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671A99-398C-22FD-2BEF-6BB91DC23B26}"/>
              </a:ext>
            </a:extLst>
          </p:cNvPr>
          <p:cNvSpPr>
            <a:spLocks noGrp="1"/>
          </p:cNvSpPr>
          <p:nvPr>
            <p:ph type="body" sz="quarter" idx="10"/>
          </p:nvPr>
        </p:nvSpPr>
        <p:spPr>
          <a:xfrm>
            <a:off x="514350" y="1979999"/>
            <a:ext cx="11161713" cy="4328725"/>
          </a:xfrm>
          <a:prstGeom prst="rect">
            <a:avLst/>
          </a:prstGeom>
        </p:spPr>
        <p:txBody>
          <a:bodyPr/>
          <a:lstStyle>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1">
            <a:extLst>
              <a:ext uri="{FF2B5EF4-FFF2-40B4-BE49-F238E27FC236}">
                <a16:creationId xmlns:a16="http://schemas.microsoft.com/office/drawing/2014/main" id="{0339C9C4-0A99-7B6F-643F-06022C89EDA3}"/>
              </a:ext>
            </a:extLst>
          </p:cNvPr>
          <p:cNvSpPr>
            <a:spLocks noGrp="1"/>
          </p:cNvSpPr>
          <p:nvPr>
            <p:ph type="title"/>
          </p:nvPr>
        </p:nvSpPr>
        <p:spPr>
          <a:xfrm>
            <a:off x="514799" y="972000"/>
            <a:ext cx="11161263" cy="720000"/>
          </a:xfrm>
          <a:prstGeom prst="rect">
            <a:avLst/>
          </a:prstGeom>
        </p:spPr>
        <p:txBody>
          <a:bodyPr anchor="t"/>
          <a:lstStyle/>
          <a:p>
            <a:r>
              <a:rPr lang="en-US"/>
              <a:t>Click to edit Master title style</a:t>
            </a:r>
            <a:endParaRPr lang="en-GB"/>
          </a:p>
        </p:txBody>
      </p:sp>
      <p:sp>
        <p:nvSpPr>
          <p:cNvPr id="3" name="Rectangle 2">
            <a:extLst>
              <a:ext uri="{FF2B5EF4-FFF2-40B4-BE49-F238E27FC236}">
                <a16:creationId xmlns:a16="http://schemas.microsoft.com/office/drawing/2014/main" id="{1F750EB8-8B5E-27BB-F5B5-15E38895D8B5}"/>
              </a:ext>
            </a:extLst>
          </p:cNvPr>
          <p:cNvSpPr/>
          <p:nvPr userDrawn="1"/>
        </p:nvSpPr>
        <p:spPr>
          <a:xfrm>
            <a:off x="0" y="6663189"/>
            <a:ext cx="12192000" cy="194811"/>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140436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lue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1D2F0620-6E87-D078-F005-280481B46EF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78523078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lue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8" name="Picture 7">
            <a:extLst>
              <a:ext uri="{FF2B5EF4-FFF2-40B4-BE49-F238E27FC236}">
                <a16:creationId xmlns:a16="http://schemas.microsoft.com/office/drawing/2014/main" id="{95D8961C-132F-4F5B-9513-3BEEB7EC740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3"/>
          <a:srcRect r="11695"/>
          <a:stretch/>
        </p:blipFill>
        <p:spPr>
          <a:xfrm>
            <a:off x="8961679" y="1733108"/>
            <a:ext cx="3230321" cy="4061405"/>
          </a:xfrm>
          <a:prstGeom prst="rect">
            <a:avLst/>
          </a:prstGeom>
        </p:spPr>
      </p:pic>
    </p:spTree>
    <p:extLst>
      <p:ext uri="{BB962C8B-B14F-4D97-AF65-F5344CB8AC3E}">
        <p14:creationId xmlns:p14="http://schemas.microsoft.com/office/powerpoint/2010/main" val="22380720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Blue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B3C30AB-4BD7-1BEE-D547-04278C77F57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15109111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lue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DA4A0AF7-E60F-D26C-223A-64972B70308F}"/>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E784AA55-C870-2115-4570-2D8A771D8E82}"/>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33E9731A-D775-7881-2ADE-9A501C24649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67042205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ue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D2A10433-18F2-F019-2A4C-866AA14AE49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78516159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lue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8" name="Picture 7">
            <a:extLst>
              <a:ext uri="{FF2B5EF4-FFF2-40B4-BE49-F238E27FC236}">
                <a16:creationId xmlns:a16="http://schemas.microsoft.com/office/drawing/2014/main" id="{5C022282-7C40-5A57-692E-44D409C5BFA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4629819"/>
            <a:ext cx="6134100" cy="881899"/>
          </a:xfrm>
          <a:prstGeom prst="rect">
            <a:avLst/>
          </a:prstGeom>
        </p:spPr>
      </p:pic>
      <p:pic>
        <p:nvPicPr>
          <p:cNvPr id="12" name="Picture 11">
            <a:extLst>
              <a:ext uri="{FF2B5EF4-FFF2-40B4-BE49-F238E27FC236}">
                <a16:creationId xmlns:a16="http://schemas.microsoft.com/office/drawing/2014/main" id="{2BCAA29C-63B0-9448-5C14-96920038F1B5}"/>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519112" y="613607"/>
            <a:ext cx="7772400" cy="3819361"/>
          </a:xfrm>
          <a:prstGeom prst="rect">
            <a:avLst/>
          </a:prstGeom>
        </p:spPr>
      </p:pic>
      <p:pic>
        <p:nvPicPr>
          <p:cNvPr id="3" name="Picture 2">
            <a:extLst>
              <a:ext uri="{FF2B5EF4-FFF2-40B4-BE49-F238E27FC236}">
                <a16:creationId xmlns:a16="http://schemas.microsoft.com/office/drawing/2014/main" id="{022344C5-2C6A-6968-FC4F-D7A4F001B0B7}"/>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95852089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lue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F4AB0FA7-2EA8-46CD-3DD8-9A8AB864529F}"/>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91081213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lue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696AA4DE-F380-3C2D-4A19-3FFC6A6A4971}"/>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38985427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lue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 uri="{C183D7F6-B498-43B3-948B-1728B52AA6E4}">
                <adec:decorative xmlns:adec="http://schemas.microsoft.com/office/drawing/2017/decorative" val="0"/>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E39219E7-A5DF-DCFC-ECD4-D3B7C588338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7225133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Blue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5" name="Picture 4">
            <a:extLst>
              <a:ext uri="{FF2B5EF4-FFF2-40B4-BE49-F238E27FC236}">
                <a16:creationId xmlns:a16="http://schemas.microsoft.com/office/drawing/2014/main" id="{C8E707AA-EFC2-FC0D-980D-5A04483F54CB}"/>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84440488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Yellow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C19CFEDB-1653-0EED-46D8-475B98465B4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3511915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Yellow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C3730F2-6DEC-D896-1430-33605078FC7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3"/>
          <a:srcRect r="11695"/>
          <a:stretch/>
        </p:blipFill>
        <p:spPr>
          <a:xfrm>
            <a:off x="8961679" y="1733108"/>
            <a:ext cx="3230321" cy="4061405"/>
          </a:xfrm>
          <a:prstGeom prst="rect">
            <a:avLst/>
          </a:prstGeom>
        </p:spPr>
      </p:pic>
    </p:spTree>
    <p:extLst>
      <p:ext uri="{BB962C8B-B14F-4D97-AF65-F5344CB8AC3E}">
        <p14:creationId xmlns:p14="http://schemas.microsoft.com/office/powerpoint/2010/main" val="80294784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Yellow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E2A2D6B-ABC5-BCE1-3725-0A105BCE6E1E}"/>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27456875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Yellow_image+text_v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302858F-B20D-C124-765A-91E5E5C4916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75DA1C70-139A-A7C6-8271-6F38BBB4B959}"/>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7" name="Content Placeholder 5">
            <a:extLst>
              <a:ext uri="{FF2B5EF4-FFF2-40B4-BE49-F238E27FC236}">
                <a16:creationId xmlns:a16="http://schemas.microsoft.com/office/drawing/2014/main" id="{080A5B11-85BD-B494-600D-3402BBF9D8B0}"/>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2" name="Text Placeholder 6">
            <a:extLst>
              <a:ext uri="{FF2B5EF4-FFF2-40B4-BE49-F238E27FC236}">
                <a16:creationId xmlns:a16="http://schemas.microsoft.com/office/drawing/2014/main" id="{0EA56FB2-667C-DAC6-0BC5-0F43E110DB83}"/>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2FD56FE-21A4-046E-1FD0-FA742B41035F}"/>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09656614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Yellow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38B625F-2939-0076-EE39-F5E9774F09E2}"/>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99481906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Yellow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5" name="Picture 4">
            <a:extLst>
              <a:ext uri="{FF2B5EF4-FFF2-40B4-BE49-F238E27FC236}">
                <a16:creationId xmlns:a16="http://schemas.microsoft.com/office/drawing/2014/main" id="{03CEB9C0-B1BF-F2F0-CFBD-DBAA3B7E832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519112" y="613607"/>
            <a:ext cx="7772400" cy="3819361"/>
          </a:xfrm>
          <a:prstGeom prst="rect">
            <a:avLst/>
          </a:prstGeom>
        </p:spPr>
      </p:pic>
      <p:pic>
        <p:nvPicPr>
          <p:cNvPr id="4" name="Picture 3">
            <a:extLst>
              <a:ext uri="{FF2B5EF4-FFF2-40B4-BE49-F238E27FC236}">
                <a16:creationId xmlns:a16="http://schemas.microsoft.com/office/drawing/2014/main" id="{351BCE8B-B415-2BED-F4E1-46E84CF60B18}"/>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0" y="4629819"/>
            <a:ext cx="6134101" cy="881899"/>
          </a:xfrm>
          <a:prstGeom prst="rect">
            <a:avLst/>
          </a:prstGeom>
        </p:spPr>
      </p:pic>
      <p:pic>
        <p:nvPicPr>
          <p:cNvPr id="3" name="Picture 2">
            <a:extLst>
              <a:ext uri="{FF2B5EF4-FFF2-40B4-BE49-F238E27FC236}">
                <a16:creationId xmlns:a16="http://schemas.microsoft.com/office/drawing/2014/main" id="{D96D993C-5A39-AF81-154F-95170C32DF08}"/>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94879838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Yellow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4D6264FC-E45E-4A65-ECA6-F6E6C78FF5C5}"/>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125063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Yellow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5DBBE13A-E1A6-9F15-F402-BD17E71929A8}"/>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22735521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Yellow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AA86B467-B6E6-07FD-82C2-C8A720A2FAA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08430269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Yellow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4" name="Picture 3">
            <a:extLst>
              <a:ext uri="{FF2B5EF4-FFF2-40B4-BE49-F238E27FC236}">
                <a16:creationId xmlns:a16="http://schemas.microsoft.com/office/drawing/2014/main" id="{FE50924B-6CC7-5CA4-2459-E85A3EB990A7}"/>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23128021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
  <p:cSld name="B/W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3CB853B-6666-2B54-6421-F982E0932E7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1"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5" name="Picture 4">
            <a:extLst>
              <a:ext uri="{FF2B5EF4-FFF2-40B4-BE49-F238E27FC236}">
                <a16:creationId xmlns:a16="http://schemas.microsoft.com/office/drawing/2014/main" id="{D526B79A-062B-09A4-399F-9A4F4ABCAA85}"/>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7"/>
            <a:ext cx="1972082" cy="650979"/>
          </a:xfrm>
          <a:prstGeom prst="rect">
            <a:avLst/>
          </a:prstGeom>
        </p:spPr>
      </p:pic>
    </p:spTree>
    <p:extLst>
      <p:ext uri="{BB962C8B-B14F-4D97-AF65-F5344CB8AC3E}">
        <p14:creationId xmlns:p14="http://schemas.microsoft.com/office/powerpoint/2010/main" val="2463674128"/>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Red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B9174DD2-79E4-DA24-0FFC-AA922A467A2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51754207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Red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pic>
        <p:nvPicPr>
          <p:cNvPr id="6" name="Picture 5">
            <a:extLst>
              <a:ext uri="{FF2B5EF4-FFF2-40B4-BE49-F238E27FC236}">
                <a16:creationId xmlns:a16="http://schemas.microsoft.com/office/drawing/2014/main" id="{0DCA14C3-7ED5-46A2-17DF-41AE41BFC374}"/>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9450891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Red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41A2384-AB6C-1FB5-35F0-9F0E3D0A4E6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80190811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Red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5E7C4392-7068-04E6-20E1-4BBCA1386C0A}"/>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55F91432-260F-83D5-486C-E3B551E2ACBF}"/>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9FEABEF-5D6F-38BC-0E0A-DA96D9716CD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454840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Red_icons+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6063FAD-08EF-BC2C-950C-16B3F0DE190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65982617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Red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896FEF6-B591-9B6F-F783-763A926B77E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4629819"/>
            <a:ext cx="6134101" cy="881899"/>
          </a:xfrm>
          <a:prstGeom prst="rect">
            <a:avLst/>
          </a:prstGeom>
        </p:spPr>
      </p:pic>
      <p:pic>
        <p:nvPicPr>
          <p:cNvPr id="8" name="Picture 7">
            <a:extLst>
              <a:ext uri="{FF2B5EF4-FFF2-40B4-BE49-F238E27FC236}">
                <a16:creationId xmlns:a16="http://schemas.microsoft.com/office/drawing/2014/main" id="{5ADEBD8F-B578-3E5F-0F06-192614975472}"/>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519112" y="613607"/>
            <a:ext cx="7772400" cy="3819361"/>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4" name="Picture 3">
            <a:extLst>
              <a:ext uri="{FF2B5EF4-FFF2-40B4-BE49-F238E27FC236}">
                <a16:creationId xmlns:a16="http://schemas.microsoft.com/office/drawing/2014/main" id="{581EE01A-23C2-F8D5-2384-023AC8FA97E0}"/>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89848582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Red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85256DBB-84CC-C614-857B-C35C00C4AB17}"/>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22719890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Red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3D5CAE40-06A7-714E-722E-1EB095B8FE1B}"/>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3372833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Red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86B6BAC1-D792-8826-2337-B6A97D9A6F6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819918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Red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4" name="Picture 3">
            <a:extLst>
              <a:ext uri="{FF2B5EF4-FFF2-40B4-BE49-F238E27FC236}">
                <a16:creationId xmlns:a16="http://schemas.microsoft.com/office/drawing/2014/main" id="{4B1F8BED-FE48-CDF0-DEFB-8F7954964A94}"/>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97424434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Purple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AAFAF83E-84C1-EB63-2AE6-A697F4B2314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6529755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Purple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A9F038F-3F25-E2F9-C87A-21E6BA0347E6}"/>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99104167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Purple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D058DBC-ECFC-992C-B787-CF026CF7FC21}"/>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63263744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Purple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63EADF05-6147-C359-65E0-0B6C167D1B0D}"/>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4A3EF1E2-21DA-1F1B-ED20-1E0CA1400869}"/>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FF1A10E-9321-C019-89DF-4455D521905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61143197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Purple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E63F0D2-F250-3107-1483-DBDD26CD5D7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28515521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Purple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310531E-8BB5-02D6-AFEC-E5A33795F5F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519112" y="613607"/>
            <a:ext cx="7772400" cy="3819361"/>
          </a:xfrm>
          <a:prstGeom prst="rect">
            <a:avLst/>
          </a:prstGeom>
        </p:spPr>
      </p:pic>
      <p:pic>
        <p:nvPicPr>
          <p:cNvPr id="2" name="Picture 1">
            <a:extLst>
              <a:ext uri="{FF2B5EF4-FFF2-40B4-BE49-F238E27FC236}">
                <a16:creationId xmlns:a16="http://schemas.microsoft.com/office/drawing/2014/main" id="{56DA6B95-D3C8-78E5-07B4-FD97F67B4DA4}"/>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0" y="4629819"/>
            <a:ext cx="6134101" cy="881899"/>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5" name="Picture 4">
            <a:extLst>
              <a:ext uri="{FF2B5EF4-FFF2-40B4-BE49-F238E27FC236}">
                <a16:creationId xmlns:a16="http://schemas.microsoft.com/office/drawing/2014/main" id="{D9A27BC2-2F18-5323-A182-B58E5988F647}"/>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66292723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Purple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764599EA-33A9-714A-71F9-C9917BED559C}"/>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968557072"/>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Purple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4ED66C63-7725-D0B5-A2BA-B83166EDE7E9}"/>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102830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Purple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B325625-45A1-4974-9E2F-ACF1457967F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312751237"/>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Purple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4" name="Picture 3">
            <a:extLst>
              <a:ext uri="{FF2B5EF4-FFF2-40B4-BE49-F238E27FC236}">
                <a16:creationId xmlns:a16="http://schemas.microsoft.com/office/drawing/2014/main" id="{8A974466-2D86-293F-6B05-5E0EFB38430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557095359"/>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Orange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A2A780B5-8449-24E7-03B6-02AD7F4CFFA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375000662"/>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Orange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89824F45-9A75-4C9D-D15D-D057CCC9F3C4}"/>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170572682"/>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Orange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5FE87028-CAF7-F5B7-4CB1-0D4C0319BEA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075806154"/>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Orange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655AB4C9-59BC-E224-FFFD-9DB88A07DD68}"/>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9D352A76-8A6F-211C-DD74-EAF5EB388BEA}"/>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5754DA5-0BF1-D01C-3093-2696272DADE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572188986"/>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Orange_icons+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BB01192-B93C-B441-2C51-0090D44614C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07332113"/>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Orange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A9F417E-049D-9F48-46F8-DD8F31C8E55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4629819"/>
            <a:ext cx="6134101" cy="881899"/>
          </a:xfrm>
          <a:prstGeom prst="rect">
            <a:avLst/>
          </a:prstGeom>
        </p:spPr>
      </p:pic>
      <p:pic>
        <p:nvPicPr>
          <p:cNvPr id="3" name="Picture 2">
            <a:extLst>
              <a:ext uri="{FF2B5EF4-FFF2-40B4-BE49-F238E27FC236}">
                <a16:creationId xmlns:a16="http://schemas.microsoft.com/office/drawing/2014/main" id="{662826E8-5ACA-BF47-3E86-1B0C693CACAE}"/>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519112" y="613607"/>
            <a:ext cx="7772400" cy="3819361"/>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4" name="Picture 3">
            <a:extLst>
              <a:ext uri="{FF2B5EF4-FFF2-40B4-BE49-F238E27FC236}">
                <a16:creationId xmlns:a16="http://schemas.microsoft.com/office/drawing/2014/main" id="{57D9F0EF-0BC7-6322-F985-33B73069575D}"/>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460219817"/>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Orange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986A2FB5-0ABC-A1F1-BCBB-0E5B880F38D6}"/>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994855307"/>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Orange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0C81A4E5-3F16-939E-5F18-58B9992D59EC}"/>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060909352"/>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Orange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330F107-C548-1F71-0328-0C05847A32E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650676527"/>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Orange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4" name="Picture 3">
            <a:extLst>
              <a:ext uri="{FF2B5EF4-FFF2-40B4-BE49-F238E27FC236}">
                <a16:creationId xmlns:a16="http://schemas.microsoft.com/office/drawing/2014/main" id="{3A6BC58F-7098-6ED6-8197-0183DE87C741}"/>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787982011"/>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Green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DD630461-FF09-AE3A-830B-60852F9A836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893047665"/>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Green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83BBDAFE-3463-2F49-E910-428222427573}"/>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311018602"/>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Green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1F5DD92F-2C07-73B9-B390-73B00479653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09655489"/>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Green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F8C62C48-B4FC-0C92-2FD2-2D4AACC4DD15}"/>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0AD711B9-F295-7F9C-3A4F-1116B45B62C9}"/>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555278A0-C5E7-0F91-FA5D-B53388E5F65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924027665"/>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Green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DC364825-0C99-1A6F-72FE-EBD3B38BDD1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365561193"/>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Green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EC243CC-3824-5807-3C69-6EEB0749E735}"/>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4629819"/>
            <a:ext cx="6134101" cy="881899"/>
          </a:xfrm>
          <a:prstGeom prst="rect">
            <a:avLst/>
          </a:prstGeom>
        </p:spPr>
      </p:pic>
      <p:pic>
        <p:nvPicPr>
          <p:cNvPr id="2" name="Picture 1">
            <a:extLst>
              <a:ext uri="{FF2B5EF4-FFF2-40B4-BE49-F238E27FC236}">
                <a16:creationId xmlns:a16="http://schemas.microsoft.com/office/drawing/2014/main" id="{480F448F-030F-0DD7-92C5-68D5DB7D0C9F}"/>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519112" y="613607"/>
            <a:ext cx="7772400" cy="3819361"/>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5" name="Picture 4">
            <a:extLst>
              <a:ext uri="{FF2B5EF4-FFF2-40B4-BE49-F238E27FC236}">
                <a16:creationId xmlns:a16="http://schemas.microsoft.com/office/drawing/2014/main" id="{36002736-0B0C-97D2-6858-41E62A667891}"/>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092895715"/>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Green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34FE57C0-8EB6-2F8A-9E5B-3DC9F8E1DE5B}"/>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044172282"/>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Green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14E64E92-AD3E-BA76-4490-B706C44AC3C4}"/>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760372723"/>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Green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E5363842-446F-A21D-AB60-B1E5997B0E0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62625303"/>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Green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4" name="Picture 3">
            <a:extLst>
              <a:ext uri="{FF2B5EF4-FFF2-40B4-BE49-F238E27FC236}">
                <a16:creationId xmlns:a16="http://schemas.microsoft.com/office/drawing/2014/main" id="{C4EBBC7E-E4F7-506B-BF90-CAA82E820410}"/>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641472249"/>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B/W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66FDA6DA-A09B-E661-C701-83631A4422D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694752249"/>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B/W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DFB6E4D2-0D65-2FC1-182E-9DA3C208A6B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515327403"/>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B/W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1008DA0-5295-D75C-0FE0-632E0C11E415}"/>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281279855"/>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B/W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ysClr val="windowText" lastClr="000000"/>
              </a:solidFill>
            </a:endParaRPr>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D6AB3388-802E-7B9B-7386-5AF80CDF16CF}"/>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5473B3AC-AF7F-86D1-5DB4-7B53B835C9BE}"/>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B49F0CE-684B-DB8B-145F-C329BD62D358}"/>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06381469"/>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B/W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4E39C6B-D41F-5AD8-64AA-312B1C2E4368}"/>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858242704"/>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B/W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DCCA076-EDFD-D91F-15A9-688C5B091555}"/>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519112" y="613607"/>
            <a:ext cx="7772400" cy="3819361"/>
          </a:xfrm>
          <a:prstGeom prst="rect">
            <a:avLst/>
          </a:prstGeom>
        </p:spPr>
      </p:pic>
      <p:pic>
        <p:nvPicPr>
          <p:cNvPr id="3" name="Picture 2">
            <a:extLst>
              <a:ext uri="{FF2B5EF4-FFF2-40B4-BE49-F238E27FC236}">
                <a16:creationId xmlns:a16="http://schemas.microsoft.com/office/drawing/2014/main" id="{E343ED6A-BB5E-C793-4091-0F75D5BF67CD}"/>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0" y="4629819"/>
            <a:ext cx="6134101" cy="881899"/>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4" name="Picture 3">
            <a:extLst>
              <a:ext uri="{FF2B5EF4-FFF2-40B4-BE49-F238E27FC236}">
                <a16:creationId xmlns:a16="http://schemas.microsoft.com/office/drawing/2014/main" id="{9638542B-692B-0B4A-EA75-7BC9459A2E46}"/>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566990121"/>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B/W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A4F6843B-CBB4-1F01-0AEC-1BDA76C02CE0}"/>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521418134"/>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B/W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C6084BB7-FD33-E999-BB00-95C0B46F38A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554539864"/>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B/W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87CA38A-68D0-CAE1-B333-86E61211039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535250739"/>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B/W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E21EB1F4-036A-EB96-EB90-23B4F28871BA}"/>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42169294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13" Type="http://schemas.openxmlformats.org/officeDocument/2006/relationships/slideLayout" Target="../slideLayouts/slideLayout18.xml"/><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slideLayout" Target="../slideLayouts/slideLayout17.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5" Type="http://schemas.openxmlformats.org/officeDocument/2006/relationships/theme" Target="../theme/theme2.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 Id="rId14"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7.xml"/><Relationship Id="rId3" Type="http://schemas.openxmlformats.org/officeDocument/2006/relationships/slideLayout" Target="../slideLayouts/slideLayout22.xml"/><Relationship Id="rId7" Type="http://schemas.openxmlformats.org/officeDocument/2006/relationships/slideLayout" Target="../slideLayouts/slideLayout26.xml"/><Relationship Id="rId12" Type="http://schemas.openxmlformats.org/officeDocument/2006/relationships/image" Target="../media/image25.png"/><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theme" Target="../theme/theme3.xml"/><Relationship Id="rId5" Type="http://schemas.openxmlformats.org/officeDocument/2006/relationships/slideLayout" Target="../slideLayouts/slideLayout24.xml"/><Relationship Id="rId10" Type="http://schemas.openxmlformats.org/officeDocument/2006/relationships/slideLayout" Target="../slideLayouts/slideLayout29.xml"/><Relationship Id="rId4" Type="http://schemas.openxmlformats.org/officeDocument/2006/relationships/slideLayout" Target="../slideLayouts/slideLayout23.xml"/><Relationship Id="rId9" Type="http://schemas.openxmlformats.org/officeDocument/2006/relationships/slideLayout" Target="../slideLayouts/slideLayout28.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7.xml"/><Relationship Id="rId13" Type="http://schemas.openxmlformats.org/officeDocument/2006/relationships/image" Target="../media/image25.png"/><Relationship Id="rId3" Type="http://schemas.openxmlformats.org/officeDocument/2006/relationships/slideLayout" Target="../slideLayouts/slideLayout32.xml"/><Relationship Id="rId7" Type="http://schemas.openxmlformats.org/officeDocument/2006/relationships/slideLayout" Target="../slideLayouts/slideLayout36.xml"/><Relationship Id="rId12" Type="http://schemas.openxmlformats.org/officeDocument/2006/relationships/theme" Target="../theme/theme4.xml"/><Relationship Id="rId2" Type="http://schemas.openxmlformats.org/officeDocument/2006/relationships/slideLayout" Target="../slideLayouts/slideLayout31.xml"/><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slideLayout" Target="../slideLayouts/slideLayout40.xml"/><Relationship Id="rId5" Type="http://schemas.openxmlformats.org/officeDocument/2006/relationships/slideLayout" Target="../slideLayouts/slideLayout34.xml"/><Relationship Id="rId10" Type="http://schemas.openxmlformats.org/officeDocument/2006/relationships/slideLayout" Target="../slideLayouts/slideLayout39.xml"/><Relationship Id="rId4" Type="http://schemas.openxmlformats.org/officeDocument/2006/relationships/slideLayout" Target="../slideLayouts/slideLayout33.xml"/><Relationship Id="rId9" Type="http://schemas.openxmlformats.org/officeDocument/2006/relationships/slideLayout" Target="../slideLayouts/slideLayout38.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8.xml"/><Relationship Id="rId3" Type="http://schemas.openxmlformats.org/officeDocument/2006/relationships/slideLayout" Target="../slideLayouts/slideLayout43.xml"/><Relationship Id="rId7" Type="http://schemas.openxmlformats.org/officeDocument/2006/relationships/slideLayout" Target="../slideLayouts/slideLayout47.xml"/><Relationship Id="rId12" Type="http://schemas.openxmlformats.org/officeDocument/2006/relationships/image" Target="../media/image25.png"/><Relationship Id="rId2" Type="http://schemas.openxmlformats.org/officeDocument/2006/relationships/slideLayout" Target="../slideLayouts/slideLayout42.xml"/><Relationship Id="rId1" Type="http://schemas.openxmlformats.org/officeDocument/2006/relationships/slideLayout" Target="../slideLayouts/slideLayout41.xml"/><Relationship Id="rId6" Type="http://schemas.openxmlformats.org/officeDocument/2006/relationships/slideLayout" Target="../slideLayouts/slideLayout46.xml"/><Relationship Id="rId11" Type="http://schemas.openxmlformats.org/officeDocument/2006/relationships/theme" Target="../theme/theme5.xml"/><Relationship Id="rId5" Type="http://schemas.openxmlformats.org/officeDocument/2006/relationships/slideLayout" Target="../slideLayouts/slideLayout45.xml"/><Relationship Id="rId10" Type="http://schemas.openxmlformats.org/officeDocument/2006/relationships/slideLayout" Target="../slideLayouts/slideLayout50.xml"/><Relationship Id="rId4" Type="http://schemas.openxmlformats.org/officeDocument/2006/relationships/slideLayout" Target="../slideLayouts/slideLayout44.xml"/><Relationship Id="rId9" Type="http://schemas.openxmlformats.org/officeDocument/2006/relationships/slideLayout" Target="../slideLayouts/slideLayout49.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58.xml"/><Relationship Id="rId3" Type="http://schemas.openxmlformats.org/officeDocument/2006/relationships/slideLayout" Target="../slideLayouts/slideLayout53.xml"/><Relationship Id="rId7" Type="http://schemas.openxmlformats.org/officeDocument/2006/relationships/slideLayout" Target="../slideLayouts/slideLayout57.xml"/><Relationship Id="rId12" Type="http://schemas.openxmlformats.org/officeDocument/2006/relationships/image" Target="../media/image25.png"/><Relationship Id="rId2" Type="http://schemas.openxmlformats.org/officeDocument/2006/relationships/slideLayout" Target="../slideLayouts/slideLayout52.xml"/><Relationship Id="rId1" Type="http://schemas.openxmlformats.org/officeDocument/2006/relationships/slideLayout" Target="../slideLayouts/slideLayout51.xml"/><Relationship Id="rId6" Type="http://schemas.openxmlformats.org/officeDocument/2006/relationships/slideLayout" Target="../slideLayouts/slideLayout56.xml"/><Relationship Id="rId11" Type="http://schemas.openxmlformats.org/officeDocument/2006/relationships/theme" Target="../theme/theme6.xml"/><Relationship Id="rId5" Type="http://schemas.openxmlformats.org/officeDocument/2006/relationships/slideLayout" Target="../slideLayouts/slideLayout55.xml"/><Relationship Id="rId10" Type="http://schemas.openxmlformats.org/officeDocument/2006/relationships/slideLayout" Target="../slideLayouts/slideLayout60.xml"/><Relationship Id="rId4" Type="http://schemas.openxmlformats.org/officeDocument/2006/relationships/slideLayout" Target="../slideLayouts/slideLayout54.xml"/><Relationship Id="rId9" Type="http://schemas.openxmlformats.org/officeDocument/2006/relationships/slideLayout" Target="../slideLayouts/slideLayout59.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68.xml"/><Relationship Id="rId3" Type="http://schemas.openxmlformats.org/officeDocument/2006/relationships/slideLayout" Target="../slideLayouts/slideLayout63.xml"/><Relationship Id="rId7" Type="http://schemas.openxmlformats.org/officeDocument/2006/relationships/slideLayout" Target="../slideLayouts/slideLayout67.xml"/><Relationship Id="rId12" Type="http://schemas.openxmlformats.org/officeDocument/2006/relationships/image" Target="../media/image25.png"/><Relationship Id="rId2" Type="http://schemas.openxmlformats.org/officeDocument/2006/relationships/slideLayout" Target="../slideLayouts/slideLayout62.xml"/><Relationship Id="rId1" Type="http://schemas.openxmlformats.org/officeDocument/2006/relationships/slideLayout" Target="../slideLayouts/slideLayout61.xml"/><Relationship Id="rId6" Type="http://schemas.openxmlformats.org/officeDocument/2006/relationships/slideLayout" Target="../slideLayouts/slideLayout66.xml"/><Relationship Id="rId11" Type="http://schemas.openxmlformats.org/officeDocument/2006/relationships/theme" Target="../theme/theme7.xml"/><Relationship Id="rId5" Type="http://schemas.openxmlformats.org/officeDocument/2006/relationships/slideLayout" Target="../slideLayouts/slideLayout65.xml"/><Relationship Id="rId10" Type="http://schemas.openxmlformats.org/officeDocument/2006/relationships/slideLayout" Target="../slideLayouts/slideLayout70.xml"/><Relationship Id="rId4" Type="http://schemas.openxmlformats.org/officeDocument/2006/relationships/slideLayout" Target="../slideLayouts/slideLayout64.xml"/><Relationship Id="rId9" Type="http://schemas.openxmlformats.org/officeDocument/2006/relationships/slideLayout" Target="../slideLayouts/slideLayout69.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78.xml"/><Relationship Id="rId3" Type="http://schemas.openxmlformats.org/officeDocument/2006/relationships/slideLayout" Target="../slideLayouts/slideLayout73.xml"/><Relationship Id="rId7" Type="http://schemas.openxmlformats.org/officeDocument/2006/relationships/slideLayout" Target="../slideLayouts/slideLayout77.xml"/><Relationship Id="rId12" Type="http://schemas.openxmlformats.org/officeDocument/2006/relationships/image" Target="../media/image25.png"/><Relationship Id="rId2" Type="http://schemas.openxmlformats.org/officeDocument/2006/relationships/slideLayout" Target="../slideLayouts/slideLayout72.xml"/><Relationship Id="rId1" Type="http://schemas.openxmlformats.org/officeDocument/2006/relationships/slideLayout" Target="../slideLayouts/slideLayout71.xml"/><Relationship Id="rId6" Type="http://schemas.openxmlformats.org/officeDocument/2006/relationships/slideLayout" Target="../slideLayouts/slideLayout76.xml"/><Relationship Id="rId11" Type="http://schemas.openxmlformats.org/officeDocument/2006/relationships/theme" Target="../theme/theme8.xml"/><Relationship Id="rId5" Type="http://schemas.openxmlformats.org/officeDocument/2006/relationships/slideLayout" Target="../slideLayouts/slideLayout75.xml"/><Relationship Id="rId10" Type="http://schemas.openxmlformats.org/officeDocument/2006/relationships/slideLayout" Target="../slideLayouts/slideLayout80.xml"/><Relationship Id="rId4" Type="http://schemas.openxmlformats.org/officeDocument/2006/relationships/slideLayout" Target="../slideLayouts/slideLayout74.xml"/><Relationship Id="rId9" Type="http://schemas.openxmlformats.org/officeDocument/2006/relationships/slideLayout" Target="../slideLayouts/slideLayout79.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88.xml"/><Relationship Id="rId3" Type="http://schemas.openxmlformats.org/officeDocument/2006/relationships/slideLayout" Target="../slideLayouts/slideLayout83.xml"/><Relationship Id="rId7" Type="http://schemas.openxmlformats.org/officeDocument/2006/relationships/slideLayout" Target="../slideLayouts/slideLayout87.xml"/><Relationship Id="rId12" Type="http://schemas.openxmlformats.org/officeDocument/2006/relationships/image" Target="../media/image25.png"/><Relationship Id="rId2" Type="http://schemas.openxmlformats.org/officeDocument/2006/relationships/slideLayout" Target="../slideLayouts/slideLayout82.xml"/><Relationship Id="rId1" Type="http://schemas.openxmlformats.org/officeDocument/2006/relationships/slideLayout" Target="../slideLayouts/slideLayout81.xml"/><Relationship Id="rId6" Type="http://schemas.openxmlformats.org/officeDocument/2006/relationships/slideLayout" Target="../slideLayouts/slideLayout86.xml"/><Relationship Id="rId11" Type="http://schemas.openxmlformats.org/officeDocument/2006/relationships/theme" Target="../theme/theme9.xml"/><Relationship Id="rId5" Type="http://schemas.openxmlformats.org/officeDocument/2006/relationships/slideLayout" Target="../slideLayouts/slideLayout85.xml"/><Relationship Id="rId10" Type="http://schemas.openxmlformats.org/officeDocument/2006/relationships/slideLayout" Target="../slideLayouts/slideLayout90.xml"/><Relationship Id="rId4" Type="http://schemas.openxmlformats.org/officeDocument/2006/relationships/slideLayout" Target="../slideLayouts/slideLayout84.xml"/><Relationship Id="rId9" Type="http://schemas.openxmlformats.org/officeDocument/2006/relationships/slideLayout" Target="../slideLayouts/slideLayout8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371936"/>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945" r:id="rId3"/>
    <p:sldLayoutId id="2147483946" r:id="rId4"/>
    <p:sldLayoutId id="2147483947" r:id="rId5"/>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97" userDrawn="1">
          <p15:clr>
            <a:srgbClr val="F26B43"/>
          </p15:clr>
        </p15:guide>
        <p15:guide id="9" pos="325" userDrawn="1">
          <p15:clr>
            <a:srgbClr val="F26B43"/>
          </p15:clr>
        </p15:guide>
        <p15:guide id="10" orient="horz" pos="2478" userDrawn="1">
          <p15:clr>
            <a:srgbClr val="F26B43"/>
          </p15:clr>
        </p15:guide>
        <p15:guide id="11" orient="horz" pos="3249"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7850972"/>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814" r:id="rId4"/>
    <p:sldLayoutId id="2147483815" r:id="rId5"/>
    <p:sldLayoutId id="2147483816" r:id="rId6"/>
    <p:sldLayoutId id="2147483817" r:id="rId7"/>
    <p:sldLayoutId id="2147483956" r:id="rId8"/>
    <p:sldLayoutId id="2147483957" r:id="rId9"/>
    <p:sldLayoutId id="2147483958" r:id="rId10"/>
    <p:sldLayoutId id="2147483959" r:id="rId11"/>
    <p:sldLayoutId id="2147483960" r:id="rId12"/>
    <p:sldLayoutId id="2147483961" r:id="rId13"/>
    <p:sldLayoutId id="2147483962" r:id="rId1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97"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F334A430-5193-9483-EEDE-569F4A32A8C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2217866481"/>
      </p:ext>
    </p:extLst>
  </p:cSld>
  <p:clrMap bg1="lt1" tx1="dk1" bg2="lt2" tx2="dk2" accent1="accent1" accent2="accent2" accent3="accent3" accent4="accent4" accent5="accent5" accent6="accent6" hlink="hlink" folHlink="folHlink"/>
  <p:sldLayoutIdLst>
    <p:sldLayoutId id="2147483777" r:id="rId1"/>
    <p:sldLayoutId id="2147483797" r:id="rId2"/>
    <p:sldLayoutId id="2147483780" r:id="rId3"/>
    <p:sldLayoutId id="2147483781" r:id="rId4"/>
    <p:sldLayoutId id="2147483798" r:id="rId5"/>
    <p:sldLayoutId id="2147483872" r:id="rId6"/>
    <p:sldLayoutId id="2147483786" r:id="rId7"/>
    <p:sldLayoutId id="2147483788" r:id="rId8"/>
    <p:sldLayoutId id="2147483873" r:id="rId9"/>
    <p:sldLayoutId id="2147483796"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848A3F5E-1236-23F6-5236-3FAD012CBEE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684537100"/>
      </p:ext>
    </p:extLst>
  </p:cSld>
  <p:clrMap bg1="lt1" tx1="dk1" bg2="lt2" tx2="dk2" accent1="accent1" accent2="accent2" accent3="accent3" accent4="accent4" accent5="accent5" accent6="accent6" hlink="hlink" folHlink="folHlink"/>
  <p:sldLayoutIdLst>
    <p:sldLayoutId id="2147483875" r:id="rId1"/>
    <p:sldLayoutId id="2147483876" r:id="rId2"/>
    <p:sldLayoutId id="2147483877" r:id="rId3"/>
    <p:sldLayoutId id="2147483859" r:id="rId4"/>
    <p:sldLayoutId id="2147483879" r:id="rId5"/>
    <p:sldLayoutId id="2147483880" r:id="rId6"/>
    <p:sldLayoutId id="2147483881" r:id="rId7"/>
    <p:sldLayoutId id="2147483882" r:id="rId8"/>
    <p:sldLayoutId id="2147483883" r:id="rId9"/>
    <p:sldLayoutId id="2147483884" r:id="rId10"/>
    <p:sldLayoutId id="2147483963" r:id="rId11"/>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1683F0D5-4147-71E2-B2A7-09736BD6E1A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175251079"/>
      </p:ext>
    </p:extLst>
  </p:cSld>
  <p:clrMap bg1="lt1" tx1="dk1" bg2="lt2" tx2="dk2" accent1="accent1" accent2="accent2" accent3="accent3" accent4="accent4" accent5="accent5" accent6="accent6" hlink="hlink" folHlink="folHlink"/>
  <p:sldLayoutIdLst>
    <p:sldLayoutId id="2147483886" r:id="rId1"/>
    <p:sldLayoutId id="2147483887" r:id="rId2"/>
    <p:sldLayoutId id="2147483888" r:id="rId3"/>
    <p:sldLayoutId id="2147483889" r:id="rId4"/>
    <p:sldLayoutId id="2147483891" r:id="rId5"/>
    <p:sldLayoutId id="2147483892" r:id="rId6"/>
    <p:sldLayoutId id="2147483893" r:id="rId7"/>
    <p:sldLayoutId id="2147483894" r:id="rId8"/>
    <p:sldLayoutId id="2147483895" r:id="rId9"/>
    <p:sldLayoutId id="2147483896"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5DA4E335-689A-BB63-649D-BD74FAB557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4100756167"/>
      </p:ext>
    </p:extLst>
  </p:cSld>
  <p:clrMap bg1="lt1" tx1="dk1" bg2="lt2" tx2="dk2" accent1="accent1" accent2="accent2" accent3="accent3" accent4="accent4" accent5="accent5" accent6="accent6" hlink="hlink" folHlink="folHlink"/>
  <p:sldLayoutIdLst>
    <p:sldLayoutId id="2147483898" r:id="rId1"/>
    <p:sldLayoutId id="2147483899" r:id="rId2"/>
    <p:sldLayoutId id="2147483900" r:id="rId3"/>
    <p:sldLayoutId id="2147483901" r:id="rId4"/>
    <p:sldLayoutId id="2147483902" r:id="rId5"/>
    <p:sldLayoutId id="2147483903" r:id="rId6"/>
    <p:sldLayoutId id="2147483904" r:id="rId7"/>
    <p:sldLayoutId id="2147483905" r:id="rId8"/>
    <p:sldLayoutId id="2147483906" r:id="rId9"/>
    <p:sldLayoutId id="2147483907"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9B5B76A2-CDFA-15D4-392F-10D970EB11D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2711428093"/>
      </p:ext>
    </p:extLst>
  </p:cSld>
  <p:clrMap bg1="lt1" tx1="dk1" bg2="lt2" tx2="dk2" accent1="accent1" accent2="accent2" accent3="accent3" accent4="accent4" accent5="accent5" accent6="accent6" hlink="hlink" folHlink="folHlink"/>
  <p:sldLayoutIdLst>
    <p:sldLayoutId id="2147483909" r:id="rId1"/>
    <p:sldLayoutId id="2147483910" r:id="rId2"/>
    <p:sldLayoutId id="2147483911" r:id="rId3"/>
    <p:sldLayoutId id="2147483912" r:id="rId4"/>
    <p:sldLayoutId id="2147483913" r:id="rId5"/>
    <p:sldLayoutId id="2147483914" r:id="rId6"/>
    <p:sldLayoutId id="2147483915" r:id="rId7"/>
    <p:sldLayoutId id="2147483916" r:id="rId8"/>
    <p:sldLayoutId id="2147483917" r:id="rId9"/>
    <p:sldLayoutId id="2147483918"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EF2D64E5-DE40-8B2B-7400-731C8C1F4BE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031503955"/>
      </p:ext>
    </p:extLst>
  </p:cSld>
  <p:clrMap bg1="lt1" tx1="dk1" bg2="lt2" tx2="dk2" accent1="accent1" accent2="accent2" accent3="accent3" accent4="accent4" accent5="accent5" accent6="accent6" hlink="hlink" folHlink="folHlink"/>
  <p:sldLayoutIdLst>
    <p:sldLayoutId id="2147483920" r:id="rId1"/>
    <p:sldLayoutId id="2147483921" r:id="rId2"/>
    <p:sldLayoutId id="2147483922" r:id="rId3"/>
    <p:sldLayoutId id="2147483923" r:id="rId4"/>
    <p:sldLayoutId id="2147483924" r:id="rId5"/>
    <p:sldLayoutId id="2147483925" r:id="rId6"/>
    <p:sldLayoutId id="2147483926" r:id="rId7"/>
    <p:sldLayoutId id="2147483927" r:id="rId8"/>
    <p:sldLayoutId id="2147483928" r:id="rId9"/>
    <p:sldLayoutId id="2147483929"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053B8D01-33E2-B6D7-43AD-647436D96C6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276447705"/>
      </p:ext>
    </p:extLst>
  </p:cSld>
  <p:clrMap bg1="lt1" tx1="dk1" bg2="lt2" tx2="dk2" accent1="accent1" accent2="accent2" accent3="accent3" accent4="accent4" accent5="accent5" accent6="accent6" hlink="hlink" folHlink="folHlink"/>
  <p:sldLayoutIdLst>
    <p:sldLayoutId id="2147483931" r:id="rId1"/>
    <p:sldLayoutId id="2147483932" r:id="rId2"/>
    <p:sldLayoutId id="2147483933" r:id="rId3"/>
    <p:sldLayoutId id="2147483934" r:id="rId4"/>
    <p:sldLayoutId id="2147483935" r:id="rId5"/>
    <p:sldLayoutId id="2147483936" r:id="rId6"/>
    <p:sldLayoutId id="2147483937" r:id="rId7"/>
    <p:sldLayoutId id="2147483938" r:id="rId8"/>
    <p:sldLayoutId id="2147483939" r:id="rId9"/>
    <p:sldLayoutId id="2147483940"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2.xml"/></Relationships>
</file>

<file path=ppt/slides/_rels/slide5.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5.xml"/><Relationship Id="rId1" Type="http://schemas.openxmlformats.org/officeDocument/2006/relationships/slideLayout" Target="../slideLayouts/slideLayout7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8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8.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8.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0.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89.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88.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8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8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41B5810-8C67-B742-B639-848419728702}"/>
              </a:ext>
            </a:extLst>
          </p:cNvPr>
          <p:cNvSpPr>
            <a:spLocks noGrp="1"/>
          </p:cNvSpPr>
          <p:nvPr>
            <p:ph type="ctrTitle"/>
          </p:nvPr>
        </p:nvSpPr>
        <p:spPr/>
        <p:txBody>
          <a:bodyPr/>
          <a:lstStyle/>
          <a:p>
            <a:r>
              <a:rPr lang="en-GB" dirty="0"/>
              <a:t>Module 14: Using Regular Expressions</a:t>
            </a:r>
            <a:endParaRPr lang="en-US" dirty="0"/>
          </a:p>
        </p:txBody>
      </p:sp>
      <p:sp>
        <p:nvSpPr>
          <p:cNvPr id="2" name="Subtitle 1">
            <a:extLst>
              <a:ext uri="{FF2B5EF4-FFF2-40B4-BE49-F238E27FC236}">
                <a16:creationId xmlns:a16="http://schemas.microsoft.com/office/drawing/2014/main" id="{B2D939E7-DC10-63EA-6567-68C6902AD79D}"/>
              </a:ext>
            </a:extLst>
          </p:cNvPr>
          <p:cNvSpPr>
            <a:spLocks noGrp="1"/>
          </p:cNvSpPr>
          <p:nvPr>
            <p:ph type="subTitle" idx="1"/>
          </p:nvPr>
        </p:nvSpPr>
        <p:spPr/>
        <p:txBody>
          <a:bodyPr/>
          <a:lstStyle/>
          <a:p>
            <a:endParaRPr lang="en-GB"/>
          </a:p>
        </p:txBody>
      </p:sp>
      <p:graphicFrame>
        <p:nvGraphicFramePr>
          <p:cNvPr id="6" name="Table 5">
            <a:extLst>
              <a:ext uri="{FF2B5EF4-FFF2-40B4-BE49-F238E27FC236}">
                <a16:creationId xmlns:a16="http://schemas.microsoft.com/office/drawing/2014/main" id="{32D3FB19-7F6E-668D-10D7-BDC7DB4B051D}"/>
              </a:ext>
            </a:extLst>
          </p:cNvPr>
          <p:cNvGraphicFramePr>
            <a:graphicFrameLocks noGrp="1"/>
          </p:cNvGraphicFramePr>
          <p:nvPr>
            <p:extLst>
              <p:ext uri="{D42A27DB-BD31-4B8C-83A1-F6EECF244321}">
                <p14:modId xmlns:p14="http://schemas.microsoft.com/office/powerpoint/2010/main" val="131308995"/>
              </p:ext>
            </p:extLst>
          </p:nvPr>
        </p:nvGraphicFramePr>
        <p:xfrm>
          <a:off x="473406" y="3766288"/>
          <a:ext cx="4763612" cy="1359894"/>
        </p:xfrm>
        <a:graphic>
          <a:graphicData uri="http://schemas.openxmlformats.org/drawingml/2006/table">
            <a:tbl>
              <a:tblPr firstRow="1" bandRow="1">
                <a:tableStyleId>{F2DE63D5-997A-4646-A377-4702673A728D}</a:tableStyleId>
              </a:tblPr>
              <a:tblGrid>
                <a:gridCol w="4763612">
                  <a:extLst>
                    <a:ext uri="{9D8B030D-6E8A-4147-A177-3AD203B41FA5}">
                      <a16:colId xmlns:a16="http://schemas.microsoft.com/office/drawing/2014/main" val="2961166630"/>
                    </a:ext>
                  </a:extLst>
                </a:gridCol>
              </a:tblGrid>
              <a:tr h="453298">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dirty="0">
                          <a:solidFill>
                            <a:schemeClr val="tx1"/>
                          </a:solidFill>
                          <a:latin typeface="+mn-lt"/>
                        </a:rPr>
                        <a:t>14: Using Regular Expressions</a:t>
                      </a:r>
                    </a:p>
                  </a:txBody>
                  <a:tcPr/>
                </a:tc>
                <a:extLst>
                  <a:ext uri="{0D108BD9-81ED-4DB2-BD59-A6C34878D82A}">
                    <a16:rowId xmlns:a16="http://schemas.microsoft.com/office/drawing/2014/main" val="1661260948"/>
                  </a:ext>
                </a:extLst>
              </a:tr>
              <a:tr h="453298">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dirty="0">
                          <a:solidFill>
                            <a:schemeClr val="tx1"/>
                          </a:solidFill>
                          <a:latin typeface="+mn-lt"/>
                        </a:rPr>
                        <a:t>15: File System Access and Permissions</a:t>
                      </a:r>
                      <a:endParaRPr lang="en-GB" sz="1800" dirty="0">
                        <a:solidFill>
                          <a:schemeClr val="tx1"/>
                        </a:solidFill>
                        <a:latin typeface="+mn-lt"/>
                      </a:endParaRPr>
                    </a:p>
                  </a:txBody>
                  <a:tcPr/>
                </a:tc>
                <a:extLst>
                  <a:ext uri="{0D108BD9-81ED-4DB2-BD59-A6C34878D82A}">
                    <a16:rowId xmlns:a16="http://schemas.microsoft.com/office/drawing/2014/main" val="4257274740"/>
                  </a:ext>
                </a:extLst>
              </a:tr>
              <a:tr h="453298">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dirty="0">
                          <a:solidFill>
                            <a:schemeClr val="tx1"/>
                          </a:solidFill>
                          <a:latin typeface="+mn-lt"/>
                        </a:rPr>
                        <a:t>16: Working in </a:t>
                      </a:r>
                      <a:r>
                        <a:rPr lang="en-US" sz="1800">
                          <a:solidFill>
                            <a:schemeClr val="tx1"/>
                          </a:solidFill>
                          <a:latin typeface="+mn-lt"/>
                        </a:rPr>
                        <a:t>a Networked Environment</a:t>
                      </a:r>
                      <a:endParaRPr lang="en-GB" sz="1800" dirty="0">
                        <a:solidFill>
                          <a:schemeClr val="tx1"/>
                        </a:solidFill>
                        <a:latin typeface="+mn-lt"/>
                      </a:endParaRPr>
                    </a:p>
                  </a:txBody>
                  <a:tcPr/>
                </a:tc>
                <a:extLst>
                  <a:ext uri="{0D108BD9-81ED-4DB2-BD59-A6C34878D82A}">
                    <a16:rowId xmlns:a16="http://schemas.microsoft.com/office/drawing/2014/main" val="1554429816"/>
                  </a:ext>
                </a:extLst>
              </a:tr>
            </a:tbl>
          </a:graphicData>
        </a:graphic>
      </p:graphicFrame>
    </p:spTree>
    <p:extLst>
      <p:ext uri="{BB962C8B-B14F-4D97-AF65-F5344CB8AC3E}">
        <p14:creationId xmlns:p14="http://schemas.microsoft.com/office/powerpoint/2010/main" val="21631081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4"/>
          <p:cNvSpPr>
            <a:spLocks noGrp="1"/>
          </p:cNvSpPr>
          <p:nvPr>
            <p:ph type="ctrTitle"/>
          </p:nvPr>
        </p:nvSpPr>
        <p:spPr/>
        <p:txBody>
          <a:bodyPr/>
          <a:lstStyle/>
          <a:p>
            <a:r>
              <a:rPr lang="en-GB" dirty="0"/>
              <a:t>Contents</a:t>
            </a:r>
          </a:p>
        </p:txBody>
      </p:sp>
      <p:sp>
        <p:nvSpPr>
          <p:cNvPr id="6" name="Text Placeholder 5"/>
          <p:cNvSpPr>
            <a:spLocks noGrp="1"/>
          </p:cNvSpPr>
          <p:nvPr>
            <p:ph type="body" sz="quarter" idx="13"/>
          </p:nvPr>
        </p:nvSpPr>
        <p:spPr/>
        <p:txBody>
          <a:bodyPr/>
          <a:lstStyle/>
          <a:p>
            <a:pPr marL="285750" indent="-285750">
              <a:buFont typeface="Arial" panose="020B0604020202020204" pitchFamily="34" charset="0"/>
              <a:buChar char="•"/>
            </a:pPr>
            <a:r>
              <a:rPr lang="en-GB" dirty="0"/>
              <a:t>Searching</a:t>
            </a:r>
          </a:p>
          <a:p>
            <a:pPr marL="285750" indent="-285750">
              <a:buFont typeface="Arial" panose="020B0604020202020204" pitchFamily="34" charset="0"/>
              <a:buChar char="•"/>
            </a:pPr>
            <a:r>
              <a:rPr lang="en-GB" dirty="0"/>
              <a:t>Anchoring searches</a:t>
            </a:r>
          </a:p>
          <a:p>
            <a:pPr marL="285750" indent="-285750">
              <a:buFont typeface="Arial" panose="020B0604020202020204" pitchFamily="34" charset="0"/>
              <a:buChar char="•"/>
            </a:pPr>
            <a:r>
              <a:rPr lang="en-GB" dirty="0"/>
              <a:t>Matching characters</a:t>
            </a:r>
          </a:p>
          <a:p>
            <a:pPr marL="285750" indent="-285750">
              <a:buFont typeface="Arial" panose="020B0604020202020204" pitchFamily="34" charset="0"/>
              <a:buChar char="•"/>
            </a:pPr>
            <a:r>
              <a:rPr lang="en-GB" dirty="0"/>
              <a:t>Multipliers</a:t>
            </a:r>
          </a:p>
          <a:p>
            <a:pPr marL="285750" indent="-285750">
              <a:buFont typeface="Arial" panose="020B0604020202020204" pitchFamily="34" charset="0"/>
              <a:buChar char="•"/>
            </a:pPr>
            <a:r>
              <a:rPr lang="en-GB" dirty="0"/>
              <a:t>Programs that use regular expressions</a:t>
            </a:r>
          </a:p>
          <a:p>
            <a:pPr marL="285750" indent="-285750">
              <a:buFont typeface="Arial" panose="020B0604020202020204" pitchFamily="34" charset="0"/>
              <a:buChar char="•"/>
            </a:pPr>
            <a:endParaRPr lang="en-GB" dirty="0"/>
          </a:p>
        </p:txBody>
      </p:sp>
    </p:spTree>
    <p:extLst>
      <p:ext uri="{BB962C8B-B14F-4D97-AF65-F5344CB8AC3E}">
        <p14:creationId xmlns:p14="http://schemas.microsoft.com/office/powerpoint/2010/main" val="39849979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ED32BBC-8A3B-5FB1-DB0F-B65F461BDA2D}"/>
              </a:ext>
            </a:extLst>
          </p:cNvPr>
          <p:cNvSpPr>
            <a:spLocks noGrp="1"/>
          </p:cNvSpPr>
          <p:nvPr>
            <p:ph type="ctrTitle"/>
          </p:nvPr>
        </p:nvSpPr>
        <p:spPr/>
        <p:txBody>
          <a:bodyPr/>
          <a:lstStyle/>
          <a:p>
            <a:r>
              <a:rPr lang="en-GB" dirty="0"/>
              <a:t>Searching</a:t>
            </a:r>
          </a:p>
        </p:txBody>
      </p:sp>
      <p:sp>
        <p:nvSpPr>
          <p:cNvPr id="3" name="Subtitle 2">
            <a:extLst>
              <a:ext uri="{FF2B5EF4-FFF2-40B4-BE49-F238E27FC236}">
                <a16:creationId xmlns:a16="http://schemas.microsoft.com/office/drawing/2014/main" id="{3C37FAAA-59B5-DA9F-816C-C6F3FCC7B304}"/>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21443556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1DD5F8E-BC86-A605-B28E-2FB71836D5FF}"/>
              </a:ext>
            </a:extLst>
          </p:cNvPr>
          <p:cNvSpPr>
            <a:spLocks noGrp="1"/>
          </p:cNvSpPr>
          <p:nvPr>
            <p:ph type="ctrTitle"/>
          </p:nvPr>
        </p:nvSpPr>
        <p:spPr/>
        <p:txBody>
          <a:bodyPr/>
          <a:lstStyle/>
          <a:p>
            <a:r>
              <a:rPr lang="en-GB" dirty="0"/>
              <a:t>Introducing regular expressions</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type="body" sz="quarter" idx="14"/>
          </p:nvPr>
        </p:nvSpPr>
        <p:spPr>
          <a:xfrm>
            <a:off x="443921" y="1733108"/>
            <a:ext cx="7942697" cy="4061405"/>
          </a:xfrm>
        </p:spPr>
        <p:txBody>
          <a:bodyPr/>
          <a:lstStyle/>
          <a:p>
            <a:pPr marL="289957" indent="-280154">
              <a:spcBef>
                <a:spcPts val="569"/>
              </a:spcBef>
              <a:buClr>
                <a:srgbClr val="000000"/>
              </a:buClr>
              <a:buFont typeface="Arial"/>
              <a:buChar char="•"/>
              <a:tabLst>
                <a:tab pos="289957" algn="l"/>
                <a:tab pos="290473" algn="l"/>
              </a:tabLst>
            </a:pPr>
            <a:r>
              <a:rPr lang="en-US" sz="1800" spc="-4" dirty="0">
                <a:solidFill>
                  <a:srgbClr val="2D2C2C"/>
                </a:solidFill>
                <a:latin typeface="+mn-lt"/>
                <a:cs typeface="Segoe UI"/>
              </a:rPr>
              <a:t>Many</a:t>
            </a:r>
            <a:r>
              <a:rPr lang="en-US" sz="1800" spc="-8" dirty="0">
                <a:solidFill>
                  <a:srgbClr val="2D2C2C"/>
                </a:solidFill>
                <a:latin typeface="+mn-lt"/>
                <a:cs typeface="Segoe UI"/>
              </a:rPr>
              <a:t> Linux / Unix</a:t>
            </a:r>
            <a:r>
              <a:rPr lang="en-US" sz="1800" spc="41" dirty="0">
                <a:solidFill>
                  <a:srgbClr val="2D2C2C"/>
                </a:solidFill>
                <a:latin typeface="+mn-lt"/>
                <a:cs typeface="Segoe UI"/>
              </a:rPr>
              <a:t> </a:t>
            </a:r>
            <a:r>
              <a:rPr lang="en-US" sz="1800" spc="-8" dirty="0">
                <a:solidFill>
                  <a:srgbClr val="2D2C2C"/>
                </a:solidFill>
                <a:latin typeface="+mn-lt"/>
                <a:cs typeface="Segoe UI"/>
              </a:rPr>
              <a:t>commands</a:t>
            </a:r>
            <a:r>
              <a:rPr lang="en-US" sz="1800" spc="61" dirty="0">
                <a:solidFill>
                  <a:srgbClr val="2D2C2C"/>
                </a:solidFill>
                <a:latin typeface="+mn-lt"/>
                <a:cs typeface="Segoe UI"/>
              </a:rPr>
              <a:t> </a:t>
            </a:r>
            <a:r>
              <a:rPr lang="en-US" sz="1800" spc="-12" dirty="0">
                <a:solidFill>
                  <a:srgbClr val="2D2C2C"/>
                </a:solidFill>
                <a:latin typeface="+mn-lt"/>
                <a:cs typeface="Segoe UI"/>
              </a:rPr>
              <a:t>search</a:t>
            </a:r>
            <a:r>
              <a:rPr lang="en-US" sz="1800" spc="61" dirty="0">
                <a:solidFill>
                  <a:srgbClr val="2D2C2C"/>
                </a:solidFill>
                <a:latin typeface="+mn-lt"/>
                <a:cs typeface="Segoe UI"/>
              </a:rPr>
              <a:t> </a:t>
            </a:r>
            <a:r>
              <a:rPr lang="en-US" sz="1800" spc="-4" dirty="0">
                <a:solidFill>
                  <a:srgbClr val="2D2C2C"/>
                </a:solidFill>
                <a:latin typeface="+mn-lt"/>
                <a:cs typeface="Segoe UI"/>
              </a:rPr>
              <a:t>for</a:t>
            </a:r>
            <a:r>
              <a:rPr lang="en-US" sz="1800" spc="8" dirty="0">
                <a:solidFill>
                  <a:srgbClr val="2D2C2C"/>
                </a:solidFill>
                <a:latin typeface="+mn-lt"/>
                <a:cs typeface="Segoe UI"/>
              </a:rPr>
              <a:t> </a:t>
            </a:r>
            <a:r>
              <a:rPr lang="en-US" sz="1800" spc="-8" dirty="0">
                <a:solidFill>
                  <a:srgbClr val="2D2C2C"/>
                </a:solidFill>
                <a:latin typeface="+mn-lt"/>
                <a:cs typeface="Segoe UI"/>
              </a:rPr>
              <a:t>strings.</a:t>
            </a:r>
          </a:p>
          <a:p>
            <a:pPr marL="289957" indent="-280154">
              <a:spcBef>
                <a:spcPts val="569"/>
              </a:spcBef>
              <a:buClr>
                <a:srgbClr val="000000"/>
              </a:buClr>
              <a:buFont typeface="Arial"/>
              <a:buChar char="•"/>
              <a:tabLst>
                <a:tab pos="289957" algn="l"/>
                <a:tab pos="290473" algn="l"/>
              </a:tabLst>
            </a:pPr>
            <a:r>
              <a:rPr lang="en-US" sz="1800" spc="-8" dirty="0">
                <a:solidFill>
                  <a:srgbClr val="2D2C2C"/>
                </a:solidFill>
                <a:latin typeface="+mn-lt"/>
                <a:cs typeface="Segoe UI"/>
              </a:rPr>
              <a:t>A method was created to describe string pattern.</a:t>
            </a:r>
          </a:p>
          <a:p>
            <a:pPr marL="289957" indent="-280154">
              <a:spcBef>
                <a:spcPts val="569"/>
              </a:spcBef>
              <a:buClr>
                <a:srgbClr val="000000"/>
              </a:buClr>
              <a:buFont typeface="Arial"/>
              <a:buChar char="•"/>
              <a:tabLst>
                <a:tab pos="289957" algn="l"/>
                <a:tab pos="290473" algn="l"/>
              </a:tabLst>
            </a:pPr>
            <a:r>
              <a:rPr lang="en-US" sz="1800" spc="-8" dirty="0">
                <a:solidFill>
                  <a:srgbClr val="2D2C2C"/>
                </a:solidFill>
                <a:latin typeface="+mn-lt"/>
                <a:cs typeface="Segoe UI"/>
              </a:rPr>
              <a:t>This was called </a:t>
            </a:r>
            <a:r>
              <a:rPr lang="en-US" sz="1800" b="1" spc="-8" dirty="0">
                <a:solidFill>
                  <a:srgbClr val="2D2C2C"/>
                </a:solidFill>
                <a:latin typeface="+mn-lt"/>
                <a:cs typeface="Segoe UI"/>
              </a:rPr>
              <a:t>regular events </a:t>
            </a:r>
            <a:r>
              <a:rPr lang="en-US" sz="1800" spc="-8" dirty="0">
                <a:solidFill>
                  <a:srgbClr val="2D2C2C"/>
                </a:solidFill>
                <a:latin typeface="+mn-lt"/>
                <a:cs typeface="Segoe UI"/>
              </a:rPr>
              <a:t>by their originator Stephen Cole Kleene when originally created in 1951.</a:t>
            </a:r>
          </a:p>
          <a:p>
            <a:pPr marL="289957" indent="-280154">
              <a:spcBef>
                <a:spcPts val="569"/>
              </a:spcBef>
              <a:buClr>
                <a:srgbClr val="000000"/>
              </a:buClr>
              <a:buFont typeface="Arial"/>
              <a:buChar char="•"/>
              <a:tabLst>
                <a:tab pos="289957" algn="l"/>
                <a:tab pos="290473" algn="l"/>
              </a:tabLst>
            </a:pPr>
            <a:r>
              <a:rPr lang="en-US" sz="1800" spc="-8" dirty="0">
                <a:solidFill>
                  <a:srgbClr val="2D2C2C"/>
                </a:solidFill>
                <a:latin typeface="+mn-lt"/>
                <a:cs typeface="Segoe UI"/>
              </a:rPr>
              <a:t>The name changed to </a:t>
            </a:r>
            <a:r>
              <a:rPr lang="en-US" sz="1800" b="1" spc="-8" dirty="0">
                <a:solidFill>
                  <a:srgbClr val="2D2C2C"/>
                </a:solidFill>
                <a:latin typeface="+mn-lt"/>
                <a:cs typeface="Segoe UI"/>
              </a:rPr>
              <a:t>regular expressions </a:t>
            </a:r>
            <a:r>
              <a:rPr lang="en-US" sz="1800" spc="-8" dirty="0">
                <a:solidFill>
                  <a:srgbClr val="2D2C2C"/>
                </a:solidFill>
                <a:latin typeface="+mn-lt"/>
                <a:cs typeface="Segoe UI"/>
              </a:rPr>
              <a:t>(</a:t>
            </a:r>
            <a:r>
              <a:rPr lang="en-US" sz="1800" b="1" spc="-8" dirty="0">
                <a:solidFill>
                  <a:srgbClr val="0000C7"/>
                </a:solidFill>
                <a:latin typeface="+mn-lt"/>
                <a:cs typeface="Segoe UI"/>
              </a:rPr>
              <a:t>RE</a:t>
            </a:r>
            <a:r>
              <a:rPr lang="en-US" sz="1800" spc="-8" dirty="0">
                <a:solidFill>
                  <a:srgbClr val="2D2C2C"/>
                </a:solidFill>
                <a:latin typeface="+mn-lt"/>
                <a:cs typeface="Segoe UI"/>
              </a:rPr>
              <a:t>) by the time they were used in UNIX.</a:t>
            </a:r>
            <a:endParaRPr lang="en-US" sz="1800" dirty="0">
              <a:latin typeface="+mn-lt"/>
              <a:cs typeface="Segoe UI"/>
            </a:endParaRPr>
          </a:p>
          <a:p>
            <a:pPr marL="518001" lvl="1" indent="-233204">
              <a:spcBef>
                <a:spcPts val="488"/>
              </a:spcBef>
              <a:buClr>
                <a:srgbClr val="000000"/>
              </a:buClr>
              <a:buFont typeface="Arial"/>
              <a:buChar char="•"/>
              <a:tabLst>
                <a:tab pos="517485" algn="l"/>
                <a:tab pos="518001" algn="l"/>
              </a:tabLst>
            </a:pPr>
            <a:r>
              <a:rPr lang="en-US" sz="1800" b="1" spc="-8" dirty="0">
                <a:solidFill>
                  <a:srgbClr val="0000C7"/>
                </a:solidFill>
                <a:latin typeface="+mn-lt"/>
                <a:cs typeface="Segoe UI"/>
              </a:rPr>
              <a:t>RE</a:t>
            </a:r>
            <a:r>
              <a:rPr lang="en-US" sz="1800" b="1" spc="-28" dirty="0">
                <a:solidFill>
                  <a:srgbClr val="0000C7"/>
                </a:solidFill>
                <a:latin typeface="+mn-lt"/>
                <a:cs typeface="Segoe UI"/>
              </a:rPr>
              <a:t> </a:t>
            </a:r>
            <a:r>
              <a:rPr lang="en-US" sz="1800" spc="-8" dirty="0">
                <a:solidFill>
                  <a:srgbClr val="2D2C2C"/>
                </a:solidFill>
                <a:latin typeface="+mn-lt"/>
                <a:cs typeface="Segoe UI"/>
              </a:rPr>
              <a:t>may</a:t>
            </a:r>
            <a:r>
              <a:rPr lang="en-US" sz="1800" spc="12" dirty="0">
                <a:solidFill>
                  <a:srgbClr val="2D2C2C"/>
                </a:solidFill>
                <a:latin typeface="+mn-lt"/>
                <a:cs typeface="Segoe UI"/>
              </a:rPr>
              <a:t> </a:t>
            </a:r>
            <a:r>
              <a:rPr lang="en-US" sz="1800" spc="-4" dirty="0">
                <a:solidFill>
                  <a:srgbClr val="2D2C2C"/>
                </a:solidFill>
                <a:latin typeface="+mn-lt"/>
                <a:cs typeface="Segoe UI"/>
              </a:rPr>
              <a:t>be</a:t>
            </a:r>
            <a:r>
              <a:rPr lang="en-US" sz="1800" spc="16" dirty="0">
                <a:solidFill>
                  <a:srgbClr val="2D2C2C"/>
                </a:solidFill>
                <a:latin typeface="+mn-lt"/>
                <a:cs typeface="Segoe UI"/>
              </a:rPr>
              <a:t> </a:t>
            </a:r>
            <a:r>
              <a:rPr lang="en-US" sz="1800" spc="-8" dirty="0">
                <a:solidFill>
                  <a:srgbClr val="2D2C2C"/>
                </a:solidFill>
                <a:latin typeface="+mn-lt"/>
                <a:cs typeface="Segoe UI"/>
              </a:rPr>
              <a:t>used</a:t>
            </a:r>
            <a:r>
              <a:rPr lang="en-US" sz="1800" spc="41" dirty="0">
                <a:solidFill>
                  <a:srgbClr val="2D2C2C"/>
                </a:solidFill>
                <a:latin typeface="+mn-lt"/>
                <a:cs typeface="Segoe UI"/>
              </a:rPr>
              <a:t> </a:t>
            </a:r>
            <a:r>
              <a:rPr lang="en-US" sz="1800" spc="-16" dirty="0">
                <a:solidFill>
                  <a:srgbClr val="2D2C2C"/>
                </a:solidFill>
                <a:latin typeface="+mn-lt"/>
                <a:cs typeface="Segoe UI"/>
              </a:rPr>
              <a:t>to</a:t>
            </a:r>
            <a:r>
              <a:rPr lang="en-US" sz="1800" spc="4" dirty="0">
                <a:solidFill>
                  <a:srgbClr val="2D2C2C"/>
                </a:solidFill>
                <a:latin typeface="+mn-lt"/>
                <a:cs typeface="Segoe UI"/>
              </a:rPr>
              <a:t> </a:t>
            </a:r>
            <a:r>
              <a:rPr lang="en-US" sz="1800" spc="-16" dirty="0">
                <a:solidFill>
                  <a:srgbClr val="2D2C2C"/>
                </a:solidFill>
                <a:latin typeface="+mn-lt"/>
                <a:cs typeface="Segoe UI"/>
              </a:rPr>
              <a:t>match</a:t>
            </a:r>
            <a:r>
              <a:rPr lang="en-US" sz="1800" spc="37" dirty="0">
                <a:solidFill>
                  <a:srgbClr val="2D2C2C"/>
                </a:solidFill>
                <a:latin typeface="+mn-lt"/>
                <a:cs typeface="Segoe UI"/>
              </a:rPr>
              <a:t> </a:t>
            </a:r>
            <a:r>
              <a:rPr lang="en-US" sz="1800" spc="-8" dirty="0">
                <a:solidFill>
                  <a:srgbClr val="2D2C2C"/>
                </a:solidFill>
                <a:latin typeface="+mn-lt"/>
                <a:cs typeface="Segoe UI"/>
              </a:rPr>
              <a:t>all</a:t>
            </a:r>
            <a:r>
              <a:rPr lang="en-US" sz="1800" spc="16" dirty="0">
                <a:solidFill>
                  <a:srgbClr val="2D2C2C"/>
                </a:solidFill>
                <a:latin typeface="+mn-lt"/>
                <a:cs typeface="Segoe UI"/>
              </a:rPr>
              <a:t> </a:t>
            </a:r>
            <a:r>
              <a:rPr lang="en-US" sz="1800" spc="-4" dirty="0">
                <a:solidFill>
                  <a:srgbClr val="2D2C2C"/>
                </a:solidFill>
                <a:latin typeface="+mn-lt"/>
                <a:cs typeface="Segoe UI"/>
              </a:rPr>
              <a:t>or</a:t>
            </a:r>
            <a:r>
              <a:rPr lang="en-US" sz="1800" spc="4" dirty="0">
                <a:solidFill>
                  <a:srgbClr val="2D2C2C"/>
                </a:solidFill>
                <a:latin typeface="+mn-lt"/>
                <a:cs typeface="Segoe UI"/>
              </a:rPr>
              <a:t> </a:t>
            </a:r>
            <a:r>
              <a:rPr lang="en-US" sz="1800" dirty="0">
                <a:solidFill>
                  <a:srgbClr val="2D2C2C"/>
                </a:solidFill>
                <a:latin typeface="+mn-lt"/>
                <a:cs typeface="Segoe UI"/>
              </a:rPr>
              <a:t>part</a:t>
            </a:r>
            <a:r>
              <a:rPr lang="en-US" sz="1800" spc="-4" dirty="0">
                <a:solidFill>
                  <a:srgbClr val="2D2C2C"/>
                </a:solidFill>
                <a:latin typeface="+mn-lt"/>
                <a:cs typeface="Segoe UI"/>
              </a:rPr>
              <a:t> </a:t>
            </a:r>
            <a:r>
              <a:rPr lang="en-US" sz="1800" spc="-20" dirty="0">
                <a:solidFill>
                  <a:srgbClr val="2D2C2C"/>
                </a:solidFill>
                <a:latin typeface="+mn-lt"/>
                <a:cs typeface="Segoe UI"/>
              </a:rPr>
              <a:t>of</a:t>
            </a:r>
            <a:r>
              <a:rPr lang="en-US" sz="1800" spc="20" dirty="0">
                <a:solidFill>
                  <a:srgbClr val="2D2C2C"/>
                </a:solidFill>
                <a:latin typeface="+mn-lt"/>
                <a:cs typeface="Segoe UI"/>
              </a:rPr>
              <a:t> </a:t>
            </a:r>
            <a:r>
              <a:rPr lang="en-US" sz="1800" spc="-4" dirty="0">
                <a:solidFill>
                  <a:srgbClr val="2D2C2C"/>
                </a:solidFill>
                <a:latin typeface="+mn-lt"/>
                <a:cs typeface="Segoe UI"/>
              </a:rPr>
              <a:t>a </a:t>
            </a:r>
            <a:r>
              <a:rPr lang="en-US" sz="1800" spc="-8" dirty="0">
                <a:solidFill>
                  <a:srgbClr val="2D2C2C"/>
                </a:solidFill>
                <a:latin typeface="+mn-lt"/>
                <a:cs typeface="Segoe UI"/>
              </a:rPr>
              <a:t>string.</a:t>
            </a:r>
          </a:p>
          <a:p>
            <a:pPr marL="289957" indent="-280154">
              <a:spcBef>
                <a:spcPts val="569"/>
              </a:spcBef>
              <a:buClr>
                <a:srgbClr val="000000"/>
              </a:buClr>
              <a:buFont typeface="Arial"/>
              <a:buChar char="•"/>
              <a:tabLst>
                <a:tab pos="289957" algn="l"/>
                <a:tab pos="290473" algn="l"/>
              </a:tabLst>
            </a:pPr>
            <a:r>
              <a:rPr lang="en-US" sz="1800" b="1" spc="-4" dirty="0">
                <a:solidFill>
                  <a:srgbClr val="2D2C2C"/>
                </a:solidFill>
                <a:latin typeface="+mn-lt"/>
                <a:cs typeface="Segoe UI"/>
              </a:rPr>
              <a:t>Note</a:t>
            </a:r>
            <a:r>
              <a:rPr lang="en-US" sz="1800" spc="-4" dirty="0">
                <a:solidFill>
                  <a:srgbClr val="2D2C2C"/>
                </a:solidFill>
                <a:latin typeface="+mn-lt"/>
                <a:cs typeface="Segoe UI"/>
              </a:rPr>
              <a:t> some of the </a:t>
            </a:r>
            <a:r>
              <a:rPr lang="en-US" sz="1800" b="1" spc="-4" dirty="0">
                <a:solidFill>
                  <a:srgbClr val="7030A0"/>
                </a:solidFill>
                <a:latin typeface="+mn-lt"/>
                <a:cs typeface="Segoe UI"/>
              </a:rPr>
              <a:t>RE</a:t>
            </a:r>
            <a:r>
              <a:rPr lang="en-US" sz="1800" spc="-4" dirty="0">
                <a:solidFill>
                  <a:srgbClr val="2D2C2C"/>
                </a:solidFill>
                <a:latin typeface="+mn-lt"/>
                <a:cs typeface="Segoe UI"/>
              </a:rPr>
              <a:t> metacharacters are the same characters as those used by shells.</a:t>
            </a:r>
          </a:p>
          <a:p>
            <a:pPr marL="469953" lvl="1" indent="-280154">
              <a:spcBef>
                <a:spcPts val="569"/>
              </a:spcBef>
              <a:buClr>
                <a:srgbClr val="000000"/>
              </a:buClr>
              <a:buFont typeface="Arial"/>
              <a:buChar char="•"/>
              <a:tabLst>
                <a:tab pos="289957" algn="l"/>
                <a:tab pos="290473" algn="l"/>
              </a:tabLst>
            </a:pPr>
            <a:r>
              <a:rPr lang="en-US" sz="1800" spc="-4" dirty="0">
                <a:solidFill>
                  <a:srgbClr val="2D2C2C"/>
                </a:solidFill>
                <a:latin typeface="+mn-lt"/>
                <a:cs typeface="Segoe UI"/>
              </a:rPr>
              <a:t>These would be translated by the shell before the RE based program could process it.</a:t>
            </a:r>
          </a:p>
          <a:p>
            <a:pPr marL="469953" lvl="1" indent="-280154">
              <a:spcBef>
                <a:spcPts val="569"/>
              </a:spcBef>
              <a:buClr>
                <a:srgbClr val="000000"/>
              </a:buClr>
              <a:buFont typeface="Arial"/>
              <a:buChar char="•"/>
              <a:tabLst>
                <a:tab pos="289957" algn="l"/>
                <a:tab pos="290473" algn="l"/>
              </a:tabLst>
            </a:pPr>
            <a:r>
              <a:rPr lang="en-US" sz="1800" spc="-4" dirty="0">
                <a:solidFill>
                  <a:srgbClr val="2D2C2C"/>
                </a:solidFill>
                <a:latin typeface="+mn-lt"/>
                <a:cs typeface="Segoe UI"/>
              </a:rPr>
              <a:t>So, when REs are used on the command line it is best to put them in quotes (preferably </a:t>
            </a:r>
            <a:r>
              <a:rPr lang="en-US" sz="1800" b="1" spc="-4"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z="1800" spc="-4" dirty="0">
                <a:solidFill>
                  <a:srgbClr val="2D2C2C"/>
                </a:solidFill>
                <a:latin typeface="+mn-lt"/>
                <a:cs typeface="Segoe UI"/>
              </a:rPr>
              <a:t>) to prevent preprocessed and altered by the shell.</a:t>
            </a:r>
            <a:endParaRPr lang="en-US" sz="1800" dirty="0">
              <a:cs typeface="Segoe UI"/>
            </a:endParaRPr>
          </a:p>
          <a:p>
            <a:endParaRPr lang="en-GB" sz="180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GB" smtClean="0"/>
              <a:pPr/>
              <a:t>4</a:t>
            </a:fld>
            <a:endParaRPr lang="en-GB"/>
          </a:p>
        </p:txBody>
      </p:sp>
    </p:spTree>
    <p:extLst>
      <p:ext uri="{BB962C8B-B14F-4D97-AF65-F5344CB8AC3E}">
        <p14:creationId xmlns:p14="http://schemas.microsoft.com/office/powerpoint/2010/main" val="38758426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B4B67D1-9197-F7CD-8379-2F8F030D1BCF}"/>
              </a:ext>
            </a:extLst>
          </p:cNvPr>
          <p:cNvSpPr>
            <a:spLocks noGrp="1"/>
          </p:cNvSpPr>
          <p:nvPr>
            <p:ph type="ctrTitle"/>
          </p:nvPr>
        </p:nvSpPr>
        <p:spPr/>
        <p:txBody>
          <a:bodyPr/>
          <a:lstStyle/>
          <a:p>
            <a:r>
              <a:rPr lang="en-GB" dirty="0"/>
              <a:t>Fixed strings</a:t>
            </a:r>
            <a:endParaRPr lang="en-GB" sz="280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569"/>
              </a:spcBef>
              <a:buClr>
                <a:srgbClr val="000000"/>
              </a:buClr>
              <a:buFont typeface="Arial"/>
              <a:buChar char="•"/>
              <a:tabLst>
                <a:tab pos="289957" algn="l"/>
                <a:tab pos="290473" algn="l"/>
              </a:tabLst>
            </a:pPr>
            <a:r>
              <a:rPr lang="en-US" spc="-4" dirty="0">
                <a:solidFill>
                  <a:srgbClr val="2D2C2C"/>
                </a:solidFill>
                <a:latin typeface="+mn-lt"/>
                <a:cs typeface="Segoe UI"/>
              </a:rPr>
              <a:t>The simplest RE is a fixed string.</a:t>
            </a:r>
          </a:p>
          <a:p>
            <a:pPr marL="469953" lvl="1" indent="-280154">
              <a:spcBef>
                <a:spcPts val="569"/>
              </a:spcBef>
              <a:buClr>
                <a:srgbClr val="000000"/>
              </a:buClr>
              <a:buFont typeface="Arial"/>
              <a:buChar char="•"/>
              <a:tabLst>
                <a:tab pos="289957" algn="l"/>
                <a:tab pos="290473" algn="l"/>
              </a:tabLst>
            </a:pPr>
            <a:r>
              <a:rPr lang="en-US" spc="-4" dirty="0">
                <a:solidFill>
                  <a:srgbClr val="2D2C2C"/>
                </a:solidFill>
                <a:latin typeface="+mn-lt"/>
                <a:cs typeface="Segoe UI"/>
              </a:rPr>
              <a:t>It will search for that string (usually case sensitive) anyway on that line.</a:t>
            </a:r>
            <a:endParaRPr lang="en-US" dirty="0">
              <a:latin typeface="+mn-lt"/>
              <a:cs typeface="Segoe UI"/>
            </a:endParaRPr>
          </a:p>
          <a:p>
            <a:pPr marL="289957" indent="-280154">
              <a:spcBef>
                <a:spcPts val="979"/>
              </a:spcBef>
              <a:buClr>
                <a:srgbClr val="000000"/>
              </a:buClr>
              <a:buFont typeface="Arial"/>
              <a:buChar char="•"/>
              <a:tabLst>
                <a:tab pos="289957" algn="l"/>
                <a:tab pos="290473" algn="l"/>
              </a:tabLst>
            </a:pPr>
            <a:r>
              <a:rPr lang="en-US" dirty="0">
                <a:solidFill>
                  <a:srgbClr val="2D2C2C"/>
                </a:solidFill>
                <a:latin typeface="+mn-lt"/>
                <a:cs typeface="Segoe UI"/>
              </a:rPr>
              <a:t>For</a:t>
            </a:r>
            <a:r>
              <a:rPr lang="en-US" spc="-20" dirty="0">
                <a:solidFill>
                  <a:srgbClr val="2D2C2C"/>
                </a:solidFill>
                <a:latin typeface="+mn-lt"/>
                <a:cs typeface="Segoe UI"/>
              </a:rPr>
              <a:t> </a:t>
            </a:r>
            <a:r>
              <a:rPr lang="en-US" spc="-8" dirty="0">
                <a:solidFill>
                  <a:srgbClr val="2D2C2C"/>
                </a:solidFill>
                <a:latin typeface="+mn-lt"/>
                <a:cs typeface="Segoe UI"/>
              </a:rPr>
              <a:t>instance,</a:t>
            </a:r>
            <a:r>
              <a:rPr lang="en-US" spc="57" dirty="0">
                <a:solidFill>
                  <a:srgbClr val="2D2C2C"/>
                </a:solidFill>
                <a:latin typeface="+mn-lt"/>
                <a:cs typeface="Segoe UI"/>
              </a:rPr>
              <a:t> </a:t>
            </a:r>
            <a:r>
              <a:rPr lang="en-US" spc="-4" dirty="0">
                <a:solidFill>
                  <a:srgbClr val="2D2C2C"/>
                </a:solidFill>
                <a:latin typeface="+mn-lt"/>
                <a:cs typeface="Segoe UI"/>
              </a:rPr>
              <a:t>find</a:t>
            </a:r>
            <a:r>
              <a:rPr lang="en-US" spc="16" dirty="0">
                <a:solidFill>
                  <a:srgbClr val="2D2C2C"/>
                </a:solidFill>
                <a:latin typeface="+mn-lt"/>
                <a:cs typeface="Segoe UI"/>
              </a:rPr>
              <a:t> </a:t>
            </a:r>
            <a:r>
              <a:rPr lang="en-US" spc="-4" dirty="0">
                <a:solidFill>
                  <a:srgbClr val="2D2C2C"/>
                </a:solidFill>
                <a:latin typeface="+mn-lt"/>
                <a:cs typeface="Segoe UI"/>
              </a:rPr>
              <a:t>‘</a:t>
            </a:r>
            <a:r>
              <a:rPr lang="en-US" b="1" spc="-4" dirty="0">
                <a:solidFill>
                  <a:srgbClr val="0000C7"/>
                </a:solidFill>
                <a:latin typeface="+mn-lt"/>
                <a:cs typeface="Segoe UI"/>
              </a:rPr>
              <a:t>tai</a:t>
            </a:r>
            <a:r>
              <a:rPr lang="en-US" spc="-4" dirty="0">
                <a:solidFill>
                  <a:srgbClr val="2D2C2C"/>
                </a:solidFill>
                <a:latin typeface="+mn-lt"/>
                <a:cs typeface="Segoe UI"/>
              </a:rPr>
              <a:t>’</a:t>
            </a:r>
            <a:r>
              <a:rPr lang="en-US" spc="-12" dirty="0">
                <a:solidFill>
                  <a:srgbClr val="2D2C2C"/>
                </a:solidFill>
                <a:latin typeface="+mn-lt"/>
                <a:cs typeface="Segoe UI"/>
              </a:rPr>
              <a:t> </a:t>
            </a:r>
            <a:r>
              <a:rPr lang="en-US" spc="-4" dirty="0">
                <a:solidFill>
                  <a:srgbClr val="2D2C2C"/>
                </a:solidFill>
                <a:latin typeface="+mn-lt"/>
                <a:cs typeface="Segoe UI"/>
              </a:rPr>
              <a:t>in</a:t>
            </a:r>
            <a:r>
              <a:rPr lang="en-US" dirty="0">
                <a:solidFill>
                  <a:srgbClr val="2D2C2C"/>
                </a:solidFill>
                <a:latin typeface="+mn-lt"/>
                <a:cs typeface="Segoe UI"/>
              </a:rPr>
              <a:t> </a:t>
            </a:r>
            <a:r>
              <a:rPr lang="en-US" spc="-4" dirty="0">
                <a:solidFill>
                  <a:srgbClr val="2D2C2C"/>
                </a:solidFill>
                <a:latin typeface="+mn-lt"/>
                <a:cs typeface="Segoe UI"/>
              </a:rPr>
              <a:t>the</a:t>
            </a:r>
            <a:r>
              <a:rPr lang="en-US" spc="8" dirty="0">
                <a:solidFill>
                  <a:srgbClr val="2D2C2C"/>
                </a:solidFill>
                <a:latin typeface="+mn-lt"/>
                <a:cs typeface="Segoe UI"/>
              </a:rPr>
              <a:t> </a:t>
            </a:r>
            <a:r>
              <a:rPr lang="en-US" spc="-8" dirty="0">
                <a:solidFill>
                  <a:srgbClr val="2D2C2C"/>
                </a:solidFill>
                <a:latin typeface="+mn-lt"/>
                <a:cs typeface="Segoe UI"/>
              </a:rPr>
              <a:t>following:</a:t>
            </a:r>
          </a:p>
          <a:p>
            <a:pPr marL="289957" indent="-280154">
              <a:spcBef>
                <a:spcPts val="979"/>
              </a:spcBef>
              <a:buClr>
                <a:srgbClr val="000000"/>
              </a:buClr>
              <a:buFont typeface="Arial"/>
              <a:buChar char="•"/>
              <a:tabLst>
                <a:tab pos="289957" algn="l"/>
                <a:tab pos="290473" algn="l"/>
              </a:tabLst>
            </a:pPr>
            <a:endParaRPr lang="en-US" spc="-8" dirty="0">
              <a:solidFill>
                <a:srgbClr val="2D2C2C"/>
              </a:solidFill>
              <a:latin typeface="+mn-lt"/>
              <a:cs typeface="Segoe UI"/>
            </a:endParaRPr>
          </a:p>
          <a:p>
            <a:pPr marL="289957" indent="-280154">
              <a:spcBef>
                <a:spcPts val="979"/>
              </a:spcBef>
              <a:buClr>
                <a:srgbClr val="000000"/>
              </a:buClr>
              <a:buFont typeface="Arial"/>
              <a:buChar char="•"/>
              <a:tabLst>
                <a:tab pos="289957" algn="l"/>
                <a:tab pos="290473" algn="l"/>
              </a:tabLst>
            </a:pPr>
            <a:endParaRPr lang="en-US" spc="-8" dirty="0">
              <a:solidFill>
                <a:srgbClr val="2D2C2C"/>
              </a:solidFill>
              <a:latin typeface="+mn-lt"/>
              <a:cs typeface="Segoe UI"/>
            </a:endParaRPr>
          </a:p>
          <a:p>
            <a:pPr marL="289957" indent="-280154">
              <a:spcBef>
                <a:spcPts val="979"/>
              </a:spcBef>
              <a:buClr>
                <a:srgbClr val="000000"/>
              </a:buClr>
              <a:buFont typeface="Arial"/>
              <a:buChar char="•"/>
              <a:tabLst>
                <a:tab pos="289957" algn="l"/>
                <a:tab pos="290473" algn="l"/>
              </a:tabLst>
            </a:pPr>
            <a:endParaRPr lang="en-US" spc="-8" dirty="0">
              <a:solidFill>
                <a:srgbClr val="2D2C2C"/>
              </a:solidFill>
              <a:latin typeface="+mn-lt"/>
              <a:cs typeface="Segoe UI"/>
            </a:endParaRPr>
          </a:p>
          <a:p>
            <a:pPr marL="289957" indent="-280154">
              <a:spcBef>
                <a:spcPts val="979"/>
              </a:spcBef>
              <a:buClr>
                <a:srgbClr val="000000"/>
              </a:buClr>
              <a:buFont typeface="Arial"/>
              <a:buChar char="•"/>
              <a:tabLst>
                <a:tab pos="289957" algn="l"/>
                <a:tab pos="290473" algn="l"/>
              </a:tabLst>
            </a:pPr>
            <a:endParaRPr lang="en-US" spc="-8" dirty="0">
              <a:solidFill>
                <a:srgbClr val="2D2C2C"/>
              </a:solidFill>
              <a:latin typeface="+mn-lt"/>
              <a:cs typeface="Segoe UI"/>
            </a:endParaRPr>
          </a:p>
          <a:p>
            <a:pPr marL="289957" indent="-280154">
              <a:spcBef>
                <a:spcPts val="979"/>
              </a:spcBef>
              <a:buClr>
                <a:srgbClr val="000000"/>
              </a:buClr>
              <a:buFont typeface="Arial"/>
              <a:buChar char="•"/>
              <a:tabLst>
                <a:tab pos="289957" algn="l"/>
                <a:tab pos="290473" algn="l"/>
              </a:tabLst>
            </a:pPr>
            <a:endParaRPr lang="en-US" spc="-8" dirty="0">
              <a:solidFill>
                <a:srgbClr val="2D2C2C"/>
              </a:solidFill>
              <a:latin typeface="+mn-lt"/>
              <a:cs typeface="Segoe UI"/>
            </a:endParaRPr>
          </a:p>
          <a:p>
            <a:pPr marL="289957" indent="-280154">
              <a:spcBef>
                <a:spcPts val="979"/>
              </a:spcBef>
              <a:buClr>
                <a:srgbClr val="000000"/>
              </a:buClr>
              <a:buFont typeface="Arial"/>
              <a:buChar char="•"/>
              <a:tabLst>
                <a:tab pos="289957" algn="l"/>
                <a:tab pos="290473" algn="l"/>
              </a:tabLst>
            </a:pPr>
            <a:endParaRPr lang="en-US" spc="-8" dirty="0">
              <a:solidFill>
                <a:srgbClr val="2D2C2C"/>
              </a:solidFill>
              <a:latin typeface="+mn-lt"/>
              <a:cs typeface="Segoe UI"/>
            </a:endParaRPr>
          </a:p>
          <a:p>
            <a:pPr marL="289957" indent="-280154">
              <a:spcBef>
                <a:spcPts val="979"/>
              </a:spcBef>
              <a:buClr>
                <a:srgbClr val="000000"/>
              </a:buClr>
              <a:buFont typeface="Arial"/>
              <a:buChar char="•"/>
              <a:tabLst>
                <a:tab pos="289957" algn="l"/>
                <a:tab pos="290473" algn="l"/>
              </a:tabLst>
            </a:pPr>
            <a:r>
              <a:rPr lang="en-US" spc="-8" dirty="0">
                <a:solidFill>
                  <a:srgbClr val="2D2C2C"/>
                </a:solidFill>
                <a:latin typeface="+mn-lt"/>
                <a:cs typeface="Segoe UI"/>
              </a:rPr>
              <a:t>If a character is an </a:t>
            </a:r>
            <a:r>
              <a:rPr lang="en-US" b="1" spc="-8" dirty="0">
                <a:solidFill>
                  <a:srgbClr val="7030A0"/>
                </a:solidFill>
                <a:latin typeface="+mn-lt"/>
                <a:cs typeface="Segoe UI"/>
              </a:rPr>
              <a:t>RE</a:t>
            </a:r>
            <a:r>
              <a:rPr lang="en-US" spc="-8" dirty="0">
                <a:solidFill>
                  <a:srgbClr val="2D2C2C"/>
                </a:solidFill>
                <a:latin typeface="+mn-lt"/>
                <a:cs typeface="Segoe UI"/>
              </a:rPr>
              <a:t> metacharacter precede it with a </a:t>
            </a:r>
            <a:r>
              <a:rPr lang="en-US" b="1" spc="-8" dirty="0">
                <a:solidFill>
                  <a:srgbClr val="7030A0"/>
                </a:solidFill>
                <a:latin typeface="Hack" panose="020B0609030202020204" pitchFamily="49" charset="0"/>
                <a:ea typeface="Hack" panose="020B0609030202020204" pitchFamily="49" charset="0"/>
                <a:cs typeface="Hack" panose="020B0609030202020204" pitchFamily="49" charset="0"/>
              </a:rPr>
              <a:t>\</a:t>
            </a:r>
          </a:p>
          <a:p>
            <a:pPr marL="469953" lvl="1" indent="-280154">
              <a:spcBef>
                <a:spcPts val="979"/>
              </a:spcBef>
              <a:buClr>
                <a:srgbClr val="000000"/>
              </a:buClr>
              <a:buFont typeface="Arial"/>
              <a:buChar char="•"/>
              <a:tabLst>
                <a:tab pos="289957" algn="l"/>
                <a:tab pos="290473" algn="l"/>
              </a:tabLst>
            </a:pPr>
            <a:r>
              <a:rPr lang="en-US" spc="-8" dirty="0">
                <a:solidFill>
                  <a:srgbClr val="2D2C2C"/>
                </a:solidFill>
                <a:latin typeface="+mn-lt"/>
                <a:cs typeface="Segoe UI"/>
              </a:rPr>
              <a:t>I.e.: </a:t>
            </a:r>
            <a:r>
              <a:rPr lang="en-US" b="1" spc="-8" dirty="0">
                <a:solidFill>
                  <a:srgbClr val="7030A0"/>
                </a:solidFill>
                <a:latin typeface="Hack" panose="020B0609030202020204" pitchFamily="49" charset="0"/>
                <a:ea typeface="Hack" panose="020B0609030202020204" pitchFamily="49" charset="0"/>
                <a:cs typeface="Hack" panose="020B0609030202020204" pitchFamily="49" charset="0"/>
              </a:rPr>
              <a:t>\. </a:t>
            </a:r>
            <a:r>
              <a:rPr lang="en-US" spc="-8" dirty="0">
                <a:solidFill>
                  <a:srgbClr val="2D2C2C"/>
                </a:solidFill>
                <a:latin typeface="+mn-lt"/>
                <a:cs typeface="Segoe UI"/>
              </a:rPr>
              <a:t>matches a full stop.</a:t>
            </a:r>
            <a:endParaRPr lang="en-US" dirty="0">
              <a:latin typeface="+mn-lt"/>
              <a:cs typeface="Segoe UI"/>
            </a:endParaRPr>
          </a:p>
          <a:p>
            <a:endParaRPr lang="en-GB" sz="180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GB" smtClean="0"/>
              <a:pPr/>
              <a:t>5</a:t>
            </a:fld>
            <a:endParaRPr lang="en-GB"/>
          </a:p>
        </p:txBody>
      </p:sp>
      <p:pic>
        <p:nvPicPr>
          <p:cNvPr id="3" name="object 4">
            <a:extLst>
              <a:ext uri="{FF2B5EF4-FFF2-40B4-BE49-F238E27FC236}">
                <a16:creationId xmlns:a16="http://schemas.microsoft.com/office/drawing/2014/main" id="{27641620-D8A3-1B52-E7FF-09ABBE2610ED}"/>
              </a:ext>
            </a:extLst>
          </p:cNvPr>
          <p:cNvPicPr/>
          <p:nvPr/>
        </p:nvPicPr>
        <p:blipFill>
          <a:blip r:embed="rId3" cstate="print"/>
          <a:stretch>
            <a:fillRect/>
          </a:stretch>
        </p:blipFill>
        <p:spPr>
          <a:xfrm>
            <a:off x="2883999" y="2997200"/>
            <a:ext cx="6422414" cy="1836404"/>
          </a:xfrm>
          <a:prstGeom prst="rect">
            <a:avLst/>
          </a:prstGeom>
        </p:spPr>
      </p:pic>
    </p:spTree>
    <p:extLst>
      <p:ext uri="{BB962C8B-B14F-4D97-AF65-F5344CB8AC3E}">
        <p14:creationId xmlns:p14="http://schemas.microsoft.com/office/powerpoint/2010/main" val="6077108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ED32BBC-8A3B-5FB1-DB0F-B65F461BDA2D}"/>
              </a:ext>
            </a:extLst>
          </p:cNvPr>
          <p:cNvSpPr>
            <a:spLocks noGrp="1"/>
          </p:cNvSpPr>
          <p:nvPr>
            <p:ph type="ctrTitle"/>
          </p:nvPr>
        </p:nvSpPr>
        <p:spPr/>
        <p:txBody>
          <a:bodyPr/>
          <a:lstStyle/>
          <a:p>
            <a:r>
              <a:rPr lang="en-GB" dirty="0"/>
              <a:t>Anchoring searches</a:t>
            </a:r>
          </a:p>
        </p:txBody>
      </p:sp>
      <p:sp>
        <p:nvSpPr>
          <p:cNvPr id="2" name="Subtitle 1">
            <a:extLst>
              <a:ext uri="{FF2B5EF4-FFF2-40B4-BE49-F238E27FC236}">
                <a16:creationId xmlns:a16="http://schemas.microsoft.com/office/drawing/2014/main" id="{0D7D0C58-E47A-31E0-3A1E-A58E7F01AE92}"/>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10498785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CC6B93F-CF24-CF2C-C601-1CB77A1D31E1}"/>
              </a:ext>
            </a:extLst>
          </p:cNvPr>
          <p:cNvSpPr>
            <a:spLocks noGrp="1"/>
          </p:cNvSpPr>
          <p:nvPr>
            <p:ph type="ctrTitle"/>
          </p:nvPr>
        </p:nvSpPr>
        <p:spPr/>
        <p:txBody>
          <a:bodyPr/>
          <a:lstStyle/>
          <a:p>
            <a:r>
              <a:rPr lang="en-GB" dirty="0"/>
              <a:t>Beginning of a line</a:t>
            </a:r>
            <a:endParaRPr lang="en-GB" sz="280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type="body" sz="quarter" idx="14"/>
          </p:nvPr>
        </p:nvSpPr>
        <p:spPr/>
        <p:txBody>
          <a:bodyPr/>
          <a:lstStyle/>
          <a:p>
            <a:pPr marL="289957" indent="-280154">
              <a:spcBef>
                <a:spcPts val="569"/>
              </a:spcBef>
              <a:buClr>
                <a:srgbClr val="000000"/>
              </a:buClr>
              <a:buFont typeface="Arial"/>
              <a:buChar char="•"/>
              <a:tabLst>
                <a:tab pos="289957" algn="l"/>
                <a:tab pos="290473" algn="l"/>
              </a:tabLst>
            </a:pPr>
            <a:r>
              <a:rPr lang="en-US" sz="1800" spc="-4" dirty="0">
                <a:solidFill>
                  <a:srgbClr val="2D2C2C"/>
                </a:solidFill>
                <a:latin typeface="+mn-lt"/>
                <a:cs typeface="Segoe UI"/>
              </a:rPr>
              <a:t>We can anchor an </a:t>
            </a:r>
            <a:r>
              <a:rPr lang="en-US" sz="1800" b="1" spc="-4" dirty="0">
                <a:solidFill>
                  <a:srgbClr val="7030A0"/>
                </a:solidFill>
                <a:latin typeface="+mn-lt"/>
                <a:cs typeface="Segoe UI"/>
              </a:rPr>
              <a:t>RE</a:t>
            </a:r>
            <a:r>
              <a:rPr lang="en-US" sz="1800" spc="-4" dirty="0">
                <a:solidFill>
                  <a:srgbClr val="2D2C2C"/>
                </a:solidFill>
                <a:latin typeface="+mn-lt"/>
                <a:cs typeface="Segoe UI"/>
              </a:rPr>
              <a:t> to the beginning of the line.</a:t>
            </a:r>
          </a:p>
          <a:p>
            <a:pPr marL="469953" lvl="1" indent="-280154">
              <a:spcBef>
                <a:spcPts val="569"/>
              </a:spcBef>
              <a:buClr>
                <a:srgbClr val="000000"/>
              </a:buClr>
              <a:buFont typeface="Arial"/>
              <a:buChar char="•"/>
              <a:tabLst>
                <a:tab pos="289957" algn="l"/>
                <a:tab pos="290473" algn="l"/>
              </a:tabLst>
            </a:pPr>
            <a:r>
              <a:rPr lang="en-US" sz="1800" spc="-4" dirty="0">
                <a:solidFill>
                  <a:srgbClr val="2D2C2C"/>
                </a:solidFill>
                <a:latin typeface="+mn-lt"/>
                <a:cs typeface="Segoe UI"/>
              </a:rPr>
              <a:t>The metacharacter used is the carat </a:t>
            </a:r>
            <a:r>
              <a:rPr lang="en-US" sz="1800" b="1" spc="-4" dirty="0">
                <a:solidFill>
                  <a:srgbClr val="7030A0"/>
                </a:solidFill>
                <a:latin typeface="Hack" panose="020B0609030202020204" pitchFamily="49" charset="0"/>
                <a:ea typeface="Hack" panose="020B0609030202020204" pitchFamily="49" charset="0"/>
                <a:cs typeface="Hack" panose="020B0609030202020204" pitchFamily="49" charset="0"/>
              </a:rPr>
              <a:t>^</a:t>
            </a:r>
          </a:p>
          <a:p>
            <a:pPr marL="469953" lvl="1" indent="-280154">
              <a:spcBef>
                <a:spcPts val="569"/>
              </a:spcBef>
              <a:buClr>
                <a:srgbClr val="000000"/>
              </a:buClr>
              <a:buFont typeface="Arial"/>
              <a:buChar char="•"/>
              <a:tabLst>
                <a:tab pos="289957" algn="l"/>
                <a:tab pos="290473" algn="l"/>
              </a:tabLst>
            </a:pPr>
            <a:r>
              <a:rPr lang="en-US" sz="1800" spc="-4" dirty="0">
                <a:latin typeface="+mn-lt"/>
                <a:ea typeface="Hack" panose="020B0609030202020204" pitchFamily="49" charset="0"/>
                <a:cs typeface="Hack" panose="020B0609030202020204" pitchFamily="49" charset="0"/>
              </a:rPr>
              <a:t>But only recognized if it’s the first character of the </a:t>
            </a:r>
            <a:r>
              <a:rPr lang="en-US" sz="1800" b="1" spc="-4" dirty="0">
                <a:solidFill>
                  <a:srgbClr val="7030A0"/>
                </a:solidFill>
                <a:latin typeface="+mn-lt"/>
                <a:ea typeface="Hack" panose="020B0609030202020204" pitchFamily="49" charset="0"/>
                <a:cs typeface="Hack" panose="020B0609030202020204" pitchFamily="49" charset="0"/>
              </a:rPr>
              <a:t>RE</a:t>
            </a:r>
            <a:r>
              <a:rPr lang="en-US" sz="1800" spc="-4" dirty="0">
                <a:latin typeface="+mn-lt"/>
                <a:ea typeface="Hack" panose="020B0609030202020204" pitchFamily="49" charset="0"/>
                <a:cs typeface="Hack" panose="020B0609030202020204" pitchFamily="49" charset="0"/>
              </a:rPr>
              <a:t>.</a:t>
            </a:r>
            <a:endParaRPr lang="en-US" sz="1800" spc="-4" dirty="0">
              <a:latin typeface="+mn-lt"/>
              <a:cs typeface="Segoe UI"/>
            </a:endParaRPr>
          </a:p>
          <a:p>
            <a:pPr marL="289957" indent="-280154">
              <a:spcBef>
                <a:spcPts val="569"/>
              </a:spcBef>
              <a:buClr>
                <a:srgbClr val="000000"/>
              </a:buClr>
              <a:buFont typeface="Arial"/>
              <a:buChar char="•"/>
              <a:tabLst>
                <a:tab pos="289957" algn="l"/>
                <a:tab pos="290473" algn="l"/>
              </a:tabLst>
            </a:pPr>
            <a:r>
              <a:rPr lang="en-US" sz="1800" spc="-4" dirty="0">
                <a:solidFill>
                  <a:srgbClr val="2D2C2C"/>
                </a:solidFill>
                <a:latin typeface="+mn-lt"/>
                <a:cs typeface="Segoe UI"/>
              </a:rPr>
              <a:t>For example, </a:t>
            </a:r>
            <a:r>
              <a:rPr lang="en-US" sz="1800" b="1" spc="-4" dirty="0">
                <a:solidFill>
                  <a:srgbClr val="7030A0"/>
                </a:solidFill>
                <a:latin typeface="Hack" panose="020B0609030202020204" pitchFamily="49" charset="0"/>
                <a:ea typeface="Hack" panose="020B0609030202020204" pitchFamily="49" charset="0"/>
                <a:cs typeface="Hack" panose="020B0609030202020204" pitchFamily="49" charset="0"/>
              </a:rPr>
              <a:t>^a </a:t>
            </a:r>
          </a:p>
          <a:p>
            <a:pPr marL="469953" lvl="1" indent="-280154">
              <a:spcBef>
                <a:spcPts val="569"/>
              </a:spcBef>
              <a:buClr>
                <a:srgbClr val="000000"/>
              </a:buClr>
              <a:buFont typeface="Arial"/>
              <a:buChar char="•"/>
              <a:tabLst>
                <a:tab pos="289957" algn="l"/>
                <a:tab pos="290473" algn="l"/>
              </a:tabLst>
            </a:pPr>
            <a:r>
              <a:rPr lang="en-US" sz="1800" spc="-4" dirty="0">
                <a:solidFill>
                  <a:srgbClr val="2D2C2C"/>
                </a:solidFill>
                <a:latin typeface="+mn-lt"/>
                <a:cs typeface="Segoe UI"/>
              </a:rPr>
              <a:t>This matches lines beginning with a lower-case </a:t>
            </a:r>
            <a:r>
              <a:rPr lang="en-US" sz="1800" b="1" spc="-4" dirty="0">
                <a:solidFill>
                  <a:srgbClr val="2D2C2C"/>
                </a:solidFill>
                <a:latin typeface="+mn-lt"/>
                <a:cs typeface="Segoe UI"/>
              </a:rPr>
              <a:t>a</a:t>
            </a:r>
            <a:r>
              <a:rPr lang="en-US" sz="1800" spc="-4" dirty="0">
                <a:solidFill>
                  <a:srgbClr val="2D2C2C"/>
                </a:solidFill>
                <a:latin typeface="+mn-lt"/>
                <a:cs typeface="Segoe UI"/>
              </a:rPr>
              <a:t>.</a:t>
            </a:r>
          </a:p>
          <a:p>
            <a:pPr marL="289957" indent="-280154">
              <a:spcBef>
                <a:spcPts val="569"/>
              </a:spcBef>
              <a:buClr>
                <a:srgbClr val="000000"/>
              </a:buClr>
              <a:buFont typeface="Arial"/>
              <a:buChar char="•"/>
              <a:tabLst>
                <a:tab pos="289957" algn="l"/>
                <a:tab pos="290473" algn="l"/>
              </a:tabLst>
            </a:pPr>
            <a:r>
              <a:rPr lang="en-US" sz="1800" spc="-4" dirty="0">
                <a:solidFill>
                  <a:srgbClr val="2D2C2C"/>
                </a:solidFill>
                <a:latin typeface="+mn-lt"/>
                <a:cs typeface="Segoe UI"/>
              </a:rPr>
              <a:t>To be specific:</a:t>
            </a:r>
          </a:p>
          <a:p>
            <a:pPr marL="469953" lvl="1" indent="-280154">
              <a:spcBef>
                <a:spcPts val="569"/>
              </a:spcBef>
              <a:buClr>
                <a:srgbClr val="000000"/>
              </a:buClr>
              <a:buFont typeface="Arial"/>
              <a:buChar char="•"/>
              <a:tabLst>
                <a:tab pos="289957" algn="l"/>
                <a:tab pos="290473" algn="l"/>
              </a:tabLst>
            </a:pPr>
            <a:r>
              <a:rPr lang="en-US" sz="1800" spc="-4" dirty="0">
                <a:solidFill>
                  <a:srgbClr val="2D2C2C"/>
                </a:solidFill>
                <a:latin typeface="+mn-lt"/>
                <a:cs typeface="Segoe UI"/>
              </a:rPr>
              <a:t>The carat finds the beginning of the line.</a:t>
            </a:r>
          </a:p>
          <a:p>
            <a:pPr marL="469953" lvl="1" indent="-280154">
              <a:spcBef>
                <a:spcPts val="569"/>
              </a:spcBef>
              <a:buClr>
                <a:srgbClr val="000000"/>
              </a:buClr>
              <a:buFont typeface="Arial"/>
              <a:buChar char="•"/>
              <a:tabLst>
                <a:tab pos="289957" algn="l"/>
                <a:tab pos="290473" algn="l"/>
              </a:tabLst>
            </a:pPr>
            <a:r>
              <a:rPr lang="en-US" sz="1800" spc="-4" dirty="0">
                <a:solidFill>
                  <a:srgbClr val="2D2C2C"/>
                </a:solidFill>
                <a:latin typeface="+mn-lt"/>
                <a:cs typeface="Segoe UI"/>
              </a:rPr>
              <a:t>Then the rest of the </a:t>
            </a:r>
            <a:r>
              <a:rPr lang="en-US" sz="1800" b="1" spc="-4" dirty="0">
                <a:solidFill>
                  <a:srgbClr val="7030A0"/>
                </a:solidFill>
                <a:latin typeface="+mn-lt"/>
                <a:cs typeface="Segoe UI"/>
              </a:rPr>
              <a:t>RE</a:t>
            </a:r>
            <a:r>
              <a:rPr lang="en-US" sz="1800" spc="-4" dirty="0">
                <a:solidFill>
                  <a:srgbClr val="2D2C2C"/>
                </a:solidFill>
                <a:latin typeface="+mn-lt"/>
                <a:cs typeface="Segoe UI"/>
              </a:rPr>
              <a:t> is used to match what is at that position.</a:t>
            </a:r>
          </a:p>
          <a:p>
            <a:endParaRPr lang="en-GB" sz="180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GB" smtClean="0"/>
              <a:pPr/>
              <a:t>7</a:t>
            </a:fld>
            <a:endParaRPr lang="en-GB"/>
          </a:p>
        </p:txBody>
      </p:sp>
    </p:spTree>
    <p:extLst>
      <p:ext uri="{BB962C8B-B14F-4D97-AF65-F5344CB8AC3E}">
        <p14:creationId xmlns:p14="http://schemas.microsoft.com/office/powerpoint/2010/main" val="37733372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5CA3C41-B7BA-92A4-B20D-ED847B07753E}"/>
              </a:ext>
            </a:extLst>
          </p:cNvPr>
          <p:cNvSpPr>
            <a:spLocks noGrp="1"/>
          </p:cNvSpPr>
          <p:nvPr>
            <p:ph type="ctrTitle"/>
          </p:nvPr>
        </p:nvSpPr>
        <p:spPr/>
        <p:txBody>
          <a:bodyPr/>
          <a:lstStyle/>
          <a:p>
            <a:r>
              <a:rPr lang="en-GB" dirty="0"/>
              <a:t>End of a line</a:t>
            </a:r>
            <a:endParaRPr lang="en-GB" sz="280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type="body" sz="quarter" idx="14"/>
          </p:nvPr>
        </p:nvSpPr>
        <p:spPr/>
        <p:txBody>
          <a:bodyPr/>
          <a:lstStyle/>
          <a:p>
            <a:pPr marL="289957" indent="-280154">
              <a:spcBef>
                <a:spcPts val="569"/>
              </a:spcBef>
              <a:buClr>
                <a:srgbClr val="000000"/>
              </a:buClr>
              <a:buFont typeface="Arial"/>
              <a:buChar char="•"/>
              <a:tabLst>
                <a:tab pos="289957" algn="l"/>
                <a:tab pos="290473" algn="l"/>
              </a:tabLst>
            </a:pPr>
            <a:r>
              <a:rPr lang="en-US" sz="1800" spc="-4" dirty="0">
                <a:solidFill>
                  <a:srgbClr val="2D2C2C"/>
                </a:solidFill>
                <a:latin typeface="+mn-lt"/>
                <a:cs typeface="Segoe UI"/>
              </a:rPr>
              <a:t>We can anchor an </a:t>
            </a:r>
            <a:r>
              <a:rPr lang="en-US" sz="1800" b="1" spc="-4" dirty="0">
                <a:solidFill>
                  <a:srgbClr val="7030A0"/>
                </a:solidFill>
                <a:latin typeface="+mn-lt"/>
                <a:cs typeface="Segoe UI"/>
              </a:rPr>
              <a:t>RE</a:t>
            </a:r>
            <a:r>
              <a:rPr lang="en-US" sz="1800" spc="-4" dirty="0">
                <a:solidFill>
                  <a:srgbClr val="2D2C2C"/>
                </a:solidFill>
                <a:latin typeface="+mn-lt"/>
                <a:cs typeface="Segoe UI"/>
              </a:rPr>
              <a:t> to the end of the line.</a:t>
            </a:r>
          </a:p>
          <a:p>
            <a:pPr marL="469953" lvl="1" indent="-280154">
              <a:spcBef>
                <a:spcPts val="569"/>
              </a:spcBef>
              <a:buClr>
                <a:srgbClr val="000000"/>
              </a:buClr>
              <a:buFont typeface="Arial"/>
              <a:buChar char="•"/>
              <a:tabLst>
                <a:tab pos="289957" algn="l"/>
                <a:tab pos="290473" algn="l"/>
              </a:tabLst>
            </a:pPr>
            <a:r>
              <a:rPr lang="en-US" sz="1800" spc="-4" dirty="0">
                <a:solidFill>
                  <a:srgbClr val="2D2C2C"/>
                </a:solidFill>
                <a:latin typeface="+mn-lt"/>
                <a:cs typeface="Segoe UI"/>
              </a:rPr>
              <a:t>The metacharacter used is the dollar sign </a:t>
            </a:r>
            <a:r>
              <a:rPr lang="en-US" sz="1800" b="1" spc="-4" dirty="0">
                <a:solidFill>
                  <a:srgbClr val="7030A0"/>
                </a:solidFill>
                <a:latin typeface="Hack" panose="020B0609030202020204" pitchFamily="49" charset="0"/>
                <a:ea typeface="Hack" panose="020B0609030202020204" pitchFamily="49" charset="0"/>
                <a:cs typeface="Hack" panose="020B0609030202020204" pitchFamily="49" charset="0"/>
              </a:rPr>
              <a:t>$  </a:t>
            </a:r>
            <a:r>
              <a:rPr lang="en-US" sz="1800" b="1" spc="-4" dirty="0">
                <a:solidFill>
                  <a:srgbClr val="2D2C2C"/>
                </a:solidFill>
                <a:latin typeface="+mn-lt"/>
                <a:cs typeface="Segoe UI"/>
              </a:rPr>
              <a:t>(</a:t>
            </a:r>
            <a:r>
              <a:rPr lang="en-US" sz="1800" b="1" spc="-4" dirty="0">
                <a:solidFill>
                  <a:srgbClr val="7030A0"/>
                </a:solidFill>
                <a:latin typeface="+mn-lt"/>
                <a:cs typeface="Segoe UI"/>
              </a:rPr>
              <a:t>RE</a:t>
            </a:r>
            <a:r>
              <a:rPr lang="en-US" sz="1800" b="1" spc="-4"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z="1800" b="1" spc="-4" dirty="0">
                <a:solidFill>
                  <a:srgbClr val="2D2C2C"/>
                </a:solidFill>
                <a:latin typeface="+mn-lt"/>
                <a:cs typeface="Segoe UI"/>
              </a:rPr>
              <a:t>)</a:t>
            </a:r>
            <a:r>
              <a:rPr lang="en-US" sz="1800" spc="-4" dirty="0">
                <a:latin typeface="+mn-lt"/>
                <a:cs typeface="Segoe UI"/>
              </a:rPr>
              <a:t>.</a:t>
            </a:r>
            <a:endParaRPr lang="en-US" sz="1800" spc="-4" dirty="0">
              <a:latin typeface="Hack" panose="020B0609030202020204" pitchFamily="49" charset="0"/>
              <a:ea typeface="Hack" panose="020B0609030202020204" pitchFamily="49" charset="0"/>
              <a:cs typeface="Hack" panose="020B0609030202020204" pitchFamily="49" charset="0"/>
            </a:endParaRPr>
          </a:p>
          <a:p>
            <a:pPr marL="469953" lvl="1" indent="-280154">
              <a:spcBef>
                <a:spcPts val="569"/>
              </a:spcBef>
              <a:buClr>
                <a:srgbClr val="000000"/>
              </a:buClr>
              <a:buFont typeface="Arial"/>
              <a:buChar char="•"/>
              <a:tabLst>
                <a:tab pos="289957" algn="l"/>
                <a:tab pos="290473" algn="l"/>
              </a:tabLst>
            </a:pPr>
            <a:r>
              <a:rPr lang="en-US" sz="1800" spc="-4" dirty="0">
                <a:latin typeface="+mn-lt"/>
                <a:ea typeface="Hack" panose="020B0609030202020204" pitchFamily="49" charset="0"/>
                <a:cs typeface="Hack" panose="020B0609030202020204" pitchFamily="49" charset="0"/>
              </a:rPr>
              <a:t>But it’s only recognized if it’s the last character of the </a:t>
            </a:r>
            <a:r>
              <a:rPr lang="en-US" sz="1800" b="1" spc="-4" dirty="0">
                <a:solidFill>
                  <a:srgbClr val="7030A0"/>
                </a:solidFill>
                <a:latin typeface="+mn-lt"/>
                <a:ea typeface="Hack" panose="020B0609030202020204" pitchFamily="49" charset="0"/>
                <a:cs typeface="Hack" panose="020B0609030202020204" pitchFamily="49" charset="0"/>
              </a:rPr>
              <a:t>RE</a:t>
            </a:r>
            <a:r>
              <a:rPr lang="en-US" sz="1800" spc="-4" dirty="0">
                <a:latin typeface="+mn-lt"/>
                <a:ea typeface="Hack" panose="020B0609030202020204" pitchFamily="49" charset="0"/>
                <a:cs typeface="Hack" panose="020B0609030202020204" pitchFamily="49" charset="0"/>
              </a:rPr>
              <a:t>.</a:t>
            </a:r>
            <a:endParaRPr lang="en-US" sz="1800" spc="-4" dirty="0">
              <a:latin typeface="+mn-lt"/>
              <a:cs typeface="Segoe UI"/>
            </a:endParaRPr>
          </a:p>
          <a:p>
            <a:pPr marL="289957" indent="-280154">
              <a:spcBef>
                <a:spcPts val="569"/>
              </a:spcBef>
              <a:buClr>
                <a:srgbClr val="000000"/>
              </a:buClr>
              <a:buFont typeface="Arial"/>
              <a:buChar char="•"/>
              <a:tabLst>
                <a:tab pos="289957" algn="l"/>
                <a:tab pos="290473" algn="l"/>
              </a:tabLst>
            </a:pPr>
            <a:r>
              <a:rPr lang="en-US" sz="1800" spc="-4" dirty="0">
                <a:solidFill>
                  <a:srgbClr val="2D2C2C"/>
                </a:solidFill>
                <a:latin typeface="+mn-lt"/>
                <a:cs typeface="Segoe UI"/>
              </a:rPr>
              <a:t>For example, </a:t>
            </a:r>
            <a:r>
              <a:rPr lang="en-US" sz="1800" b="1" spc="-4" dirty="0">
                <a:solidFill>
                  <a:srgbClr val="7030A0"/>
                </a:solidFill>
                <a:latin typeface="Hack" panose="020B0609030202020204" pitchFamily="49" charset="0"/>
                <a:ea typeface="Hack" panose="020B0609030202020204" pitchFamily="49" charset="0"/>
                <a:cs typeface="Hack" panose="020B0609030202020204" pitchFamily="49" charset="0"/>
              </a:rPr>
              <a:t>a$</a:t>
            </a:r>
          </a:p>
          <a:p>
            <a:pPr marL="469953" lvl="1" indent="-280154">
              <a:spcBef>
                <a:spcPts val="569"/>
              </a:spcBef>
              <a:buClr>
                <a:srgbClr val="000000"/>
              </a:buClr>
              <a:buFont typeface="Arial"/>
              <a:buChar char="•"/>
              <a:tabLst>
                <a:tab pos="289957" algn="l"/>
                <a:tab pos="290473" algn="l"/>
              </a:tabLst>
            </a:pPr>
            <a:r>
              <a:rPr lang="en-US" sz="1800" spc="-4" dirty="0">
                <a:solidFill>
                  <a:srgbClr val="2D2C2C"/>
                </a:solidFill>
                <a:latin typeface="+mn-lt"/>
                <a:cs typeface="Segoe UI"/>
              </a:rPr>
              <a:t>This matches lines ending with a lower-case </a:t>
            </a:r>
            <a:r>
              <a:rPr lang="en-US" sz="1800" b="1" spc="-4" dirty="0">
                <a:solidFill>
                  <a:srgbClr val="2D2C2C"/>
                </a:solidFill>
                <a:latin typeface="+mn-lt"/>
                <a:cs typeface="Segoe UI"/>
              </a:rPr>
              <a:t>a</a:t>
            </a:r>
            <a:r>
              <a:rPr lang="en-US" sz="1800" spc="-4" dirty="0">
                <a:solidFill>
                  <a:srgbClr val="2D2C2C"/>
                </a:solidFill>
                <a:latin typeface="+mn-lt"/>
                <a:cs typeface="Segoe UI"/>
              </a:rPr>
              <a:t>.</a:t>
            </a:r>
          </a:p>
          <a:p>
            <a:pPr marL="289957" indent="-280154" algn="just">
              <a:spcBef>
                <a:spcPts val="569"/>
              </a:spcBef>
              <a:buClr>
                <a:srgbClr val="000000"/>
              </a:buClr>
              <a:buFont typeface="Arial"/>
              <a:buChar char="•"/>
              <a:tabLst>
                <a:tab pos="289957" algn="l"/>
                <a:tab pos="290473" algn="l"/>
              </a:tabLst>
            </a:pPr>
            <a:r>
              <a:rPr lang="en-US" sz="1800" spc="-4" dirty="0">
                <a:solidFill>
                  <a:srgbClr val="2D2C2C"/>
                </a:solidFill>
                <a:latin typeface="+mn-lt"/>
                <a:cs typeface="Segoe UI"/>
              </a:rPr>
              <a:t>To be specific:</a:t>
            </a:r>
          </a:p>
          <a:p>
            <a:pPr marL="469953" lvl="1" indent="-280154" algn="just">
              <a:spcBef>
                <a:spcPts val="569"/>
              </a:spcBef>
              <a:buClr>
                <a:srgbClr val="000000"/>
              </a:buClr>
              <a:buFont typeface="Arial"/>
              <a:buChar char="•"/>
              <a:tabLst>
                <a:tab pos="289957" algn="l"/>
                <a:tab pos="290473" algn="l"/>
              </a:tabLst>
            </a:pPr>
            <a:r>
              <a:rPr lang="en-US" sz="1800" spc="-4" dirty="0">
                <a:solidFill>
                  <a:srgbClr val="2D2C2C"/>
                </a:solidFill>
                <a:latin typeface="+mn-lt"/>
                <a:cs typeface="Segoe UI"/>
              </a:rPr>
              <a:t>First it checks the rest of the </a:t>
            </a:r>
            <a:r>
              <a:rPr lang="en-US" sz="1800" b="1" spc="-4" dirty="0">
                <a:solidFill>
                  <a:srgbClr val="7030A0"/>
                </a:solidFill>
                <a:latin typeface="+mn-lt"/>
                <a:cs typeface="Segoe UI"/>
              </a:rPr>
              <a:t>RE</a:t>
            </a:r>
            <a:r>
              <a:rPr lang="en-US" sz="1800" spc="-4" dirty="0">
                <a:solidFill>
                  <a:srgbClr val="2D2C2C"/>
                </a:solidFill>
                <a:latin typeface="+mn-lt"/>
                <a:cs typeface="Segoe UI"/>
              </a:rPr>
              <a:t> first, if this so far finds a match.</a:t>
            </a:r>
            <a:endParaRPr lang="en-US" spc="-4" dirty="0">
              <a:solidFill>
                <a:srgbClr val="2D2C2C"/>
              </a:solidFill>
              <a:cs typeface="Segoe UI"/>
            </a:endParaRPr>
          </a:p>
          <a:p>
            <a:pPr marL="469953" lvl="1" indent="-280154" algn="just">
              <a:spcBef>
                <a:spcPts val="569"/>
              </a:spcBef>
              <a:buClr>
                <a:srgbClr val="000000"/>
              </a:buClr>
              <a:buFont typeface="Arial"/>
              <a:buChar char="•"/>
              <a:tabLst>
                <a:tab pos="289957" algn="l"/>
                <a:tab pos="290473" algn="l"/>
              </a:tabLst>
            </a:pPr>
            <a:r>
              <a:rPr lang="en-US" sz="1800" spc="-4" dirty="0">
                <a:solidFill>
                  <a:srgbClr val="2D2C2C"/>
                </a:solidFill>
                <a:latin typeface="+mn-lt"/>
                <a:cs typeface="Segoe UI"/>
              </a:rPr>
              <a:t>Then the </a:t>
            </a:r>
            <a:r>
              <a:rPr lang="en-US" sz="1800" b="1" spc="-4"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z="1800" spc="-4" dirty="0">
                <a:solidFill>
                  <a:srgbClr val="2D2C2C"/>
                </a:solidFill>
                <a:latin typeface="+mn-lt"/>
                <a:cs typeface="Segoe UI"/>
              </a:rPr>
              <a:t> tells it to check if the end of the line is next</a:t>
            </a:r>
            <a:r>
              <a:rPr lang="en-US" spc="-4" dirty="0">
                <a:solidFill>
                  <a:srgbClr val="2D2C2C"/>
                </a:solidFill>
                <a:cs typeface="Segoe UI"/>
              </a:rPr>
              <a:t>. I</a:t>
            </a:r>
            <a:r>
              <a:rPr lang="en-US" sz="1800" spc="-4" dirty="0">
                <a:solidFill>
                  <a:srgbClr val="2D2C2C"/>
                </a:solidFill>
                <a:latin typeface="+mn-lt"/>
                <a:cs typeface="Segoe UI"/>
              </a:rPr>
              <a:t>f so, there is a final match.</a:t>
            </a:r>
            <a:endParaRPr lang="en-US" sz="1800" dirty="0">
              <a:cs typeface="Segoe UI"/>
            </a:endParaRPr>
          </a:p>
          <a:p>
            <a:endParaRPr lang="en-GB" sz="180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GB" smtClean="0"/>
              <a:pPr/>
              <a:t>8</a:t>
            </a:fld>
            <a:endParaRPr lang="en-GB"/>
          </a:p>
        </p:txBody>
      </p:sp>
    </p:spTree>
    <p:extLst>
      <p:ext uri="{BB962C8B-B14F-4D97-AF65-F5344CB8AC3E}">
        <p14:creationId xmlns:p14="http://schemas.microsoft.com/office/powerpoint/2010/main" val="14758882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2FF2785-1D3B-23EC-0403-A6FF70D6DF31}"/>
              </a:ext>
            </a:extLst>
          </p:cNvPr>
          <p:cNvSpPr>
            <a:spLocks noGrp="1"/>
          </p:cNvSpPr>
          <p:nvPr>
            <p:ph type="ctrTitle"/>
          </p:nvPr>
        </p:nvSpPr>
        <p:spPr/>
        <p:txBody>
          <a:bodyPr/>
          <a:lstStyle/>
          <a:p>
            <a:r>
              <a:rPr lang="en-GB" dirty="0"/>
              <a:t>Only “this” on a line</a:t>
            </a:r>
            <a:endParaRPr lang="en-GB" sz="280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type="body" sz="quarter" idx="14"/>
          </p:nvPr>
        </p:nvSpPr>
        <p:spPr/>
        <p:txBody>
          <a:bodyPr/>
          <a:lstStyle/>
          <a:p>
            <a:pPr marL="289957" indent="-280154">
              <a:spcBef>
                <a:spcPts val="569"/>
              </a:spcBef>
              <a:buClr>
                <a:srgbClr val="000000"/>
              </a:buClr>
              <a:buFont typeface="Arial"/>
              <a:buChar char="•"/>
              <a:tabLst>
                <a:tab pos="289957" algn="l"/>
                <a:tab pos="290473" algn="l"/>
              </a:tabLst>
            </a:pPr>
            <a:r>
              <a:rPr lang="en-US" sz="1800" spc="-4" dirty="0">
                <a:solidFill>
                  <a:srgbClr val="2D2C2C"/>
                </a:solidFill>
                <a:latin typeface="+mn-lt"/>
                <a:cs typeface="Segoe UI"/>
              </a:rPr>
              <a:t>We specify that the line matches the </a:t>
            </a:r>
            <a:r>
              <a:rPr lang="en-US" sz="1800" b="1" spc="-4" dirty="0">
                <a:solidFill>
                  <a:srgbClr val="7030A0"/>
                </a:solidFill>
                <a:latin typeface="+mn-lt"/>
                <a:cs typeface="Segoe UI"/>
              </a:rPr>
              <a:t>RE</a:t>
            </a:r>
            <a:r>
              <a:rPr lang="en-US" sz="1800" spc="-4" dirty="0">
                <a:solidFill>
                  <a:srgbClr val="2D2C2C"/>
                </a:solidFill>
                <a:latin typeface="+mn-lt"/>
                <a:cs typeface="Segoe UI"/>
              </a:rPr>
              <a:t> exactly</a:t>
            </a:r>
            <a:r>
              <a:rPr lang="en-US" spc="-4" dirty="0">
                <a:solidFill>
                  <a:srgbClr val="2D2C2C"/>
                </a:solidFill>
                <a:cs typeface="Segoe UI"/>
              </a:rPr>
              <a:t>:</a:t>
            </a:r>
            <a:endParaRPr lang="en-US" sz="1800" spc="-4" dirty="0">
              <a:solidFill>
                <a:srgbClr val="2D2C2C"/>
              </a:solidFill>
              <a:latin typeface="+mn-lt"/>
              <a:cs typeface="Segoe UI"/>
            </a:endParaRPr>
          </a:p>
          <a:p>
            <a:pPr marL="469953" lvl="1" indent="-280154">
              <a:spcBef>
                <a:spcPts val="569"/>
              </a:spcBef>
              <a:buClr>
                <a:srgbClr val="000000"/>
              </a:buClr>
              <a:buFont typeface="Arial"/>
              <a:buChar char="•"/>
              <a:tabLst>
                <a:tab pos="289957" algn="l"/>
                <a:tab pos="290473" algn="l"/>
              </a:tabLst>
            </a:pPr>
            <a:r>
              <a:rPr lang="en-US" sz="1800" spc="-4" dirty="0">
                <a:solidFill>
                  <a:srgbClr val="2D2C2C"/>
                </a:solidFill>
                <a:latin typeface="+mn-lt"/>
                <a:cs typeface="Segoe UI"/>
              </a:rPr>
              <a:t>By prefixing with a </a:t>
            </a:r>
            <a:r>
              <a:rPr lang="en-US" sz="1800" b="1" spc="-4"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z="1800" spc="-4" dirty="0">
                <a:solidFill>
                  <a:srgbClr val="2D2C2C"/>
                </a:solidFill>
                <a:latin typeface="+mn-lt"/>
                <a:cs typeface="Segoe UI"/>
              </a:rPr>
              <a:t> and ending in a </a:t>
            </a:r>
            <a:r>
              <a:rPr lang="en-US" sz="1800" b="1" spc="-4" dirty="0">
                <a:solidFill>
                  <a:srgbClr val="7030A0"/>
                </a:solidFill>
                <a:latin typeface="Hack" panose="020B0609030202020204" pitchFamily="49" charset="0"/>
                <a:ea typeface="Hack" panose="020B0609030202020204" pitchFamily="49" charset="0"/>
                <a:cs typeface="Hack" panose="020B0609030202020204" pitchFamily="49" charset="0"/>
              </a:rPr>
              <a:t>$  </a:t>
            </a:r>
            <a:r>
              <a:rPr lang="en-US" sz="1800" b="1" spc="-4" dirty="0">
                <a:solidFill>
                  <a:srgbClr val="2D2C2C"/>
                </a:solidFill>
                <a:latin typeface="+mn-lt"/>
                <a:cs typeface="Segoe UI"/>
              </a:rPr>
              <a:t>(</a:t>
            </a:r>
            <a:r>
              <a:rPr lang="en-US" sz="1800" b="1" spc="-4"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z="1800" b="1" spc="-4" dirty="0">
                <a:solidFill>
                  <a:srgbClr val="7030A0"/>
                </a:solidFill>
                <a:latin typeface="+mn-lt"/>
                <a:cs typeface="Segoe UI"/>
              </a:rPr>
              <a:t>RE</a:t>
            </a:r>
            <a:r>
              <a:rPr lang="en-US" sz="1800" b="1" spc="-4"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z="1800" b="1" spc="-4" dirty="0">
                <a:solidFill>
                  <a:srgbClr val="2D2C2C"/>
                </a:solidFill>
                <a:latin typeface="+mn-lt"/>
                <a:cs typeface="Segoe UI"/>
              </a:rPr>
              <a:t>)</a:t>
            </a:r>
            <a:r>
              <a:rPr lang="en-US" sz="1800" spc="-4" dirty="0">
                <a:solidFill>
                  <a:srgbClr val="2D2C2C"/>
                </a:solidFill>
                <a:latin typeface="+mn-lt"/>
                <a:cs typeface="Segoe UI"/>
              </a:rPr>
              <a:t>.</a:t>
            </a:r>
          </a:p>
          <a:p>
            <a:pPr marL="289957" indent="-280154">
              <a:spcBef>
                <a:spcPts val="569"/>
              </a:spcBef>
              <a:buClr>
                <a:srgbClr val="000000"/>
              </a:buClr>
              <a:buFont typeface="Arial"/>
              <a:buChar char="•"/>
              <a:tabLst>
                <a:tab pos="289957" algn="l"/>
                <a:tab pos="290473" algn="l"/>
              </a:tabLst>
            </a:pPr>
            <a:r>
              <a:rPr lang="en-US" sz="1800" spc="-4" dirty="0">
                <a:solidFill>
                  <a:srgbClr val="2D2C2C"/>
                </a:solidFill>
                <a:latin typeface="+mn-lt"/>
                <a:cs typeface="Segoe UI"/>
              </a:rPr>
              <a:t>For example, </a:t>
            </a:r>
            <a:r>
              <a:rPr lang="en-US" sz="1800" b="1" spc="-4" dirty="0">
                <a:solidFill>
                  <a:srgbClr val="7030A0"/>
                </a:solidFill>
                <a:latin typeface="Hack" panose="020B0609030202020204" pitchFamily="49" charset="0"/>
                <a:ea typeface="Hack" panose="020B0609030202020204" pitchFamily="49" charset="0"/>
                <a:cs typeface="Hack" panose="020B0609030202020204" pitchFamily="49" charset="0"/>
              </a:rPr>
              <a:t>^a$</a:t>
            </a:r>
          </a:p>
          <a:p>
            <a:pPr marL="469953" lvl="1" indent="-280154">
              <a:spcBef>
                <a:spcPts val="569"/>
              </a:spcBef>
              <a:buClr>
                <a:srgbClr val="000000"/>
              </a:buClr>
              <a:buFont typeface="Arial"/>
              <a:buChar char="•"/>
              <a:tabLst>
                <a:tab pos="289957" algn="l"/>
                <a:tab pos="290473" algn="l"/>
              </a:tabLst>
            </a:pPr>
            <a:r>
              <a:rPr lang="en-US" sz="1800" spc="-4" dirty="0">
                <a:solidFill>
                  <a:srgbClr val="2D2C2C"/>
                </a:solidFill>
                <a:latin typeface="+mn-lt"/>
                <a:cs typeface="Segoe UI"/>
              </a:rPr>
              <a:t>This matches lines with only a lower-case </a:t>
            </a:r>
            <a:r>
              <a:rPr lang="en-US" sz="1800" b="1" spc="-4" dirty="0">
                <a:solidFill>
                  <a:srgbClr val="2D2C2C"/>
                </a:solidFill>
                <a:latin typeface="+mn-lt"/>
                <a:cs typeface="Segoe UI"/>
              </a:rPr>
              <a:t>a</a:t>
            </a:r>
            <a:r>
              <a:rPr lang="en-US" sz="1800" spc="-4" dirty="0">
                <a:solidFill>
                  <a:srgbClr val="2D2C2C"/>
                </a:solidFill>
                <a:latin typeface="+mn-lt"/>
                <a:cs typeface="Segoe UI"/>
              </a:rPr>
              <a:t> and nothing else.</a:t>
            </a:r>
          </a:p>
          <a:p>
            <a:pPr marL="289957" indent="-280154" algn="just">
              <a:spcBef>
                <a:spcPts val="569"/>
              </a:spcBef>
              <a:buClr>
                <a:srgbClr val="000000"/>
              </a:buClr>
              <a:buFont typeface="Arial"/>
              <a:buChar char="•"/>
              <a:tabLst>
                <a:tab pos="289957" algn="l"/>
                <a:tab pos="290473" algn="l"/>
              </a:tabLst>
            </a:pPr>
            <a:r>
              <a:rPr lang="en-US" sz="1800" spc="-4" dirty="0">
                <a:solidFill>
                  <a:srgbClr val="2D2C2C"/>
                </a:solidFill>
                <a:latin typeface="+mn-lt"/>
                <a:cs typeface="Segoe UI"/>
              </a:rPr>
              <a:t>To be specific:</a:t>
            </a:r>
          </a:p>
          <a:p>
            <a:pPr marL="469953" lvl="1" indent="-280154" algn="just">
              <a:spcBef>
                <a:spcPts val="569"/>
              </a:spcBef>
              <a:buClr>
                <a:srgbClr val="000000"/>
              </a:buClr>
              <a:buFont typeface="Arial"/>
              <a:buChar char="•"/>
              <a:tabLst>
                <a:tab pos="289957" algn="l"/>
                <a:tab pos="290473" algn="l"/>
              </a:tabLst>
            </a:pPr>
            <a:r>
              <a:rPr lang="en-US" sz="1800" spc="-4" dirty="0">
                <a:solidFill>
                  <a:srgbClr val="2D2C2C"/>
                </a:solidFill>
                <a:latin typeface="+mn-lt"/>
                <a:cs typeface="Segoe UI"/>
              </a:rPr>
              <a:t>The carat finds the beginning of the line.</a:t>
            </a:r>
          </a:p>
          <a:p>
            <a:pPr marL="469953" lvl="1" indent="-280154" algn="just">
              <a:spcBef>
                <a:spcPts val="569"/>
              </a:spcBef>
              <a:buClr>
                <a:srgbClr val="000000"/>
              </a:buClr>
              <a:buFont typeface="Arial"/>
              <a:buChar char="•"/>
              <a:tabLst>
                <a:tab pos="289957" algn="l"/>
                <a:tab pos="290473" algn="l"/>
              </a:tabLst>
            </a:pPr>
            <a:r>
              <a:rPr lang="en-US" sz="1800" spc="-4" dirty="0">
                <a:solidFill>
                  <a:srgbClr val="2D2C2C"/>
                </a:solidFill>
                <a:latin typeface="+mn-lt"/>
                <a:cs typeface="Segoe UI"/>
              </a:rPr>
              <a:t>Then it tries to match the rest of </a:t>
            </a:r>
            <a:r>
              <a:rPr lang="en-US" sz="1800" b="1" spc="-4" dirty="0">
                <a:solidFill>
                  <a:srgbClr val="7030A0"/>
                </a:solidFill>
                <a:latin typeface="+mn-lt"/>
                <a:cs typeface="Segoe UI"/>
              </a:rPr>
              <a:t>RE</a:t>
            </a:r>
            <a:r>
              <a:rPr lang="en-US" sz="1800" spc="-4" dirty="0">
                <a:solidFill>
                  <a:srgbClr val="2D2C2C"/>
                </a:solidFill>
                <a:latin typeface="+mn-lt"/>
                <a:cs typeface="Segoe UI"/>
              </a:rPr>
              <a:t> (except the </a:t>
            </a:r>
            <a:r>
              <a:rPr lang="en-US" sz="1800" b="1" spc="-4"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z="1800" spc="-4" dirty="0">
                <a:solidFill>
                  <a:srgbClr val="2D2C2C"/>
                </a:solidFill>
                <a:latin typeface="+mn-lt"/>
                <a:cs typeface="Segoe UI"/>
              </a:rPr>
              <a:t>) if there’s a match so far.</a:t>
            </a:r>
          </a:p>
          <a:p>
            <a:pPr marL="469953" lvl="1" indent="-280154" algn="just">
              <a:spcBef>
                <a:spcPts val="569"/>
              </a:spcBef>
              <a:buClr>
                <a:srgbClr val="000000"/>
              </a:buClr>
              <a:buFont typeface="Arial"/>
              <a:buChar char="•"/>
              <a:tabLst>
                <a:tab pos="289957" algn="l"/>
                <a:tab pos="290473" algn="l"/>
              </a:tabLst>
            </a:pPr>
            <a:r>
              <a:rPr lang="en-US" sz="1800" spc="-4" dirty="0">
                <a:solidFill>
                  <a:srgbClr val="2D2C2C"/>
                </a:solidFill>
                <a:latin typeface="+mn-lt"/>
                <a:cs typeface="Segoe UI"/>
              </a:rPr>
              <a:t>Then the </a:t>
            </a:r>
            <a:r>
              <a:rPr lang="en-US" sz="1800" b="1" spc="-4"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z="1800" spc="-4" dirty="0">
                <a:solidFill>
                  <a:srgbClr val="2D2C2C"/>
                </a:solidFill>
                <a:latin typeface="+mn-lt"/>
                <a:cs typeface="Segoe UI"/>
              </a:rPr>
              <a:t> causes it to check if the end of the line is next. If there is, there is a final match.</a:t>
            </a:r>
            <a:endParaRPr lang="en-US" sz="1800" b="1" spc="-4" dirty="0">
              <a:solidFill>
                <a:srgbClr val="7030A0"/>
              </a:solidFill>
              <a:latin typeface="+mn-lt"/>
              <a:cs typeface="Segoe UI"/>
            </a:endParaRPr>
          </a:p>
          <a:p>
            <a:pPr marL="289957" indent="-280154">
              <a:spcBef>
                <a:spcPts val="569"/>
              </a:spcBef>
              <a:buClr>
                <a:srgbClr val="000000"/>
              </a:buClr>
              <a:buFont typeface="Arial"/>
              <a:buChar char="•"/>
              <a:tabLst>
                <a:tab pos="289957" algn="l"/>
                <a:tab pos="290473" algn="l"/>
              </a:tabLst>
            </a:pPr>
            <a:r>
              <a:rPr lang="en-US" sz="1800" spc="-4" dirty="0">
                <a:solidFill>
                  <a:srgbClr val="2D2C2C"/>
                </a:solidFill>
                <a:latin typeface="+mn-lt"/>
                <a:cs typeface="Segoe UI"/>
              </a:rPr>
              <a:t>Note: </a:t>
            </a:r>
            <a:r>
              <a:rPr lang="en-US" sz="1800" b="1" spc="-4"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z="1800" spc="-4" dirty="0">
                <a:solidFill>
                  <a:srgbClr val="2D2C2C"/>
                </a:solidFill>
                <a:latin typeface="+mn-lt"/>
                <a:cs typeface="Segoe UI"/>
              </a:rPr>
              <a:t> matches blank lines.</a:t>
            </a:r>
            <a:endParaRPr lang="en-US" sz="1800" b="1" spc="-4" dirty="0">
              <a:solidFill>
                <a:srgbClr val="2D2C2C"/>
              </a:solidFill>
              <a:latin typeface="+mn-lt"/>
              <a:cs typeface="Segoe UI"/>
            </a:endParaRPr>
          </a:p>
          <a:p>
            <a:endParaRPr lang="en-GB" sz="180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GB" smtClean="0"/>
              <a:pPr/>
              <a:t>9</a:t>
            </a:fld>
            <a:endParaRPr lang="en-GB"/>
          </a:p>
        </p:txBody>
      </p:sp>
    </p:spTree>
    <p:extLst>
      <p:ext uri="{BB962C8B-B14F-4D97-AF65-F5344CB8AC3E}">
        <p14:creationId xmlns:p14="http://schemas.microsoft.com/office/powerpoint/2010/main" val="41520103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ED32BBC-8A3B-5FB1-DB0F-B65F461BDA2D}"/>
              </a:ext>
            </a:extLst>
          </p:cNvPr>
          <p:cNvSpPr>
            <a:spLocks noGrp="1"/>
          </p:cNvSpPr>
          <p:nvPr>
            <p:ph type="ctrTitle"/>
          </p:nvPr>
        </p:nvSpPr>
        <p:spPr/>
        <p:txBody>
          <a:bodyPr/>
          <a:lstStyle/>
          <a:p>
            <a:r>
              <a:rPr lang="en-GB" dirty="0"/>
              <a:t>Matching characters</a:t>
            </a:r>
          </a:p>
        </p:txBody>
      </p:sp>
      <p:sp>
        <p:nvSpPr>
          <p:cNvPr id="3" name="Subtitle 2">
            <a:extLst>
              <a:ext uri="{FF2B5EF4-FFF2-40B4-BE49-F238E27FC236}">
                <a16:creationId xmlns:a16="http://schemas.microsoft.com/office/drawing/2014/main" id="{F9105E21-D521-ECFC-85F1-38E9943FB978}"/>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12102122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999C2F1-500B-5FA2-B085-16D4FDDA3973}"/>
              </a:ext>
            </a:extLst>
          </p:cNvPr>
          <p:cNvSpPr>
            <a:spLocks noGrp="1"/>
          </p:cNvSpPr>
          <p:nvPr>
            <p:ph type="ctrTitle"/>
          </p:nvPr>
        </p:nvSpPr>
        <p:spPr/>
        <p:txBody>
          <a:bodyPr/>
          <a:lstStyle/>
          <a:p>
            <a:r>
              <a:rPr lang="en-GB" dirty="0"/>
              <a:t>Lists and ranges</a:t>
            </a:r>
            <a:endParaRPr lang="en-GB" sz="280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type="body" sz="quarter" idx="14"/>
          </p:nvPr>
        </p:nvSpPr>
        <p:spPr>
          <a:xfrm>
            <a:off x="443921" y="1733108"/>
            <a:ext cx="7878043" cy="4061405"/>
          </a:xfrm>
        </p:spPr>
        <p:txBody>
          <a:bodyPr/>
          <a:lstStyle/>
          <a:p>
            <a:pPr marL="289957" indent="-280154">
              <a:spcBef>
                <a:spcPts val="569"/>
              </a:spcBef>
              <a:buClr>
                <a:srgbClr val="000000"/>
              </a:buClr>
              <a:buFont typeface="Arial"/>
              <a:buChar char="•"/>
              <a:tabLst>
                <a:tab pos="289957" algn="l"/>
                <a:tab pos="290473" algn="l"/>
              </a:tabLst>
            </a:pPr>
            <a:r>
              <a:rPr lang="en-US" sz="1800" spc="-4" dirty="0">
                <a:solidFill>
                  <a:srgbClr val="2D2C2C"/>
                </a:solidFill>
                <a:latin typeface="+mn-lt"/>
                <a:cs typeface="Segoe UI"/>
              </a:rPr>
              <a:t>To match one of a set of characters, put the list of possibilities within square brackets.</a:t>
            </a:r>
          </a:p>
          <a:p>
            <a:pPr marL="469953" lvl="1" indent="-280154">
              <a:spcBef>
                <a:spcPts val="569"/>
              </a:spcBef>
              <a:buClr>
                <a:srgbClr val="000000"/>
              </a:buClr>
              <a:buFont typeface="Arial"/>
              <a:buChar char="•"/>
              <a:tabLst>
                <a:tab pos="289957" algn="l"/>
                <a:tab pos="290473" algn="l"/>
              </a:tabLst>
            </a:pPr>
            <a:r>
              <a:rPr lang="en-US" sz="1800" spc="-4" dirty="0">
                <a:solidFill>
                  <a:srgbClr val="2D2C2C"/>
                </a:solidFill>
                <a:latin typeface="+mn-lt"/>
                <a:ea typeface="Hack" panose="020B0609030202020204" pitchFamily="49" charset="0"/>
                <a:cs typeface="Segoe UI"/>
              </a:rPr>
              <a:t>For example, </a:t>
            </a:r>
            <a:r>
              <a:rPr lang="en-US" sz="1800" b="1" spc="-4"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z="1800" b="1" spc="-4" dirty="0" err="1">
                <a:solidFill>
                  <a:srgbClr val="7030A0"/>
                </a:solidFill>
                <a:latin typeface="Hack" panose="020B0609030202020204" pitchFamily="49" charset="0"/>
                <a:ea typeface="Hack" panose="020B0609030202020204" pitchFamily="49" charset="0"/>
                <a:cs typeface="Hack" panose="020B0609030202020204" pitchFamily="49" charset="0"/>
              </a:rPr>
              <a:t>aeiou</a:t>
            </a:r>
            <a:r>
              <a:rPr lang="en-US" sz="1800" b="1" spc="-4" dirty="0">
                <a:solidFill>
                  <a:srgbClr val="7030A0"/>
                </a:solidFill>
                <a:latin typeface="Hack" panose="020B0609030202020204" pitchFamily="49" charset="0"/>
                <a:ea typeface="Hack" panose="020B0609030202020204" pitchFamily="49" charset="0"/>
                <a:cs typeface="Hack" panose="020B0609030202020204" pitchFamily="49" charset="0"/>
              </a:rPr>
              <a:t>] </a:t>
            </a:r>
            <a:r>
              <a:rPr lang="en-US" sz="1800" spc="-4" dirty="0">
                <a:solidFill>
                  <a:srgbClr val="2D2C2C"/>
                </a:solidFill>
                <a:latin typeface="+mn-lt"/>
                <a:ea typeface="Hack" panose="020B0609030202020204" pitchFamily="49" charset="0"/>
                <a:cs typeface="Segoe UI"/>
              </a:rPr>
              <a:t>will look for lowercase vowels.</a:t>
            </a:r>
          </a:p>
          <a:p>
            <a:pPr marL="289957" indent="-280154">
              <a:spcBef>
                <a:spcPts val="569"/>
              </a:spcBef>
              <a:buClr>
                <a:srgbClr val="000000"/>
              </a:buClr>
              <a:buFont typeface="Arial"/>
              <a:buChar char="•"/>
              <a:tabLst>
                <a:tab pos="289957" algn="l"/>
                <a:tab pos="290473" algn="l"/>
              </a:tabLst>
            </a:pPr>
            <a:r>
              <a:rPr lang="en-US" sz="1800" spc="-4" dirty="0">
                <a:solidFill>
                  <a:srgbClr val="2D2C2C"/>
                </a:solidFill>
                <a:latin typeface="+mn-lt"/>
                <a:ea typeface="Hack" panose="020B0609030202020204" pitchFamily="49" charset="0"/>
                <a:cs typeface="Segoe UI"/>
              </a:rPr>
              <a:t>To match one of a range of characters, also place within square brackets.</a:t>
            </a:r>
          </a:p>
          <a:p>
            <a:pPr marL="469953" lvl="1" indent="-280154">
              <a:spcBef>
                <a:spcPts val="569"/>
              </a:spcBef>
              <a:buClr>
                <a:srgbClr val="000000"/>
              </a:buClr>
              <a:buFont typeface="Arial"/>
              <a:buChar char="•"/>
              <a:tabLst>
                <a:tab pos="289957" algn="l"/>
                <a:tab pos="290473" algn="l"/>
              </a:tabLst>
            </a:pPr>
            <a:r>
              <a:rPr lang="en-US" sz="1800" spc="-4" dirty="0">
                <a:solidFill>
                  <a:srgbClr val="2D2C2C"/>
                </a:solidFill>
                <a:latin typeface="+mn-lt"/>
                <a:ea typeface="Hack" panose="020B0609030202020204" pitchFamily="49" charset="0"/>
                <a:cs typeface="Segoe UI"/>
              </a:rPr>
              <a:t>For example, </a:t>
            </a:r>
            <a:r>
              <a:rPr lang="en-US" sz="1800" b="1" spc="-4" dirty="0">
                <a:solidFill>
                  <a:srgbClr val="7030A0"/>
                </a:solidFill>
                <a:latin typeface="Hack" panose="020B0609030202020204" pitchFamily="49" charset="0"/>
                <a:ea typeface="Hack" panose="020B0609030202020204" pitchFamily="49" charset="0"/>
                <a:cs typeface="Hack" panose="020B0609030202020204" pitchFamily="49" charset="0"/>
              </a:rPr>
              <a:t>[a-f] </a:t>
            </a:r>
            <a:r>
              <a:rPr lang="en-US" sz="1800" spc="-4" dirty="0">
                <a:solidFill>
                  <a:srgbClr val="2D2C2C"/>
                </a:solidFill>
                <a:latin typeface="+mn-lt"/>
                <a:ea typeface="Hack" panose="020B0609030202020204" pitchFamily="49" charset="0"/>
                <a:cs typeface="Segoe UI"/>
              </a:rPr>
              <a:t>will look for lowercase characters between </a:t>
            </a:r>
            <a:r>
              <a:rPr lang="en-US" sz="1800" b="1" spc="-4" dirty="0">
                <a:solidFill>
                  <a:srgbClr val="2D2C2C"/>
                </a:solidFill>
                <a:latin typeface="+mn-lt"/>
                <a:ea typeface="Hack" panose="020B0609030202020204" pitchFamily="49" charset="0"/>
                <a:cs typeface="Segoe UI"/>
              </a:rPr>
              <a:t>a</a:t>
            </a:r>
            <a:r>
              <a:rPr lang="en-US" sz="1800" spc="-4" dirty="0">
                <a:solidFill>
                  <a:srgbClr val="2D2C2C"/>
                </a:solidFill>
                <a:latin typeface="+mn-lt"/>
                <a:ea typeface="Hack" panose="020B0609030202020204" pitchFamily="49" charset="0"/>
                <a:cs typeface="Segoe UI"/>
              </a:rPr>
              <a:t> and </a:t>
            </a:r>
            <a:r>
              <a:rPr lang="en-US" sz="1800" b="1" spc="-4" dirty="0">
                <a:solidFill>
                  <a:srgbClr val="2D2C2C"/>
                </a:solidFill>
                <a:latin typeface="+mn-lt"/>
                <a:ea typeface="Hack" panose="020B0609030202020204" pitchFamily="49" charset="0"/>
                <a:cs typeface="Segoe UI"/>
              </a:rPr>
              <a:t>f</a:t>
            </a:r>
            <a:r>
              <a:rPr lang="en-US" sz="1800" spc="-4" dirty="0">
                <a:solidFill>
                  <a:srgbClr val="2D2C2C"/>
                </a:solidFill>
                <a:latin typeface="+mn-lt"/>
                <a:ea typeface="Hack" panose="020B0609030202020204" pitchFamily="49" charset="0"/>
                <a:cs typeface="Segoe UI"/>
              </a:rPr>
              <a:t>.</a:t>
            </a:r>
          </a:p>
          <a:p>
            <a:pPr marL="289957" indent="-280154">
              <a:spcBef>
                <a:spcPts val="569"/>
              </a:spcBef>
              <a:buClr>
                <a:srgbClr val="000000"/>
              </a:buClr>
              <a:buFont typeface="Arial"/>
              <a:buChar char="•"/>
              <a:tabLst>
                <a:tab pos="289957" algn="l"/>
                <a:tab pos="290473" algn="l"/>
              </a:tabLst>
            </a:pPr>
            <a:r>
              <a:rPr lang="en-US" sz="1800" spc="-4" dirty="0">
                <a:solidFill>
                  <a:srgbClr val="2D2C2C"/>
                </a:solidFill>
                <a:latin typeface="+mn-lt"/>
                <a:ea typeface="Hack" panose="020B0609030202020204" pitchFamily="49" charset="0"/>
                <a:cs typeface="Segoe UI"/>
              </a:rPr>
              <a:t>The ranges and lists and both be used in the square brackets.</a:t>
            </a:r>
          </a:p>
          <a:p>
            <a:pPr marL="289957" indent="-280154">
              <a:spcBef>
                <a:spcPts val="569"/>
              </a:spcBef>
              <a:buClr>
                <a:srgbClr val="000000"/>
              </a:buClr>
              <a:buFont typeface="Arial"/>
              <a:buChar char="•"/>
              <a:tabLst>
                <a:tab pos="289957" algn="l"/>
                <a:tab pos="290473" algn="l"/>
              </a:tabLst>
            </a:pPr>
            <a:r>
              <a:rPr lang="en-US" sz="1800" spc="-4" dirty="0">
                <a:solidFill>
                  <a:srgbClr val="2D2C2C"/>
                </a:solidFill>
                <a:latin typeface="+mn-lt"/>
                <a:ea typeface="Hack" panose="020B0609030202020204" pitchFamily="49" charset="0"/>
                <a:cs typeface="Segoe UI"/>
              </a:rPr>
              <a:t>The selection can be reversed by placing a carat as the first character within the brackets.</a:t>
            </a:r>
          </a:p>
          <a:p>
            <a:pPr marL="469953" lvl="1" indent="-280154">
              <a:spcBef>
                <a:spcPts val="569"/>
              </a:spcBef>
              <a:buClr>
                <a:srgbClr val="000000"/>
              </a:buClr>
              <a:buFont typeface="Arial"/>
              <a:buChar char="•"/>
              <a:tabLst>
                <a:tab pos="289957" algn="l"/>
                <a:tab pos="290473" algn="l"/>
              </a:tabLst>
            </a:pPr>
            <a:r>
              <a:rPr lang="en-US" sz="1800" spc="-4" dirty="0">
                <a:solidFill>
                  <a:srgbClr val="2D2C2C"/>
                </a:solidFill>
                <a:latin typeface="+mn-lt"/>
                <a:ea typeface="Hack" panose="020B0609030202020204" pitchFamily="49" charset="0"/>
                <a:cs typeface="Segoe UI"/>
              </a:rPr>
              <a:t>For example, </a:t>
            </a:r>
            <a:r>
              <a:rPr lang="en-US" sz="1800" b="1" spc="-4" dirty="0">
                <a:solidFill>
                  <a:srgbClr val="7030A0"/>
                </a:solidFill>
                <a:latin typeface="Hack" panose="020B0609030202020204" pitchFamily="49" charset="0"/>
                <a:ea typeface="Hack" panose="020B0609030202020204" pitchFamily="49" charset="0"/>
                <a:cs typeface="Hack" panose="020B0609030202020204" pitchFamily="49" charset="0"/>
              </a:rPr>
              <a:t>[^a-f]</a:t>
            </a:r>
            <a:r>
              <a:rPr lang="en-US" spc="-4" dirty="0">
                <a:solidFill>
                  <a:srgbClr val="2D2C2C"/>
                </a:solidFill>
                <a:cs typeface="Segoe UI"/>
              </a:rPr>
              <a:t>.</a:t>
            </a:r>
          </a:p>
          <a:p>
            <a:pPr marL="469953" lvl="1" indent="-280154">
              <a:spcBef>
                <a:spcPts val="569"/>
              </a:spcBef>
              <a:buClr>
                <a:srgbClr val="000000"/>
              </a:buClr>
              <a:buFont typeface="Arial"/>
              <a:buChar char="•"/>
              <a:tabLst>
                <a:tab pos="289957" algn="l"/>
                <a:tab pos="290473" algn="l"/>
              </a:tabLst>
            </a:pPr>
            <a:r>
              <a:rPr lang="en-US" sz="1800" spc="-4" dirty="0">
                <a:solidFill>
                  <a:srgbClr val="2D2C2C"/>
                </a:solidFill>
                <a:latin typeface="+mn-lt"/>
                <a:ea typeface="Hack" panose="020B0609030202020204" pitchFamily="49" charset="0"/>
                <a:cs typeface="Segoe UI"/>
              </a:rPr>
              <a:t>This will look for characters other than lowercase ones between </a:t>
            </a:r>
            <a:r>
              <a:rPr lang="en-US" sz="1800" b="1" spc="-4" dirty="0">
                <a:solidFill>
                  <a:srgbClr val="2D2C2C"/>
                </a:solidFill>
                <a:latin typeface="+mn-lt"/>
                <a:ea typeface="Hack" panose="020B0609030202020204" pitchFamily="49" charset="0"/>
                <a:cs typeface="Segoe UI"/>
              </a:rPr>
              <a:t>a</a:t>
            </a:r>
            <a:r>
              <a:rPr lang="en-US" sz="1800" spc="-4" dirty="0">
                <a:solidFill>
                  <a:srgbClr val="2D2C2C"/>
                </a:solidFill>
                <a:latin typeface="+mn-lt"/>
                <a:ea typeface="Hack" panose="020B0609030202020204" pitchFamily="49" charset="0"/>
                <a:cs typeface="Segoe UI"/>
              </a:rPr>
              <a:t> and </a:t>
            </a:r>
            <a:r>
              <a:rPr lang="en-US" sz="1800" b="1" spc="-4" dirty="0">
                <a:solidFill>
                  <a:srgbClr val="2D2C2C"/>
                </a:solidFill>
                <a:latin typeface="+mn-lt"/>
                <a:ea typeface="Hack" panose="020B0609030202020204" pitchFamily="49" charset="0"/>
                <a:cs typeface="Segoe UI"/>
              </a:rPr>
              <a:t>f </a:t>
            </a:r>
            <a:r>
              <a:rPr lang="en-US" sz="1800" spc="-4" dirty="0">
                <a:solidFill>
                  <a:srgbClr val="2D2C2C"/>
                </a:solidFill>
                <a:latin typeface="+mn-lt"/>
                <a:ea typeface="Hack" panose="020B0609030202020204" pitchFamily="49" charset="0"/>
                <a:cs typeface="Segoe UI"/>
              </a:rPr>
              <a:t>anywhere on the line.</a:t>
            </a:r>
          </a:p>
          <a:p>
            <a:pPr marL="469953" lvl="1" indent="-280154">
              <a:spcBef>
                <a:spcPts val="569"/>
              </a:spcBef>
              <a:buClr>
                <a:srgbClr val="000000"/>
              </a:buClr>
              <a:buFont typeface="Arial"/>
              <a:buChar char="•"/>
              <a:tabLst>
                <a:tab pos="289957" algn="l"/>
                <a:tab pos="290473" algn="l"/>
              </a:tabLst>
            </a:pPr>
            <a:r>
              <a:rPr lang="en-US" sz="1800" b="1" spc="-4" dirty="0">
                <a:solidFill>
                  <a:srgbClr val="2D2C2C"/>
                </a:solidFill>
                <a:latin typeface="+mn-lt"/>
                <a:ea typeface="Hack" panose="020B0609030202020204" pitchFamily="49" charset="0"/>
                <a:cs typeface="Segoe UI"/>
              </a:rPr>
              <a:t>Note: </a:t>
            </a:r>
            <a:r>
              <a:rPr lang="en-US" sz="1800" spc="-4" dirty="0">
                <a:solidFill>
                  <a:srgbClr val="2D2C2C"/>
                </a:solidFill>
                <a:latin typeface="+mn-lt"/>
                <a:ea typeface="Hack" panose="020B0609030202020204" pitchFamily="49" charset="0"/>
                <a:cs typeface="Segoe UI"/>
              </a:rPr>
              <a:t>Would match </a:t>
            </a:r>
            <a:r>
              <a:rPr lang="en-US" sz="1800" b="1" spc="-4" dirty="0">
                <a:solidFill>
                  <a:srgbClr val="2D2C2C"/>
                </a:solidFill>
                <a:latin typeface="+mn-lt"/>
                <a:ea typeface="Hack" panose="020B0609030202020204" pitchFamily="49" charset="0"/>
                <a:cs typeface="Segoe UI"/>
              </a:rPr>
              <a:t>after</a:t>
            </a:r>
            <a:r>
              <a:rPr lang="en-US" sz="1800" spc="-4" dirty="0">
                <a:solidFill>
                  <a:srgbClr val="2D2C2C"/>
                </a:solidFill>
                <a:latin typeface="+mn-lt"/>
                <a:ea typeface="Hack" panose="020B0609030202020204" pitchFamily="49" charset="0"/>
                <a:cs typeface="Segoe UI"/>
              </a:rPr>
              <a:t> because the t and r are not between a and f</a:t>
            </a:r>
            <a:r>
              <a:rPr lang="en-US" spc="-4" dirty="0">
                <a:solidFill>
                  <a:srgbClr val="2D2C2C"/>
                </a:solidFill>
                <a:ea typeface="Hack" panose="020B0609030202020204" pitchFamily="49" charset="0"/>
                <a:cs typeface="Segoe UI"/>
              </a:rPr>
              <a:t>. So, </a:t>
            </a:r>
            <a:r>
              <a:rPr lang="en-US" sz="1800" spc="-4" dirty="0">
                <a:solidFill>
                  <a:srgbClr val="2D2C2C"/>
                </a:solidFill>
                <a:latin typeface="+mn-lt"/>
                <a:ea typeface="Hack" panose="020B0609030202020204" pitchFamily="49" charset="0"/>
                <a:cs typeface="Segoe UI"/>
              </a:rPr>
              <a:t>these </a:t>
            </a:r>
            <a:r>
              <a:rPr lang="en-US" sz="1800" b="1" spc="-4" dirty="0">
                <a:solidFill>
                  <a:srgbClr val="7030A0"/>
                </a:solidFill>
                <a:latin typeface="+mn-lt"/>
                <a:ea typeface="Hack" panose="020B0609030202020204" pitchFamily="49" charset="0"/>
                <a:cs typeface="Segoe UI"/>
              </a:rPr>
              <a:t>RE</a:t>
            </a:r>
            <a:r>
              <a:rPr lang="en-US" sz="1800" spc="-4" dirty="0">
                <a:solidFill>
                  <a:srgbClr val="2D2C2C"/>
                </a:solidFill>
                <a:latin typeface="+mn-lt"/>
                <a:ea typeface="Hack" panose="020B0609030202020204" pitchFamily="49" charset="0"/>
                <a:cs typeface="Segoe UI"/>
              </a:rPr>
              <a:t>s are best used with anchors.</a:t>
            </a:r>
            <a:endParaRPr lang="en-US" sz="1800" dirty="0">
              <a:cs typeface="Segoe UI"/>
            </a:endParaRPr>
          </a:p>
          <a:p>
            <a:endParaRPr lang="en-GB" sz="180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GB" smtClean="0"/>
              <a:pPr/>
              <a:t>11</a:t>
            </a:fld>
            <a:endParaRPr lang="en-GB"/>
          </a:p>
        </p:txBody>
      </p:sp>
    </p:spTree>
    <p:extLst>
      <p:ext uri="{BB962C8B-B14F-4D97-AF65-F5344CB8AC3E}">
        <p14:creationId xmlns:p14="http://schemas.microsoft.com/office/powerpoint/2010/main" val="32118210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FEECF55-18BA-2788-34F0-C606DBBDEED8}"/>
              </a:ext>
            </a:extLst>
          </p:cNvPr>
          <p:cNvSpPr>
            <a:spLocks noGrp="1"/>
          </p:cNvSpPr>
          <p:nvPr>
            <p:ph type="ctrTitle"/>
          </p:nvPr>
        </p:nvSpPr>
        <p:spPr/>
        <p:txBody>
          <a:bodyPr/>
          <a:lstStyle/>
          <a:p>
            <a:r>
              <a:rPr lang="en-GB" dirty="0"/>
              <a:t>Any character</a:t>
            </a:r>
            <a:endParaRPr lang="en-GB" sz="280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type="body" sz="quarter" idx="14"/>
          </p:nvPr>
        </p:nvSpPr>
        <p:spPr/>
        <p:txBody>
          <a:bodyPr/>
          <a:lstStyle/>
          <a:p>
            <a:pPr marL="289957" indent="-280154">
              <a:spcBef>
                <a:spcPts val="569"/>
              </a:spcBef>
              <a:buClr>
                <a:srgbClr val="000000"/>
              </a:buClr>
              <a:buFont typeface="Arial"/>
              <a:buChar char="•"/>
              <a:tabLst>
                <a:tab pos="289957" algn="l"/>
                <a:tab pos="290473" algn="l"/>
              </a:tabLst>
            </a:pPr>
            <a:r>
              <a:rPr lang="en-US" sz="1800" spc="-4" dirty="0">
                <a:solidFill>
                  <a:srgbClr val="2D2C2C"/>
                </a:solidFill>
                <a:latin typeface="+mn-lt"/>
                <a:cs typeface="Segoe UI"/>
              </a:rPr>
              <a:t>To match any character, simply use the </a:t>
            </a:r>
            <a:r>
              <a:rPr lang="en-US" sz="1800" b="1" spc="-4" dirty="0">
                <a:solidFill>
                  <a:srgbClr val="2D2C2C"/>
                </a:solidFill>
                <a:latin typeface="+mn-lt"/>
                <a:cs typeface="Segoe UI"/>
              </a:rPr>
              <a:t>full stop </a:t>
            </a:r>
            <a:r>
              <a:rPr lang="en-US" sz="1800" spc="-4" dirty="0">
                <a:solidFill>
                  <a:srgbClr val="2D2C2C"/>
                </a:solidFill>
                <a:latin typeface="+mn-lt"/>
                <a:cs typeface="Segoe UI"/>
              </a:rPr>
              <a:t>(</a:t>
            </a:r>
            <a:r>
              <a:rPr lang="en-US" sz="1800" b="1" spc="-4" dirty="0">
                <a:solidFill>
                  <a:srgbClr val="7030A0"/>
                </a:solidFill>
                <a:latin typeface="+mn-lt"/>
                <a:cs typeface="Segoe UI"/>
              </a:rPr>
              <a:t>.</a:t>
            </a:r>
            <a:r>
              <a:rPr lang="en-US" sz="1800" spc="-4" dirty="0">
                <a:solidFill>
                  <a:srgbClr val="2D2C2C"/>
                </a:solidFill>
                <a:latin typeface="+mn-lt"/>
                <a:cs typeface="Segoe UI"/>
              </a:rPr>
              <a:t>).</a:t>
            </a:r>
          </a:p>
          <a:p>
            <a:pPr marL="289957" indent="-280154">
              <a:spcBef>
                <a:spcPts val="569"/>
              </a:spcBef>
              <a:buClr>
                <a:srgbClr val="000000"/>
              </a:buClr>
              <a:buFont typeface="Arial"/>
              <a:buChar char="•"/>
              <a:tabLst>
                <a:tab pos="289957" algn="l"/>
                <a:tab pos="290473" algn="l"/>
              </a:tabLst>
            </a:pPr>
            <a:r>
              <a:rPr lang="en-US" sz="1800" spc="-4" dirty="0">
                <a:solidFill>
                  <a:srgbClr val="2D2C2C"/>
                </a:solidFill>
                <a:latin typeface="+mn-lt"/>
                <a:ea typeface="Hack" panose="020B0609030202020204" pitchFamily="49" charset="0"/>
                <a:cs typeface="Segoe UI"/>
              </a:rPr>
              <a:t>The </a:t>
            </a:r>
            <a:r>
              <a:rPr lang="en-US" sz="1800" b="1" spc="-4"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z="1800" spc="-4" dirty="0">
                <a:solidFill>
                  <a:srgbClr val="2D2C2C"/>
                </a:solidFill>
                <a:latin typeface="+mn-lt"/>
                <a:ea typeface="Hack" panose="020B0609030202020204" pitchFamily="49" charset="0"/>
                <a:cs typeface="Segoe UI"/>
              </a:rPr>
              <a:t> on its own will match any character in any position.</a:t>
            </a:r>
          </a:p>
          <a:p>
            <a:pPr marL="289957" indent="-280154">
              <a:spcBef>
                <a:spcPts val="569"/>
              </a:spcBef>
              <a:buClr>
                <a:srgbClr val="000000"/>
              </a:buClr>
              <a:buFont typeface="Arial"/>
              <a:buChar char="•"/>
              <a:tabLst>
                <a:tab pos="289957" algn="l"/>
                <a:tab pos="290473" algn="l"/>
              </a:tabLst>
            </a:pPr>
            <a:r>
              <a:rPr lang="en-US" sz="1800" spc="-4" dirty="0">
                <a:solidFill>
                  <a:srgbClr val="2D2C2C"/>
                </a:solidFill>
                <a:latin typeface="+mn-lt"/>
                <a:ea typeface="Hack" panose="020B0609030202020204" pitchFamily="49" charset="0"/>
                <a:cs typeface="Segoe UI"/>
              </a:rPr>
              <a:t>I.e., any line with at least one character.</a:t>
            </a:r>
          </a:p>
          <a:p>
            <a:pPr marL="289957" indent="-280154">
              <a:spcBef>
                <a:spcPts val="569"/>
              </a:spcBef>
              <a:buClr>
                <a:srgbClr val="000000"/>
              </a:buClr>
              <a:buFont typeface="Arial"/>
              <a:buChar char="•"/>
              <a:tabLst>
                <a:tab pos="289957" algn="l"/>
                <a:tab pos="290473" algn="l"/>
              </a:tabLst>
            </a:pPr>
            <a:r>
              <a:rPr lang="en-US" sz="1800" spc="-4" dirty="0">
                <a:solidFill>
                  <a:srgbClr val="2D2C2C"/>
                </a:solidFill>
                <a:latin typeface="+mn-lt"/>
                <a:ea typeface="Hack" panose="020B0609030202020204" pitchFamily="49" charset="0"/>
                <a:cs typeface="Segoe UI"/>
              </a:rPr>
              <a:t>So it is rarely used on its own.</a:t>
            </a:r>
          </a:p>
          <a:p>
            <a:pPr marL="469953" lvl="1" indent="-280154">
              <a:spcBef>
                <a:spcPts val="569"/>
              </a:spcBef>
              <a:buClr>
                <a:srgbClr val="000000"/>
              </a:buClr>
              <a:buFont typeface="Arial"/>
              <a:buChar char="•"/>
              <a:tabLst>
                <a:tab pos="289957" algn="l"/>
                <a:tab pos="290473" algn="l"/>
              </a:tabLst>
            </a:pPr>
            <a:r>
              <a:rPr lang="en-US" sz="1800" spc="-4" dirty="0">
                <a:solidFill>
                  <a:srgbClr val="2D2C2C"/>
                </a:solidFill>
                <a:latin typeface="+mn-lt"/>
                <a:ea typeface="Hack" panose="020B0609030202020204" pitchFamily="49" charset="0"/>
                <a:cs typeface="Segoe UI"/>
              </a:rPr>
              <a:t>But could be best used with the anchors.</a:t>
            </a:r>
          </a:p>
          <a:p>
            <a:pPr marL="289957" indent="-280154">
              <a:spcBef>
                <a:spcPts val="569"/>
              </a:spcBef>
              <a:buClr>
                <a:srgbClr val="000000"/>
              </a:buClr>
              <a:buFont typeface="Arial"/>
              <a:buChar char="•"/>
              <a:tabLst>
                <a:tab pos="289957" algn="l"/>
                <a:tab pos="290473" algn="l"/>
              </a:tabLst>
            </a:pPr>
            <a:r>
              <a:rPr lang="en-US" sz="1800" spc="-4" dirty="0">
                <a:solidFill>
                  <a:srgbClr val="2D2C2C"/>
                </a:solidFill>
                <a:latin typeface="+mn-lt"/>
                <a:ea typeface="Hack" panose="020B0609030202020204" pitchFamily="49" charset="0"/>
                <a:cs typeface="Segoe UI"/>
              </a:rPr>
              <a:t>So </a:t>
            </a:r>
            <a:r>
              <a:rPr lang="en-US" sz="1800" b="1" spc="-4"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z="1800" spc="-4" dirty="0">
                <a:solidFill>
                  <a:srgbClr val="2D2C2C"/>
                </a:solidFill>
                <a:latin typeface="+mn-lt"/>
                <a:ea typeface="Hack" panose="020B0609030202020204" pitchFamily="49" charset="0"/>
                <a:cs typeface="Segoe UI"/>
              </a:rPr>
              <a:t> would match lines with exactly one character in them.</a:t>
            </a:r>
          </a:p>
          <a:p>
            <a:pPr marL="289957" indent="-280154">
              <a:spcBef>
                <a:spcPts val="569"/>
              </a:spcBef>
              <a:buClr>
                <a:srgbClr val="000000"/>
              </a:buClr>
              <a:buFont typeface="Arial"/>
              <a:buChar char="•"/>
              <a:tabLst>
                <a:tab pos="289957" algn="l"/>
                <a:tab pos="290473" algn="l"/>
              </a:tabLst>
            </a:pPr>
            <a:r>
              <a:rPr lang="en-US" sz="1800" b="1" spc="-4" dirty="0">
                <a:solidFill>
                  <a:srgbClr val="7030A0"/>
                </a:solidFill>
                <a:latin typeface="Hack" panose="020B0609030202020204" pitchFamily="49" charset="0"/>
                <a:ea typeface="Hack" panose="020B0609030202020204" pitchFamily="49" charset="0"/>
                <a:cs typeface="Hack" panose="020B0609030202020204" pitchFamily="49" charset="0"/>
              </a:rPr>
              <a:t>\w </a:t>
            </a:r>
            <a:r>
              <a:rPr lang="en-US" sz="1800" spc="-4" dirty="0">
                <a:solidFill>
                  <a:srgbClr val="2D2C2C"/>
                </a:solidFill>
                <a:latin typeface="+mn-lt"/>
                <a:ea typeface="Hack" panose="020B0609030202020204" pitchFamily="49" charset="0"/>
                <a:cs typeface="Segoe UI"/>
              </a:rPr>
              <a:t>matches any alphanumeric character.</a:t>
            </a:r>
          </a:p>
          <a:p>
            <a:pPr marL="289957" indent="-280154">
              <a:spcBef>
                <a:spcPts val="569"/>
              </a:spcBef>
              <a:buClr>
                <a:srgbClr val="000000"/>
              </a:buClr>
              <a:buFont typeface="Arial"/>
              <a:buChar char="•"/>
              <a:tabLst>
                <a:tab pos="289957" algn="l"/>
                <a:tab pos="290473" algn="l"/>
              </a:tabLst>
            </a:pPr>
            <a:r>
              <a:rPr lang="en-US" sz="1800" b="1" spc="-4" dirty="0">
                <a:solidFill>
                  <a:srgbClr val="7030A0"/>
                </a:solidFill>
                <a:latin typeface="Hack" panose="020B0609030202020204" pitchFamily="49" charset="0"/>
                <a:ea typeface="Hack" panose="020B0609030202020204" pitchFamily="49" charset="0"/>
                <a:cs typeface="Hack" panose="020B0609030202020204" pitchFamily="49" charset="0"/>
              </a:rPr>
              <a:t>\W </a:t>
            </a:r>
            <a:r>
              <a:rPr lang="en-US" sz="1800" spc="-4" dirty="0">
                <a:solidFill>
                  <a:srgbClr val="2D2C2C"/>
                </a:solidFill>
                <a:latin typeface="+mn-lt"/>
                <a:ea typeface="Hack" panose="020B0609030202020204" pitchFamily="49" charset="0"/>
                <a:cs typeface="Segoe UI"/>
              </a:rPr>
              <a:t>matches any non-alphanumeric character.</a:t>
            </a:r>
          </a:p>
          <a:p>
            <a:pPr marL="289957" indent="-280154">
              <a:spcBef>
                <a:spcPts val="569"/>
              </a:spcBef>
              <a:buClr>
                <a:srgbClr val="000000"/>
              </a:buClr>
              <a:buFont typeface="Arial"/>
              <a:buChar char="•"/>
              <a:tabLst>
                <a:tab pos="289957" algn="l"/>
                <a:tab pos="290473" algn="l"/>
              </a:tabLst>
            </a:pPr>
            <a:r>
              <a:rPr lang="en-US" sz="1800" b="1" spc="-4" dirty="0">
                <a:solidFill>
                  <a:srgbClr val="7030A0"/>
                </a:solidFill>
                <a:latin typeface="Hack" panose="020B0609030202020204" pitchFamily="49" charset="0"/>
                <a:ea typeface="Hack" panose="020B0609030202020204" pitchFamily="49" charset="0"/>
                <a:cs typeface="Hack" panose="020B0609030202020204" pitchFamily="49" charset="0"/>
              </a:rPr>
              <a:t>\s </a:t>
            </a:r>
            <a:r>
              <a:rPr lang="en-US" sz="1800" spc="-4" dirty="0">
                <a:solidFill>
                  <a:srgbClr val="2D2C2C"/>
                </a:solidFill>
                <a:latin typeface="+mn-lt"/>
                <a:ea typeface="Hack" panose="020B0609030202020204" pitchFamily="49" charset="0"/>
                <a:cs typeface="Segoe UI"/>
              </a:rPr>
              <a:t>matches any whitespace character.</a:t>
            </a:r>
          </a:p>
          <a:p>
            <a:pPr marL="289957" indent="-280154">
              <a:spcBef>
                <a:spcPts val="569"/>
              </a:spcBef>
              <a:buClr>
                <a:srgbClr val="000000"/>
              </a:buClr>
              <a:buFont typeface="Arial"/>
              <a:buChar char="•"/>
              <a:tabLst>
                <a:tab pos="289957" algn="l"/>
                <a:tab pos="290473" algn="l"/>
              </a:tabLst>
            </a:pPr>
            <a:r>
              <a:rPr lang="en-US" sz="1800" b="1" spc="-4" dirty="0">
                <a:solidFill>
                  <a:srgbClr val="7030A0"/>
                </a:solidFill>
                <a:latin typeface="Hack" panose="020B0609030202020204" pitchFamily="49" charset="0"/>
                <a:ea typeface="Hack" panose="020B0609030202020204" pitchFamily="49" charset="0"/>
                <a:cs typeface="Hack" panose="020B0609030202020204" pitchFamily="49" charset="0"/>
              </a:rPr>
              <a:t>\S </a:t>
            </a:r>
            <a:r>
              <a:rPr lang="en-US" sz="1800" spc="-4" dirty="0">
                <a:solidFill>
                  <a:srgbClr val="2D2C2C"/>
                </a:solidFill>
                <a:latin typeface="+mn-lt"/>
                <a:ea typeface="Hack" panose="020B0609030202020204" pitchFamily="49" charset="0"/>
                <a:cs typeface="Segoe UI"/>
              </a:rPr>
              <a:t>matches any non-whitespace character.</a:t>
            </a:r>
          </a:p>
          <a:p>
            <a:endParaRPr lang="en-GB" sz="180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GB" smtClean="0"/>
              <a:pPr/>
              <a:t>12</a:t>
            </a:fld>
            <a:endParaRPr lang="en-GB"/>
          </a:p>
        </p:txBody>
      </p:sp>
    </p:spTree>
    <p:extLst>
      <p:ext uri="{BB962C8B-B14F-4D97-AF65-F5344CB8AC3E}">
        <p14:creationId xmlns:p14="http://schemas.microsoft.com/office/powerpoint/2010/main" val="39068770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ED32BBC-8A3B-5FB1-DB0F-B65F461BDA2D}"/>
              </a:ext>
            </a:extLst>
          </p:cNvPr>
          <p:cNvSpPr>
            <a:spLocks noGrp="1"/>
          </p:cNvSpPr>
          <p:nvPr>
            <p:ph type="ctrTitle"/>
          </p:nvPr>
        </p:nvSpPr>
        <p:spPr/>
        <p:txBody>
          <a:bodyPr/>
          <a:lstStyle/>
          <a:p>
            <a:r>
              <a:rPr lang="en-GB" dirty="0"/>
              <a:t>Multipliers</a:t>
            </a:r>
          </a:p>
        </p:txBody>
      </p:sp>
      <p:sp>
        <p:nvSpPr>
          <p:cNvPr id="3" name="Subtitle 2">
            <a:extLst>
              <a:ext uri="{FF2B5EF4-FFF2-40B4-BE49-F238E27FC236}">
                <a16:creationId xmlns:a16="http://schemas.microsoft.com/office/drawing/2014/main" id="{43BA25DE-5708-EB47-79D7-D720EBA26112}"/>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3798064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756C489-753E-7348-B4C3-E82C23D6E798}"/>
              </a:ext>
            </a:extLst>
          </p:cNvPr>
          <p:cNvSpPr>
            <a:spLocks noGrp="1"/>
          </p:cNvSpPr>
          <p:nvPr>
            <p:ph type="ctrTitle"/>
          </p:nvPr>
        </p:nvSpPr>
        <p:spPr/>
        <p:txBody>
          <a:bodyPr/>
          <a:lstStyle/>
          <a:p>
            <a:r>
              <a:rPr lang="en-GB" dirty="0"/>
              <a:t>Multiply regular expressions</a:t>
            </a:r>
            <a:endParaRPr lang="en-GB" sz="280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type="body" sz="quarter" idx="14"/>
          </p:nvPr>
        </p:nvSpPr>
        <p:spPr/>
        <p:txBody>
          <a:bodyPr/>
          <a:lstStyle/>
          <a:p>
            <a:pPr marL="289957" indent="-280154">
              <a:spcBef>
                <a:spcPts val="569"/>
              </a:spcBef>
              <a:buClr>
                <a:srgbClr val="000000"/>
              </a:buClr>
              <a:buFont typeface="Arial"/>
              <a:buChar char="•"/>
              <a:tabLst>
                <a:tab pos="289957" algn="l"/>
                <a:tab pos="290473" algn="l"/>
              </a:tabLst>
            </a:pPr>
            <a:r>
              <a:rPr lang="en-US" sz="1800" spc="-4" dirty="0">
                <a:solidFill>
                  <a:srgbClr val="2D2C2C"/>
                </a:solidFill>
                <a:latin typeface="+mn-lt"/>
                <a:cs typeface="Segoe UI"/>
              </a:rPr>
              <a:t>To match multiple copies of an RE  in a row we could simply type them in several times.</a:t>
            </a:r>
          </a:p>
          <a:p>
            <a:pPr marL="289957" indent="-280154">
              <a:spcBef>
                <a:spcPts val="569"/>
              </a:spcBef>
              <a:buClr>
                <a:srgbClr val="000000"/>
              </a:buClr>
              <a:buFont typeface="Arial"/>
              <a:buChar char="•"/>
              <a:tabLst>
                <a:tab pos="289957" algn="l"/>
                <a:tab pos="290473" algn="l"/>
              </a:tabLst>
            </a:pPr>
            <a:r>
              <a:rPr lang="en-US" sz="1800" spc="-4" dirty="0">
                <a:solidFill>
                  <a:srgbClr val="2D2C2C"/>
                </a:solidFill>
                <a:latin typeface="+mn-lt"/>
                <a:ea typeface="Hack" panose="020B0609030202020204" pitchFamily="49" charset="0"/>
                <a:cs typeface="Segoe UI"/>
              </a:rPr>
              <a:t>But we can multiply them.</a:t>
            </a:r>
          </a:p>
          <a:p>
            <a:pPr marL="469953" lvl="1" indent="-280154">
              <a:spcBef>
                <a:spcPts val="569"/>
              </a:spcBef>
              <a:buClr>
                <a:srgbClr val="000000"/>
              </a:buClr>
              <a:buFont typeface="Arial"/>
              <a:buChar char="•"/>
              <a:tabLst>
                <a:tab pos="289957" algn="l"/>
                <a:tab pos="290473" algn="l"/>
              </a:tabLst>
            </a:pPr>
            <a:r>
              <a:rPr lang="en-US" sz="1800" spc="-4" dirty="0">
                <a:solidFill>
                  <a:srgbClr val="2D2C2C"/>
                </a:solidFill>
                <a:latin typeface="+mn-lt"/>
                <a:ea typeface="Hack" panose="020B0609030202020204" pitchFamily="49" charset="0"/>
                <a:cs typeface="Segoe UI"/>
              </a:rPr>
              <a:t>The asterisk </a:t>
            </a:r>
            <a:r>
              <a:rPr lang="en-US" sz="1800" b="1" spc="-4"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z="1800" spc="-4" dirty="0">
                <a:solidFill>
                  <a:srgbClr val="2D2C2C"/>
                </a:solidFill>
                <a:latin typeface="+mn-lt"/>
                <a:ea typeface="Hack" panose="020B0609030202020204" pitchFamily="49" charset="0"/>
                <a:cs typeface="Segoe UI"/>
              </a:rPr>
              <a:t> means </a:t>
            </a:r>
            <a:r>
              <a:rPr lang="en-US" sz="1800" b="1" spc="-4" dirty="0">
                <a:solidFill>
                  <a:srgbClr val="2D2C2C"/>
                </a:solidFill>
                <a:latin typeface="+mn-lt"/>
                <a:ea typeface="Hack" panose="020B0609030202020204" pitchFamily="49" charset="0"/>
                <a:cs typeface="Segoe UI"/>
              </a:rPr>
              <a:t>0</a:t>
            </a:r>
            <a:r>
              <a:rPr lang="en-US" sz="1800" spc="-4" dirty="0">
                <a:solidFill>
                  <a:srgbClr val="2D2C2C"/>
                </a:solidFill>
                <a:latin typeface="+mn-lt"/>
                <a:ea typeface="Hack" panose="020B0609030202020204" pitchFamily="49" charset="0"/>
                <a:cs typeface="Segoe UI"/>
              </a:rPr>
              <a:t> or more i.e., 0 or more a’s </a:t>
            </a:r>
            <a:r>
              <a:rPr lang="en-US" sz="1800" b="1" spc="-4" dirty="0">
                <a:solidFill>
                  <a:srgbClr val="7030A0"/>
                </a:solidFill>
                <a:latin typeface="Hack" panose="020B0609030202020204" pitchFamily="49" charset="0"/>
                <a:ea typeface="Hack" panose="020B0609030202020204" pitchFamily="49" charset="0"/>
                <a:cs typeface="Hack" panose="020B0609030202020204" pitchFamily="49" charset="0"/>
              </a:rPr>
              <a:t>a*</a:t>
            </a:r>
            <a:r>
              <a:rPr lang="en-US" spc="-4" dirty="0">
                <a:solidFill>
                  <a:srgbClr val="2D2C2C"/>
                </a:solidFill>
                <a:cs typeface="Segoe UI"/>
              </a:rPr>
              <a:t>.</a:t>
            </a:r>
          </a:p>
          <a:p>
            <a:pPr marL="289957" indent="-280154">
              <a:spcBef>
                <a:spcPts val="569"/>
              </a:spcBef>
              <a:buClr>
                <a:srgbClr val="000000"/>
              </a:buClr>
              <a:buFont typeface="Arial"/>
              <a:buChar char="•"/>
              <a:tabLst>
                <a:tab pos="289957" algn="l"/>
                <a:tab pos="290473" algn="l"/>
              </a:tabLst>
            </a:pPr>
            <a:r>
              <a:rPr lang="en-US" sz="1800" spc="-4" dirty="0">
                <a:solidFill>
                  <a:srgbClr val="2D2C2C"/>
                </a:solidFill>
                <a:latin typeface="+mn-lt"/>
                <a:ea typeface="Hack" panose="020B0609030202020204" pitchFamily="49" charset="0"/>
                <a:cs typeface="Segoe UI"/>
              </a:rPr>
              <a:t>Using braces, we can be more specific about how many:</a:t>
            </a:r>
          </a:p>
          <a:p>
            <a:pPr marL="469953" lvl="1" indent="-280154">
              <a:spcBef>
                <a:spcPts val="569"/>
              </a:spcBef>
              <a:buClr>
                <a:srgbClr val="000000"/>
              </a:buClr>
              <a:buFont typeface="Arial"/>
              <a:buChar char="•"/>
              <a:tabLst>
                <a:tab pos="289957" algn="l"/>
                <a:tab pos="290473" algn="l"/>
              </a:tabLst>
            </a:pPr>
            <a:r>
              <a:rPr lang="en-US" sz="1800" b="1" spc="-4" dirty="0">
                <a:solidFill>
                  <a:srgbClr val="7030A0"/>
                </a:solidFill>
                <a:latin typeface="Hack" panose="020B0609030202020204" pitchFamily="49" charset="0"/>
                <a:ea typeface="Hack" panose="020B0609030202020204" pitchFamily="49" charset="0"/>
                <a:cs typeface="Hack" panose="020B0609030202020204" pitchFamily="49" charset="0"/>
              </a:rPr>
              <a:t>a\{5\} </a:t>
            </a:r>
            <a:r>
              <a:rPr lang="en-US" sz="1800" spc="-4" dirty="0">
                <a:solidFill>
                  <a:srgbClr val="2D2C2C"/>
                </a:solidFill>
                <a:latin typeface="+mn-lt"/>
                <a:ea typeface="Hack" panose="020B0609030202020204" pitchFamily="49" charset="0"/>
                <a:cs typeface="Segoe UI"/>
              </a:rPr>
              <a:t>means exactly five </a:t>
            </a:r>
            <a:r>
              <a:rPr lang="en-US" sz="1800" b="1" spc="-4" dirty="0">
                <a:solidFill>
                  <a:srgbClr val="2D2C2C"/>
                </a:solidFill>
                <a:latin typeface="+mn-lt"/>
                <a:ea typeface="Hack" panose="020B0609030202020204" pitchFamily="49" charset="0"/>
                <a:cs typeface="Segoe UI"/>
              </a:rPr>
              <a:t>a</a:t>
            </a:r>
            <a:r>
              <a:rPr lang="en-US" sz="1800" spc="-4" dirty="0">
                <a:solidFill>
                  <a:srgbClr val="2D2C2C"/>
                </a:solidFill>
                <a:latin typeface="+mn-lt"/>
                <a:ea typeface="Hack" panose="020B0609030202020204" pitchFamily="49" charset="0"/>
                <a:cs typeface="Segoe UI"/>
              </a:rPr>
              <a:t>’s.</a:t>
            </a:r>
          </a:p>
          <a:p>
            <a:pPr marL="469953" lvl="1" indent="-280154">
              <a:spcBef>
                <a:spcPts val="569"/>
              </a:spcBef>
              <a:buClr>
                <a:srgbClr val="000000"/>
              </a:buClr>
              <a:buFont typeface="Arial"/>
              <a:buChar char="•"/>
              <a:tabLst>
                <a:tab pos="289957" algn="l"/>
                <a:tab pos="290473" algn="l"/>
              </a:tabLst>
            </a:pPr>
            <a:r>
              <a:rPr lang="en-US" sz="1800" b="1" spc="-4" dirty="0">
                <a:solidFill>
                  <a:srgbClr val="7030A0"/>
                </a:solidFill>
                <a:latin typeface="Hack" panose="020B0609030202020204" pitchFamily="49" charset="0"/>
                <a:ea typeface="Hack" panose="020B0609030202020204" pitchFamily="49" charset="0"/>
                <a:cs typeface="Hack" panose="020B0609030202020204" pitchFamily="49" charset="0"/>
              </a:rPr>
              <a:t>a\{,5\} </a:t>
            </a:r>
            <a:r>
              <a:rPr lang="en-US" sz="1800" spc="-4" dirty="0">
                <a:solidFill>
                  <a:srgbClr val="2D2C2C"/>
                </a:solidFill>
                <a:latin typeface="+mn-lt"/>
                <a:ea typeface="Hack" panose="020B0609030202020204" pitchFamily="49" charset="0"/>
                <a:cs typeface="Segoe UI"/>
              </a:rPr>
              <a:t>means up to five </a:t>
            </a:r>
            <a:r>
              <a:rPr lang="en-US" sz="1800" b="1" spc="-4" dirty="0">
                <a:solidFill>
                  <a:srgbClr val="2D2C2C"/>
                </a:solidFill>
                <a:latin typeface="+mn-lt"/>
                <a:ea typeface="Hack" panose="020B0609030202020204" pitchFamily="49" charset="0"/>
                <a:cs typeface="Segoe UI"/>
              </a:rPr>
              <a:t>a</a:t>
            </a:r>
            <a:r>
              <a:rPr lang="en-US" sz="1800" spc="-4" dirty="0">
                <a:solidFill>
                  <a:srgbClr val="2D2C2C"/>
                </a:solidFill>
                <a:latin typeface="+mn-lt"/>
                <a:ea typeface="Hack" panose="020B0609030202020204" pitchFamily="49" charset="0"/>
                <a:cs typeface="Segoe UI"/>
              </a:rPr>
              <a:t>’s.</a:t>
            </a:r>
          </a:p>
          <a:p>
            <a:pPr marL="469953" lvl="1" indent="-280154">
              <a:spcBef>
                <a:spcPts val="569"/>
              </a:spcBef>
              <a:buClr>
                <a:srgbClr val="000000"/>
              </a:buClr>
              <a:buFont typeface="Arial"/>
              <a:buChar char="•"/>
              <a:tabLst>
                <a:tab pos="289957" algn="l"/>
                <a:tab pos="290473" algn="l"/>
              </a:tabLst>
            </a:pPr>
            <a:r>
              <a:rPr lang="en-US" sz="1800" b="1" spc="-4" dirty="0">
                <a:solidFill>
                  <a:srgbClr val="7030A0"/>
                </a:solidFill>
                <a:latin typeface="Hack" panose="020B0609030202020204" pitchFamily="49" charset="0"/>
                <a:ea typeface="Hack" panose="020B0609030202020204" pitchFamily="49" charset="0"/>
                <a:cs typeface="Hack" panose="020B0609030202020204" pitchFamily="49" charset="0"/>
              </a:rPr>
              <a:t>a\{5,\} </a:t>
            </a:r>
            <a:r>
              <a:rPr lang="en-US" sz="1800" spc="-4" dirty="0">
                <a:solidFill>
                  <a:srgbClr val="2D2C2C"/>
                </a:solidFill>
                <a:latin typeface="+mn-lt"/>
                <a:ea typeface="Hack" panose="020B0609030202020204" pitchFamily="49" charset="0"/>
                <a:cs typeface="Segoe UI"/>
              </a:rPr>
              <a:t>means five or more </a:t>
            </a:r>
            <a:r>
              <a:rPr lang="en-US" sz="1800" b="1" spc="-4" dirty="0">
                <a:solidFill>
                  <a:srgbClr val="2D2C2C"/>
                </a:solidFill>
                <a:latin typeface="+mn-lt"/>
                <a:ea typeface="Hack" panose="020B0609030202020204" pitchFamily="49" charset="0"/>
                <a:cs typeface="Segoe UI"/>
              </a:rPr>
              <a:t>a</a:t>
            </a:r>
            <a:r>
              <a:rPr lang="en-US" sz="1800" spc="-4" dirty="0">
                <a:solidFill>
                  <a:srgbClr val="2D2C2C"/>
                </a:solidFill>
                <a:latin typeface="+mn-lt"/>
                <a:ea typeface="Hack" panose="020B0609030202020204" pitchFamily="49" charset="0"/>
                <a:cs typeface="Segoe UI"/>
              </a:rPr>
              <a:t>’s.</a:t>
            </a:r>
          </a:p>
          <a:p>
            <a:pPr marL="469953" lvl="1" indent="-280154">
              <a:spcBef>
                <a:spcPts val="569"/>
              </a:spcBef>
              <a:buClr>
                <a:srgbClr val="000000"/>
              </a:buClr>
              <a:buFont typeface="Arial"/>
              <a:buChar char="•"/>
              <a:tabLst>
                <a:tab pos="289957" algn="l"/>
                <a:tab pos="290473" algn="l"/>
              </a:tabLst>
            </a:pPr>
            <a:r>
              <a:rPr lang="en-US" sz="1800" b="1" spc="-4" dirty="0">
                <a:solidFill>
                  <a:srgbClr val="7030A0"/>
                </a:solidFill>
                <a:latin typeface="Hack" panose="020B0609030202020204" pitchFamily="49" charset="0"/>
                <a:ea typeface="Hack" panose="020B0609030202020204" pitchFamily="49" charset="0"/>
                <a:cs typeface="Hack" panose="020B0609030202020204" pitchFamily="49" charset="0"/>
              </a:rPr>
              <a:t>a\{2,5\} </a:t>
            </a:r>
            <a:r>
              <a:rPr lang="en-US" sz="1800" spc="-4" dirty="0">
                <a:solidFill>
                  <a:srgbClr val="2D2C2C"/>
                </a:solidFill>
                <a:latin typeface="+mn-lt"/>
                <a:ea typeface="Hack" panose="020B0609030202020204" pitchFamily="49" charset="0"/>
                <a:cs typeface="Segoe UI"/>
              </a:rPr>
              <a:t>means between two and  five </a:t>
            </a:r>
            <a:r>
              <a:rPr lang="en-US" sz="1800" b="1" spc="-4" dirty="0">
                <a:solidFill>
                  <a:srgbClr val="2D2C2C"/>
                </a:solidFill>
                <a:latin typeface="+mn-lt"/>
                <a:ea typeface="Hack" panose="020B0609030202020204" pitchFamily="49" charset="0"/>
                <a:cs typeface="Segoe UI"/>
              </a:rPr>
              <a:t>a</a:t>
            </a:r>
            <a:r>
              <a:rPr lang="en-US" sz="1800" spc="-4" dirty="0">
                <a:solidFill>
                  <a:srgbClr val="2D2C2C"/>
                </a:solidFill>
                <a:latin typeface="+mn-lt"/>
                <a:ea typeface="Hack" panose="020B0609030202020204" pitchFamily="49" charset="0"/>
                <a:cs typeface="Segoe UI"/>
              </a:rPr>
              <a:t>’s.</a:t>
            </a:r>
          </a:p>
          <a:p>
            <a:pPr marL="289957" indent="-280154">
              <a:spcBef>
                <a:spcPts val="569"/>
              </a:spcBef>
              <a:buClr>
                <a:srgbClr val="000000"/>
              </a:buClr>
              <a:buFont typeface="Arial"/>
              <a:buChar char="•"/>
              <a:tabLst>
                <a:tab pos="289957" algn="l"/>
                <a:tab pos="290473" algn="l"/>
              </a:tabLst>
            </a:pPr>
            <a:r>
              <a:rPr lang="en-US" sz="1800" spc="-4" dirty="0">
                <a:solidFill>
                  <a:srgbClr val="2D2C2C"/>
                </a:solidFill>
                <a:latin typeface="+mn-lt"/>
                <a:ea typeface="Hack" panose="020B0609030202020204" pitchFamily="49" charset="0"/>
                <a:cs typeface="Segoe UI"/>
              </a:rPr>
              <a:t>Ordinarily the multiplies only effect the preceding character, if the RE is more that one character long enclose it within </a:t>
            </a:r>
            <a:r>
              <a:rPr lang="en-US" sz="1800" b="1" spc="-4" dirty="0">
                <a:solidFill>
                  <a:srgbClr val="7030A0"/>
                </a:solidFill>
                <a:latin typeface="Hack" panose="020B0609030202020204" pitchFamily="49" charset="0"/>
                <a:ea typeface="Hack" panose="020B0609030202020204" pitchFamily="49" charset="0"/>
                <a:cs typeface="Hack" panose="020B0609030202020204" pitchFamily="49" charset="0"/>
              </a:rPr>
              <a:t>\(\)</a:t>
            </a:r>
            <a:endParaRPr lang="en-US" sz="1800" spc="-4" dirty="0">
              <a:solidFill>
                <a:srgbClr val="2D2C2C"/>
              </a:solidFill>
              <a:latin typeface="+mn-lt"/>
              <a:ea typeface="Hack" panose="020B0609030202020204" pitchFamily="49" charset="0"/>
              <a:cs typeface="Segoe UI"/>
            </a:endParaRPr>
          </a:p>
          <a:p>
            <a:pPr marL="469953" lvl="1" indent="-280154">
              <a:spcBef>
                <a:spcPts val="569"/>
              </a:spcBef>
              <a:buClr>
                <a:srgbClr val="000000"/>
              </a:buClr>
              <a:buFont typeface="Arial"/>
              <a:buChar char="•"/>
              <a:tabLst>
                <a:tab pos="289957" algn="l"/>
                <a:tab pos="290473" algn="l"/>
              </a:tabLst>
            </a:pPr>
            <a:r>
              <a:rPr lang="en-US" sz="1800" b="1" spc="-4"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z="1800" b="1" spc="-4" dirty="0" err="1">
                <a:solidFill>
                  <a:srgbClr val="7030A0"/>
                </a:solidFill>
                <a:latin typeface="Hack" panose="020B0609030202020204" pitchFamily="49" charset="0"/>
                <a:ea typeface="Hack" panose="020B0609030202020204" pitchFamily="49" charset="0"/>
                <a:cs typeface="Hack" panose="020B0609030202020204" pitchFamily="49" charset="0"/>
              </a:rPr>
              <a:t>ing</a:t>
            </a:r>
            <a:r>
              <a:rPr lang="en-US" sz="1800" b="1" spc="-4" dirty="0">
                <a:solidFill>
                  <a:srgbClr val="7030A0"/>
                </a:solidFill>
                <a:latin typeface="Hack" panose="020B0609030202020204" pitchFamily="49" charset="0"/>
                <a:ea typeface="Hack" panose="020B0609030202020204" pitchFamily="49" charset="0"/>
                <a:cs typeface="Hack" panose="020B0609030202020204" pitchFamily="49" charset="0"/>
              </a:rPr>
              <a:t>\)\{1,2\} </a:t>
            </a:r>
            <a:r>
              <a:rPr lang="en-US" sz="1800" spc="-4" dirty="0">
                <a:solidFill>
                  <a:srgbClr val="2D2C2C"/>
                </a:solidFill>
                <a:latin typeface="+mn-lt"/>
                <a:ea typeface="Hack" panose="020B0609030202020204" pitchFamily="49" charset="0"/>
                <a:cs typeface="Segoe UI"/>
              </a:rPr>
              <a:t>means between one and two </a:t>
            </a:r>
            <a:r>
              <a:rPr lang="en-US" sz="1800" b="1" spc="-4" dirty="0" err="1">
                <a:solidFill>
                  <a:srgbClr val="2D2C2C"/>
                </a:solidFill>
                <a:latin typeface="+mn-lt"/>
                <a:ea typeface="Hack" panose="020B0609030202020204" pitchFamily="49" charset="0"/>
                <a:cs typeface="Segoe UI"/>
              </a:rPr>
              <a:t>ing</a:t>
            </a:r>
            <a:r>
              <a:rPr lang="en-US" sz="1800" spc="-4" dirty="0" err="1">
                <a:solidFill>
                  <a:srgbClr val="2D2C2C"/>
                </a:solidFill>
                <a:latin typeface="+mn-lt"/>
                <a:ea typeface="Hack" panose="020B0609030202020204" pitchFamily="49" charset="0"/>
                <a:cs typeface="Segoe UI"/>
              </a:rPr>
              <a:t>’s</a:t>
            </a:r>
            <a:r>
              <a:rPr lang="en-US" sz="1800" spc="-4" dirty="0">
                <a:solidFill>
                  <a:srgbClr val="2D2C2C"/>
                </a:solidFill>
                <a:latin typeface="+mn-lt"/>
                <a:ea typeface="Hack" panose="020B0609030202020204" pitchFamily="49" charset="0"/>
                <a:cs typeface="Segoe UI"/>
              </a:rPr>
              <a:t> in a row.</a:t>
            </a:r>
            <a:endParaRPr lang="en-US" sz="1800" dirty="0">
              <a:cs typeface="Segoe UI"/>
            </a:endParaRPr>
          </a:p>
          <a:p>
            <a:endParaRPr lang="en-GB" sz="180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GB" smtClean="0"/>
              <a:pPr/>
              <a:t>14</a:t>
            </a:fld>
            <a:endParaRPr lang="en-GB"/>
          </a:p>
        </p:txBody>
      </p:sp>
    </p:spTree>
    <p:extLst>
      <p:ext uri="{BB962C8B-B14F-4D97-AF65-F5344CB8AC3E}">
        <p14:creationId xmlns:p14="http://schemas.microsoft.com/office/powerpoint/2010/main" val="1319538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B2B169FC-5B6A-7525-ED4C-94C2B5724059}"/>
              </a:ext>
            </a:extLst>
          </p:cNvPr>
          <p:cNvSpPr>
            <a:spLocks noGrp="1"/>
          </p:cNvSpPr>
          <p:nvPr>
            <p:ph type="ctrTitle"/>
          </p:nvPr>
        </p:nvSpPr>
        <p:spPr/>
        <p:txBody>
          <a:bodyPr/>
          <a:lstStyle/>
          <a:p>
            <a:r>
              <a:rPr lang="en-GB" dirty="0"/>
              <a:t>Knowledge check</a:t>
            </a:r>
            <a:endParaRPr lang="en-GB" sz="280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normAutofit/>
          </a:bodyPr>
          <a:lstStyle/>
          <a:p>
            <a:r>
              <a:rPr lang="en-US" sz="2000" spc="-4" dirty="0">
                <a:solidFill>
                  <a:srgbClr val="2D2C2C"/>
                </a:solidFill>
                <a:latin typeface="+mn-lt"/>
                <a:cs typeface="Segoe UI"/>
              </a:rPr>
              <a:t>What do the following </a:t>
            </a:r>
            <a:r>
              <a:rPr lang="en-US" sz="2000" b="1" spc="-4" dirty="0">
                <a:solidFill>
                  <a:srgbClr val="7030A0"/>
                </a:solidFill>
                <a:latin typeface="+mn-lt"/>
                <a:cs typeface="Segoe UI"/>
              </a:rPr>
              <a:t>RE</a:t>
            </a:r>
            <a:r>
              <a:rPr lang="en-US" sz="2000" spc="-4" dirty="0">
                <a:solidFill>
                  <a:srgbClr val="2D2C2C"/>
                </a:solidFill>
                <a:latin typeface="+mn-lt"/>
                <a:cs typeface="Segoe UI"/>
              </a:rPr>
              <a:t>s mean?</a:t>
            </a:r>
            <a:endParaRPr lang="en-US" sz="2000" dirty="0">
              <a:cs typeface="Segoe UI"/>
            </a:endParaRPr>
          </a:p>
          <a:p>
            <a:endParaRPr lang="en-GB" sz="200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GB" smtClean="0"/>
              <a:pPr/>
              <a:t>15</a:t>
            </a:fld>
            <a:endParaRPr lang="en-GB"/>
          </a:p>
        </p:txBody>
      </p:sp>
      <p:grpSp>
        <p:nvGrpSpPr>
          <p:cNvPr id="16" name="Group 15">
            <a:extLst>
              <a:ext uri="{FF2B5EF4-FFF2-40B4-BE49-F238E27FC236}">
                <a16:creationId xmlns:a16="http://schemas.microsoft.com/office/drawing/2014/main" id="{D9CA12C1-DE3D-D37A-BF61-C5F7C527740A}"/>
              </a:ext>
            </a:extLst>
          </p:cNvPr>
          <p:cNvGrpSpPr/>
          <p:nvPr/>
        </p:nvGrpSpPr>
        <p:grpSpPr>
          <a:xfrm>
            <a:off x="668812" y="2519679"/>
            <a:ext cx="6867395" cy="3851818"/>
            <a:chOff x="668812" y="2519679"/>
            <a:chExt cx="6867395" cy="3851818"/>
          </a:xfrm>
        </p:grpSpPr>
        <p:sp>
          <p:nvSpPr>
            <p:cNvPr id="3" name="object 5">
              <a:extLst>
                <a:ext uri="{FF2B5EF4-FFF2-40B4-BE49-F238E27FC236}">
                  <a16:creationId xmlns:a16="http://schemas.microsoft.com/office/drawing/2014/main" id="{D1895DAE-E3D8-49E8-1E45-68215BECA9E1}"/>
                </a:ext>
              </a:extLst>
            </p:cNvPr>
            <p:cNvSpPr txBox="1"/>
            <p:nvPr/>
          </p:nvSpPr>
          <p:spPr>
            <a:xfrm>
              <a:off x="1176629" y="2556102"/>
              <a:ext cx="6359578" cy="3771078"/>
            </a:xfrm>
            <a:prstGeom prst="rect">
              <a:avLst/>
            </a:prstGeom>
            <a:solidFill>
              <a:srgbClr val="03EAB3"/>
            </a:solidFill>
            <a:ln w="12600">
              <a:solidFill>
                <a:srgbClr val="000000"/>
              </a:solidFill>
            </a:ln>
          </p:spPr>
          <p:txBody>
            <a:bodyPr vert="horz" wrap="square" lIns="0" tIns="12383" rIns="0" bIns="0" rtlCol="0">
              <a:spAutoFit/>
            </a:bodyPr>
            <a:lstStyle/>
            <a:p>
              <a:pPr marL="218758">
                <a:spcBef>
                  <a:spcPts val="98"/>
                </a:spcBef>
              </a:pPr>
              <a:r>
                <a:rPr b="1" spc="-8" dirty="0">
                  <a:latin typeface="Hack" panose="020B0609030202020204" pitchFamily="49" charset="0"/>
                  <a:ea typeface="Hack" panose="020B0609030202020204" pitchFamily="49" charset="0"/>
                  <a:cs typeface="Hack" panose="020B0609030202020204" pitchFamily="49" charset="0"/>
                </a:rPr>
                <a:t>[cC]hapter[1-9]</a:t>
              </a:r>
              <a:endParaRPr lang="en-GB" b="1" spc="-8" dirty="0">
                <a:latin typeface="Hack" panose="020B0609030202020204" pitchFamily="49" charset="0"/>
                <a:ea typeface="Hack" panose="020B0609030202020204" pitchFamily="49" charset="0"/>
                <a:cs typeface="Hack" panose="020B0609030202020204" pitchFamily="49" charset="0"/>
              </a:endParaRPr>
            </a:p>
            <a:p>
              <a:pPr marL="218758">
                <a:spcBef>
                  <a:spcPts val="98"/>
                </a:spcBef>
              </a:pPr>
              <a:endParaRPr lang="en-GB" b="1" spc="-8" dirty="0">
                <a:latin typeface="Hack" panose="020B0609030202020204" pitchFamily="49" charset="0"/>
                <a:ea typeface="Hack" panose="020B0609030202020204" pitchFamily="49" charset="0"/>
                <a:cs typeface="Hack" panose="020B0609030202020204" pitchFamily="49" charset="0"/>
              </a:endParaRPr>
            </a:p>
            <a:p>
              <a:pPr marL="218758">
                <a:spcBef>
                  <a:spcPts val="98"/>
                </a:spcBef>
              </a:pPr>
              <a:r>
                <a:rPr b="1" spc="-8" dirty="0">
                  <a:latin typeface="Hack" panose="020B0609030202020204" pitchFamily="49" charset="0"/>
                  <a:ea typeface="Hack" panose="020B0609030202020204" pitchFamily="49" charset="0"/>
                  <a:cs typeface="Hack" panose="020B0609030202020204" pitchFamily="49" charset="0"/>
                </a:rPr>
                <a:t>[cC]hap[0-9]\{1,3\}</a:t>
              </a:r>
              <a:endParaRPr lang="en-GB" b="1" spc="-8" dirty="0">
                <a:latin typeface="Hack" panose="020B0609030202020204" pitchFamily="49" charset="0"/>
                <a:ea typeface="Hack" panose="020B0609030202020204" pitchFamily="49" charset="0"/>
                <a:cs typeface="Hack" panose="020B0609030202020204" pitchFamily="49" charset="0"/>
              </a:endParaRPr>
            </a:p>
            <a:p>
              <a:pPr marL="218758">
                <a:spcBef>
                  <a:spcPts val="98"/>
                </a:spcBef>
              </a:pPr>
              <a:endParaRPr lang="en-GB" b="1" spc="-8" dirty="0">
                <a:latin typeface="Hack" panose="020B0609030202020204" pitchFamily="49" charset="0"/>
                <a:ea typeface="Hack" panose="020B0609030202020204" pitchFamily="49" charset="0"/>
                <a:cs typeface="Hack" panose="020B0609030202020204" pitchFamily="49" charset="0"/>
              </a:endParaRPr>
            </a:p>
            <a:p>
              <a:pPr marL="218758">
                <a:spcBef>
                  <a:spcPts val="98"/>
                </a:spcBef>
              </a:pPr>
              <a:r>
                <a:rPr b="1" spc="-4" dirty="0">
                  <a:latin typeface="Hack" panose="020B0609030202020204" pitchFamily="49" charset="0"/>
                  <a:ea typeface="Hack" panose="020B0609030202020204" pitchFamily="49" charset="0"/>
                  <a:cs typeface="Hack" panose="020B0609030202020204" pitchFamily="49" charset="0"/>
                </a:rPr>
                <a:t>^$</a:t>
              </a:r>
              <a:endParaRPr lang="en-GB" b="1" spc="-4" dirty="0">
                <a:latin typeface="Hack" panose="020B0609030202020204" pitchFamily="49" charset="0"/>
                <a:ea typeface="Hack" panose="020B0609030202020204" pitchFamily="49" charset="0"/>
                <a:cs typeface="Hack" panose="020B0609030202020204" pitchFamily="49" charset="0"/>
              </a:endParaRPr>
            </a:p>
            <a:p>
              <a:pPr marL="218758">
                <a:spcBef>
                  <a:spcPts val="98"/>
                </a:spcBef>
              </a:pPr>
              <a:endParaRPr lang="en-GB" b="1" spc="-4" dirty="0">
                <a:latin typeface="Hack" panose="020B0609030202020204" pitchFamily="49" charset="0"/>
                <a:ea typeface="Hack" panose="020B0609030202020204" pitchFamily="49" charset="0"/>
                <a:cs typeface="Hack" panose="020B0609030202020204" pitchFamily="49" charset="0"/>
              </a:endParaRPr>
            </a:p>
            <a:p>
              <a:pPr marL="218758">
                <a:spcBef>
                  <a:spcPts val="98"/>
                </a:spcBef>
              </a:pPr>
              <a:r>
                <a:rPr b="1" spc="-4" dirty="0">
                  <a:latin typeface="Hack" panose="020B0609030202020204" pitchFamily="49" charset="0"/>
                  <a:ea typeface="Hack" panose="020B0609030202020204" pitchFamily="49" charset="0"/>
                  <a:cs typeface="Hack" panose="020B0609030202020204" pitchFamily="49" charset="0"/>
                </a:rPr>
                <a:t>statemen</a:t>
              </a:r>
              <a:r>
                <a:rPr b="1" dirty="0">
                  <a:latin typeface="Hack" panose="020B0609030202020204" pitchFamily="49" charset="0"/>
                  <a:ea typeface="Hack" panose="020B0609030202020204" pitchFamily="49" charset="0"/>
                  <a:cs typeface="Hack" panose="020B0609030202020204" pitchFamily="49" charset="0"/>
                </a:rPr>
                <a:t>t</a:t>
              </a:r>
              <a:r>
                <a:rPr b="1" spc="-4" dirty="0">
                  <a:latin typeface="Hack" panose="020B0609030202020204" pitchFamily="49" charset="0"/>
                  <a:ea typeface="Hack" panose="020B0609030202020204" pitchFamily="49" charset="0"/>
                  <a:cs typeface="Hack" panose="020B0609030202020204" pitchFamily="49" charset="0"/>
                </a:rPr>
                <a:t>\</a:t>
              </a:r>
              <a:r>
                <a:rPr b="1" dirty="0">
                  <a:latin typeface="Hack" panose="020B0609030202020204" pitchFamily="49" charset="0"/>
                  <a:ea typeface="Hack" panose="020B0609030202020204" pitchFamily="49" charset="0"/>
                  <a:cs typeface="Hack" panose="020B0609030202020204" pitchFamily="49" charset="0"/>
                </a:rPr>
                <a:t>.</a:t>
              </a:r>
              <a:endParaRPr lang="en-GB" b="1" dirty="0">
                <a:latin typeface="Hack" panose="020B0609030202020204" pitchFamily="49" charset="0"/>
                <a:ea typeface="Hack" panose="020B0609030202020204" pitchFamily="49" charset="0"/>
                <a:cs typeface="Hack" panose="020B0609030202020204" pitchFamily="49" charset="0"/>
              </a:endParaRPr>
            </a:p>
            <a:p>
              <a:pPr marL="218758">
                <a:spcBef>
                  <a:spcPts val="98"/>
                </a:spcBef>
              </a:pPr>
              <a:endParaRPr lang="en-GB" b="1" dirty="0">
                <a:latin typeface="Hack" panose="020B0609030202020204" pitchFamily="49" charset="0"/>
                <a:ea typeface="Hack" panose="020B0609030202020204" pitchFamily="49" charset="0"/>
                <a:cs typeface="Hack" panose="020B0609030202020204" pitchFamily="49" charset="0"/>
              </a:endParaRPr>
            </a:p>
            <a:p>
              <a:pPr marL="218758">
                <a:spcBef>
                  <a:spcPts val="98"/>
                </a:spcBef>
              </a:pPr>
              <a:r>
                <a:rPr b="1" spc="-4" dirty="0">
                  <a:latin typeface="Hack" panose="020B0609030202020204" pitchFamily="49" charset="0"/>
                  <a:ea typeface="Hack" panose="020B0609030202020204" pitchFamily="49" charset="0"/>
                  <a:cs typeface="Hack" panose="020B0609030202020204" pitchFamily="49" charset="0"/>
                </a:rPr>
                <a:t>echo.*\\f</a:t>
              </a:r>
              <a:endParaRPr lang="en-GB" b="1" spc="-4" dirty="0">
                <a:latin typeface="Hack" panose="020B0609030202020204" pitchFamily="49" charset="0"/>
                <a:ea typeface="Hack" panose="020B0609030202020204" pitchFamily="49" charset="0"/>
                <a:cs typeface="Hack" panose="020B0609030202020204" pitchFamily="49" charset="0"/>
              </a:endParaRPr>
            </a:p>
            <a:p>
              <a:pPr marL="218758">
                <a:spcBef>
                  <a:spcPts val="98"/>
                </a:spcBef>
              </a:pPr>
              <a:endParaRPr lang="en-GB" b="1" spc="-4" dirty="0">
                <a:latin typeface="Hack" panose="020B0609030202020204" pitchFamily="49" charset="0"/>
                <a:ea typeface="Hack" panose="020B0609030202020204" pitchFamily="49" charset="0"/>
                <a:cs typeface="Hack" panose="020B0609030202020204" pitchFamily="49" charset="0"/>
              </a:endParaRPr>
            </a:p>
            <a:p>
              <a:pPr marL="218758">
                <a:spcBef>
                  <a:spcPts val="98"/>
                </a:spcBef>
              </a:pPr>
              <a:r>
                <a:rPr b="1" spc="-4" dirty="0">
                  <a:latin typeface="Hack" panose="020B0609030202020204" pitchFamily="49" charset="0"/>
                  <a:ea typeface="Hack" panose="020B0609030202020204" pitchFamily="49" charset="0"/>
                  <a:cs typeface="Hack" panose="020B0609030202020204" pitchFamily="49" charset="0"/>
                </a:rPr>
                <a:t>^...$</a:t>
              </a:r>
              <a:endParaRPr lang="en-GB" b="1" spc="-4" dirty="0">
                <a:latin typeface="Hack" panose="020B0609030202020204" pitchFamily="49" charset="0"/>
                <a:ea typeface="Hack" panose="020B0609030202020204" pitchFamily="49" charset="0"/>
                <a:cs typeface="Hack" panose="020B0609030202020204" pitchFamily="49" charset="0"/>
              </a:endParaRPr>
            </a:p>
            <a:p>
              <a:pPr marL="218758">
                <a:spcBef>
                  <a:spcPts val="98"/>
                </a:spcBef>
              </a:pPr>
              <a:endParaRPr lang="en-GB" b="1" spc="-4" dirty="0">
                <a:latin typeface="Hack" panose="020B0609030202020204" pitchFamily="49" charset="0"/>
                <a:ea typeface="Hack" panose="020B0609030202020204" pitchFamily="49" charset="0"/>
                <a:cs typeface="Hack" panose="020B0609030202020204" pitchFamily="49" charset="0"/>
              </a:endParaRPr>
            </a:p>
            <a:p>
              <a:pPr marL="218758">
                <a:spcBef>
                  <a:spcPts val="98"/>
                </a:spcBef>
              </a:pPr>
              <a:r>
                <a:rPr b="1" spc="-8" dirty="0">
                  <a:latin typeface="Hack" panose="020B0609030202020204" pitchFamily="49" charset="0"/>
                  <a:ea typeface="Hack" panose="020B0609030202020204" pitchFamily="49" charset="0"/>
                  <a:cs typeface="Hack" panose="020B0609030202020204" pitchFamily="49" charset="0"/>
                </a:rPr>
                <a:t>afford\(able\)*</a:t>
              </a:r>
              <a:endParaRPr b="1" dirty="0">
                <a:latin typeface="Hack" panose="020B0609030202020204" pitchFamily="49" charset="0"/>
                <a:ea typeface="Hack" panose="020B0609030202020204" pitchFamily="49" charset="0"/>
                <a:cs typeface="Hack" panose="020B0609030202020204" pitchFamily="49" charset="0"/>
              </a:endParaRPr>
            </a:p>
          </p:txBody>
        </p:sp>
        <p:grpSp>
          <p:nvGrpSpPr>
            <p:cNvPr id="4" name="Group 3">
              <a:extLst>
                <a:ext uri="{FF2B5EF4-FFF2-40B4-BE49-F238E27FC236}">
                  <a16:creationId xmlns:a16="http://schemas.microsoft.com/office/drawing/2014/main" id="{0E1EBCF4-5357-738B-DA0F-1EF97CE64E1D}"/>
                </a:ext>
              </a:extLst>
            </p:cNvPr>
            <p:cNvGrpSpPr/>
            <p:nvPr/>
          </p:nvGrpSpPr>
          <p:grpSpPr>
            <a:xfrm>
              <a:off x="668812" y="2519679"/>
              <a:ext cx="367979" cy="3851818"/>
              <a:chOff x="4838915" y="2856232"/>
              <a:chExt cx="341676" cy="3135658"/>
            </a:xfrm>
          </p:grpSpPr>
          <p:sp>
            <p:nvSpPr>
              <p:cNvPr id="7" name="Heptagon 6">
                <a:extLst>
                  <a:ext uri="{FF2B5EF4-FFF2-40B4-BE49-F238E27FC236}">
                    <a16:creationId xmlns:a16="http://schemas.microsoft.com/office/drawing/2014/main" id="{A4CE15D9-BD63-5EBE-7958-B032BD2866B0}"/>
                  </a:ext>
                </a:extLst>
              </p:cNvPr>
              <p:cNvSpPr/>
              <p:nvPr/>
            </p:nvSpPr>
            <p:spPr>
              <a:xfrm>
                <a:off x="4840530" y="2856232"/>
                <a:ext cx="324853" cy="300790"/>
              </a:xfrm>
              <a:prstGeom prst="heptagon">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b="1" dirty="0">
                    <a:solidFill>
                      <a:schemeClr val="tx1"/>
                    </a:solidFill>
                    <a:cs typeface="Arial" pitchFamily="34" charset="0"/>
                  </a:rPr>
                  <a:t>1</a:t>
                </a:r>
              </a:p>
            </p:txBody>
          </p:sp>
          <p:sp>
            <p:nvSpPr>
              <p:cNvPr id="8" name="Heptagon 7">
                <a:extLst>
                  <a:ext uri="{FF2B5EF4-FFF2-40B4-BE49-F238E27FC236}">
                    <a16:creationId xmlns:a16="http://schemas.microsoft.com/office/drawing/2014/main" id="{41C548EF-3519-CD40-C989-0F2635B86920}"/>
                  </a:ext>
                </a:extLst>
              </p:cNvPr>
              <p:cNvSpPr/>
              <p:nvPr/>
            </p:nvSpPr>
            <p:spPr>
              <a:xfrm>
                <a:off x="4840531" y="3316705"/>
                <a:ext cx="324853" cy="300790"/>
              </a:xfrm>
              <a:prstGeom prst="heptagon">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b="1" dirty="0">
                    <a:solidFill>
                      <a:schemeClr val="tx1"/>
                    </a:solidFill>
                    <a:cs typeface="Arial" pitchFamily="34" charset="0"/>
                  </a:rPr>
                  <a:t>2</a:t>
                </a:r>
              </a:p>
            </p:txBody>
          </p:sp>
          <p:sp>
            <p:nvSpPr>
              <p:cNvPr id="9" name="Heptagon 8">
                <a:extLst>
                  <a:ext uri="{FF2B5EF4-FFF2-40B4-BE49-F238E27FC236}">
                    <a16:creationId xmlns:a16="http://schemas.microsoft.com/office/drawing/2014/main" id="{AA62FFE3-E33C-07F4-16B9-130AF1575E2B}"/>
                  </a:ext>
                </a:extLst>
              </p:cNvPr>
              <p:cNvSpPr/>
              <p:nvPr/>
            </p:nvSpPr>
            <p:spPr>
              <a:xfrm>
                <a:off x="4838915" y="3788608"/>
                <a:ext cx="324853" cy="300790"/>
              </a:xfrm>
              <a:prstGeom prst="heptagon">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b="1" dirty="0">
                    <a:solidFill>
                      <a:schemeClr val="tx1"/>
                    </a:solidFill>
                    <a:cs typeface="Arial" pitchFamily="34" charset="0"/>
                  </a:rPr>
                  <a:t>3</a:t>
                </a:r>
              </a:p>
            </p:txBody>
          </p:sp>
          <p:sp>
            <p:nvSpPr>
              <p:cNvPr id="10" name="Heptagon 9">
                <a:extLst>
                  <a:ext uri="{FF2B5EF4-FFF2-40B4-BE49-F238E27FC236}">
                    <a16:creationId xmlns:a16="http://schemas.microsoft.com/office/drawing/2014/main" id="{112F0A37-A9D7-3F85-FF4C-917DAC4A03C2}"/>
                  </a:ext>
                </a:extLst>
              </p:cNvPr>
              <p:cNvSpPr/>
              <p:nvPr/>
            </p:nvSpPr>
            <p:spPr>
              <a:xfrm>
                <a:off x="4855738" y="4270453"/>
                <a:ext cx="324853" cy="300790"/>
              </a:xfrm>
              <a:prstGeom prst="heptagon">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b="1" dirty="0">
                    <a:solidFill>
                      <a:schemeClr val="tx1"/>
                    </a:solidFill>
                    <a:cs typeface="Arial" pitchFamily="34" charset="0"/>
                  </a:rPr>
                  <a:t>4</a:t>
                </a:r>
              </a:p>
            </p:txBody>
          </p:sp>
          <p:sp>
            <p:nvSpPr>
              <p:cNvPr id="11" name="Heptagon 10">
                <a:extLst>
                  <a:ext uri="{FF2B5EF4-FFF2-40B4-BE49-F238E27FC236}">
                    <a16:creationId xmlns:a16="http://schemas.microsoft.com/office/drawing/2014/main" id="{1AB415FF-EC6F-21DB-434A-4828C23C30AE}"/>
                  </a:ext>
                </a:extLst>
              </p:cNvPr>
              <p:cNvSpPr/>
              <p:nvPr/>
            </p:nvSpPr>
            <p:spPr>
              <a:xfrm>
                <a:off x="4840529" y="4739854"/>
                <a:ext cx="324853" cy="300790"/>
              </a:xfrm>
              <a:prstGeom prst="heptagon">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cs typeface="Arial" pitchFamily="34" charset="0"/>
                  </a:rPr>
                  <a:t>5</a:t>
                </a:r>
                <a:endParaRPr lang="en-GB" sz="1800" b="1" dirty="0">
                  <a:solidFill>
                    <a:schemeClr val="tx1"/>
                  </a:solidFill>
                  <a:cs typeface="Arial" pitchFamily="34" charset="0"/>
                </a:endParaRPr>
              </a:p>
            </p:txBody>
          </p:sp>
          <p:sp>
            <p:nvSpPr>
              <p:cNvPr id="12" name="Heptagon 11">
                <a:extLst>
                  <a:ext uri="{FF2B5EF4-FFF2-40B4-BE49-F238E27FC236}">
                    <a16:creationId xmlns:a16="http://schemas.microsoft.com/office/drawing/2014/main" id="{E6BDB6FE-83B2-469F-B192-C1146E011346}"/>
                  </a:ext>
                </a:extLst>
              </p:cNvPr>
              <p:cNvSpPr/>
              <p:nvPr/>
            </p:nvSpPr>
            <p:spPr>
              <a:xfrm>
                <a:off x="4855738" y="5196595"/>
                <a:ext cx="324853" cy="300790"/>
              </a:xfrm>
              <a:prstGeom prst="heptagon">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b="1" dirty="0">
                    <a:solidFill>
                      <a:schemeClr val="tx1"/>
                    </a:solidFill>
                    <a:cs typeface="Arial" pitchFamily="34" charset="0"/>
                  </a:rPr>
                  <a:t>6</a:t>
                </a:r>
              </a:p>
            </p:txBody>
          </p:sp>
          <p:sp>
            <p:nvSpPr>
              <p:cNvPr id="13" name="Heptagon 12">
                <a:extLst>
                  <a:ext uri="{FF2B5EF4-FFF2-40B4-BE49-F238E27FC236}">
                    <a16:creationId xmlns:a16="http://schemas.microsoft.com/office/drawing/2014/main" id="{97089D78-DBB6-0781-3F5A-33308D56E53D}"/>
                  </a:ext>
                </a:extLst>
              </p:cNvPr>
              <p:cNvSpPr/>
              <p:nvPr/>
            </p:nvSpPr>
            <p:spPr>
              <a:xfrm>
                <a:off x="4840528" y="5691100"/>
                <a:ext cx="324853" cy="300790"/>
              </a:xfrm>
              <a:prstGeom prst="heptagon">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b="1" dirty="0">
                    <a:solidFill>
                      <a:schemeClr val="tx1"/>
                    </a:solidFill>
                    <a:latin typeface="Arial" pitchFamily="34" charset="0"/>
                    <a:cs typeface="Arial" pitchFamily="34" charset="0"/>
                  </a:rPr>
                  <a:t>7</a:t>
                </a:r>
              </a:p>
            </p:txBody>
          </p:sp>
        </p:grpSp>
      </p:grpSp>
    </p:spTree>
    <p:extLst>
      <p:ext uri="{BB962C8B-B14F-4D97-AF65-F5344CB8AC3E}">
        <p14:creationId xmlns:p14="http://schemas.microsoft.com/office/powerpoint/2010/main" val="33831767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ED32BBC-8A3B-5FB1-DB0F-B65F461BDA2D}"/>
              </a:ext>
            </a:extLst>
          </p:cNvPr>
          <p:cNvSpPr>
            <a:spLocks noGrp="1"/>
          </p:cNvSpPr>
          <p:nvPr>
            <p:ph type="ctrTitle"/>
          </p:nvPr>
        </p:nvSpPr>
        <p:spPr/>
        <p:txBody>
          <a:bodyPr/>
          <a:lstStyle/>
          <a:p>
            <a:r>
              <a:rPr lang="en-GB" dirty="0"/>
              <a:t>Programs that use regular expressions</a:t>
            </a:r>
          </a:p>
        </p:txBody>
      </p:sp>
      <p:sp>
        <p:nvSpPr>
          <p:cNvPr id="3" name="Subtitle 2">
            <a:extLst>
              <a:ext uri="{FF2B5EF4-FFF2-40B4-BE49-F238E27FC236}">
                <a16:creationId xmlns:a16="http://schemas.microsoft.com/office/drawing/2014/main" id="{41CBA9ED-EBB1-DB86-01AC-8910DD8B7502}"/>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12295023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5DCA1A1-16D8-19EC-BC56-89CF04B47C73}"/>
              </a:ext>
            </a:extLst>
          </p:cNvPr>
          <p:cNvSpPr>
            <a:spLocks noGrp="1"/>
          </p:cNvSpPr>
          <p:nvPr>
            <p:ph type="ctrTitle"/>
          </p:nvPr>
        </p:nvSpPr>
        <p:spPr/>
        <p:txBody>
          <a:bodyPr/>
          <a:lstStyle/>
          <a:p>
            <a:r>
              <a:rPr lang="en-GB" dirty="0"/>
              <a:t>Programs</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type="body" sz="quarter" idx="14"/>
          </p:nvPr>
        </p:nvSpPr>
        <p:spPr/>
        <p:txBody>
          <a:bodyPr/>
          <a:lstStyle/>
          <a:p>
            <a:pPr marL="289957" indent="-280154">
              <a:spcBef>
                <a:spcPts val="569"/>
              </a:spcBef>
              <a:buClr>
                <a:srgbClr val="000000"/>
              </a:buClr>
              <a:buFont typeface="Arial"/>
              <a:buChar char="•"/>
              <a:tabLst>
                <a:tab pos="289957" algn="l"/>
                <a:tab pos="290473" algn="l"/>
              </a:tabLst>
            </a:pPr>
            <a:r>
              <a:rPr lang="en-US" sz="1800" spc="-4" dirty="0">
                <a:solidFill>
                  <a:srgbClr val="2D2C2C"/>
                </a:solidFill>
                <a:latin typeface="+mn-lt"/>
                <a:cs typeface="Segoe UI"/>
              </a:rPr>
              <a:t>Some of the commands that we have already seen and used can use regular expressions.</a:t>
            </a:r>
          </a:p>
          <a:p>
            <a:pPr marL="469953" lvl="1" indent="-280154">
              <a:spcBef>
                <a:spcPts val="569"/>
              </a:spcBef>
              <a:buClr>
                <a:srgbClr val="000000"/>
              </a:buClr>
              <a:buFont typeface="Arial"/>
              <a:buChar char="•"/>
              <a:tabLst>
                <a:tab pos="289957" algn="l"/>
                <a:tab pos="290473" algn="l"/>
              </a:tabLst>
            </a:pPr>
            <a:r>
              <a:rPr lang="en-US" sz="1800" b="1" spc="-4" dirty="0">
                <a:solidFill>
                  <a:srgbClr val="7030A0"/>
                </a:solidFill>
                <a:latin typeface="Hack" panose="020B0609030202020204" pitchFamily="49" charset="0"/>
                <a:ea typeface="Hack" panose="020B0609030202020204" pitchFamily="49" charset="0"/>
                <a:cs typeface="Hack" panose="020B0609030202020204" pitchFamily="49" charset="0"/>
              </a:rPr>
              <a:t>less</a:t>
            </a:r>
            <a:r>
              <a:rPr lang="en-US" sz="1800" spc="-4" dirty="0">
                <a:solidFill>
                  <a:srgbClr val="2D2C2C"/>
                </a:solidFill>
                <a:latin typeface="+mn-lt"/>
                <a:ea typeface="Hack" panose="020B0609030202020204" pitchFamily="49" charset="0"/>
                <a:cs typeface="Segoe UI"/>
              </a:rPr>
              <a:t> (and hence </a:t>
            </a:r>
            <a:r>
              <a:rPr lang="en-US" sz="1800" b="1" spc="-4" dirty="0">
                <a:solidFill>
                  <a:srgbClr val="7030A0"/>
                </a:solidFill>
                <a:latin typeface="Hack" panose="020B0609030202020204" pitchFamily="49" charset="0"/>
                <a:ea typeface="Hack" panose="020B0609030202020204" pitchFamily="49" charset="0"/>
                <a:cs typeface="Hack" panose="020B0609030202020204" pitchFamily="49" charset="0"/>
              </a:rPr>
              <a:t>man</a:t>
            </a:r>
            <a:r>
              <a:rPr lang="en-US" sz="1800" spc="-4" dirty="0">
                <a:solidFill>
                  <a:srgbClr val="2D2C2C"/>
                </a:solidFill>
                <a:latin typeface="+mn-lt"/>
                <a:ea typeface="Hack" panose="020B0609030202020204" pitchFamily="49" charset="0"/>
                <a:cs typeface="Segoe UI"/>
              </a:rPr>
              <a:t>)</a:t>
            </a:r>
          </a:p>
          <a:p>
            <a:pPr marL="469953" lvl="1" indent="-280154">
              <a:spcBef>
                <a:spcPts val="569"/>
              </a:spcBef>
              <a:buClr>
                <a:srgbClr val="000000"/>
              </a:buClr>
              <a:buFont typeface="Arial"/>
              <a:buChar char="•"/>
              <a:tabLst>
                <a:tab pos="289957" algn="l"/>
                <a:tab pos="290473" algn="l"/>
              </a:tabLst>
            </a:pPr>
            <a:r>
              <a:rPr lang="en-US" sz="1800" b="1" spc="-4" dirty="0">
                <a:solidFill>
                  <a:srgbClr val="7030A0"/>
                </a:solidFill>
                <a:latin typeface="Hack" panose="020B0609030202020204" pitchFamily="49" charset="0"/>
                <a:ea typeface="Hack" panose="020B0609030202020204" pitchFamily="49" charset="0"/>
                <a:cs typeface="Hack" panose="020B0609030202020204" pitchFamily="49" charset="0"/>
              </a:rPr>
              <a:t>vi</a:t>
            </a:r>
          </a:p>
          <a:p>
            <a:pPr marL="289957" indent="-280154">
              <a:spcBef>
                <a:spcPts val="569"/>
              </a:spcBef>
              <a:buClr>
                <a:srgbClr val="000000"/>
              </a:buClr>
              <a:buFont typeface="Arial"/>
              <a:buChar char="•"/>
              <a:tabLst>
                <a:tab pos="289957" algn="l"/>
                <a:tab pos="290473" algn="l"/>
              </a:tabLst>
            </a:pPr>
            <a:r>
              <a:rPr lang="en-US" sz="1800" spc="-4" dirty="0">
                <a:solidFill>
                  <a:srgbClr val="2D2C2C"/>
                </a:solidFill>
                <a:latin typeface="+mn-lt"/>
                <a:ea typeface="Hack" panose="020B0609030202020204" pitchFamily="49" charset="0"/>
                <a:cs typeface="Segoe UI"/>
              </a:rPr>
              <a:t>Entering a </a:t>
            </a:r>
            <a:r>
              <a:rPr lang="en-US" sz="1800" b="1" spc="-4"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z="1800" spc="-4" dirty="0">
                <a:solidFill>
                  <a:srgbClr val="2D2C2C"/>
                </a:solidFill>
                <a:latin typeface="+mn-lt"/>
                <a:ea typeface="Hack" panose="020B0609030202020204" pitchFamily="49" charset="0"/>
                <a:cs typeface="Segoe UI"/>
              </a:rPr>
              <a:t> in these starts a search using regular expressions.</a:t>
            </a:r>
          </a:p>
          <a:p>
            <a:pPr marL="289957" indent="-280154">
              <a:spcBef>
                <a:spcPts val="569"/>
              </a:spcBef>
              <a:buClr>
                <a:srgbClr val="000000"/>
              </a:buClr>
              <a:buFont typeface="Arial"/>
              <a:buChar char="•"/>
              <a:tabLst>
                <a:tab pos="289957" algn="l"/>
                <a:tab pos="290473" algn="l"/>
              </a:tabLst>
            </a:pPr>
            <a:r>
              <a:rPr lang="en-US" sz="1800" spc="-4" dirty="0">
                <a:solidFill>
                  <a:srgbClr val="2D2C2C"/>
                </a:solidFill>
                <a:latin typeface="+mn-lt"/>
                <a:ea typeface="Hack" panose="020B0609030202020204" pitchFamily="49" charset="0"/>
                <a:cs typeface="Segoe UI"/>
              </a:rPr>
              <a:t>Other programs use REs as part of their command syntax.</a:t>
            </a:r>
          </a:p>
          <a:p>
            <a:pPr marL="289957" indent="-280154">
              <a:spcBef>
                <a:spcPts val="569"/>
              </a:spcBef>
              <a:buClr>
                <a:srgbClr val="000000"/>
              </a:buClr>
              <a:buFont typeface="Arial"/>
              <a:buChar char="•"/>
              <a:tabLst>
                <a:tab pos="289957" algn="l"/>
                <a:tab pos="290473" algn="l"/>
              </a:tabLst>
            </a:pPr>
            <a:r>
              <a:rPr lang="en-US" sz="1800" b="1" spc="-4" dirty="0">
                <a:solidFill>
                  <a:srgbClr val="7030A0"/>
                </a:solidFill>
                <a:latin typeface="+mn-lt"/>
                <a:ea typeface="Hack" panose="020B0609030202020204" pitchFamily="49" charset="0"/>
                <a:cs typeface="Segoe UI"/>
              </a:rPr>
              <a:t>RE</a:t>
            </a:r>
            <a:r>
              <a:rPr lang="en-US" sz="1800" spc="-4" dirty="0">
                <a:solidFill>
                  <a:srgbClr val="2D2C2C"/>
                </a:solidFill>
                <a:latin typeface="+mn-lt"/>
                <a:ea typeface="Hack" panose="020B0609030202020204" pitchFamily="49" charset="0"/>
                <a:cs typeface="Segoe UI"/>
              </a:rPr>
              <a:t>s can be used in filters.</a:t>
            </a:r>
          </a:p>
          <a:p>
            <a:pPr marL="469953" lvl="1" indent="-280154" algn="just">
              <a:spcBef>
                <a:spcPts val="569"/>
              </a:spcBef>
              <a:buClr>
                <a:srgbClr val="000000"/>
              </a:buClr>
              <a:buFont typeface="Arial"/>
              <a:buChar char="•"/>
              <a:tabLst>
                <a:tab pos="289957" algn="l"/>
                <a:tab pos="290473" algn="l"/>
              </a:tabLst>
            </a:pPr>
            <a:r>
              <a:rPr lang="en-US" sz="1800" spc="-4" dirty="0">
                <a:solidFill>
                  <a:srgbClr val="2D2C2C"/>
                </a:solidFill>
                <a:latin typeface="+mn-lt"/>
                <a:ea typeface="Hack" panose="020B0609030202020204" pitchFamily="49" charset="0"/>
                <a:cs typeface="Segoe UI"/>
              </a:rPr>
              <a:t> These include </a:t>
            </a:r>
            <a:r>
              <a:rPr lang="en-US" sz="1800" b="1" spc="-4" dirty="0">
                <a:solidFill>
                  <a:srgbClr val="7030A0"/>
                </a:solidFill>
                <a:latin typeface="Hack" panose="020B0609030202020204" pitchFamily="49" charset="0"/>
                <a:ea typeface="Hack" panose="020B0609030202020204" pitchFamily="49" charset="0"/>
                <a:cs typeface="Hack" panose="020B0609030202020204" pitchFamily="49" charset="0"/>
              </a:rPr>
              <a:t>grep</a:t>
            </a:r>
            <a:r>
              <a:rPr lang="en-US" sz="1800" spc="-4" dirty="0">
                <a:solidFill>
                  <a:srgbClr val="2D2C2C"/>
                </a:solidFill>
                <a:latin typeface="+mn-lt"/>
                <a:ea typeface="Hack" panose="020B0609030202020204" pitchFamily="49" charset="0"/>
                <a:cs typeface="Segoe UI"/>
              </a:rPr>
              <a:t>, </a:t>
            </a:r>
            <a:r>
              <a:rPr lang="en-US" sz="1800" b="1" spc="-4" dirty="0">
                <a:solidFill>
                  <a:srgbClr val="7030A0"/>
                </a:solidFill>
                <a:latin typeface="Hack" panose="020B0609030202020204" pitchFamily="49" charset="0"/>
                <a:ea typeface="Hack" panose="020B0609030202020204" pitchFamily="49" charset="0"/>
                <a:cs typeface="Hack" panose="020B0609030202020204" pitchFamily="49" charset="0"/>
              </a:rPr>
              <a:t>awk</a:t>
            </a:r>
            <a:r>
              <a:rPr lang="en-US" sz="1800" spc="-4" dirty="0">
                <a:solidFill>
                  <a:srgbClr val="7030A0"/>
                </a:solidFill>
                <a:latin typeface="+mn-lt"/>
                <a:ea typeface="Hack" panose="020B0609030202020204" pitchFamily="49" charset="0"/>
                <a:cs typeface="Hack" panose="020B0609030202020204" pitchFamily="49" charset="0"/>
              </a:rPr>
              <a:t>,</a:t>
            </a:r>
            <a:r>
              <a:rPr lang="en-US" sz="1800" spc="-4" dirty="0">
                <a:solidFill>
                  <a:srgbClr val="2D2C2C"/>
                </a:solidFill>
                <a:latin typeface="+mn-lt"/>
                <a:ea typeface="Hack" panose="020B0609030202020204" pitchFamily="49" charset="0"/>
                <a:cs typeface="Segoe UI"/>
              </a:rPr>
              <a:t> and </a:t>
            </a:r>
            <a:r>
              <a:rPr lang="en-US" sz="1800" b="1" spc="-4" dirty="0">
                <a:solidFill>
                  <a:srgbClr val="7030A0"/>
                </a:solidFill>
                <a:latin typeface="Hack" panose="020B0609030202020204" pitchFamily="49" charset="0"/>
                <a:ea typeface="Hack" panose="020B0609030202020204" pitchFamily="49" charset="0"/>
                <a:cs typeface="Hack" panose="020B0609030202020204" pitchFamily="49" charset="0"/>
              </a:rPr>
              <a:t>sed</a:t>
            </a:r>
            <a:r>
              <a:rPr lang="en-US" spc="-4" dirty="0">
                <a:solidFill>
                  <a:srgbClr val="2D2C2C"/>
                </a:solidFill>
                <a:cs typeface="Segoe UI"/>
              </a:rPr>
              <a:t>.</a:t>
            </a:r>
          </a:p>
          <a:p>
            <a:endParaRPr lang="en-GB" sz="1800" dirty="0"/>
          </a:p>
        </p:txBody>
      </p:sp>
      <p:sp>
        <p:nvSpPr>
          <p:cNvPr id="4" name="Slide Number Placeholder 1">
            <a:extLst>
              <a:ext uri="{FF2B5EF4-FFF2-40B4-BE49-F238E27FC236}">
                <a16:creationId xmlns:a16="http://schemas.microsoft.com/office/drawing/2014/main" id="{A9A6FF77-D641-4417-92E7-11CC6238BF20}"/>
              </a:ext>
            </a:extLst>
          </p:cNvPr>
          <p:cNvSpPr txBox="1">
            <a:spLocks/>
          </p:cNvSpPr>
          <p:nvPr/>
        </p:nvSpPr>
        <p:spPr>
          <a:xfrm>
            <a:off x="9365513" y="6398855"/>
            <a:ext cx="27432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EF892D59-8F09-EF4B-AD6D-DA609442F868}" type="slidenum">
              <a:rPr lang="en-GB" smtClean="0"/>
              <a:pPr algn="r"/>
              <a:t>17</a:t>
            </a:fld>
            <a:endParaRPr lang="en-GB"/>
          </a:p>
        </p:txBody>
      </p:sp>
    </p:spTree>
    <p:extLst>
      <p:ext uri="{BB962C8B-B14F-4D97-AF65-F5344CB8AC3E}">
        <p14:creationId xmlns:p14="http://schemas.microsoft.com/office/powerpoint/2010/main" val="41738887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52064622-D248-864A-8C3B-A948E2B6DE44}"/>
              </a:ext>
            </a:extLst>
          </p:cNvPr>
          <p:cNvSpPr>
            <a:spLocks noGrp="1"/>
          </p:cNvSpPr>
          <p:nvPr>
            <p:ph type="ctrTitle"/>
          </p:nvPr>
        </p:nvSpPr>
        <p:spPr/>
        <p:txBody>
          <a:bodyPr/>
          <a:lstStyle/>
          <a:p>
            <a:r>
              <a:rPr lang="en-GB" dirty="0"/>
              <a:t>grep</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569"/>
              </a:spcBef>
              <a:buClr>
                <a:srgbClr val="000000"/>
              </a:buClr>
              <a:buFont typeface="Arial"/>
              <a:buChar char="•"/>
              <a:tabLst>
                <a:tab pos="289957" algn="l"/>
                <a:tab pos="290473" algn="l"/>
              </a:tabLst>
            </a:pPr>
            <a:r>
              <a:rPr lang="en-US" sz="1800" spc="-4" dirty="0">
                <a:solidFill>
                  <a:srgbClr val="2D2C2C"/>
                </a:solidFill>
                <a:latin typeface="+mn-lt"/>
                <a:cs typeface="Segoe UI"/>
              </a:rPr>
              <a:t>Syntax:</a:t>
            </a:r>
          </a:p>
          <a:p>
            <a:pPr marL="469953" lvl="1" indent="-280154">
              <a:spcBef>
                <a:spcPts val="569"/>
              </a:spcBef>
              <a:buClr>
                <a:srgbClr val="000000"/>
              </a:buClr>
              <a:buFont typeface="Arial"/>
              <a:buChar char="•"/>
              <a:tabLst>
                <a:tab pos="289957" algn="l"/>
                <a:tab pos="290473" algn="l"/>
              </a:tabLst>
            </a:pPr>
            <a:r>
              <a:rPr lang="en-GB" sz="1800" b="1" dirty="0">
                <a:solidFill>
                  <a:srgbClr val="7030A0"/>
                </a:solidFill>
                <a:latin typeface="Hack" panose="020B0609030202020204" pitchFamily="49" charset="0"/>
                <a:ea typeface="Hack" panose="020B0609030202020204" pitchFamily="49" charset="0"/>
                <a:cs typeface="Hack" panose="020B0609030202020204" pitchFamily="49" charset="0"/>
              </a:rPr>
              <a:t>grep</a:t>
            </a:r>
            <a:r>
              <a:rPr lang="en-GB" sz="1800" b="1" spc="-12" dirty="0">
                <a:solidFill>
                  <a:srgbClr val="7030A0"/>
                </a:solidFill>
                <a:latin typeface="Hack" panose="020B0609030202020204" pitchFamily="49" charset="0"/>
                <a:ea typeface="Hack" panose="020B0609030202020204" pitchFamily="49" charset="0"/>
                <a:cs typeface="Hack" panose="020B0609030202020204" pitchFamily="49" charset="0"/>
              </a:rPr>
              <a:t> </a:t>
            </a:r>
            <a:r>
              <a:rPr lang="en-GB" sz="1800" b="1" spc="-4"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GB" sz="1800" b="1" spc="-4" dirty="0" err="1">
                <a:solidFill>
                  <a:srgbClr val="7030A0"/>
                </a:solidFill>
                <a:latin typeface="Hack" panose="020B0609030202020204" pitchFamily="49" charset="0"/>
                <a:ea typeface="Hack" panose="020B0609030202020204" pitchFamily="49" charset="0"/>
                <a:cs typeface="Hack" panose="020B0609030202020204" pitchFamily="49" charset="0"/>
              </a:rPr>
              <a:t>vcinE</a:t>
            </a:r>
            <a:r>
              <a:rPr lang="en-GB" sz="1800" b="1" spc="-4"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GB" sz="1800" b="1" spc="-12" dirty="0">
                <a:solidFill>
                  <a:srgbClr val="7030A0"/>
                </a:solidFill>
                <a:latin typeface="Hack" panose="020B0609030202020204" pitchFamily="49" charset="0"/>
                <a:ea typeface="Hack" panose="020B0609030202020204" pitchFamily="49" charset="0"/>
                <a:cs typeface="Hack" panose="020B0609030202020204" pitchFamily="49" charset="0"/>
              </a:rPr>
              <a:t> </a:t>
            </a:r>
            <a:r>
              <a:rPr lang="en-GB" sz="1800" b="1" dirty="0">
                <a:solidFill>
                  <a:srgbClr val="7030A0"/>
                </a:solidFill>
                <a:latin typeface="Hack" panose="020B0609030202020204" pitchFamily="49" charset="0"/>
                <a:ea typeface="Hack" panose="020B0609030202020204" pitchFamily="49" charset="0"/>
                <a:cs typeface="Hack" panose="020B0609030202020204" pitchFamily="49" charset="0"/>
              </a:rPr>
              <a:t>pattern [file]</a:t>
            </a:r>
          </a:p>
          <a:p>
            <a:pPr marL="469953" lvl="1" indent="-280154">
              <a:spcBef>
                <a:spcPts val="569"/>
              </a:spcBef>
              <a:buClr>
                <a:srgbClr val="000000"/>
              </a:buClr>
              <a:buFont typeface="Arial"/>
              <a:buChar char="•"/>
              <a:tabLst>
                <a:tab pos="289957" algn="l"/>
                <a:tab pos="290473" algn="l"/>
              </a:tabLst>
            </a:pPr>
            <a:endParaRPr lang="en-US" sz="1800" b="1" spc="-4" dirty="0">
              <a:latin typeface="Hack" panose="020B0609030202020204" pitchFamily="49" charset="0"/>
              <a:ea typeface="Hack" panose="020B0609030202020204" pitchFamily="49" charset="0"/>
              <a:cs typeface="Hack" panose="020B0609030202020204" pitchFamily="49" charset="0"/>
            </a:endParaRPr>
          </a:p>
          <a:p>
            <a:pPr marL="469953" lvl="1" indent="-280154">
              <a:spcBef>
                <a:spcPts val="569"/>
              </a:spcBef>
              <a:buClr>
                <a:srgbClr val="000000"/>
              </a:buClr>
              <a:buFont typeface="Arial"/>
              <a:buChar char="•"/>
              <a:tabLst>
                <a:tab pos="289957" algn="l"/>
                <a:tab pos="290473" algn="l"/>
              </a:tabLst>
            </a:pPr>
            <a:endParaRPr lang="en-US" sz="1800" b="1" spc="-4" dirty="0">
              <a:latin typeface="Hack" panose="020B0609030202020204" pitchFamily="49" charset="0"/>
              <a:ea typeface="Hack" panose="020B0609030202020204" pitchFamily="49" charset="0"/>
              <a:cs typeface="Hack" panose="020B0609030202020204" pitchFamily="49" charset="0"/>
            </a:endParaRPr>
          </a:p>
          <a:p>
            <a:pPr marL="469953" lvl="1" indent="-280154">
              <a:spcBef>
                <a:spcPts val="569"/>
              </a:spcBef>
              <a:buClr>
                <a:srgbClr val="000000"/>
              </a:buClr>
              <a:buFont typeface="Arial"/>
              <a:buChar char="•"/>
              <a:tabLst>
                <a:tab pos="289957" algn="l"/>
                <a:tab pos="290473" algn="l"/>
              </a:tabLst>
            </a:pPr>
            <a:endParaRPr lang="en-US" sz="1800" b="1" spc="-4" dirty="0">
              <a:latin typeface="Hack" panose="020B0609030202020204" pitchFamily="49" charset="0"/>
              <a:ea typeface="Hack" panose="020B0609030202020204" pitchFamily="49" charset="0"/>
              <a:cs typeface="Hack" panose="020B0609030202020204" pitchFamily="49" charset="0"/>
            </a:endParaRPr>
          </a:p>
          <a:p>
            <a:pPr marL="469953" lvl="1" indent="-280154">
              <a:spcBef>
                <a:spcPts val="569"/>
              </a:spcBef>
              <a:buClr>
                <a:srgbClr val="000000"/>
              </a:buClr>
              <a:buFont typeface="Arial"/>
              <a:buChar char="•"/>
              <a:tabLst>
                <a:tab pos="289957" algn="l"/>
                <a:tab pos="290473" algn="l"/>
              </a:tabLst>
            </a:pPr>
            <a:endParaRPr lang="en-US" sz="1800" b="1" spc="-4" dirty="0">
              <a:latin typeface="Hack" panose="020B0609030202020204" pitchFamily="49" charset="0"/>
              <a:ea typeface="Hack" panose="020B0609030202020204" pitchFamily="49" charset="0"/>
              <a:cs typeface="Hack" panose="020B0609030202020204" pitchFamily="49" charset="0"/>
            </a:endParaRPr>
          </a:p>
          <a:p>
            <a:pPr marL="469953" lvl="1" indent="-280154">
              <a:spcBef>
                <a:spcPts val="569"/>
              </a:spcBef>
              <a:buClr>
                <a:srgbClr val="000000"/>
              </a:buClr>
              <a:buFont typeface="Arial"/>
              <a:buChar char="•"/>
              <a:tabLst>
                <a:tab pos="289957" algn="l"/>
                <a:tab pos="290473" algn="l"/>
              </a:tabLst>
            </a:pPr>
            <a:endParaRPr lang="en-US" sz="1800" b="1" spc="-4" dirty="0">
              <a:latin typeface="Hack" panose="020B0609030202020204" pitchFamily="49" charset="0"/>
              <a:ea typeface="Hack" panose="020B0609030202020204" pitchFamily="49" charset="0"/>
              <a:cs typeface="Hack" panose="020B0609030202020204" pitchFamily="49" charset="0"/>
            </a:endParaRPr>
          </a:p>
          <a:p>
            <a:pPr marL="469953" lvl="1" indent="-280154">
              <a:spcBef>
                <a:spcPts val="569"/>
              </a:spcBef>
              <a:buClr>
                <a:srgbClr val="000000"/>
              </a:buClr>
              <a:buFont typeface="Arial"/>
              <a:buChar char="•"/>
              <a:tabLst>
                <a:tab pos="289957" algn="l"/>
                <a:tab pos="290473" algn="l"/>
              </a:tabLst>
            </a:pPr>
            <a:endParaRPr lang="en-US" sz="1800" b="1" spc="-4" dirty="0">
              <a:latin typeface="Hack" panose="020B0609030202020204" pitchFamily="49" charset="0"/>
              <a:ea typeface="Hack" panose="020B0609030202020204" pitchFamily="49" charset="0"/>
              <a:cs typeface="Hack" panose="020B0609030202020204" pitchFamily="49" charset="0"/>
            </a:endParaRPr>
          </a:p>
          <a:p>
            <a:pPr marL="469953" lvl="1" indent="-280154">
              <a:spcBef>
                <a:spcPts val="569"/>
              </a:spcBef>
              <a:buClr>
                <a:srgbClr val="000000"/>
              </a:buClr>
              <a:buFont typeface="Arial"/>
              <a:buChar char="•"/>
              <a:tabLst>
                <a:tab pos="289957" algn="l"/>
                <a:tab pos="290473" algn="l"/>
              </a:tabLst>
            </a:pPr>
            <a:endParaRPr lang="en-US" sz="1800" b="1" spc="-4" dirty="0">
              <a:latin typeface="Hack" panose="020B0609030202020204" pitchFamily="49" charset="0"/>
              <a:ea typeface="Hack" panose="020B0609030202020204" pitchFamily="49" charset="0"/>
              <a:cs typeface="Hack" panose="020B0609030202020204" pitchFamily="49" charset="0"/>
            </a:endParaRPr>
          </a:p>
          <a:p>
            <a:pPr marL="469953" lvl="1" indent="-280154">
              <a:spcBef>
                <a:spcPts val="569"/>
              </a:spcBef>
              <a:buClr>
                <a:srgbClr val="000000"/>
              </a:buClr>
              <a:buFont typeface="Arial"/>
              <a:buChar char="•"/>
              <a:tabLst>
                <a:tab pos="289957" algn="l"/>
                <a:tab pos="290473" algn="l"/>
              </a:tabLst>
            </a:pPr>
            <a:endParaRPr lang="en-US" sz="1800" b="1" spc="-4" dirty="0">
              <a:latin typeface="Hack" panose="020B0609030202020204" pitchFamily="49" charset="0"/>
              <a:ea typeface="Hack" panose="020B0609030202020204" pitchFamily="49" charset="0"/>
              <a:cs typeface="Hack" panose="020B0609030202020204" pitchFamily="49" charset="0"/>
            </a:endParaRPr>
          </a:p>
          <a:p>
            <a:pPr marL="289957" indent="-280154">
              <a:spcBef>
                <a:spcPts val="569"/>
              </a:spcBef>
              <a:buClr>
                <a:srgbClr val="000000"/>
              </a:buClr>
              <a:buFont typeface="Arial"/>
              <a:buChar char="•"/>
              <a:tabLst>
                <a:tab pos="289957" algn="l"/>
                <a:tab pos="290473" algn="l"/>
              </a:tabLst>
            </a:pPr>
            <a:r>
              <a:rPr lang="en-US" sz="1800" spc="-8" dirty="0">
                <a:solidFill>
                  <a:schemeClr val="tx1"/>
                </a:solidFill>
                <a:cs typeface="Segoe UI"/>
              </a:rPr>
              <a:t>Display</a:t>
            </a:r>
            <a:r>
              <a:rPr lang="en-US" sz="1800" spc="20" dirty="0">
                <a:solidFill>
                  <a:schemeClr val="tx1"/>
                </a:solidFill>
                <a:cs typeface="Segoe UI"/>
              </a:rPr>
              <a:t> </a:t>
            </a:r>
            <a:r>
              <a:rPr lang="en-US" sz="1800" spc="-8" dirty="0">
                <a:solidFill>
                  <a:schemeClr val="tx1"/>
                </a:solidFill>
                <a:cs typeface="Segoe UI"/>
              </a:rPr>
              <a:t>lines</a:t>
            </a:r>
            <a:r>
              <a:rPr lang="en-US" sz="1800" spc="57" dirty="0">
                <a:solidFill>
                  <a:schemeClr val="tx1"/>
                </a:solidFill>
                <a:cs typeface="Segoe UI"/>
              </a:rPr>
              <a:t> </a:t>
            </a:r>
            <a:r>
              <a:rPr lang="en-US" sz="1800" spc="-8" dirty="0">
                <a:solidFill>
                  <a:schemeClr val="tx1"/>
                </a:solidFill>
                <a:cs typeface="Segoe UI"/>
              </a:rPr>
              <a:t>from</a:t>
            </a:r>
            <a:r>
              <a:rPr lang="en-US" sz="1800" spc="8" dirty="0">
                <a:solidFill>
                  <a:schemeClr val="tx1"/>
                </a:solidFill>
                <a:cs typeface="Segoe UI"/>
              </a:rPr>
              <a:t> </a:t>
            </a:r>
            <a:r>
              <a:rPr lang="en-US" sz="1800" b="1" spc="-4" dirty="0">
                <a:solidFill>
                  <a:srgbClr val="0000C7"/>
                </a:solidFill>
                <a:latin typeface="Hack" panose="020B0609030202020204" pitchFamily="49" charset="0"/>
                <a:ea typeface="Hack" panose="020B0609030202020204" pitchFamily="49" charset="0"/>
                <a:cs typeface="Hack" panose="020B0609030202020204" pitchFamily="49" charset="0"/>
              </a:rPr>
              <a:t>/</a:t>
            </a:r>
            <a:r>
              <a:rPr lang="en-US" sz="1800" b="1" spc="-4" dirty="0" err="1">
                <a:solidFill>
                  <a:srgbClr val="0000C7"/>
                </a:solidFill>
                <a:latin typeface="Hack" panose="020B0609030202020204" pitchFamily="49" charset="0"/>
                <a:ea typeface="Hack" panose="020B0609030202020204" pitchFamily="49" charset="0"/>
                <a:cs typeface="Hack" panose="020B0609030202020204" pitchFamily="49" charset="0"/>
              </a:rPr>
              <a:t>etc</a:t>
            </a:r>
            <a:r>
              <a:rPr lang="en-US" sz="1800" b="1" spc="-4" dirty="0">
                <a:solidFill>
                  <a:srgbClr val="0000C7"/>
                </a:solidFill>
                <a:latin typeface="Hack" panose="020B0609030202020204" pitchFamily="49" charset="0"/>
                <a:ea typeface="Hack" panose="020B0609030202020204" pitchFamily="49" charset="0"/>
                <a:cs typeface="Hack" panose="020B0609030202020204" pitchFamily="49" charset="0"/>
              </a:rPr>
              <a:t>/</a:t>
            </a:r>
            <a:r>
              <a:rPr lang="en-US" sz="1800" b="1" spc="-4" dirty="0" err="1">
                <a:solidFill>
                  <a:srgbClr val="0000C7"/>
                </a:solidFill>
                <a:latin typeface="Hack" panose="020B0609030202020204" pitchFamily="49" charset="0"/>
                <a:ea typeface="Hack" panose="020B0609030202020204" pitchFamily="49" charset="0"/>
                <a:cs typeface="Hack" panose="020B0609030202020204" pitchFamily="49" charset="0"/>
              </a:rPr>
              <a:t>rsyslog.conf</a:t>
            </a:r>
            <a:r>
              <a:rPr lang="en-US" sz="1800" spc="-4" dirty="0">
                <a:latin typeface="Hack" panose="020B0609030202020204" pitchFamily="49" charset="0"/>
                <a:ea typeface="Hack" panose="020B0609030202020204" pitchFamily="49" charset="0"/>
                <a:cs typeface="Hack" panose="020B0609030202020204" pitchFamily="49" charset="0"/>
              </a:rPr>
              <a:t>,</a:t>
            </a:r>
            <a:r>
              <a:rPr lang="en-US" sz="1800" spc="24" dirty="0">
                <a:latin typeface="Hack" panose="020B0609030202020204" pitchFamily="49" charset="0"/>
                <a:ea typeface="Hack" panose="020B0609030202020204" pitchFamily="49" charset="0"/>
                <a:cs typeface="Hack" panose="020B0609030202020204" pitchFamily="49" charset="0"/>
              </a:rPr>
              <a:t> </a:t>
            </a:r>
            <a:r>
              <a:rPr lang="en-US" sz="1800" spc="-12" dirty="0">
                <a:latin typeface="Segoe UI"/>
                <a:cs typeface="Segoe UI"/>
              </a:rPr>
              <a:t>excluding</a:t>
            </a:r>
            <a:r>
              <a:rPr lang="en-US" sz="1800" spc="61" dirty="0">
                <a:latin typeface="Segoe UI"/>
                <a:cs typeface="Segoe UI"/>
              </a:rPr>
              <a:t> </a:t>
            </a:r>
            <a:r>
              <a:rPr lang="en-US" sz="1800" spc="-12" dirty="0">
                <a:latin typeface="Segoe UI"/>
                <a:cs typeface="Segoe UI"/>
              </a:rPr>
              <a:t>comment</a:t>
            </a:r>
            <a:r>
              <a:rPr lang="en-US" sz="1800" spc="85" dirty="0">
                <a:latin typeface="Segoe UI"/>
                <a:cs typeface="Segoe UI"/>
              </a:rPr>
              <a:t> </a:t>
            </a:r>
            <a:r>
              <a:rPr lang="en-US" sz="1800" spc="-4" dirty="0">
                <a:latin typeface="Segoe UI"/>
                <a:cs typeface="Segoe UI"/>
              </a:rPr>
              <a:t>and</a:t>
            </a:r>
            <a:r>
              <a:rPr lang="en-US" sz="1800" dirty="0">
                <a:latin typeface="Segoe UI"/>
                <a:cs typeface="Segoe UI"/>
              </a:rPr>
              <a:t> </a:t>
            </a:r>
            <a:r>
              <a:rPr lang="en-US" sz="1800" spc="-8" dirty="0">
                <a:latin typeface="Segoe UI"/>
                <a:cs typeface="Segoe UI"/>
              </a:rPr>
              <a:t>empty</a:t>
            </a:r>
            <a:r>
              <a:rPr lang="en-US" sz="1800" spc="41" dirty="0">
                <a:latin typeface="Segoe UI"/>
                <a:cs typeface="Segoe UI"/>
              </a:rPr>
              <a:t> </a:t>
            </a:r>
            <a:r>
              <a:rPr lang="en-US" sz="1800" spc="-8" dirty="0">
                <a:latin typeface="Segoe UI"/>
                <a:cs typeface="Segoe UI"/>
              </a:rPr>
              <a:t>ones</a:t>
            </a:r>
            <a:endParaRPr lang="en-US" sz="1800" dirty="0">
              <a:cs typeface="Segoe UI"/>
            </a:endParaRPr>
          </a:p>
          <a:p>
            <a:endParaRPr lang="en-GB" sz="3200" dirty="0"/>
          </a:p>
        </p:txBody>
      </p:sp>
      <p:sp>
        <p:nvSpPr>
          <p:cNvPr id="4" name="Rectangle 3">
            <a:extLst>
              <a:ext uri="{FF2B5EF4-FFF2-40B4-BE49-F238E27FC236}">
                <a16:creationId xmlns:a16="http://schemas.microsoft.com/office/drawing/2014/main" id="{157A7C94-EF3B-BFE3-6FAF-24845BA11409}"/>
              </a:ext>
            </a:extLst>
          </p:cNvPr>
          <p:cNvSpPr>
            <a:spLocks noChangeArrowheads="1"/>
          </p:cNvSpPr>
          <p:nvPr/>
        </p:nvSpPr>
        <p:spPr bwMode="auto">
          <a:xfrm>
            <a:off x="4905985" y="5641875"/>
            <a:ext cx="6770077" cy="666849"/>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spcBef>
                <a:spcPts val="158"/>
              </a:spcBef>
            </a:pPr>
            <a:r>
              <a:rPr lang="en-GB"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pc="-12"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b="1" spc="-4" dirty="0">
                <a:solidFill>
                  <a:schemeClr val="bg1"/>
                </a:solidFill>
                <a:latin typeface="Hack" panose="020B0609030202020204" pitchFamily="49" charset="0"/>
                <a:ea typeface="Hack" panose="020B0609030202020204" pitchFamily="49" charset="0"/>
                <a:cs typeface="Hack" panose="020B0609030202020204" pitchFamily="49" charset="0"/>
              </a:rPr>
              <a:t>grep</a:t>
            </a:r>
            <a:r>
              <a:rPr lang="en-GB" b="1" spc="-12"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b="1" spc="-4" dirty="0">
                <a:solidFill>
                  <a:schemeClr val="bg1"/>
                </a:solidFill>
                <a:latin typeface="Hack" panose="020B0609030202020204" pitchFamily="49" charset="0"/>
                <a:ea typeface="Hack" panose="020B0609030202020204" pitchFamily="49" charset="0"/>
                <a:cs typeface="Hack" panose="020B0609030202020204" pitchFamily="49" charset="0"/>
              </a:rPr>
              <a:t>-E</a:t>
            </a:r>
            <a:r>
              <a:rPr lang="en-GB" b="1" spc="-8"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b="1" spc="-4" dirty="0">
                <a:solidFill>
                  <a:schemeClr val="bg1"/>
                </a:solidFill>
                <a:latin typeface="Hack" panose="020B0609030202020204" pitchFamily="49" charset="0"/>
                <a:ea typeface="Hack" panose="020B0609030202020204" pitchFamily="49" charset="0"/>
                <a:cs typeface="Hack" panose="020B0609030202020204" pitchFamily="49" charset="0"/>
              </a:rPr>
              <a:t>-v</a:t>
            </a:r>
            <a:r>
              <a:rPr lang="en-GB" b="1" spc="-12"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b="1" spc="-4" dirty="0">
                <a:solidFill>
                  <a:schemeClr val="bg1"/>
                </a:solidFill>
                <a:latin typeface="Hack" panose="020B0609030202020204" pitchFamily="49" charset="0"/>
                <a:ea typeface="Hack" panose="020B0609030202020204" pitchFamily="49" charset="0"/>
                <a:cs typeface="Hack" panose="020B0609030202020204" pitchFamily="49" charset="0"/>
              </a:rPr>
              <a:t>'^#|^$'</a:t>
            </a:r>
            <a:r>
              <a:rPr lang="en-GB" b="1" spc="-12"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b="1" spc="-4" dirty="0">
                <a:solidFill>
                  <a:schemeClr val="bg1"/>
                </a:solidFill>
                <a:latin typeface="Hack" panose="020B0609030202020204" pitchFamily="49" charset="0"/>
                <a:ea typeface="Hack" panose="020B0609030202020204" pitchFamily="49" charset="0"/>
                <a:cs typeface="Hack" panose="020B0609030202020204" pitchFamily="49" charset="0"/>
              </a:rPr>
              <a:t>/etc/rsyslog.conf</a:t>
            </a:r>
            <a:endParaRPr lang="en-GB" dirty="0">
              <a:solidFill>
                <a:schemeClr val="bg1"/>
              </a:solidFill>
              <a:latin typeface="Hack" panose="020B0609030202020204" pitchFamily="49" charset="0"/>
              <a:ea typeface="Hack" panose="020B0609030202020204" pitchFamily="49" charset="0"/>
              <a:cs typeface="Hack" panose="020B0609030202020204" pitchFamily="49" charset="0"/>
            </a:endParaRPr>
          </a:p>
          <a:p>
            <a:pPr marL="77391"/>
            <a:r>
              <a:rPr lang="en-GB" sz="1600" spc="-4" dirty="0">
                <a:solidFill>
                  <a:schemeClr val="bg1"/>
                </a:solidFill>
                <a:latin typeface="Hack" panose="020B0609030202020204" pitchFamily="49" charset="0"/>
                <a:ea typeface="Hack" panose="020B0609030202020204" pitchFamily="49" charset="0"/>
                <a:cs typeface="Hack" panose="020B0609030202020204" pitchFamily="49" charset="0"/>
              </a:rPr>
              <a:t>module(load="imuxsock")</a:t>
            </a:r>
            <a:endParaRPr lang="en-GB" sz="160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graphicFrame>
        <p:nvGraphicFramePr>
          <p:cNvPr id="6" name="Table 3">
            <a:extLst>
              <a:ext uri="{FF2B5EF4-FFF2-40B4-BE49-F238E27FC236}">
                <a16:creationId xmlns:a16="http://schemas.microsoft.com/office/drawing/2014/main" id="{D75774AF-D0A2-BD12-1488-EB1D39B20CD3}"/>
              </a:ext>
            </a:extLst>
          </p:cNvPr>
          <p:cNvGraphicFramePr>
            <a:graphicFrameLocks noGrp="1"/>
          </p:cNvGraphicFramePr>
          <p:nvPr>
            <p:extLst>
              <p:ext uri="{D42A27DB-BD31-4B8C-83A1-F6EECF244321}">
                <p14:modId xmlns:p14="http://schemas.microsoft.com/office/powerpoint/2010/main" val="3346933182"/>
              </p:ext>
            </p:extLst>
          </p:nvPr>
        </p:nvGraphicFramePr>
        <p:xfrm>
          <a:off x="565984" y="2535417"/>
          <a:ext cx="8680001" cy="2304149"/>
        </p:xfrm>
        <a:graphic>
          <a:graphicData uri="http://schemas.openxmlformats.org/drawingml/2006/table">
            <a:tbl>
              <a:tblPr firstRow="1" bandRow="1">
                <a:tableStyleId>{93296810-A885-4BE3-A3E7-6D5BEEA58F35}</a:tableStyleId>
              </a:tblPr>
              <a:tblGrid>
                <a:gridCol w="1130400">
                  <a:extLst>
                    <a:ext uri="{9D8B030D-6E8A-4147-A177-3AD203B41FA5}">
                      <a16:colId xmlns:a16="http://schemas.microsoft.com/office/drawing/2014/main" val="1909159861"/>
                    </a:ext>
                  </a:extLst>
                </a:gridCol>
                <a:gridCol w="7549601">
                  <a:extLst>
                    <a:ext uri="{9D8B030D-6E8A-4147-A177-3AD203B41FA5}">
                      <a16:colId xmlns:a16="http://schemas.microsoft.com/office/drawing/2014/main" val="3960062878"/>
                    </a:ext>
                  </a:extLst>
                </a:gridCol>
              </a:tblGrid>
              <a:tr h="336350">
                <a:tc>
                  <a:txBody>
                    <a:bodyPr/>
                    <a:lstStyle/>
                    <a:p>
                      <a:r>
                        <a:rPr lang="en-GB" sz="1800" dirty="0">
                          <a:solidFill>
                            <a:schemeClr val="tx1"/>
                          </a:solidFill>
                        </a:rPr>
                        <a:t>Switch</a:t>
                      </a:r>
                    </a:p>
                  </a:txBody>
                  <a:tcPr/>
                </a:tc>
                <a:tc>
                  <a:txBody>
                    <a:bodyPr/>
                    <a:lstStyle/>
                    <a:p>
                      <a:r>
                        <a:rPr lang="en-GB" sz="1800" dirty="0">
                          <a:solidFill>
                            <a:schemeClr val="tx1"/>
                          </a:solidFill>
                        </a:rPr>
                        <a:t>Meaning</a:t>
                      </a:r>
                    </a:p>
                  </a:txBody>
                  <a:tcPr/>
                </a:tc>
                <a:extLst>
                  <a:ext uri="{0D108BD9-81ED-4DB2-BD59-A6C34878D82A}">
                    <a16:rowId xmlns:a16="http://schemas.microsoft.com/office/drawing/2014/main" val="381597632"/>
                  </a:ext>
                </a:extLst>
              </a:tr>
              <a:tr h="336350">
                <a:tc>
                  <a:txBody>
                    <a:bodyPr/>
                    <a:lstStyle/>
                    <a:p>
                      <a:r>
                        <a:rPr lang="en-GB" sz="1800" b="1" dirty="0">
                          <a:solidFill>
                            <a:srgbClr val="7030A0"/>
                          </a:solidFill>
                          <a:latin typeface="Hack" panose="020B0609030202020204"/>
                        </a:rPr>
                        <a:t>-v</a:t>
                      </a:r>
                      <a:endParaRPr lang="en-GB" sz="1800" b="1"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dirty="0"/>
                        <a:t>Output lines that </a:t>
                      </a:r>
                      <a:r>
                        <a:rPr lang="en-US" sz="1800" b="1" dirty="0"/>
                        <a:t>don’t</a:t>
                      </a:r>
                      <a:r>
                        <a:rPr lang="en-US" sz="1800" dirty="0"/>
                        <a:t> match</a:t>
                      </a:r>
                    </a:p>
                  </a:txBody>
                  <a:tcPr/>
                </a:tc>
                <a:extLst>
                  <a:ext uri="{0D108BD9-81ED-4DB2-BD59-A6C34878D82A}">
                    <a16:rowId xmlns:a16="http://schemas.microsoft.com/office/drawing/2014/main" val="187022234"/>
                  </a:ext>
                </a:extLst>
              </a:tr>
              <a:tr h="336350">
                <a:tc>
                  <a:txBody>
                    <a:bodyPr/>
                    <a:lstStyle/>
                    <a:p>
                      <a:r>
                        <a:rPr lang="en-GB" sz="1800" b="1" dirty="0">
                          <a:solidFill>
                            <a:srgbClr val="7030A0"/>
                          </a:solidFill>
                          <a:latin typeface="Hack" panose="020B0609030202020204"/>
                        </a:rPr>
                        <a:t>-c</a:t>
                      </a:r>
                      <a:endParaRPr lang="en-GB" sz="1800" b="1"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dirty="0"/>
                        <a:t>Returns the number of lines matched</a:t>
                      </a:r>
                    </a:p>
                  </a:txBody>
                  <a:tcPr/>
                </a:tc>
                <a:extLst>
                  <a:ext uri="{0D108BD9-81ED-4DB2-BD59-A6C34878D82A}">
                    <a16:rowId xmlns:a16="http://schemas.microsoft.com/office/drawing/2014/main" val="2974483885"/>
                  </a:ext>
                </a:extLst>
              </a:tr>
              <a:tr h="336350">
                <a:tc>
                  <a:txBody>
                    <a:bodyPr/>
                    <a:lstStyle/>
                    <a:p>
                      <a:r>
                        <a:rPr lang="en-GB" sz="1800" b="1" dirty="0">
                          <a:solidFill>
                            <a:srgbClr val="7030A0"/>
                          </a:solidFill>
                          <a:latin typeface="Hack" panose="020B0609030202020204"/>
                        </a:rPr>
                        <a:t>-</a:t>
                      </a:r>
                      <a:r>
                        <a:rPr lang="en-GB" sz="1800" b="1" dirty="0" err="1">
                          <a:solidFill>
                            <a:srgbClr val="7030A0"/>
                          </a:solidFill>
                          <a:latin typeface="Hack" panose="020B0609030202020204"/>
                        </a:rPr>
                        <a:t>i</a:t>
                      </a:r>
                      <a:endParaRPr lang="en-GB" sz="1800" b="1"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dirty="0"/>
                        <a:t>Ignore case</a:t>
                      </a:r>
                    </a:p>
                  </a:txBody>
                  <a:tcPr/>
                </a:tc>
                <a:extLst>
                  <a:ext uri="{0D108BD9-81ED-4DB2-BD59-A6C34878D82A}">
                    <a16:rowId xmlns:a16="http://schemas.microsoft.com/office/drawing/2014/main" val="3926973030"/>
                  </a:ext>
                </a:extLst>
              </a:tr>
              <a:tr h="336350">
                <a:tc>
                  <a:txBody>
                    <a:bodyPr/>
                    <a:lstStyle/>
                    <a:p>
                      <a:r>
                        <a:rPr lang="en-GB" sz="1800" b="1" dirty="0">
                          <a:solidFill>
                            <a:srgbClr val="7030A0"/>
                          </a:solidFill>
                          <a:latin typeface="Hack" panose="020B0609030202020204"/>
                        </a:rPr>
                        <a:t>-n</a:t>
                      </a:r>
                      <a:endParaRPr lang="en-GB" sz="1800" b="1"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dirty="0"/>
                        <a:t>Mark each matched line with its line number</a:t>
                      </a:r>
                    </a:p>
                  </a:txBody>
                  <a:tcPr/>
                </a:tc>
                <a:extLst>
                  <a:ext uri="{0D108BD9-81ED-4DB2-BD59-A6C34878D82A}">
                    <a16:rowId xmlns:a16="http://schemas.microsoft.com/office/drawing/2014/main" val="2790885993"/>
                  </a:ext>
                </a:extLst>
              </a:tr>
              <a:tr h="475349">
                <a:tc>
                  <a:txBody>
                    <a:bodyPr/>
                    <a:lstStyle/>
                    <a:p>
                      <a:r>
                        <a:rPr lang="en-GB" sz="1800" b="1" dirty="0">
                          <a:solidFill>
                            <a:srgbClr val="7030A0"/>
                          </a:solidFill>
                          <a:latin typeface="Hack" panose="020B0609030202020204"/>
                        </a:rPr>
                        <a:t>-E</a:t>
                      </a:r>
                      <a:endParaRPr lang="en-GB" sz="1800" b="1"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dirty="0"/>
                        <a:t>Allow extended regular expressions (incorporating the ‘OR’ function)</a:t>
                      </a:r>
                      <a:endParaRPr lang="en-GB" sz="1800" dirty="0"/>
                    </a:p>
                  </a:txBody>
                  <a:tcPr/>
                </a:tc>
                <a:extLst>
                  <a:ext uri="{0D108BD9-81ED-4DB2-BD59-A6C34878D82A}">
                    <a16:rowId xmlns:a16="http://schemas.microsoft.com/office/drawing/2014/main" val="3150243018"/>
                  </a:ext>
                </a:extLst>
              </a:tr>
            </a:tbl>
          </a:graphicData>
        </a:graphic>
      </p:graphicFrame>
      <p:sp>
        <p:nvSpPr>
          <p:cNvPr id="3" name="Slide Number Placeholder 1">
            <a:extLst>
              <a:ext uri="{FF2B5EF4-FFF2-40B4-BE49-F238E27FC236}">
                <a16:creationId xmlns:a16="http://schemas.microsoft.com/office/drawing/2014/main" id="{A9A6FF77-D641-4417-92E7-11CC6238BF20}"/>
              </a:ext>
            </a:extLst>
          </p:cNvPr>
          <p:cNvSpPr txBox="1">
            <a:spLocks/>
          </p:cNvSpPr>
          <p:nvPr/>
        </p:nvSpPr>
        <p:spPr>
          <a:xfrm>
            <a:off x="9365513" y="6398855"/>
            <a:ext cx="27432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EF892D59-8F09-EF4B-AD6D-DA609442F868}" type="slidenum">
              <a:rPr lang="en-GB" smtClean="0"/>
              <a:pPr algn="r"/>
              <a:t>18</a:t>
            </a:fld>
            <a:endParaRPr lang="en-GB"/>
          </a:p>
        </p:txBody>
      </p:sp>
    </p:spTree>
    <p:extLst>
      <p:ext uri="{BB962C8B-B14F-4D97-AF65-F5344CB8AC3E}">
        <p14:creationId xmlns:p14="http://schemas.microsoft.com/office/powerpoint/2010/main" val="22451242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4CBD983-F963-9BD7-E05E-0DA214B0F524}"/>
              </a:ext>
            </a:extLst>
          </p:cNvPr>
          <p:cNvSpPr>
            <a:spLocks noGrp="1"/>
          </p:cNvSpPr>
          <p:nvPr>
            <p:ph type="ctrTitle"/>
          </p:nvPr>
        </p:nvSpPr>
        <p:spPr/>
        <p:txBody>
          <a:bodyPr/>
          <a:lstStyle/>
          <a:p>
            <a:r>
              <a:rPr lang="en-GB" dirty="0"/>
              <a:t>Lab</a:t>
            </a:r>
          </a:p>
        </p:txBody>
      </p:sp>
      <p:sp>
        <p:nvSpPr>
          <p:cNvPr id="5" name="Subtitle 4">
            <a:extLst>
              <a:ext uri="{FF2B5EF4-FFF2-40B4-BE49-F238E27FC236}">
                <a16:creationId xmlns:a16="http://schemas.microsoft.com/office/drawing/2014/main" id="{F193B235-29C4-7178-45CF-70030508EBC1}"/>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36626542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6219B61-F6B4-9343-BA0B-07A3257A7B65}"/>
              </a:ext>
            </a:extLst>
          </p:cNvPr>
          <p:cNvSpPr>
            <a:spLocks noGrp="1"/>
          </p:cNvSpPr>
          <p:nvPr>
            <p:ph type="ctrTitle"/>
          </p:nvPr>
        </p:nvSpPr>
        <p:spPr>
          <a:xfrm>
            <a:off x="443921" y="500194"/>
            <a:ext cx="6679721" cy="858985"/>
          </a:xfrm>
        </p:spPr>
        <p:txBody>
          <a:bodyPr/>
          <a:lstStyle/>
          <a:p>
            <a:r>
              <a:rPr lang="en-GB" dirty="0"/>
              <a:t>Practical exercise 14 – T1 and T2</a:t>
            </a:r>
          </a:p>
        </p:txBody>
      </p:sp>
      <p:sp>
        <p:nvSpPr>
          <p:cNvPr id="4" name="Text Placeholder 3">
            <a:extLst>
              <a:ext uri="{FF2B5EF4-FFF2-40B4-BE49-F238E27FC236}">
                <a16:creationId xmlns:a16="http://schemas.microsoft.com/office/drawing/2014/main" id="{E9C5A723-C0B1-124B-8CB6-AA3105C9A4E6}"/>
              </a:ext>
            </a:extLst>
          </p:cNvPr>
          <p:cNvSpPr>
            <a:spLocks noGrp="1"/>
          </p:cNvSpPr>
          <p:nvPr>
            <p:ph type="body" sz="quarter" idx="13"/>
          </p:nvPr>
        </p:nvSpPr>
        <p:spPr>
          <a:xfrm>
            <a:off x="443921" y="1733108"/>
            <a:ext cx="6679721" cy="4061405"/>
          </a:xfrm>
        </p:spPr>
        <p:txBody>
          <a:bodyPr/>
          <a:lstStyle/>
          <a:p>
            <a:pPr marL="285750" indent="-285750">
              <a:buFont typeface="Arial" panose="020B0604020202020204" pitchFamily="34" charset="0"/>
              <a:buChar char="•"/>
            </a:pPr>
            <a:r>
              <a:rPr lang="en-GB" dirty="0"/>
              <a:t>In the accompanying Exercise Guide</a:t>
            </a:r>
          </a:p>
          <a:p>
            <a:pPr marL="285750" indent="-285750">
              <a:buFont typeface="Arial" panose="020B0604020202020204" pitchFamily="34" charset="0"/>
              <a:buChar char="•"/>
            </a:pPr>
            <a:endParaRPr lang="en-US" dirty="0"/>
          </a:p>
        </p:txBody>
      </p:sp>
      <p:sp>
        <p:nvSpPr>
          <p:cNvPr id="2" name="Slide Number Placeholder 1">
            <a:extLst>
              <a:ext uri="{FF2B5EF4-FFF2-40B4-BE49-F238E27FC236}">
                <a16:creationId xmlns:a16="http://schemas.microsoft.com/office/drawing/2014/main" id="{D7EC235F-614F-714E-A97F-4FF50EFF14FD}"/>
              </a:ext>
            </a:extLst>
          </p:cNvPr>
          <p:cNvSpPr>
            <a:spLocks noGrp="1"/>
          </p:cNvSpPr>
          <p:nvPr>
            <p:ph type="sldNum" sz="quarter" idx="4294967295"/>
          </p:nvPr>
        </p:nvSpPr>
        <p:spPr>
          <a:xfrm>
            <a:off x="11407775" y="6511925"/>
            <a:ext cx="784225" cy="179388"/>
          </a:xfrm>
          <a:prstGeom prst="rect">
            <a:avLst/>
          </a:prstGeom>
        </p:spPr>
        <p:txBody>
          <a:bodyPr/>
          <a:lstStyle/>
          <a:p>
            <a:fld id="{EF892D59-8F09-EF4B-AD6D-DA609442F868}" type="slidenum">
              <a:rPr lang="en-GB" smtClean="0"/>
              <a:pPr/>
              <a:t>20</a:t>
            </a:fld>
            <a:endParaRPr lang="en-GB" dirty="0"/>
          </a:p>
        </p:txBody>
      </p:sp>
    </p:spTree>
    <p:extLst>
      <p:ext uri="{BB962C8B-B14F-4D97-AF65-F5344CB8AC3E}">
        <p14:creationId xmlns:p14="http://schemas.microsoft.com/office/powerpoint/2010/main" val="26515423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9A4C78A-E87F-1BC4-59DE-3F83C2B8DCD9}"/>
              </a:ext>
            </a:extLst>
          </p:cNvPr>
          <p:cNvSpPr>
            <a:spLocks noGrp="1"/>
          </p:cNvSpPr>
          <p:nvPr>
            <p:ph type="ctrTitle"/>
          </p:nvPr>
        </p:nvSpPr>
        <p:spPr/>
        <p:txBody>
          <a:bodyPr/>
          <a:lstStyle/>
          <a:p>
            <a:r>
              <a:rPr lang="en-GB" dirty="0"/>
              <a:t>awk (gawk)</a:t>
            </a:r>
            <a:endParaRPr lang="en-GB" sz="280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569"/>
              </a:spcBef>
              <a:buClr>
                <a:srgbClr val="000000"/>
              </a:buClr>
              <a:buFont typeface="Arial"/>
              <a:buChar char="•"/>
              <a:tabLst>
                <a:tab pos="289957" algn="l"/>
                <a:tab pos="290473" algn="l"/>
              </a:tabLst>
            </a:pPr>
            <a:r>
              <a:rPr lang="en-US" sz="1800" spc="-4" dirty="0">
                <a:solidFill>
                  <a:srgbClr val="2D2C2C"/>
                </a:solidFill>
                <a:latin typeface="+mn-lt"/>
                <a:cs typeface="Segoe UI"/>
              </a:rPr>
              <a:t>Syntax: </a:t>
            </a:r>
            <a:r>
              <a:rPr lang="en-GB" sz="1800" b="1" dirty="0">
                <a:solidFill>
                  <a:srgbClr val="7030A0"/>
                </a:solidFill>
                <a:latin typeface="Hack" panose="020B0609030202020204" pitchFamily="49" charset="0"/>
                <a:ea typeface="Hack" panose="020B0609030202020204" pitchFamily="49" charset="0"/>
                <a:cs typeface="Hack" panose="020B0609030202020204" pitchFamily="49" charset="0"/>
              </a:rPr>
              <a:t>awk</a:t>
            </a:r>
            <a:r>
              <a:rPr lang="en-GB" sz="1800" b="1" spc="-12" dirty="0">
                <a:solidFill>
                  <a:srgbClr val="7030A0"/>
                </a:solidFill>
                <a:latin typeface="Hack" panose="020B0609030202020204" pitchFamily="49" charset="0"/>
                <a:ea typeface="Hack" panose="020B0609030202020204" pitchFamily="49" charset="0"/>
                <a:cs typeface="Hack" panose="020B0609030202020204" pitchFamily="49" charset="0"/>
              </a:rPr>
              <a:t> </a:t>
            </a:r>
            <a:r>
              <a:rPr lang="en-GB" sz="1800" b="1" spc="-4" dirty="0">
                <a:solidFill>
                  <a:srgbClr val="7030A0"/>
                </a:solidFill>
                <a:latin typeface="Hack" panose="020B0609030202020204" pitchFamily="49" charset="0"/>
                <a:ea typeface="Hack" panose="020B0609030202020204" pitchFamily="49" charset="0"/>
                <a:cs typeface="Hack" panose="020B0609030202020204" pitchFamily="49" charset="0"/>
              </a:rPr>
              <a:t>[-F</a:t>
            </a:r>
            <a:r>
              <a:rPr lang="en-GB" sz="1800" b="1" i="1" spc="-4" dirty="0">
                <a:ea typeface="Hack" panose="020B0609030202020204" pitchFamily="49" charset="0"/>
                <a:cs typeface="Hack" panose="020B0609030202020204" pitchFamily="49" charset="0"/>
              </a:rPr>
              <a:t>fs</a:t>
            </a:r>
            <a:r>
              <a:rPr lang="en-GB" sz="1800" b="1" spc="-4"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GB" sz="1800" b="1" spc="-12" dirty="0">
                <a:solidFill>
                  <a:srgbClr val="7030A0"/>
                </a:solidFill>
                <a:latin typeface="Hack" panose="020B0609030202020204" pitchFamily="49" charset="0"/>
                <a:ea typeface="Hack" panose="020B0609030202020204" pitchFamily="49" charset="0"/>
                <a:cs typeface="Hack" panose="020B0609030202020204" pitchFamily="49" charset="0"/>
              </a:rPr>
              <a:t> [--] </a:t>
            </a:r>
            <a:r>
              <a:rPr lang="en-GB" sz="1800" b="1" dirty="0">
                <a:solidFill>
                  <a:srgbClr val="7030A0"/>
                </a:solidFill>
                <a:latin typeface="Hack" panose="020B0609030202020204" pitchFamily="49" charset="0"/>
                <a:ea typeface="Hack" panose="020B0609030202020204" pitchFamily="49" charset="0"/>
                <a:cs typeface="Hack" panose="020B0609030202020204" pitchFamily="49" charset="0"/>
              </a:rPr>
              <a:t>program-text [files()]</a:t>
            </a:r>
          </a:p>
          <a:p>
            <a:pPr marL="289957" indent="-280154">
              <a:spcBef>
                <a:spcPts val="569"/>
              </a:spcBef>
              <a:buClr>
                <a:srgbClr val="000000"/>
              </a:buClr>
              <a:buFont typeface="Arial"/>
              <a:buChar char="•"/>
              <a:tabLst>
                <a:tab pos="289957" algn="l"/>
                <a:tab pos="290473" algn="l"/>
              </a:tabLst>
            </a:pPr>
            <a:r>
              <a:rPr lang="en-GB" sz="1800" b="1" spc="-4" dirty="0">
                <a:solidFill>
                  <a:srgbClr val="7030A0"/>
                </a:solidFill>
                <a:latin typeface="Hack" panose="020B0609030202020204" pitchFamily="49" charset="0"/>
                <a:ea typeface="Hack" panose="020B0609030202020204" pitchFamily="49" charset="0"/>
                <a:cs typeface="Hack" panose="020B0609030202020204" pitchFamily="49" charset="0"/>
              </a:rPr>
              <a:t>-F</a:t>
            </a:r>
            <a:r>
              <a:rPr lang="en-GB" sz="1800" b="1" i="1" spc="-4" dirty="0">
                <a:ea typeface="Hack" panose="020B0609030202020204" pitchFamily="49" charset="0"/>
                <a:cs typeface="Hack" panose="020B0609030202020204" pitchFamily="49" charset="0"/>
              </a:rPr>
              <a:t>f</a:t>
            </a:r>
            <a:r>
              <a:rPr lang="en-US" sz="1800" spc="-4" dirty="0">
                <a:solidFill>
                  <a:srgbClr val="2D2C2C"/>
                </a:solidFill>
                <a:latin typeface="+mn-lt"/>
                <a:cs typeface="Segoe UI"/>
              </a:rPr>
              <a:t>specifies that the input </a:t>
            </a:r>
            <a:r>
              <a:rPr lang="en-US" sz="1800" b="1" spc="-4" dirty="0">
                <a:solidFill>
                  <a:srgbClr val="2D2C2C"/>
                </a:solidFill>
                <a:latin typeface="+mn-lt"/>
                <a:cs typeface="Segoe UI"/>
              </a:rPr>
              <a:t>F</a:t>
            </a:r>
            <a:r>
              <a:rPr lang="en-US" sz="1800" spc="-4" dirty="0">
                <a:solidFill>
                  <a:srgbClr val="2D2C2C"/>
                </a:solidFill>
                <a:latin typeface="+mn-lt"/>
                <a:cs typeface="Segoe UI"/>
              </a:rPr>
              <a:t>ield separator i</a:t>
            </a:r>
            <a:r>
              <a:rPr lang="en-US" sz="1800" spc="-4" dirty="0">
                <a:solidFill>
                  <a:schemeClr val="tx1"/>
                </a:solidFill>
                <a:latin typeface="+mn-lt"/>
                <a:cs typeface="Segoe UI"/>
              </a:rPr>
              <a:t>s </a:t>
            </a:r>
            <a:r>
              <a:rPr lang="en-GB" sz="1800" b="1" spc="-4" dirty="0">
                <a:solidFill>
                  <a:schemeClr val="tx1"/>
                </a:solidFill>
                <a:ea typeface="Hack" panose="020B0609030202020204" pitchFamily="49" charset="0"/>
                <a:cs typeface="Hack" panose="020B0609030202020204" pitchFamily="49" charset="0"/>
              </a:rPr>
              <a:t>fs</a:t>
            </a:r>
            <a:r>
              <a:rPr lang="en-GB" sz="1800" spc="-4" dirty="0">
                <a:solidFill>
                  <a:schemeClr val="tx1"/>
                </a:solidFill>
                <a:ea typeface="Hack" panose="020B0609030202020204" pitchFamily="49" charset="0"/>
                <a:cs typeface="Hack" panose="020B0609030202020204" pitchFamily="49" charset="0"/>
              </a:rPr>
              <a:t>.</a:t>
            </a:r>
          </a:p>
          <a:p>
            <a:pPr marL="469953" lvl="1" indent="-280154">
              <a:spcBef>
                <a:spcPts val="569"/>
              </a:spcBef>
              <a:buClr>
                <a:srgbClr val="000000"/>
              </a:buClr>
              <a:buFont typeface="Arial"/>
              <a:buChar char="•"/>
              <a:tabLst>
                <a:tab pos="289957" algn="l"/>
                <a:tab pos="290473" algn="l"/>
              </a:tabLst>
            </a:pPr>
            <a:r>
              <a:rPr lang="en-US" sz="1800" spc="-4" dirty="0">
                <a:solidFill>
                  <a:srgbClr val="2D2C2C"/>
                </a:solidFill>
                <a:latin typeface="+mn-lt"/>
                <a:cs typeface="Segoe UI"/>
              </a:rPr>
              <a:t>Default is the </a:t>
            </a:r>
            <a:r>
              <a:rPr lang="en-US" sz="1800" b="1" spc="-4" dirty="0">
                <a:solidFill>
                  <a:srgbClr val="2D2C2C"/>
                </a:solidFill>
                <a:latin typeface="+mn-lt"/>
                <a:cs typeface="Segoe UI"/>
              </a:rPr>
              <a:t>&lt;space&gt;</a:t>
            </a:r>
            <a:r>
              <a:rPr lang="en-US" sz="1800" spc="-4" dirty="0">
                <a:solidFill>
                  <a:srgbClr val="2D2C2C"/>
                </a:solidFill>
                <a:latin typeface="+mn-lt"/>
                <a:cs typeface="Segoe UI"/>
              </a:rPr>
              <a:t>.</a:t>
            </a:r>
          </a:p>
          <a:p>
            <a:pPr marL="469953" lvl="1" indent="-280154">
              <a:spcBef>
                <a:spcPts val="569"/>
              </a:spcBef>
              <a:buClr>
                <a:srgbClr val="000000"/>
              </a:buClr>
              <a:buFont typeface="Arial"/>
              <a:buChar char="•"/>
              <a:tabLst>
                <a:tab pos="289957" algn="l"/>
                <a:tab pos="290473" algn="l"/>
              </a:tabLst>
            </a:pPr>
            <a:endParaRPr lang="en-US" sz="1800" b="1" spc="-4" dirty="0">
              <a:solidFill>
                <a:srgbClr val="7030A0"/>
              </a:solidFill>
              <a:latin typeface="Hack" panose="020B0609030202020204" pitchFamily="49" charset="0"/>
              <a:ea typeface="Hack" panose="020B0609030202020204" pitchFamily="49" charset="0"/>
              <a:cs typeface="Hack" panose="020B0609030202020204" pitchFamily="49" charset="0"/>
            </a:endParaRPr>
          </a:p>
          <a:p>
            <a:pPr marL="289957" indent="-280154">
              <a:spcBef>
                <a:spcPts val="569"/>
              </a:spcBef>
              <a:buClr>
                <a:srgbClr val="000000"/>
              </a:buClr>
              <a:buFont typeface="Arial"/>
              <a:buChar char="•"/>
              <a:tabLst>
                <a:tab pos="289957" algn="l"/>
                <a:tab pos="290473" algn="l"/>
              </a:tabLst>
            </a:pPr>
            <a:r>
              <a:rPr lang="en-US" sz="1800" spc="-8" dirty="0">
                <a:solidFill>
                  <a:schemeClr val="tx1"/>
                </a:solidFill>
                <a:cs typeface="Segoe UI"/>
              </a:rPr>
              <a:t>The example below:</a:t>
            </a:r>
          </a:p>
          <a:p>
            <a:pPr marL="469953" lvl="1" indent="-280154">
              <a:spcBef>
                <a:spcPts val="569"/>
              </a:spcBef>
              <a:buClr>
                <a:srgbClr val="000000"/>
              </a:buClr>
              <a:buFont typeface="Arial"/>
              <a:buChar char="•"/>
              <a:tabLst>
                <a:tab pos="289957" algn="l"/>
                <a:tab pos="290473" algn="l"/>
              </a:tabLst>
            </a:pPr>
            <a:r>
              <a:rPr lang="en-US" sz="1800" spc="-8" dirty="0">
                <a:cs typeface="Segoe UI"/>
              </a:rPr>
              <a:t>The program-text tells awk to display</a:t>
            </a:r>
            <a:r>
              <a:rPr lang="en-US" sz="1800" spc="20" dirty="0">
                <a:cs typeface="Segoe UI"/>
              </a:rPr>
              <a:t> </a:t>
            </a:r>
            <a:r>
              <a:rPr lang="en-US" sz="1800" spc="-8" dirty="0">
                <a:cs typeface="Segoe UI"/>
              </a:rPr>
              <a:t>lines</a:t>
            </a:r>
            <a:r>
              <a:rPr lang="en-US" sz="1800" spc="57" dirty="0">
                <a:cs typeface="Segoe UI"/>
              </a:rPr>
              <a:t> </a:t>
            </a:r>
            <a:r>
              <a:rPr lang="en-US" sz="1800" spc="-8" dirty="0">
                <a:cs typeface="Segoe UI"/>
              </a:rPr>
              <a:t>the first, sixth, and third field.</a:t>
            </a:r>
          </a:p>
          <a:p>
            <a:pPr marL="469953" lvl="1" indent="-280154">
              <a:spcBef>
                <a:spcPts val="569"/>
              </a:spcBef>
              <a:buClr>
                <a:srgbClr val="000000"/>
              </a:buClr>
              <a:buFont typeface="Arial"/>
              <a:buChar char="•"/>
              <a:tabLst>
                <a:tab pos="289957" algn="l"/>
                <a:tab pos="290473" algn="l"/>
              </a:tabLst>
            </a:pPr>
            <a:r>
              <a:rPr lang="en-US" sz="1800" spc="-8" dirty="0">
                <a:cs typeface="Segoe UI"/>
              </a:rPr>
              <a:t>Providing the seventh field matches the RE bash.</a:t>
            </a:r>
          </a:p>
          <a:p>
            <a:pPr marL="469953" lvl="1" indent="-280154">
              <a:spcBef>
                <a:spcPts val="569"/>
              </a:spcBef>
              <a:buClr>
                <a:srgbClr val="000000"/>
              </a:buClr>
              <a:buFont typeface="Arial"/>
              <a:buChar char="•"/>
              <a:tabLst>
                <a:tab pos="289957" algn="l"/>
                <a:tab pos="290473" algn="l"/>
              </a:tabLst>
            </a:pPr>
            <a:r>
              <a:rPr lang="en-US" sz="1800" spc="-8" dirty="0">
                <a:cs typeface="Segoe UI"/>
              </a:rPr>
              <a:t>Specifying that colons separate the fields.</a:t>
            </a:r>
            <a:endParaRPr lang="en-US" sz="1800" b="1" spc="-4" dirty="0">
              <a:solidFill>
                <a:srgbClr val="7030A0"/>
              </a:solidFill>
              <a:ea typeface="Hack" panose="020B0609030202020204" pitchFamily="49" charset="0"/>
              <a:cs typeface="Hack" panose="020B0609030202020204" pitchFamily="49" charset="0"/>
            </a:endParaRPr>
          </a:p>
          <a:p>
            <a:pPr marL="469953" lvl="1" indent="-280154">
              <a:spcBef>
                <a:spcPts val="569"/>
              </a:spcBef>
              <a:buClr>
                <a:srgbClr val="000000"/>
              </a:buClr>
              <a:buFont typeface="Arial"/>
              <a:buChar char="•"/>
              <a:tabLst>
                <a:tab pos="289957" algn="l"/>
                <a:tab pos="290473" algn="l"/>
              </a:tabLst>
            </a:pPr>
            <a:r>
              <a:rPr lang="en-US" sz="1800" spc="-8" dirty="0">
                <a:cs typeface="Segoe UI"/>
              </a:rPr>
              <a:t>So, showing the username, home-directory, and UID of all users the use the bash shell in /</a:t>
            </a:r>
            <a:r>
              <a:rPr lang="en-US" sz="1800" spc="-8" dirty="0" err="1">
                <a:cs typeface="Segoe UI"/>
              </a:rPr>
              <a:t>etc</a:t>
            </a:r>
            <a:r>
              <a:rPr lang="en-US" sz="1800" spc="-8" dirty="0">
                <a:cs typeface="Segoe UI"/>
              </a:rPr>
              <a:t>/passwd.</a:t>
            </a:r>
            <a:endParaRPr lang="en-US" sz="1800" dirty="0">
              <a:cs typeface="Segoe UI"/>
            </a:endParaRPr>
          </a:p>
          <a:p>
            <a:endParaRPr lang="en-GB" sz="1800" dirty="0"/>
          </a:p>
        </p:txBody>
      </p:sp>
      <p:sp>
        <p:nvSpPr>
          <p:cNvPr id="7" name="Rectangle 3">
            <a:extLst>
              <a:ext uri="{FF2B5EF4-FFF2-40B4-BE49-F238E27FC236}">
                <a16:creationId xmlns:a16="http://schemas.microsoft.com/office/drawing/2014/main" id="{70E6C9A0-0AF2-276C-F5AF-E2F542377273}"/>
              </a:ext>
            </a:extLst>
          </p:cNvPr>
          <p:cNvSpPr>
            <a:spLocks noChangeArrowheads="1"/>
          </p:cNvSpPr>
          <p:nvPr/>
        </p:nvSpPr>
        <p:spPr bwMode="auto">
          <a:xfrm>
            <a:off x="4627085" y="5753764"/>
            <a:ext cx="7180740" cy="389850"/>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spcBef>
                <a:spcPts val="158"/>
              </a:spcBef>
            </a:pPr>
            <a:r>
              <a:rPr lang="en-GB" sz="1600"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z="1600" spc="-8"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sz="1600" b="1" spc="-4" dirty="0">
                <a:solidFill>
                  <a:schemeClr val="bg1"/>
                </a:solidFill>
                <a:latin typeface="Hack" panose="020B0609030202020204" pitchFamily="49" charset="0"/>
                <a:ea typeface="Hack" panose="020B0609030202020204" pitchFamily="49" charset="0"/>
                <a:cs typeface="Hack" panose="020B0609030202020204" pitchFamily="49" charset="0"/>
              </a:rPr>
              <a:t>awk –F: ‘$7 ~ /bash/{</a:t>
            </a:r>
            <a:r>
              <a:rPr lang="en-GB" sz="1600" b="1" spc="-8"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sz="1600" b="1" spc="-4" dirty="0">
                <a:solidFill>
                  <a:schemeClr val="bg1"/>
                </a:solidFill>
                <a:latin typeface="Hack" panose="020B0609030202020204" pitchFamily="49" charset="0"/>
                <a:ea typeface="Hack" panose="020B0609030202020204" pitchFamily="49" charset="0"/>
                <a:cs typeface="Hack" panose="020B0609030202020204" pitchFamily="49" charset="0"/>
              </a:rPr>
              <a:t>print</a:t>
            </a:r>
            <a:r>
              <a:rPr lang="en-GB" sz="1600" b="1" spc="-8"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sz="1600" b="1" spc="-4" dirty="0">
                <a:solidFill>
                  <a:schemeClr val="bg1"/>
                </a:solidFill>
                <a:latin typeface="Hack" panose="020B0609030202020204" pitchFamily="49" charset="0"/>
                <a:ea typeface="Hack" panose="020B0609030202020204" pitchFamily="49" charset="0"/>
                <a:cs typeface="Hack" panose="020B0609030202020204" pitchFamily="49" charset="0"/>
              </a:rPr>
              <a:t>$1, $6,</a:t>
            </a:r>
            <a:r>
              <a:rPr lang="en-GB" sz="1600" b="1" spc="-8"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sz="1600" b="1" spc="-4" dirty="0">
                <a:solidFill>
                  <a:schemeClr val="bg1"/>
                </a:solidFill>
                <a:latin typeface="Hack" panose="020B0609030202020204" pitchFamily="49" charset="0"/>
                <a:ea typeface="Hack" panose="020B0609030202020204" pitchFamily="49" charset="0"/>
                <a:cs typeface="Hack" panose="020B0609030202020204" pitchFamily="49" charset="0"/>
              </a:rPr>
              <a:t>$3</a:t>
            </a:r>
            <a:r>
              <a:rPr lang="en-GB" sz="1600" b="1" spc="-8"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sz="1600" b="1" spc="-4" dirty="0">
                <a:solidFill>
                  <a:schemeClr val="bg1"/>
                </a:solidFill>
                <a:latin typeface="Hack" panose="020B0609030202020204" pitchFamily="49" charset="0"/>
                <a:ea typeface="Hack" panose="020B0609030202020204" pitchFamily="49" charset="0"/>
                <a:cs typeface="Hack" panose="020B0609030202020204" pitchFamily="49" charset="0"/>
              </a:rPr>
              <a:t>}' /etc/passwd</a:t>
            </a:r>
            <a:endParaRPr lang="en-GB" sz="160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4" name="Slide Number Placeholder 1">
            <a:extLst>
              <a:ext uri="{FF2B5EF4-FFF2-40B4-BE49-F238E27FC236}">
                <a16:creationId xmlns:a16="http://schemas.microsoft.com/office/drawing/2014/main" id="{F4E996DA-DC11-34BA-23AA-B0332401745E}"/>
              </a:ext>
            </a:extLst>
          </p:cNvPr>
          <p:cNvSpPr txBox="1">
            <a:spLocks/>
          </p:cNvSpPr>
          <p:nvPr/>
        </p:nvSpPr>
        <p:spPr>
          <a:xfrm>
            <a:off x="9365513" y="6398855"/>
            <a:ext cx="27432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EF892D59-8F09-EF4B-AD6D-DA609442F868}" type="slidenum">
              <a:rPr lang="en-GB" smtClean="0"/>
              <a:pPr algn="r"/>
              <a:t>21</a:t>
            </a:fld>
            <a:endParaRPr lang="en-GB"/>
          </a:p>
        </p:txBody>
      </p:sp>
    </p:spTree>
    <p:extLst>
      <p:ext uri="{BB962C8B-B14F-4D97-AF65-F5344CB8AC3E}">
        <p14:creationId xmlns:p14="http://schemas.microsoft.com/office/powerpoint/2010/main" val="18731755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B403749-E2CA-3B82-34C0-BAB8705A5059}"/>
              </a:ext>
            </a:extLst>
          </p:cNvPr>
          <p:cNvSpPr>
            <a:spLocks noGrp="1"/>
          </p:cNvSpPr>
          <p:nvPr>
            <p:ph type="ctrTitle"/>
          </p:nvPr>
        </p:nvSpPr>
        <p:spPr/>
        <p:txBody>
          <a:bodyPr/>
          <a:lstStyle/>
          <a:p>
            <a:r>
              <a:rPr lang="en-GB" dirty="0" err="1"/>
              <a:t>sed</a:t>
            </a:r>
            <a:endParaRPr lang="en-GB"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5750" indent="-285750">
              <a:buFont typeface="Arial" panose="020B0604020202020204" pitchFamily="34" charset="0"/>
              <a:buChar char="•"/>
            </a:pPr>
            <a:r>
              <a:rPr lang="en-US" sz="1800" dirty="0">
                <a:solidFill>
                  <a:schemeClr val="tx1"/>
                </a:solidFill>
              </a:rPr>
              <a:t>Based on </a:t>
            </a:r>
            <a:r>
              <a:rPr lang="en-US" sz="1800" b="1" dirty="0">
                <a:solidFill>
                  <a:srgbClr val="7030A0"/>
                </a:solidFill>
                <a:latin typeface="Hack" panose="020B0609030202020204" pitchFamily="49" charset="0"/>
                <a:ea typeface="Hack" panose="020B0609030202020204" pitchFamily="49" charset="0"/>
                <a:cs typeface="Hack" panose="020B0609030202020204" pitchFamily="49" charset="0"/>
              </a:rPr>
              <a:t>ed</a:t>
            </a:r>
            <a:r>
              <a:rPr lang="en-US" sz="1800" dirty="0"/>
              <a:t> </a:t>
            </a:r>
            <a:r>
              <a:rPr lang="en-US" sz="1800" dirty="0">
                <a:solidFill>
                  <a:schemeClr val="tx1"/>
                </a:solidFill>
              </a:rPr>
              <a:t>and</a:t>
            </a:r>
            <a:r>
              <a:rPr lang="en-US" sz="1800" dirty="0"/>
              <a:t> </a:t>
            </a:r>
            <a:r>
              <a:rPr lang="en-US" sz="1800" b="1" dirty="0" err="1">
                <a:solidFill>
                  <a:srgbClr val="7030A0"/>
                </a:solidFill>
                <a:latin typeface="Hack" panose="020B0609030202020204" pitchFamily="49" charset="0"/>
                <a:ea typeface="Hack" panose="020B0609030202020204" pitchFamily="49" charset="0"/>
                <a:cs typeface="Hack" panose="020B0609030202020204" pitchFamily="49" charset="0"/>
              </a:rPr>
              <a:t>qed</a:t>
            </a:r>
            <a:endParaRPr lang="en-US" sz="1800" b="1" dirty="0">
              <a:solidFill>
                <a:schemeClr val="tx1"/>
              </a:solidFill>
              <a:latin typeface="Hack" panose="020B0609030202020204" pitchFamily="49" charset="0"/>
              <a:ea typeface="Hack" panose="020B0609030202020204" pitchFamily="49" charset="0"/>
              <a:cs typeface="Hack" panose="020B0609030202020204" pitchFamily="49" charset="0"/>
            </a:endParaRPr>
          </a:p>
          <a:p>
            <a:pPr marL="285750" indent="-285750">
              <a:buFont typeface="Arial" panose="020B0604020202020204" pitchFamily="34" charset="0"/>
              <a:buChar char="•"/>
            </a:pPr>
            <a:r>
              <a:rPr lang="en-US" sz="1800" dirty="0">
                <a:solidFill>
                  <a:schemeClr val="tx1"/>
                </a:solidFill>
              </a:rPr>
              <a:t>Developed between 1973 to 1974 by </a:t>
            </a:r>
            <a:r>
              <a:rPr lang="en-US" sz="1800" b="1" dirty="0">
                <a:solidFill>
                  <a:schemeClr val="tx1"/>
                </a:solidFill>
              </a:rPr>
              <a:t>Lee E. McMahon </a:t>
            </a:r>
            <a:r>
              <a:rPr lang="en-US" sz="1800" dirty="0">
                <a:solidFill>
                  <a:schemeClr val="tx1"/>
                </a:solidFill>
              </a:rPr>
              <a:t>of bell labs as a successor to grep</a:t>
            </a:r>
          </a:p>
          <a:p>
            <a:pPr marL="285750" indent="-285750">
              <a:buFont typeface="Arial" panose="020B0604020202020204" pitchFamily="34" charset="0"/>
              <a:buChar char="•"/>
            </a:pPr>
            <a:r>
              <a:rPr lang="en-US" sz="1800" dirty="0">
                <a:solidFill>
                  <a:schemeClr val="tx1"/>
                </a:solidFill>
              </a:rPr>
              <a:t>First appearing in Version 7 Unix</a:t>
            </a:r>
          </a:p>
          <a:p>
            <a:pPr marL="285750" indent="-285750">
              <a:buFont typeface="Arial" panose="020B0604020202020204" pitchFamily="34" charset="0"/>
              <a:buChar char="•"/>
            </a:pPr>
            <a:r>
              <a:rPr lang="en-US" sz="1800" dirty="0">
                <a:solidFill>
                  <a:schemeClr val="tx1"/>
                </a:solidFill>
              </a:rPr>
              <a:t>It was designed as a </a:t>
            </a:r>
            <a:r>
              <a:rPr lang="en-US" sz="1800" b="1" dirty="0">
                <a:solidFill>
                  <a:schemeClr val="tx1"/>
                </a:solidFill>
              </a:rPr>
              <a:t>S</a:t>
            </a:r>
            <a:r>
              <a:rPr lang="en-US" sz="1800" dirty="0">
                <a:solidFill>
                  <a:schemeClr val="tx1"/>
                </a:solidFill>
              </a:rPr>
              <a:t>tream </a:t>
            </a:r>
            <a:r>
              <a:rPr lang="en-US" sz="1800" b="1" dirty="0">
                <a:solidFill>
                  <a:schemeClr val="tx1"/>
                </a:solidFill>
              </a:rPr>
              <a:t>Ed</a:t>
            </a:r>
            <a:r>
              <a:rPr lang="en-US" sz="1800" dirty="0">
                <a:solidFill>
                  <a:schemeClr val="tx1"/>
                </a:solidFill>
              </a:rPr>
              <a:t>itor</a:t>
            </a:r>
          </a:p>
          <a:p>
            <a:pPr marL="465746" lvl="1" indent="-285750"/>
            <a:r>
              <a:rPr lang="en-US" sz="1800" dirty="0"/>
              <a:t> Can be used in pipes</a:t>
            </a:r>
          </a:p>
          <a:p>
            <a:pPr marL="289957" indent="-280154">
              <a:spcBef>
                <a:spcPts val="569"/>
              </a:spcBef>
              <a:buClr>
                <a:srgbClr val="000000"/>
              </a:buClr>
              <a:buFont typeface="Arial"/>
              <a:buChar char="•"/>
              <a:tabLst>
                <a:tab pos="289957" algn="l"/>
                <a:tab pos="290473" algn="l"/>
              </a:tabLst>
            </a:pPr>
            <a:r>
              <a:rPr lang="en-US" sz="1800" spc="-4" dirty="0">
                <a:solidFill>
                  <a:srgbClr val="2D2C2C"/>
                </a:solidFill>
                <a:latin typeface="+mn-lt"/>
                <a:cs typeface="Segoe UI"/>
              </a:rPr>
              <a:t>Syntax:</a:t>
            </a:r>
          </a:p>
          <a:p>
            <a:pPr marL="469953" lvl="1" indent="-280154">
              <a:spcBef>
                <a:spcPts val="569"/>
              </a:spcBef>
              <a:buClr>
                <a:srgbClr val="000000"/>
              </a:buClr>
              <a:buFont typeface="Arial"/>
              <a:buChar char="•"/>
              <a:tabLst>
                <a:tab pos="289957" algn="l"/>
                <a:tab pos="290473" algn="l"/>
              </a:tabLst>
            </a:pPr>
            <a:r>
              <a:rPr lang="en-GB" sz="1800" b="1" dirty="0" err="1">
                <a:solidFill>
                  <a:srgbClr val="7030A0"/>
                </a:solidFill>
                <a:latin typeface="Hack" panose="020B0609030202020204" pitchFamily="49" charset="0"/>
                <a:ea typeface="Hack" panose="020B0609030202020204" pitchFamily="49" charset="0"/>
                <a:cs typeface="Hack" panose="020B0609030202020204" pitchFamily="49" charset="0"/>
              </a:rPr>
              <a:t>sed</a:t>
            </a:r>
            <a:r>
              <a:rPr lang="en-GB" sz="1800" b="1" spc="-12" dirty="0">
                <a:solidFill>
                  <a:srgbClr val="7030A0"/>
                </a:solidFill>
                <a:latin typeface="Hack" panose="020B0609030202020204" pitchFamily="49" charset="0"/>
                <a:ea typeface="Hack" panose="020B0609030202020204" pitchFamily="49" charset="0"/>
                <a:cs typeface="Hack" panose="020B0609030202020204" pitchFamily="49" charset="0"/>
              </a:rPr>
              <a:t> </a:t>
            </a:r>
            <a:r>
              <a:rPr lang="en-GB" sz="1800" b="1" spc="-4"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GB" sz="1800" b="1" spc="-4" dirty="0" err="1">
                <a:solidFill>
                  <a:srgbClr val="7030A0"/>
                </a:solidFill>
                <a:latin typeface="Hack" panose="020B0609030202020204" pitchFamily="49" charset="0"/>
                <a:ea typeface="Hack" panose="020B0609030202020204" pitchFamily="49" charset="0"/>
                <a:cs typeface="Hack" panose="020B0609030202020204" pitchFamily="49" charset="0"/>
              </a:rPr>
              <a:t>nief</a:t>
            </a:r>
            <a:r>
              <a:rPr lang="en-GB" sz="1800" b="1" spc="-4"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GB" sz="1800" b="1" spc="-12" dirty="0">
                <a:solidFill>
                  <a:srgbClr val="7030A0"/>
                </a:solidFill>
                <a:latin typeface="Hack" panose="020B0609030202020204" pitchFamily="49" charset="0"/>
                <a:ea typeface="Hack" panose="020B0609030202020204" pitchFamily="49" charset="0"/>
                <a:cs typeface="Hack" panose="020B0609030202020204" pitchFamily="49" charset="0"/>
              </a:rPr>
              <a:t> </a:t>
            </a:r>
            <a:r>
              <a:rPr lang="en-GB" sz="1800" b="1" i="1" dirty="0">
                <a:ea typeface="Hack" panose="020B0609030202020204" pitchFamily="49" charset="0"/>
                <a:cs typeface="Hack" panose="020B0609030202020204" pitchFamily="49" charset="0"/>
              </a:rPr>
              <a:t>script</a:t>
            </a:r>
            <a:r>
              <a:rPr lang="en-GB" sz="1800" b="1" dirty="0">
                <a:solidFill>
                  <a:srgbClr val="7030A0"/>
                </a:solidFill>
                <a:latin typeface="Hack" panose="020B0609030202020204" pitchFamily="49" charset="0"/>
                <a:ea typeface="Hack" panose="020B0609030202020204" pitchFamily="49" charset="0"/>
                <a:cs typeface="Hack" panose="020B0609030202020204" pitchFamily="49" charset="0"/>
              </a:rPr>
              <a:t> [</a:t>
            </a:r>
            <a:r>
              <a:rPr lang="en-GB" sz="1800" b="1" i="1" dirty="0" err="1">
                <a:ea typeface="Hack" panose="020B0609030202020204" pitchFamily="49" charset="0"/>
                <a:cs typeface="Hack" panose="020B0609030202020204" pitchFamily="49" charset="0"/>
              </a:rPr>
              <a:t>inputfile</a:t>
            </a:r>
            <a:r>
              <a:rPr lang="en-GB" sz="1800" b="1" dirty="0">
                <a:solidFill>
                  <a:srgbClr val="7030A0"/>
                </a:solidFill>
                <a:latin typeface="Hack" panose="020B0609030202020204" pitchFamily="49" charset="0"/>
                <a:ea typeface="Hack" panose="020B0609030202020204" pitchFamily="49" charset="0"/>
                <a:cs typeface="Hack" panose="020B0609030202020204" pitchFamily="49" charset="0"/>
              </a:rPr>
              <a:t>...]</a:t>
            </a:r>
            <a:endParaRPr lang="en-US" sz="1800" dirty="0">
              <a:cs typeface="Segoe UI"/>
            </a:endParaRPr>
          </a:p>
          <a:p>
            <a:endParaRPr lang="en-GB" sz="2000" dirty="0"/>
          </a:p>
        </p:txBody>
      </p:sp>
      <p:graphicFrame>
        <p:nvGraphicFramePr>
          <p:cNvPr id="6" name="Table 3">
            <a:extLst>
              <a:ext uri="{FF2B5EF4-FFF2-40B4-BE49-F238E27FC236}">
                <a16:creationId xmlns:a16="http://schemas.microsoft.com/office/drawing/2014/main" id="{B3CBDF0D-9DB2-A0B5-7D68-15594C3F1FBA}"/>
              </a:ext>
            </a:extLst>
          </p:cNvPr>
          <p:cNvGraphicFramePr>
            <a:graphicFrameLocks noGrp="1"/>
          </p:cNvGraphicFramePr>
          <p:nvPr>
            <p:extLst>
              <p:ext uri="{D42A27DB-BD31-4B8C-83A1-F6EECF244321}">
                <p14:modId xmlns:p14="http://schemas.microsoft.com/office/powerpoint/2010/main" val="1892791046"/>
              </p:ext>
            </p:extLst>
          </p:nvPr>
        </p:nvGraphicFramePr>
        <p:xfrm>
          <a:off x="5412509" y="2754342"/>
          <a:ext cx="6004469" cy="2639693"/>
        </p:xfrm>
        <a:graphic>
          <a:graphicData uri="http://schemas.openxmlformats.org/drawingml/2006/table">
            <a:tbl>
              <a:tblPr firstRow="1" bandRow="1">
                <a:tableStyleId>{93296810-A885-4BE3-A3E7-6D5BEEA58F35}</a:tableStyleId>
              </a:tblPr>
              <a:tblGrid>
                <a:gridCol w="1625600">
                  <a:extLst>
                    <a:ext uri="{9D8B030D-6E8A-4147-A177-3AD203B41FA5}">
                      <a16:colId xmlns:a16="http://schemas.microsoft.com/office/drawing/2014/main" val="1909159861"/>
                    </a:ext>
                  </a:extLst>
                </a:gridCol>
                <a:gridCol w="4378869">
                  <a:extLst>
                    <a:ext uri="{9D8B030D-6E8A-4147-A177-3AD203B41FA5}">
                      <a16:colId xmlns:a16="http://schemas.microsoft.com/office/drawing/2014/main" val="3960062878"/>
                    </a:ext>
                  </a:extLst>
                </a:gridCol>
              </a:tblGrid>
              <a:tr h="429232">
                <a:tc>
                  <a:txBody>
                    <a:bodyPr/>
                    <a:lstStyle/>
                    <a:p>
                      <a:r>
                        <a:rPr lang="en-GB" dirty="0">
                          <a:solidFill>
                            <a:schemeClr val="tx1"/>
                          </a:solidFill>
                        </a:rPr>
                        <a:t>Switch</a:t>
                      </a:r>
                    </a:p>
                  </a:txBody>
                  <a:tcPr/>
                </a:tc>
                <a:tc>
                  <a:txBody>
                    <a:bodyPr/>
                    <a:lstStyle/>
                    <a:p>
                      <a:r>
                        <a:rPr lang="en-GB" dirty="0">
                          <a:solidFill>
                            <a:schemeClr val="tx1"/>
                          </a:solidFill>
                        </a:rPr>
                        <a:t>Meaning</a:t>
                      </a:r>
                    </a:p>
                  </a:txBody>
                  <a:tcPr/>
                </a:tc>
                <a:extLst>
                  <a:ext uri="{0D108BD9-81ED-4DB2-BD59-A6C34878D82A}">
                    <a16:rowId xmlns:a16="http://schemas.microsoft.com/office/drawing/2014/main" val="381597632"/>
                  </a:ext>
                </a:extLst>
              </a:tr>
              <a:tr h="429232">
                <a:tc>
                  <a:txBody>
                    <a:bodyPr/>
                    <a:lstStyle/>
                    <a:p>
                      <a:r>
                        <a:rPr lang="en-GB" b="1" dirty="0">
                          <a:solidFill>
                            <a:schemeClr val="tx1"/>
                          </a:solidFill>
                          <a:latin typeface="Hack" panose="020B0609030202020204"/>
                        </a:rPr>
                        <a:t>-n</a:t>
                      </a:r>
                      <a:endParaRPr lang="en-GB" b="1" dirty="0">
                        <a:solidFill>
                          <a:schemeClr val="tx1"/>
                        </a:solidFill>
                        <a:latin typeface="Hack" panose="020B0609030202020204"/>
                        <a:ea typeface="Hack" panose="020B0609030202020204" pitchFamily="49" charset="0"/>
                        <a:cs typeface="Hack" panose="020B0609030202020204" pitchFamily="49" charset="0"/>
                      </a:endParaRPr>
                    </a:p>
                  </a:txBody>
                  <a:tcPr/>
                </a:tc>
                <a:tc>
                  <a:txBody>
                    <a:bodyPr/>
                    <a:lstStyle/>
                    <a:p>
                      <a:r>
                        <a:rPr lang="en-US" b="1" dirty="0">
                          <a:solidFill>
                            <a:schemeClr val="tx1"/>
                          </a:solidFill>
                        </a:rPr>
                        <a:t>N</a:t>
                      </a:r>
                      <a:r>
                        <a:rPr lang="en-US" dirty="0">
                          <a:solidFill>
                            <a:schemeClr val="tx1"/>
                          </a:solidFill>
                        </a:rPr>
                        <a:t>o automatic print</a:t>
                      </a:r>
                    </a:p>
                  </a:txBody>
                  <a:tcPr/>
                </a:tc>
                <a:extLst>
                  <a:ext uri="{0D108BD9-81ED-4DB2-BD59-A6C34878D82A}">
                    <a16:rowId xmlns:a16="http://schemas.microsoft.com/office/drawing/2014/main" val="187022234"/>
                  </a:ext>
                </a:extLst>
              </a:tr>
              <a:tr h="751157">
                <a:tc>
                  <a:txBody>
                    <a:bodyPr/>
                    <a:lstStyle/>
                    <a:p>
                      <a:r>
                        <a:rPr lang="en-GB" b="1" dirty="0">
                          <a:solidFill>
                            <a:schemeClr val="tx1"/>
                          </a:solidFill>
                          <a:latin typeface="Hack" panose="020B0609030202020204"/>
                        </a:rPr>
                        <a:t>-</a:t>
                      </a:r>
                      <a:r>
                        <a:rPr lang="en-GB" b="1" dirty="0" err="1">
                          <a:solidFill>
                            <a:schemeClr val="tx1"/>
                          </a:solidFill>
                          <a:latin typeface="Hack" panose="020B0609030202020204"/>
                        </a:rPr>
                        <a:t>i</a:t>
                      </a:r>
                      <a:endParaRPr lang="en-GB" b="1" dirty="0">
                        <a:solidFill>
                          <a:schemeClr val="tx1"/>
                        </a:solidFill>
                        <a:latin typeface="Hack" panose="020B0609030202020204"/>
                        <a:ea typeface="Hack" panose="020B0609030202020204" pitchFamily="49" charset="0"/>
                        <a:cs typeface="Hack" panose="020B0609030202020204" pitchFamily="49" charset="0"/>
                      </a:endParaRPr>
                    </a:p>
                  </a:txBody>
                  <a:tcPr/>
                </a:tc>
                <a:tc>
                  <a:txBody>
                    <a:bodyPr/>
                    <a:lstStyle/>
                    <a:p>
                      <a:r>
                        <a:rPr lang="en-US" b="1" dirty="0">
                          <a:solidFill>
                            <a:schemeClr val="tx1"/>
                          </a:solidFill>
                        </a:rPr>
                        <a:t>I</a:t>
                      </a:r>
                      <a:r>
                        <a:rPr lang="en-US" dirty="0">
                          <a:solidFill>
                            <a:schemeClr val="tx1"/>
                          </a:solidFill>
                        </a:rPr>
                        <a:t>n-place editing, edits </a:t>
                      </a:r>
                      <a:r>
                        <a:rPr lang="en-US" dirty="0" err="1">
                          <a:solidFill>
                            <a:schemeClr val="tx1"/>
                          </a:solidFill>
                        </a:rPr>
                        <a:t>inputfile</a:t>
                      </a:r>
                      <a:r>
                        <a:rPr lang="en-US" dirty="0">
                          <a:solidFill>
                            <a:schemeClr val="tx1"/>
                          </a:solidFill>
                        </a:rPr>
                        <a:t> rather than sending output to </a:t>
                      </a:r>
                      <a:r>
                        <a:rPr lang="en-US" dirty="0" err="1">
                          <a:solidFill>
                            <a:schemeClr val="tx1"/>
                          </a:solidFill>
                        </a:rPr>
                        <a:t>stdout</a:t>
                      </a:r>
                      <a:endParaRPr lang="en-US" dirty="0">
                        <a:solidFill>
                          <a:schemeClr val="tx1"/>
                        </a:solidFill>
                      </a:endParaRPr>
                    </a:p>
                  </a:txBody>
                  <a:tcPr/>
                </a:tc>
                <a:extLst>
                  <a:ext uri="{0D108BD9-81ED-4DB2-BD59-A6C34878D82A}">
                    <a16:rowId xmlns:a16="http://schemas.microsoft.com/office/drawing/2014/main" val="2974483885"/>
                  </a:ext>
                </a:extLst>
              </a:tr>
              <a:tr h="429232">
                <a:tc>
                  <a:txBody>
                    <a:bodyPr/>
                    <a:lstStyle/>
                    <a:p>
                      <a:r>
                        <a:rPr lang="en-GB" b="1" dirty="0">
                          <a:solidFill>
                            <a:schemeClr val="tx1"/>
                          </a:solidFill>
                          <a:latin typeface="Hack" panose="020B0609030202020204"/>
                        </a:rPr>
                        <a:t>-e script</a:t>
                      </a:r>
                      <a:endParaRPr lang="en-GB" b="1" dirty="0">
                        <a:solidFill>
                          <a:schemeClr val="tx1"/>
                        </a:solidFill>
                        <a:latin typeface="Hack" panose="020B0609030202020204"/>
                        <a:ea typeface="Hack" panose="020B0609030202020204" pitchFamily="49" charset="0"/>
                        <a:cs typeface="Hack" panose="020B0609030202020204" pitchFamily="49" charset="0"/>
                      </a:endParaRPr>
                    </a:p>
                  </a:txBody>
                  <a:tcPr/>
                </a:tc>
                <a:tc>
                  <a:txBody>
                    <a:bodyPr/>
                    <a:lstStyle/>
                    <a:p>
                      <a:r>
                        <a:rPr lang="en-US" b="1" dirty="0">
                          <a:solidFill>
                            <a:schemeClr val="tx1"/>
                          </a:solidFill>
                        </a:rPr>
                        <a:t>E</a:t>
                      </a:r>
                      <a:r>
                        <a:rPr lang="en-US" dirty="0">
                          <a:solidFill>
                            <a:schemeClr val="tx1"/>
                          </a:solidFill>
                        </a:rPr>
                        <a:t>xtra editing commands</a:t>
                      </a:r>
                    </a:p>
                  </a:txBody>
                  <a:tcPr/>
                </a:tc>
                <a:extLst>
                  <a:ext uri="{0D108BD9-81ED-4DB2-BD59-A6C34878D82A}">
                    <a16:rowId xmlns:a16="http://schemas.microsoft.com/office/drawing/2014/main" val="3926973030"/>
                  </a:ext>
                </a:extLst>
              </a:tr>
              <a:tr h="600840">
                <a:tc>
                  <a:txBody>
                    <a:bodyPr/>
                    <a:lstStyle/>
                    <a:p>
                      <a:r>
                        <a:rPr lang="en-GB" b="1" dirty="0">
                          <a:solidFill>
                            <a:schemeClr val="tx1"/>
                          </a:solidFill>
                          <a:latin typeface="Hack" panose="020B0609030202020204"/>
                        </a:rPr>
                        <a:t>-f </a:t>
                      </a:r>
                      <a:r>
                        <a:rPr lang="en-GB" b="1" dirty="0" err="1">
                          <a:solidFill>
                            <a:schemeClr val="tx1"/>
                          </a:solidFill>
                          <a:latin typeface="Hack" panose="020B0609030202020204"/>
                        </a:rPr>
                        <a:t>scriptfile</a:t>
                      </a:r>
                      <a:endParaRPr lang="en-GB" b="1" dirty="0">
                        <a:solidFill>
                          <a:schemeClr val="tx1"/>
                        </a:solidFill>
                        <a:latin typeface="Hack" panose="020B0609030202020204"/>
                        <a:ea typeface="Hack" panose="020B0609030202020204" pitchFamily="49" charset="0"/>
                        <a:cs typeface="Hack" panose="020B0609030202020204" pitchFamily="49" charset="0"/>
                      </a:endParaRP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dirty="0">
                          <a:solidFill>
                            <a:schemeClr val="tx1"/>
                          </a:solidFill>
                        </a:rPr>
                        <a:t>Read edit commands from </a:t>
                      </a:r>
                      <a:r>
                        <a:rPr lang="en-US" b="1" dirty="0">
                          <a:solidFill>
                            <a:schemeClr val="tx1"/>
                          </a:solidFill>
                        </a:rPr>
                        <a:t>f</a:t>
                      </a:r>
                      <a:r>
                        <a:rPr lang="en-US" dirty="0">
                          <a:solidFill>
                            <a:schemeClr val="tx1"/>
                          </a:solidFill>
                        </a:rPr>
                        <a:t>ile</a:t>
                      </a:r>
                      <a:endParaRPr lang="en-GB" dirty="0">
                        <a:solidFill>
                          <a:schemeClr val="tx1"/>
                        </a:solidFill>
                      </a:endParaRPr>
                    </a:p>
                  </a:txBody>
                  <a:tcPr/>
                </a:tc>
                <a:extLst>
                  <a:ext uri="{0D108BD9-81ED-4DB2-BD59-A6C34878D82A}">
                    <a16:rowId xmlns:a16="http://schemas.microsoft.com/office/drawing/2014/main" val="3150243018"/>
                  </a:ext>
                </a:extLst>
              </a:tr>
            </a:tbl>
          </a:graphicData>
        </a:graphic>
      </p:graphicFrame>
      <p:sp>
        <p:nvSpPr>
          <p:cNvPr id="3" name="Slide Number Placeholder 1">
            <a:extLst>
              <a:ext uri="{FF2B5EF4-FFF2-40B4-BE49-F238E27FC236}">
                <a16:creationId xmlns:a16="http://schemas.microsoft.com/office/drawing/2014/main" id="{3E883C15-E043-2B5D-5EC3-E22878856092}"/>
              </a:ext>
            </a:extLst>
          </p:cNvPr>
          <p:cNvSpPr txBox="1">
            <a:spLocks/>
          </p:cNvSpPr>
          <p:nvPr/>
        </p:nvSpPr>
        <p:spPr>
          <a:xfrm>
            <a:off x="9365513" y="6398855"/>
            <a:ext cx="27432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EF892D59-8F09-EF4B-AD6D-DA609442F868}" type="slidenum">
              <a:rPr lang="en-GB" smtClean="0"/>
              <a:pPr algn="r"/>
              <a:t>22</a:t>
            </a:fld>
            <a:endParaRPr lang="en-GB"/>
          </a:p>
        </p:txBody>
      </p:sp>
    </p:spTree>
    <p:extLst>
      <p:ext uri="{BB962C8B-B14F-4D97-AF65-F5344CB8AC3E}">
        <p14:creationId xmlns:p14="http://schemas.microsoft.com/office/powerpoint/2010/main" val="40488536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A18EF74-06F5-6D6F-67E5-FB13A1E80BA2}"/>
              </a:ext>
            </a:extLst>
          </p:cNvPr>
          <p:cNvSpPr>
            <a:spLocks noGrp="1"/>
          </p:cNvSpPr>
          <p:nvPr>
            <p:ph type="ctrTitle"/>
          </p:nvPr>
        </p:nvSpPr>
        <p:spPr/>
        <p:txBody>
          <a:bodyPr/>
          <a:lstStyle/>
          <a:p>
            <a:r>
              <a:rPr lang="en-GB" dirty="0"/>
              <a:t>Invoking </a:t>
            </a:r>
            <a:r>
              <a:rPr lang="en-GB" dirty="0" err="1"/>
              <a:t>sed</a:t>
            </a:r>
            <a:r>
              <a:rPr lang="en-GB" dirty="0"/>
              <a:t> from the command line</a:t>
            </a:r>
            <a:endParaRPr lang="en-GB" sz="280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569"/>
              </a:spcBef>
              <a:buClr>
                <a:srgbClr val="000000"/>
              </a:buClr>
              <a:buFont typeface="Arial"/>
              <a:buChar char="•"/>
              <a:tabLst>
                <a:tab pos="289957" algn="l"/>
                <a:tab pos="290473" algn="l"/>
              </a:tabLst>
            </a:pPr>
            <a:r>
              <a:rPr lang="en-GB" sz="1800" spc="-4" dirty="0">
                <a:solidFill>
                  <a:srgbClr val="2D2C2C"/>
                </a:solidFill>
                <a:latin typeface="+mn-lt"/>
                <a:cs typeface="Segoe UI"/>
              </a:rPr>
              <a:t>Assuming the file </a:t>
            </a:r>
            <a:r>
              <a:rPr lang="en-GB" sz="1800" b="1" spc="-4" dirty="0" err="1">
                <a:solidFill>
                  <a:srgbClr val="2D2C2C"/>
                </a:solidFill>
                <a:latin typeface="+mn-lt"/>
                <a:cs typeface="Segoe UI"/>
              </a:rPr>
              <a:t>addr</a:t>
            </a:r>
            <a:r>
              <a:rPr lang="en-GB" sz="1800" spc="-4" dirty="0">
                <a:solidFill>
                  <a:srgbClr val="2D2C2C"/>
                </a:solidFill>
                <a:latin typeface="+mn-lt"/>
                <a:cs typeface="Segoe UI"/>
              </a:rPr>
              <a:t> contains:</a:t>
            </a:r>
          </a:p>
          <a:p>
            <a:pPr marL="289957" indent="-280154">
              <a:spcBef>
                <a:spcPts val="569"/>
              </a:spcBef>
              <a:buClr>
                <a:srgbClr val="000000"/>
              </a:buClr>
              <a:buFont typeface="Arial"/>
              <a:buChar char="•"/>
              <a:tabLst>
                <a:tab pos="289957" algn="l"/>
                <a:tab pos="290473" algn="l"/>
              </a:tabLst>
            </a:pPr>
            <a:endParaRPr lang="en-GB" sz="1800" b="1" spc="-4"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endParaRPr lang="en-GB" sz="1800" b="1" spc="-4"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endParaRPr lang="en-GB" sz="1800" b="1" spc="-4"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r>
              <a:rPr lang="en-GB" sz="1800" spc="-4" dirty="0">
                <a:solidFill>
                  <a:srgbClr val="2D2C2C"/>
                </a:solidFill>
                <a:latin typeface="+mn-lt"/>
                <a:ea typeface="Hack" panose="020B0609030202020204" pitchFamily="49" charset="0"/>
                <a:cs typeface="Segoe UI"/>
              </a:rPr>
              <a:t>This displays the result rather than changing the file.</a:t>
            </a:r>
          </a:p>
          <a:p>
            <a:pPr marL="289957" indent="-280154">
              <a:spcBef>
                <a:spcPts val="569"/>
              </a:spcBef>
              <a:buClr>
                <a:srgbClr val="000000"/>
              </a:buClr>
              <a:buFont typeface="Arial"/>
              <a:buChar char="•"/>
              <a:tabLst>
                <a:tab pos="289957" algn="l"/>
                <a:tab pos="290473" algn="l"/>
              </a:tabLst>
            </a:pPr>
            <a:endParaRPr lang="en-GB" sz="1800" spc="-4"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endParaRPr lang="en-GB" sz="1800" spc="-4"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endParaRPr lang="en-GB" sz="1800" spc="-4"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endParaRPr lang="en-GB" sz="1800" spc="-4"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endParaRPr lang="en-GB" sz="1800" spc="-4"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r>
              <a:rPr lang="en-GB" sz="1800" spc="-4" dirty="0">
                <a:solidFill>
                  <a:srgbClr val="2D2C2C"/>
                </a:solidFill>
                <a:latin typeface="+mn-lt"/>
                <a:ea typeface="Hack" panose="020B0609030202020204" pitchFamily="49" charset="0"/>
                <a:cs typeface="Segoe UI"/>
              </a:rPr>
              <a:t>But this changes the original file (via a temporary file).</a:t>
            </a:r>
            <a:endParaRPr lang="en-US" sz="1800" dirty="0">
              <a:cs typeface="Segoe UI"/>
            </a:endParaRPr>
          </a:p>
          <a:p>
            <a:endParaRPr lang="en-GB" sz="1800" dirty="0"/>
          </a:p>
        </p:txBody>
      </p:sp>
      <p:sp>
        <p:nvSpPr>
          <p:cNvPr id="7" name="Rectangle 3">
            <a:extLst>
              <a:ext uri="{FF2B5EF4-FFF2-40B4-BE49-F238E27FC236}">
                <a16:creationId xmlns:a16="http://schemas.microsoft.com/office/drawing/2014/main" id="{D3D1847A-4821-0374-9148-A0E740D3D074}"/>
              </a:ext>
            </a:extLst>
          </p:cNvPr>
          <p:cNvSpPr>
            <a:spLocks noChangeArrowheads="1"/>
          </p:cNvSpPr>
          <p:nvPr/>
        </p:nvSpPr>
        <p:spPr bwMode="auto">
          <a:xfrm>
            <a:off x="514350" y="5660297"/>
            <a:ext cx="6770687" cy="451406"/>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10319">
              <a:spcBef>
                <a:spcPts val="77"/>
              </a:spcBef>
            </a:pPr>
            <a:r>
              <a:rPr lang="en-US" sz="2000"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2000" spc="-4"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2000" b="1" spc="-4" dirty="0">
                <a:solidFill>
                  <a:schemeClr val="bg1"/>
                </a:solidFill>
                <a:latin typeface="Hack" panose="020B0609030202020204" pitchFamily="49" charset="0"/>
                <a:ea typeface="Hack" panose="020B0609030202020204" pitchFamily="49" charset="0"/>
                <a:cs typeface="Hack" panose="020B0609030202020204" pitchFamily="49" charset="0"/>
              </a:rPr>
              <a:t>sed -</a:t>
            </a:r>
            <a:r>
              <a:rPr lang="en-US" sz="2000" b="1" spc="-4" dirty="0" err="1">
                <a:solidFill>
                  <a:schemeClr val="bg1"/>
                </a:solidFill>
                <a:latin typeface="Hack" panose="020B0609030202020204" pitchFamily="49" charset="0"/>
                <a:ea typeface="Hack" panose="020B0609030202020204" pitchFamily="49" charset="0"/>
                <a:cs typeface="Hack" panose="020B0609030202020204" pitchFamily="49" charset="0"/>
              </a:rPr>
              <a:t>i</a:t>
            </a:r>
            <a:r>
              <a:rPr lang="en-US" sz="2000" b="1" spc="-4" dirty="0">
                <a:solidFill>
                  <a:schemeClr val="bg1"/>
                </a:solidFill>
                <a:latin typeface="Hack" panose="020B0609030202020204" pitchFamily="49" charset="0"/>
                <a:ea typeface="Hack" panose="020B0609030202020204" pitchFamily="49" charset="0"/>
                <a:cs typeface="Hack" panose="020B0609030202020204" pitchFamily="49" charset="0"/>
              </a:rPr>
              <a:t> 's/Hants/Hampshire/'</a:t>
            </a:r>
            <a:r>
              <a:rPr lang="en-US" sz="2000" b="1"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2000" b="1" spc="-4" dirty="0" err="1">
                <a:solidFill>
                  <a:schemeClr val="bg1"/>
                </a:solidFill>
                <a:latin typeface="Hack" panose="020B0609030202020204" pitchFamily="49" charset="0"/>
                <a:ea typeface="Hack" panose="020B0609030202020204" pitchFamily="49" charset="0"/>
                <a:cs typeface="Hack" panose="020B0609030202020204" pitchFamily="49" charset="0"/>
              </a:rPr>
              <a:t>addr</a:t>
            </a:r>
            <a:endParaRPr lang="en-US" sz="200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8" name="Rectangle 3">
            <a:extLst>
              <a:ext uri="{FF2B5EF4-FFF2-40B4-BE49-F238E27FC236}">
                <a16:creationId xmlns:a16="http://schemas.microsoft.com/office/drawing/2014/main" id="{B59E6B9E-8A17-D8F5-4BC0-18AF3E4A3C5D}"/>
              </a:ext>
            </a:extLst>
          </p:cNvPr>
          <p:cNvSpPr>
            <a:spLocks noChangeArrowheads="1"/>
          </p:cNvSpPr>
          <p:nvPr/>
        </p:nvSpPr>
        <p:spPr bwMode="auto">
          <a:xfrm>
            <a:off x="4830280" y="3520470"/>
            <a:ext cx="6770688" cy="1320874"/>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10319" marR="4128">
              <a:spcBef>
                <a:spcPts val="73"/>
              </a:spcBef>
            </a:pPr>
            <a:r>
              <a:rPr lang="en-GB"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pc="-4"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b="1" spc="-4" dirty="0" err="1">
                <a:solidFill>
                  <a:schemeClr val="bg1"/>
                </a:solidFill>
                <a:latin typeface="Hack" panose="020B0609030202020204" pitchFamily="49" charset="0"/>
                <a:ea typeface="Hack" panose="020B0609030202020204" pitchFamily="49" charset="0"/>
                <a:cs typeface="Hack" panose="020B0609030202020204" pitchFamily="49" charset="0"/>
              </a:rPr>
              <a:t>sed</a:t>
            </a:r>
            <a:r>
              <a:rPr lang="en-GB" b="1" spc="-4" dirty="0">
                <a:solidFill>
                  <a:schemeClr val="bg1"/>
                </a:solidFill>
                <a:latin typeface="Hack" panose="020B0609030202020204" pitchFamily="49" charset="0"/>
                <a:ea typeface="Hack" panose="020B0609030202020204" pitchFamily="49" charset="0"/>
                <a:cs typeface="Hack" panose="020B0609030202020204" pitchFamily="49" charset="0"/>
              </a:rPr>
              <a:t> 's/Hants/Hampshire/' addr</a:t>
            </a:r>
          </a:p>
          <a:p>
            <a:pPr marL="10319" marR="4128">
              <a:spcBef>
                <a:spcPts val="73"/>
              </a:spcBef>
            </a:pPr>
            <a:r>
              <a:rPr lang="en-GB" sz="1400" b="1" spc="-967"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sz="1400" spc="-4" dirty="0">
                <a:solidFill>
                  <a:schemeClr val="bg1"/>
                </a:solidFill>
                <a:latin typeface="Hack" panose="020B0609030202020204" pitchFamily="49" charset="0"/>
                <a:ea typeface="Hack" panose="020B0609030202020204" pitchFamily="49" charset="0"/>
                <a:cs typeface="Hack" panose="020B0609030202020204" pitchFamily="49" charset="0"/>
              </a:rPr>
              <a:t>C&amp;S </a:t>
            </a:r>
            <a:r>
              <a:rPr lang="en-GB" sz="1400" spc="-8" dirty="0">
                <a:solidFill>
                  <a:schemeClr val="bg1"/>
                </a:solidFill>
                <a:latin typeface="Hack" panose="020B0609030202020204" pitchFamily="49" charset="0"/>
                <a:ea typeface="Hack" panose="020B0609030202020204" pitchFamily="49" charset="0"/>
                <a:cs typeface="Hack" panose="020B0609030202020204" pitchFamily="49" charset="0"/>
              </a:rPr>
              <a:t>Electrical, Basingstoke, Hampshire</a:t>
            </a:r>
          </a:p>
          <a:p>
            <a:pPr marL="10319" marR="4128">
              <a:spcBef>
                <a:spcPts val="73"/>
              </a:spcBef>
            </a:pPr>
            <a:r>
              <a:rPr lang="en-GB" sz="1400" spc="-8" dirty="0">
                <a:solidFill>
                  <a:schemeClr val="bg1"/>
                </a:solidFill>
                <a:latin typeface="Hack" panose="020B0609030202020204" pitchFamily="49" charset="0"/>
                <a:ea typeface="Hack" panose="020B0609030202020204" pitchFamily="49" charset="0"/>
                <a:cs typeface="Hack" panose="020B0609030202020204" pitchFamily="49" charset="0"/>
              </a:rPr>
              <a:t>Wooley's</a:t>
            </a:r>
            <a:r>
              <a:rPr lang="en-GB" sz="1400" spc="-4"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sz="1400" spc="-8" dirty="0">
                <a:solidFill>
                  <a:schemeClr val="bg1"/>
                </a:solidFill>
                <a:latin typeface="Hack" panose="020B0609030202020204" pitchFamily="49" charset="0"/>
                <a:ea typeface="Hack" panose="020B0609030202020204" pitchFamily="49" charset="0"/>
                <a:cs typeface="Hack" panose="020B0609030202020204" pitchFamily="49" charset="0"/>
              </a:rPr>
              <a:t>Domestic, </a:t>
            </a:r>
            <a:r>
              <a:rPr lang="en-GB" sz="1400" spc="-12" dirty="0">
                <a:solidFill>
                  <a:schemeClr val="bg1"/>
                </a:solidFill>
                <a:latin typeface="Hack" panose="020B0609030202020204" pitchFamily="49" charset="0"/>
                <a:ea typeface="Hack" panose="020B0609030202020204" pitchFamily="49" charset="0"/>
                <a:cs typeface="Hack" panose="020B0609030202020204" pitchFamily="49" charset="0"/>
              </a:rPr>
              <a:t>Hayes,</a:t>
            </a:r>
            <a:r>
              <a:rPr lang="en-GB" sz="1400" spc="-4"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sz="1400" spc="-8" dirty="0">
                <a:solidFill>
                  <a:schemeClr val="bg1"/>
                </a:solidFill>
                <a:latin typeface="Hack" panose="020B0609030202020204" pitchFamily="49" charset="0"/>
                <a:ea typeface="Hack" panose="020B0609030202020204" pitchFamily="49" charset="0"/>
                <a:cs typeface="Hack" panose="020B0609030202020204" pitchFamily="49" charset="0"/>
              </a:rPr>
              <a:t>Middx</a:t>
            </a:r>
          </a:p>
          <a:p>
            <a:pPr marL="10319" marR="4128">
              <a:spcBef>
                <a:spcPts val="73"/>
              </a:spcBef>
            </a:pPr>
            <a:r>
              <a:rPr lang="en-GB" sz="1400" spc="-8" dirty="0" err="1">
                <a:solidFill>
                  <a:schemeClr val="bg1"/>
                </a:solidFill>
                <a:latin typeface="Hack" panose="020B0609030202020204" pitchFamily="49" charset="0"/>
                <a:ea typeface="Hack" panose="020B0609030202020204" pitchFamily="49" charset="0"/>
                <a:cs typeface="Hack" panose="020B0609030202020204" pitchFamily="49" charset="0"/>
              </a:rPr>
              <a:t>Electromode</a:t>
            </a:r>
            <a:r>
              <a:rPr lang="en-GB" sz="1400" spc="-8" dirty="0">
                <a:solidFill>
                  <a:schemeClr val="bg1"/>
                </a:solidFill>
                <a:latin typeface="Hack" panose="020B0609030202020204" pitchFamily="49" charset="0"/>
                <a:ea typeface="Hack" panose="020B0609030202020204" pitchFamily="49" charset="0"/>
                <a:cs typeface="Hack" panose="020B0609030202020204" pitchFamily="49" charset="0"/>
              </a:rPr>
              <a:t>,</a:t>
            </a:r>
            <a:r>
              <a:rPr lang="en-GB" sz="1400" spc="-24"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sz="1400" spc="-8" dirty="0">
                <a:solidFill>
                  <a:schemeClr val="bg1"/>
                </a:solidFill>
                <a:latin typeface="Hack" panose="020B0609030202020204" pitchFamily="49" charset="0"/>
                <a:ea typeface="Hack" panose="020B0609030202020204" pitchFamily="49" charset="0"/>
                <a:cs typeface="Hack" panose="020B0609030202020204" pitchFamily="49" charset="0"/>
              </a:rPr>
              <a:t>Reading,</a:t>
            </a:r>
            <a:r>
              <a:rPr lang="en-GB" sz="1400" spc="-41"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sz="1400" spc="-4" dirty="0">
                <a:solidFill>
                  <a:schemeClr val="bg1"/>
                </a:solidFill>
                <a:latin typeface="Hack" panose="020B0609030202020204" pitchFamily="49" charset="0"/>
                <a:ea typeface="Hack" panose="020B0609030202020204" pitchFamily="49" charset="0"/>
                <a:cs typeface="Hack" panose="020B0609030202020204" pitchFamily="49" charset="0"/>
              </a:rPr>
              <a:t>Berks</a:t>
            </a:r>
            <a:endParaRPr lang="en-GB" sz="140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10319">
              <a:spcBef>
                <a:spcPts val="8"/>
              </a:spcBef>
            </a:pPr>
            <a:r>
              <a:rPr lang="en-GB" sz="1400" spc="-4" dirty="0">
                <a:solidFill>
                  <a:schemeClr val="bg1"/>
                </a:solidFill>
                <a:latin typeface="Hack" panose="020B0609030202020204" pitchFamily="49" charset="0"/>
                <a:ea typeface="Hack" panose="020B0609030202020204" pitchFamily="49" charset="0"/>
                <a:cs typeface="Hack" panose="020B0609030202020204" pitchFamily="49" charset="0"/>
              </a:rPr>
              <a:t>Lewis </a:t>
            </a:r>
            <a:r>
              <a:rPr lang="en-GB" sz="1400" spc="-12" dirty="0">
                <a:solidFill>
                  <a:schemeClr val="bg1"/>
                </a:solidFill>
                <a:latin typeface="Hack" panose="020B0609030202020204" pitchFamily="49" charset="0"/>
                <a:ea typeface="Hack" panose="020B0609030202020204" pitchFamily="49" charset="0"/>
                <a:cs typeface="Hack" panose="020B0609030202020204" pitchFamily="49" charset="0"/>
              </a:rPr>
              <a:t>Electrical,</a:t>
            </a:r>
            <a:r>
              <a:rPr lang="en-GB" sz="1400" spc="-4"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sz="1400" spc="-12" dirty="0">
                <a:solidFill>
                  <a:schemeClr val="bg1"/>
                </a:solidFill>
                <a:latin typeface="Hack" panose="020B0609030202020204" pitchFamily="49" charset="0"/>
                <a:ea typeface="Hack" panose="020B0609030202020204" pitchFamily="49" charset="0"/>
                <a:cs typeface="Hack" panose="020B0609030202020204" pitchFamily="49" charset="0"/>
              </a:rPr>
              <a:t>Oxford,</a:t>
            </a:r>
            <a:r>
              <a:rPr lang="en-GB" sz="1400" spc="-4"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sz="1400" spc="-8" dirty="0">
                <a:solidFill>
                  <a:schemeClr val="bg1"/>
                </a:solidFill>
                <a:latin typeface="Hack" panose="020B0609030202020204" pitchFamily="49" charset="0"/>
                <a:ea typeface="Hack" panose="020B0609030202020204" pitchFamily="49" charset="0"/>
                <a:cs typeface="Hack" panose="020B0609030202020204" pitchFamily="49" charset="0"/>
              </a:rPr>
              <a:t>Oxon</a:t>
            </a:r>
            <a:endParaRPr lang="en-GB" sz="140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9" name="object 20">
            <a:extLst>
              <a:ext uri="{FF2B5EF4-FFF2-40B4-BE49-F238E27FC236}">
                <a16:creationId xmlns:a16="http://schemas.microsoft.com/office/drawing/2014/main" id="{39C45287-1843-F3B0-CD06-EE7DEB3FBAC7}"/>
              </a:ext>
            </a:extLst>
          </p:cNvPr>
          <p:cNvSpPr txBox="1"/>
          <p:nvPr/>
        </p:nvSpPr>
        <p:spPr>
          <a:xfrm>
            <a:off x="4271479" y="1788899"/>
            <a:ext cx="3795236" cy="1029738"/>
          </a:xfrm>
          <a:prstGeom prst="rect">
            <a:avLst/>
          </a:prstGeom>
          <a:solidFill>
            <a:srgbClr val="0FEEB9"/>
          </a:solidFill>
          <a:ln>
            <a:solidFill>
              <a:schemeClr val="tx1"/>
            </a:solidFill>
          </a:ln>
        </p:spPr>
        <p:txBody>
          <a:bodyPr vert="horz" wrap="square" lIns="0" tIns="10319" rIns="0" bIns="0" rtlCol="0">
            <a:spAutoFit/>
          </a:bodyPr>
          <a:lstStyle/>
          <a:p>
            <a:pPr marL="10319" marR="4128">
              <a:lnSpc>
                <a:spcPct val="110000"/>
              </a:lnSpc>
              <a:spcBef>
                <a:spcPts val="81"/>
              </a:spcBef>
            </a:pPr>
            <a:r>
              <a:rPr sz="1463" spc="-4" dirty="0">
                <a:latin typeface="Hack" panose="020B0609030202020204" pitchFamily="49" charset="0"/>
                <a:ea typeface="Hack" panose="020B0609030202020204" pitchFamily="49" charset="0"/>
                <a:cs typeface="Hack" panose="020B0609030202020204" pitchFamily="49" charset="0"/>
              </a:rPr>
              <a:t>C&amp;S </a:t>
            </a:r>
            <a:r>
              <a:rPr sz="1463" spc="-8" dirty="0">
                <a:latin typeface="Hack" panose="020B0609030202020204" pitchFamily="49" charset="0"/>
                <a:ea typeface="Hack" panose="020B0609030202020204" pitchFamily="49" charset="0"/>
                <a:cs typeface="Hack" panose="020B0609030202020204" pitchFamily="49" charset="0"/>
              </a:rPr>
              <a:t>Electrical, Basingstoke, </a:t>
            </a:r>
            <a:r>
              <a:rPr sz="1463" spc="-4" dirty="0">
                <a:latin typeface="Hack" panose="020B0609030202020204" pitchFamily="49" charset="0"/>
                <a:ea typeface="Hack" panose="020B0609030202020204" pitchFamily="49" charset="0"/>
                <a:cs typeface="Hack" panose="020B0609030202020204" pitchFamily="49" charset="0"/>
              </a:rPr>
              <a:t>Hants</a:t>
            </a:r>
            <a:endParaRPr lang="en-GB" sz="1463" spc="-4" dirty="0">
              <a:latin typeface="Hack" panose="020B0609030202020204" pitchFamily="49" charset="0"/>
              <a:ea typeface="Hack" panose="020B0609030202020204" pitchFamily="49" charset="0"/>
              <a:cs typeface="Hack" panose="020B0609030202020204" pitchFamily="49" charset="0"/>
            </a:endParaRPr>
          </a:p>
          <a:p>
            <a:pPr marL="10319" marR="4128">
              <a:lnSpc>
                <a:spcPct val="110000"/>
              </a:lnSpc>
              <a:spcBef>
                <a:spcPts val="81"/>
              </a:spcBef>
            </a:pPr>
            <a:r>
              <a:rPr sz="1463" spc="-869" dirty="0">
                <a:latin typeface="Hack" panose="020B0609030202020204" pitchFamily="49" charset="0"/>
                <a:ea typeface="Hack" panose="020B0609030202020204" pitchFamily="49" charset="0"/>
                <a:cs typeface="Hack" panose="020B0609030202020204" pitchFamily="49" charset="0"/>
              </a:rPr>
              <a:t> </a:t>
            </a:r>
            <a:r>
              <a:rPr sz="1463" spc="-8" dirty="0">
                <a:latin typeface="Hack" panose="020B0609030202020204" pitchFamily="49" charset="0"/>
                <a:ea typeface="Hack" panose="020B0609030202020204" pitchFamily="49" charset="0"/>
                <a:cs typeface="Hack" panose="020B0609030202020204" pitchFamily="49" charset="0"/>
              </a:rPr>
              <a:t>Wooley's Domestic,</a:t>
            </a:r>
            <a:r>
              <a:rPr sz="1463" spc="-4" dirty="0">
                <a:latin typeface="Hack" panose="020B0609030202020204" pitchFamily="49" charset="0"/>
                <a:ea typeface="Hack" panose="020B0609030202020204" pitchFamily="49" charset="0"/>
                <a:cs typeface="Hack" panose="020B0609030202020204" pitchFamily="49" charset="0"/>
              </a:rPr>
              <a:t> </a:t>
            </a:r>
            <a:r>
              <a:rPr sz="1463" spc="-12" dirty="0">
                <a:latin typeface="Hack" panose="020B0609030202020204" pitchFamily="49" charset="0"/>
                <a:ea typeface="Hack" panose="020B0609030202020204" pitchFamily="49" charset="0"/>
                <a:cs typeface="Hack" panose="020B0609030202020204" pitchFamily="49" charset="0"/>
              </a:rPr>
              <a:t>Hayes, </a:t>
            </a:r>
            <a:r>
              <a:rPr sz="1463" spc="-8" dirty="0">
                <a:latin typeface="Hack" panose="020B0609030202020204" pitchFamily="49" charset="0"/>
                <a:ea typeface="Hack" panose="020B0609030202020204" pitchFamily="49" charset="0"/>
                <a:cs typeface="Hack" panose="020B0609030202020204" pitchFamily="49" charset="0"/>
              </a:rPr>
              <a:t>Middx</a:t>
            </a:r>
            <a:endParaRPr lang="en-GB" sz="1463" spc="-8" dirty="0">
              <a:latin typeface="Hack" panose="020B0609030202020204" pitchFamily="49" charset="0"/>
              <a:ea typeface="Hack" panose="020B0609030202020204" pitchFamily="49" charset="0"/>
              <a:cs typeface="Hack" panose="020B0609030202020204" pitchFamily="49" charset="0"/>
            </a:endParaRPr>
          </a:p>
          <a:p>
            <a:pPr marL="10319" marR="4128">
              <a:lnSpc>
                <a:spcPct val="110000"/>
              </a:lnSpc>
              <a:spcBef>
                <a:spcPts val="81"/>
              </a:spcBef>
            </a:pPr>
            <a:r>
              <a:rPr sz="1463" spc="-8" dirty="0" err="1">
                <a:latin typeface="Hack" panose="020B0609030202020204" pitchFamily="49" charset="0"/>
                <a:ea typeface="Hack" panose="020B0609030202020204" pitchFamily="49" charset="0"/>
                <a:cs typeface="Hack" panose="020B0609030202020204" pitchFamily="49" charset="0"/>
              </a:rPr>
              <a:t>Electromode</a:t>
            </a:r>
            <a:r>
              <a:rPr sz="1463" spc="-8" dirty="0">
                <a:latin typeface="Hack" panose="020B0609030202020204" pitchFamily="49" charset="0"/>
                <a:ea typeface="Hack" panose="020B0609030202020204" pitchFamily="49" charset="0"/>
                <a:cs typeface="Hack" panose="020B0609030202020204" pitchFamily="49" charset="0"/>
              </a:rPr>
              <a:t>,</a:t>
            </a:r>
            <a:r>
              <a:rPr sz="1463" spc="-24" dirty="0">
                <a:latin typeface="Hack" panose="020B0609030202020204" pitchFamily="49" charset="0"/>
                <a:ea typeface="Hack" panose="020B0609030202020204" pitchFamily="49" charset="0"/>
                <a:cs typeface="Hack" panose="020B0609030202020204" pitchFamily="49" charset="0"/>
              </a:rPr>
              <a:t> </a:t>
            </a:r>
            <a:r>
              <a:rPr sz="1463" spc="-8" dirty="0">
                <a:latin typeface="Hack" panose="020B0609030202020204" pitchFamily="49" charset="0"/>
                <a:ea typeface="Hack" panose="020B0609030202020204" pitchFamily="49" charset="0"/>
                <a:cs typeface="Hack" panose="020B0609030202020204" pitchFamily="49" charset="0"/>
              </a:rPr>
              <a:t>Reading,</a:t>
            </a:r>
            <a:r>
              <a:rPr sz="1463" spc="-45" dirty="0">
                <a:latin typeface="Hack" panose="020B0609030202020204" pitchFamily="49" charset="0"/>
                <a:ea typeface="Hack" panose="020B0609030202020204" pitchFamily="49" charset="0"/>
                <a:cs typeface="Hack" panose="020B0609030202020204" pitchFamily="49" charset="0"/>
              </a:rPr>
              <a:t> </a:t>
            </a:r>
            <a:r>
              <a:rPr sz="1463" spc="-4" dirty="0">
                <a:latin typeface="Hack" panose="020B0609030202020204" pitchFamily="49" charset="0"/>
                <a:ea typeface="Hack" panose="020B0609030202020204" pitchFamily="49" charset="0"/>
                <a:cs typeface="Hack" panose="020B0609030202020204" pitchFamily="49" charset="0"/>
              </a:rPr>
              <a:t>Berks</a:t>
            </a:r>
            <a:endParaRPr lang="en-GB" sz="1463" spc="-4" dirty="0">
              <a:latin typeface="Hack" panose="020B0609030202020204" pitchFamily="49" charset="0"/>
              <a:ea typeface="Hack" panose="020B0609030202020204" pitchFamily="49" charset="0"/>
              <a:cs typeface="Hack" panose="020B0609030202020204" pitchFamily="49" charset="0"/>
            </a:endParaRPr>
          </a:p>
          <a:p>
            <a:pPr marL="10319" marR="4128">
              <a:lnSpc>
                <a:spcPct val="110000"/>
              </a:lnSpc>
              <a:spcBef>
                <a:spcPts val="81"/>
              </a:spcBef>
            </a:pPr>
            <a:r>
              <a:rPr sz="1463" spc="-4" dirty="0">
                <a:latin typeface="Hack" panose="020B0609030202020204" pitchFamily="49" charset="0"/>
                <a:ea typeface="Hack" panose="020B0609030202020204" pitchFamily="49" charset="0"/>
                <a:cs typeface="Hack" panose="020B0609030202020204" pitchFamily="49" charset="0"/>
              </a:rPr>
              <a:t>Lewis</a:t>
            </a:r>
            <a:r>
              <a:rPr sz="1463" spc="-28" dirty="0">
                <a:latin typeface="Hack" panose="020B0609030202020204" pitchFamily="49" charset="0"/>
                <a:ea typeface="Hack" panose="020B0609030202020204" pitchFamily="49" charset="0"/>
                <a:cs typeface="Hack" panose="020B0609030202020204" pitchFamily="49" charset="0"/>
              </a:rPr>
              <a:t> </a:t>
            </a:r>
            <a:r>
              <a:rPr sz="1463" spc="-8" dirty="0">
                <a:latin typeface="Hack" panose="020B0609030202020204" pitchFamily="49" charset="0"/>
                <a:ea typeface="Hack" panose="020B0609030202020204" pitchFamily="49" charset="0"/>
                <a:cs typeface="Hack" panose="020B0609030202020204" pitchFamily="49" charset="0"/>
              </a:rPr>
              <a:t>Electrical,</a:t>
            </a:r>
            <a:r>
              <a:rPr sz="1463" spc="-24" dirty="0">
                <a:latin typeface="Hack" panose="020B0609030202020204" pitchFamily="49" charset="0"/>
                <a:ea typeface="Hack" panose="020B0609030202020204" pitchFamily="49" charset="0"/>
                <a:cs typeface="Hack" panose="020B0609030202020204" pitchFamily="49" charset="0"/>
              </a:rPr>
              <a:t> </a:t>
            </a:r>
            <a:r>
              <a:rPr sz="1463" spc="-8" dirty="0">
                <a:latin typeface="Hack" panose="020B0609030202020204" pitchFamily="49" charset="0"/>
                <a:ea typeface="Hack" panose="020B0609030202020204" pitchFamily="49" charset="0"/>
                <a:cs typeface="Hack" panose="020B0609030202020204" pitchFamily="49" charset="0"/>
              </a:rPr>
              <a:t>Oxford,</a:t>
            </a:r>
            <a:r>
              <a:rPr sz="1463" spc="-24" dirty="0">
                <a:latin typeface="Hack" panose="020B0609030202020204" pitchFamily="49" charset="0"/>
                <a:ea typeface="Hack" panose="020B0609030202020204" pitchFamily="49" charset="0"/>
                <a:cs typeface="Hack" panose="020B0609030202020204" pitchFamily="49" charset="0"/>
              </a:rPr>
              <a:t> </a:t>
            </a:r>
            <a:r>
              <a:rPr sz="1463" spc="-8" dirty="0">
                <a:latin typeface="Hack" panose="020B0609030202020204" pitchFamily="49" charset="0"/>
                <a:ea typeface="Hack" panose="020B0609030202020204" pitchFamily="49" charset="0"/>
                <a:cs typeface="Hack" panose="020B0609030202020204" pitchFamily="49" charset="0"/>
              </a:rPr>
              <a:t>Oxon</a:t>
            </a:r>
            <a:endParaRPr sz="1463" dirty="0">
              <a:latin typeface="Hack" panose="020B0609030202020204" pitchFamily="49" charset="0"/>
              <a:ea typeface="Hack" panose="020B0609030202020204" pitchFamily="49" charset="0"/>
              <a:cs typeface="Hack" panose="020B0609030202020204" pitchFamily="49" charset="0"/>
            </a:endParaRPr>
          </a:p>
        </p:txBody>
      </p:sp>
      <p:sp>
        <p:nvSpPr>
          <p:cNvPr id="4" name="Slide Number Placeholder 1">
            <a:extLst>
              <a:ext uri="{FF2B5EF4-FFF2-40B4-BE49-F238E27FC236}">
                <a16:creationId xmlns:a16="http://schemas.microsoft.com/office/drawing/2014/main" id="{F5D6578D-8F66-3C2C-E91A-70F5FD42B3A6}"/>
              </a:ext>
            </a:extLst>
          </p:cNvPr>
          <p:cNvSpPr txBox="1">
            <a:spLocks/>
          </p:cNvSpPr>
          <p:nvPr/>
        </p:nvSpPr>
        <p:spPr>
          <a:xfrm>
            <a:off x="9365513" y="6398855"/>
            <a:ext cx="27432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EF892D59-8F09-EF4B-AD6D-DA609442F868}" type="slidenum">
              <a:rPr lang="en-GB" smtClean="0"/>
              <a:pPr algn="r"/>
              <a:t>23</a:t>
            </a:fld>
            <a:endParaRPr lang="en-GB"/>
          </a:p>
        </p:txBody>
      </p:sp>
    </p:spTree>
    <p:extLst>
      <p:ext uri="{BB962C8B-B14F-4D97-AF65-F5344CB8AC3E}">
        <p14:creationId xmlns:p14="http://schemas.microsoft.com/office/powerpoint/2010/main" val="36036185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1FA73513-B9C5-3EC8-178F-95443B17ECF0}"/>
              </a:ext>
            </a:extLst>
          </p:cNvPr>
          <p:cNvSpPr>
            <a:spLocks noGrp="1"/>
          </p:cNvSpPr>
          <p:nvPr>
            <p:ph type="ctrTitle"/>
          </p:nvPr>
        </p:nvSpPr>
        <p:spPr/>
        <p:txBody>
          <a:bodyPr/>
          <a:lstStyle/>
          <a:p>
            <a:r>
              <a:rPr lang="en-GB" dirty="0"/>
              <a:t>Invoking from the command line with </a:t>
            </a:r>
            <a:r>
              <a:rPr lang="en-GB" dirty="0" err="1"/>
              <a:t>sed</a:t>
            </a:r>
            <a:r>
              <a:rPr lang="en-GB" dirty="0"/>
              <a:t> script</a:t>
            </a:r>
            <a:endParaRPr lang="en-GB" sz="280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569"/>
              </a:spcBef>
              <a:buClr>
                <a:srgbClr val="000000"/>
              </a:buClr>
              <a:buFont typeface="Arial"/>
              <a:buChar char="•"/>
              <a:tabLst>
                <a:tab pos="289957" algn="l"/>
                <a:tab pos="290473" algn="l"/>
              </a:tabLst>
            </a:pPr>
            <a:endParaRPr lang="en-GB" sz="1800" spc="-4" dirty="0">
              <a:solidFill>
                <a:srgbClr val="2D2C2C"/>
              </a:solidFill>
              <a:latin typeface="+mn-lt"/>
              <a:cs typeface="Segoe UI"/>
            </a:endParaRPr>
          </a:p>
          <a:p>
            <a:pPr marL="289957" indent="-280154">
              <a:spcBef>
                <a:spcPts val="569"/>
              </a:spcBef>
              <a:buClr>
                <a:srgbClr val="000000"/>
              </a:buClr>
              <a:buFont typeface="Arial"/>
              <a:buChar char="•"/>
              <a:tabLst>
                <a:tab pos="289957" algn="l"/>
                <a:tab pos="290473" algn="l"/>
              </a:tabLst>
            </a:pPr>
            <a:r>
              <a:rPr lang="en-GB" sz="1800" spc="-4" dirty="0">
                <a:solidFill>
                  <a:srgbClr val="2D2C2C"/>
                </a:solidFill>
                <a:latin typeface="+mn-lt"/>
                <a:cs typeface="Segoe UI"/>
              </a:rPr>
              <a:t>Assuming the file </a:t>
            </a:r>
            <a:r>
              <a:rPr lang="en-GB" sz="1800" b="1" spc="-4" dirty="0" err="1">
                <a:solidFill>
                  <a:srgbClr val="2D2C2C"/>
                </a:solidFill>
                <a:latin typeface="+mn-lt"/>
                <a:cs typeface="Segoe UI"/>
              </a:rPr>
              <a:t>addr</a:t>
            </a:r>
            <a:r>
              <a:rPr lang="en-GB" sz="1800" spc="-4" dirty="0">
                <a:solidFill>
                  <a:srgbClr val="2D2C2C"/>
                </a:solidFill>
                <a:latin typeface="+mn-lt"/>
                <a:cs typeface="Segoe UI"/>
              </a:rPr>
              <a:t> contains:</a:t>
            </a:r>
          </a:p>
          <a:p>
            <a:pPr marL="289957" indent="-280154">
              <a:spcBef>
                <a:spcPts val="569"/>
              </a:spcBef>
              <a:buClr>
                <a:srgbClr val="000000"/>
              </a:buClr>
              <a:buFont typeface="Arial"/>
              <a:buChar char="•"/>
              <a:tabLst>
                <a:tab pos="289957" algn="l"/>
                <a:tab pos="290473" algn="l"/>
              </a:tabLst>
            </a:pPr>
            <a:endParaRPr lang="en-GB" sz="1800" b="1" spc="-4"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endParaRPr lang="en-GB" sz="1800" b="1" spc="-4"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endParaRPr lang="en-GB" sz="1800" b="1" spc="-4" dirty="0">
              <a:solidFill>
                <a:srgbClr val="2D2C2C"/>
              </a:solidFill>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r>
              <a:rPr lang="en-GB" sz="1800" spc="-4" dirty="0">
                <a:solidFill>
                  <a:srgbClr val="2D2C2C"/>
                </a:solidFill>
                <a:latin typeface="+mn-lt"/>
                <a:cs typeface="Segoe UI"/>
              </a:rPr>
              <a:t>Assuming the file </a:t>
            </a:r>
            <a:r>
              <a:rPr lang="en-GB" sz="1800" b="1" spc="-4" dirty="0" err="1">
                <a:solidFill>
                  <a:srgbClr val="2D2C2C"/>
                </a:solidFill>
                <a:latin typeface="+mn-lt"/>
                <a:cs typeface="Segoe UI"/>
              </a:rPr>
              <a:t>sedcmds.sed</a:t>
            </a:r>
            <a:r>
              <a:rPr lang="en-GB" sz="1800" spc="-4" dirty="0">
                <a:solidFill>
                  <a:srgbClr val="2D2C2C"/>
                </a:solidFill>
                <a:latin typeface="+mn-lt"/>
                <a:cs typeface="Segoe UI"/>
              </a:rPr>
              <a:t> contains:</a:t>
            </a:r>
          </a:p>
          <a:p>
            <a:pPr marL="289957" indent="-280154">
              <a:spcBef>
                <a:spcPts val="569"/>
              </a:spcBef>
              <a:buClr>
                <a:srgbClr val="000000"/>
              </a:buClr>
              <a:buFont typeface="Arial"/>
              <a:buChar char="•"/>
              <a:tabLst>
                <a:tab pos="289957" algn="l"/>
                <a:tab pos="290473" algn="l"/>
              </a:tabLst>
            </a:pPr>
            <a:endParaRPr lang="en-GB" sz="1800" spc="-4"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endParaRPr lang="en-GB" sz="1800" spc="-4"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endParaRPr lang="en-GB" sz="1800" spc="-4"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endParaRPr lang="en-GB" sz="1800" spc="-4"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r>
              <a:rPr lang="en-GB" sz="1800" spc="-4" dirty="0">
                <a:solidFill>
                  <a:srgbClr val="2D2C2C"/>
                </a:solidFill>
                <a:latin typeface="+mn-lt"/>
                <a:ea typeface="Hack" panose="020B0609030202020204" pitchFamily="49" charset="0"/>
                <a:cs typeface="Segoe UI"/>
              </a:rPr>
              <a:t>The command would be:</a:t>
            </a:r>
            <a:endParaRPr lang="en-US" sz="1800" dirty="0">
              <a:cs typeface="Segoe UI"/>
            </a:endParaRPr>
          </a:p>
          <a:p>
            <a:endParaRPr lang="en-GB" sz="1800" dirty="0"/>
          </a:p>
        </p:txBody>
      </p:sp>
      <p:sp>
        <p:nvSpPr>
          <p:cNvPr id="9" name="object 20">
            <a:extLst>
              <a:ext uri="{FF2B5EF4-FFF2-40B4-BE49-F238E27FC236}">
                <a16:creationId xmlns:a16="http://schemas.microsoft.com/office/drawing/2014/main" id="{39C45287-1843-F3B0-CD06-EE7DEB3FBAC7}"/>
              </a:ext>
            </a:extLst>
          </p:cNvPr>
          <p:cNvSpPr txBox="1"/>
          <p:nvPr/>
        </p:nvSpPr>
        <p:spPr>
          <a:xfrm>
            <a:off x="5145520" y="1944107"/>
            <a:ext cx="3795236" cy="1029738"/>
          </a:xfrm>
          <a:prstGeom prst="rect">
            <a:avLst/>
          </a:prstGeom>
          <a:solidFill>
            <a:srgbClr val="0FEEB9"/>
          </a:solidFill>
          <a:ln>
            <a:solidFill>
              <a:schemeClr val="tx1"/>
            </a:solidFill>
          </a:ln>
        </p:spPr>
        <p:txBody>
          <a:bodyPr vert="horz" wrap="square" lIns="0" tIns="10319" rIns="0" bIns="0" rtlCol="0">
            <a:spAutoFit/>
          </a:bodyPr>
          <a:lstStyle/>
          <a:p>
            <a:pPr marL="10319" marR="4128">
              <a:lnSpc>
                <a:spcPct val="110000"/>
              </a:lnSpc>
              <a:spcBef>
                <a:spcPts val="81"/>
              </a:spcBef>
            </a:pPr>
            <a:r>
              <a:rPr sz="1463" spc="-4" dirty="0">
                <a:latin typeface="Hack" panose="020B0609030202020204" pitchFamily="49" charset="0"/>
                <a:ea typeface="Hack" panose="020B0609030202020204" pitchFamily="49" charset="0"/>
                <a:cs typeface="Hack" panose="020B0609030202020204" pitchFamily="49" charset="0"/>
              </a:rPr>
              <a:t>C&amp;S </a:t>
            </a:r>
            <a:r>
              <a:rPr sz="1463" spc="-8" dirty="0">
                <a:latin typeface="Hack" panose="020B0609030202020204" pitchFamily="49" charset="0"/>
                <a:ea typeface="Hack" panose="020B0609030202020204" pitchFamily="49" charset="0"/>
                <a:cs typeface="Hack" panose="020B0609030202020204" pitchFamily="49" charset="0"/>
              </a:rPr>
              <a:t>Electrical, Basingstoke, </a:t>
            </a:r>
            <a:r>
              <a:rPr sz="1463" spc="-4" dirty="0">
                <a:latin typeface="Hack" panose="020B0609030202020204" pitchFamily="49" charset="0"/>
                <a:ea typeface="Hack" panose="020B0609030202020204" pitchFamily="49" charset="0"/>
                <a:cs typeface="Hack" panose="020B0609030202020204" pitchFamily="49" charset="0"/>
              </a:rPr>
              <a:t>Hants</a:t>
            </a:r>
            <a:endParaRPr lang="en-GB" sz="1463" spc="-4" dirty="0">
              <a:latin typeface="Hack" panose="020B0609030202020204" pitchFamily="49" charset="0"/>
              <a:ea typeface="Hack" panose="020B0609030202020204" pitchFamily="49" charset="0"/>
              <a:cs typeface="Hack" panose="020B0609030202020204" pitchFamily="49" charset="0"/>
            </a:endParaRPr>
          </a:p>
          <a:p>
            <a:pPr marL="10319" marR="4128">
              <a:lnSpc>
                <a:spcPct val="110000"/>
              </a:lnSpc>
              <a:spcBef>
                <a:spcPts val="81"/>
              </a:spcBef>
            </a:pPr>
            <a:r>
              <a:rPr sz="1463" spc="-869" dirty="0">
                <a:latin typeface="Hack" panose="020B0609030202020204" pitchFamily="49" charset="0"/>
                <a:ea typeface="Hack" panose="020B0609030202020204" pitchFamily="49" charset="0"/>
                <a:cs typeface="Hack" panose="020B0609030202020204" pitchFamily="49" charset="0"/>
              </a:rPr>
              <a:t> </a:t>
            </a:r>
            <a:r>
              <a:rPr sz="1463" spc="-8" dirty="0">
                <a:latin typeface="Hack" panose="020B0609030202020204" pitchFamily="49" charset="0"/>
                <a:ea typeface="Hack" panose="020B0609030202020204" pitchFamily="49" charset="0"/>
                <a:cs typeface="Hack" panose="020B0609030202020204" pitchFamily="49" charset="0"/>
              </a:rPr>
              <a:t>Wooley's Domestic,</a:t>
            </a:r>
            <a:r>
              <a:rPr sz="1463" spc="-4" dirty="0">
                <a:latin typeface="Hack" panose="020B0609030202020204" pitchFamily="49" charset="0"/>
                <a:ea typeface="Hack" panose="020B0609030202020204" pitchFamily="49" charset="0"/>
                <a:cs typeface="Hack" panose="020B0609030202020204" pitchFamily="49" charset="0"/>
              </a:rPr>
              <a:t> </a:t>
            </a:r>
            <a:r>
              <a:rPr sz="1463" spc="-12" dirty="0">
                <a:latin typeface="Hack" panose="020B0609030202020204" pitchFamily="49" charset="0"/>
                <a:ea typeface="Hack" panose="020B0609030202020204" pitchFamily="49" charset="0"/>
                <a:cs typeface="Hack" panose="020B0609030202020204" pitchFamily="49" charset="0"/>
              </a:rPr>
              <a:t>Hayes, </a:t>
            </a:r>
            <a:r>
              <a:rPr sz="1463" spc="-8" dirty="0">
                <a:latin typeface="Hack" panose="020B0609030202020204" pitchFamily="49" charset="0"/>
                <a:ea typeface="Hack" panose="020B0609030202020204" pitchFamily="49" charset="0"/>
                <a:cs typeface="Hack" panose="020B0609030202020204" pitchFamily="49" charset="0"/>
              </a:rPr>
              <a:t>Middx</a:t>
            </a:r>
            <a:endParaRPr lang="en-GB" sz="1463" spc="-8" dirty="0">
              <a:latin typeface="Hack" panose="020B0609030202020204" pitchFamily="49" charset="0"/>
              <a:ea typeface="Hack" panose="020B0609030202020204" pitchFamily="49" charset="0"/>
              <a:cs typeface="Hack" panose="020B0609030202020204" pitchFamily="49" charset="0"/>
            </a:endParaRPr>
          </a:p>
          <a:p>
            <a:pPr marL="10319" marR="4128">
              <a:lnSpc>
                <a:spcPct val="110000"/>
              </a:lnSpc>
              <a:spcBef>
                <a:spcPts val="81"/>
              </a:spcBef>
            </a:pPr>
            <a:r>
              <a:rPr sz="1463" spc="-8" dirty="0" err="1">
                <a:latin typeface="Hack" panose="020B0609030202020204" pitchFamily="49" charset="0"/>
                <a:ea typeface="Hack" panose="020B0609030202020204" pitchFamily="49" charset="0"/>
                <a:cs typeface="Hack" panose="020B0609030202020204" pitchFamily="49" charset="0"/>
              </a:rPr>
              <a:t>Electromode</a:t>
            </a:r>
            <a:r>
              <a:rPr sz="1463" spc="-8" dirty="0">
                <a:latin typeface="Hack" panose="020B0609030202020204" pitchFamily="49" charset="0"/>
                <a:ea typeface="Hack" panose="020B0609030202020204" pitchFamily="49" charset="0"/>
                <a:cs typeface="Hack" panose="020B0609030202020204" pitchFamily="49" charset="0"/>
              </a:rPr>
              <a:t>,</a:t>
            </a:r>
            <a:r>
              <a:rPr sz="1463" spc="-24" dirty="0">
                <a:latin typeface="Hack" panose="020B0609030202020204" pitchFamily="49" charset="0"/>
                <a:ea typeface="Hack" panose="020B0609030202020204" pitchFamily="49" charset="0"/>
                <a:cs typeface="Hack" panose="020B0609030202020204" pitchFamily="49" charset="0"/>
              </a:rPr>
              <a:t> </a:t>
            </a:r>
            <a:r>
              <a:rPr sz="1463" spc="-8" dirty="0">
                <a:latin typeface="Hack" panose="020B0609030202020204" pitchFamily="49" charset="0"/>
                <a:ea typeface="Hack" panose="020B0609030202020204" pitchFamily="49" charset="0"/>
                <a:cs typeface="Hack" panose="020B0609030202020204" pitchFamily="49" charset="0"/>
              </a:rPr>
              <a:t>Reading,</a:t>
            </a:r>
            <a:r>
              <a:rPr sz="1463" spc="-45" dirty="0">
                <a:latin typeface="Hack" panose="020B0609030202020204" pitchFamily="49" charset="0"/>
                <a:ea typeface="Hack" panose="020B0609030202020204" pitchFamily="49" charset="0"/>
                <a:cs typeface="Hack" panose="020B0609030202020204" pitchFamily="49" charset="0"/>
              </a:rPr>
              <a:t> </a:t>
            </a:r>
            <a:r>
              <a:rPr sz="1463" spc="-4" dirty="0">
                <a:latin typeface="Hack" panose="020B0609030202020204" pitchFamily="49" charset="0"/>
                <a:ea typeface="Hack" panose="020B0609030202020204" pitchFamily="49" charset="0"/>
                <a:cs typeface="Hack" panose="020B0609030202020204" pitchFamily="49" charset="0"/>
              </a:rPr>
              <a:t>Berks</a:t>
            </a:r>
            <a:endParaRPr lang="en-GB" sz="1463" spc="-4" dirty="0">
              <a:latin typeface="Hack" panose="020B0609030202020204" pitchFamily="49" charset="0"/>
              <a:ea typeface="Hack" panose="020B0609030202020204" pitchFamily="49" charset="0"/>
              <a:cs typeface="Hack" panose="020B0609030202020204" pitchFamily="49" charset="0"/>
            </a:endParaRPr>
          </a:p>
          <a:p>
            <a:pPr marL="10319" marR="4128">
              <a:lnSpc>
                <a:spcPct val="110000"/>
              </a:lnSpc>
              <a:spcBef>
                <a:spcPts val="81"/>
              </a:spcBef>
            </a:pPr>
            <a:r>
              <a:rPr sz="1463" spc="-4" dirty="0">
                <a:latin typeface="Hack" panose="020B0609030202020204" pitchFamily="49" charset="0"/>
                <a:ea typeface="Hack" panose="020B0609030202020204" pitchFamily="49" charset="0"/>
                <a:cs typeface="Hack" panose="020B0609030202020204" pitchFamily="49" charset="0"/>
              </a:rPr>
              <a:t>Lewis</a:t>
            </a:r>
            <a:r>
              <a:rPr sz="1463" spc="-28" dirty="0">
                <a:latin typeface="Hack" panose="020B0609030202020204" pitchFamily="49" charset="0"/>
                <a:ea typeface="Hack" panose="020B0609030202020204" pitchFamily="49" charset="0"/>
                <a:cs typeface="Hack" panose="020B0609030202020204" pitchFamily="49" charset="0"/>
              </a:rPr>
              <a:t> </a:t>
            </a:r>
            <a:r>
              <a:rPr sz="1463" spc="-8" dirty="0">
                <a:latin typeface="Hack" panose="020B0609030202020204" pitchFamily="49" charset="0"/>
                <a:ea typeface="Hack" panose="020B0609030202020204" pitchFamily="49" charset="0"/>
                <a:cs typeface="Hack" panose="020B0609030202020204" pitchFamily="49" charset="0"/>
              </a:rPr>
              <a:t>Electrical,</a:t>
            </a:r>
            <a:r>
              <a:rPr sz="1463" spc="-24" dirty="0">
                <a:latin typeface="Hack" panose="020B0609030202020204" pitchFamily="49" charset="0"/>
                <a:ea typeface="Hack" panose="020B0609030202020204" pitchFamily="49" charset="0"/>
                <a:cs typeface="Hack" panose="020B0609030202020204" pitchFamily="49" charset="0"/>
              </a:rPr>
              <a:t> </a:t>
            </a:r>
            <a:r>
              <a:rPr sz="1463" spc="-8" dirty="0">
                <a:latin typeface="Hack" panose="020B0609030202020204" pitchFamily="49" charset="0"/>
                <a:ea typeface="Hack" panose="020B0609030202020204" pitchFamily="49" charset="0"/>
                <a:cs typeface="Hack" panose="020B0609030202020204" pitchFamily="49" charset="0"/>
              </a:rPr>
              <a:t>Oxford,</a:t>
            </a:r>
            <a:r>
              <a:rPr sz="1463" spc="-24" dirty="0">
                <a:latin typeface="Hack" panose="020B0609030202020204" pitchFamily="49" charset="0"/>
                <a:ea typeface="Hack" panose="020B0609030202020204" pitchFamily="49" charset="0"/>
                <a:cs typeface="Hack" panose="020B0609030202020204" pitchFamily="49" charset="0"/>
              </a:rPr>
              <a:t> </a:t>
            </a:r>
            <a:r>
              <a:rPr sz="1463" spc="-8" dirty="0">
                <a:latin typeface="Hack" panose="020B0609030202020204" pitchFamily="49" charset="0"/>
                <a:ea typeface="Hack" panose="020B0609030202020204" pitchFamily="49" charset="0"/>
                <a:cs typeface="Hack" panose="020B0609030202020204" pitchFamily="49" charset="0"/>
              </a:rPr>
              <a:t>Oxon</a:t>
            </a:r>
            <a:endParaRPr sz="1463" dirty="0">
              <a:latin typeface="Hack" panose="020B0609030202020204" pitchFamily="49" charset="0"/>
              <a:ea typeface="Hack" panose="020B0609030202020204" pitchFamily="49" charset="0"/>
              <a:cs typeface="Hack" panose="020B0609030202020204" pitchFamily="49" charset="0"/>
            </a:endParaRPr>
          </a:p>
        </p:txBody>
      </p:sp>
      <p:sp>
        <p:nvSpPr>
          <p:cNvPr id="3" name="object 8">
            <a:extLst>
              <a:ext uri="{FF2B5EF4-FFF2-40B4-BE49-F238E27FC236}">
                <a16:creationId xmlns:a16="http://schemas.microsoft.com/office/drawing/2014/main" id="{6CE646EB-CCD4-E962-937D-14E25A5E2481}"/>
              </a:ext>
            </a:extLst>
          </p:cNvPr>
          <p:cNvSpPr txBox="1"/>
          <p:nvPr/>
        </p:nvSpPr>
        <p:spPr>
          <a:xfrm>
            <a:off x="5145520" y="3347774"/>
            <a:ext cx="3795236" cy="1294297"/>
          </a:xfrm>
          <a:prstGeom prst="rect">
            <a:avLst/>
          </a:prstGeom>
          <a:solidFill>
            <a:srgbClr val="0FEEB9"/>
          </a:solidFill>
          <a:ln>
            <a:solidFill>
              <a:schemeClr val="tx1"/>
            </a:solidFill>
          </a:ln>
        </p:spPr>
        <p:txBody>
          <a:bodyPr vert="horz" wrap="square" lIns="0" tIns="10319" rIns="0" bIns="0" rtlCol="0">
            <a:spAutoFit/>
          </a:bodyPr>
          <a:lstStyle/>
          <a:p>
            <a:pPr marL="10319" marR="4128">
              <a:lnSpc>
                <a:spcPct val="110000"/>
              </a:lnSpc>
              <a:spcBef>
                <a:spcPts val="81"/>
              </a:spcBef>
            </a:pPr>
            <a:r>
              <a:rPr lang="en-GB" sz="1463" spc="-8" dirty="0">
                <a:latin typeface="Hack" panose="020B0609030202020204" pitchFamily="49" charset="0"/>
                <a:ea typeface="Hack" panose="020B0609030202020204" pitchFamily="49" charset="0"/>
                <a:cs typeface="Hack" panose="020B0609030202020204" pitchFamily="49" charset="0"/>
              </a:rPr>
              <a:t>s/Berks/Berkshire/</a:t>
            </a:r>
          </a:p>
          <a:p>
            <a:pPr marL="10319" marR="4128">
              <a:lnSpc>
                <a:spcPct val="110000"/>
              </a:lnSpc>
              <a:spcBef>
                <a:spcPts val="81"/>
              </a:spcBef>
            </a:pPr>
            <a:r>
              <a:rPr lang="en-GB" sz="1463" spc="-8" dirty="0">
                <a:latin typeface="Hack" panose="020B0609030202020204" pitchFamily="49" charset="0"/>
                <a:ea typeface="Hack" panose="020B0609030202020204" pitchFamily="49" charset="0"/>
                <a:cs typeface="Hack" panose="020B0609030202020204" pitchFamily="49" charset="0"/>
              </a:rPr>
              <a:t>s/Middx/Middlesex/</a:t>
            </a:r>
          </a:p>
          <a:p>
            <a:pPr marL="10319" marR="4128">
              <a:lnSpc>
                <a:spcPct val="110000"/>
              </a:lnSpc>
              <a:spcBef>
                <a:spcPts val="81"/>
              </a:spcBef>
            </a:pPr>
            <a:r>
              <a:rPr lang="en-GB" sz="1463" spc="-8" dirty="0">
                <a:latin typeface="Hack" panose="020B0609030202020204" pitchFamily="49" charset="0"/>
                <a:ea typeface="Hack" panose="020B0609030202020204" pitchFamily="49" charset="0"/>
                <a:cs typeface="Hack" panose="020B0609030202020204" pitchFamily="49" charset="0"/>
              </a:rPr>
              <a:t>s/Hants/Hampshire/</a:t>
            </a:r>
          </a:p>
          <a:p>
            <a:pPr marL="10319" marR="4128">
              <a:lnSpc>
                <a:spcPct val="110000"/>
              </a:lnSpc>
              <a:spcBef>
                <a:spcPts val="81"/>
              </a:spcBef>
            </a:pPr>
            <a:r>
              <a:rPr lang="en-GB" sz="1463" spc="-8" dirty="0">
                <a:latin typeface="Hack" panose="020B0609030202020204" pitchFamily="49" charset="0"/>
                <a:ea typeface="Hack" panose="020B0609030202020204" pitchFamily="49" charset="0"/>
                <a:cs typeface="Hack" panose="020B0609030202020204" pitchFamily="49" charset="0"/>
              </a:rPr>
              <a:t>s/Berks/Berkshire/</a:t>
            </a:r>
          </a:p>
          <a:p>
            <a:pPr marL="10319" marR="4128">
              <a:lnSpc>
                <a:spcPct val="110000"/>
              </a:lnSpc>
              <a:spcBef>
                <a:spcPts val="81"/>
              </a:spcBef>
            </a:pPr>
            <a:r>
              <a:rPr lang="en-GB" sz="1463" spc="-8" dirty="0">
                <a:latin typeface="Hack" panose="020B0609030202020204" pitchFamily="49" charset="0"/>
                <a:ea typeface="Hack" panose="020B0609030202020204" pitchFamily="49" charset="0"/>
                <a:cs typeface="Hack" panose="020B0609030202020204" pitchFamily="49" charset="0"/>
              </a:rPr>
              <a:t>s/Oxon/Oxfordshire/</a:t>
            </a:r>
            <a:endParaRPr sz="1463" dirty="0">
              <a:latin typeface="Hack" panose="020B0609030202020204" pitchFamily="49" charset="0"/>
              <a:ea typeface="Hack" panose="020B0609030202020204" pitchFamily="49" charset="0"/>
              <a:cs typeface="Hack" panose="020B0609030202020204" pitchFamily="49" charset="0"/>
            </a:endParaRPr>
          </a:p>
        </p:txBody>
      </p:sp>
      <p:sp>
        <p:nvSpPr>
          <p:cNvPr id="4" name="Rectangle 3">
            <a:extLst>
              <a:ext uri="{FF2B5EF4-FFF2-40B4-BE49-F238E27FC236}">
                <a16:creationId xmlns:a16="http://schemas.microsoft.com/office/drawing/2014/main" id="{B6A5894B-63D2-5E65-60C7-E3793EC16CD2}"/>
              </a:ext>
            </a:extLst>
          </p:cNvPr>
          <p:cNvSpPr>
            <a:spLocks noChangeArrowheads="1"/>
          </p:cNvSpPr>
          <p:nvPr/>
        </p:nvSpPr>
        <p:spPr bwMode="auto">
          <a:xfrm>
            <a:off x="4905375" y="4900447"/>
            <a:ext cx="6770687" cy="1400383"/>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lnSpc>
                <a:spcPts val="1901"/>
              </a:lnSpc>
              <a:spcBef>
                <a:spcPts val="122"/>
              </a:spcBef>
            </a:pPr>
            <a:r>
              <a:rPr lang="en-GB"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pc="-12"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b="1" spc="-4" dirty="0">
                <a:solidFill>
                  <a:schemeClr val="bg1"/>
                </a:solidFill>
                <a:latin typeface="Hack" panose="020B0609030202020204" pitchFamily="49" charset="0"/>
                <a:ea typeface="Hack" panose="020B0609030202020204" pitchFamily="49" charset="0"/>
                <a:cs typeface="Hack" panose="020B0609030202020204" pitchFamily="49" charset="0"/>
              </a:rPr>
              <a:t>sed</a:t>
            </a:r>
            <a:r>
              <a:rPr lang="en-GB" b="1" spc="-12"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b="1" spc="-4" dirty="0">
                <a:solidFill>
                  <a:schemeClr val="bg1"/>
                </a:solidFill>
                <a:latin typeface="Hack" panose="020B0609030202020204" pitchFamily="49" charset="0"/>
                <a:ea typeface="Hack" panose="020B0609030202020204" pitchFamily="49" charset="0"/>
                <a:cs typeface="Hack" panose="020B0609030202020204" pitchFamily="49" charset="0"/>
              </a:rPr>
              <a:t>-f</a:t>
            </a:r>
            <a:r>
              <a:rPr lang="en-GB" b="1" spc="-12"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b="1" spc="-4" dirty="0" err="1">
                <a:solidFill>
                  <a:schemeClr val="bg1"/>
                </a:solidFill>
                <a:latin typeface="Hack" panose="020B0609030202020204" pitchFamily="49" charset="0"/>
                <a:ea typeface="Hack" panose="020B0609030202020204" pitchFamily="49" charset="0"/>
                <a:cs typeface="Hack" panose="020B0609030202020204" pitchFamily="49" charset="0"/>
              </a:rPr>
              <a:t>sedcmd.sed</a:t>
            </a:r>
            <a:r>
              <a:rPr lang="en-GB" b="1" spc="-8"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b="1" spc="-4" dirty="0" err="1">
                <a:solidFill>
                  <a:schemeClr val="bg1"/>
                </a:solidFill>
                <a:latin typeface="Hack" panose="020B0609030202020204" pitchFamily="49" charset="0"/>
                <a:ea typeface="Hack" panose="020B0609030202020204" pitchFamily="49" charset="0"/>
                <a:cs typeface="Hack" panose="020B0609030202020204" pitchFamily="49" charset="0"/>
              </a:rPr>
              <a:t>addr</a:t>
            </a:r>
            <a:endParaRPr lang="en-GB" b="1" spc="-4" dirty="0">
              <a:solidFill>
                <a:schemeClr val="bg1"/>
              </a:solidFill>
              <a:latin typeface="Hack" panose="020B0609030202020204" pitchFamily="49" charset="0"/>
              <a:ea typeface="Hack" panose="020B0609030202020204" pitchFamily="49" charset="0"/>
              <a:cs typeface="Hack" panose="020B0609030202020204" pitchFamily="49" charset="0"/>
            </a:endParaRPr>
          </a:p>
          <a:p>
            <a:pPr marL="77391">
              <a:lnSpc>
                <a:spcPts val="1901"/>
              </a:lnSpc>
              <a:spcBef>
                <a:spcPts val="122"/>
              </a:spcBef>
            </a:pPr>
            <a:r>
              <a:rPr lang="en-GB" sz="1600" spc="-4" dirty="0">
                <a:solidFill>
                  <a:schemeClr val="bg1"/>
                </a:solidFill>
                <a:latin typeface="Hack" panose="020B0609030202020204" pitchFamily="49" charset="0"/>
                <a:ea typeface="Hack" panose="020B0609030202020204" pitchFamily="49" charset="0"/>
                <a:cs typeface="Hack" panose="020B0609030202020204" pitchFamily="49" charset="0"/>
              </a:rPr>
              <a:t>C&amp;S </a:t>
            </a:r>
            <a:r>
              <a:rPr lang="en-GB" sz="1600" spc="-4" dirty="0" err="1">
                <a:solidFill>
                  <a:schemeClr val="bg1"/>
                </a:solidFill>
                <a:latin typeface="Hack" panose="020B0609030202020204" pitchFamily="49" charset="0"/>
                <a:ea typeface="Hack" panose="020B0609030202020204" pitchFamily="49" charset="0"/>
                <a:cs typeface="Hack" panose="020B0609030202020204" pitchFamily="49" charset="0"/>
              </a:rPr>
              <a:t>Electrical,Basingstoke,Hampshire</a:t>
            </a:r>
            <a:endParaRPr lang="en-GB" sz="1600" spc="-4" dirty="0">
              <a:solidFill>
                <a:schemeClr val="bg1"/>
              </a:solidFill>
              <a:latin typeface="Hack" panose="020B0609030202020204" pitchFamily="49" charset="0"/>
              <a:ea typeface="Hack" panose="020B0609030202020204" pitchFamily="49" charset="0"/>
              <a:cs typeface="Hack" panose="020B0609030202020204" pitchFamily="49" charset="0"/>
            </a:endParaRPr>
          </a:p>
          <a:p>
            <a:pPr marL="77391">
              <a:lnSpc>
                <a:spcPts val="1901"/>
              </a:lnSpc>
              <a:spcBef>
                <a:spcPts val="122"/>
              </a:spcBef>
            </a:pPr>
            <a:r>
              <a:rPr lang="en-GB" sz="1600" spc="-4" dirty="0">
                <a:solidFill>
                  <a:schemeClr val="bg1"/>
                </a:solidFill>
                <a:latin typeface="Hack" panose="020B0609030202020204" pitchFamily="49" charset="0"/>
                <a:ea typeface="Hack" panose="020B0609030202020204" pitchFamily="49" charset="0"/>
                <a:cs typeface="Hack" panose="020B0609030202020204" pitchFamily="49" charset="0"/>
              </a:rPr>
              <a:t>Wooley's Domestic, Hayes, Middlesex</a:t>
            </a:r>
          </a:p>
          <a:p>
            <a:pPr marL="77391">
              <a:lnSpc>
                <a:spcPts val="1901"/>
              </a:lnSpc>
              <a:spcBef>
                <a:spcPts val="122"/>
              </a:spcBef>
            </a:pPr>
            <a:r>
              <a:rPr lang="en-GB" sz="1600" spc="-4" dirty="0" err="1">
                <a:solidFill>
                  <a:schemeClr val="bg1"/>
                </a:solidFill>
                <a:latin typeface="Hack" panose="020B0609030202020204" pitchFamily="49" charset="0"/>
                <a:ea typeface="Hack" panose="020B0609030202020204" pitchFamily="49" charset="0"/>
                <a:cs typeface="Hack" panose="020B0609030202020204" pitchFamily="49" charset="0"/>
              </a:rPr>
              <a:t>Electromode</a:t>
            </a:r>
            <a:r>
              <a:rPr lang="en-GB" sz="1600" spc="-4" dirty="0">
                <a:solidFill>
                  <a:schemeClr val="bg1"/>
                </a:solidFill>
                <a:latin typeface="Hack" panose="020B0609030202020204" pitchFamily="49" charset="0"/>
                <a:ea typeface="Hack" panose="020B0609030202020204" pitchFamily="49" charset="0"/>
                <a:cs typeface="Hack" panose="020B0609030202020204" pitchFamily="49" charset="0"/>
              </a:rPr>
              <a:t>, Reading, </a:t>
            </a:r>
            <a:r>
              <a:rPr lang="en-GB" sz="1600" spc="-4" dirty="0" err="1">
                <a:solidFill>
                  <a:schemeClr val="bg1"/>
                </a:solidFill>
                <a:latin typeface="Hack" panose="020B0609030202020204" pitchFamily="49" charset="0"/>
                <a:ea typeface="Hack" panose="020B0609030202020204" pitchFamily="49" charset="0"/>
                <a:cs typeface="Hack" panose="020B0609030202020204" pitchFamily="49" charset="0"/>
              </a:rPr>
              <a:t>Berks</a:t>
            </a:r>
            <a:r>
              <a:rPr lang="en-GB" sz="1600" b="1" spc="-4" dirty="0" err="1">
                <a:solidFill>
                  <a:schemeClr val="bg1"/>
                </a:solidFill>
                <a:latin typeface="Hack" panose="020B0609030202020204" pitchFamily="49" charset="0"/>
                <a:ea typeface="Hack" panose="020B0609030202020204" pitchFamily="49" charset="0"/>
                <a:cs typeface="Hack" panose="020B0609030202020204" pitchFamily="49" charset="0"/>
              </a:rPr>
              <a:t>hire</a:t>
            </a:r>
            <a:r>
              <a:rPr lang="en-GB" sz="1600" spc="-4" dirty="0" err="1">
                <a:solidFill>
                  <a:schemeClr val="bg1"/>
                </a:solidFill>
                <a:latin typeface="Hack" panose="020B0609030202020204" pitchFamily="49" charset="0"/>
                <a:ea typeface="Hack" panose="020B0609030202020204" pitchFamily="49" charset="0"/>
                <a:cs typeface="Hack" panose="020B0609030202020204" pitchFamily="49" charset="0"/>
              </a:rPr>
              <a:t>hire</a:t>
            </a:r>
            <a:endParaRPr lang="en-GB" sz="1600" spc="-4" dirty="0">
              <a:solidFill>
                <a:schemeClr val="bg1"/>
              </a:solidFill>
              <a:latin typeface="Hack" panose="020B0609030202020204" pitchFamily="49" charset="0"/>
              <a:ea typeface="Hack" panose="020B0609030202020204" pitchFamily="49" charset="0"/>
              <a:cs typeface="Hack" panose="020B0609030202020204" pitchFamily="49" charset="0"/>
            </a:endParaRPr>
          </a:p>
          <a:p>
            <a:pPr marL="77391">
              <a:lnSpc>
                <a:spcPts val="1901"/>
              </a:lnSpc>
              <a:spcBef>
                <a:spcPts val="122"/>
              </a:spcBef>
            </a:pPr>
            <a:r>
              <a:rPr lang="en-GB" sz="1600" spc="-4" dirty="0">
                <a:solidFill>
                  <a:schemeClr val="bg1"/>
                </a:solidFill>
                <a:latin typeface="Hack" panose="020B0609030202020204" pitchFamily="49" charset="0"/>
                <a:ea typeface="Hack" panose="020B0609030202020204" pitchFamily="49" charset="0"/>
                <a:cs typeface="Hack" panose="020B0609030202020204" pitchFamily="49" charset="0"/>
              </a:rPr>
              <a:t>Lewis Electrical Services, Oxford, Oxfordshire</a:t>
            </a:r>
            <a:endParaRPr lang="en-GB" sz="160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6" name="Slide Number Placeholder 1">
            <a:extLst>
              <a:ext uri="{FF2B5EF4-FFF2-40B4-BE49-F238E27FC236}">
                <a16:creationId xmlns:a16="http://schemas.microsoft.com/office/drawing/2014/main" id="{0914D455-2566-A4BE-056B-3094BAB34C7F}"/>
              </a:ext>
            </a:extLst>
          </p:cNvPr>
          <p:cNvSpPr txBox="1">
            <a:spLocks/>
          </p:cNvSpPr>
          <p:nvPr/>
        </p:nvSpPr>
        <p:spPr>
          <a:xfrm>
            <a:off x="9365513" y="6398855"/>
            <a:ext cx="27432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EF892D59-8F09-EF4B-AD6D-DA609442F868}" type="slidenum">
              <a:rPr lang="en-GB" smtClean="0"/>
              <a:pPr algn="r"/>
              <a:t>24</a:t>
            </a:fld>
            <a:endParaRPr lang="en-GB"/>
          </a:p>
        </p:txBody>
      </p:sp>
    </p:spTree>
    <p:extLst>
      <p:ext uri="{BB962C8B-B14F-4D97-AF65-F5344CB8AC3E}">
        <p14:creationId xmlns:p14="http://schemas.microsoft.com/office/powerpoint/2010/main" val="7087856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53B80BBA-3ABD-CEB5-455C-16CA62386ED9}"/>
              </a:ext>
            </a:extLst>
          </p:cNvPr>
          <p:cNvSpPr>
            <a:spLocks noGrp="1"/>
          </p:cNvSpPr>
          <p:nvPr>
            <p:ph type="ctrTitle"/>
          </p:nvPr>
        </p:nvSpPr>
        <p:spPr/>
        <p:txBody>
          <a:bodyPr/>
          <a:lstStyle/>
          <a:p>
            <a:r>
              <a:rPr lang="en-GB" dirty="0"/>
              <a:t>Invoking a </a:t>
            </a:r>
            <a:r>
              <a:rPr lang="en-GB" dirty="0" err="1"/>
              <a:t>sed</a:t>
            </a:r>
            <a:r>
              <a:rPr lang="en-GB" dirty="0"/>
              <a:t> script</a:t>
            </a:r>
            <a:endParaRPr lang="en-GB" sz="280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569"/>
              </a:spcBef>
              <a:buClr>
                <a:srgbClr val="000000"/>
              </a:buClr>
              <a:buFont typeface="Arial"/>
              <a:buChar char="•"/>
              <a:tabLst>
                <a:tab pos="289957" algn="l"/>
                <a:tab pos="290473" algn="l"/>
              </a:tabLst>
            </a:pPr>
            <a:endParaRPr lang="en-GB" sz="1800" spc="-4" dirty="0">
              <a:solidFill>
                <a:srgbClr val="2D2C2C"/>
              </a:solidFill>
              <a:latin typeface="+mn-lt"/>
              <a:cs typeface="Segoe UI"/>
            </a:endParaRPr>
          </a:p>
          <a:p>
            <a:pPr marL="289957" indent="-280154">
              <a:spcBef>
                <a:spcPts val="569"/>
              </a:spcBef>
              <a:buClr>
                <a:srgbClr val="000000"/>
              </a:buClr>
              <a:buFont typeface="Arial"/>
              <a:buChar char="•"/>
              <a:tabLst>
                <a:tab pos="289957" algn="l"/>
                <a:tab pos="290473" algn="l"/>
              </a:tabLst>
            </a:pPr>
            <a:r>
              <a:rPr lang="en-GB" sz="1800" spc="-4" dirty="0">
                <a:solidFill>
                  <a:srgbClr val="2D2C2C"/>
                </a:solidFill>
                <a:latin typeface="+mn-lt"/>
                <a:cs typeface="Segoe UI"/>
              </a:rPr>
              <a:t>Assuming the file </a:t>
            </a:r>
            <a:r>
              <a:rPr lang="en-GB" sz="1800" b="1" spc="-4" dirty="0" err="1">
                <a:solidFill>
                  <a:srgbClr val="2D2C2C"/>
                </a:solidFill>
                <a:latin typeface="+mn-lt"/>
                <a:cs typeface="Segoe UI"/>
              </a:rPr>
              <a:t>addr</a:t>
            </a:r>
            <a:r>
              <a:rPr lang="en-GB" sz="1800" spc="-4" dirty="0">
                <a:solidFill>
                  <a:srgbClr val="2D2C2C"/>
                </a:solidFill>
                <a:latin typeface="+mn-lt"/>
                <a:cs typeface="Segoe UI"/>
              </a:rPr>
              <a:t> contains:</a:t>
            </a:r>
          </a:p>
          <a:p>
            <a:pPr marL="289957" indent="-280154">
              <a:spcBef>
                <a:spcPts val="569"/>
              </a:spcBef>
              <a:buClr>
                <a:srgbClr val="000000"/>
              </a:buClr>
              <a:buFont typeface="Arial"/>
              <a:buChar char="•"/>
              <a:tabLst>
                <a:tab pos="289957" algn="l"/>
                <a:tab pos="290473" algn="l"/>
              </a:tabLst>
            </a:pPr>
            <a:endParaRPr lang="en-GB" sz="1800" b="1" spc="-4"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endParaRPr lang="en-GB" sz="1800" b="1" spc="-4"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endParaRPr lang="en-GB" sz="1800" b="1" spc="-4"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r>
              <a:rPr lang="en-GB" sz="1800" spc="-4" dirty="0">
                <a:solidFill>
                  <a:srgbClr val="2D2C2C"/>
                </a:solidFill>
                <a:latin typeface="+mn-lt"/>
                <a:cs typeface="Segoe UI"/>
              </a:rPr>
              <a:t>Assuming the file </a:t>
            </a:r>
            <a:r>
              <a:rPr lang="en-GB" sz="1800" b="1" spc="-4" dirty="0" err="1">
                <a:solidFill>
                  <a:srgbClr val="2D2C2C"/>
                </a:solidFill>
                <a:latin typeface="+mn-lt"/>
                <a:cs typeface="Segoe UI"/>
              </a:rPr>
              <a:t>addr.sed</a:t>
            </a:r>
            <a:r>
              <a:rPr lang="en-GB" sz="1800" spc="-4" dirty="0">
                <a:solidFill>
                  <a:srgbClr val="2D2C2C"/>
                </a:solidFill>
                <a:latin typeface="+mn-lt"/>
                <a:cs typeface="Segoe UI"/>
              </a:rPr>
              <a:t> contains:</a:t>
            </a:r>
          </a:p>
          <a:p>
            <a:pPr marL="747157" lvl="1" indent="-280154">
              <a:spcBef>
                <a:spcPts val="569"/>
              </a:spcBef>
              <a:buClr>
                <a:srgbClr val="000000"/>
              </a:buClr>
              <a:buFont typeface="Arial"/>
              <a:buChar char="•"/>
              <a:tabLst>
                <a:tab pos="289957" algn="l"/>
                <a:tab pos="290473" algn="l"/>
              </a:tabLst>
            </a:pPr>
            <a:r>
              <a:rPr lang="en-GB" sz="1800" spc="-4" dirty="0">
                <a:solidFill>
                  <a:srgbClr val="2D2C2C"/>
                </a:solidFill>
                <a:cs typeface="Segoe UI"/>
              </a:rPr>
              <a:t>And is executable</a:t>
            </a:r>
            <a:endParaRPr lang="en-GB" sz="1800" spc="-4" dirty="0">
              <a:solidFill>
                <a:srgbClr val="2D2C2C"/>
              </a:solidFill>
              <a:latin typeface="+mn-lt"/>
              <a:cs typeface="Segoe UI"/>
            </a:endParaRPr>
          </a:p>
          <a:p>
            <a:pPr marL="289957" indent="-280154">
              <a:spcBef>
                <a:spcPts val="569"/>
              </a:spcBef>
              <a:buClr>
                <a:srgbClr val="000000"/>
              </a:buClr>
              <a:buFont typeface="Arial"/>
              <a:buChar char="•"/>
              <a:tabLst>
                <a:tab pos="289957" algn="l"/>
                <a:tab pos="290473" algn="l"/>
              </a:tabLst>
            </a:pPr>
            <a:endParaRPr lang="en-GB" sz="1800" spc="-4"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endParaRPr lang="en-GB" sz="1800" spc="-4"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endParaRPr lang="en-GB" sz="1800" spc="-4"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endParaRPr lang="en-GB" sz="1800" spc="-4"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r>
              <a:rPr lang="en-GB" sz="1800" spc="-4" dirty="0">
                <a:solidFill>
                  <a:srgbClr val="2D2C2C"/>
                </a:solidFill>
                <a:latin typeface="+mn-lt"/>
                <a:ea typeface="Hack" panose="020B0609030202020204" pitchFamily="49" charset="0"/>
                <a:cs typeface="Segoe UI"/>
              </a:rPr>
              <a:t>The command would be:</a:t>
            </a:r>
            <a:endParaRPr lang="en-US" sz="1800" dirty="0">
              <a:cs typeface="Segoe UI"/>
            </a:endParaRPr>
          </a:p>
          <a:p>
            <a:endParaRPr lang="en-GB" sz="1800" dirty="0"/>
          </a:p>
        </p:txBody>
      </p:sp>
      <p:sp>
        <p:nvSpPr>
          <p:cNvPr id="3" name="object 8">
            <a:extLst>
              <a:ext uri="{FF2B5EF4-FFF2-40B4-BE49-F238E27FC236}">
                <a16:creationId xmlns:a16="http://schemas.microsoft.com/office/drawing/2014/main" id="{6CE646EB-CCD4-E962-937D-14E25A5E2481}"/>
              </a:ext>
            </a:extLst>
          </p:cNvPr>
          <p:cNvSpPr txBox="1"/>
          <p:nvPr/>
        </p:nvSpPr>
        <p:spPr>
          <a:xfrm>
            <a:off x="4905375" y="3427645"/>
            <a:ext cx="3795236" cy="1294297"/>
          </a:xfrm>
          <a:prstGeom prst="rect">
            <a:avLst/>
          </a:prstGeom>
          <a:solidFill>
            <a:srgbClr val="0FEEB9"/>
          </a:solidFill>
          <a:ln>
            <a:solidFill>
              <a:schemeClr val="tx1"/>
            </a:solidFill>
          </a:ln>
        </p:spPr>
        <p:txBody>
          <a:bodyPr vert="horz" wrap="square" lIns="0" tIns="10319" rIns="0" bIns="0" rtlCol="0">
            <a:spAutoFit/>
          </a:bodyPr>
          <a:lstStyle/>
          <a:p>
            <a:pPr marL="10319" marR="4128">
              <a:lnSpc>
                <a:spcPct val="110000"/>
              </a:lnSpc>
              <a:spcBef>
                <a:spcPts val="81"/>
              </a:spcBef>
            </a:pPr>
            <a:r>
              <a:rPr lang="en-GB" sz="1463" spc="-8" dirty="0">
                <a:latin typeface="Hack" panose="020B0609030202020204" pitchFamily="49" charset="0"/>
                <a:ea typeface="Hack" panose="020B0609030202020204" pitchFamily="49" charset="0"/>
                <a:cs typeface="Hack" panose="020B0609030202020204" pitchFamily="49" charset="0"/>
              </a:rPr>
              <a:t>#!/bin/sed -f</a:t>
            </a:r>
          </a:p>
          <a:p>
            <a:pPr marL="10319" marR="4128">
              <a:lnSpc>
                <a:spcPct val="110000"/>
              </a:lnSpc>
              <a:spcBef>
                <a:spcPts val="81"/>
              </a:spcBef>
            </a:pPr>
            <a:r>
              <a:rPr lang="en-GB" sz="1463" spc="-8" dirty="0">
                <a:latin typeface="Hack" panose="020B0609030202020204" pitchFamily="49" charset="0"/>
                <a:ea typeface="Hack" panose="020B0609030202020204" pitchFamily="49" charset="0"/>
                <a:cs typeface="Hack" panose="020B0609030202020204" pitchFamily="49" charset="0"/>
              </a:rPr>
              <a:t>s/Middx/Middlesex/</a:t>
            </a:r>
          </a:p>
          <a:p>
            <a:pPr marL="10319" marR="4128">
              <a:lnSpc>
                <a:spcPct val="110000"/>
              </a:lnSpc>
              <a:spcBef>
                <a:spcPts val="81"/>
              </a:spcBef>
            </a:pPr>
            <a:r>
              <a:rPr lang="en-GB" sz="1463" spc="-8" dirty="0">
                <a:latin typeface="Hack" panose="020B0609030202020204" pitchFamily="49" charset="0"/>
                <a:ea typeface="Hack" panose="020B0609030202020204" pitchFamily="49" charset="0"/>
                <a:cs typeface="Hack" panose="020B0609030202020204" pitchFamily="49" charset="0"/>
              </a:rPr>
              <a:t>s/Hants/Hampshire/</a:t>
            </a:r>
          </a:p>
          <a:p>
            <a:pPr marL="10319" marR="4128">
              <a:lnSpc>
                <a:spcPct val="110000"/>
              </a:lnSpc>
              <a:spcBef>
                <a:spcPts val="81"/>
              </a:spcBef>
            </a:pPr>
            <a:r>
              <a:rPr lang="en-GB" sz="1463" spc="-8" dirty="0">
                <a:latin typeface="Hack" panose="020B0609030202020204" pitchFamily="49" charset="0"/>
                <a:ea typeface="Hack" panose="020B0609030202020204" pitchFamily="49" charset="0"/>
                <a:cs typeface="Hack" panose="020B0609030202020204" pitchFamily="49" charset="0"/>
              </a:rPr>
              <a:t>s/Berks/Berkshire/</a:t>
            </a:r>
          </a:p>
          <a:p>
            <a:pPr marL="10319" marR="4128">
              <a:lnSpc>
                <a:spcPct val="110000"/>
              </a:lnSpc>
              <a:spcBef>
                <a:spcPts val="81"/>
              </a:spcBef>
            </a:pPr>
            <a:r>
              <a:rPr lang="en-GB" sz="1463" spc="-8" dirty="0">
                <a:latin typeface="Hack" panose="020B0609030202020204" pitchFamily="49" charset="0"/>
                <a:ea typeface="Hack" panose="020B0609030202020204" pitchFamily="49" charset="0"/>
                <a:cs typeface="Hack" panose="020B0609030202020204" pitchFamily="49" charset="0"/>
              </a:rPr>
              <a:t>s/Oxon/Oxfordshire/</a:t>
            </a:r>
            <a:endParaRPr sz="1463" dirty="0">
              <a:latin typeface="Hack" panose="020B0609030202020204" pitchFamily="49" charset="0"/>
              <a:ea typeface="Hack" panose="020B0609030202020204" pitchFamily="49" charset="0"/>
              <a:cs typeface="Hack" panose="020B0609030202020204" pitchFamily="49" charset="0"/>
            </a:endParaRPr>
          </a:p>
        </p:txBody>
      </p:sp>
      <p:sp>
        <p:nvSpPr>
          <p:cNvPr id="4" name="Rectangle 3">
            <a:extLst>
              <a:ext uri="{FF2B5EF4-FFF2-40B4-BE49-F238E27FC236}">
                <a16:creationId xmlns:a16="http://schemas.microsoft.com/office/drawing/2014/main" id="{B6A5894B-63D2-5E65-60C7-E3793EC16CD2}"/>
              </a:ext>
            </a:extLst>
          </p:cNvPr>
          <p:cNvSpPr>
            <a:spLocks noChangeArrowheads="1"/>
          </p:cNvSpPr>
          <p:nvPr/>
        </p:nvSpPr>
        <p:spPr bwMode="auto">
          <a:xfrm>
            <a:off x="4905375" y="4992724"/>
            <a:ext cx="6770687" cy="1400383"/>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lnSpc>
                <a:spcPts val="1901"/>
              </a:lnSpc>
              <a:spcBef>
                <a:spcPts val="122"/>
              </a:spcBef>
            </a:pPr>
            <a:r>
              <a:rPr lang="en-GB"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pc="-12"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b="1" spc="-4" dirty="0">
                <a:solidFill>
                  <a:schemeClr val="bg1"/>
                </a:solidFill>
                <a:latin typeface="Hack" panose="020B0609030202020204" pitchFamily="49" charset="0"/>
                <a:ea typeface="Hack" panose="020B0609030202020204" pitchFamily="49" charset="0"/>
                <a:cs typeface="Hack" panose="020B0609030202020204" pitchFamily="49" charset="0"/>
              </a:rPr>
              <a:t>./</a:t>
            </a:r>
            <a:r>
              <a:rPr lang="en-GB" b="1" spc="-4" dirty="0" err="1">
                <a:solidFill>
                  <a:schemeClr val="bg1"/>
                </a:solidFill>
                <a:latin typeface="Hack" panose="020B0609030202020204" pitchFamily="49" charset="0"/>
                <a:ea typeface="Hack" panose="020B0609030202020204" pitchFamily="49" charset="0"/>
                <a:cs typeface="Hack" panose="020B0609030202020204" pitchFamily="49" charset="0"/>
              </a:rPr>
              <a:t>addr.sed</a:t>
            </a:r>
            <a:r>
              <a:rPr lang="en-GB" b="1" spc="-4"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b="1" spc="-4" dirty="0" err="1">
                <a:solidFill>
                  <a:schemeClr val="bg1"/>
                </a:solidFill>
                <a:latin typeface="Hack" panose="020B0609030202020204" pitchFamily="49" charset="0"/>
                <a:ea typeface="Hack" panose="020B0609030202020204" pitchFamily="49" charset="0"/>
                <a:cs typeface="Hack" panose="020B0609030202020204" pitchFamily="49" charset="0"/>
              </a:rPr>
              <a:t>addr</a:t>
            </a:r>
            <a:endParaRPr lang="en-GB" b="1" spc="-4" dirty="0">
              <a:solidFill>
                <a:schemeClr val="bg1"/>
              </a:solidFill>
              <a:latin typeface="Hack" panose="020B0609030202020204" pitchFamily="49" charset="0"/>
              <a:ea typeface="Hack" panose="020B0609030202020204" pitchFamily="49" charset="0"/>
              <a:cs typeface="Hack" panose="020B0609030202020204" pitchFamily="49" charset="0"/>
            </a:endParaRPr>
          </a:p>
          <a:p>
            <a:pPr marL="77391">
              <a:lnSpc>
                <a:spcPts val="1901"/>
              </a:lnSpc>
              <a:spcBef>
                <a:spcPts val="122"/>
              </a:spcBef>
            </a:pPr>
            <a:r>
              <a:rPr lang="en-GB" sz="1600" spc="-4" dirty="0">
                <a:solidFill>
                  <a:schemeClr val="bg1"/>
                </a:solidFill>
                <a:latin typeface="Hack" panose="020B0609030202020204" pitchFamily="49" charset="0"/>
                <a:ea typeface="Hack" panose="020B0609030202020204" pitchFamily="49" charset="0"/>
                <a:cs typeface="Hack" panose="020B0609030202020204" pitchFamily="49" charset="0"/>
              </a:rPr>
              <a:t>C&amp;S </a:t>
            </a:r>
            <a:r>
              <a:rPr lang="en-GB" sz="1600" spc="-4" dirty="0" err="1">
                <a:solidFill>
                  <a:schemeClr val="bg1"/>
                </a:solidFill>
                <a:latin typeface="Hack" panose="020B0609030202020204" pitchFamily="49" charset="0"/>
                <a:ea typeface="Hack" panose="020B0609030202020204" pitchFamily="49" charset="0"/>
                <a:cs typeface="Hack" panose="020B0609030202020204" pitchFamily="49" charset="0"/>
              </a:rPr>
              <a:t>Electrical,Basingstoke,Hampshire</a:t>
            </a:r>
            <a:endParaRPr lang="en-GB" sz="1600" spc="-4" dirty="0">
              <a:solidFill>
                <a:schemeClr val="bg1"/>
              </a:solidFill>
              <a:latin typeface="Hack" panose="020B0609030202020204" pitchFamily="49" charset="0"/>
              <a:ea typeface="Hack" panose="020B0609030202020204" pitchFamily="49" charset="0"/>
              <a:cs typeface="Hack" panose="020B0609030202020204" pitchFamily="49" charset="0"/>
            </a:endParaRPr>
          </a:p>
          <a:p>
            <a:pPr marL="77391">
              <a:lnSpc>
                <a:spcPts val="1901"/>
              </a:lnSpc>
              <a:spcBef>
                <a:spcPts val="122"/>
              </a:spcBef>
            </a:pPr>
            <a:r>
              <a:rPr lang="en-GB" sz="1600" spc="-4" dirty="0">
                <a:solidFill>
                  <a:schemeClr val="bg1"/>
                </a:solidFill>
                <a:latin typeface="Hack" panose="020B0609030202020204" pitchFamily="49" charset="0"/>
                <a:ea typeface="Hack" panose="020B0609030202020204" pitchFamily="49" charset="0"/>
                <a:cs typeface="Hack" panose="020B0609030202020204" pitchFamily="49" charset="0"/>
              </a:rPr>
              <a:t>Wooley's Domestic, Hayes, Middlesex</a:t>
            </a:r>
          </a:p>
          <a:p>
            <a:pPr marL="77391">
              <a:lnSpc>
                <a:spcPts val="1901"/>
              </a:lnSpc>
              <a:spcBef>
                <a:spcPts val="122"/>
              </a:spcBef>
            </a:pPr>
            <a:r>
              <a:rPr lang="en-GB" sz="1600" spc="-4" dirty="0" err="1">
                <a:solidFill>
                  <a:schemeClr val="bg1"/>
                </a:solidFill>
                <a:latin typeface="Hack" panose="020B0609030202020204" pitchFamily="49" charset="0"/>
                <a:ea typeface="Hack" panose="020B0609030202020204" pitchFamily="49" charset="0"/>
                <a:cs typeface="Hack" panose="020B0609030202020204" pitchFamily="49" charset="0"/>
              </a:rPr>
              <a:t>Electromode</a:t>
            </a:r>
            <a:r>
              <a:rPr lang="en-GB" sz="1600" spc="-4" dirty="0">
                <a:solidFill>
                  <a:schemeClr val="bg1"/>
                </a:solidFill>
                <a:latin typeface="Hack" panose="020B0609030202020204" pitchFamily="49" charset="0"/>
                <a:ea typeface="Hack" panose="020B0609030202020204" pitchFamily="49" charset="0"/>
                <a:cs typeface="Hack" panose="020B0609030202020204" pitchFamily="49" charset="0"/>
              </a:rPr>
              <a:t>, Reading, Berkshire</a:t>
            </a:r>
          </a:p>
          <a:p>
            <a:pPr marL="77391">
              <a:lnSpc>
                <a:spcPts val="1901"/>
              </a:lnSpc>
              <a:spcBef>
                <a:spcPts val="122"/>
              </a:spcBef>
            </a:pPr>
            <a:r>
              <a:rPr lang="en-GB" sz="1600" spc="-4" dirty="0">
                <a:solidFill>
                  <a:schemeClr val="bg1"/>
                </a:solidFill>
                <a:latin typeface="Hack" panose="020B0609030202020204" pitchFamily="49" charset="0"/>
                <a:ea typeface="Hack" panose="020B0609030202020204" pitchFamily="49" charset="0"/>
                <a:cs typeface="Hack" panose="020B0609030202020204" pitchFamily="49" charset="0"/>
              </a:rPr>
              <a:t>Lewis Electrical Services, Oxford, Oxfordshire</a:t>
            </a:r>
            <a:endParaRPr lang="en-GB" sz="160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6" name="object 20">
            <a:extLst>
              <a:ext uri="{FF2B5EF4-FFF2-40B4-BE49-F238E27FC236}">
                <a16:creationId xmlns:a16="http://schemas.microsoft.com/office/drawing/2014/main" id="{39C45287-1843-F3B0-CD06-EE7DEB3FBAC7}"/>
              </a:ext>
            </a:extLst>
          </p:cNvPr>
          <p:cNvSpPr txBox="1"/>
          <p:nvPr/>
        </p:nvSpPr>
        <p:spPr>
          <a:xfrm>
            <a:off x="4905375" y="1895616"/>
            <a:ext cx="3795236" cy="1029738"/>
          </a:xfrm>
          <a:prstGeom prst="rect">
            <a:avLst/>
          </a:prstGeom>
          <a:solidFill>
            <a:srgbClr val="0FEEB9"/>
          </a:solidFill>
          <a:ln>
            <a:solidFill>
              <a:schemeClr val="tx1"/>
            </a:solidFill>
          </a:ln>
        </p:spPr>
        <p:txBody>
          <a:bodyPr vert="horz" wrap="square" lIns="0" tIns="10319" rIns="0" bIns="0" rtlCol="0">
            <a:spAutoFit/>
          </a:bodyPr>
          <a:lstStyle/>
          <a:p>
            <a:pPr marL="10319" marR="4128">
              <a:lnSpc>
                <a:spcPct val="110000"/>
              </a:lnSpc>
              <a:spcBef>
                <a:spcPts val="81"/>
              </a:spcBef>
            </a:pPr>
            <a:r>
              <a:rPr sz="1463" spc="-4" dirty="0">
                <a:latin typeface="Hack" panose="020B0609030202020204" pitchFamily="49" charset="0"/>
                <a:ea typeface="Hack" panose="020B0609030202020204" pitchFamily="49" charset="0"/>
                <a:cs typeface="Hack" panose="020B0609030202020204" pitchFamily="49" charset="0"/>
              </a:rPr>
              <a:t>C&amp;S </a:t>
            </a:r>
            <a:r>
              <a:rPr sz="1463" spc="-8" dirty="0">
                <a:latin typeface="Hack" panose="020B0609030202020204" pitchFamily="49" charset="0"/>
                <a:ea typeface="Hack" panose="020B0609030202020204" pitchFamily="49" charset="0"/>
                <a:cs typeface="Hack" panose="020B0609030202020204" pitchFamily="49" charset="0"/>
              </a:rPr>
              <a:t>Electrical, Basingstoke, </a:t>
            </a:r>
            <a:r>
              <a:rPr sz="1463" spc="-4" dirty="0">
                <a:latin typeface="Hack" panose="020B0609030202020204" pitchFamily="49" charset="0"/>
                <a:ea typeface="Hack" panose="020B0609030202020204" pitchFamily="49" charset="0"/>
                <a:cs typeface="Hack" panose="020B0609030202020204" pitchFamily="49" charset="0"/>
              </a:rPr>
              <a:t>Hants</a:t>
            </a:r>
            <a:endParaRPr lang="en-GB" sz="1463" spc="-4" dirty="0">
              <a:latin typeface="Hack" panose="020B0609030202020204" pitchFamily="49" charset="0"/>
              <a:ea typeface="Hack" panose="020B0609030202020204" pitchFamily="49" charset="0"/>
              <a:cs typeface="Hack" panose="020B0609030202020204" pitchFamily="49" charset="0"/>
            </a:endParaRPr>
          </a:p>
          <a:p>
            <a:pPr marL="10319" marR="4128">
              <a:lnSpc>
                <a:spcPct val="110000"/>
              </a:lnSpc>
              <a:spcBef>
                <a:spcPts val="81"/>
              </a:spcBef>
            </a:pPr>
            <a:r>
              <a:rPr sz="1463" spc="-869" dirty="0">
                <a:latin typeface="Hack" panose="020B0609030202020204" pitchFamily="49" charset="0"/>
                <a:ea typeface="Hack" panose="020B0609030202020204" pitchFamily="49" charset="0"/>
                <a:cs typeface="Hack" panose="020B0609030202020204" pitchFamily="49" charset="0"/>
              </a:rPr>
              <a:t> </a:t>
            </a:r>
            <a:r>
              <a:rPr sz="1463" spc="-8" dirty="0">
                <a:latin typeface="Hack" panose="020B0609030202020204" pitchFamily="49" charset="0"/>
                <a:ea typeface="Hack" panose="020B0609030202020204" pitchFamily="49" charset="0"/>
                <a:cs typeface="Hack" panose="020B0609030202020204" pitchFamily="49" charset="0"/>
              </a:rPr>
              <a:t>Wooley's Domestic,</a:t>
            </a:r>
            <a:r>
              <a:rPr sz="1463" spc="-4" dirty="0">
                <a:latin typeface="Hack" panose="020B0609030202020204" pitchFamily="49" charset="0"/>
                <a:ea typeface="Hack" panose="020B0609030202020204" pitchFamily="49" charset="0"/>
                <a:cs typeface="Hack" panose="020B0609030202020204" pitchFamily="49" charset="0"/>
              </a:rPr>
              <a:t> </a:t>
            </a:r>
            <a:r>
              <a:rPr sz="1463" spc="-12" dirty="0">
                <a:latin typeface="Hack" panose="020B0609030202020204" pitchFamily="49" charset="0"/>
                <a:ea typeface="Hack" panose="020B0609030202020204" pitchFamily="49" charset="0"/>
                <a:cs typeface="Hack" panose="020B0609030202020204" pitchFamily="49" charset="0"/>
              </a:rPr>
              <a:t>Hayes, </a:t>
            </a:r>
            <a:r>
              <a:rPr sz="1463" spc="-8" dirty="0">
                <a:latin typeface="Hack" panose="020B0609030202020204" pitchFamily="49" charset="0"/>
                <a:ea typeface="Hack" panose="020B0609030202020204" pitchFamily="49" charset="0"/>
                <a:cs typeface="Hack" panose="020B0609030202020204" pitchFamily="49" charset="0"/>
              </a:rPr>
              <a:t>Middx</a:t>
            </a:r>
            <a:endParaRPr lang="en-GB" sz="1463" spc="-8" dirty="0">
              <a:latin typeface="Hack" panose="020B0609030202020204" pitchFamily="49" charset="0"/>
              <a:ea typeface="Hack" panose="020B0609030202020204" pitchFamily="49" charset="0"/>
              <a:cs typeface="Hack" panose="020B0609030202020204" pitchFamily="49" charset="0"/>
            </a:endParaRPr>
          </a:p>
          <a:p>
            <a:pPr marL="10319" marR="4128">
              <a:lnSpc>
                <a:spcPct val="110000"/>
              </a:lnSpc>
              <a:spcBef>
                <a:spcPts val="81"/>
              </a:spcBef>
            </a:pPr>
            <a:r>
              <a:rPr sz="1463" spc="-8" dirty="0" err="1">
                <a:latin typeface="Hack" panose="020B0609030202020204" pitchFamily="49" charset="0"/>
                <a:ea typeface="Hack" panose="020B0609030202020204" pitchFamily="49" charset="0"/>
                <a:cs typeface="Hack" panose="020B0609030202020204" pitchFamily="49" charset="0"/>
              </a:rPr>
              <a:t>Electromode</a:t>
            </a:r>
            <a:r>
              <a:rPr sz="1463" spc="-8" dirty="0">
                <a:latin typeface="Hack" panose="020B0609030202020204" pitchFamily="49" charset="0"/>
                <a:ea typeface="Hack" panose="020B0609030202020204" pitchFamily="49" charset="0"/>
                <a:cs typeface="Hack" panose="020B0609030202020204" pitchFamily="49" charset="0"/>
              </a:rPr>
              <a:t>,</a:t>
            </a:r>
            <a:r>
              <a:rPr sz="1463" spc="-24" dirty="0">
                <a:latin typeface="Hack" panose="020B0609030202020204" pitchFamily="49" charset="0"/>
                <a:ea typeface="Hack" panose="020B0609030202020204" pitchFamily="49" charset="0"/>
                <a:cs typeface="Hack" panose="020B0609030202020204" pitchFamily="49" charset="0"/>
              </a:rPr>
              <a:t> </a:t>
            </a:r>
            <a:r>
              <a:rPr sz="1463" spc="-8" dirty="0">
                <a:latin typeface="Hack" panose="020B0609030202020204" pitchFamily="49" charset="0"/>
                <a:ea typeface="Hack" panose="020B0609030202020204" pitchFamily="49" charset="0"/>
                <a:cs typeface="Hack" panose="020B0609030202020204" pitchFamily="49" charset="0"/>
              </a:rPr>
              <a:t>Reading,</a:t>
            </a:r>
            <a:r>
              <a:rPr sz="1463" spc="-45" dirty="0">
                <a:latin typeface="Hack" panose="020B0609030202020204" pitchFamily="49" charset="0"/>
                <a:ea typeface="Hack" panose="020B0609030202020204" pitchFamily="49" charset="0"/>
                <a:cs typeface="Hack" panose="020B0609030202020204" pitchFamily="49" charset="0"/>
              </a:rPr>
              <a:t> </a:t>
            </a:r>
            <a:r>
              <a:rPr sz="1463" spc="-4" dirty="0">
                <a:latin typeface="Hack" panose="020B0609030202020204" pitchFamily="49" charset="0"/>
                <a:ea typeface="Hack" panose="020B0609030202020204" pitchFamily="49" charset="0"/>
                <a:cs typeface="Hack" panose="020B0609030202020204" pitchFamily="49" charset="0"/>
              </a:rPr>
              <a:t>Berks</a:t>
            </a:r>
            <a:endParaRPr lang="en-GB" sz="1463" spc="-4" dirty="0">
              <a:latin typeface="Hack" panose="020B0609030202020204" pitchFamily="49" charset="0"/>
              <a:ea typeface="Hack" panose="020B0609030202020204" pitchFamily="49" charset="0"/>
              <a:cs typeface="Hack" panose="020B0609030202020204" pitchFamily="49" charset="0"/>
            </a:endParaRPr>
          </a:p>
          <a:p>
            <a:pPr marL="10319" marR="4128">
              <a:lnSpc>
                <a:spcPct val="110000"/>
              </a:lnSpc>
              <a:spcBef>
                <a:spcPts val="81"/>
              </a:spcBef>
            </a:pPr>
            <a:r>
              <a:rPr sz="1463" spc="-4" dirty="0">
                <a:latin typeface="Hack" panose="020B0609030202020204" pitchFamily="49" charset="0"/>
                <a:ea typeface="Hack" panose="020B0609030202020204" pitchFamily="49" charset="0"/>
                <a:cs typeface="Hack" panose="020B0609030202020204" pitchFamily="49" charset="0"/>
              </a:rPr>
              <a:t>Lewis</a:t>
            </a:r>
            <a:r>
              <a:rPr sz="1463" spc="-28" dirty="0">
                <a:latin typeface="Hack" panose="020B0609030202020204" pitchFamily="49" charset="0"/>
                <a:ea typeface="Hack" panose="020B0609030202020204" pitchFamily="49" charset="0"/>
                <a:cs typeface="Hack" panose="020B0609030202020204" pitchFamily="49" charset="0"/>
              </a:rPr>
              <a:t> </a:t>
            </a:r>
            <a:r>
              <a:rPr sz="1463" spc="-8" dirty="0">
                <a:latin typeface="Hack" panose="020B0609030202020204" pitchFamily="49" charset="0"/>
                <a:ea typeface="Hack" panose="020B0609030202020204" pitchFamily="49" charset="0"/>
                <a:cs typeface="Hack" panose="020B0609030202020204" pitchFamily="49" charset="0"/>
              </a:rPr>
              <a:t>Electrical,</a:t>
            </a:r>
            <a:r>
              <a:rPr sz="1463" spc="-24" dirty="0">
                <a:latin typeface="Hack" panose="020B0609030202020204" pitchFamily="49" charset="0"/>
                <a:ea typeface="Hack" panose="020B0609030202020204" pitchFamily="49" charset="0"/>
                <a:cs typeface="Hack" panose="020B0609030202020204" pitchFamily="49" charset="0"/>
              </a:rPr>
              <a:t> </a:t>
            </a:r>
            <a:r>
              <a:rPr sz="1463" spc="-8" dirty="0">
                <a:latin typeface="Hack" panose="020B0609030202020204" pitchFamily="49" charset="0"/>
                <a:ea typeface="Hack" panose="020B0609030202020204" pitchFamily="49" charset="0"/>
                <a:cs typeface="Hack" panose="020B0609030202020204" pitchFamily="49" charset="0"/>
              </a:rPr>
              <a:t>Oxford,</a:t>
            </a:r>
            <a:r>
              <a:rPr sz="1463" spc="-24" dirty="0">
                <a:latin typeface="Hack" panose="020B0609030202020204" pitchFamily="49" charset="0"/>
                <a:ea typeface="Hack" panose="020B0609030202020204" pitchFamily="49" charset="0"/>
                <a:cs typeface="Hack" panose="020B0609030202020204" pitchFamily="49" charset="0"/>
              </a:rPr>
              <a:t> </a:t>
            </a:r>
            <a:r>
              <a:rPr sz="1463" spc="-8" dirty="0">
                <a:latin typeface="Hack" panose="020B0609030202020204" pitchFamily="49" charset="0"/>
                <a:ea typeface="Hack" panose="020B0609030202020204" pitchFamily="49" charset="0"/>
                <a:cs typeface="Hack" panose="020B0609030202020204" pitchFamily="49" charset="0"/>
              </a:rPr>
              <a:t>Oxon</a:t>
            </a:r>
            <a:endParaRPr sz="1463" dirty="0">
              <a:latin typeface="Hack" panose="020B0609030202020204" pitchFamily="49" charset="0"/>
              <a:ea typeface="Hack" panose="020B0609030202020204" pitchFamily="49" charset="0"/>
              <a:cs typeface="Hack" panose="020B0609030202020204" pitchFamily="49" charset="0"/>
            </a:endParaRPr>
          </a:p>
        </p:txBody>
      </p:sp>
      <p:sp>
        <p:nvSpPr>
          <p:cNvPr id="8" name="Slide Number Placeholder 1">
            <a:extLst>
              <a:ext uri="{FF2B5EF4-FFF2-40B4-BE49-F238E27FC236}">
                <a16:creationId xmlns:a16="http://schemas.microsoft.com/office/drawing/2014/main" id="{544834A6-FFD8-E944-ABA2-51C4C766CB2D}"/>
              </a:ext>
            </a:extLst>
          </p:cNvPr>
          <p:cNvSpPr txBox="1">
            <a:spLocks/>
          </p:cNvSpPr>
          <p:nvPr/>
        </p:nvSpPr>
        <p:spPr>
          <a:xfrm>
            <a:off x="9365513" y="6398855"/>
            <a:ext cx="27432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EF892D59-8F09-EF4B-AD6D-DA609442F868}" type="slidenum">
              <a:rPr lang="en-GB" smtClean="0"/>
              <a:pPr algn="r"/>
              <a:t>25</a:t>
            </a:fld>
            <a:endParaRPr lang="en-GB"/>
          </a:p>
        </p:txBody>
      </p:sp>
    </p:spTree>
    <p:extLst>
      <p:ext uri="{BB962C8B-B14F-4D97-AF65-F5344CB8AC3E}">
        <p14:creationId xmlns:p14="http://schemas.microsoft.com/office/powerpoint/2010/main" val="38497777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F0027B2-35CD-4AB9-C240-4F154BDF1BC7}"/>
              </a:ext>
            </a:extLst>
          </p:cNvPr>
          <p:cNvSpPr>
            <a:spLocks noGrp="1"/>
          </p:cNvSpPr>
          <p:nvPr>
            <p:ph type="ctrTitle"/>
          </p:nvPr>
        </p:nvSpPr>
        <p:spPr/>
        <p:txBody>
          <a:bodyPr/>
          <a:lstStyle/>
          <a:p>
            <a:r>
              <a:rPr lang="en-GB" dirty="0" err="1"/>
              <a:t>sed’s</a:t>
            </a:r>
            <a:r>
              <a:rPr lang="en-GB" dirty="0"/>
              <a:t> print command</a:t>
            </a:r>
            <a:endParaRPr lang="en-GB" sz="280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normAutofit lnSpcReduction="10000"/>
          </a:bodyPr>
          <a:lstStyle/>
          <a:p>
            <a:pPr marL="289957" indent="-280154">
              <a:spcBef>
                <a:spcPts val="569"/>
              </a:spcBef>
              <a:buClr>
                <a:srgbClr val="000000"/>
              </a:buClr>
              <a:buFont typeface="Arial"/>
              <a:buChar char="•"/>
              <a:tabLst>
                <a:tab pos="289957" algn="l"/>
                <a:tab pos="290473" algn="l"/>
              </a:tabLst>
            </a:pPr>
            <a:r>
              <a:rPr lang="en-GB" sz="1800" spc="-4" dirty="0">
                <a:solidFill>
                  <a:srgbClr val="2D2C2C"/>
                </a:solidFill>
                <a:latin typeface="+mn-lt"/>
                <a:cs typeface="Segoe UI"/>
              </a:rPr>
              <a:t>The </a:t>
            </a:r>
            <a:r>
              <a:rPr lang="en-GB" sz="1800" b="1" spc="-4" dirty="0">
                <a:solidFill>
                  <a:srgbClr val="7030A0"/>
                </a:solidFill>
                <a:latin typeface="Hack" panose="020B0609030202020204" pitchFamily="49" charset="0"/>
                <a:ea typeface="Hack" panose="020B0609030202020204" pitchFamily="49" charset="0"/>
                <a:cs typeface="Hack" panose="020B0609030202020204" pitchFamily="49" charset="0"/>
              </a:rPr>
              <a:t>p </a:t>
            </a:r>
            <a:r>
              <a:rPr lang="en-GB" sz="1800" spc="-4" dirty="0">
                <a:solidFill>
                  <a:srgbClr val="2D2C2C"/>
                </a:solidFill>
                <a:latin typeface="+mn-lt"/>
                <a:cs typeface="Segoe UI"/>
              </a:rPr>
              <a:t>command forces a print to output.</a:t>
            </a:r>
          </a:p>
          <a:p>
            <a:pPr marL="289957" indent="-280154">
              <a:spcBef>
                <a:spcPts val="569"/>
              </a:spcBef>
              <a:buClr>
                <a:srgbClr val="000000"/>
              </a:buClr>
              <a:buFont typeface="Arial"/>
              <a:buChar char="•"/>
              <a:tabLst>
                <a:tab pos="289957" algn="l"/>
                <a:tab pos="290473" algn="l"/>
              </a:tabLst>
            </a:pPr>
            <a:r>
              <a:rPr lang="en-GB" sz="1800" spc="-4" dirty="0">
                <a:solidFill>
                  <a:srgbClr val="2D2C2C"/>
                </a:solidFill>
                <a:latin typeface="+mn-lt"/>
                <a:cs typeface="Segoe UI"/>
              </a:rPr>
              <a:t>Assuming the file </a:t>
            </a:r>
            <a:r>
              <a:rPr lang="en-GB" sz="1800" b="1" spc="-4" dirty="0" err="1">
                <a:solidFill>
                  <a:srgbClr val="2D2C2C"/>
                </a:solidFill>
                <a:latin typeface="+mn-lt"/>
                <a:cs typeface="Segoe UI"/>
              </a:rPr>
              <a:t>addr</a:t>
            </a:r>
            <a:r>
              <a:rPr lang="en-GB" sz="1800" spc="-4" dirty="0">
                <a:solidFill>
                  <a:srgbClr val="2D2C2C"/>
                </a:solidFill>
                <a:latin typeface="+mn-lt"/>
                <a:cs typeface="Segoe UI"/>
              </a:rPr>
              <a:t> contains:</a:t>
            </a:r>
          </a:p>
          <a:p>
            <a:pPr marL="289957" indent="-280154">
              <a:spcBef>
                <a:spcPts val="569"/>
              </a:spcBef>
              <a:buClr>
                <a:srgbClr val="000000"/>
              </a:buClr>
              <a:buFont typeface="Arial"/>
              <a:buChar char="•"/>
              <a:tabLst>
                <a:tab pos="289957" algn="l"/>
                <a:tab pos="290473" algn="l"/>
              </a:tabLst>
            </a:pPr>
            <a:endParaRPr lang="en-GB" sz="1800" b="1" spc="-4"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endParaRPr lang="en-GB" sz="1800" b="1" spc="-4"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endParaRPr lang="en-GB" sz="1800" b="1" spc="-4"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r>
              <a:rPr lang="en-GB" sz="1800" spc="-4" dirty="0">
                <a:solidFill>
                  <a:srgbClr val="2D2C2C"/>
                </a:solidFill>
                <a:latin typeface="+mn-lt"/>
                <a:ea typeface="Hack" panose="020B0609030202020204" pitchFamily="49" charset="0"/>
                <a:cs typeface="Segoe UI"/>
              </a:rPr>
              <a:t>Normally, for each line, </a:t>
            </a:r>
            <a:r>
              <a:rPr lang="en-GB" sz="1800" spc="-4" dirty="0" err="1">
                <a:solidFill>
                  <a:srgbClr val="2D2C2C"/>
                </a:solidFill>
                <a:latin typeface="+mn-lt"/>
                <a:ea typeface="Hack" panose="020B0609030202020204" pitchFamily="49" charset="0"/>
                <a:cs typeface="Segoe UI"/>
              </a:rPr>
              <a:t>sed</a:t>
            </a:r>
            <a:r>
              <a:rPr lang="en-GB" sz="1800" spc="-4" dirty="0">
                <a:solidFill>
                  <a:srgbClr val="2D2C2C"/>
                </a:solidFill>
                <a:latin typeface="+mn-lt"/>
                <a:ea typeface="Hack" panose="020B0609030202020204" pitchFamily="49" charset="0"/>
                <a:cs typeface="Segoe UI"/>
              </a:rPr>
              <a:t> first reads the line, processes the line (if it can) then prints (if it still exists) the line to output.</a:t>
            </a:r>
          </a:p>
          <a:p>
            <a:pPr marL="289957" indent="-280154">
              <a:spcBef>
                <a:spcPts val="569"/>
              </a:spcBef>
              <a:buClr>
                <a:srgbClr val="000000"/>
              </a:buClr>
              <a:buFont typeface="Arial"/>
              <a:buChar char="•"/>
              <a:tabLst>
                <a:tab pos="289957" algn="l"/>
                <a:tab pos="290473" algn="l"/>
              </a:tabLst>
            </a:pPr>
            <a:endParaRPr lang="en-GB" sz="1800" spc="-4"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endParaRPr lang="en-GB" sz="1800" spc="-4"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endParaRPr lang="en-GB" sz="1800" spc="-4"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endParaRPr lang="en-GB" sz="1800" spc="-4"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endParaRPr lang="en-GB" sz="1800" spc="-4"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endParaRPr lang="en-GB" sz="1800" spc="-4"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r>
              <a:rPr lang="en-GB" sz="1800" spc="-4" dirty="0">
                <a:solidFill>
                  <a:srgbClr val="2D2C2C"/>
                </a:solidFill>
                <a:latin typeface="+mn-lt"/>
                <a:ea typeface="Hack" panose="020B0609030202020204" pitchFamily="49" charset="0"/>
                <a:cs typeface="Segoe UI"/>
              </a:rPr>
              <a:t>Technically the substitution specifies the lines that the print command acts upon i.e., </a:t>
            </a:r>
            <a:r>
              <a:rPr lang="en-GB" sz="1800" b="1" spc="-4" dirty="0">
                <a:solidFill>
                  <a:srgbClr val="00B0F0"/>
                </a:solidFill>
                <a:latin typeface="+mn-lt"/>
                <a:ea typeface="Hack" panose="020B0609030202020204" pitchFamily="49" charset="0"/>
                <a:cs typeface="Segoe UI"/>
              </a:rPr>
              <a:t>to additionally print</a:t>
            </a:r>
            <a:r>
              <a:rPr lang="en-GB" sz="1800" spc="-4" dirty="0">
                <a:solidFill>
                  <a:schemeClr val="tx1"/>
                </a:solidFill>
                <a:latin typeface="+mn-lt"/>
                <a:ea typeface="Hack" panose="020B0609030202020204" pitchFamily="49" charset="0"/>
                <a:cs typeface="Segoe UI"/>
              </a:rPr>
              <a:t>.</a:t>
            </a:r>
            <a:endParaRPr lang="en-US" sz="1800" dirty="0">
              <a:solidFill>
                <a:schemeClr val="tx1"/>
              </a:solidFill>
              <a:cs typeface="Segoe UI"/>
            </a:endParaRPr>
          </a:p>
          <a:p>
            <a:endParaRPr lang="en-GB" sz="1800" dirty="0"/>
          </a:p>
        </p:txBody>
      </p:sp>
      <p:sp>
        <p:nvSpPr>
          <p:cNvPr id="9" name="object 20">
            <a:extLst>
              <a:ext uri="{FF2B5EF4-FFF2-40B4-BE49-F238E27FC236}">
                <a16:creationId xmlns:a16="http://schemas.microsoft.com/office/drawing/2014/main" id="{39C45287-1843-F3B0-CD06-EE7DEB3FBAC7}"/>
              </a:ext>
            </a:extLst>
          </p:cNvPr>
          <p:cNvSpPr txBox="1"/>
          <p:nvPr/>
        </p:nvSpPr>
        <p:spPr>
          <a:xfrm>
            <a:off x="5322300" y="1733108"/>
            <a:ext cx="3795236" cy="1029738"/>
          </a:xfrm>
          <a:prstGeom prst="rect">
            <a:avLst/>
          </a:prstGeom>
          <a:solidFill>
            <a:srgbClr val="0FEEB9"/>
          </a:solidFill>
          <a:ln>
            <a:solidFill>
              <a:schemeClr val="tx1"/>
            </a:solidFill>
          </a:ln>
        </p:spPr>
        <p:txBody>
          <a:bodyPr vert="horz" wrap="square" lIns="0" tIns="10319" rIns="0" bIns="0" rtlCol="0">
            <a:spAutoFit/>
          </a:bodyPr>
          <a:lstStyle/>
          <a:p>
            <a:pPr marL="10319" marR="4128">
              <a:lnSpc>
                <a:spcPct val="110000"/>
              </a:lnSpc>
              <a:spcBef>
                <a:spcPts val="81"/>
              </a:spcBef>
            </a:pPr>
            <a:r>
              <a:rPr sz="1463" spc="-4" dirty="0">
                <a:latin typeface="Hack" panose="020B0609030202020204" pitchFamily="49" charset="0"/>
                <a:ea typeface="Hack" panose="020B0609030202020204" pitchFamily="49" charset="0"/>
                <a:cs typeface="Hack" panose="020B0609030202020204" pitchFamily="49" charset="0"/>
              </a:rPr>
              <a:t>C&amp;S </a:t>
            </a:r>
            <a:r>
              <a:rPr sz="1463" spc="-8" dirty="0">
                <a:latin typeface="Hack" panose="020B0609030202020204" pitchFamily="49" charset="0"/>
                <a:ea typeface="Hack" panose="020B0609030202020204" pitchFamily="49" charset="0"/>
                <a:cs typeface="Hack" panose="020B0609030202020204" pitchFamily="49" charset="0"/>
              </a:rPr>
              <a:t>Electrical, Basingstoke, </a:t>
            </a:r>
            <a:r>
              <a:rPr sz="1463" spc="-4" dirty="0">
                <a:latin typeface="Hack" panose="020B0609030202020204" pitchFamily="49" charset="0"/>
                <a:ea typeface="Hack" panose="020B0609030202020204" pitchFamily="49" charset="0"/>
                <a:cs typeface="Hack" panose="020B0609030202020204" pitchFamily="49" charset="0"/>
              </a:rPr>
              <a:t>Hants</a:t>
            </a:r>
            <a:endParaRPr lang="en-GB" sz="1463" spc="-4" dirty="0">
              <a:latin typeface="Hack" panose="020B0609030202020204" pitchFamily="49" charset="0"/>
              <a:ea typeface="Hack" panose="020B0609030202020204" pitchFamily="49" charset="0"/>
              <a:cs typeface="Hack" panose="020B0609030202020204" pitchFamily="49" charset="0"/>
            </a:endParaRPr>
          </a:p>
          <a:p>
            <a:pPr marL="10319" marR="4128">
              <a:lnSpc>
                <a:spcPct val="110000"/>
              </a:lnSpc>
              <a:spcBef>
                <a:spcPts val="81"/>
              </a:spcBef>
            </a:pPr>
            <a:r>
              <a:rPr sz="1463" spc="-869" dirty="0">
                <a:latin typeface="Hack" panose="020B0609030202020204" pitchFamily="49" charset="0"/>
                <a:ea typeface="Hack" panose="020B0609030202020204" pitchFamily="49" charset="0"/>
                <a:cs typeface="Hack" panose="020B0609030202020204" pitchFamily="49" charset="0"/>
              </a:rPr>
              <a:t> </a:t>
            </a:r>
            <a:r>
              <a:rPr sz="1463" spc="-8" dirty="0">
                <a:latin typeface="Hack" panose="020B0609030202020204" pitchFamily="49" charset="0"/>
                <a:ea typeface="Hack" panose="020B0609030202020204" pitchFamily="49" charset="0"/>
                <a:cs typeface="Hack" panose="020B0609030202020204" pitchFamily="49" charset="0"/>
              </a:rPr>
              <a:t>Wooley's Domestic,</a:t>
            </a:r>
            <a:r>
              <a:rPr sz="1463" spc="-4" dirty="0">
                <a:latin typeface="Hack" panose="020B0609030202020204" pitchFamily="49" charset="0"/>
                <a:ea typeface="Hack" panose="020B0609030202020204" pitchFamily="49" charset="0"/>
                <a:cs typeface="Hack" panose="020B0609030202020204" pitchFamily="49" charset="0"/>
              </a:rPr>
              <a:t> </a:t>
            </a:r>
            <a:r>
              <a:rPr sz="1463" spc="-12" dirty="0">
                <a:latin typeface="Hack" panose="020B0609030202020204" pitchFamily="49" charset="0"/>
                <a:ea typeface="Hack" panose="020B0609030202020204" pitchFamily="49" charset="0"/>
                <a:cs typeface="Hack" panose="020B0609030202020204" pitchFamily="49" charset="0"/>
              </a:rPr>
              <a:t>Hayes, </a:t>
            </a:r>
            <a:r>
              <a:rPr sz="1463" spc="-8" dirty="0">
                <a:latin typeface="Hack" panose="020B0609030202020204" pitchFamily="49" charset="0"/>
                <a:ea typeface="Hack" panose="020B0609030202020204" pitchFamily="49" charset="0"/>
                <a:cs typeface="Hack" panose="020B0609030202020204" pitchFamily="49" charset="0"/>
              </a:rPr>
              <a:t>Middx</a:t>
            </a:r>
            <a:endParaRPr lang="en-GB" sz="1463" spc="-8" dirty="0">
              <a:latin typeface="Hack" panose="020B0609030202020204" pitchFamily="49" charset="0"/>
              <a:ea typeface="Hack" panose="020B0609030202020204" pitchFamily="49" charset="0"/>
              <a:cs typeface="Hack" panose="020B0609030202020204" pitchFamily="49" charset="0"/>
            </a:endParaRPr>
          </a:p>
          <a:p>
            <a:pPr marL="10319" marR="4128">
              <a:lnSpc>
                <a:spcPct val="110000"/>
              </a:lnSpc>
              <a:spcBef>
                <a:spcPts val="81"/>
              </a:spcBef>
            </a:pPr>
            <a:r>
              <a:rPr sz="1463" spc="-8" dirty="0" err="1">
                <a:latin typeface="Hack" panose="020B0609030202020204" pitchFamily="49" charset="0"/>
                <a:ea typeface="Hack" panose="020B0609030202020204" pitchFamily="49" charset="0"/>
                <a:cs typeface="Hack" panose="020B0609030202020204" pitchFamily="49" charset="0"/>
              </a:rPr>
              <a:t>Electromode</a:t>
            </a:r>
            <a:r>
              <a:rPr sz="1463" spc="-8" dirty="0">
                <a:latin typeface="Hack" panose="020B0609030202020204" pitchFamily="49" charset="0"/>
                <a:ea typeface="Hack" panose="020B0609030202020204" pitchFamily="49" charset="0"/>
                <a:cs typeface="Hack" panose="020B0609030202020204" pitchFamily="49" charset="0"/>
              </a:rPr>
              <a:t>,</a:t>
            </a:r>
            <a:r>
              <a:rPr sz="1463" spc="-24" dirty="0">
                <a:latin typeface="Hack" panose="020B0609030202020204" pitchFamily="49" charset="0"/>
                <a:ea typeface="Hack" panose="020B0609030202020204" pitchFamily="49" charset="0"/>
                <a:cs typeface="Hack" panose="020B0609030202020204" pitchFamily="49" charset="0"/>
              </a:rPr>
              <a:t> </a:t>
            </a:r>
            <a:r>
              <a:rPr sz="1463" spc="-8" dirty="0">
                <a:latin typeface="Hack" panose="020B0609030202020204" pitchFamily="49" charset="0"/>
                <a:ea typeface="Hack" panose="020B0609030202020204" pitchFamily="49" charset="0"/>
                <a:cs typeface="Hack" panose="020B0609030202020204" pitchFamily="49" charset="0"/>
              </a:rPr>
              <a:t>Reading,</a:t>
            </a:r>
            <a:r>
              <a:rPr sz="1463" spc="-45" dirty="0">
                <a:latin typeface="Hack" panose="020B0609030202020204" pitchFamily="49" charset="0"/>
                <a:ea typeface="Hack" panose="020B0609030202020204" pitchFamily="49" charset="0"/>
                <a:cs typeface="Hack" panose="020B0609030202020204" pitchFamily="49" charset="0"/>
              </a:rPr>
              <a:t> </a:t>
            </a:r>
            <a:r>
              <a:rPr sz="1463" spc="-4" dirty="0">
                <a:latin typeface="Hack" panose="020B0609030202020204" pitchFamily="49" charset="0"/>
                <a:ea typeface="Hack" panose="020B0609030202020204" pitchFamily="49" charset="0"/>
                <a:cs typeface="Hack" panose="020B0609030202020204" pitchFamily="49" charset="0"/>
              </a:rPr>
              <a:t>Berks</a:t>
            </a:r>
            <a:endParaRPr lang="en-GB" sz="1463" spc="-4" dirty="0">
              <a:latin typeface="Hack" panose="020B0609030202020204" pitchFamily="49" charset="0"/>
              <a:ea typeface="Hack" panose="020B0609030202020204" pitchFamily="49" charset="0"/>
              <a:cs typeface="Hack" panose="020B0609030202020204" pitchFamily="49" charset="0"/>
            </a:endParaRPr>
          </a:p>
          <a:p>
            <a:pPr marL="10319" marR="4128">
              <a:lnSpc>
                <a:spcPct val="110000"/>
              </a:lnSpc>
              <a:spcBef>
                <a:spcPts val="81"/>
              </a:spcBef>
            </a:pPr>
            <a:r>
              <a:rPr sz="1463" spc="-4" dirty="0">
                <a:latin typeface="Hack" panose="020B0609030202020204" pitchFamily="49" charset="0"/>
                <a:ea typeface="Hack" panose="020B0609030202020204" pitchFamily="49" charset="0"/>
                <a:cs typeface="Hack" panose="020B0609030202020204" pitchFamily="49" charset="0"/>
              </a:rPr>
              <a:t>Lewis</a:t>
            </a:r>
            <a:r>
              <a:rPr sz="1463" spc="-28" dirty="0">
                <a:latin typeface="Hack" panose="020B0609030202020204" pitchFamily="49" charset="0"/>
                <a:ea typeface="Hack" panose="020B0609030202020204" pitchFamily="49" charset="0"/>
                <a:cs typeface="Hack" panose="020B0609030202020204" pitchFamily="49" charset="0"/>
              </a:rPr>
              <a:t> </a:t>
            </a:r>
            <a:r>
              <a:rPr sz="1463" spc="-8" dirty="0">
                <a:latin typeface="Hack" panose="020B0609030202020204" pitchFamily="49" charset="0"/>
                <a:ea typeface="Hack" panose="020B0609030202020204" pitchFamily="49" charset="0"/>
                <a:cs typeface="Hack" panose="020B0609030202020204" pitchFamily="49" charset="0"/>
              </a:rPr>
              <a:t>Electrical,</a:t>
            </a:r>
            <a:r>
              <a:rPr sz="1463" spc="-24" dirty="0">
                <a:latin typeface="Hack" panose="020B0609030202020204" pitchFamily="49" charset="0"/>
                <a:ea typeface="Hack" panose="020B0609030202020204" pitchFamily="49" charset="0"/>
                <a:cs typeface="Hack" panose="020B0609030202020204" pitchFamily="49" charset="0"/>
              </a:rPr>
              <a:t> </a:t>
            </a:r>
            <a:r>
              <a:rPr sz="1463" spc="-8" dirty="0">
                <a:latin typeface="Hack" panose="020B0609030202020204" pitchFamily="49" charset="0"/>
                <a:ea typeface="Hack" panose="020B0609030202020204" pitchFamily="49" charset="0"/>
                <a:cs typeface="Hack" panose="020B0609030202020204" pitchFamily="49" charset="0"/>
              </a:rPr>
              <a:t>Oxford,</a:t>
            </a:r>
            <a:r>
              <a:rPr sz="1463" spc="-24" dirty="0">
                <a:latin typeface="Hack" panose="020B0609030202020204" pitchFamily="49" charset="0"/>
                <a:ea typeface="Hack" panose="020B0609030202020204" pitchFamily="49" charset="0"/>
                <a:cs typeface="Hack" panose="020B0609030202020204" pitchFamily="49" charset="0"/>
              </a:rPr>
              <a:t> </a:t>
            </a:r>
            <a:r>
              <a:rPr sz="1463" spc="-8" dirty="0">
                <a:latin typeface="Hack" panose="020B0609030202020204" pitchFamily="49" charset="0"/>
                <a:ea typeface="Hack" panose="020B0609030202020204" pitchFamily="49" charset="0"/>
                <a:cs typeface="Hack" panose="020B0609030202020204" pitchFamily="49" charset="0"/>
              </a:rPr>
              <a:t>Oxon</a:t>
            </a:r>
            <a:endParaRPr sz="1463" dirty="0">
              <a:latin typeface="Hack" panose="020B0609030202020204" pitchFamily="49" charset="0"/>
              <a:ea typeface="Hack" panose="020B0609030202020204" pitchFamily="49" charset="0"/>
              <a:cs typeface="Hack" panose="020B0609030202020204" pitchFamily="49" charset="0"/>
            </a:endParaRPr>
          </a:p>
        </p:txBody>
      </p:sp>
      <p:sp>
        <p:nvSpPr>
          <p:cNvPr id="3" name="Rectangle 3">
            <a:extLst>
              <a:ext uri="{FF2B5EF4-FFF2-40B4-BE49-F238E27FC236}">
                <a16:creationId xmlns:a16="http://schemas.microsoft.com/office/drawing/2014/main" id="{89227309-937D-084F-5119-19EA45B18C76}"/>
              </a:ext>
            </a:extLst>
          </p:cNvPr>
          <p:cNvSpPr>
            <a:spLocks noChangeArrowheads="1"/>
          </p:cNvSpPr>
          <p:nvPr/>
        </p:nvSpPr>
        <p:spPr bwMode="auto">
          <a:xfrm>
            <a:off x="2674509" y="3570819"/>
            <a:ext cx="5295582" cy="1703030"/>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10319" marR="4128">
              <a:spcBef>
                <a:spcPts val="73"/>
              </a:spcBef>
            </a:pPr>
            <a:r>
              <a:rPr lang="en-GB"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pc="-4"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b="1" spc="-4" dirty="0" err="1">
                <a:solidFill>
                  <a:schemeClr val="bg1"/>
                </a:solidFill>
                <a:latin typeface="Hack" panose="020B0609030202020204" pitchFamily="49" charset="0"/>
                <a:ea typeface="Hack" panose="020B0609030202020204" pitchFamily="49" charset="0"/>
                <a:cs typeface="Hack" panose="020B0609030202020204" pitchFamily="49" charset="0"/>
              </a:rPr>
              <a:t>sed</a:t>
            </a:r>
            <a:r>
              <a:rPr lang="en-GB" b="1" spc="-4" dirty="0">
                <a:solidFill>
                  <a:schemeClr val="bg1"/>
                </a:solidFill>
                <a:latin typeface="Hack" panose="020B0609030202020204" pitchFamily="49" charset="0"/>
                <a:ea typeface="Hack" panose="020B0609030202020204" pitchFamily="49" charset="0"/>
                <a:cs typeface="Hack" panose="020B0609030202020204" pitchFamily="49" charset="0"/>
              </a:rPr>
              <a:t> 's/Hants/Hampshire/p' </a:t>
            </a:r>
            <a:r>
              <a:rPr lang="en-GB" b="1" spc="-4" dirty="0" err="1">
                <a:solidFill>
                  <a:schemeClr val="bg1"/>
                </a:solidFill>
                <a:latin typeface="Hack" panose="020B0609030202020204" pitchFamily="49" charset="0"/>
                <a:ea typeface="Hack" panose="020B0609030202020204" pitchFamily="49" charset="0"/>
                <a:cs typeface="Hack" panose="020B0609030202020204" pitchFamily="49" charset="0"/>
              </a:rPr>
              <a:t>addr</a:t>
            </a:r>
            <a:endParaRPr lang="en-GB" b="1" spc="-4" dirty="0">
              <a:solidFill>
                <a:schemeClr val="bg1"/>
              </a:solidFill>
              <a:latin typeface="Hack" panose="020B0609030202020204" pitchFamily="49" charset="0"/>
              <a:ea typeface="Hack" panose="020B0609030202020204" pitchFamily="49" charset="0"/>
              <a:cs typeface="Hack" panose="020B0609030202020204" pitchFamily="49" charset="0"/>
            </a:endParaRPr>
          </a:p>
          <a:p>
            <a:pPr marL="10319" marR="4128">
              <a:spcBef>
                <a:spcPts val="73"/>
              </a:spcBef>
            </a:pPr>
            <a:r>
              <a:rPr lang="en-GB" sz="1600" b="1" spc="-967" dirty="0">
                <a:solidFill>
                  <a:srgbClr val="00B0F0"/>
                </a:solidFill>
                <a:latin typeface="Hack" panose="020B0609030202020204" pitchFamily="49" charset="0"/>
                <a:ea typeface="Hack" panose="020B0609030202020204" pitchFamily="49" charset="0"/>
                <a:cs typeface="Hack" panose="020B0609030202020204" pitchFamily="49" charset="0"/>
              </a:rPr>
              <a:t> </a:t>
            </a:r>
            <a:r>
              <a:rPr lang="en-GB" sz="1600" spc="-4" dirty="0">
                <a:solidFill>
                  <a:srgbClr val="00B0F0"/>
                </a:solidFill>
                <a:latin typeface="Hack" panose="020B0609030202020204" pitchFamily="49" charset="0"/>
                <a:ea typeface="Hack" panose="020B0609030202020204" pitchFamily="49" charset="0"/>
                <a:cs typeface="Hack" panose="020B0609030202020204" pitchFamily="49" charset="0"/>
              </a:rPr>
              <a:t>C&amp;S </a:t>
            </a:r>
            <a:r>
              <a:rPr lang="en-GB" sz="1600" spc="-8" dirty="0">
                <a:solidFill>
                  <a:srgbClr val="00B0F0"/>
                </a:solidFill>
                <a:latin typeface="Hack" panose="020B0609030202020204" pitchFamily="49" charset="0"/>
                <a:ea typeface="Hack" panose="020B0609030202020204" pitchFamily="49" charset="0"/>
                <a:cs typeface="Hack" panose="020B0609030202020204" pitchFamily="49" charset="0"/>
              </a:rPr>
              <a:t>Electrical, Basingstoke, Hampshire</a:t>
            </a:r>
          </a:p>
          <a:p>
            <a:pPr marL="10319" marR="4128">
              <a:spcBef>
                <a:spcPts val="73"/>
              </a:spcBef>
            </a:pPr>
            <a:r>
              <a:rPr lang="en-GB" sz="1600" b="1" spc="-967"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sz="1600" spc="-4" dirty="0">
                <a:solidFill>
                  <a:schemeClr val="bg1"/>
                </a:solidFill>
                <a:latin typeface="Hack" panose="020B0609030202020204" pitchFamily="49" charset="0"/>
                <a:ea typeface="Hack" panose="020B0609030202020204" pitchFamily="49" charset="0"/>
                <a:cs typeface="Hack" panose="020B0609030202020204" pitchFamily="49" charset="0"/>
              </a:rPr>
              <a:t>C&amp;S </a:t>
            </a:r>
            <a:r>
              <a:rPr lang="en-GB" sz="1600" spc="-8" dirty="0">
                <a:solidFill>
                  <a:schemeClr val="bg1"/>
                </a:solidFill>
                <a:latin typeface="Hack" panose="020B0609030202020204" pitchFamily="49" charset="0"/>
                <a:ea typeface="Hack" panose="020B0609030202020204" pitchFamily="49" charset="0"/>
                <a:cs typeface="Hack" panose="020B0609030202020204" pitchFamily="49" charset="0"/>
              </a:rPr>
              <a:t>Electrical, Basingstoke, Hampshire</a:t>
            </a:r>
          </a:p>
          <a:p>
            <a:pPr marL="10319" marR="4128">
              <a:spcBef>
                <a:spcPts val="73"/>
              </a:spcBef>
            </a:pPr>
            <a:r>
              <a:rPr lang="en-GB" sz="1600" spc="-8" dirty="0">
                <a:solidFill>
                  <a:schemeClr val="bg1"/>
                </a:solidFill>
                <a:latin typeface="Hack" panose="020B0609030202020204" pitchFamily="49" charset="0"/>
                <a:ea typeface="Hack" panose="020B0609030202020204" pitchFamily="49" charset="0"/>
                <a:cs typeface="Hack" panose="020B0609030202020204" pitchFamily="49" charset="0"/>
              </a:rPr>
              <a:t>Wooley's</a:t>
            </a:r>
            <a:r>
              <a:rPr lang="en-GB" sz="1600" spc="-4"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sz="1600" spc="-8" dirty="0">
                <a:solidFill>
                  <a:schemeClr val="bg1"/>
                </a:solidFill>
                <a:latin typeface="Hack" panose="020B0609030202020204" pitchFamily="49" charset="0"/>
                <a:ea typeface="Hack" panose="020B0609030202020204" pitchFamily="49" charset="0"/>
                <a:cs typeface="Hack" panose="020B0609030202020204" pitchFamily="49" charset="0"/>
              </a:rPr>
              <a:t>Domestic, </a:t>
            </a:r>
            <a:r>
              <a:rPr lang="en-GB" sz="1600" spc="-12" dirty="0">
                <a:solidFill>
                  <a:schemeClr val="bg1"/>
                </a:solidFill>
                <a:latin typeface="Hack" panose="020B0609030202020204" pitchFamily="49" charset="0"/>
                <a:ea typeface="Hack" panose="020B0609030202020204" pitchFamily="49" charset="0"/>
                <a:cs typeface="Hack" panose="020B0609030202020204" pitchFamily="49" charset="0"/>
              </a:rPr>
              <a:t>Hayes,</a:t>
            </a:r>
            <a:r>
              <a:rPr lang="en-GB" sz="1600" spc="-4"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sz="1600" spc="-8" dirty="0">
                <a:solidFill>
                  <a:schemeClr val="bg1"/>
                </a:solidFill>
                <a:latin typeface="Hack" panose="020B0609030202020204" pitchFamily="49" charset="0"/>
                <a:ea typeface="Hack" panose="020B0609030202020204" pitchFamily="49" charset="0"/>
                <a:cs typeface="Hack" panose="020B0609030202020204" pitchFamily="49" charset="0"/>
              </a:rPr>
              <a:t>Middx</a:t>
            </a:r>
          </a:p>
          <a:p>
            <a:pPr marL="10319" marR="4128">
              <a:spcBef>
                <a:spcPts val="73"/>
              </a:spcBef>
            </a:pPr>
            <a:r>
              <a:rPr lang="en-GB" sz="1600" spc="-8" dirty="0" err="1">
                <a:solidFill>
                  <a:schemeClr val="bg1"/>
                </a:solidFill>
                <a:latin typeface="Hack" panose="020B0609030202020204" pitchFamily="49" charset="0"/>
                <a:ea typeface="Hack" panose="020B0609030202020204" pitchFamily="49" charset="0"/>
                <a:cs typeface="Hack" panose="020B0609030202020204" pitchFamily="49" charset="0"/>
              </a:rPr>
              <a:t>Electromode</a:t>
            </a:r>
            <a:r>
              <a:rPr lang="en-GB" sz="1600" spc="-8" dirty="0">
                <a:solidFill>
                  <a:schemeClr val="bg1"/>
                </a:solidFill>
                <a:latin typeface="Hack" panose="020B0609030202020204" pitchFamily="49" charset="0"/>
                <a:ea typeface="Hack" panose="020B0609030202020204" pitchFamily="49" charset="0"/>
                <a:cs typeface="Hack" panose="020B0609030202020204" pitchFamily="49" charset="0"/>
              </a:rPr>
              <a:t>,</a:t>
            </a:r>
            <a:r>
              <a:rPr lang="en-GB" sz="1600" spc="-24"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sz="1600" spc="-8" dirty="0">
                <a:solidFill>
                  <a:schemeClr val="bg1"/>
                </a:solidFill>
                <a:latin typeface="Hack" panose="020B0609030202020204" pitchFamily="49" charset="0"/>
                <a:ea typeface="Hack" panose="020B0609030202020204" pitchFamily="49" charset="0"/>
                <a:cs typeface="Hack" panose="020B0609030202020204" pitchFamily="49" charset="0"/>
              </a:rPr>
              <a:t>Reading,</a:t>
            </a:r>
            <a:r>
              <a:rPr lang="en-GB" sz="1600" spc="-41"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sz="1600" spc="-4" dirty="0">
                <a:solidFill>
                  <a:schemeClr val="bg1"/>
                </a:solidFill>
                <a:latin typeface="Hack" panose="020B0609030202020204" pitchFamily="49" charset="0"/>
                <a:ea typeface="Hack" panose="020B0609030202020204" pitchFamily="49" charset="0"/>
                <a:cs typeface="Hack" panose="020B0609030202020204" pitchFamily="49" charset="0"/>
              </a:rPr>
              <a:t>Berks</a:t>
            </a:r>
            <a:endParaRPr lang="en-GB" sz="160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10319">
              <a:spcBef>
                <a:spcPts val="8"/>
              </a:spcBef>
            </a:pPr>
            <a:r>
              <a:rPr lang="en-GB" sz="1600" spc="-4" dirty="0">
                <a:solidFill>
                  <a:schemeClr val="bg1"/>
                </a:solidFill>
                <a:latin typeface="Hack" panose="020B0609030202020204" pitchFamily="49" charset="0"/>
                <a:ea typeface="Hack" panose="020B0609030202020204" pitchFamily="49" charset="0"/>
                <a:cs typeface="Hack" panose="020B0609030202020204" pitchFamily="49" charset="0"/>
              </a:rPr>
              <a:t>Lewis </a:t>
            </a:r>
            <a:r>
              <a:rPr lang="en-GB" sz="1600" spc="-12" dirty="0">
                <a:solidFill>
                  <a:schemeClr val="bg1"/>
                </a:solidFill>
                <a:latin typeface="Hack" panose="020B0609030202020204" pitchFamily="49" charset="0"/>
                <a:ea typeface="Hack" panose="020B0609030202020204" pitchFamily="49" charset="0"/>
                <a:cs typeface="Hack" panose="020B0609030202020204" pitchFamily="49" charset="0"/>
              </a:rPr>
              <a:t>Electrical,</a:t>
            </a:r>
            <a:r>
              <a:rPr lang="en-GB" sz="1600" spc="-4"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sz="1600" spc="-12" dirty="0">
                <a:solidFill>
                  <a:schemeClr val="bg1"/>
                </a:solidFill>
                <a:latin typeface="Hack" panose="020B0609030202020204" pitchFamily="49" charset="0"/>
                <a:ea typeface="Hack" panose="020B0609030202020204" pitchFamily="49" charset="0"/>
                <a:cs typeface="Hack" panose="020B0609030202020204" pitchFamily="49" charset="0"/>
              </a:rPr>
              <a:t>Oxford,</a:t>
            </a:r>
            <a:r>
              <a:rPr lang="en-GB" sz="1600" spc="-4"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sz="1600" spc="-8" dirty="0">
                <a:solidFill>
                  <a:schemeClr val="bg1"/>
                </a:solidFill>
                <a:latin typeface="Hack" panose="020B0609030202020204" pitchFamily="49" charset="0"/>
                <a:ea typeface="Hack" panose="020B0609030202020204" pitchFamily="49" charset="0"/>
                <a:cs typeface="Hack" panose="020B0609030202020204" pitchFamily="49" charset="0"/>
              </a:rPr>
              <a:t>Oxon</a:t>
            </a:r>
            <a:endParaRPr lang="en-GB" sz="160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6" name="Slide Number Placeholder 1">
            <a:extLst>
              <a:ext uri="{FF2B5EF4-FFF2-40B4-BE49-F238E27FC236}">
                <a16:creationId xmlns:a16="http://schemas.microsoft.com/office/drawing/2014/main" id="{5146F321-CDF1-51A9-571F-33B610DF2236}"/>
              </a:ext>
            </a:extLst>
          </p:cNvPr>
          <p:cNvSpPr txBox="1">
            <a:spLocks/>
          </p:cNvSpPr>
          <p:nvPr/>
        </p:nvSpPr>
        <p:spPr>
          <a:xfrm>
            <a:off x="9365513" y="6398855"/>
            <a:ext cx="27432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EF892D59-8F09-EF4B-AD6D-DA609442F868}" type="slidenum">
              <a:rPr lang="en-GB" smtClean="0"/>
              <a:pPr algn="r"/>
              <a:t>26</a:t>
            </a:fld>
            <a:endParaRPr lang="en-GB"/>
          </a:p>
        </p:txBody>
      </p:sp>
    </p:spTree>
    <p:extLst>
      <p:ext uri="{BB962C8B-B14F-4D97-AF65-F5344CB8AC3E}">
        <p14:creationId xmlns:p14="http://schemas.microsoft.com/office/powerpoint/2010/main" val="10369778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F3136E8-AFF3-E610-AD95-B6F40D20F4DE}"/>
              </a:ext>
            </a:extLst>
          </p:cNvPr>
          <p:cNvSpPr>
            <a:spLocks noGrp="1"/>
          </p:cNvSpPr>
          <p:nvPr>
            <p:ph type="ctrTitle"/>
          </p:nvPr>
        </p:nvSpPr>
        <p:spPr/>
        <p:txBody>
          <a:bodyPr/>
          <a:lstStyle/>
          <a:p>
            <a:r>
              <a:rPr lang="en-GB" dirty="0" err="1"/>
              <a:t>seds</a:t>
            </a:r>
            <a:r>
              <a:rPr lang="en-GB" dirty="0"/>
              <a:t> extra edit option</a:t>
            </a:r>
            <a:endParaRPr lang="en-GB" sz="280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569"/>
              </a:spcBef>
              <a:buClr>
                <a:srgbClr val="000000"/>
              </a:buClr>
              <a:buFont typeface="Arial"/>
              <a:buChar char="•"/>
              <a:tabLst>
                <a:tab pos="289957" algn="l"/>
                <a:tab pos="290473" algn="l"/>
              </a:tabLst>
            </a:pPr>
            <a:r>
              <a:rPr lang="en-GB" sz="1800" spc="-4" dirty="0">
                <a:solidFill>
                  <a:srgbClr val="2D2C2C"/>
                </a:solidFill>
                <a:latin typeface="+mn-lt"/>
                <a:cs typeface="Segoe UI"/>
              </a:rPr>
              <a:t>The </a:t>
            </a:r>
            <a:r>
              <a:rPr lang="en-GB" sz="1800" b="1" spc="-4" dirty="0">
                <a:solidFill>
                  <a:srgbClr val="7030A0"/>
                </a:solidFill>
                <a:latin typeface="Hack" panose="020B0609030202020204" pitchFamily="49" charset="0"/>
                <a:ea typeface="Hack" panose="020B0609030202020204" pitchFamily="49" charset="0"/>
                <a:cs typeface="Hack" panose="020B0609030202020204" pitchFamily="49" charset="0"/>
              </a:rPr>
              <a:t>-e </a:t>
            </a:r>
            <a:r>
              <a:rPr lang="en-GB" sz="1800" spc="-4" dirty="0">
                <a:solidFill>
                  <a:srgbClr val="2D2C2C"/>
                </a:solidFill>
                <a:latin typeface="+mn-lt"/>
                <a:cs typeface="Segoe UI"/>
              </a:rPr>
              <a:t>option forces extra processing.</a:t>
            </a:r>
          </a:p>
          <a:p>
            <a:pPr marL="289957" indent="-280154">
              <a:spcBef>
                <a:spcPts val="569"/>
              </a:spcBef>
              <a:buClr>
                <a:srgbClr val="000000"/>
              </a:buClr>
              <a:buFont typeface="Arial"/>
              <a:buChar char="•"/>
              <a:tabLst>
                <a:tab pos="289957" algn="l"/>
                <a:tab pos="290473" algn="l"/>
              </a:tabLst>
            </a:pPr>
            <a:r>
              <a:rPr lang="en-GB" sz="1800" spc="-4" dirty="0">
                <a:solidFill>
                  <a:srgbClr val="2D2C2C"/>
                </a:solidFill>
                <a:latin typeface="+mn-lt"/>
                <a:cs typeface="Segoe UI"/>
              </a:rPr>
              <a:t>Assuming the file </a:t>
            </a:r>
            <a:r>
              <a:rPr lang="en-GB" sz="1800" b="1" spc="-4" dirty="0" err="1">
                <a:solidFill>
                  <a:srgbClr val="2D2C2C"/>
                </a:solidFill>
                <a:latin typeface="+mn-lt"/>
                <a:cs typeface="Segoe UI"/>
              </a:rPr>
              <a:t>addr</a:t>
            </a:r>
            <a:r>
              <a:rPr lang="en-GB" sz="1800" spc="-4" dirty="0">
                <a:solidFill>
                  <a:srgbClr val="2D2C2C"/>
                </a:solidFill>
                <a:latin typeface="+mn-lt"/>
                <a:cs typeface="Segoe UI"/>
              </a:rPr>
              <a:t> contains:</a:t>
            </a:r>
          </a:p>
          <a:p>
            <a:pPr marL="289957" indent="-280154">
              <a:spcBef>
                <a:spcPts val="569"/>
              </a:spcBef>
              <a:buClr>
                <a:srgbClr val="000000"/>
              </a:buClr>
              <a:buFont typeface="Arial"/>
              <a:buChar char="•"/>
              <a:tabLst>
                <a:tab pos="289957" algn="l"/>
                <a:tab pos="290473" algn="l"/>
              </a:tabLst>
            </a:pPr>
            <a:endParaRPr lang="en-GB" sz="1800" b="1" spc="-4"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endParaRPr lang="en-GB" sz="1800" b="1" spc="-4"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endParaRPr lang="en-GB" sz="1800" b="1" spc="-4"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r>
              <a:rPr lang="en-GB" sz="1800" b="1" spc="-4" dirty="0" err="1">
                <a:solidFill>
                  <a:srgbClr val="2D2C2C"/>
                </a:solidFill>
                <a:latin typeface="Hack" panose="020B0609030202020204" pitchFamily="49" charset="0"/>
                <a:ea typeface="Hack" panose="020B0609030202020204" pitchFamily="49" charset="0"/>
                <a:cs typeface="Hack" panose="020B0609030202020204" pitchFamily="49" charset="0"/>
              </a:rPr>
              <a:t>sed</a:t>
            </a:r>
            <a:r>
              <a:rPr lang="en-GB" sz="1800" spc="-4" dirty="0">
                <a:solidFill>
                  <a:srgbClr val="2D2C2C"/>
                </a:solidFill>
                <a:latin typeface="+mn-lt"/>
                <a:ea typeface="Hack" panose="020B0609030202020204" pitchFamily="49" charset="0"/>
                <a:cs typeface="Segoe UI"/>
              </a:rPr>
              <a:t> reads, processes (if it can), then prints to output.</a:t>
            </a:r>
          </a:p>
          <a:p>
            <a:pPr marL="289957" indent="-280154">
              <a:spcBef>
                <a:spcPts val="569"/>
              </a:spcBef>
              <a:buClr>
                <a:srgbClr val="000000"/>
              </a:buClr>
              <a:buFont typeface="Arial"/>
              <a:buChar char="•"/>
              <a:tabLst>
                <a:tab pos="289957" algn="l"/>
                <a:tab pos="290473" algn="l"/>
              </a:tabLst>
            </a:pPr>
            <a:endParaRPr lang="en-GB" sz="1800" spc="-4"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endParaRPr lang="en-GB" sz="1800" spc="-4"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endParaRPr lang="en-GB" sz="1800" spc="-4"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endParaRPr lang="en-GB" sz="1800" spc="-4" dirty="0">
              <a:solidFill>
                <a:srgbClr val="2D2C2C"/>
              </a:solidFill>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endParaRPr lang="en-GB" sz="1800" spc="-4"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endParaRPr lang="en-GB" sz="1800" spc="-4"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r>
              <a:rPr lang="en-GB" sz="1800" spc="-4" dirty="0">
                <a:solidFill>
                  <a:srgbClr val="2D2C2C"/>
                </a:solidFill>
                <a:latin typeface="+mn-lt"/>
                <a:ea typeface="Hack" panose="020B0609030202020204" pitchFamily="49" charset="0"/>
                <a:cs typeface="Segoe UI"/>
              </a:rPr>
              <a:t>Note: If one command has the </a:t>
            </a:r>
            <a:r>
              <a:rPr lang="en-GB" sz="1800" b="1" spc="-4" dirty="0">
                <a:solidFill>
                  <a:srgbClr val="2D2C2C"/>
                </a:solidFill>
                <a:latin typeface="Hack" panose="020B0609030202020204" pitchFamily="49" charset="0"/>
                <a:ea typeface="Hack" panose="020B0609030202020204" pitchFamily="49" charset="0"/>
                <a:cs typeface="Hack" panose="020B0609030202020204" pitchFamily="49" charset="0"/>
              </a:rPr>
              <a:t>–e </a:t>
            </a:r>
            <a:r>
              <a:rPr lang="en-GB" sz="1800" spc="-4" dirty="0">
                <a:solidFill>
                  <a:srgbClr val="2D2C2C"/>
                </a:solidFill>
                <a:latin typeface="+mn-lt"/>
                <a:ea typeface="Hack" panose="020B0609030202020204" pitchFamily="49" charset="0"/>
                <a:cs typeface="Segoe UI"/>
              </a:rPr>
              <a:t>switch they all must.</a:t>
            </a:r>
            <a:endParaRPr lang="en-US" sz="1800" dirty="0">
              <a:cs typeface="Segoe UI"/>
            </a:endParaRPr>
          </a:p>
          <a:p>
            <a:endParaRPr lang="en-GB" sz="1800" dirty="0"/>
          </a:p>
        </p:txBody>
      </p:sp>
      <p:sp>
        <p:nvSpPr>
          <p:cNvPr id="9" name="object 20">
            <a:extLst>
              <a:ext uri="{FF2B5EF4-FFF2-40B4-BE49-F238E27FC236}">
                <a16:creationId xmlns:a16="http://schemas.microsoft.com/office/drawing/2014/main" id="{39C45287-1843-F3B0-CD06-EE7DEB3FBAC7}"/>
              </a:ext>
            </a:extLst>
          </p:cNvPr>
          <p:cNvSpPr txBox="1"/>
          <p:nvPr/>
        </p:nvSpPr>
        <p:spPr>
          <a:xfrm>
            <a:off x="4374135" y="2131572"/>
            <a:ext cx="3795236" cy="1029738"/>
          </a:xfrm>
          <a:prstGeom prst="rect">
            <a:avLst/>
          </a:prstGeom>
          <a:solidFill>
            <a:srgbClr val="0FEEB9"/>
          </a:solidFill>
          <a:ln>
            <a:solidFill>
              <a:schemeClr val="tx1"/>
            </a:solidFill>
          </a:ln>
        </p:spPr>
        <p:txBody>
          <a:bodyPr vert="horz" wrap="square" lIns="0" tIns="10319" rIns="0" bIns="0" rtlCol="0">
            <a:spAutoFit/>
          </a:bodyPr>
          <a:lstStyle/>
          <a:p>
            <a:pPr marL="10319" marR="4128">
              <a:lnSpc>
                <a:spcPct val="110000"/>
              </a:lnSpc>
              <a:spcBef>
                <a:spcPts val="81"/>
              </a:spcBef>
            </a:pPr>
            <a:r>
              <a:rPr sz="1463" spc="-4" dirty="0">
                <a:latin typeface="Hack" panose="020B0609030202020204" pitchFamily="49" charset="0"/>
                <a:ea typeface="Hack" panose="020B0609030202020204" pitchFamily="49" charset="0"/>
                <a:cs typeface="Hack" panose="020B0609030202020204" pitchFamily="49" charset="0"/>
              </a:rPr>
              <a:t>C&amp;S </a:t>
            </a:r>
            <a:r>
              <a:rPr sz="1463" spc="-8" dirty="0">
                <a:latin typeface="Hack" panose="020B0609030202020204" pitchFamily="49" charset="0"/>
                <a:ea typeface="Hack" panose="020B0609030202020204" pitchFamily="49" charset="0"/>
                <a:cs typeface="Hack" panose="020B0609030202020204" pitchFamily="49" charset="0"/>
              </a:rPr>
              <a:t>Electrical, Basingstoke, </a:t>
            </a:r>
            <a:r>
              <a:rPr sz="1463" spc="-4" dirty="0">
                <a:latin typeface="Hack" panose="020B0609030202020204" pitchFamily="49" charset="0"/>
                <a:ea typeface="Hack" panose="020B0609030202020204" pitchFamily="49" charset="0"/>
                <a:cs typeface="Hack" panose="020B0609030202020204" pitchFamily="49" charset="0"/>
              </a:rPr>
              <a:t>Hants</a:t>
            </a:r>
            <a:endParaRPr lang="en-GB" sz="1463" spc="-4" dirty="0">
              <a:latin typeface="Hack" panose="020B0609030202020204" pitchFamily="49" charset="0"/>
              <a:ea typeface="Hack" panose="020B0609030202020204" pitchFamily="49" charset="0"/>
              <a:cs typeface="Hack" panose="020B0609030202020204" pitchFamily="49" charset="0"/>
            </a:endParaRPr>
          </a:p>
          <a:p>
            <a:pPr marL="10319" marR="4128">
              <a:lnSpc>
                <a:spcPct val="110000"/>
              </a:lnSpc>
              <a:spcBef>
                <a:spcPts val="81"/>
              </a:spcBef>
            </a:pPr>
            <a:r>
              <a:rPr sz="1463" spc="-869" dirty="0">
                <a:latin typeface="Hack" panose="020B0609030202020204" pitchFamily="49" charset="0"/>
                <a:ea typeface="Hack" panose="020B0609030202020204" pitchFamily="49" charset="0"/>
                <a:cs typeface="Hack" panose="020B0609030202020204" pitchFamily="49" charset="0"/>
              </a:rPr>
              <a:t> </a:t>
            </a:r>
            <a:r>
              <a:rPr sz="1463" spc="-8" dirty="0">
                <a:latin typeface="Hack" panose="020B0609030202020204" pitchFamily="49" charset="0"/>
                <a:ea typeface="Hack" panose="020B0609030202020204" pitchFamily="49" charset="0"/>
                <a:cs typeface="Hack" panose="020B0609030202020204" pitchFamily="49" charset="0"/>
              </a:rPr>
              <a:t>Wooley's Domestic,</a:t>
            </a:r>
            <a:r>
              <a:rPr sz="1463" spc="-4" dirty="0">
                <a:latin typeface="Hack" panose="020B0609030202020204" pitchFamily="49" charset="0"/>
                <a:ea typeface="Hack" panose="020B0609030202020204" pitchFamily="49" charset="0"/>
                <a:cs typeface="Hack" panose="020B0609030202020204" pitchFamily="49" charset="0"/>
              </a:rPr>
              <a:t> </a:t>
            </a:r>
            <a:r>
              <a:rPr sz="1463" spc="-12" dirty="0">
                <a:latin typeface="Hack" panose="020B0609030202020204" pitchFamily="49" charset="0"/>
                <a:ea typeface="Hack" panose="020B0609030202020204" pitchFamily="49" charset="0"/>
                <a:cs typeface="Hack" panose="020B0609030202020204" pitchFamily="49" charset="0"/>
              </a:rPr>
              <a:t>Hayes, </a:t>
            </a:r>
            <a:r>
              <a:rPr sz="1463" spc="-8" dirty="0">
                <a:latin typeface="Hack" panose="020B0609030202020204" pitchFamily="49" charset="0"/>
                <a:ea typeface="Hack" panose="020B0609030202020204" pitchFamily="49" charset="0"/>
                <a:cs typeface="Hack" panose="020B0609030202020204" pitchFamily="49" charset="0"/>
              </a:rPr>
              <a:t>Middx</a:t>
            </a:r>
            <a:endParaRPr lang="en-GB" sz="1463" spc="-8" dirty="0">
              <a:latin typeface="Hack" panose="020B0609030202020204" pitchFamily="49" charset="0"/>
              <a:ea typeface="Hack" panose="020B0609030202020204" pitchFamily="49" charset="0"/>
              <a:cs typeface="Hack" panose="020B0609030202020204" pitchFamily="49" charset="0"/>
            </a:endParaRPr>
          </a:p>
          <a:p>
            <a:pPr marL="10319" marR="4128">
              <a:lnSpc>
                <a:spcPct val="110000"/>
              </a:lnSpc>
              <a:spcBef>
                <a:spcPts val="81"/>
              </a:spcBef>
            </a:pPr>
            <a:r>
              <a:rPr sz="1463" spc="-8" dirty="0" err="1">
                <a:latin typeface="Hack" panose="020B0609030202020204" pitchFamily="49" charset="0"/>
                <a:ea typeface="Hack" panose="020B0609030202020204" pitchFamily="49" charset="0"/>
                <a:cs typeface="Hack" panose="020B0609030202020204" pitchFamily="49" charset="0"/>
              </a:rPr>
              <a:t>Electromode</a:t>
            </a:r>
            <a:r>
              <a:rPr sz="1463" spc="-8" dirty="0">
                <a:latin typeface="Hack" panose="020B0609030202020204" pitchFamily="49" charset="0"/>
                <a:ea typeface="Hack" panose="020B0609030202020204" pitchFamily="49" charset="0"/>
                <a:cs typeface="Hack" panose="020B0609030202020204" pitchFamily="49" charset="0"/>
              </a:rPr>
              <a:t>,</a:t>
            </a:r>
            <a:r>
              <a:rPr sz="1463" spc="-24" dirty="0">
                <a:latin typeface="Hack" panose="020B0609030202020204" pitchFamily="49" charset="0"/>
                <a:ea typeface="Hack" panose="020B0609030202020204" pitchFamily="49" charset="0"/>
                <a:cs typeface="Hack" panose="020B0609030202020204" pitchFamily="49" charset="0"/>
              </a:rPr>
              <a:t> </a:t>
            </a:r>
            <a:r>
              <a:rPr sz="1463" spc="-8" dirty="0">
                <a:latin typeface="Hack" panose="020B0609030202020204" pitchFamily="49" charset="0"/>
                <a:ea typeface="Hack" panose="020B0609030202020204" pitchFamily="49" charset="0"/>
                <a:cs typeface="Hack" panose="020B0609030202020204" pitchFamily="49" charset="0"/>
              </a:rPr>
              <a:t>Reading,</a:t>
            </a:r>
            <a:r>
              <a:rPr sz="1463" spc="-45" dirty="0">
                <a:latin typeface="Hack" panose="020B0609030202020204" pitchFamily="49" charset="0"/>
                <a:ea typeface="Hack" panose="020B0609030202020204" pitchFamily="49" charset="0"/>
                <a:cs typeface="Hack" panose="020B0609030202020204" pitchFamily="49" charset="0"/>
              </a:rPr>
              <a:t> </a:t>
            </a:r>
            <a:r>
              <a:rPr sz="1463" spc="-4" dirty="0">
                <a:latin typeface="Hack" panose="020B0609030202020204" pitchFamily="49" charset="0"/>
                <a:ea typeface="Hack" panose="020B0609030202020204" pitchFamily="49" charset="0"/>
                <a:cs typeface="Hack" panose="020B0609030202020204" pitchFamily="49" charset="0"/>
              </a:rPr>
              <a:t>Berks</a:t>
            </a:r>
            <a:endParaRPr lang="en-GB" sz="1463" spc="-4" dirty="0">
              <a:latin typeface="Hack" panose="020B0609030202020204" pitchFamily="49" charset="0"/>
              <a:ea typeface="Hack" panose="020B0609030202020204" pitchFamily="49" charset="0"/>
              <a:cs typeface="Hack" panose="020B0609030202020204" pitchFamily="49" charset="0"/>
            </a:endParaRPr>
          </a:p>
          <a:p>
            <a:pPr marL="10319" marR="4128">
              <a:lnSpc>
                <a:spcPct val="110000"/>
              </a:lnSpc>
              <a:spcBef>
                <a:spcPts val="81"/>
              </a:spcBef>
            </a:pPr>
            <a:r>
              <a:rPr sz="1463" spc="-4" dirty="0">
                <a:latin typeface="Hack" panose="020B0609030202020204" pitchFamily="49" charset="0"/>
                <a:ea typeface="Hack" panose="020B0609030202020204" pitchFamily="49" charset="0"/>
                <a:cs typeface="Hack" panose="020B0609030202020204" pitchFamily="49" charset="0"/>
              </a:rPr>
              <a:t>Lewis</a:t>
            </a:r>
            <a:r>
              <a:rPr sz="1463" spc="-28" dirty="0">
                <a:latin typeface="Hack" panose="020B0609030202020204" pitchFamily="49" charset="0"/>
                <a:ea typeface="Hack" panose="020B0609030202020204" pitchFamily="49" charset="0"/>
                <a:cs typeface="Hack" panose="020B0609030202020204" pitchFamily="49" charset="0"/>
              </a:rPr>
              <a:t> </a:t>
            </a:r>
            <a:r>
              <a:rPr sz="1463" spc="-8" dirty="0">
                <a:latin typeface="Hack" panose="020B0609030202020204" pitchFamily="49" charset="0"/>
                <a:ea typeface="Hack" panose="020B0609030202020204" pitchFamily="49" charset="0"/>
                <a:cs typeface="Hack" panose="020B0609030202020204" pitchFamily="49" charset="0"/>
              </a:rPr>
              <a:t>Electrical,</a:t>
            </a:r>
            <a:r>
              <a:rPr sz="1463" spc="-24" dirty="0">
                <a:latin typeface="Hack" panose="020B0609030202020204" pitchFamily="49" charset="0"/>
                <a:ea typeface="Hack" panose="020B0609030202020204" pitchFamily="49" charset="0"/>
                <a:cs typeface="Hack" panose="020B0609030202020204" pitchFamily="49" charset="0"/>
              </a:rPr>
              <a:t> </a:t>
            </a:r>
            <a:r>
              <a:rPr sz="1463" spc="-8" dirty="0">
                <a:latin typeface="Hack" panose="020B0609030202020204" pitchFamily="49" charset="0"/>
                <a:ea typeface="Hack" panose="020B0609030202020204" pitchFamily="49" charset="0"/>
                <a:cs typeface="Hack" panose="020B0609030202020204" pitchFamily="49" charset="0"/>
              </a:rPr>
              <a:t>Oxford,</a:t>
            </a:r>
            <a:r>
              <a:rPr sz="1463" spc="-24" dirty="0">
                <a:latin typeface="Hack" panose="020B0609030202020204" pitchFamily="49" charset="0"/>
                <a:ea typeface="Hack" panose="020B0609030202020204" pitchFamily="49" charset="0"/>
                <a:cs typeface="Hack" panose="020B0609030202020204" pitchFamily="49" charset="0"/>
              </a:rPr>
              <a:t> </a:t>
            </a:r>
            <a:r>
              <a:rPr sz="1463" spc="-8" dirty="0">
                <a:latin typeface="Hack" panose="020B0609030202020204" pitchFamily="49" charset="0"/>
                <a:ea typeface="Hack" panose="020B0609030202020204" pitchFamily="49" charset="0"/>
                <a:cs typeface="Hack" panose="020B0609030202020204" pitchFamily="49" charset="0"/>
              </a:rPr>
              <a:t>Oxon</a:t>
            </a:r>
            <a:endParaRPr sz="1463" dirty="0">
              <a:latin typeface="Hack" panose="020B0609030202020204" pitchFamily="49" charset="0"/>
              <a:ea typeface="Hack" panose="020B0609030202020204" pitchFamily="49" charset="0"/>
              <a:cs typeface="Hack" panose="020B0609030202020204" pitchFamily="49" charset="0"/>
            </a:endParaRPr>
          </a:p>
        </p:txBody>
      </p:sp>
      <p:sp>
        <p:nvSpPr>
          <p:cNvPr id="3" name="Rectangle 3">
            <a:extLst>
              <a:ext uri="{FF2B5EF4-FFF2-40B4-BE49-F238E27FC236}">
                <a16:creationId xmlns:a16="http://schemas.microsoft.com/office/drawing/2014/main" id="{89227309-937D-084F-5119-19EA45B18C76}"/>
              </a:ext>
            </a:extLst>
          </p:cNvPr>
          <p:cNvSpPr>
            <a:spLocks noChangeArrowheads="1"/>
          </p:cNvSpPr>
          <p:nvPr/>
        </p:nvSpPr>
        <p:spPr bwMode="auto">
          <a:xfrm>
            <a:off x="4374135" y="4211559"/>
            <a:ext cx="7301927" cy="1290097"/>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10319" marR="4128">
              <a:spcBef>
                <a:spcPts val="73"/>
              </a:spcBef>
            </a:pPr>
            <a:r>
              <a:rPr lang="en-GB" sz="1600"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z="1600" spc="-4"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sz="1600" b="1" spc="-4" dirty="0" err="1">
                <a:solidFill>
                  <a:schemeClr val="bg1"/>
                </a:solidFill>
                <a:latin typeface="Hack" panose="020B0609030202020204" pitchFamily="49" charset="0"/>
                <a:ea typeface="Hack" panose="020B0609030202020204" pitchFamily="49" charset="0"/>
                <a:cs typeface="Hack" panose="020B0609030202020204" pitchFamily="49" charset="0"/>
              </a:rPr>
              <a:t>sed</a:t>
            </a:r>
            <a:r>
              <a:rPr lang="en-GB" sz="1600" b="1" spc="-4" dirty="0">
                <a:solidFill>
                  <a:schemeClr val="bg1"/>
                </a:solidFill>
                <a:latin typeface="Hack" panose="020B0609030202020204" pitchFamily="49" charset="0"/>
                <a:ea typeface="Hack" panose="020B0609030202020204" pitchFamily="49" charset="0"/>
                <a:cs typeface="Hack" panose="020B0609030202020204" pitchFamily="49" charset="0"/>
              </a:rPr>
              <a:t> –e ‘s/Berks/Berkshire/’ –e 's/Hants/Hampshire/' </a:t>
            </a:r>
            <a:r>
              <a:rPr lang="en-GB" sz="1600" b="1" spc="-4" dirty="0" err="1">
                <a:solidFill>
                  <a:schemeClr val="bg1"/>
                </a:solidFill>
                <a:latin typeface="Hack" panose="020B0609030202020204" pitchFamily="49" charset="0"/>
                <a:ea typeface="Hack" panose="020B0609030202020204" pitchFamily="49" charset="0"/>
                <a:cs typeface="Hack" panose="020B0609030202020204" pitchFamily="49" charset="0"/>
              </a:rPr>
              <a:t>addr</a:t>
            </a:r>
            <a:endParaRPr lang="en-GB" sz="1800" b="1" spc="-4" dirty="0">
              <a:solidFill>
                <a:schemeClr val="bg1"/>
              </a:solidFill>
              <a:latin typeface="Hack" panose="020B0609030202020204" pitchFamily="49" charset="0"/>
              <a:ea typeface="Hack" panose="020B0609030202020204" pitchFamily="49" charset="0"/>
              <a:cs typeface="Hack" panose="020B0609030202020204" pitchFamily="49" charset="0"/>
            </a:endParaRPr>
          </a:p>
          <a:p>
            <a:pPr marL="10319" marR="4128">
              <a:spcBef>
                <a:spcPts val="73"/>
              </a:spcBef>
            </a:pPr>
            <a:r>
              <a:rPr lang="en-GB" sz="1400" spc="-4" dirty="0">
                <a:solidFill>
                  <a:schemeClr val="bg1"/>
                </a:solidFill>
                <a:latin typeface="Hack" panose="020B0609030202020204" pitchFamily="49" charset="0"/>
                <a:ea typeface="Hack" panose="020B0609030202020204" pitchFamily="49" charset="0"/>
                <a:cs typeface="Hack" panose="020B0609030202020204" pitchFamily="49" charset="0"/>
              </a:rPr>
              <a:t>C&amp;S </a:t>
            </a:r>
            <a:r>
              <a:rPr lang="en-GB" sz="1400" spc="-8" dirty="0">
                <a:solidFill>
                  <a:schemeClr val="bg1"/>
                </a:solidFill>
                <a:latin typeface="Hack" panose="020B0609030202020204" pitchFamily="49" charset="0"/>
                <a:ea typeface="Hack" panose="020B0609030202020204" pitchFamily="49" charset="0"/>
                <a:cs typeface="Hack" panose="020B0609030202020204" pitchFamily="49" charset="0"/>
              </a:rPr>
              <a:t>Electrical, Basingstoke, Hampshire</a:t>
            </a:r>
          </a:p>
          <a:p>
            <a:pPr marL="10319" marR="4128">
              <a:spcBef>
                <a:spcPts val="73"/>
              </a:spcBef>
            </a:pPr>
            <a:r>
              <a:rPr lang="en-GB" sz="1400" spc="-8" dirty="0">
                <a:solidFill>
                  <a:schemeClr val="bg1"/>
                </a:solidFill>
                <a:latin typeface="Hack" panose="020B0609030202020204" pitchFamily="49" charset="0"/>
                <a:ea typeface="Hack" panose="020B0609030202020204" pitchFamily="49" charset="0"/>
                <a:cs typeface="Hack" panose="020B0609030202020204" pitchFamily="49" charset="0"/>
              </a:rPr>
              <a:t>Wooley's</a:t>
            </a:r>
            <a:r>
              <a:rPr lang="en-GB" sz="1400" spc="-4"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sz="1400" spc="-8" dirty="0">
                <a:solidFill>
                  <a:schemeClr val="bg1"/>
                </a:solidFill>
                <a:latin typeface="Hack" panose="020B0609030202020204" pitchFamily="49" charset="0"/>
                <a:ea typeface="Hack" panose="020B0609030202020204" pitchFamily="49" charset="0"/>
                <a:cs typeface="Hack" panose="020B0609030202020204" pitchFamily="49" charset="0"/>
              </a:rPr>
              <a:t>Domestic, </a:t>
            </a:r>
            <a:r>
              <a:rPr lang="en-GB" sz="1400" spc="-12" dirty="0">
                <a:solidFill>
                  <a:schemeClr val="bg1"/>
                </a:solidFill>
                <a:latin typeface="Hack" panose="020B0609030202020204" pitchFamily="49" charset="0"/>
                <a:ea typeface="Hack" panose="020B0609030202020204" pitchFamily="49" charset="0"/>
                <a:cs typeface="Hack" panose="020B0609030202020204" pitchFamily="49" charset="0"/>
              </a:rPr>
              <a:t>Hayes,</a:t>
            </a:r>
            <a:r>
              <a:rPr lang="en-GB" sz="1400" spc="-4"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sz="1400" spc="-8" dirty="0">
                <a:solidFill>
                  <a:schemeClr val="bg1"/>
                </a:solidFill>
                <a:latin typeface="Hack" panose="020B0609030202020204" pitchFamily="49" charset="0"/>
                <a:ea typeface="Hack" panose="020B0609030202020204" pitchFamily="49" charset="0"/>
                <a:cs typeface="Hack" panose="020B0609030202020204" pitchFamily="49" charset="0"/>
              </a:rPr>
              <a:t>Middx</a:t>
            </a:r>
          </a:p>
          <a:p>
            <a:pPr marL="10319" marR="4128">
              <a:spcBef>
                <a:spcPts val="73"/>
              </a:spcBef>
            </a:pPr>
            <a:r>
              <a:rPr lang="en-GB" sz="1400" spc="-8" dirty="0" err="1">
                <a:solidFill>
                  <a:schemeClr val="bg1"/>
                </a:solidFill>
                <a:latin typeface="Hack" panose="020B0609030202020204" pitchFamily="49" charset="0"/>
                <a:ea typeface="Hack" panose="020B0609030202020204" pitchFamily="49" charset="0"/>
                <a:cs typeface="Hack" panose="020B0609030202020204" pitchFamily="49" charset="0"/>
              </a:rPr>
              <a:t>Electromode</a:t>
            </a:r>
            <a:r>
              <a:rPr lang="en-GB" sz="1400" spc="-8" dirty="0">
                <a:solidFill>
                  <a:schemeClr val="bg1"/>
                </a:solidFill>
                <a:latin typeface="Hack" panose="020B0609030202020204" pitchFamily="49" charset="0"/>
                <a:ea typeface="Hack" panose="020B0609030202020204" pitchFamily="49" charset="0"/>
                <a:cs typeface="Hack" panose="020B0609030202020204" pitchFamily="49" charset="0"/>
              </a:rPr>
              <a:t>,</a:t>
            </a:r>
            <a:r>
              <a:rPr lang="en-GB" sz="1400" spc="-24"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sz="1400" spc="-8" dirty="0">
                <a:solidFill>
                  <a:schemeClr val="bg1"/>
                </a:solidFill>
                <a:latin typeface="Hack" panose="020B0609030202020204" pitchFamily="49" charset="0"/>
                <a:ea typeface="Hack" panose="020B0609030202020204" pitchFamily="49" charset="0"/>
                <a:cs typeface="Hack" panose="020B0609030202020204" pitchFamily="49" charset="0"/>
              </a:rPr>
              <a:t>Reading,</a:t>
            </a:r>
            <a:r>
              <a:rPr lang="en-GB" sz="1400" spc="-41"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sz="1400" spc="-4" dirty="0">
                <a:solidFill>
                  <a:schemeClr val="bg1"/>
                </a:solidFill>
                <a:latin typeface="Hack" panose="020B0609030202020204" pitchFamily="49" charset="0"/>
                <a:ea typeface="Hack" panose="020B0609030202020204" pitchFamily="49" charset="0"/>
                <a:cs typeface="Hack" panose="020B0609030202020204" pitchFamily="49" charset="0"/>
              </a:rPr>
              <a:t>Berkshire</a:t>
            </a:r>
            <a:endParaRPr lang="en-GB" sz="140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10319">
              <a:spcBef>
                <a:spcPts val="8"/>
              </a:spcBef>
            </a:pPr>
            <a:r>
              <a:rPr lang="en-GB" sz="1400" spc="-4" dirty="0">
                <a:solidFill>
                  <a:schemeClr val="bg1"/>
                </a:solidFill>
                <a:latin typeface="Hack" panose="020B0609030202020204" pitchFamily="49" charset="0"/>
                <a:ea typeface="Hack" panose="020B0609030202020204" pitchFamily="49" charset="0"/>
                <a:cs typeface="Hack" panose="020B0609030202020204" pitchFamily="49" charset="0"/>
              </a:rPr>
              <a:t>Lewis </a:t>
            </a:r>
            <a:r>
              <a:rPr lang="en-GB" sz="1400" spc="-12" dirty="0">
                <a:solidFill>
                  <a:schemeClr val="bg1"/>
                </a:solidFill>
                <a:latin typeface="Hack" panose="020B0609030202020204" pitchFamily="49" charset="0"/>
                <a:ea typeface="Hack" panose="020B0609030202020204" pitchFamily="49" charset="0"/>
                <a:cs typeface="Hack" panose="020B0609030202020204" pitchFamily="49" charset="0"/>
              </a:rPr>
              <a:t>Electrical,</a:t>
            </a:r>
            <a:r>
              <a:rPr lang="en-GB" sz="1400" spc="-4"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sz="1400" spc="-12" dirty="0">
                <a:solidFill>
                  <a:schemeClr val="bg1"/>
                </a:solidFill>
                <a:latin typeface="Hack" panose="020B0609030202020204" pitchFamily="49" charset="0"/>
                <a:ea typeface="Hack" panose="020B0609030202020204" pitchFamily="49" charset="0"/>
                <a:cs typeface="Hack" panose="020B0609030202020204" pitchFamily="49" charset="0"/>
              </a:rPr>
              <a:t>Oxford,</a:t>
            </a:r>
            <a:r>
              <a:rPr lang="en-GB" sz="1400" spc="-4"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sz="1400" spc="-8" dirty="0">
                <a:solidFill>
                  <a:schemeClr val="bg1"/>
                </a:solidFill>
                <a:latin typeface="Hack" panose="020B0609030202020204" pitchFamily="49" charset="0"/>
                <a:ea typeface="Hack" panose="020B0609030202020204" pitchFamily="49" charset="0"/>
                <a:cs typeface="Hack" panose="020B0609030202020204" pitchFamily="49" charset="0"/>
              </a:rPr>
              <a:t>Oxon</a:t>
            </a:r>
            <a:endParaRPr lang="en-GB" sz="140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6" name="Slide Number Placeholder 1">
            <a:extLst>
              <a:ext uri="{FF2B5EF4-FFF2-40B4-BE49-F238E27FC236}">
                <a16:creationId xmlns:a16="http://schemas.microsoft.com/office/drawing/2014/main" id="{DFEA43D4-5389-A6F5-688F-06AC83DF4DF0}"/>
              </a:ext>
            </a:extLst>
          </p:cNvPr>
          <p:cNvSpPr txBox="1">
            <a:spLocks/>
          </p:cNvSpPr>
          <p:nvPr/>
        </p:nvSpPr>
        <p:spPr>
          <a:xfrm>
            <a:off x="9365513" y="6398855"/>
            <a:ext cx="27432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EF892D59-8F09-EF4B-AD6D-DA609442F868}" type="slidenum">
              <a:rPr lang="en-GB" smtClean="0"/>
              <a:pPr algn="r"/>
              <a:t>27</a:t>
            </a:fld>
            <a:endParaRPr lang="en-GB"/>
          </a:p>
        </p:txBody>
      </p:sp>
    </p:spTree>
    <p:extLst>
      <p:ext uri="{BB962C8B-B14F-4D97-AF65-F5344CB8AC3E}">
        <p14:creationId xmlns:p14="http://schemas.microsoft.com/office/powerpoint/2010/main" val="15066894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AB364BF-6683-7AF3-5338-C349FD915DEB}"/>
              </a:ext>
            </a:extLst>
          </p:cNvPr>
          <p:cNvSpPr>
            <a:spLocks noGrp="1"/>
          </p:cNvSpPr>
          <p:nvPr>
            <p:ph type="ctrTitle"/>
          </p:nvPr>
        </p:nvSpPr>
        <p:spPr/>
        <p:txBody>
          <a:bodyPr/>
          <a:lstStyle/>
          <a:p>
            <a:r>
              <a:rPr lang="en-GB" dirty="0"/>
              <a:t>Seds supressing output option</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569"/>
              </a:spcBef>
              <a:buClr>
                <a:srgbClr val="000000"/>
              </a:buClr>
              <a:buFont typeface="Arial"/>
              <a:buChar char="•"/>
              <a:tabLst>
                <a:tab pos="289957" algn="l"/>
                <a:tab pos="290473" algn="l"/>
              </a:tabLst>
            </a:pPr>
            <a:r>
              <a:rPr lang="en-GB" sz="1800" spc="-4" dirty="0">
                <a:solidFill>
                  <a:srgbClr val="2D2C2C"/>
                </a:solidFill>
                <a:latin typeface="+mn-lt"/>
                <a:cs typeface="Segoe UI"/>
              </a:rPr>
              <a:t>The </a:t>
            </a:r>
            <a:r>
              <a:rPr lang="en-GB" sz="1800" b="1" spc="-4" dirty="0">
                <a:solidFill>
                  <a:srgbClr val="7030A0"/>
                </a:solidFill>
                <a:latin typeface="Hack" panose="020B0609030202020204" pitchFamily="49" charset="0"/>
                <a:ea typeface="Hack" panose="020B0609030202020204" pitchFamily="49" charset="0"/>
                <a:cs typeface="Hack" panose="020B0609030202020204" pitchFamily="49" charset="0"/>
              </a:rPr>
              <a:t>–n </a:t>
            </a:r>
            <a:r>
              <a:rPr lang="en-GB" sz="1800" spc="-4" dirty="0">
                <a:solidFill>
                  <a:srgbClr val="2D2C2C"/>
                </a:solidFill>
                <a:latin typeface="+mn-lt"/>
                <a:cs typeface="Segoe UI"/>
              </a:rPr>
              <a:t>switch suppresses automatic output.</a:t>
            </a:r>
          </a:p>
          <a:p>
            <a:pPr marL="289957" indent="-280154">
              <a:spcBef>
                <a:spcPts val="569"/>
              </a:spcBef>
              <a:buClr>
                <a:srgbClr val="000000"/>
              </a:buClr>
              <a:buFont typeface="Arial"/>
              <a:buChar char="•"/>
              <a:tabLst>
                <a:tab pos="289957" algn="l"/>
                <a:tab pos="290473" algn="l"/>
              </a:tabLst>
            </a:pPr>
            <a:r>
              <a:rPr lang="en-GB" sz="1800" spc="-4" dirty="0">
                <a:solidFill>
                  <a:srgbClr val="2D2C2C"/>
                </a:solidFill>
                <a:latin typeface="+mn-lt"/>
                <a:cs typeface="Segoe UI"/>
              </a:rPr>
              <a:t>Assuming the file </a:t>
            </a:r>
            <a:r>
              <a:rPr lang="en-GB" sz="1800" b="1" spc="-4" dirty="0" err="1">
                <a:solidFill>
                  <a:srgbClr val="2D2C2C"/>
                </a:solidFill>
                <a:latin typeface="+mn-lt"/>
                <a:cs typeface="Segoe UI"/>
              </a:rPr>
              <a:t>addr</a:t>
            </a:r>
            <a:r>
              <a:rPr lang="en-GB" sz="1800" spc="-4" dirty="0">
                <a:solidFill>
                  <a:srgbClr val="2D2C2C"/>
                </a:solidFill>
                <a:latin typeface="+mn-lt"/>
                <a:cs typeface="Segoe UI"/>
              </a:rPr>
              <a:t> contains:</a:t>
            </a:r>
          </a:p>
          <a:p>
            <a:pPr marL="289957" indent="-280154">
              <a:spcBef>
                <a:spcPts val="569"/>
              </a:spcBef>
              <a:buClr>
                <a:srgbClr val="000000"/>
              </a:buClr>
              <a:buFont typeface="Arial"/>
              <a:buChar char="•"/>
              <a:tabLst>
                <a:tab pos="289957" algn="l"/>
                <a:tab pos="290473" algn="l"/>
              </a:tabLst>
            </a:pPr>
            <a:endParaRPr lang="en-GB" sz="1800" b="1" spc="-4"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endParaRPr lang="en-GB" sz="1800" b="1" spc="-4"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endParaRPr lang="en-GB" sz="1800" b="1" spc="-4"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r>
              <a:rPr lang="en-GB" sz="1800" spc="-4" dirty="0">
                <a:solidFill>
                  <a:srgbClr val="2D2C2C"/>
                </a:solidFill>
                <a:latin typeface="+mn-lt"/>
                <a:ea typeface="Hack" panose="020B0609030202020204" pitchFamily="49" charset="0"/>
                <a:cs typeface="Segoe UI"/>
              </a:rPr>
              <a:t>There will be no results unless it is specifically told to print by the </a:t>
            </a:r>
            <a:r>
              <a:rPr lang="en-GB" sz="1800" b="1" spc="-4" dirty="0">
                <a:solidFill>
                  <a:srgbClr val="7030A0"/>
                </a:solidFill>
                <a:latin typeface="Hack" panose="020B0609030202020204" pitchFamily="49" charset="0"/>
                <a:ea typeface="Hack" panose="020B0609030202020204" pitchFamily="49" charset="0"/>
                <a:cs typeface="Hack" panose="020B0609030202020204" pitchFamily="49" charset="0"/>
              </a:rPr>
              <a:t>p</a:t>
            </a:r>
            <a:r>
              <a:rPr lang="en-GB" sz="1800" spc="-4" dirty="0">
                <a:solidFill>
                  <a:srgbClr val="2D2C2C"/>
                </a:solidFill>
                <a:latin typeface="+mn-lt"/>
                <a:ea typeface="Hack" panose="020B0609030202020204" pitchFamily="49" charset="0"/>
                <a:cs typeface="Segoe UI"/>
              </a:rPr>
              <a:t> command.</a:t>
            </a:r>
          </a:p>
          <a:p>
            <a:pPr marL="289957" indent="-280154">
              <a:spcBef>
                <a:spcPts val="569"/>
              </a:spcBef>
              <a:buClr>
                <a:srgbClr val="000000"/>
              </a:buClr>
              <a:buFont typeface="Arial"/>
              <a:buChar char="•"/>
              <a:tabLst>
                <a:tab pos="289957" algn="l"/>
                <a:tab pos="290473" algn="l"/>
              </a:tabLst>
            </a:pPr>
            <a:endParaRPr lang="en-GB" sz="1800" spc="-4"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endParaRPr lang="en-GB" sz="1800" spc="-4"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endParaRPr lang="en-GB" sz="1800" spc="-4"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endParaRPr lang="en-GB" sz="1800" spc="-4"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r>
              <a:rPr lang="en-GB" sz="1800" spc="-4" dirty="0">
                <a:solidFill>
                  <a:srgbClr val="2D2C2C"/>
                </a:solidFill>
                <a:latin typeface="+mn-lt"/>
                <a:ea typeface="Hack" panose="020B0609030202020204" pitchFamily="49" charset="0"/>
                <a:cs typeface="Segoe UI"/>
              </a:rPr>
              <a:t>Technically the substitution specifies the lines that the print command acts upon i.e. </a:t>
            </a:r>
            <a:r>
              <a:rPr lang="en-GB" sz="1800" b="1" spc="-4" dirty="0">
                <a:solidFill>
                  <a:srgbClr val="00B0F0"/>
                </a:solidFill>
                <a:latin typeface="+mn-lt"/>
                <a:ea typeface="Hack" panose="020B0609030202020204" pitchFamily="49" charset="0"/>
                <a:cs typeface="Segoe UI"/>
              </a:rPr>
              <a:t>only print substituted lines</a:t>
            </a:r>
            <a:r>
              <a:rPr lang="en-GB" sz="1800" spc="-4" dirty="0">
                <a:solidFill>
                  <a:schemeClr val="tx1"/>
                </a:solidFill>
                <a:latin typeface="+mn-lt"/>
                <a:ea typeface="Hack" panose="020B0609030202020204" pitchFamily="49" charset="0"/>
                <a:cs typeface="Segoe UI"/>
              </a:rPr>
              <a:t>.</a:t>
            </a:r>
            <a:endParaRPr lang="en-US" sz="1800" dirty="0">
              <a:solidFill>
                <a:schemeClr val="tx1"/>
              </a:solidFill>
              <a:cs typeface="Segoe UI"/>
            </a:endParaRPr>
          </a:p>
          <a:p>
            <a:endParaRPr lang="en-GB" sz="1800" dirty="0"/>
          </a:p>
        </p:txBody>
      </p:sp>
      <p:sp>
        <p:nvSpPr>
          <p:cNvPr id="8" name="Rectangle 3">
            <a:extLst>
              <a:ext uri="{FF2B5EF4-FFF2-40B4-BE49-F238E27FC236}">
                <a16:creationId xmlns:a16="http://schemas.microsoft.com/office/drawing/2014/main" id="{B59E6B9E-8A17-D8F5-4BC0-18AF3E4A3C5D}"/>
              </a:ext>
            </a:extLst>
          </p:cNvPr>
          <p:cNvSpPr>
            <a:spLocks noChangeArrowheads="1"/>
          </p:cNvSpPr>
          <p:nvPr/>
        </p:nvSpPr>
        <p:spPr bwMode="auto">
          <a:xfrm>
            <a:off x="605790" y="3877789"/>
            <a:ext cx="6770688" cy="877163"/>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10319" marR="4128">
              <a:spcBef>
                <a:spcPts val="73"/>
              </a:spcBef>
            </a:pPr>
            <a:r>
              <a:rPr lang="en-GB" sz="1600"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z="1600" spc="-4"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sz="1600" b="1" spc="-4" dirty="0" err="1">
                <a:solidFill>
                  <a:schemeClr val="bg1"/>
                </a:solidFill>
                <a:latin typeface="Hack" panose="020B0609030202020204" pitchFamily="49" charset="0"/>
                <a:ea typeface="Hack" panose="020B0609030202020204" pitchFamily="49" charset="0"/>
                <a:cs typeface="Hack" panose="020B0609030202020204" pitchFamily="49" charset="0"/>
              </a:rPr>
              <a:t>sed</a:t>
            </a:r>
            <a:r>
              <a:rPr lang="en-GB" sz="1600" b="1" spc="-4" dirty="0">
                <a:solidFill>
                  <a:schemeClr val="bg1"/>
                </a:solidFill>
                <a:latin typeface="Hack" panose="020B0609030202020204" pitchFamily="49" charset="0"/>
                <a:ea typeface="Hack" panose="020B0609030202020204" pitchFamily="49" charset="0"/>
                <a:cs typeface="Hack" panose="020B0609030202020204" pitchFamily="49" charset="0"/>
              </a:rPr>
              <a:t> -n 's/Hants/Hampshire/' </a:t>
            </a:r>
            <a:r>
              <a:rPr lang="en-GB" sz="1600" b="1" spc="-4" dirty="0" err="1">
                <a:solidFill>
                  <a:schemeClr val="bg1"/>
                </a:solidFill>
                <a:latin typeface="Hack" panose="020B0609030202020204" pitchFamily="49" charset="0"/>
                <a:ea typeface="Hack" panose="020B0609030202020204" pitchFamily="49" charset="0"/>
                <a:cs typeface="Hack" panose="020B0609030202020204" pitchFamily="49" charset="0"/>
              </a:rPr>
              <a:t>addr</a:t>
            </a:r>
            <a:endParaRPr lang="en-GB" sz="1600" b="1" spc="-4" dirty="0">
              <a:solidFill>
                <a:schemeClr val="bg1"/>
              </a:solidFill>
              <a:latin typeface="Hack" panose="020B0609030202020204" pitchFamily="49" charset="0"/>
              <a:ea typeface="Hack" panose="020B0609030202020204" pitchFamily="49" charset="0"/>
              <a:cs typeface="Hack" panose="020B0609030202020204" pitchFamily="49" charset="0"/>
            </a:endParaRPr>
          </a:p>
          <a:p>
            <a:pPr marL="10319" marR="4128">
              <a:spcBef>
                <a:spcPts val="73"/>
              </a:spcBef>
            </a:pPr>
            <a:r>
              <a:rPr lang="en-GB" sz="1600"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z="1600" spc="-4"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sz="1600" b="1" spc="-4" dirty="0" err="1">
                <a:solidFill>
                  <a:schemeClr val="bg1"/>
                </a:solidFill>
                <a:latin typeface="Hack" panose="020B0609030202020204" pitchFamily="49" charset="0"/>
                <a:ea typeface="Hack" panose="020B0609030202020204" pitchFamily="49" charset="0"/>
                <a:cs typeface="Hack" panose="020B0609030202020204" pitchFamily="49" charset="0"/>
              </a:rPr>
              <a:t>sed</a:t>
            </a:r>
            <a:r>
              <a:rPr lang="en-GB" sz="1600" b="1" spc="-4" dirty="0">
                <a:solidFill>
                  <a:schemeClr val="bg1"/>
                </a:solidFill>
                <a:latin typeface="Hack" panose="020B0609030202020204" pitchFamily="49" charset="0"/>
                <a:ea typeface="Hack" panose="020B0609030202020204" pitchFamily="49" charset="0"/>
                <a:cs typeface="Hack" panose="020B0609030202020204" pitchFamily="49" charset="0"/>
              </a:rPr>
              <a:t> -n 's/Hants/Hampshire/p' </a:t>
            </a:r>
            <a:r>
              <a:rPr lang="en-GB" sz="1600" b="1" spc="-4" dirty="0" err="1">
                <a:solidFill>
                  <a:schemeClr val="bg1"/>
                </a:solidFill>
                <a:latin typeface="Hack" panose="020B0609030202020204" pitchFamily="49" charset="0"/>
                <a:ea typeface="Hack" panose="020B0609030202020204" pitchFamily="49" charset="0"/>
                <a:cs typeface="Hack" panose="020B0609030202020204" pitchFamily="49" charset="0"/>
              </a:rPr>
              <a:t>addr</a:t>
            </a:r>
            <a:endParaRPr lang="en-GB" sz="1600" b="1" spc="-4" dirty="0">
              <a:solidFill>
                <a:schemeClr val="bg1"/>
              </a:solidFill>
              <a:latin typeface="Hack" panose="020B0609030202020204" pitchFamily="49" charset="0"/>
              <a:ea typeface="Hack" panose="020B0609030202020204" pitchFamily="49" charset="0"/>
              <a:cs typeface="Hack" panose="020B0609030202020204" pitchFamily="49" charset="0"/>
            </a:endParaRPr>
          </a:p>
          <a:p>
            <a:pPr marL="10319" marR="4128">
              <a:spcBef>
                <a:spcPts val="73"/>
              </a:spcBef>
            </a:pPr>
            <a:r>
              <a:rPr lang="en-GB" sz="1400" b="1" spc="-967"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sz="1400" spc="-4" dirty="0">
                <a:solidFill>
                  <a:srgbClr val="00B0F0"/>
                </a:solidFill>
                <a:latin typeface="Hack" panose="020B0609030202020204" pitchFamily="49" charset="0"/>
                <a:ea typeface="Hack" panose="020B0609030202020204" pitchFamily="49" charset="0"/>
                <a:cs typeface="Hack" panose="020B0609030202020204" pitchFamily="49" charset="0"/>
              </a:rPr>
              <a:t>C&amp;S </a:t>
            </a:r>
            <a:r>
              <a:rPr lang="en-GB" sz="1400" spc="-8" dirty="0">
                <a:solidFill>
                  <a:srgbClr val="00B0F0"/>
                </a:solidFill>
                <a:latin typeface="Hack" panose="020B0609030202020204" pitchFamily="49" charset="0"/>
                <a:ea typeface="Hack" panose="020B0609030202020204" pitchFamily="49" charset="0"/>
                <a:cs typeface="Hack" panose="020B0609030202020204" pitchFamily="49" charset="0"/>
              </a:rPr>
              <a:t>Electrical, Basingstoke, Hampshire</a:t>
            </a:r>
            <a:endParaRPr lang="en-GB" sz="1400" dirty="0">
              <a:solidFill>
                <a:srgbClr val="00B0F0"/>
              </a:solidFill>
              <a:latin typeface="Hack" panose="020B0609030202020204" pitchFamily="49" charset="0"/>
              <a:ea typeface="Hack" panose="020B0609030202020204" pitchFamily="49" charset="0"/>
              <a:cs typeface="Hack" panose="020B0609030202020204" pitchFamily="49" charset="0"/>
            </a:endParaRPr>
          </a:p>
        </p:txBody>
      </p:sp>
      <p:sp>
        <p:nvSpPr>
          <p:cNvPr id="9" name="object 20">
            <a:extLst>
              <a:ext uri="{FF2B5EF4-FFF2-40B4-BE49-F238E27FC236}">
                <a16:creationId xmlns:a16="http://schemas.microsoft.com/office/drawing/2014/main" id="{39C45287-1843-F3B0-CD06-EE7DEB3FBAC7}"/>
              </a:ext>
            </a:extLst>
          </p:cNvPr>
          <p:cNvSpPr txBox="1"/>
          <p:nvPr/>
        </p:nvSpPr>
        <p:spPr>
          <a:xfrm>
            <a:off x="4298172" y="2146218"/>
            <a:ext cx="3795236" cy="1029738"/>
          </a:xfrm>
          <a:prstGeom prst="rect">
            <a:avLst/>
          </a:prstGeom>
          <a:solidFill>
            <a:srgbClr val="0FEEB9"/>
          </a:solidFill>
          <a:ln>
            <a:solidFill>
              <a:schemeClr val="tx1"/>
            </a:solidFill>
          </a:ln>
        </p:spPr>
        <p:txBody>
          <a:bodyPr vert="horz" wrap="square" lIns="0" tIns="10319" rIns="0" bIns="0" rtlCol="0">
            <a:spAutoFit/>
          </a:bodyPr>
          <a:lstStyle/>
          <a:p>
            <a:pPr marL="10319" marR="4128">
              <a:lnSpc>
                <a:spcPct val="110000"/>
              </a:lnSpc>
              <a:spcBef>
                <a:spcPts val="81"/>
              </a:spcBef>
            </a:pPr>
            <a:r>
              <a:rPr sz="1463" spc="-4" dirty="0">
                <a:latin typeface="Hack" panose="020B0609030202020204" pitchFamily="49" charset="0"/>
                <a:ea typeface="Hack" panose="020B0609030202020204" pitchFamily="49" charset="0"/>
                <a:cs typeface="Hack" panose="020B0609030202020204" pitchFamily="49" charset="0"/>
              </a:rPr>
              <a:t>C&amp;S </a:t>
            </a:r>
            <a:r>
              <a:rPr sz="1463" spc="-8" dirty="0">
                <a:latin typeface="Hack" panose="020B0609030202020204" pitchFamily="49" charset="0"/>
                <a:ea typeface="Hack" panose="020B0609030202020204" pitchFamily="49" charset="0"/>
                <a:cs typeface="Hack" panose="020B0609030202020204" pitchFamily="49" charset="0"/>
              </a:rPr>
              <a:t>Electrical, Basingstoke, </a:t>
            </a:r>
            <a:r>
              <a:rPr sz="1463" spc="-4" dirty="0">
                <a:latin typeface="Hack" panose="020B0609030202020204" pitchFamily="49" charset="0"/>
                <a:ea typeface="Hack" panose="020B0609030202020204" pitchFamily="49" charset="0"/>
                <a:cs typeface="Hack" panose="020B0609030202020204" pitchFamily="49" charset="0"/>
              </a:rPr>
              <a:t>Hants</a:t>
            </a:r>
            <a:endParaRPr lang="en-GB" sz="1463" spc="-4" dirty="0">
              <a:latin typeface="Hack" panose="020B0609030202020204" pitchFamily="49" charset="0"/>
              <a:ea typeface="Hack" panose="020B0609030202020204" pitchFamily="49" charset="0"/>
              <a:cs typeface="Hack" panose="020B0609030202020204" pitchFamily="49" charset="0"/>
            </a:endParaRPr>
          </a:p>
          <a:p>
            <a:pPr marL="10319" marR="4128">
              <a:lnSpc>
                <a:spcPct val="110000"/>
              </a:lnSpc>
              <a:spcBef>
                <a:spcPts val="81"/>
              </a:spcBef>
            </a:pPr>
            <a:r>
              <a:rPr sz="1463" spc="-869" dirty="0">
                <a:latin typeface="Hack" panose="020B0609030202020204" pitchFamily="49" charset="0"/>
                <a:ea typeface="Hack" panose="020B0609030202020204" pitchFamily="49" charset="0"/>
                <a:cs typeface="Hack" panose="020B0609030202020204" pitchFamily="49" charset="0"/>
              </a:rPr>
              <a:t> </a:t>
            </a:r>
            <a:r>
              <a:rPr sz="1463" spc="-8" dirty="0">
                <a:latin typeface="Hack" panose="020B0609030202020204" pitchFamily="49" charset="0"/>
                <a:ea typeface="Hack" panose="020B0609030202020204" pitchFamily="49" charset="0"/>
                <a:cs typeface="Hack" panose="020B0609030202020204" pitchFamily="49" charset="0"/>
              </a:rPr>
              <a:t>Wooley's Domestic,</a:t>
            </a:r>
            <a:r>
              <a:rPr sz="1463" spc="-4" dirty="0">
                <a:latin typeface="Hack" panose="020B0609030202020204" pitchFamily="49" charset="0"/>
                <a:ea typeface="Hack" panose="020B0609030202020204" pitchFamily="49" charset="0"/>
                <a:cs typeface="Hack" panose="020B0609030202020204" pitchFamily="49" charset="0"/>
              </a:rPr>
              <a:t> </a:t>
            </a:r>
            <a:r>
              <a:rPr sz="1463" spc="-12" dirty="0">
                <a:latin typeface="Hack" panose="020B0609030202020204" pitchFamily="49" charset="0"/>
                <a:ea typeface="Hack" panose="020B0609030202020204" pitchFamily="49" charset="0"/>
                <a:cs typeface="Hack" panose="020B0609030202020204" pitchFamily="49" charset="0"/>
              </a:rPr>
              <a:t>Hayes, </a:t>
            </a:r>
            <a:r>
              <a:rPr sz="1463" spc="-8" dirty="0">
                <a:latin typeface="Hack" panose="020B0609030202020204" pitchFamily="49" charset="0"/>
                <a:ea typeface="Hack" panose="020B0609030202020204" pitchFamily="49" charset="0"/>
                <a:cs typeface="Hack" panose="020B0609030202020204" pitchFamily="49" charset="0"/>
              </a:rPr>
              <a:t>Middx</a:t>
            </a:r>
            <a:endParaRPr lang="en-GB" sz="1463" spc="-8" dirty="0">
              <a:latin typeface="Hack" panose="020B0609030202020204" pitchFamily="49" charset="0"/>
              <a:ea typeface="Hack" panose="020B0609030202020204" pitchFamily="49" charset="0"/>
              <a:cs typeface="Hack" panose="020B0609030202020204" pitchFamily="49" charset="0"/>
            </a:endParaRPr>
          </a:p>
          <a:p>
            <a:pPr marL="10319" marR="4128">
              <a:lnSpc>
                <a:spcPct val="110000"/>
              </a:lnSpc>
              <a:spcBef>
                <a:spcPts val="81"/>
              </a:spcBef>
            </a:pPr>
            <a:r>
              <a:rPr sz="1463" spc="-8" dirty="0" err="1">
                <a:latin typeface="Hack" panose="020B0609030202020204" pitchFamily="49" charset="0"/>
                <a:ea typeface="Hack" panose="020B0609030202020204" pitchFamily="49" charset="0"/>
                <a:cs typeface="Hack" panose="020B0609030202020204" pitchFamily="49" charset="0"/>
              </a:rPr>
              <a:t>Electromode</a:t>
            </a:r>
            <a:r>
              <a:rPr sz="1463" spc="-8" dirty="0">
                <a:latin typeface="Hack" panose="020B0609030202020204" pitchFamily="49" charset="0"/>
                <a:ea typeface="Hack" panose="020B0609030202020204" pitchFamily="49" charset="0"/>
                <a:cs typeface="Hack" panose="020B0609030202020204" pitchFamily="49" charset="0"/>
              </a:rPr>
              <a:t>,</a:t>
            </a:r>
            <a:r>
              <a:rPr sz="1463" spc="-24" dirty="0">
                <a:latin typeface="Hack" panose="020B0609030202020204" pitchFamily="49" charset="0"/>
                <a:ea typeface="Hack" panose="020B0609030202020204" pitchFamily="49" charset="0"/>
                <a:cs typeface="Hack" panose="020B0609030202020204" pitchFamily="49" charset="0"/>
              </a:rPr>
              <a:t> </a:t>
            </a:r>
            <a:r>
              <a:rPr sz="1463" spc="-8" dirty="0">
                <a:latin typeface="Hack" panose="020B0609030202020204" pitchFamily="49" charset="0"/>
                <a:ea typeface="Hack" panose="020B0609030202020204" pitchFamily="49" charset="0"/>
                <a:cs typeface="Hack" panose="020B0609030202020204" pitchFamily="49" charset="0"/>
              </a:rPr>
              <a:t>Reading,</a:t>
            </a:r>
            <a:r>
              <a:rPr sz="1463" spc="-45" dirty="0">
                <a:latin typeface="Hack" panose="020B0609030202020204" pitchFamily="49" charset="0"/>
                <a:ea typeface="Hack" panose="020B0609030202020204" pitchFamily="49" charset="0"/>
                <a:cs typeface="Hack" panose="020B0609030202020204" pitchFamily="49" charset="0"/>
              </a:rPr>
              <a:t> </a:t>
            </a:r>
            <a:r>
              <a:rPr sz="1463" spc="-4" dirty="0">
                <a:latin typeface="Hack" panose="020B0609030202020204" pitchFamily="49" charset="0"/>
                <a:ea typeface="Hack" panose="020B0609030202020204" pitchFamily="49" charset="0"/>
                <a:cs typeface="Hack" panose="020B0609030202020204" pitchFamily="49" charset="0"/>
              </a:rPr>
              <a:t>Berks</a:t>
            </a:r>
            <a:endParaRPr lang="en-GB" sz="1463" spc="-4" dirty="0">
              <a:latin typeface="Hack" panose="020B0609030202020204" pitchFamily="49" charset="0"/>
              <a:ea typeface="Hack" panose="020B0609030202020204" pitchFamily="49" charset="0"/>
              <a:cs typeface="Hack" panose="020B0609030202020204" pitchFamily="49" charset="0"/>
            </a:endParaRPr>
          </a:p>
          <a:p>
            <a:pPr marL="10319" marR="4128">
              <a:lnSpc>
                <a:spcPct val="110000"/>
              </a:lnSpc>
              <a:spcBef>
                <a:spcPts val="81"/>
              </a:spcBef>
            </a:pPr>
            <a:r>
              <a:rPr sz="1463" spc="-4" dirty="0">
                <a:latin typeface="Hack" panose="020B0609030202020204" pitchFamily="49" charset="0"/>
                <a:ea typeface="Hack" panose="020B0609030202020204" pitchFamily="49" charset="0"/>
                <a:cs typeface="Hack" panose="020B0609030202020204" pitchFamily="49" charset="0"/>
              </a:rPr>
              <a:t>Lewis</a:t>
            </a:r>
            <a:r>
              <a:rPr sz="1463" spc="-28" dirty="0">
                <a:latin typeface="Hack" panose="020B0609030202020204" pitchFamily="49" charset="0"/>
                <a:ea typeface="Hack" panose="020B0609030202020204" pitchFamily="49" charset="0"/>
                <a:cs typeface="Hack" panose="020B0609030202020204" pitchFamily="49" charset="0"/>
              </a:rPr>
              <a:t> </a:t>
            </a:r>
            <a:r>
              <a:rPr sz="1463" spc="-8" dirty="0">
                <a:latin typeface="Hack" panose="020B0609030202020204" pitchFamily="49" charset="0"/>
                <a:ea typeface="Hack" panose="020B0609030202020204" pitchFamily="49" charset="0"/>
                <a:cs typeface="Hack" panose="020B0609030202020204" pitchFamily="49" charset="0"/>
              </a:rPr>
              <a:t>Electrical,</a:t>
            </a:r>
            <a:r>
              <a:rPr sz="1463" spc="-24" dirty="0">
                <a:latin typeface="Hack" panose="020B0609030202020204" pitchFamily="49" charset="0"/>
                <a:ea typeface="Hack" panose="020B0609030202020204" pitchFamily="49" charset="0"/>
                <a:cs typeface="Hack" panose="020B0609030202020204" pitchFamily="49" charset="0"/>
              </a:rPr>
              <a:t> </a:t>
            </a:r>
            <a:r>
              <a:rPr sz="1463" spc="-8" dirty="0">
                <a:latin typeface="Hack" panose="020B0609030202020204" pitchFamily="49" charset="0"/>
                <a:ea typeface="Hack" panose="020B0609030202020204" pitchFamily="49" charset="0"/>
                <a:cs typeface="Hack" panose="020B0609030202020204" pitchFamily="49" charset="0"/>
              </a:rPr>
              <a:t>Oxford,</a:t>
            </a:r>
            <a:r>
              <a:rPr sz="1463" spc="-24" dirty="0">
                <a:latin typeface="Hack" panose="020B0609030202020204" pitchFamily="49" charset="0"/>
                <a:ea typeface="Hack" panose="020B0609030202020204" pitchFamily="49" charset="0"/>
                <a:cs typeface="Hack" panose="020B0609030202020204" pitchFamily="49" charset="0"/>
              </a:rPr>
              <a:t> </a:t>
            </a:r>
            <a:r>
              <a:rPr sz="1463" spc="-8" dirty="0">
                <a:latin typeface="Hack" panose="020B0609030202020204" pitchFamily="49" charset="0"/>
                <a:ea typeface="Hack" panose="020B0609030202020204" pitchFamily="49" charset="0"/>
                <a:cs typeface="Hack" panose="020B0609030202020204" pitchFamily="49" charset="0"/>
              </a:rPr>
              <a:t>Oxon</a:t>
            </a:r>
            <a:endParaRPr sz="1463" dirty="0">
              <a:latin typeface="Hack" panose="020B0609030202020204" pitchFamily="49" charset="0"/>
              <a:ea typeface="Hack" panose="020B0609030202020204" pitchFamily="49" charset="0"/>
              <a:cs typeface="Hack" panose="020B0609030202020204" pitchFamily="49" charset="0"/>
            </a:endParaRPr>
          </a:p>
        </p:txBody>
      </p:sp>
      <p:sp>
        <p:nvSpPr>
          <p:cNvPr id="4" name="Slide Number Placeholder 1">
            <a:extLst>
              <a:ext uri="{FF2B5EF4-FFF2-40B4-BE49-F238E27FC236}">
                <a16:creationId xmlns:a16="http://schemas.microsoft.com/office/drawing/2014/main" id="{9AC64B14-7C27-F838-69A6-E3D0A44A6765}"/>
              </a:ext>
            </a:extLst>
          </p:cNvPr>
          <p:cNvSpPr txBox="1">
            <a:spLocks/>
          </p:cNvSpPr>
          <p:nvPr/>
        </p:nvSpPr>
        <p:spPr>
          <a:xfrm>
            <a:off x="9365513" y="6398855"/>
            <a:ext cx="27432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EF892D59-8F09-EF4B-AD6D-DA609442F868}" type="slidenum">
              <a:rPr lang="en-GB" smtClean="0"/>
              <a:pPr algn="r"/>
              <a:t>28</a:t>
            </a:fld>
            <a:endParaRPr lang="en-GB"/>
          </a:p>
        </p:txBody>
      </p:sp>
    </p:spTree>
    <p:extLst>
      <p:ext uri="{BB962C8B-B14F-4D97-AF65-F5344CB8AC3E}">
        <p14:creationId xmlns:p14="http://schemas.microsoft.com/office/powerpoint/2010/main" val="20544735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DF14E73-F2EF-FB49-8336-AA2A0340A701}"/>
              </a:ext>
            </a:extLst>
          </p:cNvPr>
          <p:cNvSpPr>
            <a:spLocks noGrp="1"/>
          </p:cNvSpPr>
          <p:nvPr>
            <p:ph type="ctrTitle"/>
          </p:nvPr>
        </p:nvSpPr>
        <p:spPr/>
        <p:txBody>
          <a:bodyPr/>
          <a:lstStyle/>
          <a:p>
            <a:r>
              <a:rPr lang="en-GB" dirty="0"/>
              <a:t>Line addressing</a:t>
            </a:r>
            <a:endParaRPr lang="en-GB" sz="280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569"/>
              </a:spcBef>
              <a:buClr>
                <a:srgbClr val="000000"/>
              </a:buClr>
              <a:buFont typeface="Arial"/>
              <a:buChar char="•"/>
              <a:tabLst>
                <a:tab pos="289957" algn="l"/>
                <a:tab pos="290473" algn="l"/>
              </a:tabLst>
            </a:pPr>
            <a:r>
              <a:rPr lang="en-GB" sz="1800" spc="-4" dirty="0">
                <a:solidFill>
                  <a:srgbClr val="2D2C2C"/>
                </a:solidFill>
                <a:latin typeface="+mn-lt"/>
                <a:cs typeface="Segoe UI"/>
              </a:rPr>
              <a:t>By default, commands act upon all lines.</a:t>
            </a:r>
          </a:p>
          <a:p>
            <a:pPr marL="469953" lvl="1" indent="-280154">
              <a:spcBef>
                <a:spcPts val="569"/>
              </a:spcBef>
              <a:buClr>
                <a:srgbClr val="000000"/>
              </a:buClr>
              <a:buFont typeface="Arial"/>
              <a:buChar char="•"/>
              <a:tabLst>
                <a:tab pos="289957" algn="l"/>
                <a:tab pos="290473" algn="l"/>
              </a:tabLst>
            </a:pPr>
            <a:r>
              <a:rPr lang="en-GB" sz="1800" spc="-4" dirty="0">
                <a:solidFill>
                  <a:srgbClr val="2D2C2C"/>
                </a:solidFill>
                <a:latin typeface="+mn-lt"/>
                <a:cs typeface="Segoe UI"/>
              </a:rPr>
              <a:t>But lines can be specified by number </a:t>
            </a:r>
            <a:r>
              <a:rPr lang="en-GB" sz="1800" b="1" spc="-4" dirty="0">
                <a:solidFill>
                  <a:srgbClr val="7030A0"/>
                </a:solidFill>
                <a:latin typeface="Hack" panose="020B0609030202020204" pitchFamily="49" charset="0"/>
                <a:ea typeface="Hack" panose="020B0609030202020204" pitchFamily="49" charset="0"/>
                <a:cs typeface="Hack" panose="020B0609030202020204" pitchFamily="49" charset="0"/>
              </a:rPr>
              <a:t>2p </a:t>
            </a:r>
            <a:r>
              <a:rPr lang="en-GB" sz="1800" spc="-4" dirty="0">
                <a:solidFill>
                  <a:srgbClr val="2D2C2C"/>
                </a:solidFill>
                <a:latin typeface="+mn-lt"/>
                <a:cs typeface="Segoe UI"/>
              </a:rPr>
              <a:t>(</a:t>
            </a:r>
            <a:r>
              <a:rPr lang="en-GB" sz="1800" b="1" spc="-4"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GB" sz="1800" spc="-4" dirty="0">
                <a:solidFill>
                  <a:srgbClr val="2D2C2C"/>
                </a:solidFill>
                <a:latin typeface="+mn-lt"/>
                <a:cs typeface="Segoe UI"/>
              </a:rPr>
              <a:t> is the last line).</a:t>
            </a:r>
            <a:endParaRPr lang="en-GB" sz="1800" b="1" spc="-4" dirty="0">
              <a:solidFill>
                <a:srgbClr val="7030A0"/>
              </a:solidFill>
              <a:latin typeface="Hack" panose="020B0609030202020204" pitchFamily="49" charset="0"/>
              <a:ea typeface="Hack" panose="020B0609030202020204" pitchFamily="49" charset="0"/>
              <a:cs typeface="Hack" panose="020B0609030202020204" pitchFamily="49" charset="0"/>
            </a:endParaRPr>
          </a:p>
          <a:p>
            <a:pPr marL="469953" lvl="1" indent="-280154">
              <a:spcBef>
                <a:spcPts val="569"/>
              </a:spcBef>
              <a:buClr>
                <a:srgbClr val="000000"/>
              </a:buClr>
              <a:buFont typeface="Arial"/>
              <a:buChar char="•"/>
              <a:tabLst>
                <a:tab pos="289957" algn="l"/>
                <a:tab pos="290473" algn="l"/>
              </a:tabLst>
            </a:pPr>
            <a:r>
              <a:rPr lang="en-GB" sz="1800" spc="-4" dirty="0">
                <a:solidFill>
                  <a:srgbClr val="2D2C2C"/>
                </a:solidFill>
                <a:latin typeface="+mn-lt"/>
                <a:cs typeface="Segoe UI"/>
              </a:rPr>
              <a:t>Or by regular expression </a:t>
            </a:r>
            <a:r>
              <a:rPr lang="en-GB" sz="1800" b="1" spc="-4"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GB" sz="1800" b="1" spc="-4" dirty="0" err="1">
                <a:solidFill>
                  <a:srgbClr val="7030A0"/>
                </a:solidFill>
                <a:latin typeface="Hack" panose="020B0609030202020204" pitchFamily="49" charset="0"/>
                <a:ea typeface="Hack" panose="020B0609030202020204" pitchFamily="49" charset="0"/>
                <a:cs typeface="Hack" panose="020B0609030202020204" pitchFamily="49" charset="0"/>
              </a:rPr>
              <a:t>Mddx</a:t>
            </a:r>
            <a:r>
              <a:rPr lang="en-GB" sz="1800" b="1" spc="-4"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GB" spc="-4" dirty="0">
                <a:solidFill>
                  <a:srgbClr val="2D2C2C"/>
                </a:solidFill>
                <a:cs typeface="Segoe UI"/>
              </a:rPr>
              <a:t>.</a:t>
            </a:r>
          </a:p>
          <a:p>
            <a:pPr marL="289957" indent="-280154">
              <a:spcBef>
                <a:spcPts val="569"/>
              </a:spcBef>
              <a:buClr>
                <a:srgbClr val="000000"/>
              </a:buClr>
              <a:buFont typeface="Arial"/>
              <a:buChar char="•"/>
              <a:tabLst>
                <a:tab pos="289957" algn="l"/>
                <a:tab pos="290473" algn="l"/>
              </a:tabLst>
            </a:pPr>
            <a:r>
              <a:rPr lang="en-GB" sz="1800" spc="-4" dirty="0">
                <a:solidFill>
                  <a:srgbClr val="2D2C2C"/>
                </a:solidFill>
                <a:latin typeface="+mn-lt"/>
                <a:cs typeface="Segoe UI"/>
              </a:rPr>
              <a:t>Either of these can be used as a range. Simply put a comma between the start and end specifier:  </a:t>
            </a:r>
            <a:r>
              <a:rPr lang="en-GB" sz="1800" b="1" spc="-4"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GB" sz="1800" b="1" spc="-4" dirty="0" err="1">
                <a:solidFill>
                  <a:srgbClr val="7030A0"/>
                </a:solidFill>
                <a:latin typeface="Hack" panose="020B0609030202020204" pitchFamily="49" charset="0"/>
                <a:ea typeface="Hack" panose="020B0609030202020204" pitchFamily="49" charset="0"/>
                <a:cs typeface="Hack" panose="020B0609030202020204" pitchFamily="49" charset="0"/>
              </a:rPr>
              <a:t>Mddx</a:t>
            </a:r>
            <a:r>
              <a:rPr lang="en-GB" sz="1800" b="1" spc="-4" dirty="0">
                <a:solidFill>
                  <a:srgbClr val="7030A0"/>
                </a:solidFill>
                <a:latin typeface="Hack" panose="020B0609030202020204" pitchFamily="49" charset="0"/>
                <a:ea typeface="Hack" panose="020B0609030202020204" pitchFamily="49" charset="0"/>
                <a:cs typeface="Hack" panose="020B0609030202020204" pitchFamily="49" charset="0"/>
              </a:rPr>
              <a:t>/,3p</a:t>
            </a:r>
          </a:p>
          <a:p>
            <a:pPr marL="289957" indent="-280154">
              <a:spcBef>
                <a:spcPts val="569"/>
              </a:spcBef>
              <a:buClr>
                <a:srgbClr val="000000"/>
              </a:buClr>
              <a:buFont typeface="Arial"/>
              <a:buChar char="•"/>
              <a:tabLst>
                <a:tab pos="289957" algn="l"/>
                <a:tab pos="290473" algn="l"/>
              </a:tabLst>
            </a:pPr>
            <a:r>
              <a:rPr lang="en-GB" sz="1800" spc="-4" dirty="0">
                <a:solidFill>
                  <a:srgbClr val="2D2C2C"/>
                </a:solidFill>
                <a:latin typeface="+mn-lt"/>
                <a:cs typeface="Segoe UI"/>
              </a:rPr>
              <a:t>We can even specify what lines are not to be processed by placing an exclamation after the address or range: </a:t>
            </a:r>
            <a:r>
              <a:rPr lang="en-GB" sz="1800" b="1" spc="-4"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GB" sz="1800" b="1" spc="-4" dirty="0" err="1">
                <a:solidFill>
                  <a:srgbClr val="7030A0"/>
                </a:solidFill>
                <a:latin typeface="Hack" panose="020B0609030202020204" pitchFamily="49" charset="0"/>
                <a:ea typeface="Hack" panose="020B0609030202020204" pitchFamily="49" charset="0"/>
                <a:cs typeface="Hack" panose="020B0609030202020204" pitchFamily="49" charset="0"/>
              </a:rPr>
              <a:t>Mddx</a:t>
            </a:r>
            <a:r>
              <a:rPr lang="en-GB" sz="1800" b="1" spc="-4" dirty="0">
                <a:solidFill>
                  <a:srgbClr val="7030A0"/>
                </a:solidFill>
                <a:latin typeface="Hack" panose="020B0609030202020204" pitchFamily="49" charset="0"/>
                <a:ea typeface="Hack" panose="020B0609030202020204" pitchFamily="49" charset="0"/>
                <a:cs typeface="Hack" panose="020B0609030202020204" pitchFamily="49" charset="0"/>
              </a:rPr>
              <a:t>/,3!p</a:t>
            </a:r>
          </a:p>
          <a:p>
            <a:pPr marL="289957" indent="-280154">
              <a:spcBef>
                <a:spcPts val="569"/>
              </a:spcBef>
              <a:buClr>
                <a:srgbClr val="000000"/>
              </a:buClr>
              <a:buFont typeface="Arial"/>
              <a:buChar char="•"/>
              <a:tabLst>
                <a:tab pos="289957" algn="l"/>
                <a:tab pos="290473" algn="l"/>
              </a:tabLst>
            </a:pPr>
            <a:endParaRPr lang="en-GB" sz="1800" b="1" spc="-4" dirty="0">
              <a:solidFill>
                <a:srgbClr val="7030A0"/>
              </a:solidFill>
              <a:latin typeface="Hack" panose="020B0609030202020204" pitchFamily="49" charset="0"/>
              <a:ea typeface="Hack" panose="020B0609030202020204" pitchFamily="49" charset="0"/>
              <a:cs typeface="Hack" panose="020B0609030202020204" pitchFamily="49" charset="0"/>
            </a:endParaRPr>
          </a:p>
          <a:p>
            <a:pPr marL="289957" indent="-280154">
              <a:spcBef>
                <a:spcPts val="569"/>
              </a:spcBef>
              <a:buClr>
                <a:srgbClr val="000000"/>
              </a:buClr>
              <a:buFont typeface="Arial"/>
              <a:buChar char="•"/>
              <a:tabLst>
                <a:tab pos="289957" algn="l"/>
                <a:tab pos="290473" algn="l"/>
              </a:tabLst>
            </a:pPr>
            <a:endParaRPr lang="en-GB" sz="1800" b="1" spc="-4" dirty="0">
              <a:solidFill>
                <a:srgbClr val="7030A0"/>
              </a:solidFill>
              <a:latin typeface="Hack" panose="020B0609030202020204" pitchFamily="49" charset="0"/>
              <a:ea typeface="Hack" panose="020B0609030202020204" pitchFamily="49" charset="0"/>
              <a:cs typeface="Hack" panose="020B0609030202020204" pitchFamily="49" charset="0"/>
            </a:endParaRPr>
          </a:p>
          <a:p>
            <a:pPr marL="289957" indent="-280154">
              <a:spcBef>
                <a:spcPts val="569"/>
              </a:spcBef>
              <a:buClr>
                <a:srgbClr val="000000"/>
              </a:buClr>
              <a:buFont typeface="Arial"/>
              <a:buChar char="•"/>
              <a:tabLst>
                <a:tab pos="289957" algn="l"/>
                <a:tab pos="290473" algn="l"/>
              </a:tabLst>
            </a:pPr>
            <a:r>
              <a:rPr lang="en-GB" sz="1800" spc="-4" dirty="0">
                <a:solidFill>
                  <a:srgbClr val="2D2C2C"/>
                </a:solidFill>
                <a:latin typeface="+mn-lt"/>
                <a:cs typeface="Segoe UI"/>
              </a:rPr>
              <a:t>Assuming the file </a:t>
            </a:r>
            <a:r>
              <a:rPr lang="en-GB" sz="1800" b="1" spc="-4" dirty="0" err="1">
                <a:solidFill>
                  <a:srgbClr val="2D2C2C"/>
                </a:solidFill>
                <a:latin typeface="+mn-lt"/>
                <a:cs typeface="Segoe UI"/>
              </a:rPr>
              <a:t>addr</a:t>
            </a:r>
            <a:r>
              <a:rPr lang="en-GB" sz="1800" spc="-4" dirty="0">
                <a:solidFill>
                  <a:srgbClr val="2D2C2C"/>
                </a:solidFill>
                <a:latin typeface="+mn-lt"/>
                <a:cs typeface="Segoe UI"/>
              </a:rPr>
              <a:t> contains:</a:t>
            </a:r>
            <a:endParaRPr lang="en-US" sz="1800" dirty="0">
              <a:cs typeface="Segoe UI"/>
            </a:endParaRPr>
          </a:p>
          <a:p>
            <a:endParaRPr lang="en-GB" sz="1800" dirty="0"/>
          </a:p>
        </p:txBody>
      </p:sp>
      <p:sp>
        <p:nvSpPr>
          <p:cNvPr id="8" name="Rectangle 3">
            <a:extLst>
              <a:ext uri="{FF2B5EF4-FFF2-40B4-BE49-F238E27FC236}">
                <a16:creationId xmlns:a16="http://schemas.microsoft.com/office/drawing/2014/main" id="{B59E6B9E-8A17-D8F5-4BC0-18AF3E4A3C5D}"/>
              </a:ext>
            </a:extLst>
          </p:cNvPr>
          <p:cNvSpPr>
            <a:spLocks noChangeArrowheads="1"/>
          </p:cNvSpPr>
          <p:nvPr/>
        </p:nvSpPr>
        <p:spPr bwMode="auto">
          <a:xfrm>
            <a:off x="637858" y="5462098"/>
            <a:ext cx="6770688" cy="648896"/>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10319" marR="4128">
              <a:spcBef>
                <a:spcPts val="73"/>
              </a:spcBef>
            </a:pPr>
            <a:r>
              <a:rPr lang="en-GB"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pc="-4"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b="1" spc="-4" dirty="0" err="1">
                <a:solidFill>
                  <a:schemeClr val="bg1"/>
                </a:solidFill>
                <a:latin typeface="Hack" panose="020B0609030202020204" pitchFamily="49" charset="0"/>
                <a:ea typeface="Hack" panose="020B0609030202020204" pitchFamily="49" charset="0"/>
                <a:cs typeface="Hack" panose="020B0609030202020204" pitchFamily="49" charset="0"/>
              </a:rPr>
              <a:t>sed</a:t>
            </a:r>
            <a:r>
              <a:rPr lang="en-GB" b="1" spc="-4" dirty="0">
                <a:solidFill>
                  <a:schemeClr val="bg1"/>
                </a:solidFill>
                <a:latin typeface="Hack" panose="020B0609030202020204" pitchFamily="49" charset="0"/>
                <a:ea typeface="Hack" panose="020B0609030202020204" pitchFamily="49" charset="0"/>
                <a:cs typeface="Hack" panose="020B0609030202020204" pitchFamily="49" charset="0"/>
              </a:rPr>
              <a:t> -n ‘2p' </a:t>
            </a:r>
            <a:r>
              <a:rPr lang="en-GB" b="1" spc="-4" dirty="0" err="1">
                <a:solidFill>
                  <a:schemeClr val="bg1"/>
                </a:solidFill>
                <a:latin typeface="Hack" panose="020B0609030202020204" pitchFamily="49" charset="0"/>
                <a:ea typeface="Hack" panose="020B0609030202020204" pitchFamily="49" charset="0"/>
                <a:cs typeface="Hack" panose="020B0609030202020204" pitchFamily="49" charset="0"/>
              </a:rPr>
              <a:t>addr</a:t>
            </a:r>
            <a:endParaRPr lang="en-GB" b="1" spc="-4" dirty="0">
              <a:solidFill>
                <a:schemeClr val="bg1"/>
              </a:solidFill>
              <a:latin typeface="Hack" panose="020B0609030202020204" pitchFamily="49" charset="0"/>
              <a:ea typeface="Hack" panose="020B0609030202020204" pitchFamily="49" charset="0"/>
              <a:cs typeface="Hack" panose="020B0609030202020204" pitchFamily="49" charset="0"/>
            </a:endParaRPr>
          </a:p>
          <a:p>
            <a:pPr marL="10319" marR="4128">
              <a:spcBef>
                <a:spcPts val="73"/>
              </a:spcBef>
            </a:pPr>
            <a:r>
              <a:rPr lang="en-GB" sz="1400" dirty="0">
                <a:solidFill>
                  <a:srgbClr val="00B0F0"/>
                </a:solidFill>
                <a:latin typeface="Hack" panose="020B0609030202020204" pitchFamily="49" charset="0"/>
                <a:ea typeface="Hack" panose="020B0609030202020204" pitchFamily="49" charset="0"/>
                <a:cs typeface="Hack" panose="020B0609030202020204" pitchFamily="49" charset="0"/>
              </a:rPr>
              <a:t>Wooley's Domestic, Hayes, Middx</a:t>
            </a:r>
          </a:p>
        </p:txBody>
      </p:sp>
      <p:sp>
        <p:nvSpPr>
          <p:cNvPr id="9" name="object 20">
            <a:extLst>
              <a:ext uri="{FF2B5EF4-FFF2-40B4-BE49-F238E27FC236}">
                <a16:creationId xmlns:a16="http://schemas.microsoft.com/office/drawing/2014/main" id="{39C45287-1843-F3B0-CD06-EE7DEB3FBAC7}"/>
              </a:ext>
            </a:extLst>
          </p:cNvPr>
          <p:cNvSpPr txBox="1"/>
          <p:nvPr/>
        </p:nvSpPr>
        <p:spPr>
          <a:xfrm>
            <a:off x="4318246" y="4144361"/>
            <a:ext cx="3795236" cy="1029738"/>
          </a:xfrm>
          <a:prstGeom prst="rect">
            <a:avLst/>
          </a:prstGeom>
          <a:solidFill>
            <a:srgbClr val="0FEEB9"/>
          </a:solidFill>
          <a:ln>
            <a:solidFill>
              <a:schemeClr val="tx1"/>
            </a:solidFill>
          </a:ln>
        </p:spPr>
        <p:txBody>
          <a:bodyPr vert="horz" wrap="square" lIns="0" tIns="10319" rIns="0" bIns="0" rtlCol="0">
            <a:spAutoFit/>
          </a:bodyPr>
          <a:lstStyle/>
          <a:p>
            <a:pPr marL="10319" marR="4128">
              <a:lnSpc>
                <a:spcPct val="110000"/>
              </a:lnSpc>
              <a:spcBef>
                <a:spcPts val="81"/>
              </a:spcBef>
            </a:pPr>
            <a:r>
              <a:rPr sz="1463" spc="-4" dirty="0">
                <a:latin typeface="Hack" panose="020B0609030202020204" pitchFamily="49" charset="0"/>
                <a:ea typeface="Hack" panose="020B0609030202020204" pitchFamily="49" charset="0"/>
                <a:cs typeface="Hack" panose="020B0609030202020204" pitchFamily="49" charset="0"/>
              </a:rPr>
              <a:t>C&amp;S </a:t>
            </a:r>
            <a:r>
              <a:rPr sz="1463" spc="-8" dirty="0">
                <a:latin typeface="Hack" panose="020B0609030202020204" pitchFamily="49" charset="0"/>
                <a:ea typeface="Hack" panose="020B0609030202020204" pitchFamily="49" charset="0"/>
                <a:cs typeface="Hack" panose="020B0609030202020204" pitchFamily="49" charset="0"/>
              </a:rPr>
              <a:t>Electrical, Basingstoke, </a:t>
            </a:r>
            <a:r>
              <a:rPr sz="1463" spc="-4" dirty="0">
                <a:latin typeface="Hack" panose="020B0609030202020204" pitchFamily="49" charset="0"/>
                <a:ea typeface="Hack" panose="020B0609030202020204" pitchFamily="49" charset="0"/>
                <a:cs typeface="Hack" panose="020B0609030202020204" pitchFamily="49" charset="0"/>
              </a:rPr>
              <a:t>Hants</a:t>
            </a:r>
            <a:endParaRPr lang="en-GB" sz="1463" spc="-4" dirty="0">
              <a:latin typeface="Hack" panose="020B0609030202020204" pitchFamily="49" charset="0"/>
              <a:ea typeface="Hack" panose="020B0609030202020204" pitchFamily="49" charset="0"/>
              <a:cs typeface="Hack" panose="020B0609030202020204" pitchFamily="49" charset="0"/>
            </a:endParaRPr>
          </a:p>
          <a:p>
            <a:pPr marL="10319" marR="4128">
              <a:lnSpc>
                <a:spcPct val="110000"/>
              </a:lnSpc>
              <a:spcBef>
                <a:spcPts val="81"/>
              </a:spcBef>
            </a:pPr>
            <a:r>
              <a:rPr sz="1463" spc="-869" dirty="0">
                <a:latin typeface="Hack" panose="020B0609030202020204" pitchFamily="49" charset="0"/>
                <a:ea typeface="Hack" panose="020B0609030202020204" pitchFamily="49" charset="0"/>
                <a:cs typeface="Hack" panose="020B0609030202020204" pitchFamily="49" charset="0"/>
              </a:rPr>
              <a:t> </a:t>
            </a:r>
            <a:r>
              <a:rPr sz="1463" spc="-8" dirty="0">
                <a:latin typeface="Hack" panose="020B0609030202020204" pitchFamily="49" charset="0"/>
                <a:ea typeface="Hack" panose="020B0609030202020204" pitchFamily="49" charset="0"/>
                <a:cs typeface="Hack" panose="020B0609030202020204" pitchFamily="49" charset="0"/>
              </a:rPr>
              <a:t>Wooley's Domestic,</a:t>
            </a:r>
            <a:r>
              <a:rPr sz="1463" spc="-4" dirty="0">
                <a:latin typeface="Hack" panose="020B0609030202020204" pitchFamily="49" charset="0"/>
                <a:ea typeface="Hack" panose="020B0609030202020204" pitchFamily="49" charset="0"/>
                <a:cs typeface="Hack" panose="020B0609030202020204" pitchFamily="49" charset="0"/>
              </a:rPr>
              <a:t> </a:t>
            </a:r>
            <a:r>
              <a:rPr sz="1463" spc="-12" dirty="0">
                <a:latin typeface="Hack" panose="020B0609030202020204" pitchFamily="49" charset="0"/>
                <a:ea typeface="Hack" panose="020B0609030202020204" pitchFamily="49" charset="0"/>
                <a:cs typeface="Hack" panose="020B0609030202020204" pitchFamily="49" charset="0"/>
              </a:rPr>
              <a:t>Hayes, </a:t>
            </a:r>
            <a:r>
              <a:rPr sz="1463" spc="-8" dirty="0">
                <a:latin typeface="Hack" panose="020B0609030202020204" pitchFamily="49" charset="0"/>
                <a:ea typeface="Hack" panose="020B0609030202020204" pitchFamily="49" charset="0"/>
                <a:cs typeface="Hack" panose="020B0609030202020204" pitchFamily="49" charset="0"/>
              </a:rPr>
              <a:t>Middx</a:t>
            </a:r>
            <a:endParaRPr lang="en-GB" sz="1463" spc="-8" dirty="0">
              <a:latin typeface="Hack" panose="020B0609030202020204" pitchFamily="49" charset="0"/>
              <a:ea typeface="Hack" panose="020B0609030202020204" pitchFamily="49" charset="0"/>
              <a:cs typeface="Hack" panose="020B0609030202020204" pitchFamily="49" charset="0"/>
            </a:endParaRPr>
          </a:p>
          <a:p>
            <a:pPr marL="10319" marR="4128">
              <a:lnSpc>
                <a:spcPct val="110000"/>
              </a:lnSpc>
              <a:spcBef>
                <a:spcPts val="81"/>
              </a:spcBef>
            </a:pPr>
            <a:r>
              <a:rPr sz="1463" spc="-8" dirty="0" err="1">
                <a:latin typeface="Hack" panose="020B0609030202020204" pitchFamily="49" charset="0"/>
                <a:ea typeface="Hack" panose="020B0609030202020204" pitchFamily="49" charset="0"/>
                <a:cs typeface="Hack" panose="020B0609030202020204" pitchFamily="49" charset="0"/>
              </a:rPr>
              <a:t>Electromode</a:t>
            </a:r>
            <a:r>
              <a:rPr sz="1463" spc="-8" dirty="0">
                <a:latin typeface="Hack" panose="020B0609030202020204" pitchFamily="49" charset="0"/>
                <a:ea typeface="Hack" panose="020B0609030202020204" pitchFamily="49" charset="0"/>
                <a:cs typeface="Hack" panose="020B0609030202020204" pitchFamily="49" charset="0"/>
              </a:rPr>
              <a:t>,</a:t>
            </a:r>
            <a:r>
              <a:rPr sz="1463" spc="-24" dirty="0">
                <a:latin typeface="Hack" panose="020B0609030202020204" pitchFamily="49" charset="0"/>
                <a:ea typeface="Hack" panose="020B0609030202020204" pitchFamily="49" charset="0"/>
                <a:cs typeface="Hack" panose="020B0609030202020204" pitchFamily="49" charset="0"/>
              </a:rPr>
              <a:t> </a:t>
            </a:r>
            <a:r>
              <a:rPr sz="1463" spc="-8" dirty="0">
                <a:latin typeface="Hack" panose="020B0609030202020204" pitchFamily="49" charset="0"/>
                <a:ea typeface="Hack" panose="020B0609030202020204" pitchFamily="49" charset="0"/>
                <a:cs typeface="Hack" panose="020B0609030202020204" pitchFamily="49" charset="0"/>
              </a:rPr>
              <a:t>Reading,</a:t>
            </a:r>
            <a:r>
              <a:rPr sz="1463" spc="-45" dirty="0">
                <a:latin typeface="Hack" panose="020B0609030202020204" pitchFamily="49" charset="0"/>
                <a:ea typeface="Hack" panose="020B0609030202020204" pitchFamily="49" charset="0"/>
                <a:cs typeface="Hack" panose="020B0609030202020204" pitchFamily="49" charset="0"/>
              </a:rPr>
              <a:t> </a:t>
            </a:r>
            <a:r>
              <a:rPr sz="1463" spc="-4" dirty="0">
                <a:latin typeface="Hack" panose="020B0609030202020204" pitchFamily="49" charset="0"/>
                <a:ea typeface="Hack" panose="020B0609030202020204" pitchFamily="49" charset="0"/>
                <a:cs typeface="Hack" panose="020B0609030202020204" pitchFamily="49" charset="0"/>
              </a:rPr>
              <a:t>Berks</a:t>
            </a:r>
            <a:endParaRPr lang="en-GB" sz="1463" spc="-4" dirty="0">
              <a:latin typeface="Hack" panose="020B0609030202020204" pitchFamily="49" charset="0"/>
              <a:ea typeface="Hack" panose="020B0609030202020204" pitchFamily="49" charset="0"/>
              <a:cs typeface="Hack" panose="020B0609030202020204" pitchFamily="49" charset="0"/>
            </a:endParaRPr>
          </a:p>
          <a:p>
            <a:pPr marL="10319" marR="4128">
              <a:lnSpc>
                <a:spcPct val="110000"/>
              </a:lnSpc>
              <a:spcBef>
                <a:spcPts val="81"/>
              </a:spcBef>
            </a:pPr>
            <a:r>
              <a:rPr sz="1463" spc="-4" dirty="0">
                <a:latin typeface="Hack" panose="020B0609030202020204" pitchFamily="49" charset="0"/>
                <a:ea typeface="Hack" panose="020B0609030202020204" pitchFamily="49" charset="0"/>
                <a:cs typeface="Hack" panose="020B0609030202020204" pitchFamily="49" charset="0"/>
              </a:rPr>
              <a:t>Lewis</a:t>
            </a:r>
            <a:r>
              <a:rPr sz="1463" spc="-28" dirty="0">
                <a:latin typeface="Hack" panose="020B0609030202020204" pitchFamily="49" charset="0"/>
                <a:ea typeface="Hack" panose="020B0609030202020204" pitchFamily="49" charset="0"/>
                <a:cs typeface="Hack" panose="020B0609030202020204" pitchFamily="49" charset="0"/>
              </a:rPr>
              <a:t> </a:t>
            </a:r>
            <a:r>
              <a:rPr sz="1463" spc="-8" dirty="0">
                <a:latin typeface="Hack" panose="020B0609030202020204" pitchFamily="49" charset="0"/>
                <a:ea typeface="Hack" panose="020B0609030202020204" pitchFamily="49" charset="0"/>
                <a:cs typeface="Hack" panose="020B0609030202020204" pitchFamily="49" charset="0"/>
              </a:rPr>
              <a:t>Electrical,</a:t>
            </a:r>
            <a:r>
              <a:rPr sz="1463" spc="-24" dirty="0">
                <a:latin typeface="Hack" panose="020B0609030202020204" pitchFamily="49" charset="0"/>
                <a:ea typeface="Hack" panose="020B0609030202020204" pitchFamily="49" charset="0"/>
                <a:cs typeface="Hack" panose="020B0609030202020204" pitchFamily="49" charset="0"/>
              </a:rPr>
              <a:t> </a:t>
            </a:r>
            <a:r>
              <a:rPr sz="1463" spc="-8" dirty="0">
                <a:latin typeface="Hack" panose="020B0609030202020204" pitchFamily="49" charset="0"/>
                <a:ea typeface="Hack" panose="020B0609030202020204" pitchFamily="49" charset="0"/>
                <a:cs typeface="Hack" panose="020B0609030202020204" pitchFamily="49" charset="0"/>
              </a:rPr>
              <a:t>Oxford,</a:t>
            </a:r>
            <a:r>
              <a:rPr sz="1463" spc="-24" dirty="0">
                <a:latin typeface="Hack" panose="020B0609030202020204" pitchFamily="49" charset="0"/>
                <a:ea typeface="Hack" panose="020B0609030202020204" pitchFamily="49" charset="0"/>
                <a:cs typeface="Hack" panose="020B0609030202020204" pitchFamily="49" charset="0"/>
              </a:rPr>
              <a:t> </a:t>
            </a:r>
            <a:r>
              <a:rPr sz="1463" spc="-8" dirty="0">
                <a:latin typeface="Hack" panose="020B0609030202020204" pitchFamily="49" charset="0"/>
                <a:ea typeface="Hack" panose="020B0609030202020204" pitchFamily="49" charset="0"/>
                <a:cs typeface="Hack" panose="020B0609030202020204" pitchFamily="49" charset="0"/>
              </a:rPr>
              <a:t>Oxon</a:t>
            </a:r>
            <a:endParaRPr sz="1463" dirty="0">
              <a:latin typeface="Hack" panose="020B0609030202020204" pitchFamily="49" charset="0"/>
              <a:ea typeface="Hack" panose="020B0609030202020204" pitchFamily="49" charset="0"/>
              <a:cs typeface="Hack" panose="020B0609030202020204" pitchFamily="49" charset="0"/>
            </a:endParaRPr>
          </a:p>
        </p:txBody>
      </p:sp>
      <p:sp>
        <p:nvSpPr>
          <p:cNvPr id="4" name="Slide Number Placeholder 1">
            <a:extLst>
              <a:ext uri="{FF2B5EF4-FFF2-40B4-BE49-F238E27FC236}">
                <a16:creationId xmlns:a16="http://schemas.microsoft.com/office/drawing/2014/main" id="{F2947225-E407-A837-13F8-CFBCAFB5CAFE}"/>
              </a:ext>
            </a:extLst>
          </p:cNvPr>
          <p:cNvSpPr txBox="1">
            <a:spLocks/>
          </p:cNvSpPr>
          <p:nvPr/>
        </p:nvSpPr>
        <p:spPr>
          <a:xfrm>
            <a:off x="9365513" y="6398855"/>
            <a:ext cx="27432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EF892D59-8F09-EF4B-AD6D-DA609442F868}" type="slidenum">
              <a:rPr lang="en-GB" smtClean="0"/>
              <a:pPr algn="r"/>
              <a:t>29</a:t>
            </a:fld>
            <a:endParaRPr lang="en-GB"/>
          </a:p>
        </p:txBody>
      </p:sp>
    </p:spTree>
    <p:extLst>
      <p:ext uri="{BB962C8B-B14F-4D97-AF65-F5344CB8AC3E}">
        <p14:creationId xmlns:p14="http://schemas.microsoft.com/office/powerpoint/2010/main" val="17267521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F1F6EA-FE32-E3F7-11D5-FF798EFFE3B1}"/>
              </a:ext>
            </a:extLst>
          </p:cNvPr>
          <p:cNvSpPr>
            <a:spLocks noGrp="1"/>
          </p:cNvSpPr>
          <p:nvPr>
            <p:ph type="ctrTitle"/>
          </p:nvPr>
        </p:nvSpPr>
        <p:spPr/>
        <p:txBody>
          <a:bodyPr/>
          <a:lstStyle/>
          <a:p>
            <a:r>
              <a:rPr lang="en-GB" dirty="0"/>
              <a:t>quit command</a:t>
            </a:r>
            <a:endParaRPr lang="en-GB" sz="280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569"/>
              </a:spcBef>
              <a:buClr>
                <a:srgbClr val="000000"/>
              </a:buClr>
              <a:buFont typeface="Arial"/>
              <a:buChar char="•"/>
              <a:tabLst>
                <a:tab pos="289957" algn="l"/>
                <a:tab pos="290473" algn="l"/>
              </a:tabLst>
            </a:pPr>
            <a:r>
              <a:rPr lang="en-GB" sz="1800" spc="-4" dirty="0">
                <a:solidFill>
                  <a:srgbClr val="2D2C2C"/>
                </a:solidFill>
                <a:latin typeface="+mn-lt"/>
                <a:cs typeface="Segoe UI"/>
              </a:rPr>
              <a:t>The </a:t>
            </a:r>
            <a:r>
              <a:rPr lang="en-GB" sz="1800" b="1" spc="-4" dirty="0">
                <a:solidFill>
                  <a:srgbClr val="7030A0"/>
                </a:solidFill>
                <a:latin typeface="Hack" panose="020B0609030202020204" pitchFamily="49" charset="0"/>
                <a:ea typeface="Hack" panose="020B0609030202020204" pitchFamily="49" charset="0"/>
                <a:cs typeface="Hack" panose="020B0609030202020204" pitchFamily="49" charset="0"/>
              </a:rPr>
              <a:t>q </a:t>
            </a:r>
            <a:r>
              <a:rPr lang="en-GB" sz="1800" spc="-4" dirty="0">
                <a:solidFill>
                  <a:srgbClr val="2D2C2C"/>
                </a:solidFill>
                <a:latin typeface="+mn-lt"/>
                <a:cs typeface="Segoe UI"/>
              </a:rPr>
              <a:t>command forces </a:t>
            </a:r>
            <a:r>
              <a:rPr lang="en-GB" sz="1800" spc="-4" dirty="0" err="1">
                <a:solidFill>
                  <a:srgbClr val="2D2C2C"/>
                </a:solidFill>
                <a:latin typeface="+mn-lt"/>
                <a:cs typeface="Segoe UI"/>
              </a:rPr>
              <a:t>sed</a:t>
            </a:r>
            <a:r>
              <a:rPr lang="en-GB" sz="1800" spc="-4" dirty="0">
                <a:solidFill>
                  <a:srgbClr val="2D2C2C"/>
                </a:solidFill>
                <a:latin typeface="+mn-lt"/>
                <a:cs typeface="Segoe UI"/>
              </a:rPr>
              <a:t> to stop any further processing (and printing) of any other lines - i.e., quits</a:t>
            </a:r>
          </a:p>
          <a:p>
            <a:pPr marL="289957" indent="-280154">
              <a:spcBef>
                <a:spcPts val="569"/>
              </a:spcBef>
              <a:buClr>
                <a:srgbClr val="000000"/>
              </a:buClr>
              <a:buFont typeface="Arial"/>
              <a:buChar char="•"/>
              <a:tabLst>
                <a:tab pos="289957" algn="l"/>
                <a:tab pos="290473" algn="l"/>
              </a:tabLst>
            </a:pPr>
            <a:endParaRPr lang="en-GB" sz="1800" spc="-4" dirty="0">
              <a:solidFill>
                <a:srgbClr val="2D2C2C"/>
              </a:solidFill>
              <a:latin typeface="+mn-lt"/>
              <a:cs typeface="Segoe UI"/>
            </a:endParaRPr>
          </a:p>
          <a:p>
            <a:pPr marL="747157" lvl="1" indent="-280154">
              <a:spcBef>
                <a:spcPts val="569"/>
              </a:spcBef>
              <a:buClr>
                <a:srgbClr val="000000"/>
              </a:buClr>
              <a:buFont typeface="Arial"/>
              <a:buChar char="•"/>
              <a:tabLst>
                <a:tab pos="289957" algn="l"/>
                <a:tab pos="290473" algn="l"/>
              </a:tabLst>
            </a:pPr>
            <a:r>
              <a:rPr lang="en-GB" sz="1800" spc="-4" dirty="0">
                <a:solidFill>
                  <a:srgbClr val="2D2C2C"/>
                </a:solidFill>
                <a:latin typeface="+mn-lt"/>
                <a:cs typeface="Segoe UI"/>
              </a:rPr>
              <a:t>Assuming the file </a:t>
            </a:r>
            <a:r>
              <a:rPr lang="en-GB" sz="1800" b="1" spc="-4" dirty="0" err="1">
                <a:solidFill>
                  <a:srgbClr val="2D2C2C"/>
                </a:solidFill>
                <a:latin typeface="+mn-lt"/>
                <a:cs typeface="Segoe UI"/>
              </a:rPr>
              <a:t>addr</a:t>
            </a:r>
            <a:r>
              <a:rPr lang="en-GB" sz="1800" spc="-4" dirty="0">
                <a:solidFill>
                  <a:srgbClr val="2D2C2C"/>
                </a:solidFill>
                <a:latin typeface="+mn-lt"/>
                <a:cs typeface="Segoe UI"/>
              </a:rPr>
              <a:t> contains:</a:t>
            </a:r>
          </a:p>
          <a:p>
            <a:pPr marL="289957" indent="-280154">
              <a:spcBef>
                <a:spcPts val="569"/>
              </a:spcBef>
              <a:buClr>
                <a:srgbClr val="000000"/>
              </a:buClr>
              <a:buFont typeface="Arial"/>
              <a:buChar char="•"/>
              <a:tabLst>
                <a:tab pos="289957" algn="l"/>
                <a:tab pos="290473" algn="l"/>
              </a:tabLst>
            </a:pPr>
            <a:endParaRPr lang="en-GB" sz="1800" b="1" spc="-4"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endParaRPr lang="en-GB" sz="1800" b="1" spc="-4"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endParaRPr lang="en-GB" sz="1800" b="1" spc="-4"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endParaRPr lang="en-GB" sz="1800" b="1" spc="-4" dirty="0">
              <a:solidFill>
                <a:srgbClr val="2D2C2C"/>
              </a:solidFill>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endParaRPr lang="en-GB" sz="1800" b="1" spc="-4"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endParaRPr lang="en-GB" sz="1800" b="1" spc="-4"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r>
              <a:rPr lang="en-GB" sz="1800" spc="-4" dirty="0">
                <a:solidFill>
                  <a:srgbClr val="2D2C2C"/>
                </a:solidFill>
                <a:latin typeface="+mn-lt"/>
                <a:ea typeface="Hack" panose="020B0609030202020204" pitchFamily="49" charset="0"/>
                <a:cs typeface="Segoe UI"/>
              </a:rPr>
              <a:t>Although the output of the two examples is the same:</a:t>
            </a:r>
          </a:p>
          <a:p>
            <a:pPr marL="469953" lvl="1" indent="-280154">
              <a:spcBef>
                <a:spcPts val="569"/>
              </a:spcBef>
              <a:buClr>
                <a:srgbClr val="000000"/>
              </a:buClr>
              <a:buFont typeface="Arial"/>
              <a:buChar char="•"/>
              <a:tabLst>
                <a:tab pos="289957" algn="l"/>
                <a:tab pos="290473" algn="l"/>
              </a:tabLst>
            </a:pPr>
            <a:r>
              <a:rPr lang="en-GB" sz="1800" spc="-4" dirty="0">
                <a:solidFill>
                  <a:srgbClr val="2D2C2C"/>
                </a:solidFill>
                <a:latin typeface="+mn-lt"/>
                <a:ea typeface="Hack" panose="020B0609030202020204" pitchFamily="49" charset="0"/>
                <a:cs typeface="Segoe UI"/>
              </a:rPr>
              <a:t>The first command it reads the other lines but </a:t>
            </a:r>
            <a:r>
              <a:rPr lang="en-GB" sz="1800" i="1" spc="-4" dirty="0">
                <a:solidFill>
                  <a:srgbClr val="2D2C2C"/>
                </a:solidFill>
                <a:latin typeface="+mn-lt"/>
                <a:ea typeface="Hack" panose="020B0609030202020204" pitchFamily="49" charset="0"/>
                <a:cs typeface="Segoe UI"/>
              </a:rPr>
              <a:t>does not</a:t>
            </a:r>
            <a:r>
              <a:rPr lang="en-GB" sz="1800" spc="-4" dirty="0">
                <a:solidFill>
                  <a:srgbClr val="2D2C2C"/>
                </a:solidFill>
                <a:latin typeface="+mn-lt"/>
                <a:ea typeface="Hack" panose="020B0609030202020204" pitchFamily="49" charset="0"/>
                <a:cs typeface="Segoe UI"/>
              </a:rPr>
              <a:t> </a:t>
            </a:r>
            <a:r>
              <a:rPr lang="en-GB" sz="1800" b="1" spc="-4" dirty="0">
                <a:solidFill>
                  <a:srgbClr val="00B0F0"/>
                </a:solidFill>
                <a:latin typeface="+mn-lt"/>
                <a:ea typeface="Hack" panose="020B0609030202020204" pitchFamily="49" charset="0"/>
                <a:cs typeface="Segoe UI"/>
              </a:rPr>
              <a:t>print</a:t>
            </a:r>
            <a:r>
              <a:rPr lang="en-GB" sz="1800" spc="-4" dirty="0">
                <a:solidFill>
                  <a:srgbClr val="2D2C2C"/>
                </a:solidFill>
                <a:latin typeface="+mn-lt"/>
                <a:ea typeface="Hack" panose="020B0609030202020204" pitchFamily="49" charset="0"/>
                <a:cs typeface="Segoe UI"/>
              </a:rPr>
              <a:t> them so depending on the number of lines may take a while to complete.</a:t>
            </a:r>
          </a:p>
          <a:p>
            <a:pPr marL="469953" lvl="1" indent="-280154">
              <a:spcBef>
                <a:spcPts val="569"/>
              </a:spcBef>
              <a:buClr>
                <a:srgbClr val="000000"/>
              </a:buClr>
              <a:buFont typeface="Arial"/>
              <a:buChar char="•"/>
              <a:tabLst>
                <a:tab pos="289957" algn="l"/>
                <a:tab pos="290473" algn="l"/>
              </a:tabLst>
            </a:pPr>
            <a:r>
              <a:rPr lang="en-GB" sz="1800" spc="-4" dirty="0">
                <a:solidFill>
                  <a:srgbClr val="2D2C2C"/>
                </a:solidFill>
                <a:latin typeface="+mn-lt"/>
                <a:ea typeface="Hack" panose="020B0609030202020204" pitchFamily="49" charset="0"/>
                <a:cs typeface="Segoe UI"/>
              </a:rPr>
              <a:t>The second example quits immediately after the first line.</a:t>
            </a:r>
            <a:endParaRPr lang="en-US" sz="1800" dirty="0">
              <a:cs typeface="Segoe UI"/>
            </a:endParaRPr>
          </a:p>
          <a:p>
            <a:endParaRPr lang="en-GB" sz="1800" dirty="0"/>
          </a:p>
        </p:txBody>
      </p:sp>
      <p:sp>
        <p:nvSpPr>
          <p:cNvPr id="9" name="object 20">
            <a:extLst>
              <a:ext uri="{FF2B5EF4-FFF2-40B4-BE49-F238E27FC236}">
                <a16:creationId xmlns:a16="http://schemas.microsoft.com/office/drawing/2014/main" id="{39C45287-1843-F3B0-CD06-EE7DEB3FBAC7}"/>
              </a:ext>
            </a:extLst>
          </p:cNvPr>
          <p:cNvSpPr txBox="1"/>
          <p:nvPr/>
        </p:nvSpPr>
        <p:spPr>
          <a:xfrm>
            <a:off x="4749696" y="2194025"/>
            <a:ext cx="3795236" cy="1029738"/>
          </a:xfrm>
          <a:prstGeom prst="rect">
            <a:avLst/>
          </a:prstGeom>
          <a:solidFill>
            <a:srgbClr val="0FEEB9"/>
          </a:solidFill>
          <a:ln>
            <a:solidFill>
              <a:schemeClr val="tx1"/>
            </a:solidFill>
          </a:ln>
        </p:spPr>
        <p:txBody>
          <a:bodyPr vert="horz" wrap="square" lIns="0" tIns="10319" rIns="0" bIns="0" rtlCol="0">
            <a:spAutoFit/>
          </a:bodyPr>
          <a:lstStyle/>
          <a:p>
            <a:pPr marL="10319" marR="4128">
              <a:lnSpc>
                <a:spcPct val="110000"/>
              </a:lnSpc>
              <a:spcBef>
                <a:spcPts val="81"/>
              </a:spcBef>
            </a:pPr>
            <a:r>
              <a:rPr sz="1463" spc="-4" dirty="0">
                <a:latin typeface="Hack" panose="020B0609030202020204" pitchFamily="49" charset="0"/>
                <a:ea typeface="Hack" panose="020B0609030202020204" pitchFamily="49" charset="0"/>
                <a:cs typeface="Hack" panose="020B0609030202020204" pitchFamily="49" charset="0"/>
              </a:rPr>
              <a:t>C&amp;S </a:t>
            </a:r>
            <a:r>
              <a:rPr sz="1463" spc="-8" dirty="0">
                <a:latin typeface="Hack" panose="020B0609030202020204" pitchFamily="49" charset="0"/>
                <a:ea typeface="Hack" panose="020B0609030202020204" pitchFamily="49" charset="0"/>
                <a:cs typeface="Hack" panose="020B0609030202020204" pitchFamily="49" charset="0"/>
              </a:rPr>
              <a:t>Electrical, Basingstoke, </a:t>
            </a:r>
            <a:r>
              <a:rPr sz="1463" spc="-4" dirty="0">
                <a:latin typeface="Hack" panose="020B0609030202020204" pitchFamily="49" charset="0"/>
                <a:ea typeface="Hack" panose="020B0609030202020204" pitchFamily="49" charset="0"/>
                <a:cs typeface="Hack" panose="020B0609030202020204" pitchFamily="49" charset="0"/>
              </a:rPr>
              <a:t>Hants</a:t>
            </a:r>
            <a:endParaRPr lang="en-GB" sz="1463" spc="-4" dirty="0">
              <a:latin typeface="Hack" panose="020B0609030202020204" pitchFamily="49" charset="0"/>
              <a:ea typeface="Hack" panose="020B0609030202020204" pitchFamily="49" charset="0"/>
              <a:cs typeface="Hack" panose="020B0609030202020204" pitchFamily="49" charset="0"/>
            </a:endParaRPr>
          </a:p>
          <a:p>
            <a:pPr marL="10319" marR="4128">
              <a:lnSpc>
                <a:spcPct val="110000"/>
              </a:lnSpc>
              <a:spcBef>
                <a:spcPts val="81"/>
              </a:spcBef>
            </a:pPr>
            <a:r>
              <a:rPr sz="1463" spc="-869" dirty="0">
                <a:latin typeface="Hack" panose="020B0609030202020204" pitchFamily="49" charset="0"/>
                <a:ea typeface="Hack" panose="020B0609030202020204" pitchFamily="49" charset="0"/>
                <a:cs typeface="Hack" panose="020B0609030202020204" pitchFamily="49" charset="0"/>
              </a:rPr>
              <a:t> </a:t>
            </a:r>
            <a:r>
              <a:rPr sz="1463" spc="-8" dirty="0">
                <a:latin typeface="Hack" panose="020B0609030202020204" pitchFamily="49" charset="0"/>
                <a:ea typeface="Hack" panose="020B0609030202020204" pitchFamily="49" charset="0"/>
                <a:cs typeface="Hack" panose="020B0609030202020204" pitchFamily="49" charset="0"/>
              </a:rPr>
              <a:t>Wooley's Domestic,</a:t>
            </a:r>
            <a:r>
              <a:rPr sz="1463" spc="-4" dirty="0">
                <a:latin typeface="Hack" panose="020B0609030202020204" pitchFamily="49" charset="0"/>
                <a:ea typeface="Hack" panose="020B0609030202020204" pitchFamily="49" charset="0"/>
                <a:cs typeface="Hack" panose="020B0609030202020204" pitchFamily="49" charset="0"/>
              </a:rPr>
              <a:t> </a:t>
            </a:r>
            <a:r>
              <a:rPr sz="1463" spc="-12" dirty="0">
                <a:latin typeface="Hack" panose="020B0609030202020204" pitchFamily="49" charset="0"/>
                <a:ea typeface="Hack" panose="020B0609030202020204" pitchFamily="49" charset="0"/>
                <a:cs typeface="Hack" panose="020B0609030202020204" pitchFamily="49" charset="0"/>
              </a:rPr>
              <a:t>Hayes, </a:t>
            </a:r>
            <a:r>
              <a:rPr sz="1463" spc="-8" dirty="0">
                <a:latin typeface="Hack" panose="020B0609030202020204" pitchFamily="49" charset="0"/>
                <a:ea typeface="Hack" panose="020B0609030202020204" pitchFamily="49" charset="0"/>
                <a:cs typeface="Hack" panose="020B0609030202020204" pitchFamily="49" charset="0"/>
              </a:rPr>
              <a:t>Middx</a:t>
            </a:r>
            <a:endParaRPr lang="en-GB" sz="1463" spc="-8" dirty="0">
              <a:latin typeface="Hack" panose="020B0609030202020204" pitchFamily="49" charset="0"/>
              <a:ea typeface="Hack" panose="020B0609030202020204" pitchFamily="49" charset="0"/>
              <a:cs typeface="Hack" panose="020B0609030202020204" pitchFamily="49" charset="0"/>
            </a:endParaRPr>
          </a:p>
          <a:p>
            <a:pPr marL="10319" marR="4128">
              <a:lnSpc>
                <a:spcPct val="110000"/>
              </a:lnSpc>
              <a:spcBef>
                <a:spcPts val="81"/>
              </a:spcBef>
            </a:pPr>
            <a:r>
              <a:rPr sz="1463" spc="-8" dirty="0" err="1">
                <a:latin typeface="Hack" panose="020B0609030202020204" pitchFamily="49" charset="0"/>
                <a:ea typeface="Hack" panose="020B0609030202020204" pitchFamily="49" charset="0"/>
                <a:cs typeface="Hack" panose="020B0609030202020204" pitchFamily="49" charset="0"/>
              </a:rPr>
              <a:t>Electromode</a:t>
            </a:r>
            <a:r>
              <a:rPr sz="1463" spc="-8" dirty="0">
                <a:latin typeface="Hack" panose="020B0609030202020204" pitchFamily="49" charset="0"/>
                <a:ea typeface="Hack" panose="020B0609030202020204" pitchFamily="49" charset="0"/>
                <a:cs typeface="Hack" panose="020B0609030202020204" pitchFamily="49" charset="0"/>
              </a:rPr>
              <a:t>,</a:t>
            </a:r>
            <a:r>
              <a:rPr sz="1463" spc="-24" dirty="0">
                <a:latin typeface="Hack" panose="020B0609030202020204" pitchFamily="49" charset="0"/>
                <a:ea typeface="Hack" panose="020B0609030202020204" pitchFamily="49" charset="0"/>
                <a:cs typeface="Hack" panose="020B0609030202020204" pitchFamily="49" charset="0"/>
              </a:rPr>
              <a:t> </a:t>
            </a:r>
            <a:r>
              <a:rPr sz="1463" spc="-8" dirty="0">
                <a:latin typeface="Hack" panose="020B0609030202020204" pitchFamily="49" charset="0"/>
                <a:ea typeface="Hack" panose="020B0609030202020204" pitchFamily="49" charset="0"/>
                <a:cs typeface="Hack" panose="020B0609030202020204" pitchFamily="49" charset="0"/>
              </a:rPr>
              <a:t>Reading,</a:t>
            </a:r>
            <a:r>
              <a:rPr sz="1463" spc="-45" dirty="0">
                <a:latin typeface="Hack" panose="020B0609030202020204" pitchFamily="49" charset="0"/>
                <a:ea typeface="Hack" panose="020B0609030202020204" pitchFamily="49" charset="0"/>
                <a:cs typeface="Hack" panose="020B0609030202020204" pitchFamily="49" charset="0"/>
              </a:rPr>
              <a:t> </a:t>
            </a:r>
            <a:r>
              <a:rPr sz="1463" spc="-4" dirty="0">
                <a:latin typeface="Hack" panose="020B0609030202020204" pitchFamily="49" charset="0"/>
                <a:ea typeface="Hack" panose="020B0609030202020204" pitchFamily="49" charset="0"/>
                <a:cs typeface="Hack" panose="020B0609030202020204" pitchFamily="49" charset="0"/>
              </a:rPr>
              <a:t>Berks</a:t>
            </a:r>
            <a:endParaRPr lang="en-GB" sz="1463" spc="-4" dirty="0">
              <a:latin typeface="Hack" panose="020B0609030202020204" pitchFamily="49" charset="0"/>
              <a:ea typeface="Hack" panose="020B0609030202020204" pitchFamily="49" charset="0"/>
              <a:cs typeface="Hack" panose="020B0609030202020204" pitchFamily="49" charset="0"/>
            </a:endParaRPr>
          </a:p>
          <a:p>
            <a:pPr marL="10319" marR="4128">
              <a:lnSpc>
                <a:spcPct val="110000"/>
              </a:lnSpc>
              <a:spcBef>
                <a:spcPts val="81"/>
              </a:spcBef>
            </a:pPr>
            <a:r>
              <a:rPr sz="1463" spc="-4" dirty="0">
                <a:latin typeface="Hack" panose="020B0609030202020204" pitchFamily="49" charset="0"/>
                <a:ea typeface="Hack" panose="020B0609030202020204" pitchFamily="49" charset="0"/>
                <a:cs typeface="Hack" panose="020B0609030202020204" pitchFamily="49" charset="0"/>
              </a:rPr>
              <a:t>Lewis</a:t>
            </a:r>
            <a:r>
              <a:rPr sz="1463" spc="-28" dirty="0">
                <a:latin typeface="Hack" panose="020B0609030202020204" pitchFamily="49" charset="0"/>
                <a:ea typeface="Hack" panose="020B0609030202020204" pitchFamily="49" charset="0"/>
                <a:cs typeface="Hack" panose="020B0609030202020204" pitchFamily="49" charset="0"/>
              </a:rPr>
              <a:t> </a:t>
            </a:r>
            <a:r>
              <a:rPr sz="1463" spc="-8" dirty="0">
                <a:latin typeface="Hack" panose="020B0609030202020204" pitchFamily="49" charset="0"/>
                <a:ea typeface="Hack" panose="020B0609030202020204" pitchFamily="49" charset="0"/>
                <a:cs typeface="Hack" panose="020B0609030202020204" pitchFamily="49" charset="0"/>
              </a:rPr>
              <a:t>Electrical,</a:t>
            </a:r>
            <a:r>
              <a:rPr sz="1463" spc="-24" dirty="0">
                <a:latin typeface="Hack" panose="020B0609030202020204" pitchFamily="49" charset="0"/>
                <a:ea typeface="Hack" panose="020B0609030202020204" pitchFamily="49" charset="0"/>
                <a:cs typeface="Hack" panose="020B0609030202020204" pitchFamily="49" charset="0"/>
              </a:rPr>
              <a:t> </a:t>
            </a:r>
            <a:r>
              <a:rPr sz="1463" spc="-8" dirty="0">
                <a:latin typeface="Hack" panose="020B0609030202020204" pitchFamily="49" charset="0"/>
                <a:ea typeface="Hack" panose="020B0609030202020204" pitchFamily="49" charset="0"/>
                <a:cs typeface="Hack" panose="020B0609030202020204" pitchFamily="49" charset="0"/>
              </a:rPr>
              <a:t>Oxford,</a:t>
            </a:r>
            <a:r>
              <a:rPr sz="1463" spc="-24" dirty="0">
                <a:latin typeface="Hack" panose="020B0609030202020204" pitchFamily="49" charset="0"/>
                <a:ea typeface="Hack" panose="020B0609030202020204" pitchFamily="49" charset="0"/>
                <a:cs typeface="Hack" panose="020B0609030202020204" pitchFamily="49" charset="0"/>
              </a:rPr>
              <a:t> </a:t>
            </a:r>
            <a:r>
              <a:rPr sz="1463" spc="-8" dirty="0">
                <a:latin typeface="Hack" panose="020B0609030202020204" pitchFamily="49" charset="0"/>
                <a:ea typeface="Hack" panose="020B0609030202020204" pitchFamily="49" charset="0"/>
                <a:cs typeface="Hack" panose="020B0609030202020204" pitchFamily="49" charset="0"/>
              </a:rPr>
              <a:t>Oxon</a:t>
            </a:r>
            <a:endParaRPr sz="1463" dirty="0">
              <a:latin typeface="Hack" panose="020B0609030202020204" pitchFamily="49" charset="0"/>
              <a:ea typeface="Hack" panose="020B0609030202020204" pitchFamily="49" charset="0"/>
              <a:cs typeface="Hack" panose="020B0609030202020204" pitchFamily="49" charset="0"/>
            </a:endParaRPr>
          </a:p>
        </p:txBody>
      </p:sp>
      <p:sp>
        <p:nvSpPr>
          <p:cNvPr id="4" name="Rectangle 3">
            <a:extLst>
              <a:ext uri="{FF2B5EF4-FFF2-40B4-BE49-F238E27FC236}">
                <a16:creationId xmlns:a16="http://schemas.microsoft.com/office/drawing/2014/main" id="{8067003F-D1BF-13E1-8CFD-204083F59814}"/>
              </a:ext>
            </a:extLst>
          </p:cNvPr>
          <p:cNvSpPr>
            <a:spLocks noChangeArrowheads="1"/>
          </p:cNvSpPr>
          <p:nvPr/>
        </p:nvSpPr>
        <p:spPr bwMode="auto">
          <a:xfrm>
            <a:off x="550094" y="3323972"/>
            <a:ext cx="6770688" cy="1166986"/>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10319" marR="4128">
              <a:spcBef>
                <a:spcPts val="73"/>
              </a:spcBef>
            </a:pPr>
            <a:r>
              <a:rPr lang="en-GB"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pc="-4"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b="1" spc="-4" dirty="0" err="1">
                <a:solidFill>
                  <a:schemeClr val="bg1"/>
                </a:solidFill>
                <a:latin typeface="Hack" panose="020B0609030202020204" pitchFamily="49" charset="0"/>
                <a:ea typeface="Hack" panose="020B0609030202020204" pitchFamily="49" charset="0"/>
                <a:cs typeface="Hack" panose="020B0609030202020204" pitchFamily="49" charset="0"/>
              </a:rPr>
              <a:t>sed</a:t>
            </a:r>
            <a:r>
              <a:rPr lang="en-GB" b="1" spc="-4" dirty="0">
                <a:solidFill>
                  <a:schemeClr val="bg1"/>
                </a:solidFill>
                <a:latin typeface="Hack" panose="020B0609030202020204" pitchFamily="49" charset="0"/>
                <a:ea typeface="Hack" panose="020B0609030202020204" pitchFamily="49" charset="0"/>
                <a:cs typeface="Hack" panose="020B0609030202020204" pitchFamily="49" charset="0"/>
              </a:rPr>
              <a:t> -n ‘1p' </a:t>
            </a:r>
            <a:r>
              <a:rPr lang="en-GB" b="1" spc="-4" dirty="0" err="1">
                <a:solidFill>
                  <a:schemeClr val="bg1"/>
                </a:solidFill>
                <a:latin typeface="Hack" panose="020B0609030202020204" pitchFamily="49" charset="0"/>
                <a:ea typeface="Hack" panose="020B0609030202020204" pitchFamily="49" charset="0"/>
                <a:cs typeface="Hack" panose="020B0609030202020204" pitchFamily="49" charset="0"/>
              </a:rPr>
              <a:t>addr</a:t>
            </a:r>
            <a:endParaRPr lang="en-GB" b="1" spc="-4" dirty="0">
              <a:solidFill>
                <a:schemeClr val="bg1"/>
              </a:solidFill>
              <a:latin typeface="Hack" panose="020B0609030202020204" pitchFamily="49" charset="0"/>
              <a:ea typeface="Hack" panose="020B0609030202020204" pitchFamily="49" charset="0"/>
              <a:cs typeface="Hack" panose="020B0609030202020204" pitchFamily="49" charset="0"/>
            </a:endParaRPr>
          </a:p>
          <a:p>
            <a:pPr marL="10319" marR="4128">
              <a:spcBef>
                <a:spcPts val="73"/>
              </a:spcBef>
            </a:pPr>
            <a:r>
              <a:rPr lang="en-GB" sz="1400" b="1" spc="-967" dirty="0">
                <a:solidFill>
                  <a:srgbClr val="00B0F0"/>
                </a:solidFill>
                <a:latin typeface="Hack" panose="020B0609030202020204" pitchFamily="49" charset="0"/>
                <a:ea typeface="Hack" panose="020B0609030202020204" pitchFamily="49" charset="0"/>
                <a:cs typeface="Hack" panose="020B0609030202020204" pitchFamily="49" charset="0"/>
              </a:rPr>
              <a:t> </a:t>
            </a:r>
            <a:r>
              <a:rPr lang="en-GB" sz="1400" spc="-4" dirty="0">
                <a:solidFill>
                  <a:srgbClr val="00B0F0"/>
                </a:solidFill>
                <a:latin typeface="Hack" panose="020B0609030202020204" pitchFamily="49" charset="0"/>
                <a:ea typeface="Hack" panose="020B0609030202020204" pitchFamily="49" charset="0"/>
                <a:cs typeface="Hack" panose="020B0609030202020204" pitchFamily="49" charset="0"/>
              </a:rPr>
              <a:t>C&amp;S </a:t>
            </a:r>
            <a:r>
              <a:rPr lang="en-GB" sz="1400" spc="-8" dirty="0">
                <a:solidFill>
                  <a:srgbClr val="00B0F0"/>
                </a:solidFill>
                <a:latin typeface="Hack" panose="020B0609030202020204" pitchFamily="49" charset="0"/>
                <a:ea typeface="Hack" panose="020B0609030202020204" pitchFamily="49" charset="0"/>
                <a:cs typeface="Hack" panose="020B0609030202020204" pitchFamily="49" charset="0"/>
              </a:rPr>
              <a:t>Electrical, Basingstoke, Hants</a:t>
            </a:r>
          </a:p>
          <a:p>
            <a:pPr marL="10319" marR="4128">
              <a:spcBef>
                <a:spcPts val="73"/>
              </a:spcBef>
            </a:pPr>
            <a:r>
              <a:rPr lang="en-GB"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pc="-4"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b="1" spc="-4" dirty="0" err="1">
                <a:solidFill>
                  <a:schemeClr val="bg1"/>
                </a:solidFill>
                <a:latin typeface="Hack" panose="020B0609030202020204" pitchFamily="49" charset="0"/>
                <a:ea typeface="Hack" panose="020B0609030202020204" pitchFamily="49" charset="0"/>
                <a:cs typeface="Hack" panose="020B0609030202020204" pitchFamily="49" charset="0"/>
              </a:rPr>
              <a:t>sed</a:t>
            </a:r>
            <a:r>
              <a:rPr lang="en-GB" b="1" spc="-4" dirty="0">
                <a:solidFill>
                  <a:schemeClr val="bg1"/>
                </a:solidFill>
                <a:latin typeface="Hack" panose="020B0609030202020204" pitchFamily="49" charset="0"/>
                <a:ea typeface="Hack" panose="020B0609030202020204" pitchFamily="49" charset="0"/>
                <a:cs typeface="Hack" panose="020B0609030202020204" pitchFamily="49" charset="0"/>
              </a:rPr>
              <a:t>  ‘1q' </a:t>
            </a:r>
            <a:r>
              <a:rPr lang="en-GB" b="1" spc="-4" dirty="0" err="1">
                <a:solidFill>
                  <a:schemeClr val="bg1"/>
                </a:solidFill>
                <a:latin typeface="Hack" panose="020B0609030202020204" pitchFamily="49" charset="0"/>
                <a:ea typeface="Hack" panose="020B0609030202020204" pitchFamily="49" charset="0"/>
                <a:cs typeface="Hack" panose="020B0609030202020204" pitchFamily="49" charset="0"/>
              </a:rPr>
              <a:t>addr</a:t>
            </a:r>
            <a:endParaRPr lang="en-GB" b="1" spc="-4" dirty="0">
              <a:solidFill>
                <a:schemeClr val="bg1"/>
              </a:solidFill>
              <a:latin typeface="Hack" panose="020B0609030202020204" pitchFamily="49" charset="0"/>
              <a:ea typeface="Hack" panose="020B0609030202020204" pitchFamily="49" charset="0"/>
              <a:cs typeface="Hack" panose="020B0609030202020204" pitchFamily="49" charset="0"/>
            </a:endParaRPr>
          </a:p>
          <a:p>
            <a:pPr marL="10319" marR="4128">
              <a:spcBef>
                <a:spcPts val="73"/>
              </a:spcBef>
            </a:pPr>
            <a:r>
              <a:rPr lang="en-GB" sz="1400" b="1" spc="-967"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GB" sz="1400" spc="-4" dirty="0">
                <a:solidFill>
                  <a:schemeClr val="bg2"/>
                </a:solidFill>
                <a:latin typeface="Hack" panose="020B0609030202020204" pitchFamily="49" charset="0"/>
                <a:ea typeface="Hack" panose="020B0609030202020204" pitchFamily="49" charset="0"/>
                <a:cs typeface="Hack" panose="020B0609030202020204" pitchFamily="49" charset="0"/>
              </a:rPr>
              <a:t>C&amp;S </a:t>
            </a:r>
            <a:r>
              <a:rPr lang="en-GB" sz="1400" spc="-8" dirty="0">
                <a:solidFill>
                  <a:schemeClr val="bg2"/>
                </a:solidFill>
                <a:latin typeface="Hack" panose="020B0609030202020204" pitchFamily="49" charset="0"/>
                <a:ea typeface="Hack" panose="020B0609030202020204" pitchFamily="49" charset="0"/>
                <a:cs typeface="Hack" panose="020B0609030202020204" pitchFamily="49" charset="0"/>
              </a:rPr>
              <a:t>Electrical, Basingstoke, Hants</a:t>
            </a:r>
          </a:p>
        </p:txBody>
      </p:sp>
      <p:sp>
        <p:nvSpPr>
          <p:cNvPr id="6" name="Slide Number Placeholder 1">
            <a:extLst>
              <a:ext uri="{FF2B5EF4-FFF2-40B4-BE49-F238E27FC236}">
                <a16:creationId xmlns:a16="http://schemas.microsoft.com/office/drawing/2014/main" id="{2CA07D59-6996-84F2-F31D-EA8889C22CF0}"/>
              </a:ext>
            </a:extLst>
          </p:cNvPr>
          <p:cNvSpPr txBox="1">
            <a:spLocks/>
          </p:cNvSpPr>
          <p:nvPr/>
        </p:nvSpPr>
        <p:spPr>
          <a:xfrm>
            <a:off x="9365513" y="6398855"/>
            <a:ext cx="27432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EF892D59-8F09-EF4B-AD6D-DA609442F868}" type="slidenum">
              <a:rPr lang="en-GB" smtClean="0"/>
              <a:pPr algn="r"/>
              <a:t>30</a:t>
            </a:fld>
            <a:endParaRPr lang="en-GB"/>
          </a:p>
        </p:txBody>
      </p:sp>
    </p:spTree>
    <p:extLst>
      <p:ext uri="{BB962C8B-B14F-4D97-AF65-F5344CB8AC3E}">
        <p14:creationId xmlns:p14="http://schemas.microsoft.com/office/powerpoint/2010/main" val="15605573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1AB2F71-8AD3-E61B-3089-D106A91CF442}"/>
              </a:ext>
            </a:extLst>
          </p:cNvPr>
          <p:cNvSpPr>
            <a:spLocks noGrp="1"/>
          </p:cNvSpPr>
          <p:nvPr>
            <p:ph type="ctrTitle"/>
          </p:nvPr>
        </p:nvSpPr>
        <p:spPr/>
        <p:txBody>
          <a:bodyPr/>
          <a:lstStyle/>
          <a:p>
            <a:r>
              <a:rPr lang="en-GB" dirty="0"/>
              <a:t>delete command</a:t>
            </a:r>
            <a:endParaRPr lang="en-GB" sz="280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569"/>
              </a:spcBef>
              <a:buClr>
                <a:srgbClr val="000000"/>
              </a:buClr>
              <a:buFont typeface="Arial"/>
              <a:buChar char="•"/>
              <a:tabLst>
                <a:tab pos="289957" algn="l"/>
                <a:tab pos="290473" algn="l"/>
              </a:tabLst>
            </a:pPr>
            <a:r>
              <a:rPr lang="en-GB" sz="1800" spc="-4" dirty="0">
                <a:solidFill>
                  <a:srgbClr val="2D2C2C"/>
                </a:solidFill>
                <a:latin typeface="+mn-lt"/>
                <a:cs typeface="Segoe UI"/>
              </a:rPr>
              <a:t>The </a:t>
            </a:r>
            <a:r>
              <a:rPr lang="en-GB" sz="1800" b="1" spc="-4" dirty="0">
                <a:solidFill>
                  <a:srgbClr val="7030A0"/>
                </a:solidFill>
                <a:latin typeface="Hack" panose="020B0609030202020204" pitchFamily="49" charset="0"/>
                <a:ea typeface="Hack" panose="020B0609030202020204" pitchFamily="49" charset="0"/>
                <a:cs typeface="Hack" panose="020B0609030202020204" pitchFamily="49" charset="0"/>
              </a:rPr>
              <a:t>d </a:t>
            </a:r>
            <a:r>
              <a:rPr lang="en-GB" sz="1800" spc="-4" dirty="0">
                <a:solidFill>
                  <a:srgbClr val="2D2C2C"/>
                </a:solidFill>
                <a:latin typeface="+mn-lt"/>
                <a:cs typeface="Segoe UI"/>
              </a:rPr>
              <a:t>command deletes the line being processed from the stream and moves to next line.</a:t>
            </a:r>
          </a:p>
          <a:p>
            <a:pPr marL="9803" indent="0">
              <a:spcBef>
                <a:spcPts val="569"/>
              </a:spcBef>
              <a:buClr>
                <a:srgbClr val="000000"/>
              </a:buClr>
              <a:buNone/>
              <a:tabLst>
                <a:tab pos="289957" algn="l"/>
                <a:tab pos="290473" algn="l"/>
              </a:tabLst>
            </a:pPr>
            <a:endParaRPr lang="en-GB" sz="1800" spc="-4" dirty="0">
              <a:solidFill>
                <a:srgbClr val="2D2C2C"/>
              </a:solidFill>
              <a:latin typeface="+mn-lt"/>
              <a:cs typeface="Segoe UI"/>
            </a:endParaRPr>
          </a:p>
          <a:p>
            <a:pPr marL="747157" lvl="1" indent="-280154">
              <a:spcBef>
                <a:spcPts val="569"/>
              </a:spcBef>
              <a:buClr>
                <a:srgbClr val="000000"/>
              </a:buClr>
              <a:buFont typeface="Arial"/>
              <a:buChar char="•"/>
              <a:tabLst>
                <a:tab pos="289957" algn="l"/>
                <a:tab pos="290473" algn="l"/>
              </a:tabLst>
            </a:pPr>
            <a:r>
              <a:rPr lang="en-GB" sz="1800" spc="-4" dirty="0">
                <a:solidFill>
                  <a:srgbClr val="2D2C2C"/>
                </a:solidFill>
                <a:latin typeface="+mn-lt"/>
                <a:cs typeface="Segoe UI"/>
              </a:rPr>
              <a:t>Assuming the file </a:t>
            </a:r>
            <a:r>
              <a:rPr lang="en-GB" sz="1800" b="1" spc="-4" dirty="0" err="1">
                <a:solidFill>
                  <a:srgbClr val="2D2C2C"/>
                </a:solidFill>
                <a:latin typeface="+mn-lt"/>
                <a:cs typeface="Segoe UI"/>
              </a:rPr>
              <a:t>addr</a:t>
            </a:r>
            <a:r>
              <a:rPr lang="en-GB" sz="1800" spc="-4" dirty="0">
                <a:solidFill>
                  <a:srgbClr val="2D2C2C"/>
                </a:solidFill>
                <a:latin typeface="+mn-lt"/>
                <a:cs typeface="Segoe UI"/>
              </a:rPr>
              <a:t> contains:</a:t>
            </a:r>
          </a:p>
          <a:p>
            <a:pPr marL="289957" indent="-280154">
              <a:spcBef>
                <a:spcPts val="569"/>
              </a:spcBef>
              <a:buClr>
                <a:srgbClr val="000000"/>
              </a:buClr>
              <a:buFont typeface="Arial"/>
              <a:buChar char="•"/>
              <a:tabLst>
                <a:tab pos="289957" algn="l"/>
                <a:tab pos="290473" algn="l"/>
              </a:tabLst>
            </a:pPr>
            <a:endParaRPr lang="en-GB" sz="1800" b="1" spc="-4"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endParaRPr lang="en-GB" sz="1800" b="1" spc="-4"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endParaRPr lang="en-GB" sz="1800" b="1" spc="-4" dirty="0">
              <a:solidFill>
                <a:srgbClr val="2D2C2C"/>
              </a:solidFill>
              <a:latin typeface="+mn-lt"/>
              <a:ea typeface="Hack" panose="020B0609030202020204" pitchFamily="49" charset="0"/>
              <a:cs typeface="Segoe UI"/>
            </a:endParaRPr>
          </a:p>
          <a:p>
            <a:pPr marL="289957" indent="-280154">
              <a:spcBef>
                <a:spcPts val="569"/>
              </a:spcBef>
              <a:buClr>
                <a:srgbClr val="000000"/>
              </a:buClr>
              <a:buFont typeface="Arial"/>
              <a:buChar char="•"/>
              <a:tabLst>
                <a:tab pos="289957" algn="l"/>
                <a:tab pos="290473" algn="l"/>
              </a:tabLst>
            </a:pPr>
            <a:r>
              <a:rPr lang="en-GB" sz="1800" spc="-4" dirty="0">
                <a:solidFill>
                  <a:srgbClr val="2D2C2C"/>
                </a:solidFill>
                <a:latin typeface="+mn-lt"/>
                <a:ea typeface="Hack" panose="020B0609030202020204" pitchFamily="49" charset="0"/>
                <a:cs typeface="Segoe UI"/>
              </a:rPr>
              <a:t>Normally </a:t>
            </a:r>
            <a:r>
              <a:rPr lang="en-GB" sz="1800" spc="-4" dirty="0" err="1">
                <a:solidFill>
                  <a:srgbClr val="2D2C2C"/>
                </a:solidFill>
                <a:latin typeface="+mn-lt"/>
                <a:ea typeface="Hack" panose="020B0609030202020204" pitchFamily="49" charset="0"/>
                <a:cs typeface="Segoe UI"/>
              </a:rPr>
              <a:t>sed</a:t>
            </a:r>
            <a:r>
              <a:rPr lang="en-GB" sz="1800" spc="-4" dirty="0">
                <a:solidFill>
                  <a:srgbClr val="2D2C2C"/>
                </a:solidFill>
                <a:latin typeface="+mn-lt"/>
                <a:ea typeface="Hack" panose="020B0609030202020204" pitchFamily="49" charset="0"/>
                <a:cs typeface="Segoe UI"/>
              </a:rPr>
              <a:t> reads, processes (if it can), then prints to output</a:t>
            </a:r>
            <a:r>
              <a:rPr lang="en-GB" spc="-4" dirty="0">
                <a:solidFill>
                  <a:srgbClr val="2D2C2C"/>
                </a:solidFill>
                <a:ea typeface="Hack" panose="020B0609030202020204" pitchFamily="49" charset="0"/>
                <a:cs typeface="Segoe UI"/>
              </a:rPr>
              <a:t>. B</a:t>
            </a:r>
            <a:r>
              <a:rPr lang="en-GB" sz="1800" spc="-4" dirty="0">
                <a:solidFill>
                  <a:srgbClr val="2D2C2C"/>
                </a:solidFill>
                <a:latin typeface="+mn-lt"/>
                <a:ea typeface="Hack" panose="020B0609030202020204" pitchFamily="49" charset="0"/>
                <a:cs typeface="Segoe UI"/>
              </a:rPr>
              <a:t>ut because of the delete, it simply moves to the next line as now there is nothing to print.</a:t>
            </a:r>
            <a:endParaRPr lang="en-US" sz="1800" dirty="0">
              <a:cs typeface="Segoe UI"/>
            </a:endParaRPr>
          </a:p>
          <a:p>
            <a:endParaRPr lang="en-GB" sz="1800" dirty="0"/>
          </a:p>
        </p:txBody>
      </p:sp>
      <p:sp>
        <p:nvSpPr>
          <p:cNvPr id="9" name="object 20">
            <a:extLst>
              <a:ext uri="{FF2B5EF4-FFF2-40B4-BE49-F238E27FC236}">
                <a16:creationId xmlns:a16="http://schemas.microsoft.com/office/drawing/2014/main" id="{39C45287-1843-F3B0-CD06-EE7DEB3FBAC7}"/>
              </a:ext>
            </a:extLst>
          </p:cNvPr>
          <p:cNvSpPr txBox="1"/>
          <p:nvPr/>
        </p:nvSpPr>
        <p:spPr>
          <a:xfrm>
            <a:off x="4792890" y="2399262"/>
            <a:ext cx="3795236" cy="1029738"/>
          </a:xfrm>
          <a:prstGeom prst="rect">
            <a:avLst/>
          </a:prstGeom>
          <a:solidFill>
            <a:srgbClr val="0FEEB9"/>
          </a:solidFill>
          <a:ln>
            <a:solidFill>
              <a:schemeClr val="tx1"/>
            </a:solidFill>
          </a:ln>
        </p:spPr>
        <p:txBody>
          <a:bodyPr vert="horz" wrap="square" lIns="0" tIns="10319" rIns="0" bIns="0" rtlCol="0">
            <a:spAutoFit/>
          </a:bodyPr>
          <a:lstStyle/>
          <a:p>
            <a:pPr marL="10319" marR="4128">
              <a:lnSpc>
                <a:spcPct val="110000"/>
              </a:lnSpc>
              <a:spcBef>
                <a:spcPts val="81"/>
              </a:spcBef>
            </a:pPr>
            <a:r>
              <a:rPr sz="1463" spc="-4" dirty="0">
                <a:latin typeface="Hack" panose="020B0609030202020204" pitchFamily="49" charset="0"/>
                <a:ea typeface="Hack" panose="020B0609030202020204" pitchFamily="49" charset="0"/>
                <a:cs typeface="Hack" panose="020B0609030202020204" pitchFamily="49" charset="0"/>
              </a:rPr>
              <a:t>C&amp;S </a:t>
            </a:r>
            <a:r>
              <a:rPr sz="1463" spc="-8" dirty="0">
                <a:latin typeface="Hack" panose="020B0609030202020204" pitchFamily="49" charset="0"/>
                <a:ea typeface="Hack" panose="020B0609030202020204" pitchFamily="49" charset="0"/>
                <a:cs typeface="Hack" panose="020B0609030202020204" pitchFamily="49" charset="0"/>
              </a:rPr>
              <a:t>Electrical, Basingstoke, </a:t>
            </a:r>
            <a:r>
              <a:rPr sz="1463" spc="-4" dirty="0">
                <a:latin typeface="Hack" panose="020B0609030202020204" pitchFamily="49" charset="0"/>
                <a:ea typeface="Hack" panose="020B0609030202020204" pitchFamily="49" charset="0"/>
                <a:cs typeface="Hack" panose="020B0609030202020204" pitchFamily="49" charset="0"/>
              </a:rPr>
              <a:t>Hants</a:t>
            </a:r>
            <a:endParaRPr lang="en-GB" sz="1463" spc="-4" dirty="0">
              <a:latin typeface="Hack" panose="020B0609030202020204" pitchFamily="49" charset="0"/>
              <a:ea typeface="Hack" panose="020B0609030202020204" pitchFamily="49" charset="0"/>
              <a:cs typeface="Hack" panose="020B0609030202020204" pitchFamily="49" charset="0"/>
            </a:endParaRPr>
          </a:p>
          <a:p>
            <a:pPr marL="10319" marR="4128">
              <a:lnSpc>
                <a:spcPct val="110000"/>
              </a:lnSpc>
              <a:spcBef>
                <a:spcPts val="81"/>
              </a:spcBef>
            </a:pPr>
            <a:r>
              <a:rPr sz="1463" spc="-869" dirty="0">
                <a:latin typeface="Hack" panose="020B0609030202020204" pitchFamily="49" charset="0"/>
                <a:ea typeface="Hack" panose="020B0609030202020204" pitchFamily="49" charset="0"/>
                <a:cs typeface="Hack" panose="020B0609030202020204" pitchFamily="49" charset="0"/>
              </a:rPr>
              <a:t> </a:t>
            </a:r>
            <a:r>
              <a:rPr sz="1463" spc="-8" dirty="0">
                <a:latin typeface="Hack" panose="020B0609030202020204" pitchFamily="49" charset="0"/>
                <a:ea typeface="Hack" panose="020B0609030202020204" pitchFamily="49" charset="0"/>
                <a:cs typeface="Hack" panose="020B0609030202020204" pitchFamily="49" charset="0"/>
              </a:rPr>
              <a:t>Wooley's Domestic,</a:t>
            </a:r>
            <a:r>
              <a:rPr sz="1463" spc="-4" dirty="0">
                <a:latin typeface="Hack" panose="020B0609030202020204" pitchFamily="49" charset="0"/>
                <a:ea typeface="Hack" panose="020B0609030202020204" pitchFamily="49" charset="0"/>
                <a:cs typeface="Hack" panose="020B0609030202020204" pitchFamily="49" charset="0"/>
              </a:rPr>
              <a:t> </a:t>
            </a:r>
            <a:r>
              <a:rPr sz="1463" spc="-12" dirty="0">
                <a:latin typeface="Hack" panose="020B0609030202020204" pitchFamily="49" charset="0"/>
                <a:ea typeface="Hack" panose="020B0609030202020204" pitchFamily="49" charset="0"/>
                <a:cs typeface="Hack" panose="020B0609030202020204" pitchFamily="49" charset="0"/>
              </a:rPr>
              <a:t>Hayes, </a:t>
            </a:r>
            <a:r>
              <a:rPr sz="1463" spc="-8" dirty="0">
                <a:latin typeface="Hack" panose="020B0609030202020204" pitchFamily="49" charset="0"/>
                <a:ea typeface="Hack" panose="020B0609030202020204" pitchFamily="49" charset="0"/>
                <a:cs typeface="Hack" panose="020B0609030202020204" pitchFamily="49" charset="0"/>
              </a:rPr>
              <a:t>Middx</a:t>
            </a:r>
            <a:endParaRPr lang="en-GB" sz="1463" spc="-8" dirty="0">
              <a:latin typeface="Hack" panose="020B0609030202020204" pitchFamily="49" charset="0"/>
              <a:ea typeface="Hack" panose="020B0609030202020204" pitchFamily="49" charset="0"/>
              <a:cs typeface="Hack" panose="020B0609030202020204" pitchFamily="49" charset="0"/>
            </a:endParaRPr>
          </a:p>
          <a:p>
            <a:pPr marL="10319" marR="4128">
              <a:lnSpc>
                <a:spcPct val="110000"/>
              </a:lnSpc>
              <a:spcBef>
                <a:spcPts val="81"/>
              </a:spcBef>
            </a:pPr>
            <a:r>
              <a:rPr sz="1463" spc="-8" dirty="0" err="1">
                <a:latin typeface="Hack" panose="020B0609030202020204" pitchFamily="49" charset="0"/>
                <a:ea typeface="Hack" panose="020B0609030202020204" pitchFamily="49" charset="0"/>
                <a:cs typeface="Hack" panose="020B0609030202020204" pitchFamily="49" charset="0"/>
              </a:rPr>
              <a:t>Electromode</a:t>
            </a:r>
            <a:r>
              <a:rPr sz="1463" spc="-8" dirty="0">
                <a:latin typeface="Hack" panose="020B0609030202020204" pitchFamily="49" charset="0"/>
                <a:ea typeface="Hack" panose="020B0609030202020204" pitchFamily="49" charset="0"/>
                <a:cs typeface="Hack" panose="020B0609030202020204" pitchFamily="49" charset="0"/>
              </a:rPr>
              <a:t>,</a:t>
            </a:r>
            <a:r>
              <a:rPr sz="1463" spc="-24" dirty="0">
                <a:latin typeface="Hack" panose="020B0609030202020204" pitchFamily="49" charset="0"/>
                <a:ea typeface="Hack" panose="020B0609030202020204" pitchFamily="49" charset="0"/>
                <a:cs typeface="Hack" panose="020B0609030202020204" pitchFamily="49" charset="0"/>
              </a:rPr>
              <a:t> </a:t>
            </a:r>
            <a:r>
              <a:rPr sz="1463" spc="-8" dirty="0">
                <a:latin typeface="Hack" panose="020B0609030202020204" pitchFamily="49" charset="0"/>
                <a:ea typeface="Hack" panose="020B0609030202020204" pitchFamily="49" charset="0"/>
                <a:cs typeface="Hack" panose="020B0609030202020204" pitchFamily="49" charset="0"/>
              </a:rPr>
              <a:t>Reading,</a:t>
            </a:r>
            <a:r>
              <a:rPr sz="1463" spc="-45" dirty="0">
                <a:latin typeface="Hack" panose="020B0609030202020204" pitchFamily="49" charset="0"/>
                <a:ea typeface="Hack" panose="020B0609030202020204" pitchFamily="49" charset="0"/>
                <a:cs typeface="Hack" panose="020B0609030202020204" pitchFamily="49" charset="0"/>
              </a:rPr>
              <a:t> </a:t>
            </a:r>
            <a:r>
              <a:rPr sz="1463" spc="-4" dirty="0">
                <a:latin typeface="Hack" panose="020B0609030202020204" pitchFamily="49" charset="0"/>
                <a:ea typeface="Hack" panose="020B0609030202020204" pitchFamily="49" charset="0"/>
                <a:cs typeface="Hack" panose="020B0609030202020204" pitchFamily="49" charset="0"/>
              </a:rPr>
              <a:t>Berks</a:t>
            </a:r>
            <a:endParaRPr lang="en-GB" sz="1463" spc="-4" dirty="0">
              <a:latin typeface="Hack" panose="020B0609030202020204" pitchFamily="49" charset="0"/>
              <a:ea typeface="Hack" panose="020B0609030202020204" pitchFamily="49" charset="0"/>
              <a:cs typeface="Hack" panose="020B0609030202020204" pitchFamily="49" charset="0"/>
            </a:endParaRPr>
          </a:p>
          <a:p>
            <a:pPr marL="10319" marR="4128">
              <a:lnSpc>
                <a:spcPct val="110000"/>
              </a:lnSpc>
              <a:spcBef>
                <a:spcPts val="81"/>
              </a:spcBef>
            </a:pPr>
            <a:r>
              <a:rPr sz="1463" spc="-4" dirty="0">
                <a:latin typeface="Hack" panose="020B0609030202020204" pitchFamily="49" charset="0"/>
                <a:ea typeface="Hack" panose="020B0609030202020204" pitchFamily="49" charset="0"/>
                <a:cs typeface="Hack" panose="020B0609030202020204" pitchFamily="49" charset="0"/>
              </a:rPr>
              <a:t>Lewis</a:t>
            </a:r>
            <a:r>
              <a:rPr sz="1463" spc="-28" dirty="0">
                <a:latin typeface="Hack" panose="020B0609030202020204" pitchFamily="49" charset="0"/>
                <a:ea typeface="Hack" panose="020B0609030202020204" pitchFamily="49" charset="0"/>
                <a:cs typeface="Hack" panose="020B0609030202020204" pitchFamily="49" charset="0"/>
              </a:rPr>
              <a:t> </a:t>
            </a:r>
            <a:r>
              <a:rPr sz="1463" spc="-8" dirty="0">
                <a:latin typeface="Hack" panose="020B0609030202020204" pitchFamily="49" charset="0"/>
                <a:ea typeface="Hack" panose="020B0609030202020204" pitchFamily="49" charset="0"/>
                <a:cs typeface="Hack" panose="020B0609030202020204" pitchFamily="49" charset="0"/>
              </a:rPr>
              <a:t>Electrical,</a:t>
            </a:r>
            <a:r>
              <a:rPr sz="1463" spc="-24" dirty="0">
                <a:latin typeface="Hack" panose="020B0609030202020204" pitchFamily="49" charset="0"/>
                <a:ea typeface="Hack" panose="020B0609030202020204" pitchFamily="49" charset="0"/>
                <a:cs typeface="Hack" panose="020B0609030202020204" pitchFamily="49" charset="0"/>
              </a:rPr>
              <a:t> </a:t>
            </a:r>
            <a:r>
              <a:rPr sz="1463" spc="-8" dirty="0">
                <a:latin typeface="Hack" panose="020B0609030202020204" pitchFamily="49" charset="0"/>
                <a:ea typeface="Hack" panose="020B0609030202020204" pitchFamily="49" charset="0"/>
                <a:cs typeface="Hack" panose="020B0609030202020204" pitchFamily="49" charset="0"/>
              </a:rPr>
              <a:t>Oxford,</a:t>
            </a:r>
            <a:r>
              <a:rPr sz="1463" spc="-24" dirty="0">
                <a:latin typeface="Hack" panose="020B0609030202020204" pitchFamily="49" charset="0"/>
                <a:ea typeface="Hack" panose="020B0609030202020204" pitchFamily="49" charset="0"/>
                <a:cs typeface="Hack" panose="020B0609030202020204" pitchFamily="49" charset="0"/>
              </a:rPr>
              <a:t> </a:t>
            </a:r>
            <a:r>
              <a:rPr sz="1463" spc="-8" dirty="0">
                <a:latin typeface="Hack" panose="020B0609030202020204" pitchFamily="49" charset="0"/>
                <a:ea typeface="Hack" panose="020B0609030202020204" pitchFamily="49" charset="0"/>
                <a:cs typeface="Hack" panose="020B0609030202020204" pitchFamily="49" charset="0"/>
              </a:rPr>
              <a:t>Oxon</a:t>
            </a:r>
            <a:endParaRPr sz="1463" dirty="0">
              <a:latin typeface="Hack" panose="020B0609030202020204" pitchFamily="49" charset="0"/>
              <a:ea typeface="Hack" panose="020B0609030202020204" pitchFamily="49" charset="0"/>
              <a:cs typeface="Hack" panose="020B0609030202020204" pitchFamily="49" charset="0"/>
            </a:endParaRPr>
          </a:p>
        </p:txBody>
      </p:sp>
      <p:sp>
        <p:nvSpPr>
          <p:cNvPr id="3" name="Rectangle 3">
            <a:extLst>
              <a:ext uri="{FF2B5EF4-FFF2-40B4-BE49-F238E27FC236}">
                <a16:creationId xmlns:a16="http://schemas.microsoft.com/office/drawing/2014/main" id="{89227309-937D-084F-5119-19EA45B18C76}"/>
              </a:ext>
            </a:extLst>
          </p:cNvPr>
          <p:cNvSpPr>
            <a:spLocks noChangeArrowheads="1"/>
          </p:cNvSpPr>
          <p:nvPr/>
        </p:nvSpPr>
        <p:spPr bwMode="auto">
          <a:xfrm>
            <a:off x="2821647" y="4569126"/>
            <a:ext cx="6770688" cy="1184940"/>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10319" marR="4128">
              <a:spcBef>
                <a:spcPts val="73"/>
              </a:spcBef>
            </a:pPr>
            <a:r>
              <a:rPr lang="en-GB"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pc="-4"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b="1" spc="-4" dirty="0" err="1">
                <a:solidFill>
                  <a:schemeClr val="bg1"/>
                </a:solidFill>
                <a:latin typeface="Hack" panose="020B0609030202020204" pitchFamily="49" charset="0"/>
                <a:ea typeface="Hack" panose="020B0609030202020204" pitchFamily="49" charset="0"/>
                <a:cs typeface="Hack" panose="020B0609030202020204" pitchFamily="49" charset="0"/>
              </a:rPr>
              <a:t>sed</a:t>
            </a:r>
            <a:r>
              <a:rPr lang="en-GB" b="1" spc="-4" dirty="0">
                <a:solidFill>
                  <a:schemeClr val="bg1"/>
                </a:solidFill>
                <a:latin typeface="Hack" panose="020B0609030202020204" pitchFamily="49" charset="0"/>
                <a:ea typeface="Hack" panose="020B0609030202020204" pitchFamily="49" charset="0"/>
                <a:cs typeface="Hack" panose="020B0609030202020204" pitchFamily="49" charset="0"/>
              </a:rPr>
              <a:t> ‘2d' </a:t>
            </a:r>
            <a:r>
              <a:rPr lang="en-GB" b="1" spc="-4" dirty="0" err="1">
                <a:solidFill>
                  <a:schemeClr val="bg1"/>
                </a:solidFill>
                <a:latin typeface="Hack" panose="020B0609030202020204" pitchFamily="49" charset="0"/>
                <a:ea typeface="Hack" panose="020B0609030202020204" pitchFamily="49" charset="0"/>
                <a:cs typeface="Hack" panose="020B0609030202020204" pitchFamily="49" charset="0"/>
              </a:rPr>
              <a:t>addr</a:t>
            </a:r>
            <a:endParaRPr lang="en-GB" b="1" spc="-4" dirty="0">
              <a:solidFill>
                <a:schemeClr val="bg1"/>
              </a:solidFill>
              <a:latin typeface="Hack" panose="020B0609030202020204" pitchFamily="49" charset="0"/>
              <a:ea typeface="Hack" panose="020B0609030202020204" pitchFamily="49" charset="0"/>
              <a:cs typeface="Hack" panose="020B0609030202020204" pitchFamily="49" charset="0"/>
            </a:endParaRPr>
          </a:p>
          <a:p>
            <a:pPr marL="10319" marR="4128">
              <a:spcBef>
                <a:spcPts val="73"/>
              </a:spcBef>
            </a:pPr>
            <a:r>
              <a:rPr lang="en-GB" sz="1600" spc="-4" dirty="0">
                <a:solidFill>
                  <a:schemeClr val="bg1"/>
                </a:solidFill>
                <a:latin typeface="Hack" panose="020B0609030202020204" pitchFamily="49" charset="0"/>
                <a:ea typeface="Hack" panose="020B0609030202020204" pitchFamily="49" charset="0"/>
                <a:cs typeface="Hack" panose="020B0609030202020204" pitchFamily="49" charset="0"/>
              </a:rPr>
              <a:t>C&amp;S </a:t>
            </a:r>
            <a:r>
              <a:rPr lang="en-GB" sz="1600" spc="-8" dirty="0">
                <a:solidFill>
                  <a:schemeClr val="bg1"/>
                </a:solidFill>
                <a:latin typeface="Hack" panose="020B0609030202020204" pitchFamily="49" charset="0"/>
                <a:ea typeface="Hack" panose="020B0609030202020204" pitchFamily="49" charset="0"/>
                <a:cs typeface="Hack" panose="020B0609030202020204" pitchFamily="49" charset="0"/>
              </a:rPr>
              <a:t>Electrical, Basingstoke, Hants</a:t>
            </a:r>
          </a:p>
          <a:p>
            <a:pPr marL="10319" marR="4128">
              <a:spcBef>
                <a:spcPts val="73"/>
              </a:spcBef>
            </a:pPr>
            <a:r>
              <a:rPr lang="en-GB" sz="1600" spc="-8" dirty="0" err="1">
                <a:solidFill>
                  <a:schemeClr val="bg1"/>
                </a:solidFill>
                <a:latin typeface="Hack" panose="020B0609030202020204" pitchFamily="49" charset="0"/>
                <a:ea typeface="Hack" panose="020B0609030202020204" pitchFamily="49" charset="0"/>
                <a:cs typeface="Hack" panose="020B0609030202020204" pitchFamily="49" charset="0"/>
              </a:rPr>
              <a:t>Electromode</a:t>
            </a:r>
            <a:r>
              <a:rPr lang="en-GB" sz="1600" spc="-8" dirty="0">
                <a:solidFill>
                  <a:schemeClr val="bg1"/>
                </a:solidFill>
                <a:latin typeface="Hack" panose="020B0609030202020204" pitchFamily="49" charset="0"/>
                <a:ea typeface="Hack" panose="020B0609030202020204" pitchFamily="49" charset="0"/>
                <a:cs typeface="Hack" panose="020B0609030202020204" pitchFamily="49" charset="0"/>
              </a:rPr>
              <a:t>,</a:t>
            </a:r>
            <a:r>
              <a:rPr lang="en-GB" sz="1600" spc="-24"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sz="1600" spc="-8" dirty="0">
                <a:solidFill>
                  <a:schemeClr val="bg1"/>
                </a:solidFill>
                <a:latin typeface="Hack" panose="020B0609030202020204" pitchFamily="49" charset="0"/>
                <a:ea typeface="Hack" panose="020B0609030202020204" pitchFamily="49" charset="0"/>
                <a:cs typeface="Hack" panose="020B0609030202020204" pitchFamily="49" charset="0"/>
              </a:rPr>
              <a:t>Reading,</a:t>
            </a:r>
            <a:r>
              <a:rPr lang="en-GB" sz="1600" spc="-41"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sz="1600" spc="-4" dirty="0">
                <a:solidFill>
                  <a:schemeClr val="bg1"/>
                </a:solidFill>
                <a:latin typeface="Hack" panose="020B0609030202020204" pitchFamily="49" charset="0"/>
                <a:ea typeface="Hack" panose="020B0609030202020204" pitchFamily="49" charset="0"/>
                <a:cs typeface="Hack" panose="020B0609030202020204" pitchFamily="49" charset="0"/>
              </a:rPr>
              <a:t>Berks</a:t>
            </a:r>
            <a:endParaRPr lang="en-GB" sz="160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10319">
              <a:spcBef>
                <a:spcPts val="8"/>
              </a:spcBef>
            </a:pPr>
            <a:r>
              <a:rPr lang="en-GB" sz="1600" spc="-4" dirty="0">
                <a:solidFill>
                  <a:schemeClr val="bg1"/>
                </a:solidFill>
                <a:latin typeface="Hack" panose="020B0609030202020204" pitchFamily="49" charset="0"/>
                <a:ea typeface="Hack" panose="020B0609030202020204" pitchFamily="49" charset="0"/>
                <a:cs typeface="Hack" panose="020B0609030202020204" pitchFamily="49" charset="0"/>
              </a:rPr>
              <a:t>Lewis </a:t>
            </a:r>
            <a:r>
              <a:rPr lang="en-GB" sz="1600" spc="-12" dirty="0">
                <a:solidFill>
                  <a:schemeClr val="bg1"/>
                </a:solidFill>
                <a:latin typeface="Hack" panose="020B0609030202020204" pitchFamily="49" charset="0"/>
                <a:ea typeface="Hack" panose="020B0609030202020204" pitchFamily="49" charset="0"/>
                <a:cs typeface="Hack" panose="020B0609030202020204" pitchFamily="49" charset="0"/>
              </a:rPr>
              <a:t>Electrical,</a:t>
            </a:r>
            <a:r>
              <a:rPr lang="en-GB" sz="1600" spc="-4"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sz="1600" spc="-12" dirty="0">
                <a:solidFill>
                  <a:schemeClr val="bg1"/>
                </a:solidFill>
                <a:latin typeface="Hack" panose="020B0609030202020204" pitchFamily="49" charset="0"/>
                <a:ea typeface="Hack" panose="020B0609030202020204" pitchFamily="49" charset="0"/>
                <a:cs typeface="Hack" panose="020B0609030202020204" pitchFamily="49" charset="0"/>
              </a:rPr>
              <a:t>Oxford,</a:t>
            </a:r>
            <a:r>
              <a:rPr lang="en-GB" sz="1600" spc="-4"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sz="1600" spc="-8" dirty="0">
                <a:solidFill>
                  <a:schemeClr val="bg1"/>
                </a:solidFill>
                <a:latin typeface="Hack" panose="020B0609030202020204" pitchFamily="49" charset="0"/>
                <a:ea typeface="Hack" panose="020B0609030202020204" pitchFamily="49" charset="0"/>
                <a:cs typeface="Hack" panose="020B0609030202020204" pitchFamily="49" charset="0"/>
              </a:rPr>
              <a:t>Oxon</a:t>
            </a:r>
            <a:endParaRPr lang="en-GB" sz="160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6" name="Slide Number Placeholder 1">
            <a:extLst>
              <a:ext uri="{FF2B5EF4-FFF2-40B4-BE49-F238E27FC236}">
                <a16:creationId xmlns:a16="http://schemas.microsoft.com/office/drawing/2014/main" id="{369FC598-1E2F-8011-1AD0-6D5306036D3B}"/>
              </a:ext>
            </a:extLst>
          </p:cNvPr>
          <p:cNvSpPr txBox="1">
            <a:spLocks/>
          </p:cNvSpPr>
          <p:nvPr/>
        </p:nvSpPr>
        <p:spPr>
          <a:xfrm>
            <a:off x="9365513" y="6398855"/>
            <a:ext cx="27432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EF892D59-8F09-EF4B-AD6D-DA609442F868}" type="slidenum">
              <a:rPr lang="en-GB" smtClean="0"/>
              <a:pPr algn="r"/>
              <a:t>31</a:t>
            </a:fld>
            <a:endParaRPr lang="en-GB"/>
          </a:p>
        </p:txBody>
      </p:sp>
    </p:spTree>
    <p:extLst>
      <p:ext uri="{BB962C8B-B14F-4D97-AF65-F5344CB8AC3E}">
        <p14:creationId xmlns:p14="http://schemas.microsoft.com/office/powerpoint/2010/main" val="7838294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4FBD551-6F44-3A4F-5B5F-00FCC4933C3B}"/>
              </a:ext>
            </a:extLst>
          </p:cNvPr>
          <p:cNvSpPr>
            <a:spLocks noGrp="1"/>
          </p:cNvSpPr>
          <p:nvPr>
            <p:ph type="ctrTitle"/>
          </p:nvPr>
        </p:nvSpPr>
        <p:spPr/>
        <p:txBody>
          <a:bodyPr/>
          <a:lstStyle/>
          <a:p>
            <a:r>
              <a:rPr lang="en-GB" dirty="0"/>
              <a:t>More command examples</a:t>
            </a:r>
            <a:endParaRPr lang="en-GB" sz="280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73"/>
              </a:spcBef>
              <a:buClr>
                <a:srgbClr val="000000"/>
              </a:buClr>
              <a:buFont typeface="Arial"/>
              <a:buChar char="•"/>
              <a:tabLst>
                <a:tab pos="289957" algn="l"/>
                <a:tab pos="290473" algn="l"/>
              </a:tabLst>
            </a:pPr>
            <a:r>
              <a:rPr lang="en-US" sz="1800" spc="-4" dirty="0">
                <a:solidFill>
                  <a:srgbClr val="2D2C2C"/>
                </a:solidFill>
                <a:latin typeface="+mn-lt"/>
                <a:cs typeface="Segoe UI"/>
              </a:rPr>
              <a:t>Insert</a:t>
            </a:r>
            <a:r>
              <a:rPr lang="en-US" sz="1800" spc="33" dirty="0">
                <a:solidFill>
                  <a:srgbClr val="2D2C2C"/>
                </a:solidFill>
                <a:latin typeface="+mn-lt"/>
                <a:cs typeface="Segoe UI"/>
              </a:rPr>
              <a:t> </a:t>
            </a:r>
            <a:r>
              <a:rPr lang="en-US" sz="1800" spc="-12" dirty="0">
                <a:solidFill>
                  <a:srgbClr val="2D2C2C"/>
                </a:solidFill>
                <a:latin typeface="+mn-lt"/>
                <a:cs typeface="Segoe UI"/>
              </a:rPr>
              <a:t>text</a:t>
            </a:r>
            <a:r>
              <a:rPr lang="en-US" sz="1800" spc="12" dirty="0">
                <a:solidFill>
                  <a:srgbClr val="2D2C2C"/>
                </a:solidFill>
                <a:latin typeface="+mn-lt"/>
                <a:cs typeface="Segoe UI"/>
              </a:rPr>
              <a:t> </a:t>
            </a:r>
            <a:r>
              <a:rPr lang="en-US" sz="1800" spc="-8" dirty="0">
                <a:solidFill>
                  <a:srgbClr val="2D2C2C"/>
                </a:solidFill>
                <a:latin typeface="+mn-lt"/>
                <a:cs typeface="Segoe UI"/>
              </a:rPr>
              <a:t>before</a:t>
            </a:r>
            <a:r>
              <a:rPr lang="en-US" sz="1800" spc="12" dirty="0">
                <a:solidFill>
                  <a:srgbClr val="2D2C2C"/>
                </a:solidFill>
                <a:latin typeface="+mn-lt"/>
                <a:cs typeface="Segoe UI"/>
              </a:rPr>
              <a:t> </a:t>
            </a:r>
            <a:r>
              <a:rPr lang="en-US" sz="1800" spc="-4" dirty="0">
                <a:solidFill>
                  <a:srgbClr val="2D2C2C"/>
                </a:solidFill>
                <a:latin typeface="+mn-lt"/>
                <a:cs typeface="Segoe UI"/>
              </a:rPr>
              <a:t>the</a:t>
            </a:r>
            <a:r>
              <a:rPr lang="en-US" sz="1800" spc="8" dirty="0">
                <a:solidFill>
                  <a:srgbClr val="2D2C2C"/>
                </a:solidFill>
                <a:latin typeface="+mn-lt"/>
                <a:cs typeface="Segoe UI"/>
              </a:rPr>
              <a:t> </a:t>
            </a:r>
            <a:r>
              <a:rPr lang="en-US" sz="1800" spc="-12" dirty="0">
                <a:solidFill>
                  <a:srgbClr val="2D2C2C"/>
                </a:solidFill>
                <a:latin typeface="+mn-lt"/>
                <a:cs typeface="Segoe UI"/>
              </a:rPr>
              <a:t>specified</a:t>
            </a:r>
            <a:r>
              <a:rPr lang="en-US" sz="1800" spc="57" dirty="0">
                <a:solidFill>
                  <a:srgbClr val="2D2C2C"/>
                </a:solidFill>
                <a:latin typeface="+mn-lt"/>
                <a:cs typeface="Segoe UI"/>
              </a:rPr>
              <a:t> </a:t>
            </a:r>
            <a:r>
              <a:rPr lang="en-US" sz="1800" spc="-8" dirty="0">
                <a:solidFill>
                  <a:srgbClr val="2D2C2C"/>
                </a:solidFill>
                <a:latin typeface="+mn-lt"/>
                <a:cs typeface="Segoe UI"/>
              </a:rPr>
              <a:t>line:</a:t>
            </a:r>
          </a:p>
          <a:p>
            <a:pPr marL="289957" indent="-280154">
              <a:spcBef>
                <a:spcPts val="73"/>
              </a:spcBef>
              <a:buClr>
                <a:srgbClr val="000000"/>
              </a:buClr>
              <a:buFont typeface="Arial"/>
              <a:buChar char="•"/>
              <a:tabLst>
                <a:tab pos="289957" algn="l"/>
                <a:tab pos="290473" algn="l"/>
              </a:tabLst>
            </a:pPr>
            <a:endParaRPr lang="en-US" sz="1800" spc="-8" dirty="0">
              <a:solidFill>
                <a:srgbClr val="2D2C2C"/>
              </a:solidFill>
              <a:latin typeface="+mn-lt"/>
              <a:cs typeface="Segoe UI"/>
            </a:endParaRPr>
          </a:p>
          <a:p>
            <a:pPr marL="289957" indent="-280154">
              <a:spcBef>
                <a:spcPts val="73"/>
              </a:spcBef>
              <a:buClr>
                <a:srgbClr val="000000"/>
              </a:buClr>
              <a:buFont typeface="Arial"/>
              <a:buChar char="•"/>
              <a:tabLst>
                <a:tab pos="289957" algn="l"/>
                <a:tab pos="290473" algn="l"/>
              </a:tabLst>
            </a:pPr>
            <a:endParaRPr lang="en-US" sz="1800" spc="-8" dirty="0">
              <a:solidFill>
                <a:srgbClr val="2D2C2C"/>
              </a:solidFill>
              <a:latin typeface="+mn-lt"/>
              <a:cs typeface="Segoe UI"/>
            </a:endParaRPr>
          </a:p>
          <a:p>
            <a:pPr marL="289957" indent="-280154">
              <a:spcBef>
                <a:spcPts val="73"/>
              </a:spcBef>
              <a:buClr>
                <a:srgbClr val="000000"/>
              </a:buClr>
              <a:buFont typeface="Arial"/>
              <a:buChar char="•"/>
              <a:tabLst>
                <a:tab pos="289957" algn="l"/>
                <a:tab pos="290473" algn="l"/>
              </a:tabLst>
            </a:pPr>
            <a:endParaRPr lang="en-US" sz="1800" spc="-8" dirty="0">
              <a:solidFill>
                <a:srgbClr val="2D2C2C"/>
              </a:solidFill>
              <a:latin typeface="+mn-lt"/>
              <a:cs typeface="Segoe UI"/>
            </a:endParaRPr>
          </a:p>
          <a:p>
            <a:pPr marL="289957" indent="-280154">
              <a:spcBef>
                <a:spcPts val="73"/>
              </a:spcBef>
              <a:buClr>
                <a:srgbClr val="000000"/>
              </a:buClr>
              <a:buFont typeface="Arial"/>
              <a:buChar char="•"/>
              <a:tabLst>
                <a:tab pos="289957" algn="l"/>
                <a:tab pos="290473" algn="l"/>
              </a:tabLst>
            </a:pPr>
            <a:r>
              <a:rPr lang="en-US" sz="1800" spc="-4" dirty="0">
                <a:solidFill>
                  <a:srgbClr val="2D2C2C"/>
                </a:solidFill>
                <a:latin typeface="+mn-lt"/>
                <a:cs typeface="Segoe UI"/>
              </a:rPr>
              <a:t>Append </a:t>
            </a:r>
            <a:r>
              <a:rPr lang="en-US" sz="1800" spc="-12" dirty="0">
                <a:solidFill>
                  <a:srgbClr val="2D2C2C"/>
                </a:solidFill>
                <a:latin typeface="+mn-lt"/>
                <a:cs typeface="Segoe UI"/>
              </a:rPr>
              <a:t>text</a:t>
            </a:r>
            <a:r>
              <a:rPr lang="en-US" sz="1800" spc="8" dirty="0">
                <a:solidFill>
                  <a:srgbClr val="2D2C2C"/>
                </a:solidFill>
                <a:latin typeface="+mn-lt"/>
                <a:cs typeface="Segoe UI"/>
              </a:rPr>
              <a:t> </a:t>
            </a:r>
            <a:r>
              <a:rPr lang="en-US" sz="1800" spc="-4" dirty="0">
                <a:solidFill>
                  <a:srgbClr val="2D2C2C"/>
                </a:solidFill>
                <a:latin typeface="+mn-lt"/>
                <a:cs typeface="Segoe UI"/>
              </a:rPr>
              <a:t>after</a:t>
            </a:r>
            <a:r>
              <a:rPr lang="en-US" sz="1800" spc="20" dirty="0">
                <a:solidFill>
                  <a:srgbClr val="2D2C2C"/>
                </a:solidFill>
                <a:latin typeface="+mn-lt"/>
                <a:cs typeface="Segoe UI"/>
              </a:rPr>
              <a:t> </a:t>
            </a:r>
            <a:r>
              <a:rPr lang="en-US" sz="1800" spc="-4" dirty="0">
                <a:solidFill>
                  <a:srgbClr val="2D2C2C"/>
                </a:solidFill>
                <a:latin typeface="+mn-lt"/>
                <a:cs typeface="Segoe UI"/>
              </a:rPr>
              <a:t>the</a:t>
            </a:r>
            <a:r>
              <a:rPr lang="en-US" sz="1800" spc="4" dirty="0">
                <a:solidFill>
                  <a:srgbClr val="2D2C2C"/>
                </a:solidFill>
                <a:latin typeface="+mn-lt"/>
                <a:cs typeface="Segoe UI"/>
              </a:rPr>
              <a:t> </a:t>
            </a:r>
            <a:r>
              <a:rPr lang="en-US" sz="1800" spc="-12" dirty="0">
                <a:solidFill>
                  <a:srgbClr val="2D2C2C"/>
                </a:solidFill>
                <a:latin typeface="+mn-lt"/>
                <a:cs typeface="Segoe UI"/>
              </a:rPr>
              <a:t>specified</a:t>
            </a:r>
            <a:r>
              <a:rPr lang="en-US" sz="1800" spc="53" dirty="0">
                <a:solidFill>
                  <a:srgbClr val="2D2C2C"/>
                </a:solidFill>
                <a:latin typeface="+mn-lt"/>
                <a:cs typeface="Segoe UI"/>
              </a:rPr>
              <a:t> </a:t>
            </a:r>
            <a:r>
              <a:rPr lang="en-US" sz="1800" spc="-8" dirty="0">
                <a:solidFill>
                  <a:srgbClr val="2D2C2C"/>
                </a:solidFill>
                <a:latin typeface="+mn-lt"/>
                <a:cs typeface="Segoe UI"/>
              </a:rPr>
              <a:t>line:</a:t>
            </a:r>
          </a:p>
          <a:p>
            <a:pPr marL="289957" indent="-280154">
              <a:spcBef>
                <a:spcPts val="73"/>
              </a:spcBef>
              <a:buClr>
                <a:srgbClr val="000000"/>
              </a:buClr>
              <a:buFont typeface="Arial"/>
              <a:buChar char="•"/>
              <a:tabLst>
                <a:tab pos="289957" algn="l"/>
                <a:tab pos="290473" algn="l"/>
              </a:tabLst>
            </a:pPr>
            <a:endParaRPr lang="en-US" sz="1800" spc="-8" dirty="0">
              <a:solidFill>
                <a:srgbClr val="2D2C2C"/>
              </a:solidFill>
              <a:latin typeface="+mn-lt"/>
              <a:cs typeface="Segoe UI"/>
            </a:endParaRPr>
          </a:p>
          <a:p>
            <a:pPr marL="289957" indent="-280154">
              <a:spcBef>
                <a:spcPts val="73"/>
              </a:spcBef>
              <a:buClr>
                <a:srgbClr val="000000"/>
              </a:buClr>
              <a:buFont typeface="Arial"/>
              <a:buChar char="•"/>
              <a:tabLst>
                <a:tab pos="289957" algn="l"/>
                <a:tab pos="290473" algn="l"/>
              </a:tabLst>
            </a:pPr>
            <a:endParaRPr lang="en-US" sz="1800" spc="-8" dirty="0">
              <a:solidFill>
                <a:srgbClr val="2D2C2C"/>
              </a:solidFill>
              <a:latin typeface="+mn-lt"/>
              <a:cs typeface="Segoe UI"/>
            </a:endParaRPr>
          </a:p>
          <a:p>
            <a:pPr marL="289957" indent="-280154">
              <a:spcBef>
                <a:spcPts val="73"/>
              </a:spcBef>
              <a:buClr>
                <a:srgbClr val="000000"/>
              </a:buClr>
              <a:buFont typeface="Arial"/>
              <a:buChar char="•"/>
              <a:tabLst>
                <a:tab pos="289957" algn="l"/>
                <a:tab pos="290473" algn="l"/>
              </a:tabLst>
            </a:pPr>
            <a:endParaRPr lang="en-US" sz="1800" spc="-8" dirty="0">
              <a:solidFill>
                <a:srgbClr val="2D2C2C"/>
              </a:solidFill>
              <a:latin typeface="+mn-lt"/>
              <a:cs typeface="Segoe UI"/>
            </a:endParaRPr>
          </a:p>
          <a:p>
            <a:pPr marL="289957" indent="-280154">
              <a:spcBef>
                <a:spcPts val="73"/>
              </a:spcBef>
              <a:buClr>
                <a:srgbClr val="000000"/>
              </a:buClr>
              <a:buFont typeface="Arial"/>
              <a:buChar char="•"/>
              <a:tabLst>
                <a:tab pos="289957" algn="l"/>
                <a:tab pos="290473" algn="l"/>
              </a:tabLst>
            </a:pPr>
            <a:endParaRPr lang="en-US" sz="1800" spc="-8" dirty="0">
              <a:solidFill>
                <a:srgbClr val="2D2C2C"/>
              </a:solidFill>
              <a:latin typeface="+mn-lt"/>
              <a:cs typeface="Segoe UI"/>
            </a:endParaRPr>
          </a:p>
          <a:p>
            <a:pPr marL="289957" indent="-280154">
              <a:spcBef>
                <a:spcPts val="73"/>
              </a:spcBef>
              <a:buClr>
                <a:srgbClr val="000000"/>
              </a:buClr>
              <a:buFont typeface="Arial"/>
              <a:buChar char="•"/>
              <a:tabLst>
                <a:tab pos="289957" algn="l"/>
                <a:tab pos="290473" algn="l"/>
              </a:tabLst>
            </a:pPr>
            <a:r>
              <a:rPr lang="en-US" sz="1800" spc="-12" dirty="0">
                <a:solidFill>
                  <a:srgbClr val="2D2C2C"/>
                </a:solidFill>
                <a:latin typeface="+mn-lt"/>
                <a:cs typeface="Segoe UI"/>
              </a:rPr>
              <a:t>Replace</a:t>
            </a:r>
            <a:r>
              <a:rPr lang="en-US" sz="1800" spc="12" dirty="0">
                <a:solidFill>
                  <a:srgbClr val="2D2C2C"/>
                </a:solidFill>
                <a:latin typeface="+mn-lt"/>
                <a:cs typeface="Segoe UI"/>
              </a:rPr>
              <a:t> </a:t>
            </a:r>
            <a:r>
              <a:rPr lang="en-US" sz="1800" spc="-8" dirty="0">
                <a:solidFill>
                  <a:srgbClr val="2D2C2C"/>
                </a:solidFill>
                <a:latin typeface="+mn-lt"/>
                <a:cs typeface="Segoe UI"/>
              </a:rPr>
              <a:t>line</a:t>
            </a:r>
            <a:r>
              <a:rPr lang="en-US" sz="1800" spc="28" dirty="0">
                <a:solidFill>
                  <a:srgbClr val="2D2C2C"/>
                </a:solidFill>
                <a:latin typeface="+mn-lt"/>
                <a:cs typeface="Segoe UI"/>
              </a:rPr>
              <a:t> </a:t>
            </a:r>
            <a:r>
              <a:rPr lang="en-US" sz="1800" spc="-12" dirty="0">
                <a:solidFill>
                  <a:srgbClr val="2D2C2C"/>
                </a:solidFill>
                <a:latin typeface="+mn-lt"/>
                <a:cs typeface="Segoe UI"/>
              </a:rPr>
              <a:t>matching</a:t>
            </a:r>
            <a:r>
              <a:rPr lang="en-US" sz="1800" spc="53" dirty="0">
                <a:solidFill>
                  <a:srgbClr val="2D2C2C"/>
                </a:solidFill>
                <a:latin typeface="+mn-lt"/>
                <a:cs typeface="Segoe UI"/>
              </a:rPr>
              <a:t> </a:t>
            </a:r>
            <a:r>
              <a:rPr lang="en-US" sz="1800" b="1" i="1" spc="-8" dirty="0">
                <a:solidFill>
                  <a:srgbClr val="0000C7"/>
                </a:solidFill>
                <a:latin typeface="+mn-lt"/>
                <a:cs typeface="Segoe UI"/>
              </a:rPr>
              <a:t>RE</a:t>
            </a:r>
            <a:r>
              <a:rPr lang="en-US" sz="1800" b="1" i="1" spc="20" dirty="0">
                <a:solidFill>
                  <a:srgbClr val="0000C7"/>
                </a:solidFill>
                <a:latin typeface="+mn-lt"/>
                <a:cs typeface="Segoe UI"/>
              </a:rPr>
              <a:t> </a:t>
            </a:r>
            <a:r>
              <a:rPr lang="en-US" sz="1800" spc="-4" dirty="0">
                <a:solidFill>
                  <a:srgbClr val="2D2C2C"/>
                </a:solidFill>
                <a:latin typeface="+mn-lt"/>
                <a:cs typeface="Segoe UI"/>
              </a:rPr>
              <a:t>with</a:t>
            </a:r>
            <a:r>
              <a:rPr lang="en-US" sz="1800" spc="16" dirty="0">
                <a:solidFill>
                  <a:srgbClr val="2D2C2C"/>
                </a:solidFill>
                <a:latin typeface="+mn-lt"/>
                <a:cs typeface="Segoe UI"/>
              </a:rPr>
              <a:t> </a:t>
            </a:r>
            <a:r>
              <a:rPr lang="en-US" sz="1800" spc="-8" dirty="0">
                <a:solidFill>
                  <a:srgbClr val="2D2C2C"/>
                </a:solidFill>
                <a:latin typeface="+mn-lt"/>
                <a:cs typeface="Segoe UI"/>
              </a:rPr>
              <a:t>new</a:t>
            </a:r>
            <a:r>
              <a:rPr lang="en-US" sz="1800" spc="20" dirty="0">
                <a:solidFill>
                  <a:srgbClr val="2D2C2C"/>
                </a:solidFill>
                <a:latin typeface="+mn-lt"/>
                <a:cs typeface="Segoe UI"/>
              </a:rPr>
              <a:t> </a:t>
            </a:r>
            <a:r>
              <a:rPr lang="en-US" sz="1800" spc="-12" dirty="0">
                <a:solidFill>
                  <a:srgbClr val="2D2C2C"/>
                </a:solidFill>
                <a:latin typeface="+mn-lt"/>
                <a:cs typeface="Segoe UI"/>
              </a:rPr>
              <a:t>text</a:t>
            </a:r>
            <a:r>
              <a:rPr lang="en-US" sz="1800" spc="37" dirty="0">
                <a:solidFill>
                  <a:srgbClr val="2D2C2C"/>
                </a:solidFill>
                <a:latin typeface="+mn-lt"/>
                <a:cs typeface="Segoe UI"/>
              </a:rPr>
              <a:t> </a:t>
            </a:r>
            <a:r>
              <a:rPr lang="en-US" sz="1800" spc="-8" dirty="0">
                <a:solidFill>
                  <a:srgbClr val="2D2C2C"/>
                </a:solidFill>
                <a:latin typeface="+mn-lt"/>
                <a:cs typeface="Segoe UI"/>
              </a:rPr>
              <a:t>(change</a:t>
            </a:r>
            <a:r>
              <a:rPr lang="en-US" sz="1800" spc="28" dirty="0">
                <a:solidFill>
                  <a:srgbClr val="2D2C2C"/>
                </a:solidFill>
                <a:latin typeface="+mn-lt"/>
                <a:cs typeface="Segoe UI"/>
              </a:rPr>
              <a:t> </a:t>
            </a:r>
            <a:r>
              <a:rPr lang="en-US" sz="1800" spc="-8" dirty="0">
                <a:solidFill>
                  <a:srgbClr val="2D2C2C"/>
                </a:solidFill>
                <a:latin typeface="+mn-lt"/>
                <a:cs typeface="Segoe UI"/>
              </a:rPr>
              <a:t>line):</a:t>
            </a:r>
          </a:p>
          <a:p>
            <a:pPr marL="289957" indent="-280154">
              <a:spcBef>
                <a:spcPts val="73"/>
              </a:spcBef>
              <a:buClr>
                <a:srgbClr val="000000"/>
              </a:buClr>
              <a:buFont typeface="Arial"/>
              <a:buChar char="•"/>
              <a:tabLst>
                <a:tab pos="289957" algn="l"/>
                <a:tab pos="290473" algn="l"/>
              </a:tabLst>
            </a:pPr>
            <a:endParaRPr lang="en-US" sz="1800" spc="-8" dirty="0">
              <a:solidFill>
                <a:srgbClr val="2D2C2C"/>
              </a:solidFill>
              <a:latin typeface="+mn-lt"/>
              <a:cs typeface="Segoe UI"/>
            </a:endParaRPr>
          </a:p>
          <a:p>
            <a:pPr marL="289957" indent="-280154">
              <a:spcBef>
                <a:spcPts val="73"/>
              </a:spcBef>
              <a:buClr>
                <a:srgbClr val="000000"/>
              </a:buClr>
              <a:buFont typeface="Arial"/>
              <a:buChar char="•"/>
              <a:tabLst>
                <a:tab pos="289957" algn="l"/>
                <a:tab pos="290473" algn="l"/>
              </a:tabLst>
            </a:pPr>
            <a:endParaRPr lang="en-US" sz="1800" spc="-8" dirty="0">
              <a:solidFill>
                <a:srgbClr val="2D2C2C"/>
              </a:solidFill>
              <a:latin typeface="+mn-lt"/>
              <a:cs typeface="Segoe UI"/>
            </a:endParaRPr>
          </a:p>
          <a:p>
            <a:pPr marL="289957" indent="-280154">
              <a:spcBef>
                <a:spcPts val="73"/>
              </a:spcBef>
              <a:buClr>
                <a:srgbClr val="000000"/>
              </a:buClr>
              <a:buFont typeface="Arial"/>
              <a:buChar char="•"/>
              <a:tabLst>
                <a:tab pos="289957" algn="l"/>
                <a:tab pos="290473" algn="l"/>
              </a:tabLst>
            </a:pPr>
            <a:endParaRPr lang="en-US" sz="1800" spc="-8" dirty="0">
              <a:solidFill>
                <a:srgbClr val="2D2C2C"/>
              </a:solidFill>
              <a:latin typeface="+mn-lt"/>
              <a:cs typeface="Segoe UI"/>
            </a:endParaRPr>
          </a:p>
          <a:p>
            <a:pPr marL="289957" indent="-280154">
              <a:spcBef>
                <a:spcPts val="73"/>
              </a:spcBef>
              <a:buClr>
                <a:srgbClr val="000000"/>
              </a:buClr>
              <a:buFont typeface="Arial"/>
              <a:buChar char="•"/>
              <a:tabLst>
                <a:tab pos="289957" algn="l"/>
                <a:tab pos="290473" algn="l"/>
              </a:tabLst>
            </a:pPr>
            <a:r>
              <a:rPr lang="en-US" sz="1800" spc="-8" dirty="0">
                <a:solidFill>
                  <a:srgbClr val="2D2C2C"/>
                </a:solidFill>
                <a:latin typeface="+mn-lt"/>
                <a:cs typeface="Segoe UI"/>
              </a:rPr>
              <a:t>Use</a:t>
            </a:r>
            <a:r>
              <a:rPr lang="en-US" sz="1800" spc="-16" dirty="0">
                <a:solidFill>
                  <a:srgbClr val="2D2C2C"/>
                </a:solidFill>
                <a:latin typeface="+mn-lt"/>
                <a:cs typeface="Segoe UI"/>
              </a:rPr>
              <a:t> </a:t>
            </a:r>
            <a:r>
              <a:rPr lang="en-US" sz="1800" spc="-12" dirty="0">
                <a:solidFill>
                  <a:srgbClr val="2D2C2C"/>
                </a:solidFill>
                <a:latin typeface="+mn-lt"/>
                <a:cs typeface="Segoe UI"/>
              </a:rPr>
              <a:t>different</a:t>
            </a:r>
            <a:r>
              <a:rPr lang="en-US" sz="1800" spc="53" dirty="0">
                <a:solidFill>
                  <a:srgbClr val="2D2C2C"/>
                </a:solidFill>
                <a:latin typeface="+mn-lt"/>
                <a:cs typeface="Segoe UI"/>
              </a:rPr>
              <a:t> </a:t>
            </a:r>
            <a:r>
              <a:rPr lang="en-US" sz="1800" spc="-12" dirty="0">
                <a:solidFill>
                  <a:srgbClr val="2D2C2C"/>
                </a:solidFill>
                <a:latin typeface="+mn-lt"/>
                <a:cs typeface="Segoe UI"/>
              </a:rPr>
              <a:t>delimiter</a:t>
            </a:r>
            <a:r>
              <a:rPr lang="en-US" sz="1800" spc="81" dirty="0">
                <a:solidFill>
                  <a:srgbClr val="2D2C2C"/>
                </a:solidFill>
                <a:latin typeface="+mn-lt"/>
                <a:cs typeface="Segoe UI"/>
              </a:rPr>
              <a:t> </a:t>
            </a:r>
            <a:r>
              <a:rPr lang="en-US" sz="1800" spc="-4" dirty="0">
                <a:solidFill>
                  <a:srgbClr val="2D2C2C"/>
                </a:solidFill>
                <a:latin typeface="+mn-lt"/>
                <a:cs typeface="Segoe UI"/>
              </a:rPr>
              <a:t>for</a:t>
            </a:r>
            <a:r>
              <a:rPr lang="en-US" sz="1800" spc="4" dirty="0">
                <a:solidFill>
                  <a:srgbClr val="2D2C2C"/>
                </a:solidFill>
                <a:latin typeface="+mn-lt"/>
                <a:cs typeface="Segoe UI"/>
              </a:rPr>
              <a:t> </a:t>
            </a:r>
            <a:r>
              <a:rPr lang="en-US" sz="1800" spc="-4" dirty="0">
                <a:solidFill>
                  <a:srgbClr val="2D2C2C"/>
                </a:solidFill>
                <a:latin typeface="+mn-lt"/>
                <a:cs typeface="Segoe UI"/>
              </a:rPr>
              <a:t>the</a:t>
            </a:r>
            <a:r>
              <a:rPr lang="en-US" sz="1800" spc="8" dirty="0">
                <a:solidFill>
                  <a:srgbClr val="2D2C2C"/>
                </a:solidFill>
                <a:latin typeface="+mn-lt"/>
                <a:cs typeface="Segoe UI"/>
              </a:rPr>
              <a:t> </a:t>
            </a:r>
            <a:r>
              <a:rPr lang="en-US" sz="1800" spc="-8" dirty="0">
                <a:solidFill>
                  <a:srgbClr val="2D2C2C"/>
                </a:solidFill>
                <a:latin typeface="+mn-lt"/>
                <a:cs typeface="Segoe UI"/>
              </a:rPr>
              <a:t>substitute</a:t>
            </a:r>
            <a:r>
              <a:rPr lang="en-US" sz="1800" spc="49" dirty="0">
                <a:solidFill>
                  <a:srgbClr val="2D2C2C"/>
                </a:solidFill>
                <a:latin typeface="+mn-lt"/>
                <a:cs typeface="Segoe UI"/>
              </a:rPr>
              <a:t> </a:t>
            </a:r>
            <a:r>
              <a:rPr lang="en-US" sz="1800" spc="-8" dirty="0">
                <a:solidFill>
                  <a:srgbClr val="2D2C2C"/>
                </a:solidFill>
                <a:latin typeface="+mn-lt"/>
                <a:cs typeface="Segoe UI"/>
              </a:rPr>
              <a:t>command:</a:t>
            </a:r>
            <a:endParaRPr lang="en-US" sz="1800" dirty="0">
              <a:cs typeface="Segoe UI"/>
            </a:endParaRPr>
          </a:p>
          <a:p>
            <a:endParaRPr lang="en-GB" sz="1800" dirty="0"/>
          </a:p>
        </p:txBody>
      </p:sp>
      <p:sp>
        <p:nvSpPr>
          <p:cNvPr id="4" name="Rectangle 3">
            <a:extLst>
              <a:ext uri="{FF2B5EF4-FFF2-40B4-BE49-F238E27FC236}">
                <a16:creationId xmlns:a16="http://schemas.microsoft.com/office/drawing/2014/main" id="{DD7D94D4-A0CD-8E37-0690-05531DE2752D}"/>
              </a:ext>
            </a:extLst>
          </p:cNvPr>
          <p:cNvSpPr>
            <a:spLocks noChangeArrowheads="1"/>
          </p:cNvSpPr>
          <p:nvPr/>
        </p:nvSpPr>
        <p:spPr bwMode="auto">
          <a:xfrm>
            <a:off x="4905375" y="1909539"/>
            <a:ext cx="6770687" cy="618118"/>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lnSpc>
                <a:spcPts val="1755"/>
              </a:lnSpc>
              <a:spcBef>
                <a:spcPts val="114"/>
              </a:spcBef>
            </a:pPr>
            <a:r>
              <a:rPr lang="en-US"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28"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dirty="0">
                <a:solidFill>
                  <a:schemeClr val="bg1"/>
                </a:solidFill>
                <a:latin typeface="Hack" panose="020B0609030202020204" pitchFamily="49" charset="0"/>
                <a:ea typeface="Hack" panose="020B0609030202020204" pitchFamily="49" charset="0"/>
                <a:cs typeface="Hack" panose="020B0609030202020204" pitchFamily="49" charset="0"/>
              </a:rPr>
              <a:t>sed</a:t>
            </a:r>
            <a:r>
              <a:rPr lang="en-US" b="1" spc="-24"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dirty="0">
                <a:solidFill>
                  <a:schemeClr val="bg1"/>
                </a:solidFill>
                <a:latin typeface="Hack" panose="020B0609030202020204" pitchFamily="49" charset="0"/>
                <a:ea typeface="Hack" panose="020B0609030202020204" pitchFamily="49" charset="0"/>
                <a:cs typeface="Hack" panose="020B0609030202020204" pitchFamily="49" charset="0"/>
              </a:rPr>
              <a:t>‘1i\</a:t>
            </a:r>
          </a:p>
          <a:p>
            <a:pPr marL="77391">
              <a:lnSpc>
                <a:spcPts val="1755"/>
              </a:lnSpc>
              <a:spcBef>
                <a:spcPts val="114"/>
              </a:spcBef>
            </a:pPr>
            <a:r>
              <a:rPr lang="en-US" sz="1600" b="1" spc="-4" dirty="0">
                <a:solidFill>
                  <a:schemeClr val="bg1"/>
                </a:solidFill>
                <a:latin typeface="Hack" panose="020B0609030202020204" pitchFamily="49" charset="0"/>
                <a:ea typeface="Hack" panose="020B0609030202020204" pitchFamily="49" charset="0"/>
                <a:cs typeface="Hack" panose="020B0609030202020204" pitchFamily="49" charset="0"/>
              </a:rPr>
              <a:t>#!/bin/bash'</a:t>
            </a:r>
            <a:r>
              <a:rPr lang="en-US" sz="1600" b="1" spc="-16"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dirty="0">
                <a:solidFill>
                  <a:schemeClr val="bg1"/>
                </a:solidFill>
                <a:latin typeface="Hack" panose="020B0609030202020204" pitchFamily="49" charset="0"/>
                <a:ea typeface="Hack" panose="020B0609030202020204" pitchFamily="49" charset="0"/>
                <a:cs typeface="Hack" panose="020B0609030202020204" pitchFamily="49" charset="0"/>
              </a:rPr>
              <a:t>a_script</a:t>
            </a:r>
            <a:r>
              <a:rPr lang="en-US" sz="1600" b="1" spc="-16"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dirty="0">
                <a:solidFill>
                  <a:schemeClr val="bg1"/>
                </a:solidFill>
                <a:latin typeface="Hack" panose="020B0609030202020204" pitchFamily="49" charset="0"/>
                <a:ea typeface="Hack" panose="020B0609030202020204" pitchFamily="49" charset="0"/>
                <a:cs typeface="Hack" panose="020B0609030202020204" pitchFamily="49" charset="0"/>
              </a:rPr>
              <a:t>&gt;</a:t>
            </a:r>
            <a:r>
              <a:rPr lang="en-US" sz="1600" b="1" spc="-16"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dirty="0">
                <a:solidFill>
                  <a:schemeClr val="bg1"/>
                </a:solidFill>
                <a:latin typeface="Hack" panose="020B0609030202020204" pitchFamily="49" charset="0"/>
                <a:ea typeface="Hack" panose="020B0609030202020204" pitchFamily="49" charset="0"/>
                <a:cs typeface="Hack" panose="020B0609030202020204" pitchFamily="49" charset="0"/>
              </a:rPr>
              <a:t>a_script$$</a:t>
            </a:r>
            <a:endParaRPr lang="en-US" sz="160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7" name="Rectangle 3">
            <a:extLst>
              <a:ext uri="{FF2B5EF4-FFF2-40B4-BE49-F238E27FC236}">
                <a16:creationId xmlns:a16="http://schemas.microsoft.com/office/drawing/2014/main" id="{45F25F55-116C-966A-4935-9C2DFDFD74C0}"/>
              </a:ext>
            </a:extLst>
          </p:cNvPr>
          <p:cNvSpPr>
            <a:spLocks noChangeArrowheads="1"/>
          </p:cNvSpPr>
          <p:nvPr/>
        </p:nvSpPr>
        <p:spPr bwMode="auto">
          <a:xfrm>
            <a:off x="4936691" y="2896709"/>
            <a:ext cx="6770687" cy="616836"/>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lnSpc>
                <a:spcPts val="1755"/>
              </a:lnSpc>
              <a:spcBef>
                <a:spcPts val="118"/>
              </a:spcBef>
            </a:pPr>
            <a:r>
              <a:rPr lang="en-US"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28"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dirty="0">
                <a:solidFill>
                  <a:schemeClr val="bg1"/>
                </a:solidFill>
                <a:latin typeface="Hack" panose="020B0609030202020204" pitchFamily="49" charset="0"/>
                <a:ea typeface="Hack" panose="020B0609030202020204" pitchFamily="49" charset="0"/>
                <a:cs typeface="Hack" panose="020B0609030202020204" pitchFamily="49" charset="0"/>
              </a:rPr>
              <a:t>sed</a:t>
            </a:r>
            <a:r>
              <a:rPr lang="en-US" b="1" spc="-24"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dirty="0">
                <a:solidFill>
                  <a:schemeClr val="bg1"/>
                </a:solidFill>
                <a:latin typeface="Hack" panose="020B0609030202020204" pitchFamily="49" charset="0"/>
                <a:ea typeface="Hack" panose="020B0609030202020204" pitchFamily="49" charset="0"/>
                <a:cs typeface="Hack" panose="020B0609030202020204" pitchFamily="49" charset="0"/>
              </a:rPr>
              <a:t>‘$a\</a:t>
            </a:r>
          </a:p>
          <a:p>
            <a:pPr marL="77391">
              <a:lnSpc>
                <a:spcPts val="1755"/>
              </a:lnSpc>
              <a:spcBef>
                <a:spcPts val="118"/>
              </a:spcBef>
            </a:pPr>
            <a:r>
              <a:rPr lang="en-US" sz="1600" b="1" spc="-4" dirty="0" err="1">
                <a:solidFill>
                  <a:schemeClr val="bg1"/>
                </a:solidFill>
                <a:latin typeface="Hack" panose="020B0609030202020204" pitchFamily="49" charset="0"/>
                <a:ea typeface="Hack" panose="020B0609030202020204" pitchFamily="49" charset="0"/>
                <a:cs typeface="Hack" panose="020B0609030202020204" pitchFamily="49" charset="0"/>
              </a:rPr>
              <a:t>InterTel</a:t>
            </a:r>
            <a:r>
              <a:rPr lang="en-US" sz="1600" b="1" spc="-4"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sz="1600" b="1" spc="-12"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dirty="0">
                <a:solidFill>
                  <a:schemeClr val="bg1"/>
                </a:solidFill>
                <a:latin typeface="Hack" panose="020B0609030202020204" pitchFamily="49" charset="0"/>
                <a:ea typeface="Hack" panose="020B0609030202020204" pitchFamily="49" charset="0"/>
                <a:cs typeface="Hack" panose="020B0609030202020204" pitchFamily="49" charset="0"/>
              </a:rPr>
              <a:t>Kettering,</a:t>
            </a:r>
            <a:r>
              <a:rPr lang="en-US" sz="1600" b="1" spc="-12"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dirty="0">
                <a:solidFill>
                  <a:schemeClr val="bg1"/>
                </a:solidFill>
                <a:latin typeface="Hack" panose="020B0609030202020204" pitchFamily="49" charset="0"/>
                <a:ea typeface="Hack" panose="020B0609030202020204" pitchFamily="49" charset="0"/>
                <a:cs typeface="Hack" panose="020B0609030202020204" pitchFamily="49" charset="0"/>
              </a:rPr>
              <a:t>Northants'</a:t>
            </a:r>
            <a:r>
              <a:rPr lang="en-US" sz="1600" b="1"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dirty="0">
                <a:solidFill>
                  <a:schemeClr val="bg1"/>
                </a:solidFill>
                <a:latin typeface="Hack" panose="020B0609030202020204" pitchFamily="49" charset="0"/>
                <a:ea typeface="Hack" panose="020B0609030202020204" pitchFamily="49" charset="0"/>
                <a:cs typeface="Hack" panose="020B0609030202020204" pitchFamily="49" charset="0"/>
              </a:rPr>
              <a:t>addr</a:t>
            </a:r>
            <a:r>
              <a:rPr lang="en-US" sz="1600" b="1" spc="-8"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dirty="0">
                <a:solidFill>
                  <a:schemeClr val="bg1"/>
                </a:solidFill>
                <a:latin typeface="Hack" panose="020B0609030202020204" pitchFamily="49" charset="0"/>
                <a:ea typeface="Hack" panose="020B0609030202020204" pitchFamily="49" charset="0"/>
                <a:cs typeface="Hack" panose="020B0609030202020204" pitchFamily="49" charset="0"/>
              </a:rPr>
              <a:t>&gt;</a:t>
            </a:r>
            <a:r>
              <a:rPr lang="en-US" sz="1600" b="1" spc="-12"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dirty="0">
                <a:solidFill>
                  <a:schemeClr val="bg1"/>
                </a:solidFill>
                <a:latin typeface="Hack" panose="020B0609030202020204" pitchFamily="49" charset="0"/>
                <a:ea typeface="Hack" panose="020B0609030202020204" pitchFamily="49" charset="0"/>
                <a:cs typeface="Hack" panose="020B0609030202020204" pitchFamily="49" charset="0"/>
              </a:rPr>
              <a:t>addr$$</a:t>
            </a:r>
            <a:endParaRPr lang="en-US" sz="160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8" name="Rectangle 3">
            <a:extLst>
              <a:ext uri="{FF2B5EF4-FFF2-40B4-BE49-F238E27FC236}">
                <a16:creationId xmlns:a16="http://schemas.microsoft.com/office/drawing/2014/main" id="{B5A5D0E6-7D6B-AA7E-2CE3-1D3248511FC8}"/>
              </a:ext>
            </a:extLst>
          </p:cNvPr>
          <p:cNvSpPr>
            <a:spLocks noChangeArrowheads="1"/>
          </p:cNvSpPr>
          <p:nvPr/>
        </p:nvSpPr>
        <p:spPr bwMode="auto">
          <a:xfrm>
            <a:off x="5972175" y="4436796"/>
            <a:ext cx="5703887" cy="616836"/>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lnSpc>
                <a:spcPts val="1755"/>
              </a:lnSpc>
              <a:spcBef>
                <a:spcPts val="122"/>
              </a:spcBef>
            </a:pPr>
            <a:r>
              <a:rPr lang="en-US"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24"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dirty="0">
                <a:solidFill>
                  <a:schemeClr val="bg1"/>
                </a:solidFill>
                <a:latin typeface="Hack" panose="020B0609030202020204" pitchFamily="49" charset="0"/>
                <a:ea typeface="Hack" panose="020B0609030202020204" pitchFamily="49" charset="0"/>
                <a:cs typeface="Hack" panose="020B0609030202020204" pitchFamily="49" charset="0"/>
              </a:rPr>
              <a:t>sed</a:t>
            </a:r>
            <a:r>
              <a:rPr lang="en-US" b="1" spc="-2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dirty="0">
                <a:solidFill>
                  <a:schemeClr val="bg1"/>
                </a:solidFill>
                <a:latin typeface="Hack" panose="020B0609030202020204" pitchFamily="49" charset="0"/>
                <a:ea typeface="Hack" panose="020B0609030202020204" pitchFamily="49" charset="0"/>
                <a:cs typeface="Hack" panose="020B0609030202020204" pitchFamily="49" charset="0"/>
              </a:rPr>
              <a:t>'/&lt;TITLE&gt;/c\</a:t>
            </a:r>
          </a:p>
          <a:p>
            <a:pPr marL="77391">
              <a:lnSpc>
                <a:spcPts val="1755"/>
              </a:lnSpc>
              <a:spcBef>
                <a:spcPts val="122"/>
              </a:spcBef>
            </a:pPr>
            <a:r>
              <a:rPr lang="en-US" sz="1400" b="1" spc="-4" dirty="0">
                <a:solidFill>
                  <a:schemeClr val="bg1"/>
                </a:solidFill>
                <a:latin typeface="Hack" panose="020B0609030202020204" pitchFamily="49" charset="0"/>
                <a:ea typeface="Hack" panose="020B0609030202020204" pitchFamily="49" charset="0"/>
                <a:cs typeface="Hack" panose="020B0609030202020204" pitchFamily="49" charset="0"/>
              </a:rPr>
              <a:t>&lt;TITLE&gt;New</a:t>
            </a:r>
            <a:r>
              <a:rPr lang="en-US" sz="1400" b="1" spc="-2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400" b="1" spc="-4" dirty="0">
                <a:solidFill>
                  <a:schemeClr val="bg1"/>
                </a:solidFill>
                <a:latin typeface="Hack" panose="020B0609030202020204" pitchFamily="49" charset="0"/>
                <a:ea typeface="Hack" panose="020B0609030202020204" pitchFamily="49" charset="0"/>
                <a:cs typeface="Hack" panose="020B0609030202020204" pitchFamily="49" charset="0"/>
              </a:rPr>
              <a:t>Menu&lt;/TITLE&gt;'dinner</a:t>
            </a:r>
            <a:r>
              <a:rPr lang="en-US" sz="1400" b="1" spc="-16"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400" b="1" spc="-4" dirty="0">
                <a:solidFill>
                  <a:schemeClr val="bg1"/>
                </a:solidFill>
                <a:latin typeface="Hack" panose="020B0609030202020204" pitchFamily="49" charset="0"/>
                <a:ea typeface="Hack" panose="020B0609030202020204" pitchFamily="49" charset="0"/>
                <a:cs typeface="Hack" panose="020B0609030202020204" pitchFamily="49" charset="0"/>
              </a:rPr>
              <a:t>&gt;</a:t>
            </a:r>
            <a:r>
              <a:rPr lang="en-US" sz="1400" b="1" spc="-16"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400" b="1" spc="-4" dirty="0">
                <a:solidFill>
                  <a:schemeClr val="bg1"/>
                </a:solidFill>
                <a:latin typeface="Hack" panose="020B0609030202020204" pitchFamily="49" charset="0"/>
                <a:ea typeface="Hack" panose="020B0609030202020204" pitchFamily="49" charset="0"/>
                <a:cs typeface="Hack" panose="020B0609030202020204" pitchFamily="49" charset="0"/>
              </a:rPr>
              <a:t>new-dinner</a:t>
            </a:r>
            <a:endParaRPr lang="en-US" sz="140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9" name="Rectangle 3">
            <a:extLst>
              <a:ext uri="{FF2B5EF4-FFF2-40B4-BE49-F238E27FC236}">
                <a16:creationId xmlns:a16="http://schemas.microsoft.com/office/drawing/2014/main" id="{945E1937-0F6E-0D3F-C25C-3110843825FF}"/>
              </a:ext>
            </a:extLst>
          </p:cNvPr>
          <p:cNvSpPr>
            <a:spLocks noChangeArrowheads="1"/>
          </p:cNvSpPr>
          <p:nvPr/>
        </p:nvSpPr>
        <p:spPr bwMode="auto">
          <a:xfrm>
            <a:off x="4905374" y="5556255"/>
            <a:ext cx="6770687" cy="420628"/>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spcBef>
                <a:spcPts val="126"/>
              </a:spcBef>
            </a:pPr>
            <a:r>
              <a:rPr lang="en-US"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4"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dirty="0">
                <a:solidFill>
                  <a:schemeClr val="bg1"/>
                </a:solidFill>
                <a:latin typeface="Hack" panose="020B0609030202020204" pitchFamily="49" charset="0"/>
                <a:ea typeface="Hack" panose="020B0609030202020204" pitchFamily="49" charset="0"/>
                <a:cs typeface="Hack" panose="020B0609030202020204" pitchFamily="49" charset="0"/>
              </a:rPr>
              <a:t>sed 's+/usr/mail+/var/spool/mail+'</a:t>
            </a:r>
            <a:r>
              <a:rPr lang="en-US" b="1" spc="4"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dirty="0">
                <a:solidFill>
                  <a:schemeClr val="bg1"/>
                </a:solidFill>
                <a:latin typeface="Hack" panose="020B0609030202020204" pitchFamily="49" charset="0"/>
                <a:ea typeface="Hack" panose="020B0609030202020204" pitchFamily="49" charset="0"/>
                <a:cs typeface="Hack" panose="020B0609030202020204" pitchFamily="49" charset="0"/>
              </a:rPr>
              <a:t>a_script</a:t>
            </a:r>
            <a:endParaRPr lang="en-US"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6" name="Slide Number Placeholder 1">
            <a:extLst>
              <a:ext uri="{FF2B5EF4-FFF2-40B4-BE49-F238E27FC236}">
                <a16:creationId xmlns:a16="http://schemas.microsoft.com/office/drawing/2014/main" id="{42486536-5F27-D895-C564-E590494F4438}"/>
              </a:ext>
            </a:extLst>
          </p:cNvPr>
          <p:cNvSpPr txBox="1">
            <a:spLocks/>
          </p:cNvSpPr>
          <p:nvPr/>
        </p:nvSpPr>
        <p:spPr>
          <a:xfrm>
            <a:off x="9365513" y="6398855"/>
            <a:ext cx="27432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EF892D59-8F09-EF4B-AD6D-DA609442F868}" type="slidenum">
              <a:rPr lang="en-GB" smtClean="0"/>
              <a:pPr algn="r"/>
              <a:t>32</a:t>
            </a:fld>
            <a:endParaRPr lang="en-GB"/>
          </a:p>
        </p:txBody>
      </p:sp>
    </p:spTree>
    <p:extLst>
      <p:ext uri="{BB962C8B-B14F-4D97-AF65-F5344CB8AC3E}">
        <p14:creationId xmlns:p14="http://schemas.microsoft.com/office/powerpoint/2010/main" val="114705809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38ECCDE-5643-0779-145A-54BEC6436036}"/>
              </a:ext>
            </a:extLst>
          </p:cNvPr>
          <p:cNvSpPr>
            <a:spLocks noGrp="1"/>
          </p:cNvSpPr>
          <p:nvPr>
            <p:ph type="ctrTitle"/>
          </p:nvPr>
        </p:nvSpPr>
        <p:spPr/>
        <p:txBody>
          <a:bodyPr/>
          <a:lstStyle/>
          <a:p>
            <a:r>
              <a:rPr lang="en-GB" dirty="0"/>
              <a:t>Introducing extended </a:t>
            </a:r>
            <a:r>
              <a:rPr lang="en-GB" dirty="0" err="1"/>
              <a:t>raegular</a:t>
            </a:r>
            <a:r>
              <a:rPr lang="en-GB" dirty="0"/>
              <a:t> expressions (ERE)</a:t>
            </a:r>
            <a:endParaRPr lang="en-GB" sz="280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569"/>
              </a:spcBef>
              <a:buClr>
                <a:srgbClr val="000000"/>
              </a:buClr>
              <a:buFont typeface="Arial"/>
              <a:buChar char="•"/>
              <a:tabLst>
                <a:tab pos="289957" algn="l"/>
                <a:tab pos="290473" algn="l"/>
              </a:tabLst>
            </a:pPr>
            <a:r>
              <a:rPr lang="en-US" sz="1800" b="1" spc="-4" dirty="0">
                <a:solidFill>
                  <a:srgbClr val="7030A0"/>
                </a:solidFill>
                <a:latin typeface="Hack" panose="020B0609030202020204" pitchFamily="49" charset="0"/>
                <a:ea typeface="Hack" panose="020B0609030202020204" pitchFamily="49" charset="0"/>
                <a:cs typeface="Hack" panose="020B0609030202020204" pitchFamily="49" charset="0"/>
              </a:rPr>
              <a:t>grep –E </a:t>
            </a:r>
            <a:r>
              <a:rPr lang="en-US" sz="1800" spc="-4" dirty="0">
                <a:solidFill>
                  <a:srgbClr val="2D2C2C"/>
                </a:solidFill>
                <a:latin typeface="+mn-lt"/>
                <a:cs typeface="Segoe UI"/>
              </a:rPr>
              <a:t>switches on extended regular expressions</a:t>
            </a:r>
            <a:r>
              <a:rPr lang="en-US" spc="-4" dirty="0">
                <a:solidFill>
                  <a:srgbClr val="2D2C2C"/>
                </a:solidFill>
                <a:cs typeface="Segoe UI"/>
              </a:rPr>
              <a:t>:</a:t>
            </a:r>
            <a:r>
              <a:rPr lang="en-US" sz="1800" spc="-4" dirty="0">
                <a:solidFill>
                  <a:srgbClr val="2D2C2C"/>
                </a:solidFill>
                <a:latin typeface="+mn-lt"/>
                <a:cs typeface="Segoe UI"/>
              </a:rPr>
              <a:t> </a:t>
            </a:r>
            <a:r>
              <a:rPr lang="en-US" sz="1800" b="1" spc="-4" dirty="0">
                <a:solidFill>
                  <a:srgbClr val="7030A0"/>
                </a:solidFill>
                <a:latin typeface="+mn-lt"/>
                <a:cs typeface="Segoe UI"/>
              </a:rPr>
              <a:t>ERE</a:t>
            </a:r>
            <a:r>
              <a:rPr lang="en-US" spc="-4" dirty="0">
                <a:solidFill>
                  <a:srgbClr val="2D2C2C"/>
                </a:solidFill>
                <a:cs typeface="Segoe UI"/>
              </a:rPr>
              <a:t>.</a:t>
            </a:r>
          </a:p>
          <a:p>
            <a:pPr marL="747157" lvl="1" indent="-280154">
              <a:spcBef>
                <a:spcPts val="569"/>
              </a:spcBef>
              <a:buClr>
                <a:srgbClr val="000000"/>
              </a:buClr>
              <a:buFont typeface="Arial"/>
              <a:buChar char="•"/>
              <a:tabLst>
                <a:tab pos="289957" algn="l"/>
                <a:tab pos="290473" algn="l"/>
              </a:tabLst>
            </a:pPr>
            <a:r>
              <a:rPr lang="en-US" sz="1800" spc="-4" dirty="0">
                <a:solidFill>
                  <a:srgbClr val="2D2C2C"/>
                </a:solidFill>
                <a:latin typeface="+mn-lt"/>
                <a:cs typeface="Segoe UI"/>
              </a:rPr>
              <a:t>These are an extension to </a:t>
            </a:r>
            <a:r>
              <a:rPr lang="en-US" sz="1800" b="1" spc="-4" dirty="0">
                <a:solidFill>
                  <a:srgbClr val="7030A0"/>
                </a:solidFill>
                <a:latin typeface="+mn-lt"/>
                <a:cs typeface="Segoe UI"/>
              </a:rPr>
              <a:t>BRE</a:t>
            </a:r>
            <a:r>
              <a:rPr lang="en-US" spc="-4" dirty="0">
                <a:solidFill>
                  <a:srgbClr val="2D2C2C"/>
                </a:solidFill>
                <a:cs typeface="Segoe UI"/>
              </a:rPr>
              <a:t>.</a:t>
            </a:r>
          </a:p>
          <a:p>
            <a:pPr marL="747157" lvl="1" indent="-280154">
              <a:spcBef>
                <a:spcPts val="569"/>
              </a:spcBef>
              <a:buClr>
                <a:srgbClr val="000000"/>
              </a:buClr>
              <a:buFont typeface="Arial"/>
              <a:buChar char="•"/>
              <a:tabLst>
                <a:tab pos="289957" algn="l"/>
                <a:tab pos="290473" algn="l"/>
              </a:tabLst>
            </a:pPr>
            <a:endParaRPr lang="en-US" sz="1800" b="1" spc="-4" dirty="0">
              <a:solidFill>
                <a:srgbClr val="7030A0"/>
              </a:solidFill>
              <a:latin typeface="+mn-lt"/>
              <a:cs typeface="Segoe UI"/>
            </a:endParaRPr>
          </a:p>
          <a:p>
            <a:pPr marL="289957" indent="-280154">
              <a:spcBef>
                <a:spcPts val="569"/>
              </a:spcBef>
              <a:buClr>
                <a:srgbClr val="000000"/>
              </a:buClr>
              <a:buFont typeface="Arial"/>
              <a:buChar char="•"/>
              <a:tabLst>
                <a:tab pos="289957" algn="l"/>
                <a:tab pos="290473" algn="l"/>
              </a:tabLst>
            </a:pPr>
            <a:r>
              <a:rPr lang="en-US" sz="1800" spc="-4" dirty="0">
                <a:solidFill>
                  <a:srgbClr val="2D2C2C"/>
                </a:solidFill>
                <a:latin typeface="+mn-lt"/>
                <a:ea typeface="Hack" panose="020B0609030202020204" pitchFamily="49" charset="0"/>
                <a:cs typeface="Segoe UI"/>
              </a:rPr>
              <a:t>Giving advanced multipliers:</a:t>
            </a:r>
          </a:p>
          <a:p>
            <a:pPr marL="747157" lvl="1" indent="-280154">
              <a:spcBef>
                <a:spcPts val="569"/>
              </a:spcBef>
              <a:buClr>
                <a:srgbClr val="000000"/>
              </a:buClr>
              <a:buFont typeface="Arial"/>
              <a:buChar char="•"/>
              <a:tabLst>
                <a:tab pos="289957" algn="l"/>
                <a:tab pos="290473" algn="l"/>
              </a:tabLst>
            </a:pPr>
            <a:r>
              <a:rPr lang="en-US" sz="1800" spc="-4" dirty="0">
                <a:solidFill>
                  <a:srgbClr val="2D2C2C"/>
                </a:solidFill>
                <a:latin typeface="+mn-lt"/>
                <a:ea typeface="Hack" panose="020B0609030202020204" pitchFamily="49" charset="0"/>
                <a:cs typeface="Segoe UI"/>
              </a:rPr>
              <a:t>The asterisk </a:t>
            </a:r>
            <a:r>
              <a:rPr lang="en-US" sz="1800" b="1" spc="-4"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z="1800" spc="-4" dirty="0">
                <a:solidFill>
                  <a:srgbClr val="2D2C2C"/>
                </a:solidFill>
                <a:latin typeface="+mn-lt"/>
                <a:ea typeface="Hack" panose="020B0609030202020204" pitchFamily="49" charset="0"/>
                <a:cs typeface="Segoe UI"/>
              </a:rPr>
              <a:t> means </a:t>
            </a:r>
            <a:r>
              <a:rPr lang="en-US" sz="1800" b="1" spc="-4" dirty="0">
                <a:solidFill>
                  <a:srgbClr val="2D2C2C"/>
                </a:solidFill>
                <a:latin typeface="+mn-lt"/>
                <a:ea typeface="Hack" panose="020B0609030202020204" pitchFamily="49" charset="0"/>
                <a:cs typeface="Segoe UI"/>
              </a:rPr>
              <a:t>1</a:t>
            </a:r>
            <a:r>
              <a:rPr lang="en-US" sz="1800" spc="-4" dirty="0">
                <a:solidFill>
                  <a:srgbClr val="2D2C2C"/>
                </a:solidFill>
                <a:latin typeface="+mn-lt"/>
                <a:ea typeface="Hack" panose="020B0609030202020204" pitchFamily="49" charset="0"/>
                <a:cs typeface="Segoe UI"/>
              </a:rPr>
              <a:t> or more i.e., </a:t>
            </a:r>
            <a:r>
              <a:rPr lang="en-US" sz="1800" b="1" spc="-4" dirty="0">
                <a:solidFill>
                  <a:srgbClr val="7030A0"/>
                </a:solidFill>
                <a:latin typeface="Hack" panose="020B0609030202020204" pitchFamily="49" charset="0"/>
                <a:ea typeface="Hack" panose="020B0609030202020204" pitchFamily="49" charset="0"/>
                <a:cs typeface="Hack" panose="020B0609030202020204" pitchFamily="49" charset="0"/>
              </a:rPr>
              <a:t>a+</a:t>
            </a:r>
          </a:p>
          <a:p>
            <a:pPr marL="747157" lvl="1" indent="-280154">
              <a:spcBef>
                <a:spcPts val="569"/>
              </a:spcBef>
              <a:buClr>
                <a:srgbClr val="000000"/>
              </a:buClr>
              <a:buFont typeface="Arial"/>
              <a:buChar char="•"/>
              <a:tabLst>
                <a:tab pos="289957" algn="l"/>
                <a:tab pos="290473" algn="l"/>
              </a:tabLst>
            </a:pPr>
            <a:r>
              <a:rPr lang="en-US" sz="1800" spc="-4" dirty="0">
                <a:solidFill>
                  <a:srgbClr val="2D2C2C"/>
                </a:solidFill>
                <a:latin typeface="+mn-lt"/>
                <a:ea typeface="Hack" panose="020B0609030202020204" pitchFamily="49" charset="0"/>
                <a:cs typeface="Segoe UI"/>
              </a:rPr>
              <a:t>The asterisk </a:t>
            </a:r>
            <a:r>
              <a:rPr lang="en-US" sz="1800" b="1" spc="-4"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z="1800" spc="-4" dirty="0">
                <a:solidFill>
                  <a:srgbClr val="2D2C2C"/>
                </a:solidFill>
                <a:latin typeface="+mn-lt"/>
                <a:ea typeface="Hack" panose="020B0609030202020204" pitchFamily="49" charset="0"/>
                <a:cs typeface="Segoe UI"/>
              </a:rPr>
              <a:t> means </a:t>
            </a:r>
            <a:r>
              <a:rPr lang="en-US" sz="1800" b="1" spc="-4" dirty="0">
                <a:solidFill>
                  <a:srgbClr val="2D2C2C"/>
                </a:solidFill>
                <a:latin typeface="+mn-lt"/>
                <a:ea typeface="Hack" panose="020B0609030202020204" pitchFamily="49" charset="0"/>
                <a:cs typeface="Segoe UI"/>
              </a:rPr>
              <a:t>0</a:t>
            </a:r>
            <a:r>
              <a:rPr lang="en-US" sz="1800" spc="-4" dirty="0">
                <a:solidFill>
                  <a:srgbClr val="2D2C2C"/>
                </a:solidFill>
                <a:latin typeface="+mn-lt"/>
                <a:ea typeface="Hack" panose="020B0609030202020204" pitchFamily="49" charset="0"/>
                <a:cs typeface="Segoe UI"/>
              </a:rPr>
              <a:t> or </a:t>
            </a:r>
            <a:r>
              <a:rPr lang="en-US" sz="1800" b="1" spc="-4" dirty="0">
                <a:solidFill>
                  <a:srgbClr val="2D2C2C"/>
                </a:solidFill>
                <a:latin typeface="+mn-lt"/>
                <a:ea typeface="Hack" panose="020B0609030202020204" pitchFamily="49" charset="0"/>
                <a:cs typeface="Segoe UI"/>
              </a:rPr>
              <a:t>1</a:t>
            </a:r>
            <a:r>
              <a:rPr lang="en-US" sz="1800" spc="-4" dirty="0">
                <a:solidFill>
                  <a:srgbClr val="2D2C2C"/>
                </a:solidFill>
                <a:latin typeface="+mn-lt"/>
                <a:ea typeface="Hack" panose="020B0609030202020204" pitchFamily="49" charset="0"/>
                <a:cs typeface="Segoe UI"/>
              </a:rPr>
              <a:t> i.e., </a:t>
            </a:r>
            <a:r>
              <a:rPr lang="en-US" sz="1800" b="1" spc="-4" dirty="0">
                <a:solidFill>
                  <a:srgbClr val="7030A0"/>
                </a:solidFill>
                <a:latin typeface="Hack" panose="020B0609030202020204" pitchFamily="49" charset="0"/>
                <a:ea typeface="Hack" panose="020B0609030202020204" pitchFamily="49" charset="0"/>
                <a:cs typeface="Hack" panose="020B0609030202020204" pitchFamily="49" charset="0"/>
              </a:rPr>
              <a:t>a?</a:t>
            </a:r>
          </a:p>
          <a:p>
            <a:pPr marL="747157" lvl="1" indent="-280154">
              <a:spcBef>
                <a:spcPts val="569"/>
              </a:spcBef>
              <a:buClr>
                <a:srgbClr val="000000"/>
              </a:buClr>
              <a:buFont typeface="Arial"/>
              <a:buChar char="•"/>
              <a:tabLst>
                <a:tab pos="289957" algn="l"/>
                <a:tab pos="290473" algn="l"/>
              </a:tabLst>
            </a:pPr>
            <a:endParaRPr lang="en-US" sz="1800" spc="-4" dirty="0">
              <a:solidFill>
                <a:srgbClr val="2D2C2C"/>
              </a:solidFill>
              <a:latin typeface="+mn-lt"/>
              <a:cs typeface="Segoe UI"/>
            </a:endParaRPr>
          </a:p>
          <a:p>
            <a:pPr marL="289957" indent="-280154">
              <a:spcBef>
                <a:spcPts val="569"/>
              </a:spcBef>
              <a:buClr>
                <a:srgbClr val="000000"/>
              </a:buClr>
              <a:buFont typeface="Arial"/>
              <a:buChar char="•"/>
              <a:tabLst>
                <a:tab pos="289957" algn="l"/>
                <a:tab pos="290473" algn="l"/>
              </a:tabLst>
            </a:pPr>
            <a:r>
              <a:rPr lang="en-US" sz="1800" spc="-4" dirty="0">
                <a:solidFill>
                  <a:srgbClr val="2D2C2C"/>
                </a:solidFill>
                <a:latin typeface="+mn-lt"/>
                <a:ea typeface="Hack" panose="020B0609030202020204" pitchFamily="49" charset="0"/>
                <a:cs typeface="Segoe UI"/>
              </a:rPr>
              <a:t>The Or operator:</a:t>
            </a:r>
          </a:p>
          <a:p>
            <a:pPr marL="747157" lvl="1" indent="-280154">
              <a:spcBef>
                <a:spcPts val="569"/>
              </a:spcBef>
              <a:buClr>
                <a:srgbClr val="000000"/>
              </a:buClr>
              <a:buFont typeface="Arial"/>
              <a:buChar char="•"/>
              <a:tabLst>
                <a:tab pos="289957" algn="l"/>
                <a:tab pos="290473" algn="l"/>
              </a:tabLst>
            </a:pPr>
            <a:r>
              <a:rPr lang="en-US" sz="1800" spc="-4" dirty="0">
                <a:solidFill>
                  <a:srgbClr val="2D2C2C"/>
                </a:solidFill>
                <a:latin typeface="+mn-lt"/>
                <a:ea typeface="Hack" panose="020B0609030202020204" pitchFamily="49" charset="0"/>
                <a:cs typeface="Segoe UI"/>
              </a:rPr>
              <a:t>The vertical bar </a:t>
            </a:r>
            <a:r>
              <a:rPr lang="en-US" sz="1800" b="1" spc="-4"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z="1800" spc="-4" dirty="0">
                <a:solidFill>
                  <a:srgbClr val="2D2C2C"/>
                </a:solidFill>
                <a:latin typeface="+mn-lt"/>
                <a:ea typeface="Hack" panose="020B0609030202020204" pitchFamily="49" charset="0"/>
                <a:cs typeface="Segoe UI"/>
              </a:rPr>
              <a:t> means </a:t>
            </a:r>
            <a:r>
              <a:rPr lang="en-US" sz="1800" b="1" spc="-4" dirty="0">
                <a:solidFill>
                  <a:srgbClr val="2D2C2C"/>
                </a:solidFill>
                <a:latin typeface="+mn-lt"/>
                <a:ea typeface="Hack" panose="020B0609030202020204" pitchFamily="49" charset="0"/>
                <a:cs typeface="Segoe UI"/>
              </a:rPr>
              <a:t>or</a:t>
            </a:r>
            <a:r>
              <a:rPr lang="en-US" sz="1800" spc="-4" dirty="0">
                <a:solidFill>
                  <a:srgbClr val="2D2C2C"/>
                </a:solidFill>
                <a:latin typeface="+mn-lt"/>
                <a:ea typeface="Hack" panose="020B0609030202020204" pitchFamily="49" charset="0"/>
                <a:cs typeface="Segoe UI"/>
              </a:rPr>
              <a:t> i.e., </a:t>
            </a:r>
            <a:r>
              <a:rPr lang="en-US" sz="1800" b="1" spc="-4" dirty="0" err="1">
                <a:solidFill>
                  <a:srgbClr val="7030A0"/>
                </a:solidFill>
                <a:latin typeface="Hack" panose="020B0609030202020204" pitchFamily="49" charset="0"/>
                <a:ea typeface="Hack" panose="020B0609030202020204" pitchFamily="49" charset="0"/>
                <a:cs typeface="Hack" panose="020B0609030202020204" pitchFamily="49" charset="0"/>
              </a:rPr>
              <a:t>daemon|system</a:t>
            </a:r>
            <a:endParaRPr lang="en-US" sz="1800" b="1" spc="-4" dirty="0">
              <a:solidFill>
                <a:srgbClr val="7030A0"/>
              </a:solidFill>
              <a:latin typeface="Hack" panose="020B0609030202020204" pitchFamily="49" charset="0"/>
              <a:ea typeface="Hack" panose="020B0609030202020204" pitchFamily="49" charset="0"/>
              <a:cs typeface="Hack" panose="020B0609030202020204" pitchFamily="49" charset="0"/>
            </a:endParaRPr>
          </a:p>
          <a:p>
            <a:pPr marL="747157" lvl="1" indent="-280154">
              <a:spcBef>
                <a:spcPts val="569"/>
              </a:spcBef>
              <a:buClr>
                <a:srgbClr val="000000"/>
              </a:buClr>
              <a:buFont typeface="Arial"/>
              <a:buChar char="•"/>
              <a:tabLst>
                <a:tab pos="289957" algn="l"/>
                <a:tab pos="290473" algn="l"/>
              </a:tabLst>
            </a:pPr>
            <a:endParaRPr lang="en-US" sz="1800" spc="-4" dirty="0">
              <a:solidFill>
                <a:srgbClr val="2D2C2C"/>
              </a:solidFill>
              <a:latin typeface="+mn-lt"/>
              <a:cs typeface="Segoe UI"/>
            </a:endParaRPr>
          </a:p>
          <a:p>
            <a:pPr marL="289957" indent="-280154">
              <a:spcBef>
                <a:spcPts val="569"/>
              </a:spcBef>
              <a:buClr>
                <a:srgbClr val="000000"/>
              </a:buClr>
              <a:buFont typeface="Arial"/>
              <a:buChar char="•"/>
              <a:tabLst>
                <a:tab pos="289957" algn="l"/>
                <a:tab pos="290473" algn="l"/>
              </a:tabLst>
            </a:pPr>
            <a:r>
              <a:rPr lang="en-US" sz="1800" spc="-4" dirty="0">
                <a:solidFill>
                  <a:srgbClr val="2D2C2C"/>
                </a:solidFill>
                <a:latin typeface="+mn-lt"/>
                <a:ea typeface="Hack" panose="020B0609030202020204" pitchFamily="49" charset="0"/>
                <a:cs typeface="Segoe UI"/>
              </a:rPr>
              <a:t>The brackets are not escaped any more with the </a:t>
            </a:r>
            <a:r>
              <a:rPr lang="en-US" sz="1800" b="1" spc="-4"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z="1800" spc="-4" dirty="0">
                <a:solidFill>
                  <a:srgbClr val="2D2C2C"/>
                </a:solidFill>
                <a:latin typeface="+mn-lt"/>
                <a:ea typeface="Hack" panose="020B0609030202020204" pitchFamily="49" charset="0"/>
                <a:cs typeface="Segoe UI"/>
              </a:rPr>
              <a:t>:</a:t>
            </a:r>
          </a:p>
          <a:p>
            <a:pPr marL="747157" lvl="1" indent="-280154">
              <a:spcBef>
                <a:spcPts val="569"/>
              </a:spcBef>
              <a:buClr>
                <a:srgbClr val="000000"/>
              </a:buClr>
              <a:buFont typeface="Arial"/>
              <a:buChar char="•"/>
              <a:tabLst>
                <a:tab pos="289957" algn="l"/>
                <a:tab pos="290473" algn="l"/>
              </a:tabLst>
            </a:pPr>
            <a:r>
              <a:rPr lang="en-US" sz="1800" b="1" spc="-4"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z="1800" b="1" spc="-4" dirty="0" err="1">
                <a:solidFill>
                  <a:srgbClr val="7030A0"/>
                </a:solidFill>
                <a:latin typeface="Hack" panose="020B0609030202020204" pitchFamily="49" charset="0"/>
                <a:ea typeface="Hack" panose="020B0609030202020204" pitchFamily="49" charset="0"/>
                <a:cs typeface="Hack" panose="020B0609030202020204" pitchFamily="49" charset="0"/>
              </a:rPr>
              <a:t>ing</a:t>
            </a:r>
            <a:r>
              <a:rPr lang="en-US" sz="1800" b="1" spc="-4" dirty="0">
                <a:solidFill>
                  <a:srgbClr val="7030A0"/>
                </a:solidFill>
                <a:latin typeface="Hack" panose="020B0609030202020204" pitchFamily="49" charset="0"/>
                <a:ea typeface="Hack" panose="020B0609030202020204" pitchFamily="49" charset="0"/>
                <a:cs typeface="Hack" panose="020B0609030202020204" pitchFamily="49" charset="0"/>
              </a:rPr>
              <a:t>){2}</a:t>
            </a:r>
            <a:r>
              <a:rPr lang="en-US" sz="1800" spc="-4" dirty="0">
                <a:solidFill>
                  <a:srgbClr val="2D2C2C"/>
                </a:solidFill>
                <a:latin typeface="Hack" panose="020B0609030202020204" pitchFamily="49" charset="0"/>
                <a:ea typeface="Hack" panose="020B0609030202020204" pitchFamily="49" charset="0"/>
                <a:cs typeface="Hack" panose="020B0609030202020204" pitchFamily="49" charset="0"/>
              </a:rPr>
              <a:t> </a:t>
            </a:r>
            <a:r>
              <a:rPr lang="en-US" sz="1800" spc="-4" dirty="0">
                <a:solidFill>
                  <a:srgbClr val="2D2C2C"/>
                </a:solidFill>
                <a:latin typeface="+mn-lt"/>
                <a:ea typeface="Hack" panose="020B0609030202020204" pitchFamily="49" charset="0"/>
                <a:cs typeface="Segoe UI"/>
              </a:rPr>
              <a:t>not </a:t>
            </a:r>
            <a:r>
              <a:rPr lang="en-US" sz="1800" b="1" spc="-4"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z="1800" b="1" spc="-4" dirty="0" err="1">
                <a:solidFill>
                  <a:srgbClr val="7030A0"/>
                </a:solidFill>
                <a:latin typeface="Hack" panose="020B0609030202020204" pitchFamily="49" charset="0"/>
                <a:ea typeface="Hack" panose="020B0609030202020204" pitchFamily="49" charset="0"/>
                <a:cs typeface="Hack" panose="020B0609030202020204" pitchFamily="49" charset="0"/>
              </a:rPr>
              <a:t>ing</a:t>
            </a:r>
            <a:r>
              <a:rPr lang="en-US" sz="1800" b="1" spc="-4" dirty="0">
                <a:solidFill>
                  <a:srgbClr val="7030A0"/>
                </a:solidFill>
                <a:latin typeface="Hack" panose="020B0609030202020204" pitchFamily="49" charset="0"/>
                <a:ea typeface="Hack" panose="020B0609030202020204" pitchFamily="49" charset="0"/>
                <a:cs typeface="Hack" panose="020B0609030202020204" pitchFamily="49" charset="0"/>
              </a:rPr>
              <a:t>\)\{2\}</a:t>
            </a:r>
          </a:p>
          <a:p>
            <a:endParaRPr lang="en-GB" sz="180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GB" smtClean="0"/>
              <a:pPr/>
              <a:t>33</a:t>
            </a:fld>
            <a:endParaRPr lang="en-GB"/>
          </a:p>
        </p:txBody>
      </p:sp>
    </p:spTree>
    <p:extLst>
      <p:ext uri="{BB962C8B-B14F-4D97-AF65-F5344CB8AC3E}">
        <p14:creationId xmlns:p14="http://schemas.microsoft.com/office/powerpoint/2010/main" val="12015454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90B6A-A16E-2075-CEE5-B923638CF0D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E39B7FB-055D-C3D1-704A-54B2009AA76C}"/>
              </a:ext>
            </a:extLst>
          </p:cNvPr>
          <p:cNvSpPr>
            <a:spLocks noGrp="1"/>
          </p:cNvSpPr>
          <p:nvPr>
            <p:ph type="ctrTitle"/>
          </p:nvPr>
        </p:nvSpPr>
        <p:spPr/>
        <p:txBody>
          <a:bodyPr/>
          <a:lstStyle/>
          <a:p>
            <a:r>
              <a:rPr lang="en-GB" dirty="0"/>
              <a:t>Review and lab</a:t>
            </a:r>
          </a:p>
        </p:txBody>
      </p:sp>
      <p:sp>
        <p:nvSpPr>
          <p:cNvPr id="5" name="Subtitle 4">
            <a:extLst>
              <a:ext uri="{FF2B5EF4-FFF2-40B4-BE49-F238E27FC236}">
                <a16:creationId xmlns:a16="http://schemas.microsoft.com/office/drawing/2014/main" id="{E9F236DB-4CEA-0805-B974-B65152937F46}"/>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36644455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011A66F-2AA4-CC76-6143-014D42ACD7FC}"/>
              </a:ext>
            </a:extLst>
          </p:cNvPr>
          <p:cNvSpPr>
            <a:spLocks noGrp="1"/>
          </p:cNvSpPr>
          <p:nvPr>
            <p:ph type="ctrTitle"/>
          </p:nvPr>
        </p:nvSpPr>
        <p:spPr/>
        <p:txBody>
          <a:bodyPr/>
          <a:lstStyle/>
          <a:p>
            <a:r>
              <a:rPr lang="en-GB" dirty="0"/>
              <a:t>Review questions</a:t>
            </a:r>
          </a:p>
        </p:txBody>
      </p:sp>
      <p:sp>
        <p:nvSpPr>
          <p:cNvPr id="4" name="Text Placeholder 3">
            <a:extLst>
              <a:ext uri="{FF2B5EF4-FFF2-40B4-BE49-F238E27FC236}">
                <a16:creationId xmlns:a16="http://schemas.microsoft.com/office/drawing/2014/main" id="{E9C5A723-C0B1-124B-8CB6-AA3105C9A4E6}"/>
              </a:ext>
            </a:extLst>
          </p:cNvPr>
          <p:cNvSpPr>
            <a:spLocks noGrp="1"/>
          </p:cNvSpPr>
          <p:nvPr>
            <p:ph sz="quarter" idx="4"/>
          </p:nvPr>
        </p:nvSpPr>
        <p:spPr/>
        <p:txBody>
          <a:bodyPr>
            <a:normAutofit/>
          </a:bodyPr>
          <a:lstStyle/>
          <a:p>
            <a:pPr marL="342900" lvl="4" indent="-342900">
              <a:lnSpc>
                <a:spcPct val="150000"/>
              </a:lnSpc>
              <a:spcAft>
                <a:spcPts val="0"/>
              </a:spcAft>
              <a:buFont typeface="+mj-lt"/>
              <a:buAutoNum type="alphaLcParenR"/>
            </a:pPr>
            <a:r>
              <a:rPr lang="en-US" sz="1800" dirty="0"/>
              <a:t>What is the main difference between wildcard and RE characters?</a:t>
            </a:r>
          </a:p>
          <a:p>
            <a:pPr marL="342900" lvl="4" indent="-342900">
              <a:lnSpc>
                <a:spcPct val="150000"/>
              </a:lnSpc>
              <a:spcAft>
                <a:spcPts val="0"/>
              </a:spcAft>
              <a:buFont typeface="+mj-lt"/>
              <a:buAutoNum type="alphaLcParenR"/>
            </a:pPr>
            <a:r>
              <a:rPr lang="en-US" sz="1800" dirty="0"/>
              <a:t>How do you express "any number of any characters, including none" using wildcards and regular expressions?</a:t>
            </a:r>
          </a:p>
          <a:p>
            <a:pPr marL="342900" lvl="4" indent="-342900">
              <a:lnSpc>
                <a:spcPct val="150000"/>
              </a:lnSpc>
              <a:spcAft>
                <a:spcPts val="0"/>
              </a:spcAft>
              <a:buFont typeface="+mj-lt"/>
              <a:buAutoNum type="alphaLcParenR"/>
            </a:pPr>
            <a:r>
              <a:rPr lang="en-US" sz="1800" dirty="0"/>
              <a:t>Consider a file called file with the following lines: </a:t>
            </a:r>
          </a:p>
          <a:p>
            <a:pPr marL="800100" lvl="5" indent="-342900">
              <a:lnSpc>
                <a:spcPct val="150000"/>
              </a:lnSpc>
            </a:pPr>
            <a:r>
              <a:rPr lang="en-US" sz="1400" b="1" dirty="0"/>
              <a:t>Configuration</a:t>
            </a:r>
          </a:p>
          <a:p>
            <a:pPr marL="800100" lvl="5" indent="-342900">
              <a:lnSpc>
                <a:spcPct val="150000"/>
              </a:lnSpc>
            </a:pPr>
            <a:r>
              <a:rPr lang="en-US" sz="1400" b="1" dirty="0"/>
              <a:t>Conf</a:t>
            </a:r>
          </a:p>
          <a:p>
            <a:pPr marL="800100" lvl="5" indent="-342900">
              <a:lnSpc>
                <a:spcPct val="150000"/>
              </a:lnSpc>
            </a:pPr>
            <a:r>
              <a:rPr lang="en-US" sz="1400" b="1" dirty="0"/>
              <a:t>Conf1234conf</a:t>
            </a:r>
          </a:p>
          <a:p>
            <a:pPr marL="800100" lvl="5" indent="-342900">
              <a:lnSpc>
                <a:spcPct val="150000"/>
              </a:lnSpc>
            </a:pPr>
            <a:r>
              <a:rPr lang="en-US" sz="1400" b="1" dirty="0" err="1"/>
              <a:t>Confconf</a:t>
            </a:r>
            <a:endParaRPr lang="en-US" sz="1400" b="1" dirty="0"/>
          </a:p>
          <a:p>
            <a:pPr marL="457200" lvl="5" indent="0">
              <a:lnSpc>
                <a:spcPct val="150000"/>
              </a:lnSpc>
              <a:buNone/>
            </a:pPr>
            <a:r>
              <a:rPr lang="en-US" dirty="0"/>
              <a:t>Which lines would be displayed by the following command? </a:t>
            </a:r>
            <a:r>
              <a:rPr lang="en-US" b="1" dirty="0">
                <a:latin typeface="Hack" panose="020B0609030202020204" pitchFamily="49" charset="0"/>
                <a:ea typeface="Hack" panose="020B0609030202020204" pitchFamily="49" charset="0"/>
                <a:cs typeface="Hack" panose="020B0609030202020204" pitchFamily="49" charset="0"/>
              </a:rPr>
              <a:t>grep '^conf$' file </a:t>
            </a:r>
          </a:p>
          <a:p>
            <a:pPr marL="342900" lvl="4" indent="-342900">
              <a:lnSpc>
                <a:spcPct val="150000"/>
              </a:lnSpc>
              <a:spcAft>
                <a:spcPts val="0"/>
              </a:spcAft>
              <a:buFont typeface="+mj-lt"/>
              <a:buAutoNum type="alphaLcParenR"/>
            </a:pPr>
            <a:r>
              <a:rPr lang="en-US" sz="1800" dirty="0"/>
              <a:t>Consider the following command line: </a:t>
            </a:r>
            <a:r>
              <a:rPr lang="en-US" sz="1800" b="1" dirty="0">
                <a:latin typeface="Hack" panose="020B0609030202020204" pitchFamily="49" charset="0"/>
                <a:ea typeface="Hack" panose="020B0609030202020204" pitchFamily="49" charset="0"/>
                <a:cs typeface="Hack" panose="020B0609030202020204" pitchFamily="49" charset="0"/>
              </a:rPr>
              <a:t>sed 's/old/new/' file &gt; file</a:t>
            </a:r>
            <a:r>
              <a:rPr lang="en-US" sz="1800" dirty="0">
                <a:ea typeface="Hack" panose="020B0609030202020204" pitchFamily="49" charset="0"/>
                <a:cs typeface="Hack" panose="020B0609030202020204" pitchFamily="49" charset="0"/>
              </a:rPr>
              <a:t>.</a:t>
            </a:r>
            <a:r>
              <a:rPr lang="en-US" sz="1800" b="1" dirty="0">
                <a:latin typeface="Hack" panose="020B0609030202020204" pitchFamily="49" charset="0"/>
                <a:ea typeface="Hack" panose="020B0609030202020204" pitchFamily="49" charset="0"/>
                <a:cs typeface="Hack" panose="020B0609030202020204" pitchFamily="49" charset="0"/>
              </a:rPr>
              <a:t> </a:t>
            </a:r>
            <a:r>
              <a:rPr lang="en-US" dirty="0"/>
              <a:t>What is wrong with this command?</a:t>
            </a:r>
          </a:p>
          <a:p>
            <a:endParaRPr lang="en-GB" sz="1800" dirty="0"/>
          </a:p>
        </p:txBody>
      </p:sp>
      <p:sp>
        <p:nvSpPr>
          <p:cNvPr id="2" name="Slide Number Placeholder 1">
            <a:extLst>
              <a:ext uri="{FF2B5EF4-FFF2-40B4-BE49-F238E27FC236}">
                <a16:creationId xmlns:a16="http://schemas.microsoft.com/office/drawing/2014/main" id="{D7EC235F-614F-714E-A97F-4FF50EFF14FD}"/>
              </a:ext>
            </a:extLst>
          </p:cNvPr>
          <p:cNvSpPr>
            <a:spLocks noGrp="1"/>
          </p:cNvSpPr>
          <p:nvPr>
            <p:ph type="sldNum" sz="quarter" idx="12"/>
          </p:nvPr>
        </p:nvSpPr>
        <p:spPr>
          <a:prstGeom prst="rect">
            <a:avLst/>
          </a:prstGeom>
        </p:spPr>
        <p:txBody>
          <a:bodyPr/>
          <a:lstStyle/>
          <a:p>
            <a:fld id="{EF892D59-8F09-EF4B-AD6D-DA609442F868}" type="slidenum">
              <a:rPr lang="en-GB" smtClean="0"/>
              <a:pPr/>
              <a:t>35</a:t>
            </a:fld>
            <a:endParaRPr lang="en-GB" dirty="0"/>
          </a:p>
        </p:txBody>
      </p:sp>
    </p:spTree>
    <p:extLst>
      <p:ext uri="{BB962C8B-B14F-4D97-AF65-F5344CB8AC3E}">
        <p14:creationId xmlns:p14="http://schemas.microsoft.com/office/powerpoint/2010/main" val="69338135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13523EF-64C2-365A-F072-EFC66F809E3D}"/>
              </a:ext>
            </a:extLst>
          </p:cNvPr>
          <p:cNvSpPr>
            <a:spLocks noGrp="1"/>
          </p:cNvSpPr>
          <p:nvPr>
            <p:ph type="ctrTitle"/>
          </p:nvPr>
        </p:nvSpPr>
        <p:spPr>
          <a:xfrm>
            <a:off x="443921" y="500194"/>
            <a:ext cx="6679721" cy="858985"/>
          </a:xfrm>
        </p:spPr>
        <p:txBody>
          <a:bodyPr/>
          <a:lstStyle/>
          <a:p>
            <a:r>
              <a:rPr lang="en-GB" dirty="0"/>
              <a:t>Practical exercise 14 – T3 and T4</a:t>
            </a:r>
          </a:p>
        </p:txBody>
      </p:sp>
      <p:sp>
        <p:nvSpPr>
          <p:cNvPr id="4" name="Text Placeholder 3">
            <a:extLst>
              <a:ext uri="{FF2B5EF4-FFF2-40B4-BE49-F238E27FC236}">
                <a16:creationId xmlns:a16="http://schemas.microsoft.com/office/drawing/2014/main" id="{E9C5A723-C0B1-124B-8CB6-AA3105C9A4E6}"/>
              </a:ext>
            </a:extLst>
          </p:cNvPr>
          <p:cNvSpPr>
            <a:spLocks noGrp="1"/>
          </p:cNvSpPr>
          <p:nvPr>
            <p:ph type="body" sz="quarter" idx="13"/>
          </p:nvPr>
        </p:nvSpPr>
        <p:spPr>
          <a:xfrm>
            <a:off x="443921" y="1733108"/>
            <a:ext cx="6679721" cy="4061405"/>
          </a:xfrm>
        </p:spPr>
        <p:txBody>
          <a:bodyPr/>
          <a:lstStyle/>
          <a:p>
            <a:pPr marL="285750" indent="-285750">
              <a:buFont typeface="Arial" panose="020B0604020202020204" pitchFamily="34" charset="0"/>
              <a:buChar char="•"/>
            </a:pPr>
            <a:r>
              <a:rPr lang="en-GB" dirty="0"/>
              <a:t>In the accompanying Exercise Guide</a:t>
            </a:r>
          </a:p>
          <a:p>
            <a:pPr marL="285750" indent="-285750">
              <a:buFont typeface="Arial" panose="020B0604020202020204" pitchFamily="34" charset="0"/>
              <a:buChar char="•"/>
            </a:pPr>
            <a:endParaRPr lang="en-US" dirty="0"/>
          </a:p>
        </p:txBody>
      </p:sp>
      <p:sp>
        <p:nvSpPr>
          <p:cNvPr id="2" name="Slide Number Placeholder 1">
            <a:extLst>
              <a:ext uri="{FF2B5EF4-FFF2-40B4-BE49-F238E27FC236}">
                <a16:creationId xmlns:a16="http://schemas.microsoft.com/office/drawing/2014/main" id="{D7EC235F-614F-714E-A97F-4FF50EFF14FD}"/>
              </a:ext>
            </a:extLst>
          </p:cNvPr>
          <p:cNvSpPr>
            <a:spLocks noGrp="1"/>
          </p:cNvSpPr>
          <p:nvPr>
            <p:ph type="sldNum" sz="quarter" idx="4294967295"/>
          </p:nvPr>
        </p:nvSpPr>
        <p:spPr>
          <a:xfrm>
            <a:off x="11407775" y="6511925"/>
            <a:ext cx="784225" cy="179388"/>
          </a:xfrm>
          <a:prstGeom prst="rect">
            <a:avLst/>
          </a:prstGeom>
        </p:spPr>
        <p:txBody>
          <a:bodyPr/>
          <a:lstStyle/>
          <a:p>
            <a:fld id="{EF892D59-8F09-EF4B-AD6D-DA609442F868}" type="slidenum">
              <a:rPr lang="en-GB" smtClean="0"/>
              <a:pPr/>
              <a:t>36</a:t>
            </a:fld>
            <a:endParaRPr lang="en-GB" dirty="0"/>
          </a:p>
        </p:txBody>
      </p:sp>
    </p:spTree>
    <p:extLst>
      <p:ext uri="{BB962C8B-B14F-4D97-AF65-F5344CB8AC3E}">
        <p14:creationId xmlns:p14="http://schemas.microsoft.com/office/powerpoint/2010/main" val="245191422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640C84F-46FC-B300-644D-234C68CBBC2C}"/>
              </a:ext>
            </a:extLst>
          </p:cNvPr>
          <p:cNvSpPr>
            <a:spLocks noGrp="1"/>
          </p:cNvSpPr>
          <p:nvPr>
            <p:ph type="ctrTitle"/>
          </p:nvPr>
        </p:nvSpPr>
        <p:spPr/>
        <p:txBody>
          <a:bodyPr/>
          <a:lstStyle/>
          <a:p>
            <a:r>
              <a:rPr lang="en-GB" dirty="0"/>
              <a:t>Summary</a:t>
            </a:r>
          </a:p>
        </p:txBody>
      </p:sp>
      <p:sp>
        <p:nvSpPr>
          <p:cNvPr id="6" name="Text Placeholder 5">
            <a:extLst>
              <a:ext uri="{FF2B5EF4-FFF2-40B4-BE49-F238E27FC236}">
                <a16:creationId xmlns:a16="http://schemas.microsoft.com/office/drawing/2014/main" id="{9ECDB192-E59C-C44D-B6D5-3E31ED8088B5}"/>
              </a:ext>
            </a:extLst>
          </p:cNvPr>
          <p:cNvSpPr>
            <a:spLocks noGrp="1"/>
          </p:cNvSpPr>
          <p:nvPr>
            <p:ph type="body" sz="quarter" idx="14"/>
          </p:nvPr>
        </p:nvSpPr>
        <p:spPr>
          <a:xfrm>
            <a:off x="443921" y="1733108"/>
            <a:ext cx="7686287" cy="4399837"/>
          </a:xfrm>
        </p:spPr>
        <p:txBody>
          <a:bodyPr/>
          <a:lstStyle/>
          <a:p>
            <a:pPr marL="289957" indent="-280154">
              <a:spcBef>
                <a:spcPts val="569"/>
              </a:spcBef>
              <a:buClr>
                <a:srgbClr val="000000"/>
              </a:buClr>
              <a:buFont typeface="Arial"/>
              <a:buChar char="•"/>
              <a:tabLst>
                <a:tab pos="289957" algn="l"/>
                <a:tab pos="290473" algn="l"/>
              </a:tabLst>
            </a:pPr>
            <a:r>
              <a:rPr lang="en-US" sz="1800" spc="-12" dirty="0">
                <a:solidFill>
                  <a:srgbClr val="2D2C2C"/>
                </a:solidFill>
                <a:latin typeface="+mn-lt"/>
                <a:cs typeface="Segoe UI"/>
              </a:rPr>
              <a:t>Regular</a:t>
            </a:r>
            <a:r>
              <a:rPr lang="en-US" sz="1800" spc="-8" dirty="0">
                <a:solidFill>
                  <a:srgbClr val="2D2C2C"/>
                </a:solidFill>
                <a:latin typeface="+mn-lt"/>
                <a:cs typeface="Segoe UI"/>
              </a:rPr>
              <a:t> expressions</a:t>
            </a:r>
            <a:r>
              <a:rPr lang="en-US" sz="1800" spc="65" dirty="0">
                <a:solidFill>
                  <a:srgbClr val="2D2C2C"/>
                </a:solidFill>
                <a:latin typeface="+mn-lt"/>
                <a:cs typeface="Segoe UI"/>
              </a:rPr>
              <a:t> </a:t>
            </a:r>
            <a:r>
              <a:rPr lang="en-US" sz="1800" spc="-12" dirty="0">
                <a:solidFill>
                  <a:srgbClr val="2D2C2C"/>
                </a:solidFill>
                <a:latin typeface="+mn-lt"/>
                <a:cs typeface="Segoe UI"/>
              </a:rPr>
              <a:t>are</a:t>
            </a:r>
            <a:r>
              <a:rPr lang="en-US" sz="1800" spc="8" dirty="0">
                <a:solidFill>
                  <a:srgbClr val="2D2C2C"/>
                </a:solidFill>
                <a:latin typeface="+mn-lt"/>
                <a:cs typeface="Segoe UI"/>
              </a:rPr>
              <a:t> </a:t>
            </a:r>
            <a:r>
              <a:rPr lang="en-US" sz="1800" spc="-8" dirty="0">
                <a:solidFill>
                  <a:srgbClr val="2D2C2C"/>
                </a:solidFill>
                <a:latin typeface="+mn-lt"/>
                <a:cs typeface="Segoe UI"/>
              </a:rPr>
              <a:t>used</a:t>
            </a:r>
            <a:r>
              <a:rPr lang="en-US" sz="1800" spc="20" dirty="0">
                <a:solidFill>
                  <a:srgbClr val="2D2C2C"/>
                </a:solidFill>
                <a:latin typeface="+mn-lt"/>
                <a:cs typeface="Segoe UI"/>
              </a:rPr>
              <a:t> </a:t>
            </a:r>
            <a:r>
              <a:rPr lang="en-US" sz="1800" spc="-4" dirty="0">
                <a:solidFill>
                  <a:srgbClr val="2D2C2C"/>
                </a:solidFill>
                <a:latin typeface="+mn-lt"/>
                <a:cs typeface="Segoe UI"/>
              </a:rPr>
              <a:t>by </a:t>
            </a:r>
            <a:r>
              <a:rPr lang="en-US" sz="1800" spc="-8" dirty="0">
                <a:solidFill>
                  <a:srgbClr val="2D2C2C"/>
                </a:solidFill>
                <a:latin typeface="+mn-lt"/>
                <a:cs typeface="Segoe UI"/>
              </a:rPr>
              <a:t>many</a:t>
            </a:r>
            <a:r>
              <a:rPr lang="en-US" sz="1800" spc="28" dirty="0">
                <a:solidFill>
                  <a:srgbClr val="2D2C2C"/>
                </a:solidFill>
                <a:latin typeface="+mn-lt"/>
                <a:cs typeface="Segoe UI"/>
              </a:rPr>
              <a:t> </a:t>
            </a:r>
            <a:r>
              <a:rPr lang="en-US" sz="1800" spc="-12" dirty="0">
                <a:solidFill>
                  <a:srgbClr val="2D2C2C"/>
                </a:solidFill>
                <a:latin typeface="+mn-lt"/>
                <a:cs typeface="Segoe UI"/>
              </a:rPr>
              <a:t>search</a:t>
            </a:r>
            <a:r>
              <a:rPr lang="en-US" sz="1800" spc="37" dirty="0">
                <a:solidFill>
                  <a:srgbClr val="2D2C2C"/>
                </a:solidFill>
                <a:latin typeface="+mn-lt"/>
                <a:cs typeface="Segoe UI"/>
              </a:rPr>
              <a:t> </a:t>
            </a:r>
            <a:r>
              <a:rPr lang="en-US" sz="1800" spc="-8" dirty="0">
                <a:solidFill>
                  <a:srgbClr val="2D2C2C"/>
                </a:solidFill>
                <a:latin typeface="+mn-lt"/>
                <a:cs typeface="Segoe UI"/>
              </a:rPr>
              <a:t>tools.</a:t>
            </a:r>
            <a:endParaRPr lang="en-US" sz="1800" dirty="0">
              <a:latin typeface="+mn-lt"/>
              <a:cs typeface="Segoe UI"/>
            </a:endParaRPr>
          </a:p>
          <a:p>
            <a:pPr marL="289957" indent="-280154">
              <a:spcBef>
                <a:spcPts val="975"/>
              </a:spcBef>
              <a:buClr>
                <a:srgbClr val="000000"/>
              </a:buClr>
              <a:buFont typeface="Arial"/>
              <a:buChar char="•"/>
              <a:tabLst>
                <a:tab pos="289957" algn="l"/>
                <a:tab pos="290473" algn="l"/>
              </a:tabLst>
            </a:pPr>
            <a:r>
              <a:rPr lang="en-US" sz="1800" spc="-4" dirty="0">
                <a:solidFill>
                  <a:srgbClr val="2D2C2C"/>
                </a:solidFill>
                <a:latin typeface="+mn-lt"/>
                <a:cs typeface="Segoe UI"/>
              </a:rPr>
              <a:t>Main</a:t>
            </a:r>
            <a:r>
              <a:rPr lang="en-US" sz="1800" spc="-16" dirty="0">
                <a:solidFill>
                  <a:srgbClr val="2D2C2C"/>
                </a:solidFill>
                <a:latin typeface="+mn-lt"/>
                <a:cs typeface="Segoe UI"/>
              </a:rPr>
              <a:t> </a:t>
            </a:r>
            <a:r>
              <a:rPr lang="en-US" sz="1800" spc="-4" dirty="0">
                <a:solidFill>
                  <a:srgbClr val="2D2C2C"/>
                </a:solidFill>
                <a:latin typeface="+mn-lt"/>
                <a:cs typeface="Segoe UI"/>
              </a:rPr>
              <a:t>options</a:t>
            </a:r>
            <a:r>
              <a:rPr lang="en-US" sz="1800" spc="4" dirty="0">
                <a:solidFill>
                  <a:srgbClr val="2D2C2C"/>
                </a:solidFill>
                <a:latin typeface="+mn-lt"/>
                <a:cs typeface="Segoe UI"/>
              </a:rPr>
              <a:t> </a:t>
            </a:r>
            <a:r>
              <a:rPr lang="en-US" sz="1800" spc="-16" dirty="0">
                <a:solidFill>
                  <a:srgbClr val="2D2C2C"/>
                </a:solidFill>
                <a:latin typeface="+mn-lt"/>
                <a:cs typeface="Segoe UI"/>
              </a:rPr>
              <a:t>to</a:t>
            </a:r>
            <a:r>
              <a:rPr lang="en-US" sz="1800" spc="4" dirty="0">
                <a:solidFill>
                  <a:srgbClr val="2D2C2C"/>
                </a:solidFill>
                <a:latin typeface="+mn-lt"/>
                <a:cs typeface="Segoe UI"/>
              </a:rPr>
              <a:t> </a:t>
            </a:r>
            <a:r>
              <a:rPr lang="en-US" sz="1800" b="1" spc="-4" dirty="0">
                <a:solidFill>
                  <a:srgbClr val="0000C7"/>
                </a:solidFill>
                <a:latin typeface="+mn-lt"/>
                <a:cs typeface="Segoe UI"/>
              </a:rPr>
              <a:t>sed</a:t>
            </a:r>
            <a:r>
              <a:rPr lang="en-US" sz="1800" spc="-4" dirty="0">
                <a:solidFill>
                  <a:srgbClr val="2D2C2C"/>
                </a:solidFill>
                <a:latin typeface="+mn-lt"/>
                <a:cs typeface="Segoe UI"/>
              </a:rPr>
              <a:t>:</a:t>
            </a:r>
            <a:endParaRPr lang="en-US" sz="1800" dirty="0">
              <a:latin typeface="+mn-lt"/>
              <a:cs typeface="Segoe UI"/>
            </a:endParaRPr>
          </a:p>
          <a:p>
            <a:pPr marL="518001">
              <a:spcBef>
                <a:spcPts val="492"/>
              </a:spcBef>
              <a:tabLst>
                <a:tab pos="824984" algn="l"/>
              </a:tabLst>
            </a:pPr>
            <a:r>
              <a:rPr lang="en-US" sz="1800" b="1" spc="-4" dirty="0">
                <a:solidFill>
                  <a:srgbClr val="0000C7"/>
                </a:solidFill>
                <a:latin typeface="+mn-lt"/>
                <a:cs typeface="Segoe UI"/>
              </a:rPr>
              <a:t>-e	</a:t>
            </a:r>
            <a:r>
              <a:rPr lang="en-US" sz="1800" spc="-16" dirty="0">
                <a:solidFill>
                  <a:srgbClr val="2D2C2C"/>
                </a:solidFill>
                <a:latin typeface="+mn-lt"/>
                <a:cs typeface="Segoe UI"/>
              </a:rPr>
              <a:t>to</a:t>
            </a:r>
            <a:r>
              <a:rPr lang="en-US" sz="1800" dirty="0">
                <a:solidFill>
                  <a:srgbClr val="2D2C2C"/>
                </a:solidFill>
                <a:latin typeface="+mn-lt"/>
                <a:cs typeface="Segoe UI"/>
              </a:rPr>
              <a:t> </a:t>
            </a:r>
            <a:r>
              <a:rPr lang="en-US" sz="1800" spc="-8" dirty="0">
                <a:solidFill>
                  <a:srgbClr val="2D2C2C"/>
                </a:solidFill>
                <a:latin typeface="+mn-lt"/>
                <a:cs typeface="Segoe UI"/>
              </a:rPr>
              <a:t>specify</a:t>
            </a:r>
            <a:r>
              <a:rPr lang="en-US" sz="1800" spc="57" dirty="0">
                <a:solidFill>
                  <a:srgbClr val="2D2C2C"/>
                </a:solidFill>
                <a:latin typeface="+mn-lt"/>
                <a:cs typeface="Segoe UI"/>
              </a:rPr>
              <a:t> additional </a:t>
            </a:r>
            <a:r>
              <a:rPr lang="en-US" sz="1800" spc="-8" dirty="0">
                <a:solidFill>
                  <a:srgbClr val="2D2C2C"/>
                </a:solidFill>
                <a:latin typeface="+mn-lt"/>
                <a:cs typeface="Segoe UI"/>
              </a:rPr>
              <a:t>editing</a:t>
            </a:r>
            <a:r>
              <a:rPr lang="en-US" sz="1800" spc="20" dirty="0">
                <a:solidFill>
                  <a:srgbClr val="2D2C2C"/>
                </a:solidFill>
                <a:latin typeface="+mn-lt"/>
                <a:cs typeface="Segoe UI"/>
              </a:rPr>
              <a:t> </a:t>
            </a:r>
            <a:r>
              <a:rPr lang="en-US" sz="1800" spc="-8" dirty="0">
                <a:solidFill>
                  <a:srgbClr val="2D2C2C"/>
                </a:solidFill>
                <a:latin typeface="+mn-lt"/>
                <a:cs typeface="Segoe UI"/>
              </a:rPr>
              <a:t>instructions</a:t>
            </a:r>
            <a:endParaRPr lang="en-US" sz="1800" dirty="0">
              <a:latin typeface="+mn-lt"/>
              <a:cs typeface="Segoe UI"/>
            </a:endParaRPr>
          </a:p>
          <a:p>
            <a:pPr marL="518001">
              <a:spcBef>
                <a:spcPts val="488"/>
              </a:spcBef>
              <a:tabLst>
                <a:tab pos="837367" algn="l"/>
              </a:tabLst>
            </a:pPr>
            <a:r>
              <a:rPr lang="en-US" sz="1800" b="1" dirty="0">
                <a:solidFill>
                  <a:srgbClr val="0000C7"/>
                </a:solidFill>
                <a:latin typeface="+mn-lt"/>
                <a:cs typeface="Segoe UI"/>
              </a:rPr>
              <a:t>-n	</a:t>
            </a:r>
            <a:r>
              <a:rPr lang="en-US" sz="1800" spc="-16" dirty="0">
                <a:solidFill>
                  <a:srgbClr val="2D2C2C"/>
                </a:solidFill>
                <a:latin typeface="+mn-lt"/>
                <a:cs typeface="Segoe UI"/>
              </a:rPr>
              <a:t>to</a:t>
            </a:r>
            <a:r>
              <a:rPr lang="en-US" sz="1800" spc="8" dirty="0">
                <a:solidFill>
                  <a:srgbClr val="2D2C2C"/>
                </a:solidFill>
                <a:latin typeface="+mn-lt"/>
                <a:cs typeface="Segoe UI"/>
              </a:rPr>
              <a:t> </a:t>
            </a:r>
            <a:r>
              <a:rPr lang="en-US" sz="1800" spc="-12" dirty="0">
                <a:solidFill>
                  <a:srgbClr val="2D2C2C"/>
                </a:solidFill>
                <a:latin typeface="+mn-lt"/>
                <a:cs typeface="Segoe UI"/>
              </a:rPr>
              <a:t>suppress</a:t>
            </a:r>
            <a:r>
              <a:rPr lang="en-US" sz="1800" spc="16" dirty="0">
                <a:solidFill>
                  <a:srgbClr val="2D2C2C"/>
                </a:solidFill>
                <a:latin typeface="+mn-lt"/>
                <a:cs typeface="Segoe UI"/>
              </a:rPr>
              <a:t> automatic </a:t>
            </a:r>
            <a:r>
              <a:rPr lang="en-US" sz="1800" spc="-4" dirty="0">
                <a:solidFill>
                  <a:srgbClr val="2D2C2C"/>
                </a:solidFill>
                <a:latin typeface="+mn-lt"/>
                <a:cs typeface="Segoe UI"/>
              </a:rPr>
              <a:t>output</a:t>
            </a:r>
            <a:endParaRPr lang="en-US" sz="1800" dirty="0">
              <a:latin typeface="+mn-lt"/>
              <a:cs typeface="Segoe UI"/>
            </a:endParaRPr>
          </a:p>
          <a:p>
            <a:pPr marL="289957" indent="-280154">
              <a:spcBef>
                <a:spcPts val="975"/>
              </a:spcBef>
              <a:buClr>
                <a:srgbClr val="000000"/>
              </a:buClr>
              <a:buFont typeface="Arial"/>
              <a:buChar char="•"/>
              <a:tabLst>
                <a:tab pos="289957" algn="l"/>
                <a:tab pos="290473" algn="l"/>
              </a:tabLst>
            </a:pPr>
            <a:r>
              <a:rPr lang="en-US" sz="1800" spc="-8" dirty="0">
                <a:solidFill>
                  <a:srgbClr val="2D2C2C"/>
                </a:solidFill>
                <a:latin typeface="+mn-lt"/>
                <a:cs typeface="Segoe UI"/>
              </a:rPr>
              <a:t>Addresses</a:t>
            </a:r>
            <a:r>
              <a:rPr lang="en-US" sz="1800" spc="4" dirty="0">
                <a:solidFill>
                  <a:srgbClr val="2D2C2C"/>
                </a:solidFill>
                <a:latin typeface="+mn-lt"/>
                <a:cs typeface="Segoe UI"/>
              </a:rPr>
              <a:t> </a:t>
            </a:r>
            <a:r>
              <a:rPr lang="en-US" sz="1800" spc="-8" dirty="0">
                <a:solidFill>
                  <a:srgbClr val="2D2C2C"/>
                </a:solidFill>
                <a:latin typeface="+mn-lt"/>
                <a:cs typeface="Segoe UI"/>
              </a:rPr>
              <a:t>can</a:t>
            </a:r>
            <a:r>
              <a:rPr lang="en-US" sz="1800" spc="8" dirty="0">
                <a:solidFill>
                  <a:srgbClr val="2D2C2C"/>
                </a:solidFill>
                <a:latin typeface="+mn-lt"/>
                <a:cs typeface="Segoe UI"/>
              </a:rPr>
              <a:t> </a:t>
            </a:r>
            <a:r>
              <a:rPr lang="en-US" sz="1800" spc="-4" dirty="0">
                <a:solidFill>
                  <a:srgbClr val="2D2C2C"/>
                </a:solidFill>
                <a:latin typeface="+mn-lt"/>
                <a:cs typeface="Segoe UI"/>
              </a:rPr>
              <a:t>be</a:t>
            </a:r>
            <a:r>
              <a:rPr lang="en-US" sz="1800" spc="4" dirty="0">
                <a:solidFill>
                  <a:srgbClr val="2D2C2C"/>
                </a:solidFill>
                <a:latin typeface="+mn-lt"/>
                <a:cs typeface="Segoe UI"/>
              </a:rPr>
              <a:t> </a:t>
            </a:r>
            <a:r>
              <a:rPr lang="en-US" sz="1800" spc="-4" dirty="0">
                <a:solidFill>
                  <a:srgbClr val="2D2C2C"/>
                </a:solidFill>
                <a:latin typeface="+mn-lt"/>
                <a:cs typeface="Segoe UI"/>
              </a:rPr>
              <a:t>given</a:t>
            </a:r>
            <a:r>
              <a:rPr lang="en-US" sz="1800" spc="8" dirty="0">
                <a:solidFill>
                  <a:srgbClr val="2D2C2C"/>
                </a:solidFill>
                <a:latin typeface="+mn-lt"/>
                <a:cs typeface="Segoe UI"/>
              </a:rPr>
              <a:t> </a:t>
            </a:r>
            <a:r>
              <a:rPr lang="en-US" sz="1800" spc="-16" dirty="0">
                <a:solidFill>
                  <a:srgbClr val="2D2C2C"/>
                </a:solidFill>
                <a:latin typeface="+mn-lt"/>
                <a:cs typeface="Segoe UI"/>
              </a:rPr>
              <a:t>to</a:t>
            </a:r>
            <a:r>
              <a:rPr lang="en-US" sz="1800" spc="16" dirty="0">
                <a:solidFill>
                  <a:srgbClr val="2D2C2C"/>
                </a:solidFill>
                <a:latin typeface="+mn-lt"/>
                <a:cs typeface="Segoe UI"/>
              </a:rPr>
              <a:t> </a:t>
            </a:r>
            <a:r>
              <a:rPr lang="en-US" sz="1800" b="1" spc="-4" dirty="0">
                <a:solidFill>
                  <a:srgbClr val="0000C7"/>
                </a:solidFill>
                <a:latin typeface="+mn-lt"/>
                <a:cs typeface="Segoe UI"/>
              </a:rPr>
              <a:t>sed</a:t>
            </a:r>
            <a:r>
              <a:rPr lang="en-US" sz="1800" b="1" spc="4" dirty="0">
                <a:solidFill>
                  <a:srgbClr val="0000C7"/>
                </a:solidFill>
                <a:latin typeface="+mn-lt"/>
                <a:cs typeface="Segoe UI"/>
              </a:rPr>
              <a:t> </a:t>
            </a:r>
            <a:r>
              <a:rPr lang="en-US" sz="1800" spc="-8" dirty="0">
                <a:solidFill>
                  <a:srgbClr val="2D2C2C"/>
                </a:solidFill>
                <a:latin typeface="+mn-lt"/>
                <a:cs typeface="Segoe UI"/>
              </a:rPr>
              <a:t>commands.</a:t>
            </a:r>
            <a:endParaRPr lang="en-US" sz="1800" dirty="0">
              <a:latin typeface="+mn-lt"/>
              <a:cs typeface="Segoe UI"/>
            </a:endParaRPr>
          </a:p>
          <a:p>
            <a:pPr marL="518001" lvl="1" indent="-233204">
              <a:spcBef>
                <a:spcPts val="488"/>
              </a:spcBef>
              <a:buClr>
                <a:srgbClr val="000000"/>
              </a:buClr>
              <a:buFont typeface="Arial"/>
              <a:buChar char="•"/>
              <a:tabLst>
                <a:tab pos="517485" algn="l"/>
                <a:tab pos="518001" algn="l"/>
              </a:tabLst>
            </a:pPr>
            <a:r>
              <a:rPr lang="en-US" sz="1800" spc="-8" dirty="0">
                <a:solidFill>
                  <a:srgbClr val="2D2C2C"/>
                </a:solidFill>
                <a:latin typeface="+mn-lt"/>
                <a:cs typeface="Segoe UI"/>
              </a:rPr>
              <a:t>Address can</a:t>
            </a:r>
            <a:r>
              <a:rPr lang="en-US" sz="1800" spc="16" dirty="0">
                <a:solidFill>
                  <a:srgbClr val="2D2C2C"/>
                </a:solidFill>
                <a:latin typeface="+mn-lt"/>
                <a:cs typeface="Segoe UI"/>
              </a:rPr>
              <a:t> </a:t>
            </a:r>
            <a:r>
              <a:rPr lang="en-US" sz="1800" spc="-4" dirty="0">
                <a:solidFill>
                  <a:srgbClr val="2D2C2C"/>
                </a:solidFill>
                <a:latin typeface="+mn-lt"/>
                <a:cs typeface="Segoe UI"/>
              </a:rPr>
              <a:t>be</a:t>
            </a:r>
            <a:r>
              <a:rPr lang="en-US" sz="1800" spc="16" dirty="0">
                <a:solidFill>
                  <a:srgbClr val="2D2C2C"/>
                </a:solidFill>
                <a:latin typeface="+mn-lt"/>
                <a:cs typeface="Segoe UI"/>
              </a:rPr>
              <a:t> </a:t>
            </a:r>
            <a:r>
              <a:rPr lang="en-US" sz="1800" spc="-4" dirty="0">
                <a:solidFill>
                  <a:srgbClr val="2D2C2C"/>
                </a:solidFill>
                <a:latin typeface="+mn-lt"/>
                <a:cs typeface="Segoe UI"/>
              </a:rPr>
              <a:t>a </a:t>
            </a:r>
            <a:r>
              <a:rPr lang="en-US" sz="1800" spc="-8" dirty="0">
                <a:solidFill>
                  <a:srgbClr val="2D2C2C"/>
                </a:solidFill>
                <a:latin typeface="+mn-lt"/>
                <a:cs typeface="Segoe UI"/>
              </a:rPr>
              <a:t>number</a:t>
            </a:r>
            <a:r>
              <a:rPr lang="en-US" sz="1800" spc="41" dirty="0">
                <a:solidFill>
                  <a:srgbClr val="2D2C2C"/>
                </a:solidFill>
                <a:latin typeface="+mn-lt"/>
                <a:cs typeface="Segoe UI"/>
              </a:rPr>
              <a:t> </a:t>
            </a:r>
            <a:r>
              <a:rPr lang="en-US" sz="1800" spc="-4" dirty="0">
                <a:solidFill>
                  <a:srgbClr val="2D2C2C"/>
                </a:solidFill>
                <a:latin typeface="+mn-lt"/>
                <a:cs typeface="Segoe UI"/>
              </a:rPr>
              <a:t>or</a:t>
            </a:r>
            <a:r>
              <a:rPr lang="en-US" sz="1800" spc="4" dirty="0">
                <a:solidFill>
                  <a:srgbClr val="2D2C2C"/>
                </a:solidFill>
                <a:latin typeface="+mn-lt"/>
                <a:cs typeface="Segoe UI"/>
              </a:rPr>
              <a:t> </a:t>
            </a:r>
            <a:r>
              <a:rPr lang="en-US" sz="1800" spc="-8" dirty="0">
                <a:solidFill>
                  <a:srgbClr val="2D2C2C"/>
                </a:solidFill>
                <a:latin typeface="+mn-lt"/>
                <a:cs typeface="Segoe UI"/>
              </a:rPr>
              <a:t>regular</a:t>
            </a:r>
            <a:r>
              <a:rPr lang="en-US" sz="1800" spc="37" dirty="0">
                <a:solidFill>
                  <a:srgbClr val="2D2C2C"/>
                </a:solidFill>
                <a:latin typeface="+mn-lt"/>
                <a:cs typeface="Segoe UI"/>
              </a:rPr>
              <a:t> </a:t>
            </a:r>
            <a:r>
              <a:rPr lang="en-US" sz="1800" spc="-12" dirty="0">
                <a:solidFill>
                  <a:srgbClr val="2D2C2C"/>
                </a:solidFill>
                <a:latin typeface="+mn-lt"/>
                <a:cs typeface="Segoe UI"/>
              </a:rPr>
              <a:t>expression</a:t>
            </a:r>
            <a:endParaRPr lang="en-US" sz="1800" dirty="0">
              <a:latin typeface="+mn-lt"/>
              <a:cs typeface="Segoe UI"/>
            </a:endParaRPr>
          </a:p>
          <a:p>
            <a:pPr marL="518001" lvl="1" indent="-233204">
              <a:spcBef>
                <a:spcPts val="492"/>
              </a:spcBef>
              <a:buClr>
                <a:srgbClr val="000000"/>
              </a:buClr>
              <a:buFont typeface="Arial"/>
              <a:buChar char="•"/>
              <a:tabLst>
                <a:tab pos="517485" algn="l"/>
                <a:tab pos="518001" algn="l"/>
              </a:tabLst>
            </a:pPr>
            <a:r>
              <a:rPr lang="en-US" sz="1800" spc="-8" dirty="0">
                <a:solidFill>
                  <a:srgbClr val="2D2C2C"/>
                </a:solidFill>
                <a:latin typeface="+mn-lt"/>
                <a:cs typeface="Segoe UI"/>
              </a:rPr>
              <a:t>Commands</a:t>
            </a:r>
            <a:r>
              <a:rPr lang="en-US" sz="1800" spc="24" dirty="0">
                <a:solidFill>
                  <a:srgbClr val="2D2C2C"/>
                </a:solidFill>
                <a:latin typeface="+mn-lt"/>
                <a:cs typeface="Segoe UI"/>
              </a:rPr>
              <a:t> </a:t>
            </a:r>
            <a:r>
              <a:rPr lang="en-US" sz="1800" spc="-4" dirty="0">
                <a:solidFill>
                  <a:srgbClr val="2D2C2C"/>
                </a:solidFill>
                <a:latin typeface="+mn-lt"/>
                <a:cs typeface="Segoe UI"/>
              </a:rPr>
              <a:t>with</a:t>
            </a:r>
            <a:r>
              <a:rPr lang="en-US" sz="1800" spc="8" dirty="0">
                <a:solidFill>
                  <a:srgbClr val="2D2C2C"/>
                </a:solidFill>
                <a:latin typeface="+mn-lt"/>
                <a:cs typeface="Segoe UI"/>
              </a:rPr>
              <a:t> </a:t>
            </a:r>
            <a:r>
              <a:rPr lang="en-US" sz="1800" spc="-4" dirty="0">
                <a:solidFill>
                  <a:srgbClr val="2D2C2C"/>
                </a:solidFill>
                <a:latin typeface="+mn-lt"/>
                <a:cs typeface="Segoe UI"/>
              </a:rPr>
              <a:t>no</a:t>
            </a:r>
            <a:r>
              <a:rPr lang="en-US" sz="1800" spc="20" dirty="0">
                <a:solidFill>
                  <a:srgbClr val="2D2C2C"/>
                </a:solidFill>
                <a:latin typeface="+mn-lt"/>
                <a:cs typeface="Segoe UI"/>
              </a:rPr>
              <a:t> </a:t>
            </a:r>
            <a:r>
              <a:rPr lang="en-US" sz="1800" spc="-8" dirty="0">
                <a:solidFill>
                  <a:srgbClr val="2D2C2C"/>
                </a:solidFill>
                <a:latin typeface="+mn-lt"/>
                <a:cs typeface="Segoe UI"/>
              </a:rPr>
              <a:t>address</a:t>
            </a:r>
            <a:r>
              <a:rPr lang="en-US" sz="1800" spc="16" dirty="0">
                <a:solidFill>
                  <a:srgbClr val="2D2C2C"/>
                </a:solidFill>
                <a:latin typeface="+mn-lt"/>
                <a:cs typeface="Segoe UI"/>
              </a:rPr>
              <a:t> </a:t>
            </a:r>
            <a:r>
              <a:rPr lang="en-US" sz="1800" spc="-4" dirty="0">
                <a:solidFill>
                  <a:srgbClr val="2D2C2C"/>
                </a:solidFill>
                <a:latin typeface="+mn-lt"/>
                <a:cs typeface="Segoe UI"/>
              </a:rPr>
              <a:t>-</a:t>
            </a:r>
            <a:r>
              <a:rPr lang="en-US" sz="1800" spc="12" dirty="0">
                <a:solidFill>
                  <a:srgbClr val="2D2C2C"/>
                </a:solidFill>
                <a:latin typeface="+mn-lt"/>
                <a:cs typeface="Segoe UI"/>
              </a:rPr>
              <a:t> </a:t>
            </a:r>
            <a:r>
              <a:rPr lang="en-US" sz="1800" spc="-8" dirty="0">
                <a:solidFill>
                  <a:srgbClr val="2D2C2C"/>
                </a:solidFill>
                <a:latin typeface="+mn-lt"/>
                <a:cs typeface="Segoe UI"/>
              </a:rPr>
              <a:t>act </a:t>
            </a:r>
            <a:r>
              <a:rPr lang="en-US" sz="1800" dirty="0">
                <a:solidFill>
                  <a:srgbClr val="2D2C2C"/>
                </a:solidFill>
                <a:latin typeface="+mn-lt"/>
                <a:cs typeface="Segoe UI"/>
              </a:rPr>
              <a:t>on</a:t>
            </a:r>
            <a:r>
              <a:rPr lang="en-US" sz="1800" spc="12" dirty="0">
                <a:solidFill>
                  <a:srgbClr val="2D2C2C"/>
                </a:solidFill>
                <a:latin typeface="+mn-lt"/>
                <a:cs typeface="Segoe UI"/>
              </a:rPr>
              <a:t> </a:t>
            </a:r>
            <a:r>
              <a:rPr lang="en-US" sz="1800" spc="-8" dirty="0">
                <a:solidFill>
                  <a:srgbClr val="2D2C2C"/>
                </a:solidFill>
                <a:latin typeface="+mn-lt"/>
                <a:cs typeface="Segoe UI"/>
              </a:rPr>
              <a:t>all lines</a:t>
            </a:r>
            <a:endParaRPr lang="en-US" sz="1800" dirty="0">
              <a:latin typeface="+mn-lt"/>
              <a:cs typeface="Segoe UI"/>
            </a:endParaRPr>
          </a:p>
          <a:p>
            <a:pPr marL="518001" marR="312658" lvl="1" indent="-233204">
              <a:spcBef>
                <a:spcPts val="488"/>
              </a:spcBef>
              <a:buClr>
                <a:srgbClr val="000000"/>
              </a:buClr>
              <a:buFont typeface="Arial"/>
              <a:buChar char="•"/>
              <a:tabLst>
                <a:tab pos="517485" algn="l"/>
                <a:tab pos="518001" algn="l"/>
              </a:tabLst>
            </a:pPr>
            <a:r>
              <a:rPr lang="en-US" sz="1800" spc="-8" dirty="0">
                <a:solidFill>
                  <a:srgbClr val="2D2C2C"/>
                </a:solidFill>
                <a:latin typeface="+mn-lt"/>
                <a:cs typeface="Segoe UI"/>
              </a:rPr>
              <a:t>Commands</a:t>
            </a:r>
            <a:r>
              <a:rPr lang="en-US" sz="1800" spc="33" dirty="0">
                <a:solidFill>
                  <a:srgbClr val="2D2C2C"/>
                </a:solidFill>
                <a:latin typeface="+mn-lt"/>
                <a:cs typeface="Segoe UI"/>
              </a:rPr>
              <a:t> </a:t>
            </a:r>
            <a:r>
              <a:rPr lang="en-US" sz="1800" spc="-4" dirty="0">
                <a:solidFill>
                  <a:srgbClr val="2D2C2C"/>
                </a:solidFill>
                <a:latin typeface="+mn-lt"/>
                <a:cs typeface="Segoe UI"/>
              </a:rPr>
              <a:t>with</a:t>
            </a:r>
            <a:r>
              <a:rPr lang="en-US" sz="1800" spc="16" dirty="0">
                <a:solidFill>
                  <a:srgbClr val="2D2C2C"/>
                </a:solidFill>
                <a:latin typeface="+mn-lt"/>
                <a:cs typeface="Segoe UI"/>
              </a:rPr>
              <a:t> </a:t>
            </a:r>
            <a:r>
              <a:rPr lang="en-US" sz="1800" spc="-4" dirty="0">
                <a:solidFill>
                  <a:srgbClr val="2D2C2C"/>
                </a:solidFill>
                <a:latin typeface="+mn-lt"/>
                <a:cs typeface="Segoe UI"/>
              </a:rPr>
              <a:t>one</a:t>
            </a:r>
            <a:r>
              <a:rPr lang="en-US" sz="1800" spc="12" dirty="0">
                <a:solidFill>
                  <a:srgbClr val="2D2C2C"/>
                </a:solidFill>
                <a:latin typeface="+mn-lt"/>
                <a:cs typeface="Segoe UI"/>
              </a:rPr>
              <a:t> </a:t>
            </a:r>
            <a:r>
              <a:rPr lang="en-US" sz="1800" spc="-8" dirty="0">
                <a:solidFill>
                  <a:srgbClr val="2D2C2C"/>
                </a:solidFill>
                <a:latin typeface="+mn-lt"/>
                <a:cs typeface="Segoe UI"/>
              </a:rPr>
              <a:t>address</a:t>
            </a:r>
            <a:r>
              <a:rPr lang="en-US" sz="1800" spc="45" dirty="0">
                <a:solidFill>
                  <a:srgbClr val="2D2C2C"/>
                </a:solidFill>
                <a:latin typeface="+mn-lt"/>
                <a:cs typeface="Segoe UI"/>
              </a:rPr>
              <a:t> </a:t>
            </a:r>
            <a:r>
              <a:rPr lang="en-US" sz="1800" spc="-4" dirty="0">
                <a:solidFill>
                  <a:srgbClr val="2D2C2C"/>
                </a:solidFill>
                <a:latin typeface="+mn-lt"/>
                <a:cs typeface="Segoe UI"/>
              </a:rPr>
              <a:t>-</a:t>
            </a:r>
            <a:r>
              <a:rPr lang="en-US" sz="1800" dirty="0">
                <a:solidFill>
                  <a:srgbClr val="2D2C2C"/>
                </a:solidFill>
                <a:latin typeface="+mn-lt"/>
                <a:cs typeface="Segoe UI"/>
              </a:rPr>
              <a:t> </a:t>
            </a:r>
            <a:r>
              <a:rPr lang="en-US" sz="1800" spc="-8" dirty="0">
                <a:solidFill>
                  <a:srgbClr val="2D2C2C"/>
                </a:solidFill>
                <a:latin typeface="+mn-lt"/>
                <a:cs typeface="Segoe UI"/>
              </a:rPr>
              <a:t>act</a:t>
            </a:r>
            <a:r>
              <a:rPr lang="en-US" sz="1800" spc="16" dirty="0">
                <a:solidFill>
                  <a:srgbClr val="2D2C2C"/>
                </a:solidFill>
                <a:latin typeface="+mn-lt"/>
                <a:cs typeface="Segoe UI"/>
              </a:rPr>
              <a:t> </a:t>
            </a:r>
            <a:r>
              <a:rPr lang="en-US" sz="1800" spc="-4" dirty="0">
                <a:solidFill>
                  <a:srgbClr val="2D2C2C"/>
                </a:solidFill>
                <a:latin typeface="+mn-lt"/>
                <a:cs typeface="Segoe UI"/>
              </a:rPr>
              <a:t>on</a:t>
            </a:r>
            <a:r>
              <a:rPr lang="en-US" sz="1800" dirty="0">
                <a:solidFill>
                  <a:srgbClr val="2D2C2C"/>
                </a:solidFill>
                <a:latin typeface="+mn-lt"/>
                <a:cs typeface="Segoe UI"/>
              </a:rPr>
              <a:t> </a:t>
            </a:r>
            <a:r>
              <a:rPr lang="en-US" sz="1800" spc="-8" dirty="0">
                <a:solidFill>
                  <a:srgbClr val="2D2C2C"/>
                </a:solidFill>
                <a:latin typeface="+mn-lt"/>
                <a:cs typeface="Segoe UI"/>
              </a:rPr>
              <a:t>that</a:t>
            </a:r>
            <a:r>
              <a:rPr lang="en-US" sz="1800" spc="16" dirty="0">
                <a:solidFill>
                  <a:srgbClr val="2D2C2C"/>
                </a:solidFill>
                <a:latin typeface="+mn-lt"/>
                <a:cs typeface="Segoe UI"/>
              </a:rPr>
              <a:t> </a:t>
            </a:r>
            <a:r>
              <a:rPr lang="en-US" sz="1800" spc="-8" dirty="0">
                <a:solidFill>
                  <a:srgbClr val="2D2C2C"/>
                </a:solidFill>
                <a:latin typeface="+mn-lt"/>
                <a:cs typeface="Segoe UI"/>
              </a:rPr>
              <a:t>line</a:t>
            </a:r>
            <a:r>
              <a:rPr lang="en-US" sz="1800" spc="33" dirty="0">
                <a:solidFill>
                  <a:srgbClr val="2D2C2C"/>
                </a:solidFill>
                <a:latin typeface="+mn-lt"/>
                <a:cs typeface="Segoe UI"/>
              </a:rPr>
              <a:t> </a:t>
            </a:r>
            <a:r>
              <a:rPr lang="en-US" sz="1800" spc="-4" dirty="0">
                <a:solidFill>
                  <a:srgbClr val="2D2C2C"/>
                </a:solidFill>
                <a:latin typeface="+mn-lt"/>
                <a:cs typeface="Segoe UI"/>
              </a:rPr>
              <a:t>only (if</a:t>
            </a:r>
            <a:r>
              <a:rPr lang="en-US" sz="1800" spc="16" dirty="0">
                <a:solidFill>
                  <a:srgbClr val="2D2C2C"/>
                </a:solidFill>
                <a:latin typeface="+mn-lt"/>
                <a:cs typeface="Segoe UI"/>
              </a:rPr>
              <a:t> </a:t>
            </a:r>
            <a:r>
              <a:rPr lang="en-US" sz="1800" spc="-8" dirty="0">
                <a:solidFill>
                  <a:srgbClr val="2D2C2C"/>
                </a:solidFill>
                <a:latin typeface="+mn-lt"/>
                <a:cs typeface="Segoe UI"/>
              </a:rPr>
              <a:t>address</a:t>
            </a:r>
            <a:r>
              <a:rPr lang="en-US" sz="1800" spc="12" dirty="0">
                <a:solidFill>
                  <a:srgbClr val="2D2C2C"/>
                </a:solidFill>
                <a:latin typeface="+mn-lt"/>
                <a:cs typeface="Segoe UI"/>
              </a:rPr>
              <a:t> </a:t>
            </a:r>
            <a:r>
              <a:rPr lang="en-US" sz="1800" spc="-8" dirty="0">
                <a:solidFill>
                  <a:srgbClr val="2D2C2C"/>
                </a:solidFill>
                <a:latin typeface="+mn-lt"/>
                <a:cs typeface="Segoe UI"/>
              </a:rPr>
              <a:t>was</a:t>
            </a:r>
            <a:r>
              <a:rPr lang="en-US" sz="1800" spc="16" dirty="0">
                <a:solidFill>
                  <a:srgbClr val="2D2C2C"/>
                </a:solidFill>
                <a:latin typeface="+mn-lt"/>
                <a:cs typeface="Segoe UI"/>
              </a:rPr>
              <a:t> </a:t>
            </a:r>
            <a:r>
              <a:rPr lang="en-US" sz="1800" spc="-8" dirty="0">
                <a:solidFill>
                  <a:srgbClr val="2D2C2C"/>
                </a:solidFill>
                <a:latin typeface="+mn-lt"/>
                <a:cs typeface="Segoe UI"/>
              </a:rPr>
              <a:t>in</a:t>
            </a:r>
            <a:r>
              <a:rPr lang="en-US" sz="1800" spc="20" dirty="0">
                <a:solidFill>
                  <a:srgbClr val="2D2C2C"/>
                </a:solidFill>
                <a:latin typeface="+mn-lt"/>
                <a:cs typeface="Segoe UI"/>
              </a:rPr>
              <a:t> </a:t>
            </a:r>
            <a:r>
              <a:rPr lang="en-US" sz="1800" spc="-4" dirty="0">
                <a:solidFill>
                  <a:srgbClr val="2D2C2C"/>
                </a:solidFill>
                <a:latin typeface="+mn-lt"/>
                <a:cs typeface="Segoe UI"/>
              </a:rPr>
              <a:t>the</a:t>
            </a:r>
            <a:r>
              <a:rPr lang="en-US" sz="1800" spc="8" dirty="0">
                <a:solidFill>
                  <a:srgbClr val="2D2C2C"/>
                </a:solidFill>
                <a:latin typeface="+mn-lt"/>
                <a:cs typeface="Segoe UI"/>
              </a:rPr>
              <a:t> </a:t>
            </a:r>
            <a:r>
              <a:rPr lang="en-US" sz="1800" spc="-4" dirty="0">
                <a:solidFill>
                  <a:srgbClr val="2D2C2C"/>
                </a:solidFill>
                <a:latin typeface="+mn-lt"/>
                <a:cs typeface="Segoe UI"/>
              </a:rPr>
              <a:t>form</a:t>
            </a:r>
            <a:r>
              <a:rPr lang="en-US" sz="1800" spc="12" dirty="0">
                <a:solidFill>
                  <a:srgbClr val="2D2C2C"/>
                </a:solidFill>
                <a:latin typeface="+mn-lt"/>
                <a:cs typeface="Segoe UI"/>
              </a:rPr>
              <a:t> </a:t>
            </a:r>
            <a:r>
              <a:rPr lang="en-US" sz="1800" spc="-20" dirty="0">
                <a:solidFill>
                  <a:srgbClr val="2D2C2C"/>
                </a:solidFill>
                <a:latin typeface="+mn-lt"/>
                <a:cs typeface="Segoe UI"/>
              </a:rPr>
              <a:t>of</a:t>
            </a:r>
            <a:r>
              <a:rPr lang="en-US" sz="1800" spc="33" dirty="0">
                <a:solidFill>
                  <a:srgbClr val="2D2C2C"/>
                </a:solidFill>
                <a:latin typeface="+mn-lt"/>
                <a:cs typeface="Segoe UI"/>
              </a:rPr>
              <a:t> </a:t>
            </a:r>
            <a:r>
              <a:rPr lang="en-US" sz="1800" b="1" spc="-8" dirty="0">
                <a:solidFill>
                  <a:srgbClr val="0000C7"/>
                </a:solidFill>
                <a:latin typeface="+mn-lt"/>
                <a:cs typeface="Segoe UI"/>
              </a:rPr>
              <a:t>RE</a:t>
            </a:r>
            <a:r>
              <a:rPr lang="en-US" sz="1800" spc="-8" dirty="0">
                <a:solidFill>
                  <a:srgbClr val="2D2C2C"/>
                </a:solidFill>
                <a:latin typeface="+mn-lt"/>
                <a:cs typeface="Segoe UI"/>
              </a:rPr>
              <a:t>,</a:t>
            </a:r>
            <a:r>
              <a:rPr lang="en-US" sz="1800" spc="24" dirty="0">
                <a:solidFill>
                  <a:srgbClr val="2D2C2C"/>
                </a:solidFill>
                <a:latin typeface="+mn-lt"/>
                <a:cs typeface="Segoe UI"/>
              </a:rPr>
              <a:t> </a:t>
            </a:r>
            <a:r>
              <a:rPr lang="en-US" sz="1800" spc="-12" dirty="0">
                <a:solidFill>
                  <a:srgbClr val="2D2C2C"/>
                </a:solidFill>
                <a:latin typeface="+mn-lt"/>
                <a:cs typeface="Segoe UI"/>
              </a:rPr>
              <a:t>more </a:t>
            </a:r>
            <a:r>
              <a:rPr lang="en-US" sz="1800" spc="-435" dirty="0">
                <a:solidFill>
                  <a:srgbClr val="2D2C2C"/>
                </a:solidFill>
                <a:latin typeface="+mn-lt"/>
                <a:cs typeface="Segoe UI"/>
              </a:rPr>
              <a:t> </a:t>
            </a:r>
            <a:r>
              <a:rPr lang="en-US" sz="1800" spc="-8" dirty="0">
                <a:solidFill>
                  <a:srgbClr val="2D2C2C"/>
                </a:solidFill>
                <a:latin typeface="+mn-lt"/>
                <a:cs typeface="Segoe UI"/>
              </a:rPr>
              <a:t>than</a:t>
            </a:r>
            <a:r>
              <a:rPr lang="en-US" sz="1800" spc="-4" dirty="0">
                <a:solidFill>
                  <a:srgbClr val="2D2C2C"/>
                </a:solidFill>
                <a:latin typeface="+mn-lt"/>
                <a:cs typeface="Segoe UI"/>
              </a:rPr>
              <a:t> one</a:t>
            </a:r>
            <a:r>
              <a:rPr lang="en-US" sz="1800" spc="12" dirty="0">
                <a:solidFill>
                  <a:srgbClr val="2D2C2C"/>
                </a:solidFill>
                <a:latin typeface="+mn-lt"/>
                <a:cs typeface="Segoe UI"/>
              </a:rPr>
              <a:t> </a:t>
            </a:r>
            <a:r>
              <a:rPr lang="en-US" sz="1800" spc="-8" dirty="0">
                <a:solidFill>
                  <a:srgbClr val="2D2C2C"/>
                </a:solidFill>
                <a:latin typeface="+mn-lt"/>
                <a:cs typeface="Segoe UI"/>
              </a:rPr>
              <a:t>line</a:t>
            </a:r>
            <a:r>
              <a:rPr lang="en-US" sz="1800" spc="28" dirty="0">
                <a:solidFill>
                  <a:srgbClr val="2D2C2C"/>
                </a:solidFill>
                <a:latin typeface="+mn-lt"/>
                <a:cs typeface="Segoe UI"/>
              </a:rPr>
              <a:t> </a:t>
            </a:r>
            <a:r>
              <a:rPr lang="en-US" sz="1800" spc="-8" dirty="0">
                <a:solidFill>
                  <a:srgbClr val="2D2C2C"/>
                </a:solidFill>
                <a:latin typeface="+mn-lt"/>
                <a:cs typeface="Segoe UI"/>
              </a:rPr>
              <a:t>may</a:t>
            </a:r>
            <a:r>
              <a:rPr lang="en-US" sz="1800" spc="12" dirty="0">
                <a:solidFill>
                  <a:srgbClr val="2D2C2C"/>
                </a:solidFill>
                <a:latin typeface="+mn-lt"/>
                <a:cs typeface="Segoe UI"/>
              </a:rPr>
              <a:t> </a:t>
            </a:r>
            <a:r>
              <a:rPr lang="en-US" sz="1800" spc="-4" dirty="0">
                <a:solidFill>
                  <a:srgbClr val="2D2C2C"/>
                </a:solidFill>
                <a:latin typeface="+mn-lt"/>
                <a:cs typeface="Segoe UI"/>
              </a:rPr>
              <a:t>be </a:t>
            </a:r>
            <a:r>
              <a:rPr lang="en-US" sz="1800" spc="-12" dirty="0">
                <a:solidFill>
                  <a:srgbClr val="2D2C2C"/>
                </a:solidFill>
                <a:latin typeface="+mn-lt"/>
                <a:cs typeface="Segoe UI"/>
              </a:rPr>
              <a:t>affected)</a:t>
            </a:r>
            <a:endParaRPr lang="en-US" sz="1800" dirty="0">
              <a:latin typeface="+mn-lt"/>
              <a:cs typeface="Segoe UI"/>
            </a:endParaRPr>
          </a:p>
          <a:p>
            <a:pPr marL="518001" marR="4128" lvl="1" indent="-233204">
              <a:spcBef>
                <a:spcPts val="488"/>
              </a:spcBef>
              <a:buClr>
                <a:srgbClr val="000000"/>
              </a:buClr>
              <a:buFont typeface="Arial"/>
              <a:buChar char="•"/>
              <a:tabLst>
                <a:tab pos="517485" algn="l"/>
                <a:tab pos="518001" algn="l"/>
              </a:tabLst>
            </a:pPr>
            <a:r>
              <a:rPr lang="en-US" sz="1800" spc="-8" dirty="0">
                <a:solidFill>
                  <a:srgbClr val="2D2C2C"/>
                </a:solidFill>
                <a:latin typeface="+mn-lt"/>
                <a:cs typeface="Segoe UI"/>
              </a:rPr>
              <a:t>Commands</a:t>
            </a:r>
            <a:r>
              <a:rPr lang="en-US" sz="1800" spc="33" dirty="0">
                <a:solidFill>
                  <a:srgbClr val="2D2C2C"/>
                </a:solidFill>
                <a:latin typeface="+mn-lt"/>
                <a:cs typeface="Segoe UI"/>
              </a:rPr>
              <a:t> </a:t>
            </a:r>
            <a:r>
              <a:rPr lang="en-US" sz="1800" spc="-4" dirty="0">
                <a:solidFill>
                  <a:srgbClr val="2D2C2C"/>
                </a:solidFill>
                <a:latin typeface="+mn-lt"/>
                <a:cs typeface="Segoe UI"/>
              </a:rPr>
              <a:t>with</a:t>
            </a:r>
            <a:r>
              <a:rPr lang="en-US" sz="1800" spc="16" dirty="0">
                <a:solidFill>
                  <a:srgbClr val="2D2C2C"/>
                </a:solidFill>
                <a:latin typeface="+mn-lt"/>
                <a:cs typeface="Segoe UI"/>
              </a:rPr>
              <a:t> </a:t>
            </a:r>
            <a:r>
              <a:rPr lang="en-US" sz="1800" spc="-4" dirty="0">
                <a:solidFill>
                  <a:srgbClr val="2D2C2C"/>
                </a:solidFill>
                <a:latin typeface="+mn-lt"/>
                <a:cs typeface="Segoe UI"/>
              </a:rPr>
              <a:t>two</a:t>
            </a:r>
            <a:r>
              <a:rPr lang="en-US" sz="1800" spc="8" dirty="0">
                <a:solidFill>
                  <a:srgbClr val="2D2C2C"/>
                </a:solidFill>
                <a:latin typeface="+mn-lt"/>
                <a:cs typeface="Segoe UI"/>
              </a:rPr>
              <a:t> </a:t>
            </a:r>
            <a:r>
              <a:rPr lang="en-US" sz="1800" spc="-12" dirty="0">
                <a:solidFill>
                  <a:srgbClr val="2D2C2C"/>
                </a:solidFill>
                <a:latin typeface="+mn-lt"/>
                <a:cs typeface="Segoe UI"/>
              </a:rPr>
              <a:t>addresses</a:t>
            </a:r>
            <a:r>
              <a:rPr lang="en-US" sz="1800" spc="65" dirty="0">
                <a:solidFill>
                  <a:srgbClr val="2D2C2C"/>
                </a:solidFill>
                <a:latin typeface="+mn-lt"/>
                <a:cs typeface="Segoe UI"/>
              </a:rPr>
              <a:t> </a:t>
            </a:r>
            <a:r>
              <a:rPr lang="en-US" sz="1800" spc="-4" dirty="0">
                <a:solidFill>
                  <a:srgbClr val="2D2C2C"/>
                </a:solidFill>
                <a:latin typeface="+mn-lt"/>
                <a:cs typeface="Segoe UI"/>
              </a:rPr>
              <a:t>-</a:t>
            </a:r>
            <a:r>
              <a:rPr lang="en-US" sz="1800" spc="16" dirty="0">
                <a:solidFill>
                  <a:srgbClr val="2D2C2C"/>
                </a:solidFill>
                <a:latin typeface="+mn-lt"/>
                <a:cs typeface="Segoe UI"/>
              </a:rPr>
              <a:t> </a:t>
            </a:r>
            <a:r>
              <a:rPr lang="en-US" sz="1800" spc="-8" dirty="0">
                <a:solidFill>
                  <a:srgbClr val="2D2C2C"/>
                </a:solidFill>
                <a:latin typeface="+mn-lt"/>
                <a:cs typeface="Segoe UI"/>
              </a:rPr>
              <a:t>act</a:t>
            </a:r>
            <a:r>
              <a:rPr lang="en-US" sz="1800" dirty="0">
                <a:solidFill>
                  <a:srgbClr val="2D2C2C"/>
                </a:solidFill>
                <a:latin typeface="+mn-lt"/>
                <a:cs typeface="Segoe UI"/>
              </a:rPr>
              <a:t> on</a:t>
            </a:r>
            <a:r>
              <a:rPr lang="en-US" sz="1800" spc="20" dirty="0">
                <a:solidFill>
                  <a:srgbClr val="2D2C2C"/>
                </a:solidFill>
                <a:latin typeface="+mn-lt"/>
                <a:cs typeface="Segoe UI"/>
              </a:rPr>
              <a:t> </a:t>
            </a:r>
            <a:r>
              <a:rPr lang="en-US" sz="1800" spc="-8" dirty="0">
                <a:solidFill>
                  <a:srgbClr val="2D2C2C"/>
                </a:solidFill>
                <a:latin typeface="+mn-lt"/>
                <a:cs typeface="Segoe UI"/>
              </a:rPr>
              <a:t>all</a:t>
            </a:r>
            <a:r>
              <a:rPr lang="en-US" sz="1800" spc="-4" dirty="0">
                <a:solidFill>
                  <a:srgbClr val="2D2C2C"/>
                </a:solidFill>
                <a:latin typeface="+mn-lt"/>
                <a:cs typeface="Segoe UI"/>
              </a:rPr>
              <a:t> </a:t>
            </a:r>
            <a:r>
              <a:rPr lang="en-US" sz="1800" spc="-8" dirty="0">
                <a:solidFill>
                  <a:srgbClr val="2D2C2C"/>
                </a:solidFill>
                <a:latin typeface="+mn-lt"/>
                <a:cs typeface="Segoe UI"/>
              </a:rPr>
              <a:t>lines</a:t>
            </a:r>
            <a:r>
              <a:rPr lang="en-US" sz="1800" spc="37" dirty="0">
                <a:solidFill>
                  <a:srgbClr val="2D2C2C"/>
                </a:solidFill>
                <a:latin typeface="+mn-lt"/>
                <a:cs typeface="Segoe UI"/>
              </a:rPr>
              <a:t> </a:t>
            </a:r>
            <a:r>
              <a:rPr lang="en-US" sz="1800" spc="-8" dirty="0">
                <a:solidFill>
                  <a:srgbClr val="2D2C2C"/>
                </a:solidFill>
                <a:latin typeface="+mn-lt"/>
                <a:cs typeface="Segoe UI"/>
              </a:rPr>
              <a:t>between</a:t>
            </a:r>
            <a:r>
              <a:rPr lang="en-US" sz="1800" spc="61" dirty="0">
                <a:solidFill>
                  <a:srgbClr val="2D2C2C"/>
                </a:solidFill>
                <a:latin typeface="+mn-lt"/>
                <a:cs typeface="Segoe UI"/>
              </a:rPr>
              <a:t> </a:t>
            </a:r>
            <a:r>
              <a:rPr lang="en-US" sz="1800" spc="-8" dirty="0">
                <a:solidFill>
                  <a:srgbClr val="2D2C2C"/>
                </a:solidFill>
                <a:latin typeface="+mn-lt"/>
                <a:cs typeface="Segoe UI"/>
              </a:rPr>
              <a:t>line</a:t>
            </a:r>
            <a:r>
              <a:rPr lang="en-US" sz="1800" spc="28" dirty="0">
                <a:solidFill>
                  <a:srgbClr val="2D2C2C"/>
                </a:solidFill>
                <a:latin typeface="+mn-lt"/>
                <a:cs typeface="Segoe UI"/>
              </a:rPr>
              <a:t> </a:t>
            </a:r>
            <a:r>
              <a:rPr lang="en-US" sz="1800" spc="-12" dirty="0">
                <a:solidFill>
                  <a:srgbClr val="2D2C2C"/>
                </a:solidFill>
                <a:latin typeface="+mn-lt"/>
                <a:cs typeface="Segoe UI"/>
              </a:rPr>
              <a:t>matching</a:t>
            </a:r>
            <a:r>
              <a:rPr lang="en-US" sz="1800" spc="45" dirty="0">
                <a:solidFill>
                  <a:srgbClr val="2D2C2C"/>
                </a:solidFill>
                <a:latin typeface="+mn-lt"/>
                <a:cs typeface="Segoe UI"/>
              </a:rPr>
              <a:t> </a:t>
            </a:r>
            <a:r>
              <a:rPr lang="en-US" sz="1800" dirty="0">
                <a:solidFill>
                  <a:srgbClr val="2D2C2C"/>
                </a:solidFill>
                <a:latin typeface="+mn-lt"/>
                <a:cs typeface="Segoe UI"/>
              </a:rPr>
              <a:t>first</a:t>
            </a:r>
            <a:r>
              <a:rPr lang="en-US" sz="1800" spc="12" dirty="0">
                <a:solidFill>
                  <a:srgbClr val="2D2C2C"/>
                </a:solidFill>
                <a:latin typeface="+mn-lt"/>
                <a:cs typeface="Segoe UI"/>
              </a:rPr>
              <a:t> </a:t>
            </a:r>
            <a:r>
              <a:rPr lang="en-US" sz="1800" spc="-8" dirty="0">
                <a:solidFill>
                  <a:srgbClr val="2D2C2C"/>
                </a:solidFill>
                <a:latin typeface="+mn-lt"/>
                <a:cs typeface="Segoe UI"/>
              </a:rPr>
              <a:t>address</a:t>
            </a:r>
            <a:r>
              <a:rPr lang="en-US" sz="1800" spc="33" dirty="0">
                <a:solidFill>
                  <a:srgbClr val="2D2C2C"/>
                </a:solidFill>
                <a:latin typeface="+mn-lt"/>
                <a:cs typeface="Segoe UI"/>
              </a:rPr>
              <a:t> </a:t>
            </a:r>
            <a:r>
              <a:rPr lang="en-US" sz="1800" spc="-4" dirty="0">
                <a:solidFill>
                  <a:srgbClr val="2D2C2C"/>
                </a:solidFill>
                <a:latin typeface="+mn-lt"/>
                <a:cs typeface="Segoe UI"/>
              </a:rPr>
              <a:t>up</a:t>
            </a:r>
            <a:r>
              <a:rPr lang="en-US" sz="1800" spc="4" dirty="0">
                <a:solidFill>
                  <a:srgbClr val="2D2C2C"/>
                </a:solidFill>
                <a:latin typeface="+mn-lt"/>
                <a:cs typeface="Segoe UI"/>
              </a:rPr>
              <a:t> </a:t>
            </a:r>
            <a:r>
              <a:rPr lang="en-US" sz="1800" spc="-16" dirty="0">
                <a:solidFill>
                  <a:srgbClr val="2D2C2C"/>
                </a:solidFill>
                <a:latin typeface="+mn-lt"/>
                <a:cs typeface="Segoe UI"/>
              </a:rPr>
              <a:t>to</a:t>
            </a:r>
            <a:r>
              <a:rPr lang="en-US" sz="1800" spc="4" dirty="0">
                <a:solidFill>
                  <a:srgbClr val="2D2C2C"/>
                </a:solidFill>
                <a:latin typeface="+mn-lt"/>
                <a:cs typeface="Segoe UI"/>
              </a:rPr>
              <a:t> </a:t>
            </a:r>
            <a:r>
              <a:rPr lang="en-US" sz="1800" spc="-8" dirty="0">
                <a:solidFill>
                  <a:srgbClr val="2D2C2C"/>
                </a:solidFill>
                <a:latin typeface="+mn-lt"/>
                <a:cs typeface="Segoe UI"/>
              </a:rPr>
              <a:t>line </a:t>
            </a:r>
            <a:r>
              <a:rPr lang="en-US" sz="1800" spc="-431" dirty="0">
                <a:solidFill>
                  <a:srgbClr val="2D2C2C"/>
                </a:solidFill>
                <a:latin typeface="+mn-lt"/>
                <a:cs typeface="Segoe UI"/>
              </a:rPr>
              <a:t> </a:t>
            </a:r>
            <a:r>
              <a:rPr lang="en-US" sz="1800" spc="-12" dirty="0">
                <a:solidFill>
                  <a:srgbClr val="2D2C2C"/>
                </a:solidFill>
                <a:latin typeface="+mn-lt"/>
                <a:cs typeface="Segoe UI"/>
              </a:rPr>
              <a:t>matching</a:t>
            </a:r>
            <a:r>
              <a:rPr lang="en-US" sz="1800" spc="37" dirty="0">
                <a:solidFill>
                  <a:srgbClr val="2D2C2C"/>
                </a:solidFill>
                <a:latin typeface="+mn-lt"/>
                <a:cs typeface="Segoe UI"/>
              </a:rPr>
              <a:t> </a:t>
            </a:r>
            <a:r>
              <a:rPr lang="en-US" sz="1800" spc="-8" dirty="0">
                <a:solidFill>
                  <a:srgbClr val="2D2C2C"/>
                </a:solidFill>
                <a:latin typeface="+mn-lt"/>
                <a:cs typeface="Segoe UI"/>
              </a:rPr>
              <a:t>second</a:t>
            </a:r>
            <a:r>
              <a:rPr lang="en-US" sz="1800" spc="41" dirty="0">
                <a:solidFill>
                  <a:srgbClr val="2D2C2C"/>
                </a:solidFill>
                <a:latin typeface="+mn-lt"/>
                <a:cs typeface="Segoe UI"/>
              </a:rPr>
              <a:t> </a:t>
            </a:r>
            <a:r>
              <a:rPr lang="en-US" sz="1800" spc="-12" dirty="0">
                <a:solidFill>
                  <a:srgbClr val="2D2C2C"/>
                </a:solidFill>
                <a:latin typeface="+mn-lt"/>
                <a:cs typeface="Segoe UI"/>
              </a:rPr>
              <a:t>address</a:t>
            </a:r>
            <a:endParaRPr lang="en-US" sz="1800" dirty="0">
              <a:latin typeface="+mn-lt"/>
              <a:cs typeface="Segoe UI"/>
            </a:endParaRPr>
          </a:p>
          <a:p>
            <a:endParaRPr lang="en-US" sz="1800" dirty="0"/>
          </a:p>
          <a:p>
            <a:endParaRPr lang="en-US" dirty="0"/>
          </a:p>
        </p:txBody>
      </p:sp>
      <p:sp>
        <p:nvSpPr>
          <p:cNvPr id="2" name="Slide Number Placeholder 1">
            <a:extLst>
              <a:ext uri="{FF2B5EF4-FFF2-40B4-BE49-F238E27FC236}">
                <a16:creationId xmlns:a16="http://schemas.microsoft.com/office/drawing/2014/main" id="{F111C5DB-635E-4576-A4C3-837B7E452E1E}"/>
              </a:ext>
            </a:extLst>
          </p:cNvPr>
          <p:cNvSpPr>
            <a:spLocks noGrp="1"/>
          </p:cNvSpPr>
          <p:nvPr>
            <p:ph type="sldNum" sz="quarter" idx="12"/>
          </p:nvPr>
        </p:nvSpPr>
        <p:spPr>
          <a:prstGeom prst="rect">
            <a:avLst/>
          </a:prstGeom>
        </p:spPr>
        <p:txBody>
          <a:bodyPr/>
          <a:lstStyle/>
          <a:p>
            <a:fld id="{EF892D59-8F09-EF4B-AD6D-DA609442F868}" type="slidenum">
              <a:rPr lang="en-GB" smtClean="0"/>
              <a:pPr/>
              <a:t>37</a:t>
            </a:fld>
            <a:endParaRPr lang="en-GB"/>
          </a:p>
        </p:txBody>
      </p:sp>
    </p:spTree>
    <p:extLst>
      <p:ext uri="{BB962C8B-B14F-4D97-AF65-F5344CB8AC3E}">
        <p14:creationId xmlns:p14="http://schemas.microsoft.com/office/powerpoint/2010/main" val="76684478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59355A4-09C7-801B-D04E-7A2401B33060}"/>
              </a:ext>
            </a:extLst>
          </p:cNvPr>
          <p:cNvSpPr>
            <a:spLocks noGrp="1"/>
          </p:cNvSpPr>
          <p:nvPr>
            <p:ph type="ctrTitle"/>
          </p:nvPr>
        </p:nvSpPr>
        <p:spPr/>
        <p:txBody>
          <a:bodyPr/>
          <a:lstStyle/>
          <a:p>
            <a:endParaRPr lang="en-GB"/>
          </a:p>
        </p:txBody>
      </p:sp>
      <p:sp>
        <p:nvSpPr>
          <p:cNvPr id="5" name="Content Placeholder 4">
            <a:extLst>
              <a:ext uri="{FF2B5EF4-FFF2-40B4-BE49-F238E27FC236}">
                <a16:creationId xmlns:a16="http://schemas.microsoft.com/office/drawing/2014/main" id="{DBF1146F-996E-CCCB-D80E-3B8C6D449DAC}"/>
              </a:ext>
            </a:extLst>
          </p:cNvPr>
          <p:cNvSpPr>
            <a:spLocks noGrp="1"/>
          </p:cNvSpPr>
          <p:nvPr>
            <p:ph sz="quarter" idx="4"/>
          </p:nvPr>
        </p:nvSpPr>
        <p:spPr/>
        <p:txBody>
          <a:bodyPr/>
          <a:lstStyle/>
          <a:p>
            <a:endParaRPr lang="en-GB"/>
          </a:p>
        </p:txBody>
      </p:sp>
      <p:sp>
        <p:nvSpPr>
          <p:cNvPr id="2" name="Slide Number Placeholder 1">
            <a:extLst>
              <a:ext uri="{FF2B5EF4-FFF2-40B4-BE49-F238E27FC236}">
                <a16:creationId xmlns:a16="http://schemas.microsoft.com/office/drawing/2014/main" id="{2B2BF562-4309-5B5E-A5F1-0FF54BDEC072}"/>
              </a:ext>
            </a:extLst>
          </p:cNvPr>
          <p:cNvSpPr txBox="1">
            <a:spLocks/>
          </p:cNvSpPr>
          <p:nvPr/>
        </p:nvSpPr>
        <p:spPr>
          <a:xfrm>
            <a:off x="9365513" y="6398855"/>
            <a:ext cx="27432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EF892D59-8F09-EF4B-AD6D-DA609442F868}" type="slidenum">
              <a:rPr lang="en-GB" smtClean="0"/>
              <a:pPr algn="r"/>
              <a:t>38</a:t>
            </a:fld>
            <a:endParaRPr lang="en-GB"/>
          </a:p>
        </p:txBody>
      </p:sp>
    </p:spTree>
    <p:extLst>
      <p:ext uri="{BB962C8B-B14F-4D97-AF65-F5344CB8AC3E}">
        <p14:creationId xmlns:p14="http://schemas.microsoft.com/office/powerpoint/2010/main" val="2598462695"/>
      </p:ext>
    </p:extLst>
  </p:cSld>
  <p:clrMapOvr>
    <a:masterClrMapping/>
  </p:clrMapOvr>
</p:sld>
</file>

<file path=ppt/theme/theme1.xml><?xml version="1.0" encoding="utf-8"?>
<a:theme xmlns:a="http://schemas.openxmlformats.org/drawingml/2006/main" name="Cover Slides - Business/Marketing">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6ECD9A05-B13E-4324-B75B-08409513F687}"/>
    </a:ext>
  </a:extLst>
</a:theme>
</file>

<file path=ppt/theme/theme2.xml><?xml version="1.0" encoding="utf-8"?>
<a:theme xmlns:a="http://schemas.openxmlformats.org/drawingml/2006/main" name="Divider Slides">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6E6B1516-6D1C-4FBD-AF93-6EEE726A80B9}"/>
    </a:ext>
  </a:extLst>
</a:theme>
</file>

<file path=ppt/theme/theme3.xml><?xml version="1.0" encoding="utf-8"?>
<a:theme xmlns:a="http://schemas.openxmlformats.org/drawingml/2006/main" name="Blue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4.xml><?xml version="1.0" encoding="utf-8"?>
<a:theme xmlns:a="http://schemas.openxmlformats.org/drawingml/2006/main" name="Yellow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5.xml><?xml version="1.0" encoding="utf-8"?>
<a:theme xmlns:a="http://schemas.openxmlformats.org/drawingml/2006/main" name="Red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6.xml><?xml version="1.0" encoding="utf-8"?>
<a:theme xmlns:a="http://schemas.openxmlformats.org/drawingml/2006/main" name="Purple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7.xml><?xml version="1.0" encoding="utf-8"?>
<a:theme xmlns:a="http://schemas.openxmlformats.org/drawingml/2006/main" name="Orange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8.xml><?xml version="1.0" encoding="utf-8"?>
<a:theme xmlns:a="http://schemas.openxmlformats.org/drawingml/2006/main" name="Green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9.xml><?xml version="1.0" encoding="utf-8"?>
<a:theme xmlns:a="http://schemas.openxmlformats.org/drawingml/2006/main" name="B/W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10.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52e7f57a-cc1d-4bce-9b60-d9dd785361c7" xsi:nil="true"/>
    <lcf76f155ced4ddcb4097134ff3c332f xmlns="4851bab5-d36a-4f24-a761-998180967d12">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C56BBB1E4FF9742A33FBD8267A09A09" ma:contentTypeVersion="20" ma:contentTypeDescription="Create a new document." ma:contentTypeScope="" ma:versionID="20b712914e31333b2350e8d9f89ed109">
  <xsd:schema xmlns:xsd="http://www.w3.org/2001/XMLSchema" xmlns:xs="http://www.w3.org/2001/XMLSchema" xmlns:p="http://schemas.microsoft.com/office/2006/metadata/properties" xmlns:ns2="4851bab5-d36a-4f24-a761-998180967d12" xmlns:ns3="52e7f57a-cc1d-4bce-9b60-d9dd785361c7" targetNamespace="http://schemas.microsoft.com/office/2006/metadata/properties" ma:root="true" ma:fieldsID="2b6d7960c137aa88f38dc03ba7d04627" ns2:_="" ns3:_="">
    <xsd:import namespace="4851bab5-d36a-4f24-a761-998180967d12"/>
    <xsd:import namespace="52e7f57a-cc1d-4bce-9b60-d9dd785361c7"/>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Location"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3:TaxCatchAll" minOccurs="0"/>
                <xsd:element ref="ns2:lcf76f155ced4ddcb4097134ff3c332f" minOccurs="0"/>
                <xsd:element ref="ns2:MediaServiceObjectDetectorVersions" minOccurs="0"/>
                <xsd:element ref="ns2:MediaLengthInSecond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51bab5-d36a-4f24-a761-998180967d1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Location" ma:index="13" nillable="true" ma:displayName="Location" ma:internalName="MediaServiceLocatio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85f1f1f9-0179-4c93-b971-8e9741e0450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LengthInSeconds" ma:index="24" nillable="true" ma:displayName="MediaLengthInSeconds" ma:hidden="true" ma:internalName="MediaLengthInSeconds" ma:readOnly="true">
      <xsd:simpleType>
        <xsd:restriction base="dms:Unknown"/>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2e7f57a-cc1d-4bce-9b60-d9dd785361c7"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3d87296d-c167-4d27-bd74-7208a540dcb7}" ma:internalName="TaxCatchAll" ma:showField="CatchAllData" ma:web="52e7f57a-cc1d-4bce-9b60-d9dd785361c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AC71F1D-A98C-43DF-A986-061295C23702}">
  <ds:schemaRefs>
    <ds:schemaRef ds:uri="http://schemas.microsoft.com/office/infopath/2007/PartnerControls"/>
    <ds:schemaRef ds:uri="http://schemas.microsoft.com/office/2006/documentManagement/types"/>
    <ds:schemaRef ds:uri="http://purl.org/dc/elements/1.1/"/>
    <ds:schemaRef ds:uri="http://schemas.microsoft.com/office/2006/metadata/properties"/>
    <ds:schemaRef ds:uri="http://schemas.openxmlformats.org/package/2006/metadata/core-properties"/>
    <ds:schemaRef ds:uri="52e7f57a-cc1d-4bce-9b60-d9dd785361c7"/>
    <ds:schemaRef ds:uri="http://purl.org/dc/terms/"/>
    <ds:schemaRef ds:uri="4851bab5-d36a-4f24-a761-998180967d12"/>
    <ds:schemaRef ds:uri="http://www.w3.org/XML/1998/namespace"/>
    <ds:schemaRef ds:uri="http://purl.org/dc/dcmitype/"/>
  </ds:schemaRefs>
</ds:datastoreItem>
</file>

<file path=customXml/itemProps2.xml><?xml version="1.0" encoding="utf-8"?>
<ds:datastoreItem xmlns:ds="http://schemas.openxmlformats.org/officeDocument/2006/customXml" ds:itemID="{E0CF5967-01BD-40C1-B1E3-8E6CDE2BF890}">
  <ds:schemaRefs>
    <ds:schemaRef ds:uri="http://schemas.microsoft.com/sharepoint/v3/contenttype/forms"/>
  </ds:schemaRefs>
</ds:datastoreItem>
</file>

<file path=customXml/itemProps3.xml><?xml version="1.0" encoding="utf-8"?>
<ds:datastoreItem xmlns:ds="http://schemas.openxmlformats.org/officeDocument/2006/customXml" ds:itemID="{45EC4E0F-9D58-4792-B66B-076551BA2D5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51bab5-d36a-4f24-a761-998180967d12"/>
    <ds:schemaRef ds:uri="52e7f57a-cc1d-4bce-9b60-d9dd785361c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QAPPTDeck_Jun2024_v1Main</Template>
  <TotalTime>19436</TotalTime>
  <Words>4205</Words>
  <Application>Microsoft Office PowerPoint</Application>
  <PresentationFormat>Widescreen</PresentationFormat>
  <Paragraphs>577</Paragraphs>
  <Slides>38</Slides>
  <Notes>38</Notes>
  <HiddenSlides>0</HiddenSlides>
  <MMClips>0</MMClips>
  <ScaleCrop>false</ScaleCrop>
  <HeadingPairs>
    <vt:vector size="6" baseType="variant">
      <vt:variant>
        <vt:lpstr>Fonts Used</vt:lpstr>
      </vt:variant>
      <vt:variant>
        <vt:i4>7</vt:i4>
      </vt:variant>
      <vt:variant>
        <vt:lpstr>Theme</vt:lpstr>
      </vt:variant>
      <vt:variant>
        <vt:i4>9</vt:i4>
      </vt:variant>
      <vt:variant>
        <vt:lpstr>Slide Titles</vt:lpstr>
      </vt:variant>
      <vt:variant>
        <vt:i4>38</vt:i4>
      </vt:variant>
    </vt:vector>
  </HeadingPairs>
  <TitlesOfParts>
    <vt:vector size="54" baseType="lpstr">
      <vt:lpstr>Aptos</vt:lpstr>
      <vt:lpstr>Arial</vt:lpstr>
      <vt:lpstr>Calibri</vt:lpstr>
      <vt:lpstr>Figtree</vt:lpstr>
      <vt:lpstr>Hack</vt:lpstr>
      <vt:lpstr>Montserrat</vt:lpstr>
      <vt:lpstr>Segoe UI</vt:lpstr>
      <vt:lpstr>Cover Slides - Business/Marketing</vt:lpstr>
      <vt:lpstr>Divider Slides</vt:lpstr>
      <vt:lpstr>Blue Module</vt:lpstr>
      <vt:lpstr>Yellow Module</vt:lpstr>
      <vt:lpstr>Red Module</vt:lpstr>
      <vt:lpstr>Purple Module</vt:lpstr>
      <vt:lpstr>Orange Module</vt:lpstr>
      <vt:lpstr>Green Module</vt:lpstr>
      <vt:lpstr>B/W Module</vt:lpstr>
      <vt:lpstr>Module 14: Using Regular Expressions</vt:lpstr>
      <vt:lpstr>Contents</vt:lpstr>
      <vt:lpstr>Searching</vt:lpstr>
      <vt:lpstr>Introducing regular expressions</vt:lpstr>
      <vt:lpstr>Fixed strings</vt:lpstr>
      <vt:lpstr>Anchoring searches</vt:lpstr>
      <vt:lpstr>Beginning of a line</vt:lpstr>
      <vt:lpstr>End of a line</vt:lpstr>
      <vt:lpstr>Only “this” on a line</vt:lpstr>
      <vt:lpstr>Matching characters</vt:lpstr>
      <vt:lpstr>Lists and ranges</vt:lpstr>
      <vt:lpstr>Any character</vt:lpstr>
      <vt:lpstr>Multipliers</vt:lpstr>
      <vt:lpstr>Multiply regular expressions</vt:lpstr>
      <vt:lpstr>Knowledge check</vt:lpstr>
      <vt:lpstr>Programs that use regular expressions</vt:lpstr>
      <vt:lpstr>Programs</vt:lpstr>
      <vt:lpstr>grep</vt:lpstr>
      <vt:lpstr>Lab</vt:lpstr>
      <vt:lpstr>Practical exercise 14 – T1 and T2</vt:lpstr>
      <vt:lpstr>awk (gawk)</vt:lpstr>
      <vt:lpstr>sed</vt:lpstr>
      <vt:lpstr>Invoking sed from the command line</vt:lpstr>
      <vt:lpstr>Invoking from the command line with sed script</vt:lpstr>
      <vt:lpstr>Invoking a sed script</vt:lpstr>
      <vt:lpstr>sed’s print command</vt:lpstr>
      <vt:lpstr>seds extra edit option</vt:lpstr>
      <vt:lpstr>Seds supressing output option</vt:lpstr>
      <vt:lpstr>Line addressing</vt:lpstr>
      <vt:lpstr>quit command</vt:lpstr>
      <vt:lpstr>delete command</vt:lpstr>
      <vt:lpstr>More command examples</vt:lpstr>
      <vt:lpstr>Introducing extended raegular expressions (ERE)</vt:lpstr>
      <vt:lpstr>Review and lab</vt:lpstr>
      <vt:lpstr>Review questions</vt:lpstr>
      <vt:lpstr>Practical exercise 14 – T3 and T4</vt:lpstr>
      <vt:lpstr>Summary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This is a cover slide</dc:title>
  <dc:creator>Haynes, Amanda</dc:creator>
  <cp:lastModifiedBy>Cameron, Donald</cp:lastModifiedBy>
  <cp:revision>41</cp:revision>
  <dcterms:created xsi:type="dcterms:W3CDTF">2024-06-24T11:44:08Z</dcterms:created>
  <dcterms:modified xsi:type="dcterms:W3CDTF">2026-06-05T09:03:50Z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0x010100075BAD9D95F28D4EB8D45E8498D5AAA1</vt:lpwstr>
  </property>
  <property fmtid="{D5CDD505-2E9C-101B-9397-08002B2CF9AE}" pid="3" name="MediaServiceImageTags">
    <vt:lpwstr/>
  </property>
</Properties>
</file>