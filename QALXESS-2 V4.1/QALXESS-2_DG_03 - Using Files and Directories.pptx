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5.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6.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7.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897" r:id="rId9"/>
    <p:sldMasterId id="2147483908" r:id="rId10"/>
    <p:sldMasterId id="2147483930" r:id="rId11"/>
  </p:sldMasterIdLst>
  <p:notesMasterIdLst>
    <p:notesMasterId r:id="rId39"/>
  </p:notesMasterIdLst>
  <p:sldIdLst>
    <p:sldId id="1176" r:id="rId12"/>
    <p:sldId id="1177" r:id="rId13"/>
    <p:sldId id="1656" r:id="rId14"/>
    <p:sldId id="1665" r:id="rId15"/>
    <p:sldId id="1178" r:id="rId16"/>
    <p:sldId id="1180" r:id="rId17"/>
    <p:sldId id="1181" r:id="rId18"/>
    <p:sldId id="671" r:id="rId19"/>
    <p:sldId id="1182" r:id="rId20"/>
    <p:sldId id="677" r:id="rId21"/>
    <p:sldId id="1183" r:id="rId22"/>
    <p:sldId id="1184" r:id="rId23"/>
    <p:sldId id="1188" r:id="rId24"/>
    <p:sldId id="1189" r:id="rId25"/>
    <p:sldId id="674" r:id="rId26"/>
    <p:sldId id="1658" r:id="rId27"/>
    <p:sldId id="661" r:id="rId28"/>
    <p:sldId id="676" r:id="rId29"/>
    <p:sldId id="1659" r:id="rId30"/>
    <p:sldId id="662" r:id="rId31"/>
    <p:sldId id="1660" r:id="rId32"/>
    <p:sldId id="665" r:id="rId33"/>
    <p:sldId id="666" r:id="rId34"/>
    <p:sldId id="667" r:id="rId35"/>
    <p:sldId id="668" r:id="rId36"/>
    <p:sldId id="1663" r:id="rId37"/>
    <p:sldId id="119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176"/>
            <p14:sldId id="1177"/>
            <p14:sldId id="1656"/>
            <p14:sldId id="1665"/>
            <p14:sldId id="1178"/>
            <p14:sldId id="1180"/>
            <p14:sldId id="1181"/>
            <p14:sldId id="671"/>
            <p14:sldId id="1182"/>
            <p14:sldId id="677"/>
            <p14:sldId id="1183"/>
            <p14:sldId id="1184"/>
            <p14:sldId id="1188"/>
            <p14:sldId id="1189"/>
            <p14:sldId id="674"/>
            <p14:sldId id="1658"/>
            <p14:sldId id="661"/>
            <p14:sldId id="676"/>
            <p14:sldId id="1659"/>
            <p14:sldId id="662"/>
            <p14:sldId id="1660"/>
            <p14:sldId id="665"/>
            <p14:sldId id="666"/>
            <p14:sldId id="667"/>
            <p14:sldId id="668"/>
            <p14:sldId id="1663"/>
            <p14:sldId id="119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380178-2917-4EBF-8AF7-28455C886369}" v="49" dt="2025-05-30T10:35:50.782"/>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p:restoredLeft sz="12963" autoAdjust="0"/>
    <p:restoredTop sz="66116" autoAdjust="0"/>
  </p:normalViewPr>
  <p:slideViewPr>
    <p:cSldViewPr snapToGrid="0">
      <p:cViewPr varScale="1">
        <p:scale>
          <a:sx n="38" d="100"/>
          <a:sy n="38" d="100"/>
        </p:scale>
        <p:origin x="1906" y="48"/>
      </p:cViewPr>
      <p:guideLst/>
    </p:cSldViewPr>
  </p:slideViewPr>
  <p:outlineViewPr>
    <p:cViewPr>
      <p:scale>
        <a:sx n="33" d="100"/>
        <a:sy n="33" d="100"/>
      </p:scale>
      <p:origin x="0" y="-3944"/>
    </p:cViewPr>
  </p:outlineViewPr>
  <p:notesTextViewPr>
    <p:cViewPr>
      <p:scale>
        <a:sx n="1" d="1"/>
        <a:sy n="1" d="1"/>
      </p:scale>
      <p:origin x="0" y="-187"/>
    </p:cViewPr>
  </p:notesTextViewPr>
  <p:sorterViewPr>
    <p:cViewPr>
      <p:scale>
        <a:sx n="100" d="100"/>
        <a:sy n="100" d="100"/>
      </p:scale>
      <p:origin x="0" y="-2792"/>
    </p:cViewPr>
  </p:sorterViewPr>
  <p:notesViewPr>
    <p:cSldViewPr snapToGrid="0">
      <p:cViewPr>
        <p:scale>
          <a:sx n="125" d="100"/>
          <a:sy n="125" d="100"/>
        </p:scale>
        <p:origin x="1181" y="-264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notesMaster" Target="notesMasters/notesMaster1.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tableStyles" Target="tableStyle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microsoft.com/office/2018/10/relationships/authors" Target="authors.xml"/><Relationship Id="rId20" Type="http://schemas.openxmlformats.org/officeDocument/2006/relationships/slide" Target="slides/slide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FD49677A-144F-4211-A6DE-FD20304D9EF2}"/>
    <pc:docChg chg="undo custSel modSld delMainMaster">
      <pc:chgData name="Feist, Ella" userId="992bbaf2-811d-42cb-a4d6-e7fc45e325e8" providerId="ADAL" clId="{FD49677A-144F-4211-A6DE-FD20304D9EF2}" dt="2025-05-28T07:54:24.136" v="363" actId="20577"/>
      <pc:docMkLst>
        <pc:docMk/>
      </pc:docMkLst>
      <pc:sldChg chg="modSp mod">
        <pc:chgData name="Feist, Ella" userId="992bbaf2-811d-42cb-a4d6-e7fc45e325e8" providerId="ADAL" clId="{FD49677A-144F-4211-A6DE-FD20304D9EF2}" dt="2025-05-27T15:59:50.684" v="339" actId="790"/>
        <pc:sldMkLst>
          <pc:docMk/>
          <pc:sldMk cId="612097616" sldId="661"/>
        </pc:sldMkLst>
        <pc:spChg chg="mod">
          <ac:chgData name="Feist, Ella" userId="992bbaf2-811d-42cb-a4d6-e7fc45e325e8" providerId="ADAL" clId="{FD49677A-144F-4211-A6DE-FD20304D9EF2}" dt="2025-05-27T15:59:50.684" v="339" actId="790"/>
          <ac:spMkLst>
            <pc:docMk/>
            <pc:sldMk cId="612097616" sldId="661"/>
            <ac:spMk id="2" creationId="{A9A6FF77-D641-4417-92E7-11CC6238BF20}"/>
          </ac:spMkLst>
        </pc:spChg>
        <pc:spChg chg="mod">
          <ac:chgData name="Feist, Ella" userId="992bbaf2-811d-42cb-a4d6-e7fc45e325e8" providerId="ADAL" clId="{FD49677A-144F-4211-A6DE-FD20304D9EF2}" dt="2025-05-27T15:59:50.684" v="339" actId="790"/>
          <ac:spMkLst>
            <pc:docMk/>
            <pc:sldMk cId="612097616" sldId="661"/>
            <ac:spMk id="3" creationId="{93BB6E57-05FE-EF72-1A6E-FA199F520DA1}"/>
          </ac:spMkLst>
        </pc:spChg>
        <pc:spChg chg="mod">
          <ac:chgData name="Feist, Ella" userId="992bbaf2-811d-42cb-a4d6-e7fc45e325e8" providerId="ADAL" clId="{FD49677A-144F-4211-A6DE-FD20304D9EF2}" dt="2025-05-27T15:59:50.684" v="339" actId="790"/>
          <ac:spMkLst>
            <pc:docMk/>
            <pc:sldMk cId="612097616" sldId="661"/>
            <ac:spMk id="5" creationId="{91A8ED3D-B755-43C9-BCB1-DCF495C0C9DB}"/>
          </ac:spMkLst>
        </pc:spChg>
        <pc:spChg chg="mod">
          <ac:chgData name="Feist, Ella" userId="992bbaf2-811d-42cb-a4d6-e7fc45e325e8" providerId="ADAL" clId="{FD49677A-144F-4211-A6DE-FD20304D9EF2}" dt="2025-05-27T15:59:50.684" v="339" actId="790"/>
          <ac:spMkLst>
            <pc:docMk/>
            <pc:sldMk cId="612097616" sldId="661"/>
            <ac:spMk id="8" creationId="{1B046AB4-498E-C807-DA87-89732C74D8AC}"/>
          </ac:spMkLst>
        </pc:spChg>
        <pc:spChg chg="mod">
          <ac:chgData name="Feist, Ella" userId="992bbaf2-811d-42cb-a4d6-e7fc45e325e8" providerId="ADAL" clId="{FD49677A-144F-4211-A6DE-FD20304D9EF2}" dt="2025-05-27T15:59:50.684" v="339" actId="790"/>
          <ac:spMkLst>
            <pc:docMk/>
            <pc:sldMk cId="612097616" sldId="661"/>
            <ac:spMk id="10" creationId="{052ECB6A-9C81-2147-AB7C-200185907EFC}"/>
          </ac:spMkLst>
        </pc:spChg>
        <pc:graphicFrameChg chg="modGraphic">
          <ac:chgData name="Feist, Ella" userId="992bbaf2-811d-42cb-a4d6-e7fc45e325e8" providerId="ADAL" clId="{FD49677A-144F-4211-A6DE-FD20304D9EF2}" dt="2025-05-27T15:59:50.684" v="339" actId="790"/>
          <ac:graphicFrameMkLst>
            <pc:docMk/>
            <pc:sldMk cId="612097616" sldId="661"/>
            <ac:graphicFrameMk id="4" creationId="{331CD8FA-338C-6283-3080-68B1A17BD0DA}"/>
          </ac:graphicFrameMkLst>
        </pc:graphicFrameChg>
        <pc:graphicFrameChg chg="mod modGraphic">
          <ac:chgData name="Feist, Ella" userId="992bbaf2-811d-42cb-a4d6-e7fc45e325e8" providerId="ADAL" clId="{FD49677A-144F-4211-A6DE-FD20304D9EF2}" dt="2025-05-27T15:59:50.684" v="339" actId="790"/>
          <ac:graphicFrameMkLst>
            <pc:docMk/>
            <pc:sldMk cId="612097616" sldId="661"/>
            <ac:graphicFrameMk id="9" creationId="{A814962C-23F0-CAD2-C282-CF4C443BCBAB}"/>
          </ac:graphicFrameMkLst>
        </pc:graphicFrameChg>
      </pc:sldChg>
      <pc:sldChg chg="modSp mod">
        <pc:chgData name="Feist, Ella" userId="992bbaf2-811d-42cb-a4d6-e7fc45e325e8" providerId="ADAL" clId="{FD49677A-144F-4211-A6DE-FD20304D9EF2}" dt="2025-05-27T15:59:50.684" v="339" actId="790"/>
        <pc:sldMkLst>
          <pc:docMk/>
          <pc:sldMk cId="3843423693" sldId="662"/>
        </pc:sldMkLst>
        <pc:spChg chg="mod">
          <ac:chgData name="Feist, Ella" userId="992bbaf2-811d-42cb-a4d6-e7fc45e325e8" providerId="ADAL" clId="{FD49677A-144F-4211-A6DE-FD20304D9EF2}" dt="2025-05-27T15:59:50.684" v="339" actId="790"/>
          <ac:spMkLst>
            <pc:docMk/>
            <pc:sldMk cId="3843423693" sldId="662"/>
            <ac:spMk id="2" creationId="{A9A6FF77-D641-4417-92E7-11CC6238BF20}"/>
          </ac:spMkLst>
        </pc:spChg>
        <pc:spChg chg="mod">
          <ac:chgData name="Feist, Ella" userId="992bbaf2-811d-42cb-a4d6-e7fc45e325e8" providerId="ADAL" clId="{FD49677A-144F-4211-A6DE-FD20304D9EF2}" dt="2025-05-27T15:59:50.684" v="339" actId="790"/>
          <ac:spMkLst>
            <pc:docMk/>
            <pc:sldMk cId="3843423693" sldId="662"/>
            <ac:spMk id="3" creationId="{40016FCE-FC71-64FC-EFFF-17A25E7B95E7}"/>
          </ac:spMkLst>
        </pc:spChg>
        <pc:spChg chg="mod">
          <ac:chgData name="Feist, Ella" userId="992bbaf2-811d-42cb-a4d6-e7fc45e325e8" providerId="ADAL" clId="{FD49677A-144F-4211-A6DE-FD20304D9EF2}" dt="2025-05-27T15:59:50.684" v="339" actId="790"/>
          <ac:spMkLst>
            <pc:docMk/>
            <pc:sldMk cId="3843423693" sldId="662"/>
            <ac:spMk id="5" creationId="{91A8ED3D-B755-43C9-BCB1-DCF495C0C9DB}"/>
          </ac:spMkLst>
        </pc:spChg>
        <pc:spChg chg="mod">
          <ac:chgData name="Feist, Ella" userId="992bbaf2-811d-42cb-a4d6-e7fc45e325e8" providerId="ADAL" clId="{FD49677A-144F-4211-A6DE-FD20304D9EF2}" dt="2025-05-27T15:59:50.684" v="339" actId="790"/>
          <ac:spMkLst>
            <pc:docMk/>
            <pc:sldMk cId="3843423693" sldId="662"/>
            <ac:spMk id="8" creationId="{1AAB9582-7BC1-95C0-7D31-36C5C85F0F40}"/>
          </ac:spMkLst>
        </pc:spChg>
        <pc:spChg chg="mod">
          <ac:chgData name="Feist, Ella" userId="992bbaf2-811d-42cb-a4d6-e7fc45e325e8" providerId="ADAL" clId="{FD49677A-144F-4211-A6DE-FD20304D9EF2}" dt="2025-05-27T15:59:50.684" v="339" actId="790"/>
          <ac:spMkLst>
            <pc:docMk/>
            <pc:sldMk cId="3843423693" sldId="662"/>
            <ac:spMk id="9" creationId="{2C619861-ADB8-F953-1CE3-C1E01AA18CFD}"/>
          </ac:spMkLst>
        </pc:spChg>
        <pc:graphicFrameChg chg="mod modGraphic">
          <ac:chgData name="Feist, Ella" userId="992bbaf2-811d-42cb-a4d6-e7fc45e325e8" providerId="ADAL" clId="{FD49677A-144F-4211-A6DE-FD20304D9EF2}" dt="2025-05-27T15:59:50.684" v="339" actId="790"/>
          <ac:graphicFrameMkLst>
            <pc:docMk/>
            <pc:sldMk cId="3843423693" sldId="662"/>
            <ac:graphicFrameMk id="6" creationId="{EE56F795-65B2-2CD8-C82E-E3A7EDF42106}"/>
          </ac:graphicFrameMkLst>
        </pc:graphicFrameChg>
        <pc:graphicFrameChg chg="modGraphic">
          <ac:chgData name="Feist, Ella" userId="992bbaf2-811d-42cb-a4d6-e7fc45e325e8" providerId="ADAL" clId="{FD49677A-144F-4211-A6DE-FD20304D9EF2}" dt="2025-05-27T15:59:50.684" v="339" actId="790"/>
          <ac:graphicFrameMkLst>
            <pc:docMk/>
            <pc:sldMk cId="3843423693" sldId="662"/>
            <ac:graphicFrameMk id="7" creationId="{333312B2-DA56-CF8A-E64E-32876D011052}"/>
          </ac:graphicFrameMkLst>
        </pc:graphicFrameChg>
      </pc:sldChg>
      <pc:sldChg chg="modSp mod">
        <pc:chgData name="Feist, Ella" userId="992bbaf2-811d-42cb-a4d6-e7fc45e325e8" providerId="ADAL" clId="{FD49677A-144F-4211-A6DE-FD20304D9EF2}" dt="2025-05-27T15:59:50.684" v="339" actId="790"/>
        <pc:sldMkLst>
          <pc:docMk/>
          <pc:sldMk cId="1558870988" sldId="663"/>
        </pc:sldMkLst>
        <pc:spChg chg="mod">
          <ac:chgData name="Feist, Ella" userId="992bbaf2-811d-42cb-a4d6-e7fc45e325e8" providerId="ADAL" clId="{FD49677A-144F-4211-A6DE-FD20304D9EF2}" dt="2025-05-27T15:59:50.684" v="339" actId="790"/>
          <ac:spMkLst>
            <pc:docMk/>
            <pc:sldMk cId="1558870988" sldId="663"/>
            <ac:spMk id="3" creationId="{DB865C8C-C084-9998-607B-24D49EE8E2AC}"/>
          </ac:spMkLst>
        </pc:spChg>
        <pc:spChg chg="mod">
          <ac:chgData name="Feist, Ella" userId="992bbaf2-811d-42cb-a4d6-e7fc45e325e8" providerId="ADAL" clId="{FD49677A-144F-4211-A6DE-FD20304D9EF2}" dt="2025-05-27T15:59:50.684" v="339" actId="790"/>
          <ac:spMkLst>
            <pc:docMk/>
            <pc:sldMk cId="1558870988" sldId="663"/>
            <ac:spMk id="4" creationId="{9ED32BBC-8A3B-5FB1-DB0F-B65F461BDA2D}"/>
          </ac:spMkLst>
        </pc:spChg>
      </pc:sldChg>
      <pc:sldChg chg="modSp mod">
        <pc:chgData name="Feist, Ella" userId="992bbaf2-811d-42cb-a4d6-e7fc45e325e8" providerId="ADAL" clId="{FD49677A-144F-4211-A6DE-FD20304D9EF2}" dt="2025-05-27T15:59:50.684" v="339" actId="790"/>
        <pc:sldMkLst>
          <pc:docMk/>
          <pc:sldMk cId="2726189391" sldId="664"/>
        </pc:sldMkLst>
        <pc:spChg chg="mod">
          <ac:chgData name="Feist, Ella" userId="992bbaf2-811d-42cb-a4d6-e7fc45e325e8" providerId="ADAL" clId="{FD49677A-144F-4211-A6DE-FD20304D9EF2}" dt="2025-05-27T15:59:50.684" v="339" actId="790"/>
          <ac:spMkLst>
            <pc:docMk/>
            <pc:sldMk cId="2726189391" sldId="664"/>
            <ac:spMk id="2" creationId="{A9A6FF77-D641-4417-92E7-11CC6238BF20}"/>
          </ac:spMkLst>
        </pc:spChg>
        <pc:spChg chg="mod">
          <ac:chgData name="Feist, Ella" userId="992bbaf2-811d-42cb-a4d6-e7fc45e325e8" providerId="ADAL" clId="{FD49677A-144F-4211-A6DE-FD20304D9EF2}" dt="2025-05-27T15:59:50.684" v="339" actId="790"/>
          <ac:spMkLst>
            <pc:docMk/>
            <pc:sldMk cId="2726189391" sldId="664"/>
            <ac:spMk id="5" creationId="{91A8ED3D-B755-43C9-BCB1-DCF495C0C9DB}"/>
          </ac:spMkLst>
        </pc:spChg>
        <pc:spChg chg="mod">
          <ac:chgData name="Feist, Ella" userId="992bbaf2-811d-42cb-a4d6-e7fc45e325e8" providerId="ADAL" clId="{FD49677A-144F-4211-A6DE-FD20304D9EF2}" dt="2025-05-27T15:59:50.684" v="339" actId="790"/>
          <ac:spMkLst>
            <pc:docMk/>
            <pc:sldMk cId="2726189391" sldId="664"/>
            <ac:spMk id="9" creationId="{376E7338-7AEF-638D-663C-DCCE8480882E}"/>
          </ac:spMkLst>
        </pc:spChg>
        <pc:spChg chg="mod">
          <ac:chgData name="Feist, Ella" userId="992bbaf2-811d-42cb-a4d6-e7fc45e325e8" providerId="ADAL" clId="{FD49677A-144F-4211-A6DE-FD20304D9EF2}" dt="2025-05-27T15:59:50.684" v="339" actId="790"/>
          <ac:spMkLst>
            <pc:docMk/>
            <pc:sldMk cId="2726189391" sldId="664"/>
            <ac:spMk id="10" creationId="{5987D733-0DDB-2A0F-FD2E-578953A403E5}"/>
          </ac:spMkLst>
        </pc:spChg>
        <pc:spChg chg="mod">
          <ac:chgData name="Feist, Ella" userId="992bbaf2-811d-42cb-a4d6-e7fc45e325e8" providerId="ADAL" clId="{FD49677A-144F-4211-A6DE-FD20304D9EF2}" dt="2025-05-27T15:59:50.684" v="339" actId="790"/>
          <ac:spMkLst>
            <pc:docMk/>
            <pc:sldMk cId="2726189391" sldId="664"/>
            <ac:spMk id="12" creationId="{A48225BA-5A46-ADE7-1534-63CC009BBF6C}"/>
          </ac:spMkLst>
        </pc:spChg>
        <pc:spChg chg="mod">
          <ac:chgData name="Feist, Ella" userId="992bbaf2-811d-42cb-a4d6-e7fc45e325e8" providerId="ADAL" clId="{FD49677A-144F-4211-A6DE-FD20304D9EF2}" dt="2025-05-27T15:59:50.684" v="339" actId="790"/>
          <ac:spMkLst>
            <pc:docMk/>
            <pc:sldMk cId="2726189391" sldId="664"/>
            <ac:spMk id="13" creationId="{380AC73B-B03A-2ACF-E477-6E6CAE69720C}"/>
          </ac:spMkLst>
        </pc:spChg>
        <pc:spChg chg="mod">
          <ac:chgData name="Feist, Ella" userId="992bbaf2-811d-42cb-a4d6-e7fc45e325e8" providerId="ADAL" clId="{FD49677A-144F-4211-A6DE-FD20304D9EF2}" dt="2025-05-27T15:59:50.684" v="339" actId="790"/>
          <ac:spMkLst>
            <pc:docMk/>
            <pc:sldMk cId="2726189391" sldId="664"/>
            <ac:spMk id="14" creationId="{694F5EEC-754A-49DC-D402-ADFAFBA03160}"/>
          </ac:spMkLst>
        </pc:spChg>
        <pc:spChg chg="mod">
          <ac:chgData name="Feist, Ella" userId="992bbaf2-811d-42cb-a4d6-e7fc45e325e8" providerId="ADAL" clId="{FD49677A-144F-4211-A6DE-FD20304D9EF2}" dt="2025-05-27T15:59:50.684" v="339" actId="790"/>
          <ac:spMkLst>
            <pc:docMk/>
            <pc:sldMk cId="2726189391" sldId="664"/>
            <ac:spMk id="17" creationId="{A6082500-FC53-F28B-75AA-956BC75CC5D0}"/>
          </ac:spMkLst>
        </pc:spChg>
        <pc:spChg chg="mod">
          <ac:chgData name="Feist, Ella" userId="992bbaf2-811d-42cb-a4d6-e7fc45e325e8" providerId="ADAL" clId="{FD49677A-144F-4211-A6DE-FD20304D9EF2}" dt="2025-05-27T15:59:50.684" v="339" actId="790"/>
          <ac:spMkLst>
            <pc:docMk/>
            <pc:sldMk cId="2726189391" sldId="664"/>
            <ac:spMk id="22" creationId="{DE1DD261-62CC-953B-D766-4337DC4478EA}"/>
          </ac:spMkLst>
        </pc:spChg>
        <pc:spChg chg="mod">
          <ac:chgData name="Feist, Ella" userId="992bbaf2-811d-42cb-a4d6-e7fc45e325e8" providerId="ADAL" clId="{FD49677A-144F-4211-A6DE-FD20304D9EF2}" dt="2025-05-27T15:59:50.684" v="339" actId="790"/>
          <ac:spMkLst>
            <pc:docMk/>
            <pc:sldMk cId="2726189391" sldId="664"/>
            <ac:spMk id="25" creationId="{CEE02FE2-8412-8C1B-6A52-ACA986EBAEF4}"/>
          </ac:spMkLst>
        </pc:spChg>
      </pc:sldChg>
      <pc:sldChg chg="modSp mod">
        <pc:chgData name="Feist, Ella" userId="992bbaf2-811d-42cb-a4d6-e7fc45e325e8" providerId="ADAL" clId="{FD49677A-144F-4211-A6DE-FD20304D9EF2}" dt="2025-05-27T15:59:50.684" v="339" actId="790"/>
        <pc:sldMkLst>
          <pc:docMk/>
          <pc:sldMk cId="2100947509" sldId="665"/>
        </pc:sldMkLst>
        <pc:spChg chg="mod">
          <ac:chgData name="Feist, Ella" userId="992bbaf2-811d-42cb-a4d6-e7fc45e325e8" providerId="ADAL" clId="{FD49677A-144F-4211-A6DE-FD20304D9EF2}" dt="2025-05-27T15:59:50.684" v="339" actId="790"/>
          <ac:spMkLst>
            <pc:docMk/>
            <pc:sldMk cId="2100947509" sldId="665"/>
            <ac:spMk id="2" creationId="{A9A6FF77-D641-4417-92E7-11CC6238BF20}"/>
          </ac:spMkLst>
        </pc:spChg>
        <pc:spChg chg="mod">
          <ac:chgData name="Feist, Ella" userId="992bbaf2-811d-42cb-a4d6-e7fc45e325e8" providerId="ADAL" clId="{FD49677A-144F-4211-A6DE-FD20304D9EF2}" dt="2025-05-27T15:59:50.684" v="339" actId="790"/>
          <ac:spMkLst>
            <pc:docMk/>
            <pc:sldMk cId="2100947509" sldId="665"/>
            <ac:spMk id="5" creationId="{91A8ED3D-B755-43C9-BCB1-DCF495C0C9DB}"/>
          </ac:spMkLst>
        </pc:spChg>
        <pc:spChg chg="mod">
          <ac:chgData name="Feist, Ella" userId="992bbaf2-811d-42cb-a4d6-e7fc45e325e8" providerId="ADAL" clId="{FD49677A-144F-4211-A6DE-FD20304D9EF2}" dt="2025-05-27T15:59:50.684" v="339" actId="790"/>
          <ac:spMkLst>
            <pc:docMk/>
            <pc:sldMk cId="2100947509" sldId="665"/>
            <ac:spMk id="10" creationId="{805728EB-0E1E-0BAF-30DC-060C52B0ED6F}"/>
          </ac:spMkLst>
        </pc:spChg>
      </pc:sldChg>
      <pc:sldChg chg="modSp mod">
        <pc:chgData name="Feist, Ella" userId="992bbaf2-811d-42cb-a4d6-e7fc45e325e8" providerId="ADAL" clId="{FD49677A-144F-4211-A6DE-FD20304D9EF2}" dt="2025-05-27T15:59:50.684" v="339" actId="790"/>
        <pc:sldMkLst>
          <pc:docMk/>
          <pc:sldMk cId="1425523013" sldId="666"/>
        </pc:sldMkLst>
        <pc:spChg chg="mod">
          <ac:chgData name="Feist, Ella" userId="992bbaf2-811d-42cb-a4d6-e7fc45e325e8" providerId="ADAL" clId="{FD49677A-144F-4211-A6DE-FD20304D9EF2}" dt="2025-05-27T15:59:50.684" v="339" actId="790"/>
          <ac:spMkLst>
            <pc:docMk/>
            <pc:sldMk cId="1425523013" sldId="666"/>
            <ac:spMk id="2" creationId="{A9A6FF77-D641-4417-92E7-11CC6238BF20}"/>
          </ac:spMkLst>
        </pc:spChg>
        <pc:spChg chg="mod">
          <ac:chgData name="Feist, Ella" userId="992bbaf2-811d-42cb-a4d6-e7fc45e325e8" providerId="ADAL" clId="{FD49677A-144F-4211-A6DE-FD20304D9EF2}" dt="2025-05-27T15:59:50.684" v="339" actId="790"/>
          <ac:spMkLst>
            <pc:docMk/>
            <pc:sldMk cId="1425523013" sldId="666"/>
            <ac:spMk id="3" creationId="{0E6F6122-8074-D6D2-31D1-50BBE391F533}"/>
          </ac:spMkLst>
        </pc:spChg>
        <pc:spChg chg="mod">
          <ac:chgData name="Feist, Ella" userId="992bbaf2-811d-42cb-a4d6-e7fc45e325e8" providerId="ADAL" clId="{FD49677A-144F-4211-A6DE-FD20304D9EF2}" dt="2025-05-27T15:59:50.684" v="339" actId="790"/>
          <ac:spMkLst>
            <pc:docMk/>
            <pc:sldMk cId="1425523013" sldId="666"/>
            <ac:spMk id="4" creationId="{B3703B35-06B1-6E4E-938D-0E16BE23778F}"/>
          </ac:spMkLst>
        </pc:spChg>
        <pc:spChg chg="mod">
          <ac:chgData name="Feist, Ella" userId="992bbaf2-811d-42cb-a4d6-e7fc45e325e8" providerId="ADAL" clId="{FD49677A-144F-4211-A6DE-FD20304D9EF2}" dt="2025-05-27T15:59:50.684" v="339" actId="790"/>
          <ac:spMkLst>
            <pc:docMk/>
            <pc:sldMk cId="1425523013" sldId="666"/>
            <ac:spMk id="5" creationId="{91A8ED3D-B755-43C9-BCB1-DCF495C0C9DB}"/>
          </ac:spMkLst>
        </pc:spChg>
        <pc:spChg chg="mod">
          <ac:chgData name="Feist, Ella" userId="992bbaf2-811d-42cb-a4d6-e7fc45e325e8" providerId="ADAL" clId="{FD49677A-144F-4211-A6DE-FD20304D9EF2}" dt="2025-05-27T15:59:50.684" v="339" actId="790"/>
          <ac:spMkLst>
            <pc:docMk/>
            <pc:sldMk cId="1425523013" sldId="666"/>
            <ac:spMk id="12" creationId="{50FB76E3-6282-2841-5B73-F413D5E57BA3}"/>
          </ac:spMkLst>
        </pc:spChg>
      </pc:sldChg>
      <pc:sldChg chg="addSp delSp modSp mod chgLayout">
        <pc:chgData name="Feist, Ella" userId="992bbaf2-811d-42cb-a4d6-e7fc45e325e8" providerId="ADAL" clId="{FD49677A-144F-4211-A6DE-FD20304D9EF2}" dt="2025-05-27T16:00:56.355" v="357" actId="2"/>
        <pc:sldMkLst>
          <pc:docMk/>
          <pc:sldMk cId="1932071651" sldId="667"/>
        </pc:sldMkLst>
        <pc:spChg chg="mod ord">
          <ac:chgData name="Feist, Ella" userId="992bbaf2-811d-42cb-a4d6-e7fc45e325e8" providerId="ADAL" clId="{FD49677A-144F-4211-A6DE-FD20304D9EF2}" dt="2025-05-27T15:59:50.684" v="339" actId="790"/>
          <ac:spMkLst>
            <pc:docMk/>
            <pc:sldMk cId="1932071651" sldId="667"/>
            <ac:spMk id="2" creationId="{A9A6FF77-D641-4417-92E7-11CC6238BF20}"/>
          </ac:spMkLst>
        </pc:spChg>
        <pc:spChg chg="mod ord">
          <ac:chgData name="Feist, Ella" userId="992bbaf2-811d-42cb-a4d6-e7fc45e325e8" providerId="ADAL" clId="{FD49677A-144F-4211-A6DE-FD20304D9EF2}" dt="2025-05-27T15:59:50.684" v="339" actId="790"/>
          <ac:spMkLst>
            <pc:docMk/>
            <pc:sldMk cId="1932071651" sldId="667"/>
            <ac:spMk id="3" creationId="{6251FB14-C653-D4DF-857C-E8FFB7E83F43}"/>
          </ac:spMkLst>
        </pc:spChg>
        <pc:spChg chg="mod ord">
          <ac:chgData name="Feist, Ella" userId="992bbaf2-811d-42cb-a4d6-e7fc45e325e8" providerId="ADAL" clId="{FD49677A-144F-4211-A6DE-FD20304D9EF2}" dt="2025-05-27T15:59:50.684" v="339" actId="790"/>
          <ac:spMkLst>
            <pc:docMk/>
            <pc:sldMk cId="1932071651" sldId="667"/>
            <ac:spMk id="5" creationId="{91A8ED3D-B755-43C9-BCB1-DCF495C0C9DB}"/>
          </ac:spMkLst>
        </pc:spChg>
        <pc:spChg chg="mod">
          <ac:chgData name="Feist, Ella" userId="992bbaf2-811d-42cb-a4d6-e7fc45e325e8" providerId="ADAL" clId="{FD49677A-144F-4211-A6DE-FD20304D9EF2}" dt="2025-05-27T16:00:56.355" v="357" actId="2"/>
          <ac:spMkLst>
            <pc:docMk/>
            <pc:sldMk cId="1932071651" sldId="667"/>
            <ac:spMk id="9" creationId="{F96B9AE3-98B4-94E7-E515-74CB3BBAA17E}"/>
          </ac:spMkLst>
        </pc:spChg>
      </pc:sldChg>
      <pc:sldChg chg="addSp delSp modSp mod chgLayout">
        <pc:chgData name="Feist, Ella" userId="992bbaf2-811d-42cb-a4d6-e7fc45e325e8" providerId="ADAL" clId="{FD49677A-144F-4211-A6DE-FD20304D9EF2}" dt="2025-05-27T16:00:55.511" v="354" actId="313"/>
        <pc:sldMkLst>
          <pc:docMk/>
          <pc:sldMk cId="2992931548" sldId="668"/>
        </pc:sldMkLst>
        <pc:spChg chg="mod ord">
          <ac:chgData name="Feist, Ella" userId="992bbaf2-811d-42cb-a4d6-e7fc45e325e8" providerId="ADAL" clId="{FD49677A-144F-4211-A6DE-FD20304D9EF2}" dt="2025-05-27T15:59:50.684" v="339" actId="790"/>
          <ac:spMkLst>
            <pc:docMk/>
            <pc:sldMk cId="2992931548" sldId="668"/>
            <ac:spMk id="2" creationId="{A9A6FF77-D641-4417-92E7-11CC6238BF20}"/>
          </ac:spMkLst>
        </pc:spChg>
        <pc:spChg chg="mod ord">
          <ac:chgData name="Feist, Ella" userId="992bbaf2-811d-42cb-a4d6-e7fc45e325e8" providerId="ADAL" clId="{FD49677A-144F-4211-A6DE-FD20304D9EF2}" dt="2025-05-27T15:59:50.684" v="339" actId="790"/>
          <ac:spMkLst>
            <pc:docMk/>
            <pc:sldMk cId="2992931548" sldId="668"/>
            <ac:spMk id="3" creationId="{AF9BCE0B-405F-0AA1-83DC-9107D7439FF8}"/>
          </ac:spMkLst>
        </pc:spChg>
        <pc:spChg chg="mod ord">
          <ac:chgData name="Feist, Ella" userId="992bbaf2-811d-42cb-a4d6-e7fc45e325e8" providerId="ADAL" clId="{FD49677A-144F-4211-A6DE-FD20304D9EF2}" dt="2025-05-27T15:59:50.684" v="339" actId="790"/>
          <ac:spMkLst>
            <pc:docMk/>
            <pc:sldMk cId="2992931548" sldId="668"/>
            <ac:spMk id="5" creationId="{91A8ED3D-B755-43C9-BCB1-DCF495C0C9DB}"/>
          </ac:spMkLst>
        </pc:spChg>
        <pc:spChg chg="mod">
          <ac:chgData name="Feist, Ella" userId="992bbaf2-811d-42cb-a4d6-e7fc45e325e8" providerId="ADAL" clId="{FD49677A-144F-4211-A6DE-FD20304D9EF2}" dt="2025-05-27T16:00:55.511" v="354" actId="313"/>
          <ac:spMkLst>
            <pc:docMk/>
            <pc:sldMk cId="2992931548" sldId="668"/>
            <ac:spMk id="8" creationId="{D3EF5097-C45E-7D11-6C4E-FF48D71CE5DD}"/>
          </ac:spMkLst>
        </pc:spChg>
        <pc:picChg chg="mod">
          <ac:chgData name="Feist, Ella" userId="992bbaf2-811d-42cb-a4d6-e7fc45e325e8" providerId="ADAL" clId="{FD49677A-144F-4211-A6DE-FD20304D9EF2}" dt="2025-05-27T15:57:03.575" v="278" actId="1076"/>
          <ac:picMkLst>
            <pc:docMk/>
            <pc:sldMk cId="2992931548" sldId="668"/>
            <ac:picMk id="10" creationId="{95414204-4685-B338-A4CB-1968586315ED}"/>
          </ac:picMkLst>
        </pc:picChg>
      </pc:sldChg>
      <pc:sldChg chg="addSp delSp modSp mod chgLayout">
        <pc:chgData name="Feist, Ella" userId="992bbaf2-811d-42cb-a4d6-e7fc45e325e8" providerId="ADAL" clId="{FD49677A-144F-4211-A6DE-FD20304D9EF2}" dt="2025-05-27T15:59:50.684" v="339" actId="790"/>
        <pc:sldMkLst>
          <pc:docMk/>
          <pc:sldMk cId="2953678767" sldId="669"/>
        </pc:sldMkLst>
        <pc:spChg chg="mod ord">
          <ac:chgData name="Feist, Ella" userId="992bbaf2-811d-42cb-a4d6-e7fc45e325e8" providerId="ADAL" clId="{FD49677A-144F-4211-A6DE-FD20304D9EF2}" dt="2025-05-27T15:59:50.684" v="339" actId="790"/>
          <ac:spMkLst>
            <pc:docMk/>
            <pc:sldMk cId="2953678767" sldId="669"/>
            <ac:spMk id="2" creationId="{A9A6FF77-D641-4417-92E7-11CC6238BF20}"/>
          </ac:spMkLst>
        </pc:spChg>
        <pc:spChg chg="mod">
          <ac:chgData name="Feist, Ella" userId="992bbaf2-811d-42cb-a4d6-e7fc45e325e8" providerId="ADAL" clId="{FD49677A-144F-4211-A6DE-FD20304D9EF2}" dt="2025-05-27T15:59:50.684" v="339" actId="790"/>
          <ac:spMkLst>
            <pc:docMk/>
            <pc:sldMk cId="2953678767" sldId="669"/>
            <ac:spMk id="3" creationId="{CA03DE04-8782-F267-932E-B9D5D735E0C1}"/>
          </ac:spMkLst>
        </pc:spChg>
        <pc:spChg chg="mod">
          <ac:chgData name="Feist, Ella" userId="992bbaf2-811d-42cb-a4d6-e7fc45e325e8" providerId="ADAL" clId="{FD49677A-144F-4211-A6DE-FD20304D9EF2}" dt="2025-05-27T15:59:50.684" v="339" actId="790"/>
          <ac:spMkLst>
            <pc:docMk/>
            <pc:sldMk cId="2953678767" sldId="669"/>
            <ac:spMk id="4" creationId="{C40E5687-22D3-8D93-245C-392E4CDAEFCD}"/>
          </ac:spMkLst>
        </pc:spChg>
        <pc:spChg chg="mod ord">
          <ac:chgData name="Feist, Ella" userId="992bbaf2-811d-42cb-a4d6-e7fc45e325e8" providerId="ADAL" clId="{FD49677A-144F-4211-A6DE-FD20304D9EF2}" dt="2025-05-27T15:59:50.684" v="339" actId="790"/>
          <ac:spMkLst>
            <pc:docMk/>
            <pc:sldMk cId="2953678767" sldId="669"/>
            <ac:spMk id="5" creationId="{91A8ED3D-B755-43C9-BCB1-DCF495C0C9DB}"/>
          </ac:spMkLst>
        </pc:spChg>
        <pc:spChg chg="mod">
          <ac:chgData name="Feist, Ella" userId="992bbaf2-811d-42cb-a4d6-e7fc45e325e8" providerId="ADAL" clId="{FD49677A-144F-4211-A6DE-FD20304D9EF2}" dt="2025-05-27T15:59:50.684" v="339" actId="790"/>
          <ac:spMkLst>
            <pc:docMk/>
            <pc:sldMk cId="2953678767" sldId="669"/>
            <ac:spMk id="7" creationId="{3B976B04-E502-C5BA-0605-9589CACAF73D}"/>
          </ac:spMkLst>
        </pc:spChg>
        <pc:spChg chg="mod ord">
          <ac:chgData name="Feist, Ella" userId="992bbaf2-811d-42cb-a4d6-e7fc45e325e8" providerId="ADAL" clId="{FD49677A-144F-4211-A6DE-FD20304D9EF2}" dt="2025-05-27T15:59:50.684" v="339" actId="790"/>
          <ac:spMkLst>
            <pc:docMk/>
            <pc:sldMk cId="2953678767" sldId="669"/>
            <ac:spMk id="9" creationId="{E08734F8-663C-D401-02D5-03B5B7BA5A5D}"/>
          </ac:spMkLst>
        </pc:spChg>
        <pc:spChg chg="mod">
          <ac:chgData name="Feist, Ella" userId="992bbaf2-811d-42cb-a4d6-e7fc45e325e8" providerId="ADAL" clId="{FD49677A-144F-4211-A6DE-FD20304D9EF2}" dt="2025-05-27T15:59:50.684" v="339" actId="790"/>
          <ac:spMkLst>
            <pc:docMk/>
            <pc:sldMk cId="2953678767" sldId="669"/>
            <ac:spMk id="13" creationId="{3F027609-B293-27F7-8979-193D54C52CDE}"/>
          </ac:spMkLst>
        </pc:spChg>
        <pc:spChg chg="mod">
          <ac:chgData name="Feist, Ella" userId="992bbaf2-811d-42cb-a4d6-e7fc45e325e8" providerId="ADAL" clId="{FD49677A-144F-4211-A6DE-FD20304D9EF2}" dt="2025-05-27T15:59:50.684" v="339" actId="790"/>
          <ac:spMkLst>
            <pc:docMk/>
            <pc:sldMk cId="2953678767" sldId="669"/>
            <ac:spMk id="15" creationId="{FFAD777F-4388-DEB7-E898-094B3ADB2671}"/>
          </ac:spMkLst>
        </pc:spChg>
        <pc:spChg chg="mod">
          <ac:chgData name="Feist, Ella" userId="992bbaf2-811d-42cb-a4d6-e7fc45e325e8" providerId="ADAL" clId="{FD49677A-144F-4211-A6DE-FD20304D9EF2}" dt="2025-05-27T15:59:50.684" v="339" actId="790"/>
          <ac:spMkLst>
            <pc:docMk/>
            <pc:sldMk cId="2953678767" sldId="669"/>
            <ac:spMk id="16" creationId="{2758EFEB-F0E8-FEC4-A993-5D1494234E33}"/>
          </ac:spMkLst>
        </pc:spChg>
        <pc:graphicFrameChg chg="modGraphic">
          <ac:chgData name="Feist, Ella" userId="992bbaf2-811d-42cb-a4d6-e7fc45e325e8" providerId="ADAL" clId="{FD49677A-144F-4211-A6DE-FD20304D9EF2}" dt="2025-05-27T15:59:50.684" v="339" actId="790"/>
          <ac:graphicFrameMkLst>
            <pc:docMk/>
            <pc:sldMk cId="2953678767" sldId="669"/>
            <ac:graphicFrameMk id="8" creationId="{E95E088A-172B-229A-BC5B-512BB5DCF844}"/>
          </ac:graphicFrameMkLst>
        </pc:graphicFrameChg>
      </pc:sldChg>
      <pc:sldChg chg="modSp mod">
        <pc:chgData name="Feist, Ella" userId="992bbaf2-811d-42cb-a4d6-e7fc45e325e8" providerId="ADAL" clId="{FD49677A-144F-4211-A6DE-FD20304D9EF2}" dt="2025-05-27T15:59:50.684" v="339" actId="790"/>
        <pc:sldMkLst>
          <pc:docMk/>
          <pc:sldMk cId="2262565014" sldId="670"/>
        </pc:sldMkLst>
        <pc:spChg chg="mod">
          <ac:chgData name="Feist, Ella" userId="992bbaf2-811d-42cb-a4d6-e7fc45e325e8" providerId="ADAL" clId="{FD49677A-144F-4211-A6DE-FD20304D9EF2}" dt="2025-05-27T15:59:50.684" v="339" actId="790"/>
          <ac:spMkLst>
            <pc:docMk/>
            <pc:sldMk cId="2262565014" sldId="670"/>
            <ac:spMk id="2" creationId="{A9A6FF77-D641-4417-92E7-11CC6238BF20}"/>
          </ac:spMkLst>
        </pc:spChg>
        <pc:spChg chg="mod">
          <ac:chgData name="Feist, Ella" userId="992bbaf2-811d-42cb-a4d6-e7fc45e325e8" providerId="ADAL" clId="{FD49677A-144F-4211-A6DE-FD20304D9EF2}" dt="2025-05-27T15:59:50.684" v="339" actId="790"/>
          <ac:spMkLst>
            <pc:docMk/>
            <pc:sldMk cId="2262565014" sldId="670"/>
            <ac:spMk id="3" creationId="{B9489403-F44F-5650-2616-B64EB82966AE}"/>
          </ac:spMkLst>
        </pc:spChg>
        <pc:spChg chg="mod">
          <ac:chgData name="Feist, Ella" userId="992bbaf2-811d-42cb-a4d6-e7fc45e325e8" providerId="ADAL" clId="{FD49677A-144F-4211-A6DE-FD20304D9EF2}" dt="2025-05-27T15:59:50.684" v="339" actId="790"/>
          <ac:spMkLst>
            <pc:docMk/>
            <pc:sldMk cId="2262565014" sldId="670"/>
            <ac:spMk id="5" creationId="{91A8ED3D-B755-43C9-BCB1-DCF495C0C9DB}"/>
          </ac:spMkLst>
        </pc:spChg>
        <pc:spChg chg="mod">
          <ac:chgData name="Feist, Ella" userId="992bbaf2-811d-42cb-a4d6-e7fc45e325e8" providerId="ADAL" clId="{FD49677A-144F-4211-A6DE-FD20304D9EF2}" dt="2025-05-27T15:59:50.684" v="339" actId="790"/>
          <ac:spMkLst>
            <pc:docMk/>
            <pc:sldMk cId="2262565014" sldId="670"/>
            <ac:spMk id="8" creationId="{C651514B-2149-420E-EE9F-8B508807691B}"/>
          </ac:spMkLst>
        </pc:spChg>
        <pc:graphicFrameChg chg="modGraphic">
          <ac:chgData name="Feist, Ella" userId="992bbaf2-811d-42cb-a4d6-e7fc45e325e8" providerId="ADAL" clId="{FD49677A-144F-4211-A6DE-FD20304D9EF2}" dt="2025-05-27T15:59:50.684" v="339" actId="790"/>
          <ac:graphicFrameMkLst>
            <pc:docMk/>
            <pc:sldMk cId="2262565014" sldId="670"/>
            <ac:graphicFrameMk id="4" creationId="{CB1DAF5F-4455-6781-648D-1435A4100622}"/>
          </ac:graphicFrameMkLst>
        </pc:graphicFrameChg>
        <pc:graphicFrameChg chg="modGraphic">
          <ac:chgData name="Feist, Ella" userId="992bbaf2-811d-42cb-a4d6-e7fc45e325e8" providerId="ADAL" clId="{FD49677A-144F-4211-A6DE-FD20304D9EF2}" dt="2025-05-27T15:59:50.684" v="339" actId="790"/>
          <ac:graphicFrameMkLst>
            <pc:docMk/>
            <pc:sldMk cId="2262565014" sldId="670"/>
            <ac:graphicFrameMk id="6" creationId="{D67A86C3-EF68-031E-0F5D-66C3CDCF213D}"/>
          </ac:graphicFrameMkLst>
        </pc:graphicFrameChg>
      </pc:sldChg>
      <pc:sldChg chg="modSp mod">
        <pc:chgData name="Feist, Ella" userId="992bbaf2-811d-42cb-a4d6-e7fc45e325e8" providerId="ADAL" clId="{FD49677A-144F-4211-A6DE-FD20304D9EF2}" dt="2025-05-27T15:59:50.684" v="339" actId="790"/>
        <pc:sldMkLst>
          <pc:docMk/>
          <pc:sldMk cId="1288478036" sldId="671"/>
        </pc:sldMkLst>
        <pc:spChg chg="mod">
          <ac:chgData name="Feist, Ella" userId="992bbaf2-811d-42cb-a4d6-e7fc45e325e8" providerId="ADAL" clId="{FD49677A-144F-4211-A6DE-FD20304D9EF2}" dt="2025-05-27T15:59:50.684" v="339" actId="790"/>
          <ac:spMkLst>
            <pc:docMk/>
            <pc:sldMk cId="1288478036" sldId="671"/>
            <ac:spMk id="2" creationId="{A9A6FF77-D641-4417-92E7-11CC6238BF20}"/>
          </ac:spMkLst>
        </pc:spChg>
        <pc:spChg chg="mod">
          <ac:chgData name="Feist, Ella" userId="992bbaf2-811d-42cb-a4d6-e7fc45e325e8" providerId="ADAL" clId="{FD49677A-144F-4211-A6DE-FD20304D9EF2}" dt="2025-05-27T15:59:50.684" v="339" actId="790"/>
          <ac:spMkLst>
            <pc:docMk/>
            <pc:sldMk cId="1288478036" sldId="671"/>
            <ac:spMk id="3" creationId="{B60ACBE6-2F38-55EF-8C82-977B4B2D3B32}"/>
          </ac:spMkLst>
        </pc:spChg>
        <pc:spChg chg="mod">
          <ac:chgData name="Feist, Ella" userId="992bbaf2-811d-42cb-a4d6-e7fc45e325e8" providerId="ADAL" clId="{FD49677A-144F-4211-A6DE-FD20304D9EF2}" dt="2025-05-27T15:59:50.684" v="339" actId="790"/>
          <ac:spMkLst>
            <pc:docMk/>
            <pc:sldMk cId="1288478036" sldId="671"/>
            <ac:spMk id="5" creationId="{91A8ED3D-B755-43C9-BCB1-DCF495C0C9DB}"/>
          </ac:spMkLst>
        </pc:spChg>
      </pc:sldChg>
      <pc:sldChg chg="modSp mod">
        <pc:chgData name="Feist, Ella" userId="992bbaf2-811d-42cb-a4d6-e7fc45e325e8" providerId="ADAL" clId="{FD49677A-144F-4211-A6DE-FD20304D9EF2}" dt="2025-05-27T15:59:50.684" v="339" actId="790"/>
        <pc:sldMkLst>
          <pc:docMk/>
          <pc:sldMk cId="1292947895" sldId="674"/>
        </pc:sldMkLst>
        <pc:spChg chg="mod">
          <ac:chgData name="Feist, Ella" userId="992bbaf2-811d-42cb-a4d6-e7fc45e325e8" providerId="ADAL" clId="{FD49677A-144F-4211-A6DE-FD20304D9EF2}" dt="2025-05-27T15:59:50.684" v="339" actId="790"/>
          <ac:spMkLst>
            <pc:docMk/>
            <pc:sldMk cId="1292947895" sldId="674"/>
            <ac:spMk id="2" creationId="{A9A6FF77-D641-4417-92E7-11CC6238BF20}"/>
          </ac:spMkLst>
        </pc:spChg>
        <pc:spChg chg="mod">
          <ac:chgData name="Feist, Ella" userId="992bbaf2-811d-42cb-a4d6-e7fc45e325e8" providerId="ADAL" clId="{FD49677A-144F-4211-A6DE-FD20304D9EF2}" dt="2025-05-27T15:59:50.684" v="339" actId="790"/>
          <ac:spMkLst>
            <pc:docMk/>
            <pc:sldMk cId="1292947895" sldId="674"/>
            <ac:spMk id="3" creationId="{F5B43522-E27B-3685-75A5-39FC0DE2658A}"/>
          </ac:spMkLst>
        </pc:spChg>
        <pc:spChg chg="mod">
          <ac:chgData name="Feist, Ella" userId="992bbaf2-811d-42cb-a4d6-e7fc45e325e8" providerId="ADAL" clId="{FD49677A-144F-4211-A6DE-FD20304D9EF2}" dt="2025-05-27T15:59:50.684" v="339" actId="790"/>
          <ac:spMkLst>
            <pc:docMk/>
            <pc:sldMk cId="1292947895" sldId="674"/>
            <ac:spMk id="5" creationId="{91A8ED3D-B755-43C9-BCB1-DCF495C0C9DB}"/>
          </ac:spMkLst>
        </pc:spChg>
      </pc:sldChg>
      <pc:sldChg chg="modSp mod modNotesTx">
        <pc:chgData name="Feist, Ella" userId="992bbaf2-811d-42cb-a4d6-e7fc45e325e8" providerId="ADAL" clId="{FD49677A-144F-4211-A6DE-FD20304D9EF2}" dt="2025-05-27T16:00:24.383" v="343" actId="20577"/>
        <pc:sldMkLst>
          <pc:docMk/>
          <pc:sldMk cId="2885221711" sldId="676"/>
        </pc:sldMkLst>
        <pc:spChg chg="mod">
          <ac:chgData name="Feist, Ella" userId="992bbaf2-811d-42cb-a4d6-e7fc45e325e8" providerId="ADAL" clId="{FD49677A-144F-4211-A6DE-FD20304D9EF2}" dt="2025-05-27T15:59:50.684" v="339" actId="790"/>
          <ac:spMkLst>
            <pc:docMk/>
            <pc:sldMk cId="2885221711" sldId="676"/>
            <ac:spMk id="2" creationId="{A9A6FF77-D641-4417-92E7-11CC6238BF20}"/>
          </ac:spMkLst>
        </pc:spChg>
        <pc:spChg chg="mod">
          <ac:chgData name="Feist, Ella" userId="992bbaf2-811d-42cb-a4d6-e7fc45e325e8" providerId="ADAL" clId="{FD49677A-144F-4211-A6DE-FD20304D9EF2}" dt="2025-05-27T15:59:50.684" v="339" actId="790"/>
          <ac:spMkLst>
            <pc:docMk/>
            <pc:sldMk cId="2885221711" sldId="676"/>
            <ac:spMk id="3" creationId="{E2DF8494-6C7B-C1EE-4F49-844A0FEF8811}"/>
          </ac:spMkLst>
        </pc:spChg>
        <pc:spChg chg="mod">
          <ac:chgData name="Feist, Ella" userId="992bbaf2-811d-42cb-a4d6-e7fc45e325e8" providerId="ADAL" clId="{FD49677A-144F-4211-A6DE-FD20304D9EF2}" dt="2025-05-27T15:59:50.684" v="339" actId="790"/>
          <ac:spMkLst>
            <pc:docMk/>
            <pc:sldMk cId="2885221711" sldId="676"/>
            <ac:spMk id="5" creationId="{91A8ED3D-B755-43C9-BCB1-DCF495C0C9DB}"/>
          </ac:spMkLst>
        </pc:spChg>
        <pc:spChg chg="mod">
          <ac:chgData name="Feist, Ella" userId="992bbaf2-811d-42cb-a4d6-e7fc45e325e8" providerId="ADAL" clId="{FD49677A-144F-4211-A6DE-FD20304D9EF2}" dt="2025-05-27T16:00:15.154" v="341" actId="313"/>
          <ac:spMkLst>
            <pc:docMk/>
            <pc:sldMk cId="2885221711" sldId="676"/>
            <ac:spMk id="8" creationId="{A0F0C307-3866-42EB-695E-5FCB80AD3AB1}"/>
          </ac:spMkLst>
        </pc:spChg>
        <pc:graphicFrameChg chg="mod modGraphic">
          <ac:chgData name="Feist, Ella" userId="992bbaf2-811d-42cb-a4d6-e7fc45e325e8" providerId="ADAL" clId="{FD49677A-144F-4211-A6DE-FD20304D9EF2}" dt="2025-05-27T15:59:50.684" v="339" actId="790"/>
          <ac:graphicFrameMkLst>
            <pc:docMk/>
            <pc:sldMk cId="2885221711" sldId="676"/>
            <ac:graphicFrameMk id="4" creationId="{0C1E3727-8168-39E1-ED48-712419CD4B21}"/>
          </ac:graphicFrameMkLst>
        </pc:graphicFrameChg>
        <pc:graphicFrameChg chg="modGraphic">
          <ac:chgData name="Feist, Ella" userId="992bbaf2-811d-42cb-a4d6-e7fc45e325e8" providerId="ADAL" clId="{FD49677A-144F-4211-A6DE-FD20304D9EF2}" dt="2025-05-27T15:59:50.684" v="339" actId="790"/>
          <ac:graphicFrameMkLst>
            <pc:docMk/>
            <pc:sldMk cId="2885221711" sldId="676"/>
            <ac:graphicFrameMk id="9" creationId="{B50E5B7B-D682-E9AE-9CF2-352A259E3A69}"/>
          </ac:graphicFrameMkLst>
        </pc:graphicFrameChg>
        <pc:graphicFrameChg chg="modGraphic">
          <ac:chgData name="Feist, Ella" userId="992bbaf2-811d-42cb-a4d6-e7fc45e325e8" providerId="ADAL" clId="{FD49677A-144F-4211-A6DE-FD20304D9EF2}" dt="2025-05-27T15:59:50.684" v="339" actId="790"/>
          <ac:graphicFrameMkLst>
            <pc:docMk/>
            <pc:sldMk cId="2885221711" sldId="676"/>
            <ac:graphicFrameMk id="10" creationId="{616237F5-0AEF-974A-961A-EF476618FED9}"/>
          </ac:graphicFrameMkLst>
        </pc:graphicFrameChg>
      </pc:sldChg>
      <pc:sldChg chg="modSp mod">
        <pc:chgData name="Feist, Ella" userId="992bbaf2-811d-42cb-a4d6-e7fc45e325e8" providerId="ADAL" clId="{FD49677A-144F-4211-A6DE-FD20304D9EF2}" dt="2025-05-27T15:59:50.684" v="339" actId="790"/>
        <pc:sldMkLst>
          <pc:docMk/>
          <pc:sldMk cId="3775114053" sldId="677"/>
        </pc:sldMkLst>
        <pc:spChg chg="mod">
          <ac:chgData name="Feist, Ella" userId="992bbaf2-811d-42cb-a4d6-e7fc45e325e8" providerId="ADAL" clId="{FD49677A-144F-4211-A6DE-FD20304D9EF2}" dt="2025-05-27T15:59:50.684" v="339" actId="790"/>
          <ac:spMkLst>
            <pc:docMk/>
            <pc:sldMk cId="3775114053" sldId="677"/>
            <ac:spMk id="2" creationId="{7DE3206C-156A-409F-9739-A11CE02E8EF5}"/>
          </ac:spMkLst>
        </pc:spChg>
        <pc:spChg chg="mod">
          <ac:chgData name="Feist, Ella" userId="992bbaf2-811d-42cb-a4d6-e7fc45e325e8" providerId="ADAL" clId="{FD49677A-144F-4211-A6DE-FD20304D9EF2}" dt="2025-05-27T15:59:50.684" v="339" actId="790"/>
          <ac:spMkLst>
            <pc:docMk/>
            <pc:sldMk cId="3775114053" sldId="677"/>
            <ac:spMk id="4" creationId="{C206F2E8-B1B6-E58B-4B1F-FC413CC1F17E}"/>
          </ac:spMkLst>
        </pc:spChg>
        <pc:spChg chg="mod">
          <ac:chgData name="Feist, Ella" userId="992bbaf2-811d-42cb-a4d6-e7fc45e325e8" providerId="ADAL" clId="{FD49677A-144F-4211-A6DE-FD20304D9EF2}" dt="2025-05-27T15:59:50.684" v="339" actId="790"/>
          <ac:spMkLst>
            <pc:docMk/>
            <pc:sldMk cId="3775114053" sldId="677"/>
            <ac:spMk id="6" creationId="{998EF07A-53CA-87DF-24B3-598C60C7146E}"/>
          </ac:spMkLst>
        </pc:spChg>
        <pc:graphicFrameChg chg="mod modGraphic">
          <ac:chgData name="Feist, Ella" userId="992bbaf2-811d-42cb-a4d6-e7fc45e325e8" providerId="ADAL" clId="{FD49677A-144F-4211-A6DE-FD20304D9EF2}" dt="2025-05-27T15:59:50.684" v="339" actId="790"/>
          <ac:graphicFrameMkLst>
            <pc:docMk/>
            <pc:sldMk cId="3775114053" sldId="677"/>
            <ac:graphicFrameMk id="5" creationId="{6A3CA8C5-7C17-BC72-2664-4853009F5AAA}"/>
          </ac:graphicFrameMkLst>
        </pc:graphicFrameChg>
      </pc:sldChg>
      <pc:sldChg chg="addSp delSp modSp mod">
        <pc:chgData name="Feist, Ella" userId="992bbaf2-811d-42cb-a4d6-e7fc45e325e8" providerId="ADAL" clId="{FD49677A-144F-4211-A6DE-FD20304D9EF2}" dt="2025-05-27T15:59:50.684" v="339" actId="790"/>
        <pc:sldMkLst>
          <pc:docMk/>
          <pc:sldMk cId="1795232820" sldId="1176"/>
        </pc:sldMkLst>
        <pc:spChg chg="mod">
          <ac:chgData name="Feist, Ella" userId="992bbaf2-811d-42cb-a4d6-e7fc45e325e8" providerId="ADAL" clId="{FD49677A-144F-4211-A6DE-FD20304D9EF2}" dt="2025-05-27T15:59:50.684" v="339" actId="790"/>
          <ac:spMkLst>
            <pc:docMk/>
            <pc:sldMk cId="1795232820" sldId="1176"/>
            <ac:spMk id="4" creationId="{441B5810-8C67-B742-B639-848419728702}"/>
          </ac:spMkLst>
        </pc:spChg>
        <pc:spChg chg="mod">
          <ac:chgData name="Feist, Ella" userId="992bbaf2-811d-42cb-a4d6-e7fc45e325e8" providerId="ADAL" clId="{FD49677A-144F-4211-A6DE-FD20304D9EF2}" dt="2025-05-27T15:59:50.684" v="339" actId="790"/>
          <ac:spMkLst>
            <pc:docMk/>
            <pc:sldMk cId="1795232820" sldId="1176"/>
            <ac:spMk id="5" creationId="{B44DB5E1-59D0-33D6-B669-D2C06E216274}"/>
          </ac:spMkLst>
        </pc:spChg>
        <pc:graphicFrameChg chg="add mod modGraphic">
          <ac:chgData name="Feist, Ella" userId="992bbaf2-811d-42cb-a4d6-e7fc45e325e8" providerId="ADAL" clId="{FD49677A-144F-4211-A6DE-FD20304D9EF2}" dt="2025-05-27T15:59:50.684" v="339" actId="790"/>
          <ac:graphicFrameMkLst>
            <pc:docMk/>
            <pc:sldMk cId="1795232820" sldId="1176"/>
            <ac:graphicFrameMk id="2" creationId="{4F0E12BC-2B78-FFEA-DE6C-CE8FF1B4C3FD}"/>
          </ac:graphicFrameMkLst>
        </pc:graphicFrameChg>
      </pc:sldChg>
      <pc:sldChg chg="modSp mod modClrScheme chgLayout">
        <pc:chgData name="Feist, Ella" userId="992bbaf2-811d-42cb-a4d6-e7fc45e325e8" providerId="ADAL" clId="{FD49677A-144F-4211-A6DE-FD20304D9EF2}" dt="2025-05-27T15:59:50.684" v="339" actId="790"/>
        <pc:sldMkLst>
          <pc:docMk/>
          <pc:sldMk cId="1734046202" sldId="1177"/>
        </pc:sldMkLst>
        <pc:spChg chg="mod ord">
          <ac:chgData name="Feist, Ella" userId="992bbaf2-811d-42cb-a4d6-e7fc45e325e8" providerId="ADAL" clId="{FD49677A-144F-4211-A6DE-FD20304D9EF2}" dt="2025-05-27T15:59:50.684" v="339" actId="790"/>
          <ac:spMkLst>
            <pc:docMk/>
            <pc:sldMk cId="1734046202" sldId="1177"/>
            <ac:spMk id="4" creationId="{00000000-0000-0000-0000-000000000000}"/>
          </ac:spMkLst>
        </pc:spChg>
        <pc:spChg chg="mod ord">
          <ac:chgData name="Feist, Ella" userId="992bbaf2-811d-42cb-a4d6-e7fc45e325e8" providerId="ADAL" clId="{FD49677A-144F-4211-A6DE-FD20304D9EF2}" dt="2025-05-27T15:59:50.684" v="339" actId="790"/>
          <ac:spMkLst>
            <pc:docMk/>
            <pc:sldMk cId="1734046202" sldId="1177"/>
            <ac:spMk id="6" creationId="{00000000-0000-0000-0000-000000000000}"/>
          </ac:spMkLst>
        </pc:spChg>
      </pc:sldChg>
      <pc:sldChg chg="addSp delSp modSp mod chgLayout modNotesTx">
        <pc:chgData name="Feist, Ella" userId="992bbaf2-811d-42cb-a4d6-e7fc45e325e8" providerId="ADAL" clId="{FD49677A-144F-4211-A6DE-FD20304D9EF2}" dt="2025-05-27T15:59:50.684" v="339" actId="790"/>
        <pc:sldMkLst>
          <pc:docMk/>
          <pc:sldMk cId="1879352094" sldId="1178"/>
        </pc:sldMkLst>
        <pc:spChg chg="mod ord">
          <ac:chgData name="Feist, Ella" userId="992bbaf2-811d-42cb-a4d6-e7fc45e325e8" providerId="ADAL" clId="{FD49677A-144F-4211-A6DE-FD20304D9EF2}" dt="2025-05-27T15:59:50.684" v="339" actId="790"/>
          <ac:spMkLst>
            <pc:docMk/>
            <pc:sldMk cId="1879352094" sldId="1178"/>
            <ac:spMk id="2" creationId="{81E1DA65-7D47-4129-04E1-968C8518A8CE}"/>
          </ac:spMkLst>
        </pc:spChg>
        <pc:spChg chg="mod ord">
          <ac:chgData name="Feist, Ella" userId="992bbaf2-811d-42cb-a4d6-e7fc45e325e8" providerId="ADAL" clId="{FD49677A-144F-4211-A6DE-FD20304D9EF2}" dt="2025-05-27T15:08:23.130" v="22" actId="20577"/>
          <ac:spMkLst>
            <pc:docMk/>
            <pc:sldMk cId="1879352094" sldId="1178"/>
            <ac:spMk id="4" creationId="{200F4FBA-514B-A77E-0E8C-DA6467839DFA}"/>
          </ac:spMkLst>
        </pc:spChg>
        <pc:spChg chg="mod">
          <ac:chgData name="Feist, Ella" userId="992bbaf2-811d-42cb-a4d6-e7fc45e325e8" providerId="ADAL" clId="{FD49677A-144F-4211-A6DE-FD20304D9EF2}" dt="2025-05-27T15:59:50.684" v="339" actId="790"/>
          <ac:spMkLst>
            <pc:docMk/>
            <pc:sldMk cId="1879352094" sldId="1178"/>
            <ac:spMk id="7" creationId="{3CC30AF5-AF73-6EFA-AC8B-6620C30E7668}"/>
          </ac:spMkLst>
        </pc:spChg>
        <pc:spChg chg="mod">
          <ac:chgData name="Feist, Ella" userId="992bbaf2-811d-42cb-a4d6-e7fc45e325e8" providerId="ADAL" clId="{FD49677A-144F-4211-A6DE-FD20304D9EF2}" dt="2025-05-27T15:59:50.684" v="339" actId="790"/>
          <ac:spMkLst>
            <pc:docMk/>
            <pc:sldMk cId="1879352094" sldId="1178"/>
            <ac:spMk id="8" creationId="{68210978-E76C-8349-5B61-5524F3CA1BDE}"/>
          </ac:spMkLst>
        </pc:spChg>
        <pc:spChg chg="mod">
          <ac:chgData name="Feist, Ella" userId="992bbaf2-811d-42cb-a4d6-e7fc45e325e8" providerId="ADAL" clId="{FD49677A-144F-4211-A6DE-FD20304D9EF2}" dt="2025-05-27T15:59:50.684" v="339" actId="790"/>
          <ac:spMkLst>
            <pc:docMk/>
            <pc:sldMk cId="1879352094" sldId="1178"/>
            <ac:spMk id="15" creationId="{50C3856B-B2AE-7EB2-95DD-9932A29F9401}"/>
          </ac:spMkLst>
        </pc:spChg>
        <pc:spChg chg="mod">
          <ac:chgData name="Feist, Ella" userId="992bbaf2-811d-42cb-a4d6-e7fc45e325e8" providerId="ADAL" clId="{FD49677A-144F-4211-A6DE-FD20304D9EF2}" dt="2025-05-27T15:59:50.684" v="339" actId="790"/>
          <ac:spMkLst>
            <pc:docMk/>
            <pc:sldMk cId="1879352094" sldId="1178"/>
            <ac:spMk id="16" creationId="{D8A00A98-3798-D7A4-C0AA-EC779EB290C4}"/>
          </ac:spMkLst>
        </pc:spChg>
        <pc:spChg chg="mod">
          <ac:chgData name="Feist, Ella" userId="992bbaf2-811d-42cb-a4d6-e7fc45e325e8" providerId="ADAL" clId="{FD49677A-144F-4211-A6DE-FD20304D9EF2}" dt="2025-05-27T15:59:50.684" v="339" actId="790"/>
          <ac:spMkLst>
            <pc:docMk/>
            <pc:sldMk cId="1879352094" sldId="1178"/>
            <ac:spMk id="18" creationId="{B1BD2F53-FF7C-EB14-8CA6-2275E6001646}"/>
          </ac:spMkLst>
        </pc:spChg>
        <pc:spChg chg="mod">
          <ac:chgData name="Feist, Ella" userId="992bbaf2-811d-42cb-a4d6-e7fc45e325e8" providerId="ADAL" clId="{FD49677A-144F-4211-A6DE-FD20304D9EF2}" dt="2025-05-27T15:59:50.684" v="339" actId="790"/>
          <ac:spMkLst>
            <pc:docMk/>
            <pc:sldMk cId="1879352094" sldId="1178"/>
            <ac:spMk id="21" creationId="{A53513F0-7838-8879-FE6D-D0EFC4BB405C}"/>
          </ac:spMkLst>
        </pc:spChg>
        <pc:spChg chg="mod">
          <ac:chgData name="Feist, Ella" userId="992bbaf2-811d-42cb-a4d6-e7fc45e325e8" providerId="ADAL" clId="{FD49677A-144F-4211-A6DE-FD20304D9EF2}" dt="2025-05-27T15:59:50.684" v="339" actId="790"/>
          <ac:spMkLst>
            <pc:docMk/>
            <pc:sldMk cId="1879352094" sldId="1178"/>
            <ac:spMk id="24" creationId="{8B7B9D7F-AC8A-7248-C026-F3A702222B22}"/>
          </ac:spMkLst>
        </pc:spChg>
        <pc:spChg chg="mod">
          <ac:chgData name="Feist, Ella" userId="992bbaf2-811d-42cb-a4d6-e7fc45e325e8" providerId="ADAL" clId="{FD49677A-144F-4211-A6DE-FD20304D9EF2}" dt="2025-05-27T15:59:50.684" v="339" actId="790"/>
          <ac:spMkLst>
            <pc:docMk/>
            <pc:sldMk cId="1879352094" sldId="1178"/>
            <ac:spMk id="27" creationId="{02080EFB-8598-9099-FB67-868ABA01D909}"/>
          </ac:spMkLst>
        </pc:spChg>
        <pc:spChg chg="mod">
          <ac:chgData name="Feist, Ella" userId="992bbaf2-811d-42cb-a4d6-e7fc45e325e8" providerId="ADAL" clId="{FD49677A-144F-4211-A6DE-FD20304D9EF2}" dt="2025-05-27T15:59:50.684" v="339" actId="790"/>
          <ac:spMkLst>
            <pc:docMk/>
            <pc:sldMk cId="1879352094" sldId="1178"/>
            <ac:spMk id="36" creationId="{1E20A5BD-D7B6-D89A-7DE0-FD33668AC3C1}"/>
          </ac:spMkLst>
        </pc:spChg>
      </pc:sldChg>
      <pc:sldChg chg="modSp mod">
        <pc:chgData name="Feist, Ella" userId="992bbaf2-811d-42cb-a4d6-e7fc45e325e8" providerId="ADAL" clId="{FD49677A-144F-4211-A6DE-FD20304D9EF2}" dt="2025-05-27T15:59:50.684" v="339" actId="790"/>
        <pc:sldMkLst>
          <pc:docMk/>
          <pc:sldMk cId="518040664" sldId="1179"/>
        </pc:sldMkLst>
        <pc:spChg chg="mod">
          <ac:chgData name="Feist, Ella" userId="992bbaf2-811d-42cb-a4d6-e7fc45e325e8" providerId="ADAL" clId="{FD49677A-144F-4211-A6DE-FD20304D9EF2}" dt="2025-05-27T15:59:50.684" v="339" actId="790"/>
          <ac:spMkLst>
            <pc:docMk/>
            <pc:sldMk cId="518040664" sldId="1179"/>
            <ac:spMk id="2" creationId="{54346867-98FE-38CD-E978-5C1DED28A646}"/>
          </ac:spMkLst>
        </pc:spChg>
        <pc:spChg chg="mod">
          <ac:chgData name="Feist, Ella" userId="992bbaf2-811d-42cb-a4d6-e7fc45e325e8" providerId="ADAL" clId="{FD49677A-144F-4211-A6DE-FD20304D9EF2}" dt="2025-05-27T15:59:50.684" v="339" actId="790"/>
          <ac:spMkLst>
            <pc:docMk/>
            <pc:sldMk cId="518040664" sldId="1179"/>
            <ac:spMk id="4" creationId="{9ED32BBC-8A3B-5FB1-DB0F-B65F461BDA2D}"/>
          </ac:spMkLst>
        </pc:spChg>
      </pc:sldChg>
      <pc:sldChg chg="modSp mod modNotesTx">
        <pc:chgData name="Feist, Ella" userId="992bbaf2-811d-42cb-a4d6-e7fc45e325e8" providerId="ADAL" clId="{FD49677A-144F-4211-A6DE-FD20304D9EF2}" dt="2025-05-27T15:59:50.684" v="339" actId="790"/>
        <pc:sldMkLst>
          <pc:docMk/>
          <pc:sldMk cId="4081980104" sldId="1180"/>
        </pc:sldMkLst>
        <pc:spChg chg="mod">
          <ac:chgData name="Feist, Ella" userId="992bbaf2-811d-42cb-a4d6-e7fc45e325e8" providerId="ADAL" clId="{FD49677A-144F-4211-A6DE-FD20304D9EF2}" dt="2025-05-27T15:59:50.684" v="339" actId="790"/>
          <ac:spMkLst>
            <pc:docMk/>
            <pc:sldMk cId="4081980104" sldId="1180"/>
            <ac:spMk id="2" creationId="{A9A6FF77-D641-4417-92E7-11CC6238BF20}"/>
          </ac:spMkLst>
        </pc:spChg>
        <pc:spChg chg="mod">
          <ac:chgData name="Feist, Ella" userId="992bbaf2-811d-42cb-a4d6-e7fc45e325e8" providerId="ADAL" clId="{FD49677A-144F-4211-A6DE-FD20304D9EF2}" dt="2025-05-27T15:59:50.684" v="339" actId="790"/>
          <ac:spMkLst>
            <pc:docMk/>
            <pc:sldMk cId="4081980104" sldId="1180"/>
            <ac:spMk id="3" creationId="{7CD396CB-1EF8-57E4-A4BB-C0E86B07FD1F}"/>
          </ac:spMkLst>
        </pc:spChg>
        <pc:spChg chg="mod">
          <ac:chgData name="Feist, Ella" userId="992bbaf2-811d-42cb-a4d6-e7fc45e325e8" providerId="ADAL" clId="{FD49677A-144F-4211-A6DE-FD20304D9EF2}" dt="2025-05-27T15:59:50.684" v="339" actId="790"/>
          <ac:spMkLst>
            <pc:docMk/>
            <pc:sldMk cId="4081980104" sldId="1180"/>
            <ac:spMk id="5" creationId="{91A8ED3D-B755-43C9-BCB1-DCF495C0C9DB}"/>
          </ac:spMkLst>
        </pc:spChg>
        <pc:picChg chg="mod">
          <ac:chgData name="Feist, Ella" userId="992bbaf2-811d-42cb-a4d6-e7fc45e325e8" providerId="ADAL" clId="{FD49677A-144F-4211-A6DE-FD20304D9EF2}" dt="2025-05-27T15:08:44.140" v="29" actId="1076"/>
          <ac:picMkLst>
            <pc:docMk/>
            <pc:sldMk cId="4081980104" sldId="1180"/>
            <ac:picMk id="10" creationId="{3CA81B6F-7251-D5DF-9A77-6527718DC574}"/>
          </ac:picMkLst>
        </pc:picChg>
      </pc:sldChg>
      <pc:sldChg chg="addSp delSp modSp mod chgLayout">
        <pc:chgData name="Feist, Ella" userId="992bbaf2-811d-42cb-a4d6-e7fc45e325e8" providerId="ADAL" clId="{FD49677A-144F-4211-A6DE-FD20304D9EF2}" dt="2025-05-27T15:59:50.684" v="339" actId="790"/>
        <pc:sldMkLst>
          <pc:docMk/>
          <pc:sldMk cId="407921491" sldId="1181"/>
        </pc:sldMkLst>
        <pc:spChg chg="mod ord">
          <ac:chgData name="Feist, Ella" userId="992bbaf2-811d-42cb-a4d6-e7fc45e325e8" providerId="ADAL" clId="{FD49677A-144F-4211-A6DE-FD20304D9EF2}" dt="2025-05-27T15:59:50.684" v="339" actId="790"/>
          <ac:spMkLst>
            <pc:docMk/>
            <pc:sldMk cId="407921491" sldId="1181"/>
            <ac:spMk id="4" creationId="{16751AAF-A365-64C0-3A0F-32D2720BC70A}"/>
          </ac:spMkLst>
        </pc:spChg>
        <pc:spChg chg="mod ord">
          <ac:chgData name="Feist, Ella" userId="992bbaf2-811d-42cb-a4d6-e7fc45e325e8" providerId="ADAL" clId="{FD49677A-144F-4211-A6DE-FD20304D9EF2}" dt="2025-05-27T15:59:50.684" v="339" actId="790"/>
          <ac:spMkLst>
            <pc:docMk/>
            <pc:sldMk cId="407921491" sldId="1181"/>
            <ac:spMk id="7" creationId="{D035C319-DFB4-5442-C005-8226900127D4}"/>
          </ac:spMkLst>
        </pc:spChg>
        <pc:spChg chg="add mod ord">
          <ac:chgData name="Feist, Ella" userId="992bbaf2-811d-42cb-a4d6-e7fc45e325e8" providerId="ADAL" clId="{FD49677A-144F-4211-A6DE-FD20304D9EF2}" dt="2025-05-27T15:59:50.684" v="339" actId="790"/>
          <ac:spMkLst>
            <pc:docMk/>
            <pc:sldMk cId="407921491" sldId="1181"/>
            <ac:spMk id="16" creationId="{49D7BCEB-D3B6-8C2A-3E9E-CF7A9E61E23F}"/>
          </ac:spMkLst>
        </pc:spChg>
      </pc:sldChg>
      <pc:sldChg chg="modSp mod">
        <pc:chgData name="Feist, Ella" userId="992bbaf2-811d-42cb-a4d6-e7fc45e325e8" providerId="ADAL" clId="{FD49677A-144F-4211-A6DE-FD20304D9EF2}" dt="2025-05-27T15:59:50.684" v="339" actId="790"/>
        <pc:sldMkLst>
          <pc:docMk/>
          <pc:sldMk cId="1891206664" sldId="1182"/>
        </pc:sldMkLst>
        <pc:spChg chg="mod">
          <ac:chgData name="Feist, Ella" userId="992bbaf2-811d-42cb-a4d6-e7fc45e325e8" providerId="ADAL" clId="{FD49677A-144F-4211-A6DE-FD20304D9EF2}" dt="2025-05-27T15:59:50.684" v="339" actId="790"/>
          <ac:spMkLst>
            <pc:docMk/>
            <pc:sldMk cId="1891206664" sldId="1182"/>
            <ac:spMk id="2" creationId="{A9A6FF77-D641-4417-92E7-11CC6238BF20}"/>
          </ac:spMkLst>
        </pc:spChg>
        <pc:spChg chg="mod">
          <ac:chgData name="Feist, Ella" userId="992bbaf2-811d-42cb-a4d6-e7fc45e325e8" providerId="ADAL" clId="{FD49677A-144F-4211-A6DE-FD20304D9EF2}" dt="2025-05-27T15:59:50.684" v="339" actId="790"/>
          <ac:spMkLst>
            <pc:docMk/>
            <pc:sldMk cId="1891206664" sldId="1182"/>
            <ac:spMk id="3" creationId="{5B868509-5D78-BA46-DA15-41CBAA1B317A}"/>
          </ac:spMkLst>
        </pc:spChg>
        <pc:spChg chg="mod">
          <ac:chgData name="Feist, Ella" userId="992bbaf2-811d-42cb-a4d6-e7fc45e325e8" providerId="ADAL" clId="{FD49677A-144F-4211-A6DE-FD20304D9EF2}" dt="2025-05-27T15:59:50.684" v="339" actId="790"/>
          <ac:spMkLst>
            <pc:docMk/>
            <pc:sldMk cId="1891206664" sldId="1182"/>
            <ac:spMk id="5" creationId="{91A8ED3D-B755-43C9-BCB1-DCF495C0C9DB}"/>
          </ac:spMkLst>
        </pc:spChg>
      </pc:sldChg>
      <pc:sldChg chg="addSp delSp modSp mod modClrScheme chgLayout">
        <pc:chgData name="Feist, Ella" userId="992bbaf2-811d-42cb-a4d6-e7fc45e325e8" providerId="ADAL" clId="{FD49677A-144F-4211-A6DE-FD20304D9EF2}" dt="2025-05-27T15:59:50.684" v="339" actId="790"/>
        <pc:sldMkLst>
          <pc:docMk/>
          <pc:sldMk cId="2591176849" sldId="1183"/>
        </pc:sldMkLst>
        <pc:spChg chg="mod ord">
          <ac:chgData name="Feist, Ella" userId="992bbaf2-811d-42cb-a4d6-e7fc45e325e8" providerId="ADAL" clId="{FD49677A-144F-4211-A6DE-FD20304D9EF2}" dt="2025-05-27T15:59:50.684" v="339" actId="790"/>
          <ac:spMkLst>
            <pc:docMk/>
            <pc:sldMk cId="2591176849" sldId="1183"/>
            <ac:spMk id="3" creationId="{36BA7F80-E159-356E-B866-B725CCA82C9D}"/>
          </ac:spMkLst>
        </pc:spChg>
        <pc:spChg chg="mod ord">
          <ac:chgData name="Feist, Ella" userId="992bbaf2-811d-42cb-a4d6-e7fc45e325e8" providerId="ADAL" clId="{FD49677A-144F-4211-A6DE-FD20304D9EF2}" dt="2025-05-27T15:59:50.684" v="339" actId="790"/>
          <ac:spMkLst>
            <pc:docMk/>
            <pc:sldMk cId="2591176849" sldId="1183"/>
            <ac:spMk id="4" creationId="{804C229B-1276-C25C-1925-0B99252E6E2B}"/>
          </ac:spMkLst>
        </pc:spChg>
        <pc:spChg chg="mod ord">
          <ac:chgData name="Feist, Ella" userId="992bbaf2-811d-42cb-a4d6-e7fc45e325e8" providerId="ADAL" clId="{FD49677A-144F-4211-A6DE-FD20304D9EF2}" dt="2025-05-27T15:59:50.684" v="339" actId="790"/>
          <ac:spMkLst>
            <pc:docMk/>
            <pc:sldMk cId="2591176849" sldId="1183"/>
            <ac:spMk id="5" creationId="{91A8ED3D-B755-43C9-BCB1-DCF495C0C9DB}"/>
          </ac:spMkLst>
        </pc:spChg>
      </pc:sldChg>
      <pc:sldChg chg="modSp mod">
        <pc:chgData name="Feist, Ella" userId="992bbaf2-811d-42cb-a4d6-e7fc45e325e8" providerId="ADAL" clId="{FD49677A-144F-4211-A6DE-FD20304D9EF2}" dt="2025-05-27T15:59:50.684" v="339" actId="790"/>
        <pc:sldMkLst>
          <pc:docMk/>
          <pc:sldMk cId="3316900898" sldId="1184"/>
        </pc:sldMkLst>
        <pc:spChg chg="mod">
          <ac:chgData name="Feist, Ella" userId="992bbaf2-811d-42cb-a4d6-e7fc45e325e8" providerId="ADAL" clId="{FD49677A-144F-4211-A6DE-FD20304D9EF2}" dt="2025-05-27T15:59:50.684" v="339" actId="790"/>
          <ac:spMkLst>
            <pc:docMk/>
            <pc:sldMk cId="3316900898" sldId="1184"/>
            <ac:spMk id="2" creationId="{A9A6FF77-D641-4417-92E7-11CC6238BF20}"/>
          </ac:spMkLst>
        </pc:spChg>
        <pc:spChg chg="mod">
          <ac:chgData name="Feist, Ella" userId="992bbaf2-811d-42cb-a4d6-e7fc45e325e8" providerId="ADAL" clId="{FD49677A-144F-4211-A6DE-FD20304D9EF2}" dt="2025-05-27T15:59:50.684" v="339" actId="790"/>
          <ac:spMkLst>
            <pc:docMk/>
            <pc:sldMk cId="3316900898" sldId="1184"/>
            <ac:spMk id="4" creationId="{B63DA6FF-A32B-9FD8-6B6B-AC2490FBA767}"/>
          </ac:spMkLst>
        </pc:spChg>
        <pc:spChg chg="mod">
          <ac:chgData name="Feist, Ella" userId="992bbaf2-811d-42cb-a4d6-e7fc45e325e8" providerId="ADAL" clId="{FD49677A-144F-4211-A6DE-FD20304D9EF2}" dt="2025-05-27T15:59:50.684" v="339" actId="790"/>
          <ac:spMkLst>
            <pc:docMk/>
            <pc:sldMk cId="3316900898" sldId="1184"/>
            <ac:spMk id="5" creationId="{91A8ED3D-B755-43C9-BCB1-DCF495C0C9DB}"/>
          </ac:spMkLst>
        </pc:spChg>
        <pc:graphicFrameChg chg="mod modGraphic">
          <ac:chgData name="Feist, Ella" userId="992bbaf2-811d-42cb-a4d6-e7fc45e325e8" providerId="ADAL" clId="{FD49677A-144F-4211-A6DE-FD20304D9EF2}" dt="2025-05-27T15:59:50.684" v="339" actId="790"/>
          <ac:graphicFrameMkLst>
            <pc:docMk/>
            <pc:sldMk cId="3316900898" sldId="1184"/>
            <ac:graphicFrameMk id="7" creationId="{99E0046F-552F-9B67-826F-49545123D16C}"/>
          </ac:graphicFrameMkLst>
        </pc:graphicFrameChg>
      </pc:sldChg>
      <pc:sldChg chg="modSp mod">
        <pc:chgData name="Feist, Ella" userId="992bbaf2-811d-42cb-a4d6-e7fc45e325e8" providerId="ADAL" clId="{FD49677A-144F-4211-A6DE-FD20304D9EF2}" dt="2025-05-27T15:59:50.684" v="339" actId="790"/>
        <pc:sldMkLst>
          <pc:docMk/>
          <pc:sldMk cId="1239138952" sldId="1185"/>
        </pc:sldMkLst>
        <pc:spChg chg="mod">
          <ac:chgData name="Feist, Ella" userId="992bbaf2-811d-42cb-a4d6-e7fc45e325e8" providerId="ADAL" clId="{FD49677A-144F-4211-A6DE-FD20304D9EF2}" dt="2025-05-27T15:59:50.684" v="339" actId="790"/>
          <ac:spMkLst>
            <pc:docMk/>
            <pc:sldMk cId="1239138952" sldId="1185"/>
            <ac:spMk id="2" creationId="{8DDD818D-1FC6-59F7-ADE9-EF2CD4E0E649}"/>
          </ac:spMkLst>
        </pc:spChg>
        <pc:spChg chg="mod">
          <ac:chgData name="Feist, Ella" userId="992bbaf2-811d-42cb-a4d6-e7fc45e325e8" providerId="ADAL" clId="{FD49677A-144F-4211-A6DE-FD20304D9EF2}" dt="2025-05-27T15:59:50.684" v="339" actId="790"/>
          <ac:spMkLst>
            <pc:docMk/>
            <pc:sldMk cId="1239138952" sldId="1185"/>
            <ac:spMk id="4" creationId="{9ED32BBC-8A3B-5FB1-DB0F-B65F461BDA2D}"/>
          </ac:spMkLst>
        </pc:spChg>
      </pc:sldChg>
      <pc:sldChg chg="modSp mod">
        <pc:chgData name="Feist, Ella" userId="992bbaf2-811d-42cb-a4d6-e7fc45e325e8" providerId="ADAL" clId="{FD49677A-144F-4211-A6DE-FD20304D9EF2}" dt="2025-05-27T15:59:50.684" v="339" actId="790"/>
        <pc:sldMkLst>
          <pc:docMk/>
          <pc:sldMk cId="1866237435" sldId="1186"/>
        </pc:sldMkLst>
        <pc:spChg chg="mod">
          <ac:chgData name="Feist, Ella" userId="992bbaf2-811d-42cb-a4d6-e7fc45e325e8" providerId="ADAL" clId="{FD49677A-144F-4211-A6DE-FD20304D9EF2}" dt="2025-05-27T15:59:50.684" v="339" actId="790"/>
          <ac:spMkLst>
            <pc:docMk/>
            <pc:sldMk cId="1866237435" sldId="1186"/>
            <ac:spMk id="2" creationId="{A9A6FF77-D641-4417-92E7-11CC6238BF20}"/>
          </ac:spMkLst>
        </pc:spChg>
        <pc:spChg chg="mod">
          <ac:chgData name="Feist, Ella" userId="992bbaf2-811d-42cb-a4d6-e7fc45e325e8" providerId="ADAL" clId="{FD49677A-144F-4211-A6DE-FD20304D9EF2}" dt="2025-05-27T15:59:50.684" v="339" actId="790"/>
          <ac:spMkLst>
            <pc:docMk/>
            <pc:sldMk cId="1866237435" sldId="1186"/>
            <ac:spMk id="4" creationId="{57F5DBE8-E7D7-A6B0-6AD1-627F6AC1B390}"/>
          </ac:spMkLst>
        </pc:spChg>
        <pc:spChg chg="mod">
          <ac:chgData name="Feist, Ella" userId="992bbaf2-811d-42cb-a4d6-e7fc45e325e8" providerId="ADAL" clId="{FD49677A-144F-4211-A6DE-FD20304D9EF2}" dt="2025-05-27T15:59:50.684" v="339" actId="790"/>
          <ac:spMkLst>
            <pc:docMk/>
            <pc:sldMk cId="1866237435" sldId="1186"/>
            <ac:spMk id="5" creationId="{91A8ED3D-B755-43C9-BCB1-DCF495C0C9DB}"/>
          </ac:spMkLst>
        </pc:spChg>
        <pc:picChg chg="mod">
          <ac:chgData name="Feist, Ella" userId="992bbaf2-811d-42cb-a4d6-e7fc45e325e8" providerId="ADAL" clId="{FD49677A-144F-4211-A6DE-FD20304D9EF2}" dt="2025-05-27T15:13:53.879" v="142" actId="1076"/>
          <ac:picMkLst>
            <pc:docMk/>
            <pc:sldMk cId="1866237435" sldId="1186"/>
            <ac:picMk id="7" creationId="{85BE5CAF-ADC7-3C07-FA7F-B03A4FAB4F2F}"/>
          </ac:picMkLst>
        </pc:picChg>
      </pc:sldChg>
      <pc:sldChg chg="modSp mod">
        <pc:chgData name="Feist, Ella" userId="992bbaf2-811d-42cb-a4d6-e7fc45e325e8" providerId="ADAL" clId="{FD49677A-144F-4211-A6DE-FD20304D9EF2}" dt="2025-05-27T15:59:50.684" v="339" actId="790"/>
        <pc:sldMkLst>
          <pc:docMk/>
          <pc:sldMk cId="409065673" sldId="1187"/>
        </pc:sldMkLst>
        <pc:spChg chg="mod">
          <ac:chgData name="Feist, Ella" userId="992bbaf2-811d-42cb-a4d6-e7fc45e325e8" providerId="ADAL" clId="{FD49677A-144F-4211-A6DE-FD20304D9EF2}" dt="2025-05-27T15:59:50.684" v="339" actId="790"/>
          <ac:spMkLst>
            <pc:docMk/>
            <pc:sldMk cId="409065673" sldId="1187"/>
            <ac:spMk id="2" creationId="{23B0542B-2F89-BA50-5FD1-06EBE3B55731}"/>
          </ac:spMkLst>
        </pc:spChg>
        <pc:spChg chg="mod">
          <ac:chgData name="Feist, Ella" userId="992bbaf2-811d-42cb-a4d6-e7fc45e325e8" providerId="ADAL" clId="{FD49677A-144F-4211-A6DE-FD20304D9EF2}" dt="2025-05-27T15:59:50.684" v="339" actId="790"/>
          <ac:spMkLst>
            <pc:docMk/>
            <pc:sldMk cId="409065673" sldId="1187"/>
            <ac:spMk id="4" creationId="{9ED32BBC-8A3B-5FB1-DB0F-B65F461BDA2D}"/>
          </ac:spMkLst>
        </pc:spChg>
      </pc:sldChg>
      <pc:sldChg chg="modSp mod">
        <pc:chgData name="Feist, Ella" userId="992bbaf2-811d-42cb-a4d6-e7fc45e325e8" providerId="ADAL" clId="{FD49677A-144F-4211-A6DE-FD20304D9EF2}" dt="2025-05-27T15:59:50.684" v="339" actId="790"/>
        <pc:sldMkLst>
          <pc:docMk/>
          <pc:sldMk cId="390674472" sldId="1188"/>
        </pc:sldMkLst>
        <pc:spChg chg="mod">
          <ac:chgData name="Feist, Ella" userId="992bbaf2-811d-42cb-a4d6-e7fc45e325e8" providerId="ADAL" clId="{FD49677A-144F-4211-A6DE-FD20304D9EF2}" dt="2025-05-27T15:59:50.684" v="339" actId="790"/>
          <ac:spMkLst>
            <pc:docMk/>
            <pc:sldMk cId="390674472" sldId="1188"/>
            <ac:spMk id="3" creationId="{EE3F13D9-40AD-A74E-F54B-4ADBFEB1D320}"/>
          </ac:spMkLst>
        </pc:spChg>
        <pc:spChg chg="mod">
          <ac:chgData name="Feist, Ella" userId="992bbaf2-811d-42cb-a4d6-e7fc45e325e8" providerId="ADAL" clId="{FD49677A-144F-4211-A6DE-FD20304D9EF2}" dt="2025-05-27T15:59:50.684" v="339" actId="790"/>
          <ac:spMkLst>
            <pc:docMk/>
            <pc:sldMk cId="390674472" sldId="1188"/>
            <ac:spMk id="5" creationId="{91A8ED3D-B755-43C9-BCB1-DCF495C0C9DB}"/>
          </ac:spMkLst>
        </pc:spChg>
        <pc:spChg chg="mod">
          <ac:chgData name="Feist, Ella" userId="992bbaf2-811d-42cb-a4d6-e7fc45e325e8" providerId="ADAL" clId="{FD49677A-144F-4211-A6DE-FD20304D9EF2}" dt="2025-05-27T15:59:50.684" v="339" actId="790"/>
          <ac:spMkLst>
            <pc:docMk/>
            <pc:sldMk cId="390674472" sldId="1188"/>
            <ac:spMk id="14" creationId="{30586A59-DD4A-88C1-C497-66182AB90EF1}"/>
          </ac:spMkLst>
        </pc:spChg>
        <pc:spChg chg="mod">
          <ac:chgData name="Feist, Ella" userId="992bbaf2-811d-42cb-a4d6-e7fc45e325e8" providerId="ADAL" clId="{FD49677A-144F-4211-A6DE-FD20304D9EF2}" dt="2025-05-27T15:59:50.684" v="339" actId="790"/>
          <ac:spMkLst>
            <pc:docMk/>
            <pc:sldMk cId="390674472" sldId="1188"/>
            <ac:spMk id="20" creationId="{DCC4F255-F841-67B2-7077-7185B0A6310F}"/>
          </ac:spMkLst>
        </pc:spChg>
        <pc:spChg chg="mod">
          <ac:chgData name="Feist, Ella" userId="992bbaf2-811d-42cb-a4d6-e7fc45e325e8" providerId="ADAL" clId="{FD49677A-144F-4211-A6DE-FD20304D9EF2}" dt="2025-05-27T15:59:50.684" v="339" actId="790"/>
          <ac:spMkLst>
            <pc:docMk/>
            <pc:sldMk cId="390674472" sldId="1188"/>
            <ac:spMk id="24" creationId="{5726EFE5-4094-5B7F-8178-7E779BBE5938}"/>
          </ac:spMkLst>
        </pc:spChg>
        <pc:spChg chg="mod">
          <ac:chgData name="Feist, Ella" userId="992bbaf2-811d-42cb-a4d6-e7fc45e325e8" providerId="ADAL" clId="{FD49677A-144F-4211-A6DE-FD20304D9EF2}" dt="2025-05-27T15:59:50.684" v="339" actId="790"/>
          <ac:spMkLst>
            <pc:docMk/>
            <pc:sldMk cId="390674472" sldId="1188"/>
            <ac:spMk id="28" creationId="{007C3054-9B9F-5B6B-BDE5-2C8F206DD9DF}"/>
          </ac:spMkLst>
        </pc:spChg>
        <pc:spChg chg="mod">
          <ac:chgData name="Feist, Ella" userId="992bbaf2-811d-42cb-a4d6-e7fc45e325e8" providerId="ADAL" clId="{FD49677A-144F-4211-A6DE-FD20304D9EF2}" dt="2025-05-27T15:59:50.684" v="339" actId="790"/>
          <ac:spMkLst>
            <pc:docMk/>
            <pc:sldMk cId="390674472" sldId="1188"/>
            <ac:spMk id="29" creationId="{BF0E0F0F-8130-AE07-8626-97B8CE5B20E4}"/>
          </ac:spMkLst>
        </pc:spChg>
        <pc:spChg chg="mod">
          <ac:chgData name="Feist, Ella" userId="992bbaf2-811d-42cb-a4d6-e7fc45e325e8" providerId="ADAL" clId="{FD49677A-144F-4211-A6DE-FD20304D9EF2}" dt="2025-05-27T15:59:50.684" v="339" actId="790"/>
          <ac:spMkLst>
            <pc:docMk/>
            <pc:sldMk cId="390674472" sldId="1188"/>
            <ac:spMk id="30" creationId="{63339AC2-775E-ECF4-8875-AA09FE175C20}"/>
          </ac:spMkLst>
        </pc:spChg>
        <pc:spChg chg="mod">
          <ac:chgData name="Feist, Ella" userId="992bbaf2-811d-42cb-a4d6-e7fc45e325e8" providerId="ADAL" clId="{FD49677A-144F-4211-A6DE-FD20304D9EF2}" dt="2025-05-27T15:59:50.684" v="339" actId="790"/>
          <ac:spMkLst>
            <pc:docMk/>
            <pc:sldMk cId="390674472" sldId="1188"/>
            <ac:spMk id="32" creationId="{6D0C69A2-A085-E66F-6941-13F91CC1C1FB}"/>
          </ac:spMkLst>
        </pc:spChg>
        <pc:spChg chg="mod">
          <ac:chgData name="Feist, Ella" userId="992bbaf2-811d-42cb-a4d6-e7fc45e325e8" providerId="ADAL" clId="{FD49677A-144F-4211-A6DE-FD20304D9EF2}" dt="2025-05-27T15:59:50.684" v="339" actId="790"/>
          <ac:spMkLst>
            <pc:docMk/>
            <pc:sldMk cId="390674472" sldId="1188"/>
            <ac:spMk id="34" creationId="{EED55ED3-BAD8-5BBF-81B2-2B5B0C4DF52C}"/>
          </ac:spMkLst>
        </pc:spChg>
        <pc:graphicFrameChg chg="mod modGraphic">
          <ac:chgData name="Feist, Ella" userId="992bbaf2-811d-42cb-a4d6-e7fc45e325e8" providerId="ADAL" clId="{FD49677A-144F-4211-A6DE-FD20304D9EF2}" dt="2025-05-27T15:15:04.495" v="163" actId="1076"/>
          <ac:graphicFrameMkLst>
            <pc:docMk/>
            <pc:sldMk cId="390674472" sldId="1188"/>
            <ac:graphicFrameMk id="8" creationId="{2125AA22-D927-29E7-F678-AC233ABF9367}"/>
          </ac:graphicFrameMkLst>
        </pc:graphicFrameChg>
        <pc:graphicFrameChg chg="modGraphic">
          <ac:chgData name="Feist, Ella" userId="992bbaf2-811d-42cb-a4d6-e7fc45e325e8" providerId="ADAL" clId="{FD49677A-144F-4211-A6DE-FD20304D9EF2}" dt="2025-05-27T15:14:32.351" v="155" actId="14100"/>
          <ac:graphicFrameMkLst>
            <pc:docMk/>
            <pc:sldMk cId="390674472" sldId="1188"/>
            <ac:graphicFrameMk id="23" creationId="{548E4986-FABD-CBDF-9172-AB5345D0EBCF}"/>
          </ac:graphicFrameMkLst>
        </pc:graphicFrameChg>
      </pc:sldChg>
      <pc:sldChg chg="modSp mod">
        <pc:chgData name="Feist, Ella" userId="992bbaf2-811d-42cb-a4d6-e7fc45e325e8" providerId="ADAL" clId="{FD49677A-144F-4211-A6DE-FD20304D9EF2}" dt="2025-05-27T16:00:11.548" v="340" actId="313"/>
        <pc:sldMkLst>
          <pc:docMk/>
          <pc:sldMk cId="1739287015" sldId="1189"/>
        </pc:sldMkLst>
        <pc:spChg chg="mod">
          <ac:chgData name="Feist, Ella" userId="992bbaf2-811d-42cb-a4d6-e7fc45e325e8" providerId="ADAL" clId="{FD49677A-144F-4211-A6DE-FD20304D9EF2}" dt="2025-05-27T15:59:50.684" v="339" actId="790"/>
          <ac:spMkLst>
            <pc:docMk/>
            <pc:sldMk cId="1739287015" sldId="1189"/>
            <ac:spMk id="2" creationId="{A9A6FF77-D641-4417-92E7-11CC6238BF20}"/>
          </ac:spMkLst>
        </pc:spChg>
        <pc:spChg chg="mod">
          <ac:chgData name="Feist, Ella" userId="992bbaf2-811d-42cb-a4d6-e7fc45e325e8" providerId="ADAL" clId="{FD49677A-144F-4211-A6DE-FD20304D9EF2}" dt="2025-05-27T15:59:50.684" v="339" actId="790"/>
          <ac:spMkLst>
            <pc:docMk/>
            <pc:sldMk cId="1739287015" sldId="1189"/>
            <ac:spMk id="3" creationId="{EDC7851A-11C9-2BB7-E68C-7BC8B05D7285}"/>
          </ac:spMkLst>
        </pc:spChg>
        <pc:spChg chg="mod">
          <ac:chgData name="Feist, Ella" userId="992bbaf2-811d-42cb-a4d6-e7fc45e325e8" providerId="ADAL" clId="{FD49677A-144F-4211-A6DE-FD20304D9EF2}" dt="2025-05-27T15:59:50.684" v="339" actId="790"/>
          <ac:spMkLst>
            <pc:docMk/>
            <pc:sldMk cId="1739287015" sldId="1189"/>
            <ac:spMk id="8" creationId="{91A8ED3D-B755-43C9-BCB1-DCF495C0C9DB}"/>
          </ac:spMkLst>
        </pc:spChg>
        <pc:graphicFrameChg chg="mod modGraphic">
          <ac:chgData name="Feist, Ella" userId="992bbaf2-811d-42cb-a4d6-e7fc45e325e8" providerId="ADAL" clId="{FD49677A-144F-4211-A6DE-FD20304D9EF2}" dt="2025-05-27T16:00:11.548" v="340" actId="313"/>
          <ac:graphicFrameMkLst>
            <pc:docMk/>
            <pc:sldMk cId="1739287015" sldId="1189"/>
            <ac:graphicFrameMk id="5" creationId="{7045A2B5-0916-C458-D9B1-15DC390A7FA1}"/>
          </ac:graphicFrameMkLst>
        </pc:graphicFrameChg>
      </pc:sldChg>
      <pc:sldChg chg="modSp mod modClrScheme chgLayout">
        <pc:chgData name="Feist, Ella" userId="992bbaf2-811d-42cb-a4d6-e7fc45e325e8" providerId="ADAL" clId="{FD49677A-144F-4211-A6DE-FD20304D9EF2}" dt="2025-05-27T15:59:50.684" v="339" actId="790"/>
        <pc:sldMkLst>
          <pc:docMk/>
          <pc:sldMk cId="1671082309" sldId="1190"/>
        </pc:sldMkLst>
        <pc:spChg chg="mod ord">
          <ac:chgData name="Feist, Ella" userId="992bbaf2-811d-42cb-a4d6-e7fc45e325e8" providerId="ADAL" clId="{FD49677A-144F-4211-A6DE-FD20304D9EF2}" dt="2025-05-27T15:59:50.684" v="339" actId="790"/>
          <ac:spMkLst>
            <pc:docMk/>
            <pc:sldMk cId="1671082309" sldId="1190"/>
            <ac:spMk id="2" creationId="{7A211678-DA91-F7FB-89F2-31A041D54459}"/>
          </ac:spMkLst>
        </pc:spChg>
        <pc:spChg chg="mod ord">
          <ac:chgData name="Feist, Ella" userId="992bbaf2-811d-42cb-a4d6-e7fc45e325e8" providerId="ADAL" clId="{FD49677A-144F-4211-A6DE-FD20304D9EF2}" dt="2025-05-27T15:59:50.684" v="339" actId="790"/>
          <ac:spMkLst>
            <pc:docMk/>
            <pc:sldMk cId="1671082309" sldId="1190"/>
            <ac:spMk id="3" creationId="{86C83FDF-A3F7-895F-0F5F-AEF792EEEA88}"/>
          </ac:spMkLst>
        </pc:spChg>
        <pc:spChg chg="mod ord">
          <ac:chgData name="Feist, Ella" userId="992bbaf2-811d-42cb-a4d6-e7fc45e325e8" providerId="ADAL" clId="{FD49677A-144F-4211-A6DE-FD20304D9EF2}" dt="2025-05-27T15:59:50.684" v="339" actId="790"/>
          <ac:spMkLst>
            <pc:docMk/>
            <pc:sldMk cId="1671082309" sldId="1190"/>
            <ac:spMk id="5" creationId="{4EE7A311-0742-119D-612E-236CD403EDA6}"/>
          </ac:spMkLst>
        </pc:spChg>
      </pc:sldChg>
      <pc:sldChg chg="delSp modSp mod modClrScheme chgLayout">
        <pc:chgData name="Feist, Ella" userId="992bbaf2-811d-42cb-a4d6-e7fc45e325e8" providerId="ADAL" clId="{FD49677A-144F-4211-A6DE-FD20304D9EF2}" dt="2025-05-27T15:59:50.684" v="339" actId="790"/>
        <pc:sldMkLst>
          <pc:docMk/>
          <pc:sldMk cId="205467371" sldId="1194"/>
        </pc:sldMkLst>
        <pc:spChg chg="mod ord">
          <ac:chgData name="Feist, Ella" userId="992bbaf2-811d-42cb-a4d6-e7fc45e325e8" providerId="ADAL" clId="{FD49677A-144F-4211-A6DE-FD20304D9EF2}" dt="2025-05-27T15:59:50.684" v="339" actId="790"/>
          <ac:spMkLst>
            <pc:docMk/>
            <pc:sldMk cId="205467371" sldId="1194"/>
            <ac:spMk id="2" creationId="{D7EC235F-614F-714E-A97F-4FF50EFF14FD}"/>
          </ac:spMkLst>
        </pc:spChg>
        <pc:spChg chg="mod ord">
          <ac:chgData name="Feist, Ella" userId="992bbaf2-811d-42cb-a4d6-e7fc45e325e8" providerId="ADAL" clId="{FD49677A-144F-4211-A6DE-FD20304D9EF2}" dt="2025-05-27T15:59:50.684" v="339" actId="790"/>
          <ac:spMkLst>
            <pc:docMk/>
            <pc:sldMk cId="205467371" sldId="1194"/>
            <ac:spMk id="4" creationId="{E9C5A723-C0B1-124B-8CB6-AA3105C9A4E6}"/>
          </ac:spMkLst>
        </pc:spChg>
        <pc:spChg chg="mod ord">
          <ac:chgData name="Feist, Ella" userId="992bbaf2-811d-42cb-a4d6-e7fc45e325e8" providerId="ADAL" clId="{FD49677A-144F-4211-A6DE-FD20304D9EF2}" dt="2025-05-27T15:59:50.684" v="339" actId="790"/>
          <ac:spMkLst>
            <pc:docMk/>
            <pc:sldMk cId="205467371" sldId="1194"/>
            <ac:spMk id="7" creationId="{632F6819-241E-12CB-8A5F-ED117A1F0279}"/>
          </ac:spMkLst>
        </pc:spChg>
      </pc:sldChg>
      <pc:sldChg chg="modSp mod modClrScheme chgLayout">
        <pc:chgData name="Feist, Ella" userId="992bbaf2-811d-42cb-a4d6-e7fc45e325e8" providerId="ADAL" clId="{FD49677A-144F-4211-A6DE-FD20304D9EF2}" dt="2025-05-27T15:59:50.684" v="339" actId="790"/>
        <pc:sldMkLst>
          <pc:docMk/>
          <pc:sldMk cId="3766184422" sldId="1195"/>
        </pc:sldMkLst>
        <pc:spChg chg="mod ord">
          <ac:chgData name="Feist, Ella" userId="992bbaf2-811d-42cb-a4d6-e7fc45e325e8" providerId="ADAL" clId="{FD49677A-144F-4211-A6DE-FD20304D9EF2}" dt="2025-05-27T15:59:50.684" v="339" actId="790"/>
          <ac:spMkLst>
            <pc:docMk/>
            <pc:sldMk cId="3766184422" sldId="1195"/>
            <ac:spMk id="2" creationId="{F111C5DB-635E-4576-A4C3-837B7E452E1E}"/>
          </ac:spMkLst>
        </pc:spChg>
        <pc:spChg chg="mod ord">
          <ac:chgData name="Feist, Ella" userId="992bbaf2-811d-42cb-a4d6-e7fc45e325e8" providerId="ADAL" clId="{FD49677A-144F-4211-A6DE-FD20304D9EF2}" dt="2025-05-27T15:59:50.684" v="339" actId="790"/>
          <ac:spMkLst>
            <pc:docMk/>
            <pc:sldMk cId="3766184422" sldId="1195"/>
            <ac:spMk id="3" creationId="{7D883288-734D-EBAA-4D39-3E70FDDEBD37}"/>
          </ac:spMkLst>
        </pc:spChg>
        <pc:spChg chg="mod ord">
          <ac:chgData name="Feist, Ella" userId="992bbaf2-811d-42cb-a4d6-e7fc45e325e8" providerId="ADAL" clId="{FD49677A-144F-4211-A6DE-FD20304D9EF2}" dt="2025-05-27T15:59:50.684" v="339" actId="790"/>
          <ac:spMkLst>
            <pc:docMk/>
            <pc:sldMk cId="3766184422" sldId="1195"/>
            <ac:spMk id="6" creationId="{9ECDB192-E59C-C44D-B6D5-3E31ED8088B5}"/>
          </ac:spMkLst>
        </pc:spChg>
      </pc:sldChg>
      <pc:sldChg chg="addSp delSp modSp mod">
        <pc:chgData name="Feist, Ella" userId="992bbaf2-811d-42cb-a4d6-e7fc45e325e8" providerId="ADAL" clId="{FD49677A-144F-4211-A6DE-FD20304D9EF2}" dt="2025-05-27T15:59:50.684" v="339" actId="790"/>
        <pc:sldMkLst>
          <pc:docMk/>
          <pc:sldMk cId="2810557230" sldId="1656"/>
        </pc:sldMkLst>
        <pc:spChg chg="add mod">
          <ac:chgData name="Feist, Ella" userId="992bbaf2-811d-42cb-a4d6-e7fc45e325e8" providerId="ADAL" clId="{FD49677A-144F-4211-A6DE-FD20304D9EF2}" dt="2025-05-27T15:59:50.684" v="339" actId="790"/>
          <ac:spMkLst>
            <pc:docMk/>
            <pc:sldMk cId="2810557230" sldId="1656"/>
            <ac:spMk id="2" creationId="{F473A64F-2016-6C2D-AE22-C5451E652717}"/>
          </ac:spMkLst>
        </pc:spChg>
        <pc:spChg chg="mod">
          <ac:chgData name="Feist, Ella" userId="992bbaf2-811d-42cb-a4d6-e7fc45e325e8" providerId="ADAL" clId="{FD49677A-144F-4211-A6DE-FD20304D9EF2}" dt="2025-05-27T15:59:50.684" v="339" actId="790"/>
          <ac:spMkLst>
            <pc:docMk/>
            <pc:sldMk cId="2810557230" sldId="1656"/>
            <ac:spMk id="4" creationId="{A5753C1C-F770-383E-F660-05C445D1809F}"/>
          </ac:spMkLst>
        </pc:spChg>
        <pc:spChg chg="mod">
          <ac:chgData name="Feist, Ella" userId="992bbaf2-811d-42cb-a4d6-e7fc45e325e8" providerId="ADAL" clId="{FD49677A-144F-4211-A6DE-FD20304D9EF2}" dt="2025-05-27T15:59:50.684" v="339" actId="790"/>
          <ac:spMkLst>
            <pc:docMk/>
            <pc:sldMk cId="2810557230" sldId="1656"/>
            <ac:spMk id="5" creationId="{4D5ED9FB-7BAE-D6AD-57CE-4037F4215DB2}"/>
          </ac:spMkLst>
        </pc:spChg>
        <pc:picChg chg="add del">
          <ac:chgData name="Feist, Ella" userId="992bbaf2-811d-42cb-a4d6-e7fc45e325e8" providerId="ADAL" clId="{FD49677A-144F-4211-A6DE-FD20304D9EF2}" dt="2025-05-27T15:07:22.181" v="19" actId="478"/>
          <ac:picMkLst>
            <pc:docMk/>
            <pc:sldMk cId="2810557230" sldId="1656"/>
            <ac:picMk id="6" creationId="{7FD78727-6650-77B4-6BE1-933B08E54AB9}"/>
          </ac:picMkLst>
        </pc:picChg>
      </pc:sldChg>
      <pc:sldChg chg="modSp mod">
        <pc:chgData name="Feist, Ella" userId="992bbaf2-811d-42cb-a4d6-e7fc45e325e8" providerId="ADAL" clId="{FD49677A-144F-4211-A6DE-FD20304D9EF2}" dt="2025-05-27T15:59:50.684" v="339" actId="790"/>
        <pc:sldMkLst>
          <pc:docMk/>
          <pc:sldMk cId="2325013560" sldId="1657"/>
        </pc:sldMkLst>
        <pc:spChg chg="mod">
          <ac:chgData name="Feist, Ella" userId="992bbaf2-811d-42cb-a4d6-e7fc45e325e8" providerId="ADAL" clId="{FD49677A-144F-4211-A6DE-FD20304D9EF2}" dt="2025-05-27T15:59:50.684" v="339" actId="790"/>
          <ac:spMkLst>
            <pc:docMk/>
            <pc:sldMk cId="2325013560" sldId="1657"/>
            <ac:spMk id="4" creationId="{4F68FE44-4C1D-0286-5A31-F142F5529D05}"/>
          </ac:spMkLst>
        </pc:spChg>
        <pc:spChg chg="mod">
          <ac:chgData name="Feist, Ella" userId="992bbaf2-811d-42cb-a4d6-e7fc45e325e8" providerId="ADAL" clId="{FD49677A-144F-4211-A6DE-FD20304D9EF2}" dt="2025-05-27T15:59:50.684" v="339" actId="790"/>
          <ac:spMkLst>
            <pc:docMk/>
            <pc:sldMk cId="2325013560" sldId="1657"/>
            <ac:spMk id="5" creationId="{9CC7FE86-37C3-B3EC-F95D-18A9EE488359}"/>
          </ac:spMkLst>
        </pc:spChg>
        <pc:spChg chg="mod">
          <ac:chgData name="Feist, Ella" userId="992bbaf2-811d-42cb-a4d6-e7fc45e325e8" providerId="ADAL" clId="{FD49677A-144F-4211-A6DE-FD20304D9EF2}" dt="2025-05-27T15:59:50.684" v="339" actId="790"/>
          <ac:spMkLst>
            <pc:docMk/>
            <pc:sldMk cId="2325013560" sldId="1657"/>
            <ac:spMk id="6" creationId="{905143F8-2D59-AE98-88A6-C2AA463BAF35}"/>
          </ac:spMkLst>
        </pc:spChg>
      </pc:sldChg>
      <pc:sldChg chg="addSp delSp modSp mod chgLayout">
        <pc:chgData name="Feist, Ella" userId="992bbaf2-811d-42cb-a4d6-e7fc45e325e8" providerId="ADAL" clId="{FD49677A-144F-4211-A6DE-FD20304D9EF2}" dt="2025-05-28T07:54:19.370" v="360" actId="20577"/>
        <pc:sldMkLst>
          <pc:docMk/>
          <pc:sldMk cId="688323020" sldId="1658"/>
        </pc:sldMkLst>
        <pc:spChg chg="mod ord">
          <ac:chgData name="Feist, Ella" userId="992bbaf2-811d-42cb-a4d6-e7fc45e325e8" providerId="ADAL" clId="{FD49677A-144F-4211-A6DE-FD20304D9EF2}" dt="2025-05-27T15:59:50.684" v="339" actId="790"/>
          <ac:spMkLst>
            <pc:docMk/>
            <pc:sldMk cId="688323020" sldId="1658"/>
            <ac:spMk id="2" creationId="{D7EC235F-614F-714E-A97F-4FF50EFF14FD}"/>
          </ac:spMkLst>
        </pc:spChg>
        <pc:spChg chg="mod ord">
          <ac:chgData name="Feist, Ella" userId="992bbaf2-811d-42cb-a4d6-e7fc45e325e8" providerId="ADAL" clId="{FD49677A-144F-4211-A6DE-FD20304D9EF2}" dt="2025-05-27T15:59:50.684" v="339" actId="790"/>
          <ac:spMkLst>
            <pc:docMk/>
            <pc:sldMk cId="688323020" sldId="1658"/>
            <ac:spMk id="4" creationId="{E9C5A723-C0B1-124B-8CB6-AA3105C9A4E6}"/>
          </ac:spMkLst>
        </pc:spChg>
        <pc:spChg chg="mod ord">
          <ac:chgData name="Feist, Ella" userId="992bbaf2-811d-42cb-a4d6-e7fc45e325e8" providerId="ADAL" clId="{FD49677A-144F-4211-A6DE-FD20304D9EF2}" dt="2025-05-28T07:54:19.370" v="360" actId="20577"/>
          <ac:spMkLst>
            <pc:docMk/>
            <pc:sldMk cId="688323020" sldId="1658"/>
            <ac:spMk id="5" creationId="{CFD204AE-E217-C4A7-F448-7D2A2011FD15}"/>
          </ac:spMkLst>
        </pc:spChg>
      </pc:sldChg>
      <pc:sldChg chg="modSp mod">
        <pc:chgData name="Feist, Ella" userId="992bbaf2-811d-42cb-a4d6-e7fc45e325e8" providerId="ADAL" clId="{FD49677A-144F-4211-A6DE-FD20304D9EF2}" dt="2025-05-27T15:59:50.684" v="339" actId="790"/>
        <pc:sldMkLst>
          <pc:docMk/>
          <pc:sldMk cId="1344983836" sldId="1659"/>
        </pc:sldMkLst>
        <pc:spChg chg="mod">
          <ac:chgData name="Feist, Ella" userId="992bbaf2-811d-42cb-a4d6-e7fc45e325e8" providerId="ADAL" clId="{FD49677A-144F-4211-A6DE-FD20304D9EF2}" dt="2025-05-27T15:59:50.684" v="339" actId="790"/>
          <ac:spMkLst>
            <pc:docMk/>
            <pc:sldMk cId="1344983836" sldId="1659"/>
            <ac:spMk id="2" creationId="{A9A6FF77-D641-4417-92E7-11CC6238BF20}"/>
          </ac:spMkLst>
        </pc:spChg>
        <pc:spChg chg="mod">
          <ac:chgData name="Feist, Ella" userId="992bbaf2-811d-42cb-a4d6-e7fc45e325e8" providerId="ADAL" clId="{FD49677A-144F-4211-A6DE-FD20304D9EF2}" dt="2025-05-27T15:59:50.684" v="339" actId="790"/>
          <ac:spMkLst>
            <pc:docMk/>
            <pc:sldMk cId="1344983836" sldId="1659"/>
            <ac:spMk id="3" creationId="{E2DF8494-6C7B-C1EE-4F49-844A0FEF8811}"/>
          </ac:spMkLst>
        </pc:spChg>
        <pc:spChg chg="mod">
          <ac:chgData name="Feist, Ella" userId="992bbaf2-811d-42cb-a4d6-e7fc45e325e8" providerId="ADAL" clId="{FD49677A-144F-4211-A6DE-FD20304D9EF2}" dt="2025-05-27T15:59:50.684" v="339" actId="790"/>
          <ac:spMkLst>
            <pc:docMk/>
            <pc:sldMk cId="1344983836" sldId="1659"/>
            <ac:spMk id="4" creationId="{6B42246C-6743-24D6-7194-A65F936412BD}"/>
          </ac:spMkLst>
        </pc:spChg>
        <pc:spChg chg="mod">
          <ac:chgData name="Feist, Ella" userId="992bbaf2-811d-42cb-a4d6-e7fc45e325e8" providerId="ADAL" clId="{FD49677A-144F-4211-A6DE-FD20304D9EF2}" dt="2025-05-27T15:59:50.684" v="339" actId="790"/>
          <ac:spMkLst>
            <pc:docMk/>
            <pc:sldMk cId="1344983836" sldId="1659"/>
            <ac:spMk id="5" creationId="{91A8ED3D-B755-43C9-BCB1-DCF495C0C9DB}"/>
          </ac:spMkLst>
        </pc:spChg>
        <pc:graphicFrameChg chg="modGraphic">
          <ac:chgData name="Feist, Ella" userId="992bbaf2-811d-42cb-a4d6-e7fc45e325e8" providerId="ADAL" clId="{FD49677A-144F-4211-A6DE-FD20304D9EF2}" dt="2025-05-27T15:59:50.684" v="339" actId="790"/>
          <ac:graphicFrameMkLst>
            <pc:docMk/>
            <pc:sldMk cId="1344983836" sldId="1659"/>
            <ac:graphicFrameMk id="6" creationId="{3364AAAC-69C2-1718-3FB4-B6FD8D3A62E1}"/>
          </ac:graphicFrameMkLst>
        </pc:graphicFrameChg>
        <pc:graphicFrameChg chg="mod modGraphic">
          <ac:chgData name="Feist, Ella" userId="992bbaf2-811d-42cb-a4d6-e7fc45e325e8" providerId="ADAL" clId="{FD49677A-144F-4211-A6DE-FD20304D9EF2}" dt="2025-05-27T15:59:50.684" v="339" actId="790"/>
          <ac:graphicFrameMkLst>
            <pc:docMk/>
            <pc:sldMk cId="1344983836" sldId="1659"/>
            <ac:graphicFrameMk id="7" creationId="{62D763F9-BFBB-E694-CAE7-1523B4AB57E8}"/>
          </ac:graphicFrameMkLst>
        </pc:graphicFrameChg>
        <pc:graphicFrameChg chg="modGraphic">
          <ac:chgData name="Feist, Ella" userId="992bbaf2-811d-42cb-a4d6-e7fc45e325e8" providerId="ADAL" clId="{FD49677A-144F-4211-A6DE-FD20304D9EF2}" dt="2025-05-27T15:59:50.684" v="339" actId="790"/>
          <ac:graphicFrameMkLst>
            <pc:docMk/>
            <pc:sldMk cId="1344983836" sldId="1659"/>
            <ac:graphicFrameMk id="11" creationId="{D92E03D4-3E4F-31D5-E8C9-49B433B53D71}"/>
          </ac:graphicFrameMkLst>
        </pc:graphicFrameChg>
      </pc:sldChg>
      <pc:sldChg chg="addSp delSp modSp mod chgLayout">
        <pc:chgData name="Feist, Ella" userId="992bbaf2-811d-42cb-a4d6-e7fc45e325e8" providerId="ADAL" clId="{FD49677A-144F-4211-A6DE-FD20304D9EF2}" dt="2025-05-28T07:54:24.136" v="363" actId="20577"/>
        <pc:sldMkLst>
          <pc:docMk/>
          <pc:sldMk cId="2437277640" sldId="1660"/>
        </pc:sldMkLst>
        <pc:spChg chg="mod ord">
          <ac:chgData name="Feist, Ella" userId="992bbaf2-811d-42cb-a4d6-e7fc45e325e8" providerId="ADAL" clId="{FD49677A-144F-4211-A6DE-FD20304D9EF2}" dt="2025-05-27T15:59:50.684" v="339" actId="790"/>
          <ac:spMkLst>
            <pc:docMk/>
            <pc:sldMk cId="2437277640" sldId="1660"/>
            <ac:spMk id="2" creationId="{D7EC235F-614F-714E-A97F-4FF50EFF14FD}"/>
          </ac:spMkLst>
        </pc:spChg>
        <pc:spChg chg="mod ord">
          <ac:chgData name="Feist, Ella" userId="992bbaf2-811d-42cb-a4d6-e7fc45e325e8" providerId="ADAL" clId="{FD49677A-144F-4211-A6DE-FD20304D9EF2}" dt="2025-05-27T15:59:50.684" v="339" actId="790"/>
          <ac:spMkLst>
            <pc:docMk/>
            <pc:sldMk cId="2437277640" sldId="1660"/>
            <ac:spMk id="4" creationId="{E9C5A723-C0B1-124B-8CB6-AA3105C9A4E6}"/>
          </ac:spMkLst>
        </pc:spChg>
        <pc:spChg chg="mod ord">
          <ac:chgData name="Feist, Ella" userId="992bbaf2-811d-42cb-a4d6-e7fc45e325e8" providerId="ADAL" clId="{FD49677A-144F-4211-A6DE-FD20304D9EF2}" dt="2025-05-28T07:54:24.136" v="363" actId="20577"/>
          <ac:spMkLst>
            <pc:docMk/>
            <pc:sldMk cId="2437277640" sldId="1660"/>
            <ac:spMk id="5" creationId="{CFD204AE-E217-C4A7-F448-7D2A2011FD15}"/>
          </ac:spMkLst>
        </pc:spChg>
      </pc:sldChg>
      <pc:sldChg chg="modSp mod">
        <pc:chgData name="Feist, Ella" userId="992bbaf2-811d-42cb-a4d6-e7fc45e325e8" providerId="ADAL" clId="{FD49677A-144F-4211-A6DE-FD20304D9EF2}" dt="2025-05-27T15:59:50.684" v="339" actId="790"/>
        <pc:sldMkLst>
          <pc:docMk/>
          <pc:sldMk cId="1776916075" sldId="1661"/>
        </pc:sldMkLst>
        <pc:spChg chg="mod">
          <ac:chgData name="Feist, Ella" userId="992bbaf2-811d-42cb-a4d6-e7fc45e325e8" providerId="ADAL" clId="{FD49677A-144F-4211-A6DE-FD20304D9EF2}" dt="2025-05-27T15:59:50.684" v="339" actId="790"/>
          <ac:spMkLst>
            <pc:docMk/>
            <pc:sldMk cId="1776916075" sldId="1661"/>
            <ac:spMk id="3" creationId="{E1CF24F3-631B-8C9B-AFD5-B73EF761C8ED}"/>
          </ac:spMkLst>
        </pc:spChg>
        <pc:spChg chg="mod">
          <ac:chgData name="Feist, Ella" userId="992bbaf2-811d-42cb-a4d6-e7fc45e325e8" providerId="ADAL" clId="{FD49677A-144F-4211-A6DE-FD20304D9EF2}" dt="2025-05-27T15:59:50.684" v="339" actId="790"/>
          <ac:spMkLst>
            <pc:docMk/>
            <pc:sldMk cId="1776916075" sldId="1661"/>
            <ac:spMk id="4" creationId="{9ED32BBC-8A3B-5FB1-DB0F-B65F461BDA2D}"/>
          </ac:spMkLst>
        </pc:spChg>
      </pc:sldChg>
      <pc:sldChg chg="modSp mod">
        <pc:chgData name="Feist, Ella" userId="992bbaf2-811d-42cb-a4d6-e7fc45e325e8" providerId="ADAL" clId="{FD49677A-144F-4211-A6DE-FD20304D9EF2}" dt="2025-05-27T15:59:50.684" v="339" actId="790"/>
        <pc:sldMkLst>
          <pc:docMk/>
          <pc:sldMk cId="1646965339" sldId="1662"/>
        </pc:sldMkLst>
        <pc:spChg chg="mod">
          <ac:chgData name="Feist, Ella" userId="992bbaf2-811d-42cb-a4d6-e7fc45e325e8" providerId="ADAL" clId="{FD49677A-144F-4211-A6DE-FD20304D9EF2}" dt="2025-05-27T15:59:50.684" v="339" actId="790"/>
          <ac:spMkLst>
            <pc:docMk/>
            <pc:sldMk cId="1646965339" sldId="1662"/>
            <ac:spMk id="4" creationId="{7D2E1C6A-A74A-0989-0412-DCD4DAF24630}"/>
          </ac:spMkLst>
        </pc:spChg>
        <pc:spChg chg="mod">
          <ac:chgData name="Feist, Ella" userId="992bbaf2-811d-42cb-a4d6-e7fc45e325e8" providerId="ADAL" clId="{FD49677A-144F-4211-A6DE-FD20304D9EF2}" dt="2025-05-27T15:59:50.684" v="339" actId="790"/>
          <ac:spMkLst>
            <pc:docMk/>
            <pc:sldMk cId="1646965339" sldId="1662"/>
            <ac:spMk id="5" creationId="{1CDFEF0D-2894-D918-7374-B335204A5959}"/>
          </ac:spMkLst>
        </pc:spChg>
        <pc:spChg chg="mod">
          <ac:chgData name="Feist, Ella" userId="992bbaf2-811d-42cb-a4d6-e7fc45e325e8" providerId="ADAL" clId="{FD49677A-144F-4211-A6DE-FD20304D9EF2}" dt="2025-05-27T15:59:50.684" v="339" actId="790"/>
          <ac:spMkLst>
            <pc:docMk/>
            <pc:sldMk cId="1646965339" sldId="1662"/>
            <ac:spMk id="6" creationId="{1BF3A57B-8210-DACA-49CD-9583C8D12C96}"/>
          </ac:spMkLst>
        </pc:spChg>
      </pc:sldChg>
      <pc:sldChg chg="addSp delSp modSp mod chgLayout">
        <pc:chgData name="Feist, Ella" userId="992bbaf2-811d-42cb-a4d6-e7fc45e325e8" providerId="ADAL" clId="{FD49677A-144F-4211-A6DE-FD20304D9EF2}" dt="2025-05-27T15:59:50.684" v="339" actId="790"/>
        <pc:sldMkLst>
          <pc:docMk/>
          <pc:sldMk cId="3930449760" sldId="1663"/>
        </pc:sldMkLst>
        <pc:spChg chg="mod ord">
          <ac:chgData name="Feist, Ella" userId="992bbaf2-811d-42cb-a4d6-e7fc45e325e8" providerId="ADAL" clId="{FD49677A-144F-4211-A6DE-FD20304D9EF2}" dt="2025-05-27T15:59:50.684" v="339" actId="790"/>
          <ac:spMkLst>
            <pc:docMk/>
            <pc:sldMk cId="3930449760" sldId="1663"/>
            <ac:spMk id="2" creationId="{D7EC235F-614F-714E-A97F-4FF50EFF14FD}"/>
          </ac:spMkLst>
        </pc:spChg>
        <pc:spChg chg="mod ord">
          <ac:chgData name="Feist, Ella" userId="992bbaf2-811d-42cb-a4d6-e7fc45e325e8" providerId="ADAL" clId="{FD49677A-144F-4211-A6DE-FD20304D9EF2}" dt="2025-05-27T15:59:50.684" v="339" actId="790"/>
          <ac:spMkLst>
            <pc:docMk/>
            <pc:sldMk cId="3930449760" sldId="1663"/>
            <ac:spMk id="4" creationId="{E9C5A723-C0B1-124B-8CB6-AA3105C9A4E6}"/>
          </ac:spMkLst>
        </pc:spChg>
        <pc:spChg chg="mod ord">
          <ac:chgData name="Feist, Ella" userId="992bbaf2-811d-42cb-a4d6-e7fc45e325e8" providerId="ADAL" clId="{FD49677A-144F-4211-A6DE-FD20304D9EF2}" dt="2025-05-27T15:59:50.684" v="339" actId="790"/>
          <ac:spMkLst>
            <pc:docMk/>
            <pc:sldMk cId="3930449760" sldId="1663"/>
            <ac:spMk id="5" creationId="{CFD204AE-E217-C4A7-F448-7D2A2011FD15}"/>
          </ac:spMkLst>
        </pc:spChg>
      </pc:sldChg>
      <pc:sldChg chg="modSp mod">
        <pc:chgData name="Feist, Ella" userId="992bbaf2-811d-42cb-a4d6-e7fc45e325e8" providerId="ADAL" clId="{FD49677A-144F-4211-A6DE-FD20304D9EF2}" dt="2025-05-27T15:59:50.684" v="339" actId="790"/>
        <pc:sldMkLst>
          <pc:docMk/>
          <pc:sldMk cId="1875035603" sldId="1664"/>
        </pc:sldMkLst>
        <pc:spChg chg="mod">
          <ac:chgData name="Feist, Ella" userId="992bbaf2-811d-42cb-a4d6-e7fc45e325e8" providerId="ADAL" clId="{FD49677A-144F-4211-A6DE-FD20304D9EF2}" dt="2025-05-27T15:59:50.684" v="339" actId="790"/>
          <ac:spMkLst>
            <pc:docMk/>
            <pc:sldMk cId="1875035603" sldId="1664"/>
            <ac:spMk id="2" creationId="{02E6CF61-786D-3000-FA6F-1568903EC1D8}"/>
          </ac:spMkLst>
        </pc:spChg>
        <pc:spChg chg="mod">
          <ac:chgData name="Feist, Ella" userId="992bbaf2-811d-42cb-a4d6-e7fc45e325e8" providerId="ADAL" clId="{FD49677A-144F-4211-A6DE-FD20304D9EF2}" dt="2025-05-27T15:59:50.684" v="339" actId="790"/>
          <ac:spMkLst>
            <pc:docMk/>
            <pc:sldMk cId="1875035603" sldId="1664"/>
            <ac:spMk id="3" creationId="{70CD2C97-3778-14A0-4E33-4AFF425AEB16}"/>
          </ac:spMkLst>
        </pc:spChg>
        <pc:spChg chg="mod">
          <ac:chgData name="Feist, Ella" userId="992bbaf2-811d-42cb-a4d6-e7fc45e325e8" providerId="ADAL" clId="{FD49677A-144F-4211-A6DE-FD20304D9EF2}" dt="2025-05-27T15:59:50.684" v="339" actId="790"/>
          <ac:spMkLst>
            <pc:docMk/>
            <pc:sldMk cId="1875035603" sldId="1664"/>
            <ac:spMk id="4" creationId="{424E3E85-B8ED-4764-CCBA-C0F0044505C4}"/>
          </ac:spMkLst>
        </pc:spChg>
      </pc:sldChg>
      <pc:sldMasterChg chg="del delSldLayout">
        <pc:chgData name="Feist, Ella" userId="992bbaf2-811d-42cb-a4d6-e7fc45e325e8" providerId="ADAL" clId="{FD49677A-144F-4211-A6DE-FD20304D9EF2}" dt="2025-05-27T15:06:14.217" v="1"/>
        <pc:sldMasterMkLst>
          <pc:docMk/>
          <pc:sldMasterMk cId="1433300368" sldId="2147483799"/>
        </pc:sldMasterMkLst>
        <pc:sldLayoutChg chg="del">
          <pc:chgData name="Feist, Ella" userId="992bbaf2-811d-42cb-a4d6-e7fc45e325e8" providerId="ADAL" clId="{FD49677A-144F-4211-A6DE-FD20304D9EF2}" dt="2025-05-27T15:06:14.217" v="1"/>
          <pc:sldLayoutMkLst>
            <pc:docMk/>
            <pc:sldMasterMk cId="1433300368" sldId="2147483799"/>
            <pc:sldLayoutMk cId="1527291370" sldId="2147483818"/>
          </pc:sldLayoutMkLst>
        </pc:sldLayoutChg>
        <pc:sldLayoutChg chg="del">
          <pc:chgData name="Feist, Ella" userId="992bbaf2-811d-42cb-a4d6-e7fc45e325e8" providerId="ADAL" clId="{FD49677A-144F-4211-A6DE-FD20304D9EF2}" dt="2025-05-27T15:06:14.217" v="1"/>
          <pc:sldLayoutMkLst>
            <pc:docMk/>
            <pc:sldMasterMk cId="1433300368" sldId="2147483799"/>
            <pc:sldLayoutMk cId="3562340024" sldId="2147483819"/>
          </pc:sldLayoutMkLst>
        </pc:sldLayoutChg>
        <pc:sldLayoutChg chg="del">
          <pc:chgData name="Feist, Ella" userId="992bbaf2-811d-42cb-a4d6-e7fc45e325e8" providerId="ADAL" clId="{FD49677A-144F-4211-A6DE-FD20304D9EF2}" dt="2025-05-27T15:06:14.217" v="1"/>
          <pc:sldLayoutMkLst>
            <pc:docMk/>
            <pc:sldMasterMk cId="1433300368" sldId="2147483799"/>
            <pc:sldLayoutMk cId="520181862" sldId="2147483820"/>
          </pc:sldLayoutMkLst>
        </pc:sldLayoutChg>
      </pc:sldMasterChg>
      <pc:sldMasterChg chg="del delSldLayout">
        <pc:chgData name="Feist, Ella" userId="992bbaf2-811d-42cb-a4d6-e7fc45e325e8" providerId="ADAL" clId="{FD49677A-144F-4211-A6DE-FD20304D9EF2}" dt="2025-05-27T15:06:14.217" v="1"/>
        <pc:sldMasterMkLst>
          <pc:docMk/>
          <pc:sldMasterMk cId="4045664613" sldId="2147483821"/>
        </pc:sldMasterMkLst>
        <pc:sldLayoutChg chg="del">
          <pc:chgData name="Feist, Ella" userId="992bbaf2-811d-42cb-a4d6-e7fc45e325e8" providerId="ADAL" clId="{FD49677A-144F-4211-A6DE-FD20304D9EF2}" dt="2025-05-27T15:06:14.217" v="1"/>
          <pc:sldLayoutMkLst>
            <pc:docMk/>
            <pc:sldMasterMk cId="4045664613" sldId="2147483821"/>
            <pc:sldLayoutMk cId="1659487629" sldId="2147483822"/>
          </pc:sldLayoutMkLst>
        </pc:sldLayoutChg>
        <pc:sldLayoutChg chg="del">
          <pc:chgData name="Feist, Ella" userId="992bbaf2-811d-42cb-a4d6-e7fc45e325e8" providerId="ADAL" clId="{FD49677A-144F-4211-A6DE-FD20304D9EF2}" dt="2025-05-27T15:06:14.217" v="1"/>
          <pc:sldLayoutMkLst>
            <pc:docMk/>
            <pc:sldMasterMk cId="4045664613" sldId="2147483821"/>
            <pc:sldLayoutMk cId="3209770388" sldId="2147483823"/>
          </pc:sldLayoutMkLst>
        </pc:sldLayoutChg>
        <pc:sldLayoutChg chg="del">
          <pc:chgData name="Feist, Ella" userId="992bbaf2-811d-42cb-a4d6-e7fc45e325e8" providerId="ADAL" clId="{FD49677A-144F-4211-A6DE-FD20304D9EF2}" dt="2025-05-27T15:06:14.217" v="1"/>
          <pc:sldLayoutMkLst>
            <pc:docMk/>
            <pc:sldMasterMk cId="4045664613" sldId="2147483821"/>
            <pc:sldLayoutMk cId="2989585299" sldId="2147483824"/>
          </pc:sldLayoutMkLst>
        </pc:sldLayoutChg>
        <pc:sldLayoutChg chg="del">
          <pc:chgData name="Feist, Ella" userId="992bbaf2-811d-42cb-a4d6-e7fc45e325e8" providerId="ADAL" clId="{FD49677A-144F-4211-A6DE-FD20304D9EF2}" dt="2025-05-27T15:06:14.217" v="1"/>
          <pc:sldLayoutMkLst>
            <pc:docMk/>
            <pc:sldMasterMk cId="4045664613" sldId="2147483821"/>
            <pc:sldLayoutMk cId="771702010" sldId="2147483825"/>
          </pc:sldLayoutMkLst>
        </pc:sldLayoutChg>
      </pc:sldMasterChg>
      <pc:sldMasterChg chg="del delSldLayout">
        <pc:chgData name="Feist, Ella" userId="992bbaf2-811d-42cb-a4d6-e7fc45e325e8" providerId="ADAL" clId="{FD49677A-144F-4211-A6DE-FD20304D9EF2}" dt="2025-05-27T15:06:14.217" v="1"/>
        <pc:sldMasterMkLst>
          <pc:docMk/>
          <pc:sldMasterMk cId="3391850710" sldId="2147483826"/>
        </pc:sldMasterMkLst>
        <pc:sldLayoutChg chg="del">
          <pc:chgData name="Feist, Ella" userId="992bbaf2-811d-42cb-a4d6-e7fc45e325e8" providerId="ADAL" clId="{FD49677A-144F-4211-A6DE-FD20304D9EF2}" dt="2025-05-27T15:06:14.217" v="1"/>
          <pc:sldLayoutMkLst>
            <pc:docMk/>
            <pc:sldMasterMk cId="3391850710" sldId="2147483826"/>
            <pc:sldLayoutMk cId="186167143" sldId="2147483827"/>
          </pc:sldLayoutMkLst>
        </pc:sldLayoutChg>
        <pc:sldLayoutChg chg="del">
          <pc:chgData name="Feist, Ella" userId="992bbaf2-811d-42cb-a4d6-e7fc45e325e8" providerId="ADAL" clId="{FD49677A-144F-4211-A6DE-FD20304D9EF2}" dt="2025-05-27T15:06:14.217" v="1"/>
          <pc:sldLayoutMkLst>
            <pc:docMk/>
            <pc:sldMasterMk cId="3391850710" sldId="2147483826"/>
            <pc:sldLayoutMk cId="4273777609" sldId="2147483828"/>
          </pc:sldLayoutMkLst>
        </pc:sldLayoutChg>
        <pc:sldLayoutChg chg="del">
          <pc:chgData name="Feist, Ella" userId="992bbaf2-811d-42cb-a4d6-e7fc45e325e8" providerId="ADAL" clId="{FD49677A-144F-4211-A6DE-FD20304D9EF2}" dt="2025-05-27T15:06:14.217" v="1"/>
          <pc:sldLayoutMkLst>
            <pc:docMk/>
            <pc:sldMasterMk cId="3391850710" sldId="2147483826"/>
            <pc:sldLayoutMk cId="928190420" sldId="2147483829"/>
          </pc:sldLayoutMkLst>
        </pc:sldLayoutChg>
        <pc:sldLayoutChg chg="del">
          <pc:chgData name="Feist, Ella" userId="992bbaf2-811d-42cb-a4d6-e7fc45e325e8" providerId="ADAL" clId="{FD49677A-144F-4211-A6DE-FD20304D9EF2}" dt="2025-05-27T15:06:14.217" v="1"/>
          <pc:sldLayoutMkLst>
            <pc:docMk/>
            <pc:sldMasterMk cId="3391850710" sldId="2147483826"/>
            <pc:sldLayoutMk cId="778525727" sldId="2147483830"/>
          </pc:sldLayoutMkLst>
        </pc:sldLayoutChg>
      </pc:sldMasterChg>
      <pc:sldMasterChg chg="del delSldLayout">
        <pc:chgData name="Feist, Ella" userId="992bbaf2-811d-42cb-a4d6-e7fc45e325e8" providerId="ADAL" clId="{FD49677A-144F-4211-A6DE-FD20304D9EF2}" dt="2025-05-27T15:06:14.217" v="1"/>
        <pc:sldMasterMkLst>
          <pc:docMk/>
          <pc:sldMasterMk cId="3899971177" sldId="2147483831"/>
        </pc:sldMasterMkLst>
        <pc:sldLayoutChg chg="del">
          <pc:chgData name="Feist, Ella" userId="992bbaf2-811d-42cb-a4d6-e7fc45e325e8" providerId="ADAL" clId="{FD49677A-144F-4211-A6DE-FD20304D9EF2}" dt="2025-05-27T15:06:14.217" v="1"/>
          <pc:sldLayoutMkLst>
            <pc:docMk/>
            <pc:sldMasterMk cId="3899971177" sldId="2147483831"/>
            <pc:sldLayoutMk cId="1296847754" sldId="2147483832"/>
          </pc:sldLayoutMkLst>
        </pc:sldLayoutChg>
        <pc:sldLayoutChg chg="del">
          <pc:chgData name="Feist, Ella" userId="992bbaf2-811d-42cb-a4d6-e7fc45e325e8" providerId="ADAL" clId="{FD49677A-144F-4211-A6DE-FD20304D9EF2}" dt="2025-05-27T15:06:14.217" v="1"/>
          <pc:sldLayoutMkLst>
            <pc:docMk/>
            <pc:sldMasterMk cId="3899971177" sldId="2147483831"/>
            <pc:sldLayoutMk cId="2124554007" sldId="2147483833"/>
          </pc:sldLayoutMkLst>
        </pc:sldLayoutChg>
        <pc:sldLayoutChg chg="del">
          <pc:chgData name="Feist, Ella" userId="992bbaf2-811d-42cb-a4d6-e7fc45e325e8" providerId="ADAL" clId="{FD49677A-144F-4211-A6DE-FD20304D9EF2}" dt="2025-05-27T15:06:14.217" v="1"/>
          <pc:sldLayoutMkLst>
            <pc:docMk/>
            <pc:sldMasterMk cId="3899971177" sldId="2147483831"/>
            <pc:sldLayoutMk cId="2692646997" sldId="2147483834"/>
          </pc:sldLayoutMkLst>
        </pc:sldLayoutChg>
        <pc:sldLayoutChg chg="del">
          <pc:chgData name="Feist, Ella" userId="992bbaf2-811d-42cb-a4d6-e7fc45e325e8" providerId="ADAL" clId="{FD49677A-144F-4211-A6DE-FD20304D9EF2}" dt="2025-05-27T15:06:14.217" v="1"/>
          <pc:sldLayoutMkLst>
            <pc:docMk/>
            <pc:sldMasterMk cId="3899971177" sldId="2147483831"/>
            <pc:sldLayoutMk cId="164223612" sldId="2147483835"/>
          </pc:sldLayoutMkLst>
        </pc:sldLayoutChg>
      </pc:sldMasterChg>
      <pc:sldMasterChg chg="del delSldLayout">
        <pc:chgData name="Feist, Ella" userId="992bbaf2-811d-42cb-a4d6-e7fc45e325e8" providerId="ADAL" clId="{FD49677A-144F-4211-A6DE-FD20304D9EF2}" dt="2025-05-27T15:06:14.217" v="1"/>
        <pc:sldMasterMkLst>
          <pc:docMk/>
          <pc:sldMasterMk cId="4061346496" sldId="2147483836"/>
        </pc:sldMasterMkLst>
        <pc:sldLayoutChg chg="del">
          <pc:chgData name="Feist, Ella" userId="992bbaf2-811d-42cb-a4d6-e7fc45e325e8" providerId="ADAL" clId="{FD49677A-144F-4211-A6DE-FD20304D9EF2}" dt="2025-05-27T15:06:14.217" v="1"/>
          <pc:sldLayoutMkLst>
            <pc:docMk/>
            <pc:sldMasterMk cId="4061346496" sldId="2147483836"/>
            <pc:sldLayoutMk cId="1342340652" sldId="2147483837"/>
          </pc:sldLayoutMkLst>
        </pc:sldLayoutChg>
        <pc:sldLayoutChg chg="del">
          <pc:chgData name="Feist, Ella" userId="992bbaf2-811d-42cb-a4d6-e7fc45e325e8" providerId="ADAL" clId="{FD49677A-144F-4211-A6DE-FD20304D9EF2}" dt="2025-05-27T15:06:14.217" v="1"/>
          <pc:sldLayoutMkLst>
            <pc:docMk/>
            <pc:sldMasterMk cId="4061346496" sldId="2147483836"/>
            <pc:sldLayoutMk cId="1129306061" sldId="2147483838"/>
          </pc:sldLayoutMkLst>
        </pc:sldLayoutChg>
        <pc:sldLayoutChg chg="del">
          <pc:chgData name="Feist, Ella" userId="992bbaf2-811d-42cb-a4d6-e7fc45e325e8" providerId="ADAL" clId="{FD49677A-144F-4211-A6DE-FD20304D9EF2}" dt="2025-05-27T15:06:14.217" v="1"/>
          <pc:sldLayoutMkLst>
            <pc:docMk/>
            <pc:sldMasterMk cId="4061346496" sldId="2147483836"/>
            <pc:sldLayoutMk cId="291058354" sldId="2147483839"/>
          </pc:sldLayoutMkLst>
        </pc:sldLayoutChg>
        <pc:sldLayoutChg chg="del">
          <pc:chgData name="Feist, Ella" userId="992bbaf2-811d-42cb-a4d6-e7fc45e325e8" providerId="ADAL" clId="{FD49677A-144F-4211-A6DE-FD20304D9EF2}" dt="2025-05-27T15:06:14.217" v="1"/>
          <pc:sldLayoutMkLst>
            <pc:docMk/>
            <pc:sldMasterMk cId="4061346496" sldId="2147483836"/>
            <pc:sldLayoutMk cId="1057880355" sldId="2147483840"/>
          </pc:sldLayoutMkLst>
        </pc:sldLayoutChg>
      </pc:sldMasterChg>
      <pc:sldMasterChg chg="del delSldLayout">
        <pc:chgData name="Feist, Ella" userId="992bbaf2-811d-42cb-a4d6-e7fc45e325e8" providerId="ADAL" clId="{FD49677A-144F-4211-A6DE-FD20304D9EF2}" dt="2025-05-27T15:06:14.217" v="1"/>
        <pc:sldMasterMkLst>
          <pc:docMk/>
          <pc:sldMasterMk cId="1513994161" sldId="2147483841"/>
        </pc:sldMasterMkLst>
        <pc:sldLayoutChg chg="del">
          <pc:chgData name="Feist, Ella" userId="992bbaf2-811d-42cb-a4d6-e7fc45e325e8" providerId="ADAL" clId="{FD49677A-144F-4211-A6DE-FD20304D9EF2}" dt="2025-05-27T15:06:14.217" v="1"/>
          <pc:sldLayoutMkLst>
            <pc:docMk/>
            <pc:sldMasterMk cId="1513994161" sldId="2147483841"/>
            <pc:sldLayoutMk cId="2408842378" sldId="2147483842"/>
          </pc:sldLayoutMkLst>
        </pc:sldLayoutChg>
        <pc:sldLayoutChg chg="del">
          <pc:chgData name="Feist, Ella" userId="992bbaf2-811d-42cb-a4d6-e7fc45e325e8" providerId="ADAL" clId="{FD49677A-144F-4211-A6DE-FD20304D9EF2}" dt="2025-05-27T15:06:14.217" v="1"/>
          <pc:sldLayoutMkLst>
            <pc:docMk/>
            <pc:sldMasterMk cId="1513994161" sldId="2147483841"/>
            <pc:sldLayoutMk cId="3257542985" sldId="2147483843"/>
          </pc:sldLayoutMkLst>
        </pc:sldLayoutChg>
        <pc:sldLayoutChg chg="del">
          <pc:chgData name="Feist, Ella" userId="992bbaf2-811d-42cb-a4d6-e7fc45e325e8" providerId="ADAL" clId="{FD49677A-144F-4211-A6DE-FD20304D9EF2}" dt="2025-05-27T15:06:14.217" v="1"/>
          <pc:sldLayoutMkLst>
            <pc:docMk/>
            <pc:sldMasterMk cId="1513994161" sldId="2147483841"/>
            <pc:sldLayoutMk cId="57802930" sldId="2147483844"/>
          </pc:sldLayoutMkLst>
        </pc:sldLayoutChg>
        <pc:sldLayoutChg chg="del">
          <pc:chgData name="Feist, Ella" userId="992bbaf2-811d-42cb-a4d6-e7fc45e325e8" providerId="ADAL" clId="{FD49677A-144F-4211-A6DE-FD20304D9EF2}" dt="2025-05-27T15:06:14.217" v="1"/>
          <pc:sldLayoutMkLst>
            <pc:docMk/>
            <pc:sldMasterMk cId="1513994161" sldId="2147483841"/>
            <pc:sldLayoutMk cId="892830820" sldId="2147483845"/>
          </pc:sldLayoutMkLst>
        </pc:sldLayoutChg>
      </pc:sldMasterChg>
      <pc:sldMasterChg chg="del delSldLayout">
        <pc:chgData name="Feist, Ella" userId="992bbaf2-811d-42cb-a4d6-e7fc45e325e8" providerId="ADAL" clId="{FD49677A-144F-4211-A6DE-FD20304D9EF2}" dt="2025-05-27T15:06:14.217" v="1"/>
        <pc:sldMasterMkLst>
          <pc:docMk/>
          <pc:sldMasterMk cId="1256176808" sldId="2147483846"/>
        </pc:sldMasterMkLst>
        <pc:sldLayoutChg chg="del">
          <pc:chgData name="Feist, Ella" userId="992bbaf2-811d-42cb-a4d6-e7fc45e325e8" providerId="ADAL" clId="{FD49677A-144F-4211-A6DE-FD20304D9EF2}" dt="2025-05-27T15:06:14.217" v="1"/>
          <pc:sldLayoutMkLst>
            <pc:docMk/>
            <pc:sldMasterMk cId="1256176808" sldId="2147483846"/>
            <pc:sldLayoutMk cId="1930662052" sldId="2147483847"/>
          </pc:sldLayoutMkLst>
        </pc:sldLayoutChg>
        <pc:sldLayoutChg chg="del">
          <pc:chgData name="Feist, Ella" userId="992bbaf2-811d-42cb-a4d6-e7fc45e325e8" providerId="ADAL" clId="{FD49677A-144F-4211-A6DE-FD20304D9EF2}" dt="2025-05-27T15:06:14.217" v="1"/>
          <pc:sldLayoutMkLst>
            <pc:docMk/>
            <pc:sldMasterMk cId="1256176808" sldId="2147483846"/>
            <pc:sldLayoutMk cId="2862166332" sldId="2147483848"/>
          </pc:sldLayoutMkLst>
        </pc:sldLayoutChg>
        <pc:sldLayoutChg chg="del">
          <pc:chgData name="Feist, Ella" userId="992bbaf2-811d-42cb-a4d6-e7fc45e325e8" providerId="ADAL" clId="{FD49677A-144F-4211-A6DE-FD20304D9EF2}" dt="2025-05-27T15:06:14.217" v="1"/>
          <pc:sldLayoutMkLst>
            <pc:docMk/>
            <pc:sldMasterMk cId="1256176808" sldId="2147483846"/>
            <pc:sldLayoutMk cId="4243011970" sldId="2147483849"/>
          </pc:sldLayoutMkLst>
        </pc:sldLayoutChg>
        <pc:sldLayoutChg chg="del">
          <pc:chgData name="Feist, Ella" userId="992bbaf2-811d-42cb-a4d6-e7fc45e325e8" providerId="ADAL" clId="{FD49677A-144F-4211-A6DE-FD20304D9EF2}" dt="2025-05-27T15:06:14.217" v="1"/>
          <pc:sldLayoutMkLst>
            <pc:docMk/>
            <pc:sldMasterMk cId="1256176808" sldId="2147483846"/>
            <pc:sldLayoutMk cId="787685289" sldId="2147483850"/>
          </pc:sldLayoutMkLst>
        </pc:sldLayoutChg>
      </pc:sldMasterChg>
      <pc:sldMasterChg chg="del delSldLayout">
        <pc:chgData name="Feist, Ella" userId="992bbaf2-811d-42cb-a4d6-e7fc45e325e8" providerId="ADAL" clId="{FD49677A-144F-4211-A6DE-FD20304D9EF2}" dt="2025-05-27T15:06:14.217" v="1"/>
        <pc:sldMasterMkLst>
          <pc:docMk/>
          <pc:sldMasterMk cId="3031503955" sldId="2147483919"/>
        </pc:sldMasterMkLst>
        <pc:sldLayoutChg chg="del">
          <pc:chgData name="Feist, Ella" userId="992bbaf2-811d-42cb-a4d6-e7fc45e325e8" providerId="ADAL" clId="{FD49677A-144F-4211-A6DE-FD20304D9EF2}" dt="2025-05-27T15:06:14.217" v="1"/>
          <pc:sldLayoutMkLst>
            <pc:docMk/>
            <pc:sldMasterMk cId="3031503955" sldId="2147483919"/>
            <pc:sldLayoutMk cId="2893047665" sldId="2147483920"/>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2311018602" sldId="2147483921"/>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409655489" sldId="2147483922"/>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1924027665" sldId="2147483923"/>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1365561193" sldId="2147483924"/>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2092895715" sldId="2147483925"/>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3044172282" sldId="2147483926"/>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3760372723" sldId="2147483927"/>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62625303" sldId="2147483928"/>
          </pc:sldLayoutMkLst>
        </pc:sldLayoutChg>
        <pc:sldLayoutChg chg="del">
          <pc:chgData name="Feist, Ella" userId="992bbaf2-811d-42cb-a4d6-e7fc45e325e8" providerId="ADAL" clId="{FD49677A-144F-4211-A6DE-FD20304D9EF2}" dt="2025-05-27T15:06:14.217" v="1"/>
          <pc:sldLayoutMkLst>
            <pc:docMk/>
            <pc:sldMasterMk cId="3031503955" sldId="2147483919"/>
            <pc:sldLayoutMk cId="641472249" sldId="2147483929"/>
          </pc:sldLayoutMkLst>
        </pc:sldLayoutChg>
      </pc:sldMasterChg>
      <pc:sldMasterChg chg="del delSldLayout">
        <pc:chgData name="Feist, Ella" userId="992bbaf2-811d-42cb-a4d6-e7fc45e325e8" providerId="ADAL" clId="{FD49677A-144F-4211-A6DE-FD20304D9EF2}" dt="2025-05-27T15:06:14.217" v="1"/>
        <pc:sldMasterMkLst>
          <pc:docMk/>
          <pc:sldMasterMk cId="537580445" sldId="2147483941"/>
        </pc:sldMasterMkLst>
        <pc:sldLayoutChg chg="del">
          <pc:chgData name="Feist, Ella" userId="992bbaf2-811d-42cb-a4d6-e7fc45e325e8" providerId="ADAL" clId="{FD49677A-144F-4211-A6DE-FD20304D9EF2}" dt="2025-05-27T15:06:14.217" v="1"/>
          <pc:sldLayoutMkLst>
            <pc:docMk/>
            <pc:sldMasterMk cId="537580445" sldId="2147483941"/>
            <pc:sldLayoutMk cId="3655050728" sldId="2147483942"/>
          </pc:sldLayoutMkLst>
        </pc:sldLayoutChg>
        <pc:sldLayoutChg chg="del">
          <pc:chgData name="Feist, Ella" userId="992bbaf2-811d-42cb-a4d6-e7fc45e325e8" providerId="ADAL" clId="{FD49677A-144F-4211-A6DE-FD20304D9EF2}" dt="2025-05-27T15:06:14.217" v="1"/>
          <pc:sldLayoutMkLst>
            <pc:docMk/>
            <pc:sldMasterMk cId="537580445" sldId="2147483941"/>
            <pc:sldLayoutMk cId="191104469" sldId="2147483948"/>
          </pc:sldLayoutMkLst>
        </pc:sldLayoutChg>
        <pc:sldLayoutChg chg="del">
          <pc:chgData name="Feist, Ella" userId="992bbaf2-811d-42cb-a4d6-e7fc45e325e8" providerId="ADAL" clId="{FD49677A-144F-4211-A6DE-FD20304D9EF2}" dt="2025-05-27T15:06:14.217" v="1"/>
          <pc:sldLayoutMkLst>
            <pc:docMk/>
            <pc:sldMasterMk cId="537580445" sldId="2147483941"/>
            <pc:sldLayoutMk cId="3106673082" sldId="2147483949"/>
          </pc:sldLayoutMkLst>
        </pc:sldLayoutChg>
        <pc:sldLayoutChg chg="del">
          <pc:chgData name="Feist, Ella" userId="992bbaf2-811d-42cb-a4d6-e7fc45e325e8" providerId="ADAL" clId="{FD49677A-144F-4211-A6DE-FD20304D9EF2}" dt="2025-05-27T15:06:14.217" v="1"/>
          <pc:sldLayoutMkLst>
            <pc:docMk/>
            <pc:sldMasterMk cId="537580445" sldId="2147483941"/>
            <pc:sldLayoutMk cId="2883798060" sldId="2147483950"/>
          </pc:sldLayoutMkLst>
        </pc:sldLayoutChg>
        <pc:sldLayoutChg chg="del">
          <pc:chgData name="Feist, Ella" userId="992bbaf2-811d-42cb-a4d6-e7fc45e325e8" providerId="ADAL" clId="{FD49677A-144F-4211-A6DE-FD20304D9EF2}" dt="2025-05-27T15:06:14.217" v="1"/>
          <pc:sldLayoutMkLst>
            <pc:docMk/>
            <pc:sldMasterMk cId="537580445" sldId="2147483941"/>
            <pc:sldLayoutMk cId="4228679101" sldId="2147483951"/>
          </pc:sldLayoutMkLst>
        </pc:sldLayoutChg>
      </pc:sldMasterChg>
      <pc:sldMasterChg chg="del delSldLayout">
        <pc:chgData name="Feist, Ella" userId="992bbaf2-811d-42cb-a4d6-e7fc45e325e8" providerId="ADAL" clId="{FD49677A-144F-4211-A6DE-FD20304D9EF2}" dt="2025-05-27T15:06:14.217" v="1"/>
        <pc:sldMasterMkLst>
          <pc:docMk/>
          <pc:sldMasterMk cId="1502784078" sldId="2147483943"/>
        </pc:sldMasterMkLst>
        <pc:sldLayoutChg chg="del">
          <pc:chgData name="Feist, Ella" userId="992bbaf2-811d-42cb-a4d6-e7fc45e325e8" providerId="ADAL" clId="{FD49677A-144F-4211-A6DE-FD20304D9EF2}" dt="2025-05-27T15:06:14.217" v="1"/>
          <pc:sldLayoutMkLst>
            <pc:docMk/>
            <pc:sldMasterMk cId="1502784078" sldId="2147483943"/>
            <pc:sldLayoutMk cId="3733918436" sldId="2147483944"/>
          </pc:sldLayoutMkLst>
        </pc:sldLayoutChg>
        <pc:sldLayoutChg chg="del">
          <pc:chgData name="Feist, Ella" userId="992bbaf2-811d-42cb-a4d6-e7fc45e325e8" providerId="ADAL" clId="{FD49677A-144F-4211-A6DE-FD20304D9EF2}" dt="2025-05-27T15:06:14.217" v="1"/>
          <pc:sldLayoutMkLst>
            <pc:docMk/>
            <pc:sldMasterMk cId="1502784078" sldId="2147483943"/>
            <pc:sldLayoutMk cId="714599208" sldId="2147483952"/>
          </pc:sldLayoutMkLst>
        </pc:sldLayoutChg>
        <pc:sldLayoutChg chg="del">
          <pc:chgData name="Feist, Ella" userId="992bbaf2-811d-42cb-a4d6-e7fc45e325e8" providerId="ADAL" clId="{FD49677A-144F-4211-A6DE-FD20304D9EF2}" dt="2025-05-27T15:06:14.217" v="1"/>
          <pc:sldLayoutMkLst>
            <pc:docMk/>
            <pc:sldMasterMk cId="1502784078" sldId="2147483943"/>
            <pc:sldLayoutMk cId="785506021" sldId="2147483953"/>
          </pc:sldLayoutMkLst>
        </pc:sldLayoutChg>
        <pc:sldLayoutChg chg="del">
          <pc:chgData name="Feist, Ella" userId="992bbaf2-811d-42cb-a4d6-e7fc45e325e8" providerId="ADAL" clId="{FD49677A-144F-4211-A6DE-FD20304D9EF2}" dt="2025-05-27T15:06:14.217" v="1"/>
          <pc:sldLayoutMkLst>
            <pc:docMk/>
            <pc:sldMasterMk cId="1502784078" sldId="2147483943"/>
            <pc:sldLayoutMk cId="1326846653" sldId="2147483954"/>
          </pc:sldLayoutMkLst>
        </pc:sldLayoutChg>
        <pc:sldLayoutChg chg="del">
          <pc:chgData name="Feist, Ella" userId="992bbaf2-811d-42cb-a4d6-e7fc45e325e8" providerId="ADAL" clId="{FD49677A-144F-4211-A6DE-FD20304D9EF2}" dt="2025-05-27T15:06:14.217" v="1"/>
          <pc:sldLayoutMkLst>
            <pc:docMk/>
            <pc:sldMasterMk cId="1502784078" sldId="2147483943"/>
            <pc:sldLayoutMk cId="1638070405" sldId="2147483955"/>
          </pc:sldLayoutMkLst>
        </pc:sldLayoutChg>
      </pc:sldMasterChg>
    </pc:docChg>
  </pc:docChgLst>
  <pc:docChgLst>
    <pc:chgData name="Feist, Ella" userId="992bbaf2-811d-42cb-a4d6-e7fc45e325e8" providerId="ADAL" clId="{AB380178-2917-4EBF-8AF7-28455C886369}"/>
    <pc:docChg chg="undo custSel modSld">
      <pc:chgData name="Feist, Ella" userId="992bbaf2-811d-42cb-a4d6-e7fc45e325e8" providerId="ADAL" clId="{AB380178-2917-4EBF-8AF7-28455C886369}" dt="2025-05-30T10:35:51.892" v="247" actId="2"/>
      <pc:docMkLst>
        <pc:docMk/>
      </pc:docMkLst>
      <pc:sldChg chg="modSp mod modNotes">
        <pc:chgData name="Feist, Ella" userId="992bbaf2-811d-42cb-a4d6-e7fc45e325e8" providerId="ADAL" clId="{AB380178-2917-4EBF-8AF7-28455C886369}" dt="2025-05-30T10:32:37.058" v="139" actId="20577"/>
        <pc:sldMkLst>
          <pc:docMk/>
          <pc:sldMk cId="612097616" sldId="661"/>
        </pc:sldMkLst>
        <pc:spChg chg="mod">
          <ac:chgData name="Feist, Ella" userId="992bbaf2-811d-42cb-a4d6-e7fc45e325e8" providerId="ADAL" clId="{AB380178-2917-4EBF-8AF7-28455C886369}" dt="2025-05-30T10:28:05.502" v="0" actId="790"/>
          <ac:spMkLst>
            <pc:docMk/>
            <pc:sldMk cId="612097616" sldId="661"/>
            <ac:spMk id="2" creationId="{A9A6FF77-D641-4417-92E7-11CC6238BF20}"/>
          </ac:spMkLst>
        </pc:spChg>
        <pc:spChg chg="mod">
          <ac:chgData name="Feist, Ella" userId="992bbaf2-811d-42cb-a4d6-e7fc45e325e8" providerId="ADAL" clId="{AB380178-2917-4EBF-8AF7-28455C886369}" dt="2025-05-30T10:28:05.502" v="0" actId="790"/>
          <ac:spMkLst>
            <pc:docMk/>
            <pc:sldMk cId="612097616" sldId="661"/>
            <ac:spMk id="3" creationId="{93BB6E57-05FE-EF72-1A6E-FA199F520DA1}"/>
          </ac:spMkLst>
        </pc:spChg>
        <pc:spChg chg="mod">
          <ac:chgData name="Feist, Ella" userId="992bbaf2-811d-42cb-a4d6-e7fc45e325e8" providerId="ADAL" clId="{AB380178-2917-4EBF-8AF7-28455C886369}" dt="2025-05-30T10:28:05.502" v="0" actId="790"/>
          <ac:spMkLst>
            <pc:docMk/>
            <pc:sldMk cId="612097616" sldId="661"/>
            <ac:spMk id="5" creationId="{91A8ED3D-B755-43C9-BCB1-DCF495C0C9DB}"/>
          </ac:spMkLst>
        </pc:spChg>
        <pc:spChg chg="mod">
          <ac:chgData name="Feist, Ella" userId="992bbaf2-811d-42cb-a4d6-e7fc45e325e8" providerId="ADAL" clId="{AB380178-2917-4EBF-8AF7-28455C886369}" dt="2025-05-30T10:28:05.502" v="0" actId="790"/>
          <ac:spMkLst>
            <pc:docMk/>
            <pc:sldMk cId="612097616" sldId="661"/>
            <ac:spMk id="8" creationId="{1B046AB4-498E-C807-DA87-89732C74D8AC}"/>
          </ac:spMkLst>
        </pc:spChg>
        <pc:spChg chg="mod">
          <ac:chgData name="Feist, Ella" userId="992bbaf2-811d-42cb-a4d6-e7fc45e325e8" providerId="ADAL" clId="{AB380178-2917-4EBF-8AF7-28455C886369}" dt="2025-05-30T10:28:05.502" v="0" actId="790"/>
          <ac:spMkLst>
            <pc:docMk/>
            <pc:sldMk cId="612097616" sldId="661"/>
            <ac:spMk id="10" creationId="{052ECB6A-9C81-2147-AB7C-200185907EFC}"/>
          </ac:spMkLst>
        </pc:spChg>
        <pc:graphicFrameChg chg="modGraphic">
          <ac:chgData name="Feist, Ella" userId="992bbaf2-811d-42cb-a4d6-e7fc45e325e8" providerId="ADAL" clId="{AB380178-2917-4EBF-8AF7-28455C886369}" dt="2025-05-30T10:28:05.502" v="0" actId="790"/>
          <ac:graphicFrameMkLst>
            <pc:docMk/>
            <pc:sldMk cId="612097616" sldId="661"/>
            <ac:graphicFrameMk id="4" creationId="{331CD8FA-338C-6283-3080-68B1A17BD0DA}"/>
          </ac:graphicFrameMkLst>
        </pc:graphicFrameChg>
        <pc:graphicFrameChg chg="modGraphic">
          <ac:chgData name="Feist, Ella" userId="992bbaf2-811d-42cb-a4d6-e7fc45e325e8" providerId="ADAL" clId="{AB380178-2917-4EBF-8AF7-28455C886369}" dt="2025-05-30T10:28:05.502" v="0" actId="790"/>
          <ac:graphicFrameMkLst>
            <pc:docMk/>
            <pc:sldMk cId="612097616" sldId="661"/>
            <ac:graphicFrameMk id="9" creationId="{A814962C-23F0-CAD2-C282-CF4C443BCBAB}"/>
          </ac:graphicFrameMkLst>
        </pc:graphicFrameChg>
      </pc:sldChg>
      <pc:sldChg chg="modSp mod modNotes">
        <pc:chgData name="Feist, Ella" userId="992bbaf2-811d-42cb-a4d6-e7fc45e325e8" providerId="ADAL" clId="{AB380178-2917-4EBF-8AF7-28455C886369}" dt="2025-05-30T10:33:35.003" v="201" actId="20577"/>
        <pc:sldMkLst>
          <pc:docMk/>
          <pc:sldMk cId="3843423693" sldId="662"/>
        </pc:sldMkLst>
        <pc:spChg chg="mod">
          <ac:chgData name="Feist, Ella" userId="992bbaf2-811d-42cb-a4d6-e7fc45e325e8" providerId="ADAL" clId="{AB380178-2917-4EBF-8AF7-28455C886369}" dt="2025-05-30T10:28:05.502" v="0" actId="790"/>
          <ac:spMkLst>
            <pc:docMk/>
            <pc:sldMk cId="3843423693" sldId="662"/>
            <ac:spMk id="2" creationId="{A9A6FF77-D641-4417-92E7-11CC6238BF20}"/>
          </ac:spMkLst>
        </pc:spChg>
        <pc:spChg chg="mod">
          <ac:chgData name="Feist, Ella" userId="992bbaf2-811d-42cb-a4d6-e7fc45e325e8" providerId="ADAL" clId="{AB380178-2917-4EBF-8AF7-28455C886369}" dt="2025-05-30T10:28:05.502" v="0" actId="790"/>
          <ac:spMkLst>
            <pc:docMk/>
            <pc:sldMk cId="3843423693" sldId="662"/>
            <ac:spMk id="3" creationId="{40016FCE-FC71-64FC-EFFF-17A25E7B95E7}"/>
          </ac:spMkLst>
        </pc:spChg>
        <pc:spChg chg="mod">
          <ac:chgData name="Feist, Ella" userId="992bbaf2-811d-42cb-a4d6-e7fc45e325e8" providerId="ADAL" clId="{AB380178-2917-4EBF-8AF7-28455C886369}" dt="2025-05-30T10:28:05.502" v="0" actId="790"/>
          <ac:spMkLst>
            <pc:docMk/>
            <pc:sldMk cId="3843423693" sldId="662"/>
            <ac:spMk id="5" creationId="{91A8ED3D-B755-43C9-BCB1-DCF495C0C9DB}"/>
          </ac:spMkLst>
        </pc:spChg>
        <pc:spChg chg="mod">
          <ac:chgData name="Feist, Ella" userId="992bbaf2-811d-42cb-a4d6-e7fc45e325e8" providerId="ADAL" clId="{AB380178-2917-4EBF-8AF7-28455C886369}" dt="2025-05-30T10:28:05.502" v="0" actId="790"/>
          <ac:spMkLst>
            <pc:docMk/>
            <pc:sldMk cId="3843423693" sldId="662"/>
            <ac:spMk id="8" creationId="{1AAB9582-7BC1-95C0-7D31-36C5C85F0F40}"/>
          </ac:spMkLst>
        </pc:spChg>
        <pc:spChg chg="mod">
          <ac:chgData name="Feist, Ella" userId="992bbaf2-811d-42cb-a4d6-e7fc45e325e8" providerId="ADAL" clId="{AB380178-2917-4EBF-8AF7-28455C886369}" dt="2025-05-30T10:28:05.502" v="0" actId="790"/>
          <ac:spMkLst>
            <pc:docMk/>
            <pc:sldMk cId="3843423693" sldId="662"/>
            <ac:spMk id="9" creationId="{2C619861-ADB8-F953-1CE3-C1E01AA18CFD}"/>
          </ac:spMkLst>
        </pc:spChg>
        <pc:graphicFrameChg chg="modGraphic">
          <ac:chgData name="Feist, Ella" userId="992bbaf2-811d-42cb-a4d6-e7fc45e325e8" providerId="ADAL" clId="{AB380178-2917-4EBF-8AF7-28455C886369}" dt="2025-05-30T10:28:05.502" v="0" actId="790"/>
          <ac:graphicFrameMkLst>
            <pc:docMk/>
            <pc:sldMk cId="3843423693" sldId="662"/>
            <ac:graphicFrameMk id="6" creationId="{EE56F795-65B2-2CD8-C82E-E3A7EDF42106}"/>
          </ac:graphicFrameMkLst>
        </pc:graphicFrameChg>
        <pc:graphicFrameChg chg="modGraphic">
          <ac:chgData name="Feist, Ella" userId="992bbaf2-811d-42cb-a4d6-e7fc45e325e8" providerId="ADAL" clId="{AB380178-2917-4EBF-8AF7-28455C886369}" dt="2025-05-30T10:28:05.502" v="0" actId="790"/>
          <ac:graphicFrameMkLst>
            <pc:docMk/>
            <pc:sldMk cId="3843423693" sldId="662"/>
            <ac:graphicFrameMk id="7" creationId="{333312B2-DA56-CF8A-E64E-32876D011052}"/>
          </ac:graphicFrameMkLst>
        </pc:graphicFrameChg>
      </pc:sldChg>
      <pc:sldChg chg="modSp mod">
        <pc:chgData name="Feist, Ella" userId="992bbaf2-811d-42cb-a4d6-e7fc45e325e8" providerId="ADAL" clId="{AB380178-2917-4EBF-8AF7-28455C886369}" dt="2025-05-30T10:28:05.502" v="0" actId="790"/>
        <pc:sldMkLst>
          <pc:docMk/>
          <pc:sldMk cId="1558870988" sldId="663"/>
        </pc:sldMkLst>
        <pc:spChg chg="mod">
          <ac:chgData name="Feist, Ella" userId="992bbaf2-811d-42cb-a4d6-e7fc45e325e8" providerId="ADAL" clId="{AB380178-2917-4EBF-8AF7-28455C886369}" dt="2025-05-30T10:28:05.502" v="0" actId="790"/>
          <ac:spMkLst>
            <pc:docMk/>
            <pc:sldMk cId="1558870988" sldId="663"/>
            <ac:spMk id="3" creationId="{DB865C8C-C084-9998-607B-24D49EE8E2AC}"/>
          </ac:spMkLst>
        </pc:spChg>
        <pc:spChg chg="mod">
          <ac:chgData name="Feist, Ella" userId="992bbaf2-811d-42cb-a4d6-e7fc45e325e8" providerId="ADAL" clId="{AB380178-2917-4EBF-8AF7-28455C886369}" dt="2025-05-30T10:28:05.502" v="0" actId="790"/>
          <ac:spMkLst>
            <pc:docMk/>
            <pc:sldMk cId="1558870988" sldId="663"/>
            <ac:spMk id="4" creationId="{9ED32BBC-8A3B-5FB1-DB0F-B65F461BDA2D}"/>
          </ac:spMkLst>
        </pc:spChg>
      </pc:sldChg>
      <pc:sldChg chg="modSp mod modNotes">
        <pc:chgData name="Feist, Ella" userId="992bbaf2-811d-42cb-a4d6-e7fc45e325e8" providerId="ADAL" clId="{AB380178-2917-4EBF-8AF7-28455C886369}" dt="2025-05-30T10:35:01.815" v="240" actId="20577"/>
        <pc:sldMkLst>
          <pc:docMk/>
          <pc:sldMk cId="2726189391" sldId="664"/>
        </pc:sldMkLst>
        <pc:spChg chg="mod">
          <ac:chgData name="Feist, Ella" userId="992bbaf2-811d-42cb-a4d6-e7fc45e325e8" providerId="ADAL" clId="{AB380178-2917-4EBF-8AF7-28455C886369}" dt="2025-05-30T10:28:05.502" v="0" actId="790"/>
          <ac:spMkLst>
            <pc:docMk/>
            <pc:sldMk cId="2726189391" sldId="664"/>
            <ac:spMk id="2" creationId="{A9A6FF77-D641-4417-92E7-11CC6238BF20}"/>
          </ac:spMkLst>
        </pc:spChg>
        <pc:spChg chg="mod">
          <ac:chgData name="Feist, Ella" userId="992bbaf2-811d-42cb-a4d6-e7fc45e325e8" providerId="ADAL" clId="{AB380178-2917-4EBF-8AF7-28455C886369}" dt="2025-05-30T10:28:05.502" v="0" actId="790"/>
          <ac:spMkLst>
            <pc:docMk/>
            <pc:sldMk cId="2726189391" sldId="664"/>
            <ac:spMk id="5" creationId="{91A8ED3D-B755-43C9-BCB1-DCF495C0C9DB}"/>
          </ac:spMkLst>
        </pc:spChg>
        <pc:spChg chg="mod">
          <ac:chgData name="Feist, Ella" userId="992bbaf2-811d-42cb-a4d6-e7fc45e325e8" providerId="ADAL" clId="{AB380178-2917-4EBF-8AF7-28455C886369}" dt="2025-05-30T10:35:01.815" v="240" actId="20577"/>
          <ac:spMkLst>
            <pc:docMk/>
            <pc:sldMk cId="2726189391" sldId="664"/>
            <ac:spMk id="9" creationId="{376E7338-7AEF-638D-663C-DCCE8480882E}"/>
          </ac:spMkLst>
        </pc:spChg>
        <pc:spChg chg="mod">
          <ac:chgData name="Feist, Ella" userId="992bbaf2-811d-42cb-a4d6-e7fc45e325e8" providerId="ADAL" clId="{AB380178-2917-4EBF-8AF7-28455C886369}" dt="2025-05-30T10:28:05.502" v="0" actId="790"/>
          <ac:spMkLst>
            <pc:docMk/>
            <pc:sldMk cId="2726189391" sldId="664"/>
            <ac:spMk id="11" creationId="{6AD60360-64BD-47A8-CF1E-7F16EBA3B6AB}"/>
          </ac:spMkLst>
        </pc:spChg>
        <pc:spChg chg="mod">
          <ac:chgData name="Feist, Ella" userId="992bbaf2-811d-42cb-a4d6-e7fc45e325e8" providerId="ADAL" clId="{AB380178-2917-4EBF-8AF7-28455C886369}" dt="2025-05-30T10:28:05.502" v="0" actId="790"/>
          <ac:spMkLst>
            <pc:docMk/>
            <pc:sldMk cId="2726189391" sldId="664"/>
            <ac:spMk id="12" creationId="{A48225BA-5A46-ADE7-1534-63CC009BBF6C}"/>
          </ac:spMkLst>
        </pc:spChg>
        <pc:spChg chg="mod">
          <ac:chgData name="Feist, Ella" userId="992bbaf2-811d-42cb-a4d6-e7fc45e325e8" providerId="ADAL" clId="{AB380178-2917-4EBF-8AF7-28455C886369}" dt="2025-05-30T10:28:05.502" v="0" actId="790"/>
          <ac:spMkLst>
            <pc:docMk/>
            <pc:sldMk cId="2726189391" sldId="664"/>
            <ac:spMk id="13" creationId="{380AC73B-B03A-2ACF-E477-6E6CAE69720C}"/>
          </ac:spMkLst>
        </pc:spChg>
        <pc:spChg chg="mod">
          <ac:chgData name="Feist, Ella" userId="992bbaf2-811d-42cb-a4d6-e7fc45e325e8" providerId="ADAL" clId="{AB380178-2917-4EBF-8AF7-28455C886369}" dt="2025-05-30T10:28:05.502" v="0" actId="790"/>
          <ac:spMkLst>
            <pc:docMk/>
            <pc:sldMk cId="2726189391" sldId="664"/>
            <ac:spMk id="17" creationId="{A6082500-FC53-F28B-75AA-956BC75CC5D0}"/>
          </ac:spMkLst>
        </pc:spChg>
        <pc:spChg chg="mod">
          <ac:chgData name="Feist, Ella" userId="992bbaf2-811d-42cb-a4d6-e7fc45e325e8" providerId="ADAL" clId="{AB380178-2917-4EBF-8AF7-28455C886369}" dt="2025-05-30T10:28:05.502" v="0" actId="790"/>
          <ac:spMkLst>
            <pc:docMk/>
            <pc:sldMk cId="2726189391" sldId="664"/>
            <ac:spMk id="18" creationId="{73AA7BC0-C122-6166-5BE9-B853FA8E717E}"/>
          </ac:spMkLst>
        </pc:spChg>
        <pc:spChg chg="mod">
          <ac:chgData name="Feist, Ella" userId="992bbaf2-811d-42cb-a4d6-e7fc45e325e8" providerId="ADAL" clId="{AB380178-2917-4EBF-8AF7-28455C886369}" dt="2025-05-30T10:28:05.502" v="0" actId="790"/>
          <ac:spMkLst>
            <pc:docMk/>
            <pc:sldMk cId="2726189391" sldId="664"/>
            <ac:spMk id="22" creationId="{DE1DD261-62CC-953B-D766-4337DC4478EA}"/>
          </ac:spMkLst>
        </pc:spChg>
        <pc:spChg chg="mod">
          <ac:chgData name="Feist, Ella" userId="992bbaf2-811d-42cb-a4d6-e7fc45e325e8" providerId="ADAL" clId="{AB380178-2917-4EBF-8AF7-28455C886369}" dt="2025-05-30T10:28:05.502" v="0" actId="790"/>
          <ac:spMkLst>
            <pc:docMk/>
            <pc:sldMk cId="2726189391" sldId="664"/>
            <ac:spMk id="25" creationId="{CEE02FE2-8412-8C1B-6A52-ACA986EBAEF4}"/>
          </ac:spMkLst>
        </pc:spChg>
      </pc:sldChg>
      <pc:sldChg chg="modSp mod modNotes">
        <pc:chgData name="Feist, Ella" userId="992bbaf2-811d-42cb-a4d6-e7fc45e325e8" providerId="ADAL" clId="{AB380178-2917-4EBF-8AF7-28455C886369}" dt="2025-05-30T10:33:55.831" v="211" actId="20577"/>
        <pc:sldMkLst>
          <pc:docMk/>
          <pc:sldMk cId="2100947509" sldId="665"/>
        </pc:sldMkLst>
        <pc:spChg chg="mod">
          <ac:chgData name="Feist, Ella" userId="992bbaf2-811d-42cb-a4d6-e7fc45e325e8" providerId="ADAL" clId="{AB380178-2917-4EBF-8AF7-28455C886369}" dt="2025-05-30T10:28:05.502" v="0" actId="790"/>
          <ac:spMkLst>
            <pc:docMk/>
            <pc:sldMk cId="2100947509" sldId="665"/>
            <ac:spMk id="2" creationId="{A9A6FF77-D641-4417-92E7-11CC6238BF20}"/>
          </ac:spMkLst>
        </pc:spChg>
        <pc:spChg chg="mod">
          <ac:chgData name="Feist, Ella" userId="992bbaf2-811d-42cb-a4d6-e7fc45e325e8" providerId="ADAL" clId="{AB380178-2917-4EBF-8AF7-28455C886369}" dt="2025-05-30T10:28:05.502" v="0" actId="790"/>
          <ac:spMkLst>
            <pc:docMk/>
            <pc:sldMk cId="2100947509" sldId="665"/>
            <ac:spMk id="5" creationId="{91A8ED3D-B755-43C9-BCB1-DCF495C0C9DB}"/>
          </ac:spMkLst>
        </pc:spChg>
        <pc:spChg chg="mod">
          <ac:chgData name="Feist, Ella" userId="992bbaf2-811d-42cb-a4d6-e7fc45e325e8" providerId="ADAL" clId="{AB380178-2917-4EBF-8AF7-28455C886369}" dt="2025-05-30T10:28:05.502" v="0" actId="790"/>
          <ac:spMkLst>
            <pc:docMk/>
            <pc:sldMk cId="2100947509" sldId="665"/>
            <ac:spMk id="10" creationId="{805728EB-0E1E-0BAF-30DC-060C52B0ED6F}"/>
          </ac:spMkLst>
        </pc:spChg>
      </pc:sldChg>
      <pc:sldChg chg="modSp mod modNotes">
        <pc:chgData name="Feist, Ella" userId="992bbaf2-811d-42cb-a4d6-e7fc45e325e8" providerId="ADAL" clId="{AB380178-2917-4EBF-8AF7-28455C886369}" dt="2025-05-30T10:34:08.440" v="226" actId="20577"/>
        <pc:sldMkLst>
          <pc:docMk/>
          <pc:sldMk cId="1425523013" sldId="666"/>
        </pc:sldMkLst>
        <pc:spChg chg="mod">
          <ac:chgData name="Feist, Ella" userId="992bbaf2-811d-42cb-a4d6-e7fc45e325e8" providerId="ADAL" clId="{AB380178-2917-4EBF-8AF7-28455C886369}" dt="2025-05-30T10:28:05.502" v="0" actId="790"/>
          <ac:spMkLst>
            <pc:docMk/>
            <pc:sldMk cId="1425523013" sldId="666"/>
            <ac:spMk id="2" creationId="{A9A6FF77-D641-4417-92E7-11CC6238BF20}"/>
          </ac:spMkLst>
        </pc:spChg>
        <pc:spChg chg="mod">
          <ac:chgData name="Feist, Ella" userId="992bbaf2-811d-42cb-a4d6-e7fc45e325e8" providerId="ADAL" clId="{AB380178-2917-4EBF-8AF7-28455C886369}" dt="2025-05-30T10:28:05.502" v="0" actId="790"/>
          <ac:spMkLst>
            <pc:docMk/>
            <pc:sldMk cId="1425523013" sldId="666"/>
            <ac:spMk id="3" creationId="{0E6F6122-8074-D6D2-31D1-50BBE391F533}"/>
          </ac:spMkLst>
        </pc:spChg>
        <pc:spChg chg="mod">
          <ac:chgData name="Feist, Ella" userId="992bbaf2-811d-42cb-a4d6-e7fc45e325e8" providerId="ADAL" clId="{AB380178-2917-4EBF-8AF7-28455C886369}" dt="2025-05-30T10:28:05.502" v="0" actId="790"/>
          <ac:spMkLst>
            <pc:docMk/>
            <pc:sldMk cId="1425523013" sldId="666"/>
            <ac:spMk id="4" creationId="{B3703B35-06B1-6E4E-938D-0E16BE23778F}"/>
          </ac:spMkLst>
        </pc:spChg>
        <pc:spChg chg="mod">
          <ac:chgData name="Feist, Ella" userId="992bbaf2-811d-42cb-a4d6-e7fc45e325e8" providerId="ADAL" clId="{AB380178-2917-4EBF-8AF7-28455C886369}" dt="2025-05-30T10:28:05.502" v="0" actId="790"/>
          <ac:spMkLst>
            <pc:docMk/>
            <pc:sldMk cId="1425523013" sldId="666"/>
            <ac:spMk id="5" creationId="{91A8ED3D-B755-43C9-BCB1-DCF495C0C9DB}"/>
          </ac:spMkLst>
        </pc:spChg>
        <pc:spChg chg="mod">
          <ac:chgData name="Feist, Ella" userId="992bbaf2-811d-42cb-a4d6-e7fc45e325e8" providerId="ADAL" clId="{AB380178-2917-4EBF-8AF7-28455C886369}" dt="2025-05-30T10:28:05.502" v="0" actId="790"/>
          <ac:spMkLst>
            <pc:docMk/>
            <pc:sldMk cId="1425523013" sldId="666"/>
            <ac:spMk id="12" creationId="{50FB76E3-6282-2841-5B73-F413D5E57BA3}"/>
          </ac:spMkLst>
        </pc:spChg>
      </pc:sldChg>
      <pc:sldChg chg="modSp mod modNotes">
        <pc:chgData name="Feist, Ella" userId="992bbaf2-811d-42cb-a4d6-e7fc45e325e8" providerId="ADAL" clId="{AB380178-2917-4EBF-8AF7-28455C886369}" dt="2025-05-30T10:35:43.589" v="245" actId="2"/>
        <pc:sldMkLst>
          <pc:docMk/>
          <pc:sldMk cId="1932071651" sldId="667"/>
        </pc:sldMkLst>
        <pc:spChg chg="mod">
          <ac:chgData name="Feist, Ella" userId="992bbaf2-811d-42cb-a4d6-e7fc45e325e8" providerId="ADAL" clId="{AB380178-2917-4EBF-8AF7-28455C886369}" dt="2025-05-30T10:28:05.502" v="0" actId="790"/>
          <ac:spMkLst>
            <pc:docMk/>
            <pc:sldMk cId="1932071651" sldId="667"/>
            <ac:spMk id="2" creationId="{A9A6FF77-D641-4417-92E7-11CC6238BF20}"/>
          </ac:spMkLst>
        </pc:spChg>
        <pc:spChg chg="mod">
          <ac:chgData name="Feist, Ella" userId="992bbaf2-811d-42cb-a4d6-e7fc45e325e8" providerId="ADAL" clId="{AB380178-2917-4EBF-8AF7-28455C886369}" dt="2025-05-30T10:28:05.502" v="0" actId="790"/>
          <ac:spMkLst>
            <pc:docMk/>
            <pc:sldMk cId="1932071651" sldId="667"/>
            <ac:spMk id="3" creationId="{6251FB14-C653-D4DF-857C-E8FFB7E83F43}"/>
          </ac:spMkLst>
        </pc:spChg>
        <pc:spChg chg="mod">
          <ac:chgData name="Feist, Ella" userId="992bbaf2-811d-42cb-a4d6-e7fc45e325e8" providerId="ADAL" clId="{AB380178-2917-4EBF-8AF7-28455C886369}" dt="2025-05-30T10:28:05.502" v="0" actId="790"/>
          <ac:spMkLst>
            <pc:docMk/>
            <pc:sldMk cId="1932071651" sldId="667"/>
            <ac:spMk id="5" creationId="{91A8ED3D-B755-43C9-BCB1-DCF495C0C9DB}"/>
          </ac:spMkLst>
        </pc:spChg>
        <pc:spChg chg="mod">
          <ac:chgData name="Feist, Ella" userId="992bbaf2-811d-42cb-a4d6-e7fc45e325e8" providerId="ADAL" clId="{AB380178-2917-4EBF-8AF7-28455C886369}" dt="2025-05-30T10:35:43.589" v="245" actId="2"/>
          <ac:spMkLst>
            <pc:docMk/>
            <pc:sldMk cId="1932071651" sldId="667"/>
            <ac:spMk id="9" creationId="{F96B9AE3-98B4-94E7-E515-74CB3BBAA17E}"/>
          </ac:spMkLst>
        </pc:spChg>
      </pc:sldChg>
      <pc:sldChg chg="modSp mod modNotes">
        <pc:chgData name="Feist, Ella" userId="992bbaf2-811d-42cb-a4d6-e7fc45e325e8" providerId="ADAL" clId="{AB380178-2917-4EBF-8AF7-28455C886369}" dt="2025-05-30T10:35:51.892" v="247" actId="2"/>
        <pc:sldMkLst>
          <pc:docMk/>
          <pc:sldMk cId="2992931548" sldId="668"/>
        </pc:sldMkLst>
        <pc:spChg chg="mod">
          <ac:chgData name="Feist, Ella" userId="992bbaf2-811d-42cb-a4d6-e7fc45e325e8" providerId="ADAL" clId="{AB380178-2917-4EBF-8AF7-28455C886369}" dt="2025-05-30T10:28:05.502" v="0" actId="790"/>
          <ac:spMkLst>
            <pc:docMk/>
            <pc:sldMk cId="2992931548" sldId="668"/>
            <ac:spMk id="2" creationId="{A9A6FF77-D641-4417-92E7-11CC6238BF20}"/>
          </ac:spMkLst>
        </pc:spChg>
        <pc:spChg chg="mod">
          <ac:chgData name="Feist, Ella" userId="992bbaf2-811d-42cb-a4d6-e7fc45e325e8" providerId="ADAL" clId="{AB380178-2917-4EBF-8AF7-28455C886369}" dt="2025-05-30T10:28:05.502" v="0" actId="790"/>
          <ac:spMkLst>
            <pc:docMk/>
            <pc:sldMk cId="2992931548" sldId="668"/>
            <ac:spMk id="3" creationId="{AF9BCE0B-405F-0AA1-83DC-9107D7439FF8}"/>
          </ac:spMkLst>
        </pc:spChg>
        <pc:spChg chg="mod">
          <ac:chgData name="Feist, Ella" userId="992bbaf2-811d-42cb-a4d6-e7fc45e325e8" providerId="ADAL" clId="{AB380178-2917-4EBF-8AF7-28455C886369}" dt="2025-05-30T10:28:05.502" v="0" actId="790"/>
          <ac:spMkLst>
            <pc:docMk/>
            <pc:sldMk cId="2992931548" sldId="668"/>
            <ac:spMk id="5" creationId="{91A8ED3D-B755-43C9-BCB1-DCF495C0C9DB}"/>
          </ac:spMkLst>
        </pc:spChg>
        <pc:spChg chg="mod">
          <ac:chgData name="Feist, Ella" userId="992bbaf2-811d-42cb-a4d6-e7fc45e325e8" providerId="ADAL" clId="{AB380178-2917-4EBF-8AF7-28455C886369}" dt="2025-05-30T10:35:51.892" v="247" actId="2"/>
          <ac:spMkLst>
            <pc:docMk/>
            <pc:sldMk cId="2992931548" sldId="668"/>
            <ac:spMk id="8" creationId="{D3EF5097-C45E-7D11-6C4E-FF48D71CE5DD}"/>
          </ac:spMkLst>
        </pc:spChg>
      </pc:sldChg>
      <pc:sldChg chg="modSp mod">
        <pc:chgData name="Feist, Ella" userId="992bbaf2-811d-42cb-a4d6-e7fc45e325e8" providerId="ADAL" clId="{AB380178-2917-4EBF-8AF7-28455C886369}" dt="2025-05-30T10:28:05.502" v="0" actId="790"/>
        <pc:sldMkLst>
          <pc:docMk/>
          <pc:sldMk cId="2953678767" sldId="669"/>
        </pc:sldMkLst>
        <pc:spChg chg="mod">
          <ac:chgData name="Feist, Ella" userId="992bbaf2-811d-42cb-a4d6-e7fc45e325e8" providerId="ADAL" clId="{AB380178-2917-4EBF-8AF7-28455C886369}" dt="2025-05-30T10:28:05.502" v="0" actId="790"/>
          <ac:spMkLst>
            <pc:docMk/>
            <pc:sldMk cId="2953678767" sldId="669"/>
            <ac:spMk id="2" creationId="{A9A6FF77-D641-4417-92E7-11CC6238BF20}"/>
          </ac:spMkLst>
        </pc:spChg>
        <pc:spChg chg="mod">
          <ac:chgData name="Feist, Ella" userId="992bbaf2-811d-42cb-a4d6-e7fc45e325e8" providerId="ADAL" clId="{AB380178-2917-4EBF-8AF7-28455C886369}" dt="2025-05-30T10:28:05.502" v="0" actId="790"/>
          <ac:spMkLst>
            <pc:docMk/>
            <pc:sldMk cId="2953678767" sldId="669"/>
            <ac:spMk id="3" creationId="{CA03DE04-8782-F267-932E-B9D5D735E0C1}"/>
          </ac:spMkLst>
        </pc:spChg>
        <pc:spChg chg="mod">
          <ac:chgData name="Feist, Ella" userId="992bbaf2-811d-42cb-a4d6-e7fc45e325e8" providerId="ADAL" clId="{AB380178-2917-4EBF-8AF7-28455C886369}" dt="2025-05-30T10:28:05.502" v="0" actId="790"/>
          <ac:spMkLst>
            <pc:docMk/>
            <pc:sldMk cId="2953678767" sldId="669"/>
            <ac:spMk id="4" creationId="{C40E5687-22D3-8D93-245C-392E4CDAEFCD}"/>
          </ac:spMkLst>
        </pc:spChg>
        <pc:spChg chg="mod">
          <ac:chgData name="Feist, Ella" userId="992bbaf2-811d-42cb-a4d6-e7fc45e325e8" providerId="ADAL" clId="{AB380178-2917-4EBF-8AF7-28455C886369}" dt="2025-05-30T10:28:05.502" v="0" actId="790"/>
          <ac:spMkLst>
            <pc:docMk/>
            <pc:sldMk cId="2953678767" sldId="669"/>
            <ac:spMk id="5" creationId="{91A8ED3D-B755-43C9-BCB1-DCF495C0C9DB}"/>
          </ac:spMkLst>
        </pc:spChg>
        <pc:spChg chg="mod">
          <ac:chgData name="Feist, Ella" userId="992bbaf2-811d-42cb-a4d6-e7fc45e325e8" providerId="ADAL" clId="{AB380178-2917-4EBF-8AF7-28455C886369}" dt="2025-05-30T10:28:05.502" v="0" actId="790"/>
          <ac:spMkLst>
            <pc:docMk/>
            <pc:sldMk cId="2953678767" sldId="669"/>
            <ac:spMk id="7" creationId="{3B976B04-E502-C5BA-0605-9589CACAF73D}"/>
          </ac:spMkLst>
        </pc:spChg>
        <pc:spChg chg="mod">
          <ac:chgData name="Feist, Ella" userId="992bbaf2-811d-42cb-a4d6-e7fc45e325e8" providerId="ADAL" clId="{AB380178-2917-4EBF-8AF7-28455C886369}" dt="2025-05-30T10:28:05.502" v="0" actId="790"/>
          <ac:spMkLst>
            <pc:docMk/>
            <pc:sldMk cId="2953678767" sldId="669"/>
            <ac:spMk id="9" creationId="{E08734F8-663C-D401-02D5-03B5B7BA5A5D}"/>
          </ac:spMkLst>
        </pc:spChg>
        <pc:spChg chg="mod">
          <ac:chgData name="Feist, Ella" userId="992bbaf2-811d-42cb-a4d6-e7fc45e325e8" providerId="ADAL" clId="{AB380178-2917-4EBF-8AF7-28455C886369}" dt="2025-05-30T10:28:05.502" v="0" actId="790"/>
          <ac:spMkLst>
            <pc:docMk/>
            <pc:sldMk cId="2953678767" sldId="669"/>
            <ac:spMk id="13" creationId="{3F027609-B293-27F7-8979-193D54C52CDE}"/>
          </ac:spMkLst>
        </pc:spChg>
        <pc:spChg chg="mod">
          <ac:chgData name="Feist, Ella" userId="992bbaf2-811d-42cb-a4d6-e7fc45e325e8" providerId="ADAL" clId="{AB380178-2917-4EBF-8AF7-28455C886369}" dt="2025-05-30T10:28:05.502" v="0" actId="790"/>
          <ac:spMkLst>
            <pc:docMk/>
            <pc:sldMk cId="2953678767" sldId="669"/>
            <ac:spMk id="15" creationId="{FFAD777F-4388-DEB7-E898-094B3ADB2671}"/>
          </ac:spMkLst>
        </pc:spChg>
        <pc:spChg chg="mod">
          <ac:chgData name="Feist, Ella" userId="992bbaf2-811d-42cb-a4d6-e7fc45e325e8" providerId="ADAL" clId="{AB380178-2917-4EBF-8AF7-28455C886369}" dt="2025-05-30T10:28:05.502" v="0" actId="790"/>
          <ac:spMkLst>
            <pc:docMk/>
            <pc:sldMk cId="2953678767" sldId="669"/>
            <ac:spMk id="16" creationId="{2758EFEB-F0E8-FEC4-A993-5D1494234E33}"/>
          </ac:spMkLst>
        </pc:spChg>
        <pc:graphicFrameChg chg="modGraphic">
          <ac:chgData name="Feist, Ella" userId="992bbaf2-811d-42cb-a4d6-e7fc45e325e8" providerId="ADAL" clId="{AB380178-2917-4EBF-8AF7-28455C886369}" dt="2025-05-30T10:28:05.502" v="0" actId="790"/>
          <ac:graphicFrameMkLst>
            <pc:docMk/>
            <pc:sldMk cId="2953678767" sldId="669"/>
            <ac:graphicFrameMk id="8" creationId="{E95E088A-172B-229A-BC5B-512BB5DCF844}"/>
          </ac:graphicFrameMkLst>
        </pc:graphicFrameChg>
      </pc:sldChg>
      <pc:sldChg chg="modSp mod modNotes">
        <pc:chgData name="Feist, Ella" userId="992bbaf2-811d-42cb-a4d6-e7fc45e325e8" providerId="ADAL" clId="{AB380178-2917-4EBF-8AF7-28455C886369}" dt="2025-05-30T10:34:40.876" v="239" actId="313"/>
        <pc:sldMkLst>
          <pc:docMk/>
          <pc:sldMk cId="2262565014" sldId="670"/>
        </pc:sldMkLst>
        <pc:spChg chg="mod">
          <ac:chgData name="Feist, Ella" userId="992bbaf2-811d-42cb-a4d6-e7fc45e325e8" providerId="ADAL" clId="{AB380178-2917-4EBF-8AF7-28455C886369}" dt="2025-05-30T10:28:05.502" v="0" actId="790"/>
          <ac:spMkLst>
            <pc:docMk/>
            <pc:sldMk cId="2262565014" sldId="670"/>
            <ac:spMk id="2" creationId="{A9A6FF77-D641-4417-92E7-11CC6238BF20}"/>
          </ac:spMkLst>
        </pc:spChg>
        <pc:spChg chg="mod">
          <ac:chgData name="Feist, Ella" userId="992bbaf2-811d-42cb-a4d6-e7fc45e325e8" providerId="ADAL" clId="{AB380178-2917-4EBF-8AF7-28455C886369}" dt="2025-05-30T10:28:05.502" v="0" actId="790"/>
          <ac:spMkLst>
            <pc:docMk/>
            <pc:sldMk cId="2262565014" sldId="670"/>
            <ac:spMk id="3" creationId="{B9489403-F44F-5650-2616-B64EB82966AE}"/>
          </ac:spMkLst>
        </pc:spChg>
        <pc:spChg chg="mod">
          <ac:chgData name="Feist, Ella" userId="992bbaf2-811d-42cb-a4d6-e7fc45e325e8" providerId="ADAL" clId="{AB380178-2917-4EBF-8AF7-28455C886369}" dt="2025-05-30T10:28:05.502" v="0" actId="790"/>
          <ac:spMkLst>
            <pc:docMk/>
            <pc:sldMk cId="2262565014" sldId="670"/>
            <ac:spMk id="5" creationId="{91A8ED3D-B755-43C9-BCB1-DCF495C0C9DB}"/>
          </ac:spMkLst>
        </pc:spChg>
        <pc:spChg chg="mod">
          <ac:chgData name="Feist, Ella" userId="992bbaf2-811d-42cb-a4d6-e7fc45e325e8" providerId="ADAL" clId="{AB380178-2917-4EBF-8AF7-28455C886369}" dt="2025-05-30T10:28:05.502" v="0" actId="790"/>
          <ac:spMkLst>
            <pc:docMk/>
            <pc:sldMk cId="2262565014" sldId="670"/>
            <ac:spMk id="8" creationId="{C651514B-2149-420E-EE9F-8B508807691B}"/>
          </ac:spMkLst>
        </pc:spChg>
        <pc:graphicFrameChg chg="modGraphic">
          <ac:chgData name="Feist, Ella" userId="992bbaf2-811d-42cb-a4d6-e7fc45e325e8" providerId="ADAL" clId="{AB380178-2917-4EBF-8AF7-28455C886369}" dt="2025-05-30T10:28:05.502" v="0" actId="790"/>
          <ac:graphicFrameMkLst>
            <pc:docMk/>
            <pc:sldMk cId="2262565014" sldId="670"/>
            <ac:graphicFrameMk id="4" creationId="{CB1DAF5F-4455-6781-648D-1435A4100622}"/>
          </ac:graphicFrameMkLst>
        </pc:graphicFrameChg>
        <pc:graphicFrameChg chg="modGraphic">
          <ac:chgData name="Feist, Ella" userId="992bbaf2-811d-42cb-a4d6-e7fc45e325e8" providerId="ADAL" clId="{AB380178-2917-4EBF-8AF7-28455C886369}" dt="2025-05-30T10:28:05.502" v="0" actId="790"/>
          <ac:graphicFrameMkLst>
            <pc:docMk/>
            <pc:sldMk cId="2262565014" sldId="670"/>
            <ac:graphicFrameMk id="6" creationId="{D67A86C3-EF68-031E-0F5D-66C3CDCF213D}"/>
          </ac:graphicFrameMkLst>
        </pc:graphicFrameChg>
      </pc:sldChg>
      <pc:sldChg chg="modSp mod modNotes">
        <pc:chgData name="Feist, Ella" userId="992bbaf2-811d-42cb-a4d6-e7fc45e325e8" providerId="ADAL" clId="{AB380178-2917-4EBF-8AF7-28455C886369}" dt="2025-05-30T10:29:52.660" v="79" actId="20577"/>
        <pc:sldMkLst>
          <pc:docMk/>
          <pc:sldMk cId="1288478036" sldId="671"/>
        </pc:sldMkLst>
        <pc:spChg chg="mod">
          <ac:chgData name="Feist, Ella" userId="992bbaf2-811d-42cb-a4d6-e7fc45e325e8" providerId="ADAL" clId="{AB380178-2917-4EBF-8AF7-28455C886369}" dt="2025-05-30T10:28:05.502" v="0" actId="790"/>
          <ac:spMkLst>
            <pc:docMk/>
            <pc:sldMk cId="1288478036" sldId="671"/>
            <ac:spMk id="2" creationId="{A9A6FF77-D641-4417-92E7-11CC6238BF20}"/>
          </ac:spMkLst>
        </pc:spChg>
        <pc:spChg chg="mod">
          <ac:chgData name="Feist, Ella" userId="992bbaf2-811d-42cb-a4d6-e7fc45e325e8" providerId="ADAL" clId="{AB380178-2917-4EBF-8AF7-28455C886369}" dt="2025-05-30T10:28:05.502" v="0" actId="790"/>
          <ac:spMkLst>
            <pc:docMk/>
            <pc:sldMk cId="1288478036" sldId="671"/>
            <ac:spMk id="3" creationId="{B60ACBE6-2F38-55EF-8C82-977B4B2D3B32}"/>
          </ac:spMkLst>
        </pc:spChg>
        <pc:spChg chg="mod">
          <ac:chgData name="Feist, Ella" userId="992bbaf2-811d-42cb-a4d6-e7fc45e325e8" providerId="ADAL" clId="{AB380178-2917-4EBF-8AF7-28455C886369}" dt="2025-05-30T10:28:05.502" v="0" actId="790"/>
          <ac:spMkLst>
            <pc:docMk/>
            <pc:sldMk cId="1288478036" sldId="671"/>
            <ac:spMk id="5" creationId="{91A8ED3D-B755-43C9-BCB1-DCF495C0C9DB}"/>
          </ac:spMkLst>
        </pc:spChg>
      </pc:sldChg>
      <pc:sldChg chg="modSp mod modNotes">
        <pc:chgData name="Feist, Ella" userId="992bbaf2-811d-42cb-a4d6-e7fc45e325e8" providerId="ADAL" clId="{AB380178-2917-4EBF-8AF7-28455C886369}" dt="2025-05-30T10:32:12.246" v="122" actId="20577"/>
        <pc:sldMkLst>
          <pc:docMk/>
          <pc:sldMk cId="1292947895" sldId="674"/>
        </pc:sldMkLst>
        <pc:spChg chg="mod">
          <ac:chgData name="Feist, Ella" userId="992bbaf2-811d-42cb-a4d6-e7fc45e325e8" providerId="ADAL" clId="{AB380178-2917-4EBF-8AF7-28455C886369}" dt="2025-05-30T10:28:05.502" v="0" actId="790"/>
          <ac:spMkLst>
            <pc:docMk/>
            <pc:sldMk cId="1292947895" sldId="674"/>
            <ac:spMk id="2" creationId="{A9A6FF77-D641-4417-92E7-11CC6238BF20}"/>
          </ac:spMkLst>
        </pc:spChg>
        <pc:spChg chg="mod">
          <ac:chgData name="Feist, Ella" userId="992bbaf2-811d-42cb-a4d6-e7fc45e325e8" providerId="ADAL" clId="{AB380178-2917-4EBF-8AF7-28455C886369}" dt="2025-05-30T10:28:05.502" v="0" actId="790"/>
          <ac:spMkLst>
            <pc:docMk/>
            <pc:sldMk cId="1292947895" sldId="674"/>
            <ac:spMk id="3" creationId="{F5B43522-E27B-3685-75A5-39FC0DE2658A}"/>
          </ac:spMkLst>
        </pc:spChg>
        <pc:spChg chg="mod">
          <ac:chgData name="Feist, Ella" userId="992bbaf2-811d-42cb-a4d6-e7fc45e325e8" providerId="ADAL" clId="{AB380178-2917-4EBF-8AF7-28455C886369}" dt="2025-05-30T10:28:05.502" v="0" actId="790"/>
          <ac:spMkLst>
            <pc:docMk/>
            <pc:sldMk cId="1292947895" sldId="674"/>
            <ac:spMk id="5" creationId="{91A8ED3D-B755-43C9-BCB1-DCF495C0C9DB}"/>
          </ac:spMkLst>
        </pc:spChg>
      </pc:sldChg>
      <pc:sldChg chg="modSp mod modNotes">
        <pc:chgData name="Feist, Ella" userId="992bbaf2-811d-42cb-a4d6-e7fc45e325e8" providerId="ADAL" clId="{AB380178-2917-4EBF-8AF7-28455C886369}" dt="2025-05-30T10:32:57.388" v="154" actId="14100"/>
        <pc:sldMkLst>
          <pc:docMk/>
          <pc:sldMk cId="2885221711" sldId="676"/>
        </pc:sldMkLst>
        <pc:spChg chg="mod">
          <ac:chgData name="Feist, Ella" userId="992bbaf2-811d-42cb-a4d6-e7fc45e325e8" providerId="ADAL" clId="{AB380178-2917-4EBF-8AF7-28455C886369}" dt="2025-05-30T10:28:05.502" v="0" actId="790"/>
          <ac:spMkLst>
            <pc:docMk/>
            <pc:sldMk cId="2885221711" sldId="676"/>
            <ac:spMk id="2" creationId="{A9A6FF77-D641-4417-92E7-11CC6238BF20}"/>
          </ac:spMkLst>
        </pc:spChg>
        <pc:spChg chg="mod">
          <ac:chgData name="Feist, Ella" userId="992bbaf2-811d-42cb-a4d6-e7fc45e325e8" providerId="ADAL" clId="{AB380178-2917-4EBF-8AF7-28455C886369}" dt="2025-05-30T10:28:05.502" v="0" actId="790"/>
          <ac:spMkLst>
            <pc:docMk/>
            <pc:sldMk cId="2885221711" sldId="676"/>
            <ac:spMk id="3" creationId="{E2DF8494-6C7B-C1EE-4F49-844A0FEF8811}"/>
          </ac:spMkLst>
        </pc:spChg>
        <pc:spChg chg="mod">
          <ac:chgData name="Feist, Ella" userId="992bbaf2-811d-42cb-a4d6-e7fc45e325e8" providerId="ADAL" clId="{AB380178-2917-4EBF-8AF7-28455C886369}" dt="2025-05-30T10:28:05.502" v="0" actId="790"/>
          <ac:spMkLst>
            <pc:docMk/>
            <pc:sldMk cId="2885221711" sldId="676"/>
            <ac:spMk id="5" creationId="{91A8ED3D-B755-43C9-BCB1-DCF495C0C9DB}"/>
          </ac:spMkLst>
        </pc:spChg>
        <pc:spChg chg="mod">
          <ac:chgData name="Feist, Ella" userId="992bbaf2-811d-42cb-a4d6-e7fc45e325e8" providerId="ADAL" clId="{AB380178-2917-4EBF-8AF7-28455C886369}" dt="2025-05-30T10:28:05.502" v="0" actId="790"/>
          <ac:spMkLst>
            <pc:docMk/>
            <pc:sldMk cId="2885221711" sldId="676"/>
            <ac:spMk id="8" creationId="{A0F0C307-3866-42EB-695E-5FCB80AD3AB1}"/>
          </ac:spMkLst>
        </pc:spChg>
        <pc:graphicFrameChg chg="modGraphic">
          <ac:chgData name="Feist, Ella" userId="992bbaf2-811d-42cb-a4d6-e7fc45e325e8" providerId="ADAL" clId="{AB380178-2917-4EBF-8AF7-28455C886369}" dt="2025-05-30T10:28:05.502" v="0" actId="790"/>
          <ac:graphicFrameMkLst>
            <pc:docMk/>
            <pc:sldMk cId="2885221711" sldId="676"/>
            <ac:graphicFrameMk id="4" creationId="{0C1E3727-8168-39E1-ED48-712419CD4B21}"/>
          </ac:graphicFrameMkLst>
        </pc:graphicFrameChg>
        <pc:graphicFrameChg chg="modGraphic">
          <ac:chgData name="Feist, Ella" userId="992bbaf2-811d-42cb-a4d6-e7fc45e325e8" providerId="ADAL" clId="{AB380178-2917-4EBF-8AF7-28455C886369}" dt="2025-05-30T10:28:05.502" v="0" actId="790"/>
          <ac:graphicFrameMkLst>
            <pc:docMk/>
            <pc:sldMk cId="2885221711" sldId="676"/>
            <ac:graphicFrameMk id="9" creationId="{B50E5B7B-D682-E9AE-9CF2-352A259E3A69}"/>
          </ac:graphicFrameMkLst>
        </pc:graphicFrameChg>
        <pc:graphicFrameChg chg="modGraphic">
          <ac:chgData name="Feist, Ella" userId="992bbaf2-811d-42cb-a4d6-e7fc45e325e8" providerId="ADAL" clId="{AB380178-2917-4EBF-8AF7-28455C886369}" dt="2025-05-30T10:28:05.502" v="0" actId="790"/>
          <ac:graphicFrameMkLst>
            <pc:docMk/>
            <pc:sldMk cId="2885221711" sldId="676"/>
            <ac:graphicFrameMk id="10" creationId="{616237F5-0AEF-974A-961A-EF476618FED9}"/>
          </ac:graphicFrameMkLst>
        </pc:graphicFrameChg>
      </pc:sldChg>
      <pc:sldChg chg="modSp mod">
        <pc:chgData name="Feist, Ella" userId="992bbaf2-811d-42cb-a4d6-e7fc45e325e8" providerId="ADAL" clId="{AB380178-2917-4EBF-8AF7-28455C886369}" dt="2025-05-30T10:28:05.502" v="0" actId="790"/>
        <pc:sldMkLst>
          <pc:docMk/>
          <pc:sldMk cId="3775114053" sldId="677"/>
        </pc:sldMkLst>
        <pc:spChg chg="mod">
          <ac:chgData name="Feist, Ella" userId="992bbaf2-811d-42cb-a4d6-e7fc45e325e8" providerId="ADAL" clId="{AB380178-2917-4EBF-8AF7-28455C886369}" dt="2025-05-30T10:28:05.502" v="0" actId="790"/>
          <ac:spMkLst>
            <pc:docMk/>
            <pc:sldMk cId="3775114053" sldId="677"/>
            <ac:spMk id="2" creationId="{7DE3206C-156A-409F-9739-A11CE02E8EF5}"/>
          </ac:spMkLst>
        </pc:spChg>
        <pc:spChg chg="mod">
          <ac:chgData name="Feist, Ella" userId="992bbaf2-811d-42cb-a4d6-e7fc45e325e8" providerId="ADAL" clId="{AB380178-2917-4EBF-8AF7-28455C886369}" dt="2025-05-30T10:28:05.502" v="0" actId="790"/>
          <ac:spMkLst>
            <pc:docMk/>
            <pc:sldMk cId="3775114053" sldId="677"/>
            <ac:spMk id="4" creationId="{C206F2E8-B1B6-E58B-4B1F-FC413CC1F17E}"/>
          </ac:spMkLst>
        </pc:spChg>
        <pc:spChg chg="mod">
          <ac:chgData name="Feist, Ella" userId="992bbaf2-811d-42cb-a4d6-e7fc45e325e8" providerId="ADAL" clId="{AB380178-2917-4EBF-8AF7-28455C886369}" dt="2025-05-30T10:28:05.502" v="0" actId="790"/>
          <ac:spMkLst>
            <pc:docMk/>
            <pc:sldMk cId="3775114053" sldId="677"/>
            <ac:spMk id="6" creationId="{998EF07A-53CA-87DF-24B3-598C60C7146E}"/>
          </ac:spMkLst>
        </pc:spChg>
        <pc:graphicFrameChg chg="modGraphic">
          <ac:chgData name="Feist, Ella" userId="992bbaf2-811d-42cb-a4d6-e7fc45e325e8" providerId="ADAL" clId="{AB380178-2917-4EBF-8AF7-28455C886369}" dt="2025-05-30T10:28:05.502" v="0" actId="790"/>
          <ac:graphicFrameMkLst>
            <pc:docMk/>
            <pc:sldMk cId="3775114053" sldId="677"/>
            <ac:graphicFrameMk id="5" creationId="{6A3CA8C5-7C17-BC72-2664-4853009F5AAA}"/>
          </ac:graphicFrameMkLst>
        </pc:graphicFrameChg>
      </pc:sldChg>
      <pc:sldChg chg="modSp mod">
        <pc:chgData name="Feist, Ella" userId="992bbaf2-811d-42cb-a4d6-e7fc45e325e8" providerId="ADAL" clId="{AB380178-2917-4EBF-8AF7-28455C886369}" dt="2025-05-30T10:28:05.502" v="0" actId="790"/>
        <pc:sldMkLst>
          <pc:docMk/>
          <pc:sldMk cId="1795232820" sldId="1176"/>
        </pc:sldMkLst>
        <pc:spChg chg="mod">
          <ac:chgData name="Feist, Ella" userId="992bbaf2-811d-42cb-a4d6-e7fc45e325e8" providerId="ADAL" clId="{AB380178-2917-4EBF-8AF7-28455C886369}" dt="2025-05-30T10:28:05.502" v="0" actId="790"/>
          <ac:spMkLst>
            <pc:docMk/>
            <pc:sldMk cId="1795232820" sldId="1176"/>
            <ac:spMk id="4" creationId="{441B5810-8C67-B742-B639-848419728702}"/>
          </ac:spMkLst>
        </pc:spChg>
        <pc:spChg chg="mod">
          <ac:chgData name="Feist, Ella" userId="992bbaf2-811d-42cb-a4d6-e7fc45e325e8" providerId="ADAL" clId="{AB380178-2917-4EBF-8AF7-28455C886369}" dt="2025-05-30T10:28:05.502" v="0" actId="790"/>
          <ac:spMkLst>
            <pc:docMk/>
            <pc:sldMk cId="1795232820" sldId="1176"/>
            <ac:spMk id="5" creationId="{B44DB5E1-59D0-33D6-B669-D2C06E216274}"/>
          </ac:spMkLst>
        </pc:spChg>
        <pc:graphicFrameChg chg="modGraphic">
          <ac:chgData name="Feist, Ella" userId="992bbaf2-811d-42cb-a4d6-e7fc45e325e8" providerId="ADAL" clId="{AB380178-2917-4EBF-8AF7-28455C886369}" dt="2025-05-30T10:28:05.502" v="0" actId="790"/>
          <ac:graphicFrameMkLst>
            <pc:docMk/>
            <pc:sldMk cId="1795232820" sldId="1176"/>
            <ac:graphicFrameMk id="2" creationId="{4F0E12BC-2B78-FFEA-DE6C-CE8FF1B4C3FD}"/>
          </ac:graphicFrameMkLst>
        </pc:graphicFrameChg>
      </pc:sldChg>
      <pc:sldChg chg="modSp mod modNotes">
        <pc:chgData name="Feist, Ella" userId="992bbaf2-811d-42cb-a4d6-e7fc45e325e8" providerId="ADAL" clId="{AB380178-2917-4EBF-8AF7-28455C886369}" dt="2025-05-30T10:28:24.490" v="8" actId="20577"/>
        <pc:sldMkLst>
          <pc:docMk/>
          <pc:sldMk cId="1734046202" sldId="1177"/>
        </pc:sldMkLst>
        <pc:spChg chg="mod">
          <ac:chgData name="Feist, Ella" userId="992bbaf2-811d-42cb-a4d6-e7fc45e325e8" providerId="ADAL" clId="{AB380178-2917-4EBF-8AF7-28455C886369}" dt="2025-05-30T10:28:05.502" v="0" actId="790"/>
          <ac:spMkLst>
            <pc:docMk/>
            <pc:sldMk cId="1734046202" sldId="1177"/>
            <ac:spMk id="4" creationId="{00000000-0000-0000-0000-000000000000}"/>
          </ac:spMkLst>
        </pc:spChg>
        <pc:spChg chg="mod">
          <ac:chgData name="Feist, Ella" userId="992bbaf2-811d-42cb-a4d6-e7fc45e325e8" providerId="ADAL" clId="{AB380178-2917-4EBF-8AF7-28455C886369}" dt="2025-05-30T10:28:05.502" v="0" actId="790"/>
          <ac:spMkLst>
            <pc:docMk/>
            <pc:sldMk cId="1734046202" sldId="1177"/>
            <ac:spMk id="6" creationId="{00000000-0000-0000-0000-000000000000}"/>
          </ac:spMkLst>
        </pc:spChg>
      </pc:sldChg>
      <pc:sldChg chg="modSp mod">
        <pc:chgData name="Feist, Ella" userId="992bbaf2-811d-42cb-a4d6-e7fc45e325e8" providerId="ADAL" clId="{AB380178-2917-4EBF-8AF7-28455C886369}" dt="2025-05-30T10:28:05.502" v="0" actId="790"/>
        <pc:sldMkLst>
          <pc:docMk/>
          <pc:sldMk cId="1879352094" sldId="1178"/>
        </pc:sldMkLst>
        <pc:spChg chg="mod">
          <ac:chgData name="Feist, Ella" userId="992bbaf2-811d-42cb-a4d6-e7fc45e325e8" providerId="ADAL" clId="{AB380178-2917-4EBF-8AF7-28455C886369}" dt="2025-05-30T10:28:05.502" v="0" actId="790"/>
          <ac:spMkLst>
            <pc:docMk/>
            <pc:sldMk cId="1879352094" sldId="1178"/>
            <ac:spMk id="4" creationId="{200F4FBA-514B-A77E-0E8C-DA6467839DFA}"/>
          </ac:spMkLst>
        </pc:spChg>
        <pc:spChg chg="mod">
          <ac:chgData name="Feist, Ella" userId="992bbaf2-811d-42cb-a4d6-e7fc45e325e8" providerId="ADAL" clId="{AB380178-2917-4EBF-8AF7-28455C886369}" dt="2025-05-30T10:28:05.502" v="0" actId="790"/>
          <ac:spMkLst>
            <pc:docMk/>
            <pc:sldMk cId="1879352094" sldId="1178"/>
            <ac:spMk id="8" creationId="{68210978-E76C-8349-5B61-5524F3CA1BDE}"/>
          </ac:spMkLst>
        </pc:spChg>
        <pc:spChg chg="mod">
          <ac:chgData name="Feist, Ella" userId="992bbaf2-811d-42cb-a4d6-e7fc45e325e8" providerId="ADAL" clId="{AB380178-2917-4EBF-8AF7-28455C886369}" dt="2025-05-30T10:28:05.502" v="0" actId="790"/>
          <ac:spMkLst>
            <pc:docMk/>
            <pc:sldMk cId="1879352094" sldId="1178"/>
            <ac:spMk id="18" creationId="{B1BD2F53-FF7C-EB14-8CA6-2275E6001646}"/>
          </ac:spMkLst>
        </pc:spChg>
        <pc:spChg chg="mod">
          <ac:chgData name="Feist, Ella" userId="992bbaf2-811d-42cb-a4d6-e7fc45e325e8" providerId="ADAL" clId="{AB380178-2917-4EBF-8AF7-28455C886369}" dt="2025-05-30T10:28:05.502" v="0" actId="790"/>
          <ac:spMkLst>
            <pc:docMk/>
            <pc:sldMk cId="1879352094" sldId="1178"/>
            <ac:spMk id="20" creationId="{39129297-A512-B69D-0342-CE5F2CC81F3C}"/>
          </ac:spMkLst>
        </pc:spChg>
        <pc:spChg chg="mod">
          <ac:chgData name="Feist, Ella" userId="992bbaf2-811d-42cb-a4d6-e7fc45e325e8" providerId="ADAL" clId="{AB380178-2917-4EBF-8AF7-28455C886369}" dt="2025-05-30T10:28:05.502" v="0" actId="790"/>
          <ac:spMkLst>
            <pc:docMk/>
            <pc:sldMk cId="1879352094" sldId="1178"/>
            <ac:spMk id="22" creationId="{42C175B0-7D52-46E5-05A5-882C702B9144}"/>
          </ac:spMkLst>
        </pc:spChg>
        <pc:spChg chg="mod">
          <ac:chgData name="Feist, Ella" userId="992bbaf2-811d-42cb-a4d6-e7fc45e325e8" providerId="ADAL" clId="{AB380178-2917-4EBF-8AF7-28455C886369}" dt="2025-05-30T10:28:05.502" v="0" actId="790"/>
          <ac:spMkLst>
            <pc:docMk/>
            <pc:sldMk cId="1879352094" sldId="1178"/>
            <ac:spMk id="23" creationId="{0169B5DE-23DE-B126-2615-541A74B57D07}"/>
          </ac:spMkLst>
        </pc:spChg>
        <pc:spChg chg="mod">
          <ac:chgData name="Feist, Ella" userId="992bbaf2-811d-42cb-a4d6-e7fc45e325e8" providerId="ADAL" clId="{AB380178-2917-4EBF-8AF7-28455C886369}" dt="2025-05-30T10:28:05.502" v="0" actId="790"/>
          <ac:spMkLst>
            <pc:docMk/>
            <pc:sldMk cId="1879352094" sldId="1178"/>
            <ac:spMk id="25" creationId="{7C19C32D-7132-F1C1-CE0C-A402BC0172FE}"/>
          </ac:spMkLst>
        </pc:spChg>
        <pc:spChg chg="mod">
          <ac:chgData name="Feist, Ella" userId="992bbaf2-811d-42cb-a4d6-e7fc45e325e8" providerId="ADAL" clId="{AB380178-2917-4EBF-8AF7-28455C886369}" dt="2025-05-30T10:28:05.502" v="0" actId="790"/>
          <ac:spMkLst>
            <pc:docMk/>
            <pc:sldMk cId="1879352094" sldId="1178"/>
            <ac:spMk id="26" creationId="{CC167C3D-EAA8-6982-AB26-115C1F84489B}"/>
          </ac:spMkLst>
        </pc:spChg>
        <pc:spChg chg="mod">
          <ac:chgData name="Feist, Ella" userId="992bbaf2-811d-42cb-a4d6-e7fc45e325e8" providerId="ADAL" clId="{AB380178-2917-4EBF-8AF7-28455C886369}" dt="2025-05-30T10:28:05.502" v="0" actId="790"/>
          <ac:spMkLst>
            <pc:docMk/>
            <pc:sldMk cId="1879352094" sldId="1178"/>
            <ac:spMk id="27" creationId="{02080EFB-8598-9099-FB67-868ABA01D909}"/>
          </ac:spMkLst>
        </pc:spChg>
        <pc:spChg chg="mod">
          <ac:chgData name="Feist, Ella" userId="992bbaf2-811d-42cb-a4d6-e7fc45e325e8" providerId="ADAL" clId="{AB380178-2917-4EBF-8AF7-28455C886369}" dt="2025-05-30T10:28:05.502" v="0" actId="790"/>
          <ac:spMkLst>
            <pc:docMk/>
            <pc:sldMk cId="1879352094" sldId="1178"/>
            <ac:spMk id="36" creationId="{1E20A5BD-D7B6-D89A-7DE0-FD33668AC3C1}"/>
          </ac:spMkLst>
        </pc:spChg>
      </pc:sldChg>
      <pc:sldChg chg="modSp mod">
        <pc:chgData name="Feist, Ella" userId="992bbaf2-811d-42cb-a4d6-e7fc45e325e8" providerId="ADAL" clId="{AB380178-2917-4EBF-8AF7-28455C886369}" dt="2025-05-30T10:28:05.502" v="0" actId="790"/>
        <pc:sldMkLst>
          <pc:docMk/>
          <pc:sldMk cId="518040664" sldId="1179"/>
        </pc:sldMkLst>
        <pc:spChg chg="mod">
          <ac:chgData name="Feist, Ella" userId="992bbaf2-811d-42cb-a4d6-e7fc45e325e8" providerId="ADAL" clId="{AB380178-2917-4EBF-8AF7-28455C886369}" dt="2025-05-30T10:28:05.502" v="0" actId="790"/>
          <ac:spMkLst>
            <pc:docMk/>
            <pc:sldMk cId="518040664" sldId="1179"/>
            <ac:spMk id="2" creationId="{54346867-98FE-38CD-E978-5C1DED28A646}"/>
          </ac:spMkLst>
        </pc:spChg>
        <pc:spChg chg="mod">
          <ac:chgData name="Feist, Ella" userId="992bbaf2-811d-42cb-a4d6-e7fc45e325e8" providerId="ADAL" clId="{AB380178-2917-4EBF-8AF7-28455C886369}" dt="2025-05-30T10:28:05.502" v="0" actId="790"/>
          <ac:spMkLst>
            <pc:docMk/>
            <pc:sldMk cId="518040664" sldId="1179"/>
            <ac:spMk id="4" creationId="{9ED32BBC-8A3B-5FB1-DB0F-B65F461BDA2D}"/>
          </ac:spMkLst>
        </pc:spChg>
      </pc:sldChg>
      <pc:sldChg chg="modSp mod modNotes">
        <pc:chgData name="Feist, Ella" userId="992bbaf2-811d-42cb-a4d6-e7fc45e325e8" providerId="ADAL" clId="{AB380178-2917-4EBF-8AF7-28455C886369}" dt="2025-05-30T10:29:01.670" v="28" actId="20577"/>
        <pc:sldMkLst>
          <pc:docMk/>
          <pc:sldMk cId="4081980104" sldId="1180"/>
        </pc:sldMkLst>
        <pc:spChg chg="mod">
          <ac:chgData name="Feist, Ella" userId="992bbaf2-811d-42cb-a4d6-e7fc45e325e8" providerId="ADAL" clId="{AB380178-2917-4EBF-8AF7-28455C886369}" dt="2025-05-30T10:28:05.502" v="0" actId="790"/>
          <ac:spMkLst>
            <pc:docMk/>
            <pc:sldMk cId="4081980104" sldId="1180"/>
            <ac:spMk id="2" creationId="{A9A6FF77-D641-4417-92E7-11CC6238BF20}"/>
          </ac:spMkLst>
        </pc:spChg>
        <pc:spChg chg="mod">
          <ac:chgData name="Feist, Ella" userId="992bbaf2-811d-42cb-a4d6-e7fc45e325e8" providerId="ADAL" clId="{AB380178-2917-4EBF-8AF7-28455C886369}" dt="2025-05-30T10:28:05.502" v="0" actId="790"/>
          <ac:spMkLst>
            <pc:docMk/>
            <pc:sldMk cId="4081980104" sldId="1180"/>
            <ac:spMk id="3" creationId="{7CD396CB-1EF8-57E4-A4BB-C0E86B07FD1F}"/>
          </ac:spMkLst>
        </pc:spChg>
        <pc:spChg chg="mod">
          <ac:chgData name="Feist, Ella" userId="992bbaf2-811d-42cb-a4d6-e7fc45e325e8" providerId="ADAL" clId="{AB380178-2917-4EBF-8AF7-28455C886369}" dt="2025-05-30T10:28:05.502" v="0" actId="790"/>
          <ac:spMkLst>
            <pc:docMk/>
            <pc:sldMk cId="4081980104" sldId="1180"/>
            <ac:spMk id="5" creationId="{91A8ED3D-B755-43C9-BCB1-DCF495C0C9DB}"/>
          </ac:spMkLst>
        </pc:spChg>
      </pc:sldChg>
      <pc:sldChg chg="modSp mod modNotes">
        <pc:chgData name="Feist, Ella" userId="992bbaf2-811d-42cb-a4d6-e7fc45e325e8" providerId="ADAL" clId="{AB380178-2917-4EBF-8AF7-28455C886369}" dt="2025-05-30T10:29:31.155" v="62" actId="20577"/>
        <pc:sldMkLst>
          <pc:docMk/>
          <pc:sldMk cId="407921491" sldId="1181"/>
        </pc:sldMkLst>
        <pc:spChg chg="mod">
          <ac:chgData name="Feist, Ella" userId="992bbaf2-811d-42cb-a4d6-e7fc45e325e8" providerId="ADAL" clId="{AB380178-2917-4EBF-8AF7-28455C886369}" dt="2025-05-30T10:28:05.502" v="0" actId="790"/>
          <ac:spMkLst>
            <pc:docMk/>
            <pc:sldMk cId="407921491" sldId="1181"/>
            <ac:spMk id="4" creationId="{16751AAF-A365-64C0-3A0F-32D2720BC70A}"/>
          </ac:spMkLst>
        </pc:spChg>
        <pc:spChg chg="mod">
          <ac:chgData name="Feist, Ella" userId="992bbaf2-811d-42cb-a4d6-e7fc45e325e8" providerId="ADAL" clId="{AB380178-2917-4EBF-8AF7-28455C886369}" dt="2025-05-30T10:28:05.502" v="0" actId="790"/>
          <ac:spMkLst>
            <pc:docMk/>
            <pc:sldMk cId="407921491" sldId="1181"/>
            <ac:spMk id="7" creationId="{D035C319-DFB4-5442-C005-8226900127D4}"/>
          </ac:spMkLst>
        </pc:spChg>
        <pc:spChg chg="mod">
          <ac:chgData name="Feist, Ella" userId="992bbaf2-811d-42cb-a4d6-e7fc45e325e8" providerId="ADAL" clId="{AB380178-2917-4EBF-8AF7-28455C886369}" dt="2025-05-30T10:28:05.502" v="0" actId="790"/>
          <ac:spMkLst>
            <pc:docMk/>
            <pc:sldMk cId="407921491" sldId="1181"/>
            <ac:spMk id="16" creationId="{49D7BCEB-D3B6-8C2A-3E9E-CF7A9E61E23F}"/>
          </ac:spMkLst>
        </pc:spChg>
      </pc:sldChg>
      <pc:sldChg chg="modSp mod modNotes">
        <pc:chgData name="Feist, Ella" userId="992bbaf2-811d-42cb-a4d6-e7fc45e325e8" providerId="ADAL" clId="{AB380178-2917-4EBF-8AF7-28455C886369}" dt="2025-05-30T10:30:17.806" v="89" actId="14100"/>
        <pc:sldMkLst>
          <pc:docMk/>
          <pc:sldMk cId="1891206664" sldId="1182"/>
        </pc:sldMkLst>
        <pc:spChg chg="mod">
          <ac:chgData name="Feist, Ella" userId="992bbaf2-811d-42cb-a4d6-e7fc45e325e8" providerId="ADAL" clId="{AB380178-2917-4EBF-8AF7-28455C886369}" dt="2025-05-30T10:28:05.502" v="0" actId="790"/>
          <ac:spMkLst>
            <pc:docMk/>
            <pc:sldMk cId="1891206664" sldId="1182"/>
            <ac:spMk id="2" creationId="{A9A6FF77-D641-4417-92E7-11CC6238BF20}"/>
          </ac:spMkLst>
        </pc:spChg>
        <pc:spChg chg="mod">
          <ac:chgData name="Feist, Ella" userId="992bbaf2-811d-42cb-a4d6-e7fc45e325e8" providerId="ADAL" clId="{AB380178-2917-4EBF-8AF7-28455C886369}" dt="2025-05-30T10:28:05.502" v="0" actId="790"/>
          <ac:spMkLst>
            <pc:docMk/>
            <pc:sldMk cId="1891206664" sldId="1182"/>
            <ac:spMk id="3" creationId="{5B868509-5D78-BA46-DA15-41CBAA1B317A}"/>
          </ac:spMkLst>
        </pc:spChg>
        <pc:spChg chg="mod">
          <ac:chgData name="Feist, Ella" userId="992bbaf2-811d-42cb-a4d6-e7fc45e325e8" providerId="ADAL" clId="{AB380178-2917-4EBF-8AF7-28455C886369}" dt="2025-05-30T10:28:05.502" v="0" actId="790"/>
          <ac:spMkLst>
            <pc:docMk/>
            <pc:sldMk cId="1891206664" sldId="1182"/>
            <ac:spMk id="5" creationId="{91A8ED3D-B755-43C9-BCB1-DCF495C0C9DB}"/>
          </ac:spMkLst>
        </pc:spChg>
      </pc:sldChg>
      <pc:sldChg chg="modSp mod modNotes">
        <pc:chgData name="Feist, Ella" userId="992bbaf2-811d-42cb-a4d6-e7fc45e325e8" providerId="ADAL" clId="{AB380178-2917-4EBF-8AF7-28455C886369}" dt="2025-05-30T10:31:00.681" v="90" actId="12"/>
        <pc:sldMkLst>
          <pc:docMk/>
          <pc:sldMk cId="2591176849" sldId="1183"/>
        </pc:sldMkLst>
        <pc:spChg chg="mod">
          <ac:chgData name="Feist, Ella" userId="992bbaf2-811d-42cb-a4d6-e7fc45e325e8" providerId="ADAL" clId="{AB380178-2917-4EBF-8AF7-28455C886369}" dt="2025-05-30T10:28:05.502" v="0" actId="790"/>
          <ac:spMkLst>
            <pc:docMk/>
            <pc:sldMk cId="2591176849" sldId="1183"/>
            <ac:spMk id="3" creationId="{36BA7F80-E159-356E-B866-B725CCA82C9D}"/>
          </ac:spMkLst>
        </pc:spChg>
        <pc:spChg chg="mod">
          <ac:chgData name="Feist, Ella" userId="992bbaf2-811d-42cb-a4d6-e7fc45e325e8" providerId="ADAL" clId="{AB380178-2917-4EBF-8AF7-28455C886369}" dt="2025-05-30T10:28:05.502" v="0" actId="790"/>
          <ac:spMkLst>
            <pc:docMk/>
            <pc:sldMk cId="2591176849" sldId="1183"/>
            <ac:spMk id="4" creationId="{804C229B-1276-C25C-1925-0B99252E6E2B}"/>
          </ac:spMkLst>
        </pc:spChg>
        <pc:spChg chg="mod">
          <ac:chgData name="Feist, Ella" userId="992bbaf2-811d-42cb-a4d6-e7fc45e325e8" providerId="ADAL" clId="{AB380178-2917-4EBF-8AF7-28455C886369}" dt="2025-05-30T10:28:05.502" v="0" actId="790"/>
          <ac:spMkLst>
            <pc:docMk/>
            <pc:sldMk cId="2591176849" sldId="1183"/>
            <ac:spMk id="5" creationId="{91A8ED3D-B755-43C9-BCB1-DCF495C0C9DB}"/>
          </ac:spMkLst>
        </pc:spChg>
      </pc:sldChg>
      <pc:sldChg chg="modSp mod modNotes">
        <pc:chgData name="Feist, Ella" userId="992bbaf2-811d-42cb-a4d6-e7fc45e325e8" providerId="ADAL" clId="{AB380178-2917-4EBF-8AF7-28455C886369}" dt="2025-05-30T10:31:22.939" v="98" actId="6559"/>
        <pc:sldMkLst>
          <pc:docMk/>
          <pc:sldMk cId="3316900898" sldId="1184"/>
        </pc:sldMkLst>
        <pc:spChg chg="mod">
          <ac:chgData name="Feist, Ella" userId="992bbaf2-811d-42cb-a4d6-e7fc45e325e8" providerId="ADAL" clId="{AB380178-2917-4EBF-8AF7-28455C886369}" dt="2025-05-30T10:28:05.502" v="0" actId="790"/>
          <ac:spMkLst>
            <pc:docMk/>
            <pc:sldMk cId="3316900898" sldId="1184"/>
            <ac:spMk id="2" creationId="{A9A6FF77-D641-4417-92E7-11CC6238BF20}"/>
          </ac:spMkLst>
        </pc:spChg>
        <pc:spChg chg="mod">
          <ac:chgData name="Feist, Ella" userId="992bbaf2-811d-42cb-a4d6-e7fc45e325e8" providerId="ADAL" clId="{AB380178-2917-4EBF-8AF7-28455C886369}" dt="2025-05-30T10:28:05.502" v="0" actId="790"/>
          <ac:spMkLst>
            <pc:docMk/>
            <pc:sldMk cId="3316900898" sldId="1184"/>
            <ac:spMk id="4" creationId="{B63DA6FF-A32B-9FD8-6B6B-AC2490FBA767}"/>
          </ac:spMkLst>
        </pc:spChg>
        <pc:spChg chg="mod">
          <ac:chgData name="Feist, Ella" userId="992bbaf2-811d-42cb-a4d6-e7fc45e325e8" providerId="ADAL" clId="{AB380178-2917-4EBF-8AF7-28455C886369}" dt="2025-05-30T10:28:05.502" v="0" actId="790"/>
          <ac:spMkLst>
            <pc:docMk/>
            <pc:sldMk cId="3316900898" sldId="1184"/>
            <ac:spMk id="5" creationId="{91A8ED3D-B755-43C9-BCB1-DCF495C0C9DB}"/>
          </ac:spMkLst>
        </pc:spChg>
        <pc:graphicFrameChg chg="modGraphic">
          <ac:chgData name="Feist, Ella" userId="992bbaf2-811d-42cb-a4d6-e7fc45e325e8" providerId="ADAL" clId="{AB380178-2917-4EBF-8AF7-28455C886369}" dt="2025-05-30T10:28:05.502" v="0" actId="790"/>
          <ac:graphicFrameMkLst>
            <pc:docMk/>
            <pc:sldMk cId="3316900898" sldId="1184"/>
            <ac:graphicFrameMk id="7" creationId="{99E0046F-552F-9B67-826F-49545123D16C}"/>
          </ac:graphicFrameMkLst>
        </pc:graphicFrameChg>
      </pc:sldChg>
      <pc:sldChg chg="modSp mod">
        <pc:chgData name="Feist, Ella" userId="992bbaf2-811d-42cb-a4d6-e7fc45e325e8" providerId="ADAL" clId="{AB380178-2917-4EBF-8AF7-28455C886369}" dt="2025-05-30T10:28:05.502" v="0" actId="790"/>
        <pc:sldMkLst>
          <pc:docMk/>
          <pc:sldMk cId="1239138952" sldId="1185"/>
        </pc:sldMkLst>
        <pc:spChg chg="mod">
          <ac:chgData name="Feist, Ella" userId="992bbaf2-811d-42cb-a4d6-e7fc45e325e8" providerId="ADAL" clId="{AB380178-2917-4EBF-8AF7-28455C886369}" dt="2025-05-30T10:28:05.502" v="0" actId="790"/>
          <ac:spMkLst>
            <pc:docMk/>
            <pc:sldMk cId="1239138952" sldId="1185"/>
            <ac:spMk id="2" creationId="{8DDD818D-1FC6-59F7-ADE9-EF2CD4E0E649}"/>
          </ac:spMkLst>
        </pc:spChg>
        <pc:spChg chg="mod">
          <ac:chgData name="Feist, Ella" userId="992bbaf2-811d-42cb-a4d6-e7fc45e325e8" providerId="ADAL" clId="{AB380178-2917-4EBF-8AF7-28455C886369}" dt="2025-05-30T10:28:05.502" v="0" actId="790"/>
          <ac:spMkLst>
            <pc:docMk/>
            <pc:sldMk cId="1239138952" sldId="1185"/>
            <ac:spMk id="4" creationId="{9ED32BBC-8A3B-5FB1-DB0F-B65F461BDA2D}"/>
          </ac:spMkLst>
        </pc:spChg>
      </pc:sldChg>
      <pc:sldChg chg="modSp mod modNotes">
        <pc:chgData name="Feist, Ella" userId="992bbaf2-811d-42cb-a4d6-e7fc45e325e8" providerId="ADAL" clId="{AB380178-2917-4EBF-8AF7-28455C886369}" dt="2025-05-30T10:31:55.568" v="116" actId="207"/>
        <pc:sldMkLst>
          <pc:docMk/>
          <pc:sldMk cId="1866237435" sldId="1186"/>
        </pc:sldMkLst>
        <pc:spChg chg="mod">
          <ac:chgData name="Feist, Ella" userId="992bbaf2-811d-42cb-a4d6-e7fc45e325e8" providerId="ADAL" clId="{AB380178-2917-4EBF-8AF7-28455C886369}" dt="2025-05-30T10:28:05.502" v="0" actId="790"/>
          <ac:spMkLst>
            <pc:docMk/>
            <pc:sldMk cId="1866237435" sldId="1186"/>
            <ac:spMk id="2" creationId="{A9A6FF77-D641-4417-92E7-11CC6238BF20}"/>
          </ac:spMkLst>
        </pc:spChg>
        <pc:spChg chg="mod">
          <ac:chgData name="Feist, Ella" userId="992bbaf2-811d-42cb-a4d6-e7fc45e325e8" providerId="ADAL" clId="{AB380178-2917-4EBF-8AF7-28455C886369}" dt="2025-05-30T10:28:05.502" v="0" actId="790"/>
          <ac:spMkLst>
            <pc:docMk/>
            <pc:sldMk cId="1866237435" sldId="1186"/>
            <ac:spMk id="4" creationId="{57F5DBE8-E7D7-A6B0-6AD1-627F6AC1B390}"/>
          </ac:spMkLst>
        </pc:spChg>
        <pc:spChg chg="mod">
          <ac:chgData name="Feist, Ella" userId="992bbaf2-811d-42cb-a4d6-e7fc45e325e8" providerId="ADAL" clId="{AB380178-2917-4EBF-8AF7-28455C886369}" dt="2025-05-30T10:28:05.502" v="0" actId="790"/>
          <ac:spMkLst>
            <pc:docMk/>
            <pc:sldMk cId="1866237435" sldId="1186"/>
            <ac:spMk id="5" creationId="{91A8ED3D-B755-43C9-BCB1-DCF495C0C9DB}"/>
          </ac:spMkLst>
        </pc:spChg>
      </pc:sldChg>
      <pc:sldChg chg="modSp mod">
        <pc:chgData name="Feist, Ella" userId="992bbaf2-811d-42cb-a4d6-e7fc45e325e8" providerId="ADAL" clId="{AB380178-2917-4EBF-8AF7-28455C886369}" dt="2025-05-30T10:28:05.502" v="0" actId="790"/>
        <pc:sldMkLst>
          <pc:docMk/>
          <pc:sldMk cId="409065673" sldId="1187"/>
        </pc:sldMkLst>
        <pc:spChg chg="mod">
          <ac:chgData name="Feist, Ella" userId="992bbaf2-811d-42cb-a4d6-e7fc45e325e8" providerId="ADAL" clId="{AB380178-2917-4EBF-8AF7-28455C886369}" dt="2025-05-30T10:28:05.502" v="0" actId="790"/>
          <ac:spMkLst>
            <pc:docMk/>
            <pc:sldMk cId="409065673" sldId="1187"/>
            <ac:spMk id="2" creationId="{23B0542B-2F89-BA50-5FD1-06EBE3B55731}"/>
          </ac:spMkLst>
        </pc:spChg>
        <pc:spChg chg="mod">
          <ac:chgData name="Feist, Ella" userId="992bbaf2-811d-42cb-a4d6-e7fc45e325e8" providerId="ADAL" clId="{AB380178-2917-4EBF-8AF7-28455C886369}" dt="2025-05-30T10:28:05.502" v="0" actId="790"/>
          <ac:spMkLst>
            <pc:docMk/>
            <pc:sldMk cId="409065673" sldId="1187"/>
            <ac:spMk id="4" creationId="{9ED32BBC-8A3B-5FB1-DB0F-B65F461BDA2D}"/>
          </ac:spMkLst>
        </pc:spChg>
      </pc:sldChg>
      <pc:sldChg chg="modSp mod modNotes">
        <pc:chgData name="Feist, Ella" userId="992bbaf2-811d-42cb-a4d6-e7fc45e325e8" providerId="ADAL" clId="{AB380178-2917-4EBF-8AF7-28455C886369}" dt="2025-05-30T10:32:04.429" v="119" actId="207"/>
        <pc:sldMkLst>
          <pc:docMk/>
          <pc:sldMk cId="390674472" sldId="1188"/>
        </pc:sldMkLst>
        <pc:spChg chg="mod">
          <ac:chgData name="Feist, Ella" userId="992bbaf2-811d-42cb-a4d6-e7fc45e325e8" providerId="ADAL" clId="{AB380178-2917-4EBF-8AF7-28455C886369}" dt="2025-05-30T10:28:05.502" v="0" actId="790"/>
          <ac:spMkLst>
            <pc:docMk/>
            <pc:sldMk cId="390674472" sldId="1188"/>
            <ac:spMk id="3" creationId="{EE3F13D9-40AD-A74E-F54B-4ADBFEB1D320}"/>
          </ac:spMkLst>
        </pc:spChg>
        <pc:spChg chg="mod">
          <ac:chgData name="Feist, Ella" userId="992bbaf2-811d-42cb-a4d6-e7fc45e325e8" providerId="ADAL" clId="{AB380178-2917-4EBF-8AF7-28455C886369}" dt="2025-05-30T10:28:05.502" v="0" actId="790"/>
          <ac:spMkLst>
            <pc:docMk/>
            <pc:sldMk cId="390674472" sldId="1188"/>
            <ac:spMk id="5" creationId="{91A8ED3D-B755-43C9-BCB1-DCF495C0C9DB}"/>
          </ac:spMkLst>
        </pc:spChg>
        <pc:spChg chg="mod">
          <ac:chgData name="Feist, Ella" userId="992bbaf2-811d-42cb-a4d6-e7fc45e325e8" providerId="ADAL" clId="{AB380178-2917-4EBF-8AF7-28455C886369}" dt="2025-05-30T10:28:05.502" v="0" actId="790"/>
          <ac:spMkLst>
            <pc:docMk/>
            <pc:sldMk cId="390674472" sldId="1188"/>
            <ac:spMk id="19" creationId="{70D032D5-1F74-A21F-3A26-13B54F7FFBDB}"/>
          </ac:spMkLst>
        </pc:spChg>
        <pc:spChg chg="mod">
          <ac:chgData name="Feist, Ella" userId="992bbaf2-811d-42cb-a4d6-e7fc45e325e8" providerId="ADAL" clId="{AB380178-2917-4EBF-8AF7-28455C886369}" dt="2025-05-30T10:28:05.502" v="0" actId="790"/>
          <ac:spMkLst>
            <pc:docMk/>
            <pc:sldMk cId="390674472" sldId="1188"/>
            <ac:spMk id="24" creationId="{5726EFE5-4094-5B7F-8178-7E779BBE5938}"/>
          </ac:spMkLst>
        </pc:spChg>
        <pc:spChg chg="mod">
          <ac:chgData name="Feist, Ella" userId="992bbaf2-811d-42cb-a4d6-e7fc45e325e8" providerId="ADAL" clId="{AB380178-2917-4EBF-8AF7-28455C886369}" dt="2025-05-30T10:28:05.502" v="0" actId="790"/>
          <ac:spMkLst>
            <pc:docMk/>
            <pc:sldMk cId="390674472" sldId="1188"/>
            <ac:spMk id="28" creationId="{007C3054-9B9F-5B6B-BDE5-2C8F206DD9DF}"/>
          </ac:spMkLst>
        </pc:spChg>
        <pc:spChg chg="mod">
          <ac:chgData name="Feist, Ella" userId="992bbaf2-811d-42cb-a4d6-e7fc45e325e8" providerId="ADAL" clId="{AB380178-2917-4EBF-8AF7-28455C886369}" dt="2025-05-30T10:28:05.502" v="0" actId="790"/>
          <ac:spMkLst>
            <pc:docMk/>
            <pc:sldMk cId="390674472" sldId="1188"/>
            <ac:spMk id="30" creationId="{63339AC2-775E-ECF4-8875-AA09FE175C20}"/>
          </ac:spMkLst>
        </pc:spChg>
        <pc:spChg chg="mod">
          <ac:chgData name="Feist, Ella" userId="992bbaf2-811d-42cb-a4d6-e7fc45e325e8" providerId="ADAL" clId="{AB380178-2917-4EBF-8AF7-28455C886369}" dt="2025-05-30T10:28:05.502" v="0" actId="790"/>
          <ac:spMkLst>
            <pc:docMk/>
            <pc:sldMk cId="390674472" sldId="1188"/>
            <ac:spMk id="32" creationId="{6D0C69A2-A085-E66F-6941-13F91CC1C1FB}"/>
          </ac:spMkLst>
        </pc:spChg>
        <pc:spChg chg="mod">
          <ac:chgData name="Feist, Ella" userId="992bbaf2-811d-42cb-a4d6-e7fc45e325e8" providerId="ADAL" clId="{AB380178-2917-4EBF-8AF7-28455C886369}" dt="2025-05-30T10:28:05.502" v="0" actId="790"/>
          <ac:spMkLst>
            <pc:docMk/>
            <pc:sldMk cId="390674472" sldId="1188"/>
            <ac:spMk id="33" creationId="{64A41048-2FCA-3242-AF62-F9A6FF35D388}"/>
          </ac:spMkLst>
        </pc:spChg>
        <pc:spChg chg="mod">
          <ac:chgData name="Feist, Ella" userId="992bbaf2-811d-42cb-a4d6-e7fc45e325e8" providerId="ADAL" clId="{AB380178-2917-4EBF-8AF7-28455C886369}" dt="2025-05-30T10:28:05.502" v="0" actId="790"/>
          <ac:spMkLst>
            <pc:docMk/>
            <pc:sldMk cId="390674472" sldId="1188"/>
            <ac:spMk id="34" creationId="{EED55ED3-BAD8-5BBF-81B2-2B5B0C4DF52C}"/>
          </ac:spMkLst>
        </pc:spChg>
        <pc:spChg chg="mod">
          <ac:chgData name="Feist, Ella" userId="992bbaf2-811d-42cb-a4d6-e7fc45e325e8" providerId="ADAL" clId="{AB380178-2917-4EBF-8AF7-28455C886369}" dt="2025-05-30T10:28:05.502" v="0" actId="790"/>
          <ac:spMkLst>
            <pc:docMk/>
            <pc:sldMk cId="390674472" sldId="1188"/>
            <ac:spMk id="35" creationId="{C71C813C-F452-89B5-A0D1-D5CABFF2EECF}"/>
          </ac:spMkLst>
        </pc:spChg>
      </pc:sldChg>
      <pc:sldChg chg="modSp mod">
        <pc:chgData name="Feist, Ella" userId="992bbaf2-811d-42cb-a4d6-e7fc45e325e8" providerId="ADAL" clId="{AB380178-2917-4EBF-8AF7-28455C886369}" dt="2025-05-30T10:28:05.502" v="0" actId="790"/>
        <pc:sldMkLst>
          <pc:docMk/>
          <pc:sldMk cId="1739287015" sldId="1189"/>
        </pc:sldMkLst>
        <pc:spChg chg="mod">
          <ac:chgData name="Feist, Ella" userId="992bbaf2-811d-42cb-a4d6-e7fc45e325e8" providerId="ADAL" clId="{AB380178-2917-4EBF-8AF7-28455C886369}" dt="2025-05-30T10:28:05.502" v="0" actId="790"/>
          <ac:spMkLst>
            <pc:docMk/>
            <pc:sldMk cId="1739287015" sldId="1189"/>
            <ac:spMk id="2" creationId="{A9A6FF77-D641-4417-92E7-11CC6238BF20}"/>
          </ac:spMkLst>
        </pc:spChg>
        <pc:spChg chg="mod">
          <ac:chgData name="Feist, Ella" userId="992bbaf2-811d-42cb-a4d6-e7fc45e325e8" providerId="ADAL" clId="{AB380178-2917-4EBF-8AF7-28455C886369}" dt="2025-05-30T10:28:05.502" v="0" actId="790"/>
          <ac:spMkLst>
            <pc:docMk/>
            <pc:sldMk cId="1739287015" sldId="1189"/>
            <ac:spMk id="3" creationId="{EDC7851A-11C9-2BB7-E68C-7BC8B05D7285}"/>
          </ac:spMkLst>
        </pc:spChg>
        <pc:spChg chg="mod">
          <ac:chgData name="Feist, Ella" userId="992bbaf2-811d-42cb-a4d6-e7fc45e325e8" providerId="ADAL" clId="{AB380178-2917-4EBF-8AF7-28455C886369}" dt="2025-05-30T10:28:05.502" v="0" actId="790"/>
          <ac:spMkLst>
            <pc:docMk/>
            <pc:sldMk cId="1739287015" sldId="1189"/>
            <ac:spMk id="8" creationId="{91A8ED3D-B755-43C9-BCB1-DCF495C0C9DB}"/>
          </ac:spMkLst>
        </pc:spChg>
        <pc:graphicFrameChg chg="modGraphic">
          <ac:chgData name="Feist, Ella" userId="992bbaf2-811d-42cb-a4d6-e7fc45e325e8" providerId="ADAL" clId="{AB380178-2917-4EBF-8AF7-28455C886369}" dt="2025-05-30T10:28:05.502" v="0" actId="790"/>
          <ac:graphicFrameMkLst>
            <pc:docMk/>
            <pc:sldMk cId="1739287015" sldId="1189"/>
            <ac:graphicFrameMk id="5" creationId="{7045A2B5-0916-C458-D9B1-15DC390A7FA1}"/>
          </ac:graphicFrameMkLst>
        </pc:graphicFrameChg>
      </pc:sldChg>
      <pc:sldChg chg="modSp mod">
        <pc:chgData name="Feist, Ella" userId="992bbaf2-811d-42cb-a4d6-e7fc45e325e8" providerId="ADAL" clId="{AB380178-2917-4EBF-8AF7-28455C886369}" dt="2025-05-30T10:28:05.502" v="0" actId="790"/>
        <pc:sldMkLst>
          <pc:docMk/>
          <pc:sldMk cId="1671082309" sldId="1190"/>
        </pc:sldMkLst>
        <pc:spChg chg="mod">
          <ac:chgData name="Feist, Ella" userId="992bbaf2-811d-42cb-a4d6-e7fc45e325e8" providerId="ADAL" clId="{AB380178-2917-4EBF-8AF7-28455C886369}" dt="2025-05-30T10:28:05.502" v="0" actId="790"/>
          <ac:spMkLst>
            <pc:docMk/>
            <pc:sldMk cId="1671082309" sldId="1190"/>
            <ac:spMk id="2" creationId="{7A211678-DA91-F7FB-89F2-31A041D54459}"/>
          </ac:spMkLst>
        </pc:spChg>
        <pc:spChg chg="mod">
          <ac:chgData name="Feist, Ella" userId="992bbaf2-811d-42cb-a4d6-e7fc45e325e8" providerId="ADAL" clId="{AB380178-2917-4EBF-8AF7-28455C886369}" dt="2025-05-30T10:28:05.502" v="0" actId="790"/>
          <ac:spMkLst>
            <pc:docMk/>
            <pc:sldMk cId="1671082309" sldId="1190"/>
            <ac:spMk id="3" creationId="{86C83FDF-A3F7-895F-0F5F-AEF792EEEA88}"/>
          </ac:spMkLst>
        </pc:spChg>
        <pc:spChg chg="mod">
          <ac:chgData name="Feist, Ella" userId="992bbaf2-811d-42cb-a4d6-e7fc45e325e8" providerId="ADAL" clId="{AB380178-2917-4EBF-8AF7-28455C886369}" dt="2025-05-30T10:28:05.502" v="0" actId="790"/>
          <ac:spMkLst>
            <pc:docMk/>
            <pc:sldMk cId="1671082309" sldId="1190"/>
            <ac:spMk id="5" creationId="{4EE7A311-0742-119D-612E-236CD403EDA6}"/>
          </ac:spMkLst>
        </pc:spChg>
      </pc:sldChg>
      <pc:sldChg chg="modSp mod">
        <pc:chgData name="Feist, Ella" userId="992bbaf2-811d-42cb-a4d6-e7fc45e325e8" providerId="ADAL" clId="{AB380178-2917-4EBF-8AF7-28455C886369}" dt="2025-05-30T10:28:05.502" v="0" actId="790"/>
        <pc:sldMkLst>
          <pc:docMk/>
          <pc:sldMk cId="205467371" sldId="1194"/>
        </pc:sldMkLst>
        <pc:spChg chg="mod">
          <ac:chgData name="Feist, Ella" userId="992bbaf2-811d-42cb-a4d6-e7fc45e325e8" providerId="ADAL" clId="{AB380178-2917-4EBF-8AF7-28455C886369}" dt="2025-05-30T10:28:05.502" v="0" actId="790"/>
          <ac:spMkLst>
            <pc:docMk/>
            <pc:sldMk cId="205467371" sldId="1194"/>
            <ac:spMk id="2" creationId="{D7EC235F-614F-714E-A97F-4FF50EFF14FD}"/>
          </ac:spMkLst>
        </pc:spChg>
        <pc:spChg chg="mod">
          <ac:chgData name="Feist, Ella" userId="992bbaf2-811d-42cb-a4d6-e7fc45e325e8" providerId="ADAL" clId="{AB380178-2917-4EBF-8AF7-28455C886369}" dt="2025-05-30T10:28:05.502" v="0" actId="790"/>
          <ac:spMkLst>
            <pc:docMk/>
            <pc:sldMk cId="205467371" sldId="1194"/>
            <ac:spMk id="4" creationId="{E9C5A723-C0B1-124B-8CB6-AA3105C9A4E6}"/>
          </ac:spMkLst>
        </pc:spChg>
        <pc:spChg chg="mod">
          <ac:chgData name="Feist, Ella" userId="992bbaf2-811d-42cb-a4d6-e7fc45e325e8" providerId="ADAL" clId="{AB380178-2917-4EBF-8AF7-28455C886369}" dt="2025-05-30T10:28:05.502" v="0" actId="790"/>
          <ac:spMkLst>
            <pc:docMk/>
            <pc:sldMk cId="205467371" sldId="1194"/>
            <ac:spMk id="7" creationId="{632F6819-241E-12CB-8A5F-ED117A1F0279}"/>
          </ac:spMkLst>
        </pc:spChg>
      </pc:sldChg>
      <pc:sldChg chg="modSp mod">
        <pc:chgData name="Feist, Ella" userId="992bbaf2-811d-42cb-a4d6-e7fc45e325e8" providerId="ADAL" clId="{AB380178-2917-4EBF-8AF7-28455C886369}" dt="2025-05-30T10:28:05.502" v="0" actId="790"/>
        <pc:sldMkLst>
          <pc:docMk/>
          <pc:sldMk cId="3766184422" sldId="1195"/>
        </pc:sldMkLst>
        <pc:spChg chg="mod">
          <ac:chgData name="Feist, Ella" userId="992bbaf2-811d-42cb-a4d6-e7fc45e325e8" providerId="ADAL" clId="{AB380178-2917-4EBF-8AF7-28455C886369}" dt="2025-05-30T10:28:05.502" v="0" actId="790"/>
          <ac:spMkLst>
            <pc:docMk/>
            <pc:sldMk cId="3766184422" sldId="1195"/>
            <ac:spMk id="2" creationId="{F111C5DB-635E-4576-A4C3-837B7E452E1E}"/>
          </ac:spMkLst>
        </pc:spChg>
        <pc:spChg chg="mod">
          <ac:chgData name="Feist, Ella" userId="992bbaf2-811d-42cb-a4d6-e7fc45e325e8" providerId="ADAL" clId="{AB380178-2917-4EBF-8AF7-28455C886369}" dt="2025-05-30T10:28:05.502" v="0" actId="790"/>
          <ac:spMkLst>
            <pc:docMk/>
            <pc:sldMk cId="3766184422" sldId="1195"/>
            <ac:spMk id="3" creationId="{7D883288-734D-EBAA-4D39-3E70FDDEBD37}"/>
          </ac:spMkLst>
        </pc:spChg>
        <pc:spChg chg="mod">
          <ac:chgData name="Feist, Ella" userId="992bbaf2-811d-42cb-a4d6-e7fc45e325e8" providerId="ADAL" clId="{AB380178-2917-4EBF-8AF7-28455C886369}" dt="2025-05-30T10:28:05.502" v="0" actId="790"/>
          <ac:spMkLst>
            <pc:docMk/>
            <pc:sldMk cId="3766184422" sldId="1195"/>
            <ac:spMk id="6" creationId="{9ECDB192-E59C-C44D-B6D5-3E31ED8088B5}"/>
          </ac:spMkLst>
        </pc:spChg>
      </pc:sldChg>
      <pc:sldChg chg="modSp mod modNotes">
        <pc:chgData name="Feist, Ella" userId="992bbaf2-811d-42cb-a4d6-e7fc45e325e8" providerId="ADAL" clId="{AB380178-2917-4EBF-8AF7-28455C886369}" dt="2025-05-30T10:28:47.436" v="26" actId="14100"/>
        <pc:sldMkLst>
          <pc:docMk/>
          <pc:sldMk cId="2810557230" sldId="1656"/>
        </pc:sldMkLst>
        <pc:spChg chg="mod">
          <ac:chgData name="Feist, Ella" userId="992bbaf2-811d-42cb-a4d6-e7fc45e325e8" providerId="ADAL" clId="{AB380178-2917-4EBF-8AF7-28455C886369}" dt="2025-05-30T10:28:05.502" v="0" actId="790"/>
          <ac:spMkLst>
            <pc:docMk/>
            <pc:sldMk cId="2810557230" sldId="1656"/>
            <ac:spMk id="2" creationId="{F473A64F-2016-6C2D-AE22-C5451E652717}"/>
          </ac:spMkLst>
        </pc:spChg>
        <pc:spChg chg="mod">
          <ac:chgData name="Feist, Ella" userId="992bbaf2-811d-42cb-a4d6-e7fc45e325e8" providerId="ADAL" clId="{AB380178-2917-4EBF-8AF7-28455C886369}" dt="2025-05-30T10:28:05.502" v="0" actId="790"/>
          <ac:spMkLst>
            <pc:docMk/>
            <pc:sldMk cId="2810557230" sldId="1656"/>
            <ac:spMk id="4" creationId="{A5753C1C-F770-383E-F660-05C445D1809F}"/>
          </ac:spMkLst>
        </pc:spChg>
        <pc:spChg chg="mod">
          <ac:chgData name="Feist, Ella" userId="992bbaf2-811d-42cb-a4d6-e7fc45e325e8" providerId="ADAL" clId="{AB380178-2917-4EBF-8AF7-28455C886369}" dt="2025-05-30T10:28:05.502" v="0" actId="790"/>
          <ac:spMkLst>
            <pc:docMk/>
            <pc:sldMk cId="2810557230" sldId="1656"/>
            <ac:spMk id="5" creationId="{4D5ED9FB-7BAE-D6AD-57CE-4037F4215DB2}"/>
          </ac:spMkLst>
        </pc:spChg>
      </pc:sldChg>
      <pc:sldChg chg="modSp mod">
        <pc:chgData name="Feist, Ella" userId="992bbaf2-811d-42cb-a4d6-e7fc45e325e8" providerId="ADAL" clId="{AB380178-2917-4EBF-8AF7-28455C886369}" dt="2025-05-30T10:28:05.502" v="0" actId="790"/>
        <pc:sldMkLst>
          <pc:docMk/>
          <pc:sldMk cId="2325013560" sldId="1657"/>
        </pc:sldMkLst>
        <pc:spChg chg="mod">
          <ac:chgData name="Feist, Ella" userId="992bbaf2-811d-42cb-a4d6-e7fc45e325e8" providerId="ADAL" clId="{AB380178-2917-4EBF-8AF7-28455C886369}" dt="2025-05-30T10:28:05.502" v="0" actId="790"/>
          <ac:spMkLst>
            <pc:docMk/>
            <pc:sldMk cId="2325013560" sldId="1657"/>
            <ac:spMk id="4" creationId="{4F68FE44-4C1D-0286-5A31-F142F5529D05}"/>
          </ac:spMkLst>
        </pc:spChg>
        <pc:spChg chg="mod">
          <ac:chgData name="Feist, Ella" userId="992bbaf2-811d-42cb-a4d6-e7fc45e325e8" providerId="ADAL" clId="{AB380178-2917-4EBF-8AF7-28455C886369}" dt="2025-05-30T10:28:05.502" v="0" actId="790"/>
          <ac:spMkLst>
            <pc:docMk/>
            <pc:sldMk cId="2325013560" sldId="1657"/>
            <ac:spMk id="5" creationId="{9CC7FE86-37C3-B3EC-F95D-18A9EE488359}"/>
          </ac:spMkLst>
        </pc:spChg>
        <pc:spChg chg="mod">
          <ac:chgData name="Feist, Ella" userId="992bbaf2-811d-42cb-a4d6-e7fc45e325e8" providerId="ADAL" clId="{AB380178-2917-4EBF-8AF7-28455C886369}" dt="2025-05-30T10:28:05.502" v="0" actId="790"/>
          <ac:spMkLst>
            <pc:docMk/>
            <pc:sldMk cId="2325013560" sldId="1657"/>
            <ac:spMk id="6" creationId="{905143F8-2D59-AE98-88A6-C2AA463BAF35}"/>
          </ac:spMkLst>
        </pc:spChg>
      </pc:sldChg>
      <pc:sldChg chg="modSp mod">
        <pc:chgData name="Feist, Ella" userId="992bbaf2-811d-42cb-a4d6-e7fc45e325e8" providerId="ADAL" clId="{AB380178-2917-4EBF-8AF7-28455C886369}" dt="2025-05-30T10:28:05.502" v="0" actId="790"/>
        <pc:sldMkLst>
          <pc:docMk/>
          <pc:sldMk cId="688323020" sldId="1658"/>
        </pc:sldMkLst>
        <pc:spChg chg="mod">
          <ac:chgData name="Feist, Ella" userId="992bbaf2-811d-42cb-a4d6-e7fc45e325e8" providerId="ADAL" clId="{AB380178-2917-4EBF-8AF7-28455C886369}" dt="2025-05-30T10:28:05.502" v="0" actId="790"/>
          <ac:spMkLst>
            <pc:docMk/>
            <pc:sldMk cId="688323020" sldId="1658"/>
            <ac:spMk id="2" creationId="{D7EC235F-614F-714E-A97F-4FF50EFF14FD}"/>
          </ac:spMkLst>
        </pc:spChg>
        <pc:spChg chg="mod">
          <ac:chgData name="Feist, Ella" userId="992bbaf2-811d-42cb-a4d6-e7fc45e325e8" providerId="ADAL" clId="{AB380178-2917-4EBF-8AF7-28455C886369}" dt="2025-05-30T10:28:05.502" v="0" actId="790"/>
          <ac:spMkLst>
            <pc:docMk/>
            <pc:sldMk cId="688323020" sldId="1658"/>
            <ac:spMk id="4" creationId="{E9C5A723-C0B1-124B-8CB6-AA3105C9A4E6}"/>
          </ac:spMkLst>
        </pc:spChg>
        <pc:spChg chg="mod">
          <ac:chgData name="Feist, Ella" userId="992bbaf2-811d-42cb-a4d6-e7fc45e325e8" providerId="ADAL" clId="{AB380178-2917-4EBF-8AF7-28455C886369}" dt="2025-05-30T10:28:05.502" v="0" actId="790"/>
          <ac:spMkLst>
            <pc:docMk/>
            <pc:sldMk cId="688323020" sldId="1658"/>
            <ac:spMk id="5" creationId="{CFD204AE-E217-C4A7-F448-7D2A2011FD15}"/>
          </ac:spMkLst>
        </pc:spChg>
      </pc:sldChg>
      <pc:sldChg chg="modSp mod modNotes">
        <pc:chgData name="Feist, Ella" userId="992bbaf2-811d-42cb-a4d6-e7fc45e325e8" providerId="ADAL" clId="{AB380178-2917-4EBF-8AF7-28455C886369}" dt="2025-05-30T10:33:18.140" v="178" actId="12"/>
        <pc:sldMkLst>
          <pc:docMk/>
          <pc:sldMk cId="1344983836" sldId="1659"/>
        </pc:sldMkLst>
        <pc:spChg chg="mod">
          <ac:chgData name="Feist, Ella" userId="992bbaf2-811d-42cb-a4d6-e7fc45e325e8" providerId="ADAL" clId="{AB380178-2917-4EBF-8AF7-28455C886369}" dt="2025-05-30T10:28:05.502" v="0" actId="790"/>
          <ac:spMkLst>
            <pc:docMk/>
            <pc:sldMk cId="1344983836" sldId="1659"/>
            <ac:spMk id="2" creationId="{A9A6FF77-D641-4417-92E7-11CC6238BF20}"/>
          </ac:spMkLst>
        </pc:spChg>
        <pc:spChg chg="mod">
          <ac:chgData name="Feist, Ella" userId="992bbaf2-811d-42cb-a4d6-e7fc45e325e8" providerId="ADAL" clId="{AB380178-2917-4EBF-8AF7-28455C886369}" dt="2025-05-30T10:28:05.502" v="0" actId="790"/>
          <ac:spMkLst>
            <pc:docMk/>
            <pc:sldMk cId="1344983836" sldId="1659"/>
            <ac:spMk id="3" creationId="{E2DF8494-6C7B-C1EE-4F49-844A0FEF8811}"/>
          </ac:spMkLst>
        </pc:spChg>
        <pc:spChg chg="mod">
          <ac:chgData name="Feist, Ella" userId="992bbaf2-811d-42cb-a4d6-e7fc45e325e8" providerId="ADAL" clId="{AB380178-2917-4EBF-8AF7-28455C886369}" dt="2025-05-30T10:28:05.502" v="0" actId="790"/>
          <ac:spMkLst>
            <pc:docMk/>
            <pc:sldMk cId="1344983836" sldId="1659"/>
            <ac:spMk id="4" creationId="{6B42246C-6743-24D6-7194-A65F936412BD}"/>
          </ac:spMkLst>
        </pc:spChg>
        <pc:spChg chg="mod">
          <ac:chgData name="Feist, Ella" userId="992bbaf2-811d-42cb-a4d6-e7fc45e325e8" providerId="ADAL" clId="{AB380178-2917-4EBF-8AF7-28455C886369}" dt="2025-05-30T10:28:05.502" v="0" actId="790"/>
          <ac:spMkLst>
            <pc:docMk/>
            <pc:sldMk cId="1344983836" sldId="1659"/>
            <ac:spMk id="5" creationId="{91A8ED3D-B755-43C9-BCB1-DCF495C0C9DB}"/>
          </ac:spMkLst>
        </pc:spChg>
        <pc:graphicFrameChg chg="modGraphic">
          <ac:chgData name="Feist, Ella" userId="992bbaf2-811d-42cb-a4d6-e7fc45e325e8" providerId="ADAL" clId="{AB380178-2917-4EBF-8AF7-28455C886369}" dt="2025-05-30T10:28:05.502" v="0" actId="790"/>
          <ac:graphicFrameMkLst>
            <pc:docMk/>
            <pc:sldMk cId="1344983836" sldId="1659"/>
            <ac:graphicFrameMk id="6" creationId="{3364AAAC-69C2-1718-3FB4-B6FD8D3A62E1}"/>
          </ac:graphicFrameMkLst>
        </pc:graphicFrameChg>
        <pc:graphicFrameChg chg="modGraphic">
          <ac:chgData name="Feist, Ella" userId="992bbaf2-811d-42cb-a4d6-e7fc45e325e8" providerId="ADAL" clId="{AB380178-2917-4EBF-8AF7-28455C886369}" dt="2025-05-30T10:28:05.502" v="0" actId="790"/>
          <ac:graphicFrameMkLst>
            <pc:docMk/>
            <pc:sldMk cId="1344983836" sldId="1659"/>
            <ac:graphicFrameMk id="7" creationId="{62D763F9-BFBB-E694-CAE7-1523B4AB57E8}"/>
          </ac:graphicFrameMkLst>
        </pc:graphicFrameChg>
        <pc:graphicFrameChg chg="modGraphic">
          <ac:chgData name="Feist, Ella" userId="992bbaf2-811d-42cb-a4d6-e7fc45e325e8" providerId="ADAL" clId="{AB380178-2917-4EBF-8AF7-28455C886369}" dt="2025-05-30T10:28:05.502" v="0" actId="790"/>
          <ac:graphicFrameMkLst>
            <pc:docMk/>
            <pc:sldMk cId="1344983836" sldId="1659"/>
            <ac:graphicFrameMk id="11" creationId="{D92E03D4-3E4F-31D5-E8C9-49B433B53D71}"/>
          </ac:graphicFrameMkLst>
        </pc:graphicFrameChg>
      </pc:sldChg>
      <pc:sldChg chg="modSp mod">
        <pc:chgData name="Feist, Ella" userId="992bbaf2-811d-42cb-a4d6-e7fc45e325e8" providerId="ADAL" clId="{AB380178-2917-4EBF-8AF7-28455C886369}" dt="2025-05-30T10:28:05.502" v="0" actId="790"/>
        <pc:sldMkLst>
          <pc:docMk/>
          <pc:sldMk cId="2437277640" sldId="1660"/>
        </pc:sldMkLst>
        <pc:spChg chg="mod">
          <ac:chgData name="Feist, Ella" userId="992bbaf2-811d-42cb-a4d6-e7fc45e325e8" providerId="ADAL" clId="{AB380178-2917-4EBF-8AF7-28455C886369}" dt="2025-05-30T10:28:05.502" v="0" actId="790"/>
          <ac:spMkLst>
            <pc:docMk/>
            <pc:sldMk cId="2437277640" sldId="1660"/>
            <ac:spMk id="2" creationId="{D7EC235F-614F-714E-A97F-4FF50EFF14FD}"/>
          </ac:spMkLst>
        </pc:spChg>
        <pc:spChg chg="mod">
          <ac:chgData name="Feist, Ella" userId="992bbaf2-811d-42cb-a4d6-e7fc45e325e8" providerId="ADAL" clId="{AB380178-2917-4EBF-8AF7-28455C886369}" dt="2025-05-30T10:28:05.502" v="0" actId="790"/>
          <ac:spMkLst>
            <pc:docMk/>
            <pc:sldMk cId="2437277640" sldId="1660"/>
            <ac:spMk id="4" creationId="{E9C5A723-C0B1-124B-8CB6-AA3105C9A4E6}"/>
          </ac:spMkLst>
        </pc:spChg>
        <pc:spChg chg="mod">
          <ac:chgData name="Feist, Ella" userId="992bbaf2-811d-42cb-a4d6-e7fc45e325e8" providerId="ADAL" clId="{AB380178-2917-4EBF-8AF7-28455C886369}" dt="2025-05-30T10:28:05.502" v="0" actId="790"/>
          <ac:spMkLst>
            <pc:docMk/>
            <pc:sldMk cId="2437277640" sldId="1660"/>
            <ac:spMk id="5" creationId="{CFD204AE-E217-C4A7-F448-7D2A2011FD15}"/>
          </ac:spMkLst>
        </pc:spChg>
      </pc:sldChg>
      <pc:sldChg chg="modSp mod">
        <pc:chgData name="Feist, Ella" userId="992bbaf2-811d-42cb-a4d6-e7fc45e325e8" providerId="ADAL" clId="{AB380178-2917-4EBF-8AF7-28455C886369}" dt="2025-05-30T10:28:05.502" v="0" actId="790"/>
        <pc:sldMkLst>
          <pc:docMk/>
          <pc:sldMk cId="1776916075" sldId="1661"/>
        </pc:sldMkLst>
        <pc:spChg chg="mod">
          <ac:chgData name="Feist, Ella" userId="992bbaf2-811d-42cb-a4d6-e7fc45e325e8" providerId="ADAL" clId="{AB380178-2917-4EBF-8AF7-28455C886369}" dt="2025-05-30T10:28:05.502" v="0" actId="790"/>
          <ac:spMkLst>
            <pc:docMk/>
            <pc:sldMk cId="1776916075" sldId="1661"/>
            <ac:spMk id="3" creationId="{E1CF24F3-631B-8C9B-AFD5-B73EF761C8ED}"/>
          </ac:spMkLst>
        </pc:spChg>
        <pc:spChg chg="mod">
          <ac:chgData name="Feist, Ella" userId="992bbaf2-811d-42cb-a4d6-e7fc45e325e8" providerId="ADAL" clId="{AB380178-2917-4EBF-8AF7-28455C886369}" dt="2025-05-30T10:28:05.502" v="0" actId="790"/>
          <ac:spMkLst>
            <pc:docMk/>
            <pc:sldMk cId="1776916075" sldId="1661"/>
            <ac:spMk id="4" creationId="{9ED32BBC-8A3B-5FB1-DB0F-B65F461BDA2D}"/>
          </ac:spMkLst>
        </pc:spChg>
      </pc:sldChg>
      <pc:sldChg chg="modSp mod">
        <pc:chgData name="Feist, Ella" userId="992bbaf2-811d-42cb-a4d6-e7fc45e325e8" providerId="ADAL" clId="{AB380178-2917-4EBF-8AF7-28455C886369}" dt="2025-05-30T10:28:05.502" v="0" actId="790"/>
        <pc:sldMkLst>
          <pc:docMk/>
          <pc:sldMk cId="1646965339" sldId="1662"/>
        </pc:sldMkLst>
        <pc:spChg chg="mod">
          <ac:chgData name="Feist, Ella" userId="992bbaf2-811d-42cb-a4d6-e7fc45e325e8" providerId="ADAL" clId="{AB380178-2917-4EBF-8AF7-28455C886369}" dt="2025-05-30T10:28:05.502" v="0" actId="790"/>
          <ac:spMkLst>
            <pc:docMk/>
            <pc:sldMk cId="1646965339" sldId="1662"/>
            <ac:spMk id="4" creationId="{7D2E1C6A-A74A-0989-0412-DCD4DAF24630}"/>
          </ac:spMkLst>
        </pc:spChg>
        <pc:spChg chg="mod">
          <ac:chgData name="Feist, Ella" userId="992bbaf2-811d-42cb-a4d6-e7fc45e325e8" providerId="ADAL" clId="{AB380178-2917-4EBF-8AF7-28455C886369}" dt="2025-05-30T10:28:05.502" v="0" actId="790"/>
          <ac:spMkLst>
            <pc:docMk/>
            <pc:sldMk cId="1646965339" sldId="1662"/>
            <ac:spMk id="5" creationId="{1CDFEF0D-2894-D918-7374-B335204A5959}"/>
          </ac:spMkLst>
        </pc:spChg>
        <pc:spChg chg="mod">
          <ac:chgData name="Feist, Ella" userId="992bbaf2-811d-42cb-a4d6-e7fc45e325e8" providerId="ADAL" clId="{AB380178-2917-4EBF-8AF7-28455C886369}" dt="2025-05-30T10:28:05.502" v="0" actId="790"/>
          <ac:spMkLst>
            <pc:docMk/>
            <pc:sldMk cId="1646965339" sldId="1662"/>
            <ac:spMk id="6" creationId="{1BF3A57B-8210-DACA-49CD-9583C8D12C96}"/>
          </ac:spMkLst>
        </pc:spChg>
      </pc:sldChg>
      <pc:sldChg chg="modSp mod">
        <pc:chgData name="Feist, Ella" userId="992bbaf2-811d-42cb-a4d6-e7fc45e325e8" providerId="ADAL" clId="{AB380178-2917-4EBF-8AF7-28455C886369}" dt="2025-05-30T10:28:05.502" v="0" actId="790"/>
        <pc:sldMkLst>
          <pc:docMk/>
          <pc:sldMk cId="3930449760" sldId="1663"/>
        </pc:sldMkLst>
        <pc:spChg chg="mod">
          <ac:chgData name="Feist, Ella" userId="992bbaf2-811d-42cb-a4d6-e7fc45e325e8" providerId="ADAL" clId="{AB380178-2917-4EBF-8AF7-28455C886369}" dt="2025-05-30T10:28:05.502" v="0" actId="790"/>
          <ac:spMkLst>
            <pc:docMk/>
            <pc:sldMk cId="3930449760" sldId="1663"/>
            <ac:spMk id="2" creationId="{D7EC235F-614F-714E-A97F-4FF50EFF14FD}"/>
          </ac:spMkLst>
        </pc:spChg>
        <pc:spChg chg="mod">
          <ac:chgData name="Feist, Ella" userId="992bbaf2-811d-42cb-a4d6-e7fc45e325e8" providerId="ADAL" clId="{AB380178-2917-4EBF-8AF7-28455C886369}" dt="2025-05-30T10:28:05.502" v="0" actId="790"/>
          <ac:spMkLst>
            <pc:docMk/>
            <pc:sldMk cId="3930449760" sldId="1663"/>
            <ac:spMk id="4" creationId="{E9C5A723-C0B1-124B-8CB6-AA3105C9A4E6}"/>
          </ac:spMkLst>
        </pc:spChg>
        <pc:spChg chg="mod">
          <ac:chgData name="Feist, Ella" userId="992bbaf2-811d-42cb-a4d6-e7fc45e325e8" providerId="ADAL" clId="{AB380178-2917-4EBF-8AF7-28455C886369}" dt="2025-05-30T10:28:05.502" v="0" actId="790"/>
          <ac:spMkLst>
            <pc:docMk/>
            <pc:sldMk cId="3930449760" sldId="1663"/>
            <ac:spMk id="5" creationId="{CFD204AE-E217-C4A7-F448-7D2A2011FD15}"/>
          </ac:spMkLst>
        </pc:spChg>
      </pc:sldChg>
      <pc:sldChg chg="modSp mod">
        <pc:chgData name="Feist, Ella" userId="992bbaf2-811d-42cb-a4d6-e7fc45e325e8" providerId="ADAL" clId="{AB380178-2917-4EBF-8AF7-28455C886369}" dt="2025-05-30T10:28:05.502" v="0" actId="790"/>
        <pc:sldMkLst>
          <pc:docMk/>
          <pc:sldMk cId="1875035603" sldId="1664"/>
        </pc:sldMkLst>
        <pc:spChg chg="mod">
          <ac:chgData name="Feist, Ella" userId="992bbaf2-811d-42cb-a4d6-e7fc45e325e8" providerId="ADAL" clId="{AB380178-2917-4EBF-8AF7-28455C886369}" dt="2025-05-30T10:28:05.502" v="0" actId="790"/>
          <ac:spMkLst>
            <pc:docMk/>
            <pc:sldMk cId="1875035603" sldId="1664"/>
            <ac:spMk id="2" creationId="{02E6CF61-786D-3000-FA6F-1568903EC1D8}"/>
          </ac:spMkLst>
        </pc:spChg>
        <pc:spChg chg="mod">
          <ac:chgData name="Feist, Ella" userId="992bbaf2-811d-42cb-a4d6-e7fc45e325e8" providerId="ADAL" clId="{AB380178-2917-4EBF-8AF7-28455C886369}" dt="2025-05-30T10:28:05.502" v="0" actId="790"/>
          <ac:spMkLst>
            <pc:docMk/>
            <pc:sldMk cId="1875035603" sldId="1664"/>
            <ac:spMk id="3" creationId="{70CD2C97-3778-14A0-4E33-4AFF425AEB16}"/>
          </ac:spMkLst>
        </pc:spChg>
        <pc:spChg chg="mod">
          <ac:chgData name="Feist, Ella" userId="992bbaf2-811d-42cb-a4d6-e7fc45e325e8" providerId="ADAL" clId="{AB380178-2917-4EBF-8AF7-28455C886369}" dt="2025-05-30T10:28:05.502" v="0" actId="790"/>
          <ac:spMkLst>
            <pc:docMk/>
            <pc:sldMk cId="1875035603" sldId="1664"/>
            <ac:spMk id="4" creationId="{424E3E85-B8ED-4764-CCBA-C0F0044505C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09/06/2026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9680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r>
              <a:rPr lang="en-GB" noProof="0" dirty="0">
                <a:latin typeface="+mn-lt"/>
              </a:rPr>
              <a:t>In the Linux and Unix world, everything is a seen as a FILE (commands, devices, logs, data and even directories are stored as a file). So, we need to understand what they are and how to use them.</a:t>
            </a:r>
          </a:p>
          <a:p>
            <a:endParaRPr lang="en-GB" noProof="0" dirty="0"/>
          </a:p>
        </p:txBody>
      </p:sp>
    </p:spTree>
    <p:extLst>
      <p:ext uri="{BB962C8B-B14F-4D97-AF65-F5344CB8AC3E}">
        <p14:creationId xmlns:p14="http://schemas.microsoft.com/office/powerpoint/2010/main" val="1792526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943350"/>
          </a:xfrm>
        </p:spPr>
        <p:txBody>
          <a:bodyPr/>
          <a:lstStyle/>
          <a:p>
            <a:r>
              <a:rPr lang="en-GB" dirty="0"/>
              <a:t>When you type a command like </a:t>
            </a:r>
            <a:r>
              <a:rPr lang="en-GB" b="1" dirty="0"/>
              <a:t>cat /etc/passwd</a:t>
            </a:r>
            <a:r>
              <a:rPr lang="en-GB" dirty="0"/>
              <a:t>, it looks simple. </a:t>
            </a:r>
          </a:p>
          <a:p>
            <a:endParaRPr lang="en-GB" dirty="0"/>
          </a:p>
          <a:p>
            <a:r>
              <a:rPr lang="en-GB" dirty="0"/>
              <a:t>But the shell itself doesn’t read the file.</a:t>
            </a:r>
          </a:p>
          <a:p>
            <a:endParaRPr lang="en-GB" dirty="0"/>
          </a:p>
          <a:p>
            <a:r>
              <a:rPr lang="en-GB" dirty="0"/>
              <a:t>It passes the request into the kernel.</a:t>
            </a:r>
          </a:p>
          <a:p>
            <a:endParaRPr lang="en-GB" dirty="0"/>
          </a:p>
          <a:p>
            <a:r>
              <a:rPr lang="en-GB" dirty="0"/>
              <a:t>Inside the kernel, the filesystem layer resolves the pathname, translates names into </a:t>
            </a:r>
            <a:r>
              <a:rPr lang="en-GB" dirty="0" err="1"/>
              <a:t>inode</a:t>
            </a:r>
            <a:r>
              <a:rPr lang="en-GB" dirty="0"/>
              <a:t> numbers, and locates the data blocks on disk. Let’s now </a:t>
            </a:r>
            <a:r>
              <a:rPr lang="en-GB" b="1" dirty="0"/>
              <a:t>zoom</a:t>
            </a:r>
            <a:r>
              <a:rPr lang="en-GB" dirty="0"/>
              <a:t> into that </a:t>
            </a:r>
            <a:r>
              <a:rPr lang="en-GB" b="1" dirty="0"/>
              <a:t>filesystem</a:t>
            </a:r>
            <a:r>
              <a:rPr lang="en-GB" dirty="0"/>
              <a:t> </a:t>
            </a:r>
            <a:r>
              <a:rPr lang="en-GB" b="1" dirty="0"/>
              <a:t>layer</a:t>
            </a:r>
            <a:r>
              <a:rPr lang="en-GB" dirty="0"/>
              <a:t> and see what’s really happening when a pathname is resolved.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19807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D08A9-BA91-F7D3-9E85-1F5E6723D1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AAAD4-3207-BE65-94B8-82F23BD5F8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7BDD7-B9DA-6BCE-30FB-27742B2DE460}"/>
              </a:ext>
            </a:extLst>
          </p:cNvPr>
          <p:cNvSpPr>
            <a:spLocks noGrp="1"/>
          </p:cNvSpPr>
          <p:nvPr>
            <p:ph type="body" idx="1"/>
          </p:nvPr>
        </p:nvSpPr>
        <p:spPr>
          <a:xfrm>
            <a:off x="685800" y="4400550"/>
            <a:ext cx="5486400" cy="3943350"/>
          </a:xfrm>
        </p:spPr>
        <p:txBody>
          <a:bodyPr/>
          <a:lstStyle/>
          <a:p>
            <a:r>
              <a:rPr lang="en-GB" dirty="0"/>
              <a:t>In Linux, </a:t>
            </a:r>
            <a:r>
              <a:rPr lang="en-GB" b="1" dirty="0"/>
              <a:t>almost everything is treated as a file</a:t>
            </a:r>
            <a:r>
              <a:rPr lang="en-GB" dirty="0"/>
              <a:t>. This includes regular files, directories, hardware devices, and even certain aspects of system information.</a:t>
            </a:r>
          </a:p>
          <a:p>
            <a:endParaRPr lang="en-GB" dirty="0"/>
          </a:p>
          <a:p>
            <a:r>
              <a:rPr lang="en-GB" dirty="0"/>
              <a:t>Directories are simply special types of files. Rather than storing user data, they store references to other files and subdirectories, forming the familiar hierarchical filesystem structure.</a:t>
            </a:r>
          </a:p>
          <a:p>
            <a:endParaRPr lang="en-GB" dirty="0"/>
          </a:p>
          <a:p>
            <a:r>
              <a:rPr lang="en-GB" dirty="0"/>
              <a:t>Every file and directory is represented internally by an </a:t>
            </a:r>
            <a:r>
              <a:rPr lang="en-GB" dirty="0" err="1"/>
              <a:t>inode</a:t>
            </a:r>
            <a:r>
              <a:rPr lang="en-GB" dirty="0"/>
              <a:t> (index node). The </a:t>
            </a:r>
            <a:r>
              <a:rPr lang="en-GB" dirty="0" err="1"/>
              <a:t>inode</a:t>
            </a:r>
            <a:r>
              <a:rPr lang="en-GB" dirty="0"/>
              <a:t> stores the file’s metadata, including:</a:t>
            </a:r>
          </a:p>
          <a:p>
            <a:pPr marL="628650" lvl="1" indent="-171450">
              <a:buFont typeface="Arial" panose="020B0604020202020204" pitchFamily="34" charset="0"/>
              <a:buChar char="•"/>
            </a:pPr>
            <a:r>
              <a:rPr lang="en-GB" dirty="0"/>
              <a:t>File type (regular file, directory, symbolic link, device, etc.)</a:t>
            </a:r>
          </a:p>
          <a:p>
            <a:pPr marL="628650" lvl="1" indent="-171450">
              <a:buFont typeface="Arial" panose="020B0604020202020204" pitchFamily="34" charset="0"/>
              <a:buChar char="•"/>
            </a:pPr>
            <a:r>
              <a:rPr lang="en-GB" dirty="0"/>
              <a:t>Ownership and permissions</a:t>
            </a:r>
          </a:p>
          <a:p>
            <a:pPr marL="628650" lvl="1" indent="-171450">
              <a:buFont typeface="Arial" panose="020B0604020202020204" pitchFamily="34" charset="0"/>
              <a:buChar char="•"/>
            </a:pPr>
            <a:r>
              <a:rPr lang="en-GB" dirty="0"/>
              <a:t>File size and timestamps</a:t>
            </a:r>
          </a:p>
          <a:p>
            <a:pPr marL="628650" lvl="1" indent="-171450">
              <a:buFont typeface="Arial" panose="020B0604020202020204" pitchFamily="34" charset="0"/>
              <a:buChar char="•"/>
            </a:pPr>
            <a:r>
              <a:rPr lang="en-GB" dirty="0"/>
              <a:t>Pointers to the actual data blocks on disk</a:t>
            </a:r>
          </a:p>
          <a:p>
            <a:endParaRPr lang="en-GB" dirty="0"/>
          </a:p>
          <a:p>
            <a:r>
              <a:rPr lang="en-GB" dirty="0"/>
              <a:t>Importantly, directories do not store file data. They store mappings between filenames and </a:t>
            </a:r>
            <a:r>
              <a:rPr lang="en-GB" dirty="0" err="1"/>
              <a:t>inode</a:t>
            </a:r>
            <a:r>
              <a:rPr lang="en-GB" dirty="0"/>
              <a:t> numbers. The </a:t>
            </a:r>
            <a:r>
              <a:rPr lang="en-GB" dirty="0" err="1"/>
              <a:t>inode</a:t>
            </a:r>
            <a:r>
              <a:rPr lang="en-GB" dirty="0"/>
              <a:t> then points to the file’s data blocks. This design allows Linux to manage files efficiently and consistently. </a:t>
            </a:r>
          </a:p>
          <a:p>
            <a:endParaRPr lang="en-GB" dirty="0"/>
          </a:p>
          <a:p>
            <a:r>
              <a:rPr lang="en-GB" dirty="0"/>
              <a:t>Even hardware devices and system information are exposed through this same model. For example, </a:t>
            </a:r>
            <a:r>
              <a:rPr lang="en-GB" b="1" dirty="0"/>
              <a:t>/dev/</a:t>
            </a:r>
            <a:r>
              <a:rPr lang="en-GB" b="1" dirty="0" err="1"/>
              <a:t>sda</a:t>
            </a:r>
            <a:r>
              <a:rPr lang="en-GB" dirty="0"/>
              <a:t> represents a disk device, and </a:t>
            </a:r>
            <a:r>
              <a:rPr lang="en-GB" b="1" dirty="0"/>
              <a:t>/proc/</a:t>
            </a:r>
            <a:r>
              <a:rPr lang="en-GB" b="1" dirty="0" err="1"/>
              <a:t>cpuinfo</a:t>
            </a:r>
            <a:r>
              <a:rPr lang="en-GB" dirty="0"/>
              <a:t> exposes CPU details.</a:t>
            </a:r>
          </a:p>
          <a:p>
            <a:endParaRPr lang="en-GB" dirty="0"/>
          </a:p>
          <a:p>
            <a:r>
              <a:rPr lang="en-GB" dirty="0"/>
              <a:t>Because they appear as files, </a:t>
            </a:r>
            <a:r>
              <a:rPr lang="en-GB" b="1" dirty="0"/>
              <a:t>they can be accessed using the same tools and commands as regular files</a:t>
            </a:r>
            <a:r>
              <a:rPr lang="en-GB" dirty="0"/>
              <a:t>, providing a uniform interface to the entire system.</a:t>
            </a:r>
          </a:p>
        </p:txBody>
      </p:sp>
      <p:sp>
        <p:nvSpPr>
          <p:cNvPr id="4" name="Slide Number Placeholder 3">
            <a:extLst>
              <a:ext uri="{FF2B5EF4-FFF2-40B4-BE49-F238E27FC236}">
                <a16:creationId xmlns:a16="http://schemas.microsoft.com/office/drawing/2014/main" id="{D901AB2B-187B-EA06-1ED8-7FD38D316E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4389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9350"/>
            <a:ext cx="5486400" cy="3086100"/>
          </a:xfrm>
        </p:spPr>
      </p:sp>
      <p:sp>
        <p:nvSpPr>
          <p:cNvPr id="3" name="Notes Placeholder 2"/>
          <p:cNvSpPr>
            <a:spLocks noGrp="1"/>
          </p:cNvSpPr>
          <p:nvPr>
            <p:ph type="body" idx="1"/>
          </p:nvPr>
        </p:nvSpPr>
        <p:spPr/>
        <p:txBody>
          <a:bodyPr/>
          <a:lstStyle/>
          <a:p>
            <a:r>
              <a:rPr lang="en-GB" dirty="0">
                <a:latin typeface="+mn-lt"/>
              </a:rPr>
              <a:t>Data and programs are stored in files. Files are organised into directories, forming a hierarchical (tree-like) structure.</a:t>
            </a:r>
          </a:p>
          <a:p>
            <a:endParaRPr lang="en-GB" dirty="0"/>
          </a:p>
          <a:p>
            <a:r>
              <a:rPr lang="en-GB" dirty="0">
                <a:latin typeface="+mn-lt"/>
              </a:rPr>
              <a:t>A </a:t>
            </a:r>
            <a:r>
              <a:rPr lang="en-GB" b="1" dirty="0">
                <a:latin typeface="+mn-lt"/>
              </a:rPr>
              <a:t>directory is a special type of file</a:t>
            </a:r>
            <a:r>
              <a:rPr lang="en-GB" dirty="0">
                <a:latin typeface="+mn-lt"/>
              </a:rPr>
              <a:t>. It does not store file data, it </a:t>
            </a:r>
            <a:r>
              <a:rPr lang="en-GB" b="1" dirty="0">
                <a:latin typeface="+mn-lt"/>
              </a:rPr>
              <a:t>stores filename → </a:t>
            </a:r>
            <a:r>
              <a:rPr lang="en-GB" b="1" dirty="0" err="1">
                <a:latin typeface="+mn-lt"/>
              </a:rPr>
              <a:t>inode</a:t>
            </a:r>
            <a:r>
              <a:rPr lang="en-GB" b="1" dirty="0">
                <a:latin typeface="+mn-lt"/>
              </a:rPr>
              <a:t> mappings</a:t>
            </a:r>
            <a:r>
              <a:rPr lang="en-GB" dirty="0">
                <a:latin typeface="+mn-lt"/>
              </a:rPr>
              <a:t> that describe other files. Directories can contain both files and other directories. This allows the filesystem hierarchy to extend to many levels.</a:t>
            </a:r>
          </a:p>
          <a:p>
            <a:endParaRPr lang="en-GB" dirty="0"/>
          </a:p>
          <a:p>
            <a:r>
              <a:rPr lang="en-GB" dirty="0">
                <a:latin typeface="+mn-lt"/>
              </a:rPr>
              <a:t>There can be many files and directories within a single directory, and the hierarchy can grow as deep as required by the system and storage capacity.</a:t>
            </a:r>
          </a:p>
          <a:p>
            <a:endParaRPr lang="en-GB" dirty="0"/>
          </a:p>
          <a:p>
            <a:r>
              <a:rPr lang="en-GB" dirty="0">
                <a:latin typeface="+mn-lt"/>
              </a:rPr>
              <a:t>UNIX/Linux extends the concept of a file further than many operating systems:</a:t>
            </a:r>
          </a:p>
          <a:p>
            <a:pPr marL="628650" lvl="1" indent="-171450">
              <a:buFont typeface="Arial" panose="020B0604020202020204" pitchFamily="34" charset="0"/>
              <a:buChar char="•"/>
            </a:pPr>
            <a:r>
              <a:rPr lang="en-GB" dirty="0">
                <a:latin typeface="+mn-lt"/>
              </a:rPr>
              <a:t>Everything is treated as a file.</a:t>
            </a:r>
          </a:p>
          <a:p>
            <a:endParaRPr lang="en-GB" dirty="0">
              <a:latin typeface="+mn-lt"/>
            </a:endParaRPr>
          </a:p>
          <a:p>
            <a:r>
              <a:rPr lang="en-GB" dirty="0">
                <a:latin typeface="+mn-lt"/>
              </a:rPr>
              <a:t>Physical devices are accessed through special filenames within the filesystem (for example, entries under /dev). In many implementations, system memory, kernel information, and even running processes are also exposed through the filesystem (for example, under /proc and /sys).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553206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noProof="0" dirty="0">
                <a:latin typeface="+mn-lt"/>
              </a:rPr>
              <a:t>Linux allows file and directory names to contain almost any character except the forward slash (/), which is reserved as the pathname separator. Although spaces and special characters are permitted, they can make commands more difficult to enter and may require quoting or escaping. For this reason, it is recommended to use letters, numbers, dots (.), dashes (-) and underscores (_) when naming files and directories. Names beginning with a dot (.) are treated as hidden and are not displayed by a normal ls command unless the -a option is used. </a:t>
            </a:r>
          </a:p>
          <a:p>
            <a:pPr marL="12700">
              <a:lnSpc>
                <a:spcPct val="100000"/>
              </a:lnSpc>
              <a:spcBef>
                <a:spcPts val="105"/>
              </a:spcBef>
            </a:pPr>
            <a:endParaRPr lang="en-GB" noProof="0" dirty="0">
              <a:latin typeface="+mn-lt"/>
            </a:endParaRPr>
          </a:p>
          <a:p>
            <a:pPr marL="12700">
              <a:lnSpc>
                <a:spcPct val="100000"/>
              </a:lnSpc>
              <a:spcBef>
                <a:spcPts val="105"/>
              </a:spcBef>
            </a:pPr>
            <a:r>
              <a:rPr lang="en-GB" noProof="0" dirty="0">
                <a:latin typeface="+mn-lt"/>
              </a:rPr>
              <a:t>Unlike Windows, Linux does not rely on filename extensions such as .txt, .pdf or .jpg to determine the type of a file; extensions are simply naming conventions that help users identify file contents.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068888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2700">
              <a:lnSpc>
                <a:spcPct val="100000"/>
              </a:lnSpc>
              <a:spcBef>
                <a:spcPts val="105"/>
              </a:spcBef>
            </a:pPr>
            <a:r>
              <a:rPr lang="en-GB" dirty="0">
                <a:cs typeface="Segoe UI" panose="020B0502040204020203" pitchFamily="34" charset="0"/>
              </a:rPr>
              <a:t>The Linux filesystem presents a single unified directory tree rooted at /.</a:t>
            </a:r>
          </a:p>
          <a:p>
            <a:pPr marL="12700">
              <a:lnSpc>
                <a:spcPct val="100000"/>
              </a:lnSpc>
              <a:spcBef>
                <a:spcPts val="105"/>
              </a:spcBef>
            </a:pPr>
            <a:endParaRPr lang="en-GB" dirty="0">
              <a:cs typeface="Segoe UI" panose="020B0502040204020203" pitchFamily="34" charset="0"/>
            </a:endParaRPr>
          </a:p>
          <a:p>
            <a:pPr marL="12700">
              <a:lnSpc>
                <a:spcPct val="100000"/>
              </a:lnSpc>
              <a:spcBef>
                <a:spcPts val="105"/>
              </a:spcBef>
            </a:pPr>
            <a:r>
              <a:rPr lang="en-GB" dirty="0">
                <a:cs typeface="Segoe UI" panose="020B0502040204020203" pitchFamily="34" charset="0"/>
              </a:rPr>
              <a:t>From the user’s perspective, it appears as one continuous hierarchy, even though different parts of that tree may physically reside on separate disks or partitions.</a:t>
            </a:r>
          </a:p>
          <a:p>
            <a:pPr marL="12700">
              <a:lnSpc>
                <a:spcPct val="100000"/>
              </a:lnSpc>
              <a:spcBef>
                <a:spcPts val="105"/>
              </a:spcBef>
            </a:pPr>
            <a:endParaRPr lang="en-GB" dirty="0">
              <a:cs typeface="Segoe UI" panose="020B0502040204020203" pitchFamily="34" charset="0"/>
            </a:endParaRPr>
          </a:p>
          <a:p>
            <a:pPr marL="12700">
              <a:lnSpc>
                <a:spcPct val="100000"/>
              </a:lnSpc>
              <a:spcBef>
                <a:spcPts val="105"/>
              </a:spcBef>
            </a:pPr>
            <a:r>
              <a:rPr lang="en-GB" dirty="0">
                <a:cs typeface="Segoe UI" panose="020B0502040204020203" pitchFamily="34" charset="0"/>
              </a:rPr>
              <a:t>Users navigate this structure using pathnames, either absolute (starting with /) or relative to their current directory.</a:t>
            </a:r>
          </a:p>
          <a:p>
            <a:pPr marL="12700">
              <a:lnSpc>
                <a:spcPct val="100000"/>
              </a:lnSpc>
              <a:spcBef>
                <a:spcPts val="105"/>
              </a:spcBef>
            </a:pPr>
            <a:endParaRPr lang="en-GB" dirty="0">
              <a:cs typeface="Segoe UI" panose="020B0502040204020203" pitchFamily="34" charset="0"/>
            </a:endParaRPr>
          </a:p>
          <a:p>
            <a:pPr marL="12700">
              <a:lnSpc>
                <a:spcPct val="100000"/>
              </a:lnSpc>
              <a:spcBef>
                <a:spcPts val="105"/>
              </a:spcBef>
            </a:pPr>
            <a:r>
              <a:rPr lang="en-GB" dirty="0">
                <a:cs typeface="Segoe UI" panose="020B0502040204020203" pitchFamily="34" charset="0"/>
              </a:rPr>
              <a:t>The layout of the top-level directories follows the Linux Filesystem Hierarchy Standard (FHS), which defines the purpose of directories such as </a:t>
            </a:r>
            <a:r>
              <a:rPr lang="en-GB" b="1" dirty="0">
                <a:cs typeface="Segoe UI" panose="020B0502040204020203" pitchFamily="34" charset="0"/>
              </a:rPr>
              <a:t>/bin</a:t>
            </a:r>
            <a:r>
              <a:rPr lang="en-GB" dirty="0">
                <a:cs typeface="Segoe UI" panose="020B0502040204020203" pitchFamily="34" charset="0"/>
              </a:rPr>
              <a:t>, </a:t>
            </a:r>
            <a:r>
              <a:rPr lang="en-GB" b="1" dirty="0">
                <a:cs typeface="Segoe UI" panose="020B0502040204020203" pitchFamily="34" charset="0"/>
              </a:rPr>
              <a:t>/etc</a:t>
            </a:r>
            <a:r>
              <a:rPr lang="en-GB" dirty="0">
                <a:cs typeface="Segoe UI" panose="020B0502040204020203" pitchFamily="34" charset="0"/>
              </a:rPr>
              <a:t>, </a:t>
            </a:r>
            <a:r>
              <a:rPr lang="en-GB" b="1" dirty="0">
                <a:cs typeface="Segoe UI" panose="020B0502040204020203" pitchFamily="34" charset="0"/>
              </a:rPr>
              <a:t>/home</a:t>
            </a:r>
            <a:r>
              <a:rPr lang="en-GB" dirty="0">
                <a:cs typeface="Segoe UI" panose="020B0502040204020203" pitchFamily="34" charset="0"/>
              </a:rPr>
              <a:t>, </a:t>
            </a:r>
            <a:r>
              <a:rPr lang="en-GB" b="1" dirty="0">
                <a:cs typeface="Segoe UI" panose="020B0502040204020203" pitchFamily="34" charset="0"/>
              </a:rPr>
              <a:t>/</a:t>
            </a:r>
            <a:r>
              <a:rPr lang="en-GB" b="1" dirty="0" err="1">
                <a:cs typeface="Segoe UI" panose="020B0502040204020203" pitchFamily="34" charset="0"/>
              </a:rPr>
              <a:t>usr</a:t>
            </a:r>
            <a:r>
              <a:rPr lang="en-GB" dirty="0">
                <a:cs typeface="Segoe UI" panose="020B0502040204020203" pitchFamily="34" charset="0"/>
              </a:rPr>
              <a:t>, and </a:t>
            </a:r>
            <a:r>
              <a:rPr lang="en-GB" b="1" dirty="0">
                <a:cs typeface="Segoe UI" panose="020B0502040204020203" pitchFamily="34" charset="0"/>
              </a:rPr>
              <a:t>/var</a:t>
            </a:r>
            <a:r>
              <a:rPr lang="en-GB" dirty="0">
                <a:cs typeface="Segoe UI" panose="020B0502040204020203" pitchFamily="34" charset="0"/>
              </a:rPr>
              <a:t>. Some directories, such as </a:t>
            </a:r>
            <a:r>
              <a:rPr lang="en-GB" b="1" dirty="0">
                <a:cs typeface="Segoe UI" panose="020B0502040204020203" pitchFamily="34" charset="0"/>
              </a:rPr>
              <a:t>/proc</a:t>
            </a:r>
            <a:r>
              <a:rPr lang="en-GB" dirty="0">
                <a:cs typeface="Segoe UI" panose="020B0502040204020203" pitchFamily="34" charset="0"/>
              </a:rPr>
              <a:t>, are virtual filesystems that expose kernel and process information rather than storing real files on disk.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219688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20" noProof="0" dirty="0">
                <a:latin typeface="+mn-lt"/>
                <a:cs typeface="Segoe UI"/>
              </a:rPr>
              <a:t>Every</a:t>
            </a:r>
            <a:r>
              <a:rPr lang="en-GB" sz="1200" spc="-70" noProof="0" dirty="0">
                <a:latin typeface="+mn-lt"/>
                <a:cs typeface="Segoe UI"/>
              </a:rPr>
              <a:t> </a:t>
            </a:r>
            <a:r>
              <a:rPr lang="en-GB" sz="1200" spc="-20" noProof="0" dirty="0">
                <a:latin typeface="+mn-lt"/>
                <a:cs typeface="Segoe UI"/>
              </a:rPr>
              <a:t>directory</a:t>
            </a:r>
            <a:r>
              <a:rPr lang="en-GB" sz="1200" spc="-3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5" noProof="0" dirty="0">
                <a:latin typeface="+mn-lt"/>
                <a:cs typeface="Segoe UI"/>
              </a:rPr>
              <a:t>Linux</a:t>
            </a:r>
            <a:r>
              <a:rPr lang="en-GB" sz="1200" spc="-40"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system</a:t>
            </a:r>
            <a:r>
              <a:rPr lang="en-GB" sz="1200" spc="-35" noProof="0" dirty="0">
                <a:latin typeface="+mn-lt"/>
                <a:cs typeface="Segoe UI"/>
              </a:rPr>
              <a:t> </a:t>
            </a:r>
            <a:r>
              <a:rPr lang="en-GB" sz="1200" spc="-15" noProof="0" dirty="0">
                <a:latin typeface="+mn-lt"/>
                <a:cs typeface="Segoe UI"/>
              </a:rPr>
              <a:t>has</a:t>
            </a:r>
            <a:r>
              <a:rPr lang="en-GB" sz="1200" spc="-50" noProof="0" dirty="0">
                <a:latin typeface="+mn-lt"/>
                <a:cs typeface="Segoe UI"/>
              </a:rPr>
              <a:t> </a:t>
            </a:r>
            <a:r>
              <a:rPr lang="en-GB" sz="1200" spc="-20" noProof="0" dirty="0">
                <a:latin typeface="+mn-lt"/>
                <a:cs typeface="Segoe UI"/>
              </a:rPr>
              <a:t>two </a:t>
            </a:r>
            <a:r>
              <a:rPr lang="en-GB" sz="1200" spc="-25" noProof="0" dirty="0">
                <a:latin typeface="+mn-lt"/>
                <a:cs typeface="Segoe UI"/>
              </a:rPr>
              <a:t>special</a:t>
            </a:r>
            <a:r>
              <a:rPr lang="en-GB" sz="1200" spc="-15" noProof="0" dirty="0">
                <a:latin typeface="+mn-lt"/>
                <a:cs typeface="Segoe UI"/>
              </a:rPr>
              <a:t> </a:t>
            </a:r>
            <a:r>
              <a:rPr lang="en-GB" sz="1200" spc="-20" noProof="0" dirty="0">
                <a:latin typeface="+mn-lt"/>
                <a:cs typeface="Segoe UI"/>
              </a:rPr>
              <a:t>entries,</a:t>
            </a:r>
            <a:r>
              <a:rPr lang="en-GB" sz="1200" spc="-6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20" noProof="0" dirty="0">
                <a:latin typeface="+mn-lt"/>
                <a:cs typeface="Segoe UI"/>
              </a:rPr>
              <a:t>names “.”</a:t>
            </a:r>
            <a:r>
              <a:rPr lang="en-GB" sz="1200" spc="-5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0" noProof="0" dirty="0">
                <a:latin typeface="+mn-lt"/>
                <a:cs typeface="Segoe UI"/>
              </a:rPr>
              <a:t>“..”.</a:t>
            </a:r>
            <a:r>
              <a:rPr lang="en-GB" sz="1200" spc="210" noProof="0" dirty="0">
                <a:latin typeface="+mn-lt"/>
                <a:cs typeface="Segoe UI"/>
              </a:rPr>
              <a:t> </a:t>
            </a:r>
            <a:r>
              <a:rPr lang="en-GB" sz="1200" spc="-15" noProof="0" dirty="0">
                <a:latin typeface="+mn-lt"/>
                <a:cs typeface="Segoe UI"/>
              </a:rPr>
              <a:t>These</a:t>
            </a:r>
            <a:r>
              <a:rPr lang="en-GB" sz="1200" spc="-5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shorthand</a:t>
            </a:r>
            <a:r>
              <a:rPr lang="en-GB" dirty="0">
                <a:cs typeface="Segoe UI"/>
              </a:rPr>
              <a:t> </a:t>
            </a:r>
            <a:r>
              <a:rPr lang="en-GB" sz="1200" spc="-30" noProof="0" dirty="0">
                <a:latin typeface="+mn-lt"/>
                <a:cs typeface="Segoe UI"/>
              </a:rPr>
              <a:t>way</a:t>
            </a:r>
            <a:r>
              <a:rPr lang="en-GB" sz="1200" noProof="0" dirty="0">
                <a:latin typeface="+mn-lt"/>
                <a:cs typeface="Segoe UI"/>
              </a:rPr>
              <a:t>s</a:t>
            </a:r>
            <a:r>
              <a:rPr lang="en-GB" sz="1200" spc="-35" noProof="0" dirty="0">
                <a:latin typeface="+mn-lt"/>
                <a:cs typeface="Segoe UI"/>
              </a:rPr>
              <a:t> </a:t>
            </a:r>
            <a:r>
              <a:rPr lang="en-GB" sz="1200" spc="-15" noProof="0" dirty="0">
                <a:latin typeface="+mn-lt"/>
                <a:cs typeface="Segoe UI"/>
              </a:rPr>
              <a:t>o</a:t>
            </a:r>
            <a:r>
              <a:rPr lang="en-GB" sz="1200" noProof="0" dirty="0">
                <a:latin typeface="+mn-lt"/>
                <a:cs typeface="Segoe UI"/>
              </a:rPr>
              <a:t>f</a:t>
            </a:r>
            <a:r>
              <a:rPr lang="en-GB" sz="1200" spc="-65" noProof="0" dirty="0">
                <a:latin typeface="+mn-lt"/>
                <a:cs typeface="Segoe UI"/>
              </a:rPr>
              <a:t> </a:t>
            </a:r>
            <a:r>
              <a:rPr lang="en-GB" sz="1200" spc="-15" noProof="0" dirty="0">
                <a:latin typeface="+mn-lt"/>
                <a:cs typeface="Segoe UI"/>
              </a:rPr>
              <a:t>r</a:t>
            </a:r>
            <a:r>
              <a:rPr lang="en-GB" sz="1200" spc="-20" noProof="0" dirty="0">
                <a:latin typeface="+mn-lt"/>
                <a:cs typeface="Segoe UI"/>
              </a:rPr>
              <a:t>e</a:t>
            </a:r>
            <a:r>
              <a:rPr lang="en-GB" sz="1200" spc="-30" noProof="0" dirty="0">
                <a:latin typeface="+mn-lt"/>
                <a:cs typeface="Segoe UI"/>
              </a:rPr>
              <a:t>f</a:t>
            </a:r>
            <a:r>
              <a:rPr lang="en-GB" sz="1200" spc="-20" noProof="0" dirty="0">
                <a:latin typeface="+mn-lt"/>
                <a:cs typeface="Segoe UI"/>
              </a:rPr>
              <a:t>e</a:t>
            </a:r>
            <a:r>
              <a:rPr lang="en-GB" sz="1200" spc="-15" noProof="0" dirty="0">
                <a:latin typeface="+mn-lt"/>
                <a:cs typeface="Segoe UI"/>
              </a:rPr>
              <a:t>rr</a:t>
            </a:r>
            <a:r>
              <a:rPr lang="en-GB" sz="1200" spc="-30" noProof="0" dirty="0">
                <a:latin typeface="+mn-lt"/>
                <a:cs typeface="Segoe UI"/>
              </a:rPr>
              <a:t>i</a:t>
            </a:r>
            <a:r>
              <a:rPr lang="en-GB" sz="1200" spc="-20" noProof="0" dirty="0">
                <a:latin typeface="+mn-lt"/>
                <a:cs typeface="Segoe UI"/>
              </a:rPr>
              <a:t>n</a:t>
            </a:r>
            <a:r>
              <a:rPr lang="en-GB" sz="1200" spc="5" noProof="0" dirty="0">
                <a:latin typeface="+mn-lt"/>
                <a:cs typeface="Segoe UI"/>
              </a:rPr>
              <a:t>g</a:t>
            </a:r>
            <a:r>
              <a:rPr lang="en-GB" sz="1200" spc="-55" noProof="0" dirty="0">
                <a:latin typeface="+mn-lt"/>
                <a:cs typeface="Segoe UI"/>
              </a:rPr>
              <a:t> </a:t>
            </a:r>
            <a:r>
              <a:rPr lang="en-GB" sz="1200" spc="-35" noProof="0" dirty="0">
                <a:latin typeface="+mn-lt"/>
                <a:cs typeface="Segoe UI"/>
              </a:rPr>
              <a:t>t</a:t>
            </a:r>
            <a:r>
              <a:rPr lang="en-GB" sz="1200" spc="-15" noProof="0" dirty="0">
                <a:latin typeface="+mn-lt"/>
                <a:cs typeface="Segoe UI"/>
              </a:rPr>
              <a:t>o</a:t>
            </a:r>
            <a:r>
              <a:rPr lang="en-GB" sz="1200" noProof="0" dirty="0">
                <a:latin typeface="+mn-lt"/>
                <a:cs typeface="Segoe UI"/>
              </a:rPr>
              <a:t>:</a:t>
            </a:r>
          </a:p>
          <a:p>
            <a:pPr marL="184150" indent="-171450">
              <a:lnSpc>
                <a:spcPct val="100000"/>
              </a:lnSpc>
              <a:spcBef>
                <a:spcPts val="5"/>
              </a:spcBef>
              <a:buFont typeface="Arial" panose="020B0604020202020204" pitchFamily="34" charset="0"/>
              <a:buChar char="•"/>
            </a:pPr>
            <a:r>
              <a:rPr lang="en-GB" sz="1200" spc="-25" noProof="0" dirty="0">
                <a:latin typeface="+mn-lt"/>
                <a:cs typeface="Segoe UI"/>
              </a:rPr>
              <a:t>“</a:t>
            </a:r>
            <a:r>
              <a:rPr lang="en-GB" sz="1200" spc="-30" noProof="0" dirty="0">
                <a:latin typeface="+mn-lt"/>
                <a:cs typeface="Segoe UI"/>
              </a:rPr>
              <a:t>t</a:t>
            </a:r>
            <a:r>
              <a:rPr lang="en-GB" sz="1200" spc="-20" noProof="0" dirty="0">
                <a:latin typeface="+mn-lt"/>
                <a:cs typeface="Segoe UI"/>
              </a:rPr>
              <a:t>h</a:t>
            </a:r>
            <a:r>
              <a:rPr lang="en-GB" sz="1200" spc="-30" noProof="0" dirty="0">
                <a:latin typeface="+mn-lt"/>
                <a:cs typeface="Segoe UI"/>
              </a:rPr>
              <a:t>i</a:t>
            </a:r>
            <a:r>
              <a:rPr lang="en-GB" sz="1200" noProof="0" dirty="0">
                <a:latin typeface="+mn-lt"/>
                <a:cs typeface="Segoe UI"/>
              </a:rPr>
              <a:t>s</a:t>
            </a:r>
            <a:r>
              <a:rPr lang="en-GB" sz="1200" spc="-80" noProof="0" dirty="0">
                <a:latin typeface="+mn-lt"/>
                <a:cs typeface="Segoe UI"/>
              </a:rPr>
              <a:t> </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spc="-35" noProof="0" dirty="0">
                <a:latin typeface="+mn-lt"/>
                <a:cs typeface="Segoe UI"/>
              </a:rPr>
              <a:t>y</a:t>
            </a:r>
            <a:r>
              <a:rPr lang="en-GB" sz="1200" noProof="0" dirty="0">
                <a:latin typeface="+mn-lt"/>
                <a:cs typeface="Segoe UI"/>
              </a:rPr>
              <a:t>”.</a:t>
            </a:r>
          </a:p>
          <a:p>
            <a:pPr marL="184150" indent="-171450">
              <a:lnSpc>
                <a:spcPct val="100000"/>
              </a:lnSpc>
              <a:spcBef>
                <a:spcPts val="5"/>
              </a:spcBef>
              <a:buFont typeface="Arial" panose="020B0604020202020204" pitchFamily="34" charset="0"/>
              <a:buChar char="•"/>
            </a:pPr>
            <a:r>
              <a:rPr lang="en-GB" sz="1200" spc="-25" noProof="0" dirty="0">
                <a:latin typeface="+mn-lt"/>
                <a:cs typeface="Segoe UI"/>
              </a:rPr>
              <a:t>“</a:t>
            </a:r>
            <a:r>
              <a:rPr lang="en-GB" sz="1200" spc="-30" noProof="0" dirty="0">
                <a:latin typeface="+mn-lt"/>
                <a:cs typeface="Segoe UI"/>
              </a:rPr>
              <a:t>t</a:t>
            </a:r>
            <a:r>
              <a:rPr lang="en-GB" sz="1200" spc="-20" noProof="0" dirty="0">
                <a:latin typeface="+mn-lt"/>
                <a:cs typeface="Segoe UI"/>
              </a:rPr>
              <a:t>h</a:t>
            </a:r>
            <a:r>
              <a:rPr lang="en-GB" sz="1200" noProof="0" dirty="0">
                <a:latin typeface="+mn-lt"/>
                <a:cs typeface="Segoe UI"/>
              </a:rPr>
              <a:t>e</a:t>
            </a:r>
            <a:r>
              <a:rPr lang="en-GB" sz="1200" spc="-85" noProof="0" dirty="0">
                <a:latin typeface="+mn-lt"/>
                <a:cs typeface="Segoe UI"/>
              </a:rPr>
              <a:t> </a:t>
            </a:r>
            <a:r>
              <a:rPr lang="en-GB" sz="1200" spc="-20" noProof="0" dirty="0">
                <a:latin typeface="+mn-lt"/>
                <a:cs typeface="Segoe UI"/>
              </a:rPr>
              <a:t>p</a:t>
            </a:r>
            <a:r>
              <a:rPr lang="en-GB" sz="1200" spc="-35" noProof="0" dirty="0">
                <a:latin typeface="+mn-lt"/>
                <a:cs typeface="Segoe UI"/>
              </a:rPr>
              <a:t>a</a:t>
            </a:r>
            <a:r>
              <a:rPr lang="en-GB" sz="1200" spc="-15" noProof="0" dirty="0">
                <a:latin typeface="+mn-lt"/>
                <a:cs typeface="Segoe UI"/>
              </a:rPr>
              <a:t>r</a:t>
            </a:r>
            <a:r>
              <a:rPr lang="en-GB" sz="1200" spc="-25" noProof="0" dirty="0">
                <a:latin typeface="+mn-lt"/>
                <a:cs typeface="Segoe UI"/>
              </a:rPr>
              <a:t>e</a:t>
            </a:r>
            <a:r>
              <a:rPr lang="en-GB" sz="1200" spc="-20" noProof="0" dirty="0">
                <a:latin typeface="+mn-lt"/>
                <a:cs typeface="Segoe UI"/>
              </a:rPr>
              <a:t>n</a:t>
            </a:r>
            <a:r>
              <a:rPr lang="en-GB" sz="1200" noProof="0" dirty="0">
                <a:latin typeface="+mn-lt"/>
                <a:cs typeface="Segoe UI"/>
              </a:rPr>
              <a:t>t</a:t>
            </a:r>
            <a:r>
              <a:rPr lang="en-GB" sz="1200" spc="-40" noProof="0" dirty="0">
                <a:latin typeface="+mn-lt"/>
                <a:cs typeface="Segoe UI"/>
              </a:rPr>
              <a:t> </a:t>
            </a:r>
            <a:r>
              <a:rPr lang="en-GB" sz="1200" spc="-20" noProof="0" dirty="0">
                <a:latin typeface="+mn-lt"/>
                <a:cs typeface="Segoe UI"/>
              </a:rPr>
              <a:t>o</a:t>
            </a:r>
            <a:r>
              <a:rPr lang="en-GB" sz="1200" noProof="0" dirty="0">
                <a:latin typeface="+mn-lt"/>
                <a:cs typeface="Segoe UI"/>
              </a:rPr>
              <a:t>f</a:t>
            </a:r>
            <a:r>
              <a:rPr lang="en-GB" sz="1200" spc="-65" noProof="0" dirty="0">
                <a:latin typeface="+mn-lt"/>
                <a:cs typeface="Segoe UI"/>
              </a:rPr>
              <a:t> </a:t>
            </a:r>
            <a:r>
              <a:rPr lang="en-GB" sz="1200" spc="-30" noProof="0" dirty="0">
                <a:latin typeface="+mn-lt"/>
                <a:cs typeface="Segoe UI"/>
              </a:rPr>
              <a:t>t</a:t>
            </a:r>
            <a:r>
              <a:rPr lang="en-GB" sz="1200" spc="-20" noProof="0" dirty="0">
                <a:latin typeface="+mn-lt"/>
                <a:cs typeface="Segoe UI"/>
              </a:rPr>
              <a:t>h</a:t>
            </a:r>
            <a:r>
              <a:rPr lang="en-GB" sz="1200" spc="-30" noProof="0" dirty="0">
                <a:latin typeface="+mn-lt"/>
                <a:cs typeface="Segoe UI"/>
              </a:rPr>
              <a:t>i</a:t>
            </a:r>
            <a:r>
              <a:rPr lang="en-GB" sz="1200" noProof="0" dirty="0">
                <a:latin typeface="+mn-lt"/>
                <a:cs typeface="Segoe UI"/>
              </a:rPr>
              <a:t>s</a:t>
            </a:r>
            <a:r>
              <a:rPr lang="en-GB" sz="1200" spc="-30" noProof="0" dirty="0">
                <a:latin typeface="+mn-lt"/>
                <a:cs typeface="Segoe UI"/>
              </a:rPr>
              <a:t> </a:t>
            </a:r>
            <a:r>
              <a:rPr lang="en-GB" sz="1200" spc="-20" noProof="0" dirty="0">
                <a:latin typeface="+mn-lt"/>
                <a:cs typeface="Segoe UI"/>
              </a:rPr>
              <a:t>d</a:t>
            </a:r>
            <a:r>
              <a:rPr lang="en-GB" sz="1200" spc="-30" noProof="0" dirty="0">
                <a:latin typeface="+mn-lt"/>
                <a:cs typeface="Segoe UI"/>
              </a:rPr>
              <a:t>i</a:t>
            </a:r>
            <a:r>
              <a:rPr lang="en-GB" sz="1200" spc="-15" noProof="0" dirty="0">
                <a:latin typeface="+mn-lt"/>
                <a:cs typeface="Segoe UI"/>
              </a:rPr>
              <a:t>r</a:t>
            </a:r>
            <a:r>
              <a:rPr lang="en-GB" sz="1200" spc="-25" noProof="0" dirty="0">
                <a:latin typeface="+mn-lt"/>
                <a:cs typeface="Segoe UI"/>
              </a:rPr>
              <a:t>e</a:t>
            </a:r>
            <a:r>
              <a:rPr lang="en-GB" sz="1200" spc="-35" noProof="0" dirty="0">
                <a:latin typeface="+mn-lt"/>
                <a:cs typeface="Segoe UI"/>
              </a:rPr>
              <a:t>c</a:t>
            </a:r>
            <a:r>
              <a:rPr lang="en-GB" sz="1200" spc="-30" noProof="0" dirty="0">
                <a:latin typeface="+mn-lt"/>
                <a:cs typeface="Segoe UI"/>
              </a:rPr>
              <a:t>t</a:t>
            </a:r>
            <a:r>
              <a:rPr lang="en-GB" sz="1200" spc="-20" noProof="0" dirty="0">
                <a:latin typeface="+mn-lt"/>
                <a:cs typeface="Segoe UI"/>
              </a:rPr>
              <a:t>o</a:t>
            </a:r>
            <a:r>
              <a:rPr lang="en-GB" sz="1200" spc="-15" noProof="0" dirty="0">
                <a:latin typeface="+mn-lt"/>
                <a:cs typeface="Segoe UI"/>
              </a:rPr>
              <a:t>r</a:t>
            </a:r>
            <a:r>
              <a:rPr lang="en-GB" sz="1200" spc="-35" noProof="0" dirty="0">
                <a:latin typeface="+mn-lt"/>
                <a:cs typeface="Segoe UI"/>
              </a:rPr>
              <a:t>y</a:t>
            </a:r>
            <a:r>
              <a:rPr lang="en-GB" sz="1200" noProof="0" dirty="0">
                <a:latin typeface="+mn-lt"/>
                <a:cs typeface="Segoe UI"/>
              </a:rPr>
              <a:t>”.</a:t>
            </a:r>
          </a:p>
          <a:p>
            <a:pPr marL="12700" marR="160020">
              <a:lnSpc>
                <a:spcPct val="100000"/>
              </a:lnSpc>
              <a:spcBef>
                <a:spcPts val="310"/>
              </a:spcBef>
            </a:pPr>
            <a:endParaRPr lang="en-GB" sz="1200" spc="-15" noProof="0" dirty="0">
              <a:latin typeface="+mn-lt"/>
              <a:cs typeface="Segoe UI"/>
            </a:endParaRPr>
          </a:p>
          <a:p>
            <a:pPr marL="12700" marR="160020">
              <a:lnSpc>
                <a:spcPct val="100000"/>
              </a:lnSpc>
              <a:spcBef>
                <a:spcPts val="310"/>
              </a:spcBef>
            </a:pPr>
            <a:r>
              <a:rPr lang="en-GB" sz="1200" spc="-15" noProof="0" dirty="0">
                <a:latin typeface="+mn-lt"/>
                <a:cs typeface="Segoe UI"/>
              </a:rPr>
              <a:t>These</a:t>
            </a:r>
            <a:r>
              <a:rPr lang="en-GB" sz="1200" spc="-85" noProof="0" dirty="0">
                <a:latin typeface="+mn-lt"/>
                <a:cs typeface="Segoe UI"/>
              </a:rPr>
              <a:t> </a:t>
            </a:r>
            <a:r>
              <a:rPr lang="en-GB" sz="1200" spc="-20" noProof="0" dirty="0">
                <a:latin typeface="+mn-lt"/>
                <a:cs typeface="Segoe UI"/>
              </a:rPr>
              <a:t>shorthands</a:t>
            </a:r>
            <a:r>
              <a:rPr lang="en-GB" sz="1200" spc="-25" noProof="0" dirty="0">
                <a:latin typeface="+mn-lt"/>
                <a:cs typeface="Segoe UI"/>
              </a:rPr>
              <a:t> </a:t>
            </a:r>
            <a:r>
              <a:rPr lang="en-GB" sz="1200" spc="-20" noProof="0" dirty="0">
                <a:latin typeface="+mn-lt"/>
                <a:cs typeface="Segoe UI"/>
              </a:rPr>
              <a:t>can</a:t>
            </a:r>
            <a:r>
              <a:rPr lang="en-GB" sz="1200" spc="-25"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15" noProof="0" dirty="0">
                <a:latin typeface="+mn-lt"/>
                <a:cs typeface="Segoe UI"/>
              </a:rPr>
              <a:t>used</a:t>
            </a:r>
            <a:r>
              <a:rPr lang="en-GB" sz="1200" spc="-80" noProof="0" dirty="0">
                <a:latin typeface="+mn-lt"/>
                <a:cs typeface="Segoe UI"/>
              </a:rPr>
              <a:t> </a:t>
            </a:r>
            <a:r>
              <a:rPr lang="en-GB" sz="1200" spc="-20" noProof="0" dirty="0">
                <a:latin typeface="+mn-lt"/>
                <a:cs typeface="Segoe UI"/>
              </a:rPr>
              <a:t>anywhere</a:t>
            </a:r>
            <a:r>
              <a:rPr lang="en-GB" sz="1200" spc="-30"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pathname,</a:t>
            </a:r>
            <a:r>
              <a:rPr lang="en-GB" sz="1200" spc="-40" noProof="0" dirty="0">
                <a:latin typeface="+mn-lt"/>
                <a:cs typeface="Segoe UI"/>
              </a:rPr>
              <a:t> </a:t>
            </a:r>
            <a:r>
              <a:rPr lang="en-GB" sz="1200" spc="-25" noProof="0" dirty="0">
                <a:latin typeface="+mn-lt"/>
                <a:cs typeface="Segoe UI"/>
              </a:rPr>
              <a:t>relative</a:t>
            </a:r>
            <a:r>
              <a:rPr lang="en-GB" sz="1200" spc="-3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absolute.</a:t>
            </a:r>
            <a:r>
              <a:rPr lang="en-GB" sz="1200" spc="204" noProof="0" dirty="0">
                <a:latin typeface="+mn-lt"/>
                <a:cs typeface="Segoe UI"/>
              </a:rPr>
              <a:t> </a:t>
            </a:r>
            <a:r>
              <a:rPr lang="en-GB" sz="1200" spc="-15" noProof="0" dirty="0">
                <a:latin typeface="+mn-lt"/>
                <a:cs typeface="Segoe UI"/>
              </a:rPr>
              <a:t>They</a:t>
            </a:r>
            <a:r>
              <a:rPr lang="en-GB" sz="1200" spc="-4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5" noProof="0" dirty="0">
                <a:latin typeface="+mn-lt"/>
                <a:cs typeface="Segoe UI"/>
              </a:rPr>
              <a:t>clearly</a:t>
            </a:r>
            <a:r>
              <a:rPr lang="en-GB" sz="1200" spc="-1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15" noProof="0" dirty="0">
                <a:latin typeface="+mn-lt"/>
                <a:cs typeface="Segoe UI"/>
              </a:rPr>
              <a:t>most</a:t>
            </a:r>
            <a:r>
              <a:rPr lang="en-GB" sz="1200" spc="-40"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in </a:t>
            </a:r>
            <a:r>
              <a:rPr lang="en-GB" sz="1200" spc="-260" noProof="0" dirty="0">
                <a:latin typeface="+mn-lt"/>
                <a:cs typeface="Segoe UI"/>
              </a:rPr>
              <a:t> </a:t>
            </a:r>
            <a:r>
              <a:rPr lang="en-GB" sz="1200" spc="-25" noProof="0" dirty="0">
                <a:latin typeface="+mn-lt"/>
                <a:cs typeface="Segoe UI"/>
              </a:rPr>
              <a:t>relative </a:t>
            </a:r>
            <a:r>
              <a:rPr lang="en-GB" sz="1200" spc="-20" noProof="0" dirty="0">
                <a:latin typeface="+mn-lt"/>
                <a:cs typeface="Segoe UI"/>
              </a:rPr>
              <a:t>pathnames, since </a:t>
            </a:r>
            <a:r>
              <a:rPr lang="en-GB" sz="1200" spc="-15" noProof="0" dirty="0">
                <a:latin typeface="+mn-lt"/>
                <a:cs typeface="Segoe UI"/>
              </a:rPr>
              <a:t>they </a:t>
            </a:r>
            <a:r>
              <a:rPr lang="en-GB" sz="1200" spc="-20" noProof="0" dirty="0">
                <a:latin typeface="+mn-lt"/>
                <a:cs typeface="Segoe UI"/>
              </a:rPr>
              <a:t>allow </a:t>
            </a:r>
            <a:r>
              <a:rPr lang="en-GB" sz="1200" spc="-10" noProof="0" dirty="0">
                <a:latin typeface="+mn-lt"/>
                <a:cs typeface="Segoe UI"/>
              </a:rPr>
              <a:t>us </a:t>
            </a:r>
            <a:r>
              <a:rPr lang="en-GB" sz="1200" spc="-15" noProof="0" dirty="0">
                <a:latin typeface="+mn-lt"/>
                <a:cs typeface="Segoe UI"/>
              </a:rPr>
              <a:t>to </a:t>
            </a:r>
            <a:r>
              <a:rPr lang="en-GB" sz="1200" spc="-20" noProof="0" dirty="0">
                <a:latin typeface="+mn-lt"/>
                <a:cs typeface="Segoe UI"/>
              </a:rPr>
              <a:t>specify paths that traverse upwards </a:t>
            </a:r>
            <a:r>
              <a:rPr lang="en-GB" sz="1200" spc="-15" noProof="0" dirty="0">
                <a:latin typeface="+mn-lt"/>
                <a:cs typeface="Segoe UI"/>
              </a:rPr>
              <a:t>through the </a:t>
            </a:r>
            <a:r>
              <a:rPr lang="en-GB" sz="1200" spc="-20" noProof="0" dirty="0">
                <a:latin typeface="+mn-lt"/>
                <a:cs typeface="Segoe UI"/>
              </a:rPr>
              <a:t>hierarchy </a:t>
            </a:r>
            <a:r>
              <a:rPr lang="en-GB" sz="1200" spc="-15" noProof="0" dirty="0">
                <a:latin typeface="+mn-lt"/>
                <a:cs typeface="Segoe UI"/>
              </a:rPr>
              <a:t>as </a:t>
            </a:r>
            <a:r>
              <a:rPr lang="en-GB" sz="1200" spc="-260" noProof="0" dirty="0">
                <a:latin typeface="+mn-lt"/>
                <a:cs typeface="Segoe UI"/>
              </a:rPr>
              <a:t> </a:t>
            </a:r>
            <a:r>
              <a:rPr lang="en-GB" sz="1200" spc="-20" noProof="0" dirty="0">
                <a:latin typeface="+mn-lt"/>
                <a:cs typeface="Segoe UI"/>
              </a:rPr>
              <a:t>well</a:t>
            </a:r>
            <a:r>
              <a:rPr lang="en-GB" sz="1200" spc="-70"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20" noProof="0" dirty="0">
                <a:latin typeface="+mn-lt"/>
                <a:cs typeface="Segoe UI"/>
              </a:rPr>
              <a:t>downwards.</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62055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667375" cy="3600450"/>
          </a:xfrm>
        </p:spPr>
        <p:txBody>
          <a:bodyPr/>
          <a:lstStyle/>
          <a:p>
            <a:r>
              <a:rPr lang="en-GB" dirty="0"/>
              <a:t>In this example, the current working directory is </a:t>
            </a:r>
            <a:r>
              <a:rPr lang="en-GB" b="1" dirty="0"/>
              <a:t>/home/user2</a:t>
            </a:r>
          </a:p>
          <a:p>
            <a:endParaRPr lang="en-GB" dirty="0"/>
          </a:p>
          <a:p>
            <a:r>
              <a:rPr lang="en-GB" dirty="0"/>
              <a:t>From this location, the relative path to </a:t>
            </a:r>
            <a:r>
              <a:rPr lang="en-GB" b="1" dirty="0"/>
              <a:t>/home </a:t>
            </a:r>
            <a:r>
              <a:rPr lang="en-GB" dirty="0"/>
              <a:t>is:</a:t>
            </a:r>
          </a:p>
          <a:p>
            <a:pPr lvl="1"/>
            <a:r>
              <a:rPr lang="en-GB" b="1" dirty="0"/>
              <a:t>..</a:t>
            </a:r>
            <a:r>
              <a:rPr lang="en-GB" dirty="0"/>
              <a:t> 	                              because </a:t>
            </a:r>
            <a:r>
              <a:rPr lang="en-GB" b="1" dirty="0"/>
              <a:t>..</a:t>
            </a:r>
            <a:r>
              <a:rPr lang="en-GB" dirty="0"/>
              <a:t> refers to the parent directory.</a:t>
            </a:r>
          </a:p>
          <a:p>
            <a:r>
              <a:rPr lang="en-GB" dirty="0"/>
              <a:t>  </a:t>
            </a:r>
          </a:p>
          <a:p>
            <a:r>
              <a:rPr lang="en-GB" dirty="0"/>
              <a:t>Therefore, the relative path to </a:t>
            </a:r>
            <a:r>
              <a:rPr lang="en-GB" b="1" dirty="0"/>
              <a:t>/home/user1</a:t>
            </a:r>
            <a:r>
              <a:rPr lang="en-GB" dirty="0"/>
              <a:t> is: </a:t>
            </a:r>
          </a:p>
          <a:p>
            <a:pPr lvl="1"/>
            <a:r>
              <a:rPr lang="en-GB" b="1" dirty="0"/>
              <a:t>../user1</a:t>
            </a:r>
            <a:r>
              <a:rPr lang="en-GB" dirty="0"/>
              <a:t>                           which means “go up one level, then down into </a:t>
            </a:r>
            <a:r>
              <a:rPr lang="en-GB" b="1" dirty="0"/>
              <a:t>user1</a:t>
            </a:r>
            <a:r>
              <a:rPr lang="en-GB" dirty="0"/>
              <a:t>”.</a:t>
            </a:r>
          </a:p>
          <a:p>
            <a:br>
              <a:rPr lang="en-GB" dirty="0"/>
            </a:br>
            <a:r>
              <a:rPr lang="en-GB" dirty="0"/>
              <a:t>We can also use relative paths to refer to files in the current directory.</a:t>
            </a:r>
          </a:p>
          <a:p>
            <a:r>
              <a:rPr lang="en-GB" dirty="0"/>
              <a:t>For example, the file romeo.txt may be written as:</a:t>
            </a:r>
          </a:p>
          <a:p>
            <a:pPr lvl="1"/>
            <a:r>
              <a:rPr lang="en-GB" b="1" dirty="0"/>
              <a:t>./romeo.txt</a:t>
            </a:r>
            <a:r>
              <a:rPr lang="en-GB" dirty="0"/>
              <a:t>	. refers to the current directory, so </a:t>
            </a:r>
            <a:r>
              <a:rPr lang="en-GB" b="1" dirty="0"/>
              <a:t>./romeo.txt</a:t>
            </a:r>
            <a:r>
              <a:rPr lang="en-GB" dirty="0"/>
              <a:t> 		explicitly means “the file </a:t>
            </a:r>
            <a:r>
              <a:rPr lang="en-GB" b="1" dirty="0"/>
              <a:t>romeo.txt</a:t>
            </a:r>
            <a:r>
              <a:rPr lang="en-GB" dirty="0"/>
              <a:t> in this directory”.</a:t>
            </a:r>
          </a:p>
          <a:p>
            <a:br>
              <a:rPr lang="en-GB" dirty="0"/>
            </a:br>
            <a:r>
              <a:rPr lang="en-GB" dirty="0"/>
              <a:t>The ./ prefix is particularly useful in two situations:</a:t>
            </a:r>
          </a:p>
          <a:p>
            <a:pPr marL="628650" lvl="1" indent="-171450">
              <a:buFont typeface="Arial" panose="020B0604020202020204" pitchFamily="34" charset="0"/>
              <a:buChar char="•"/>
            </a:pPr>
            <a:r>
              <a:rPr lang="en-GB" dirty="0"/>
              <a:t>If a filename begins with a minus (-), which would otherwise be interpreted as a command option.</a:t>
            </a:r>
          </a:p>
          <a:p>
            <a:pPr marL="628650" lvl="1" indent="-171450">
              <a:buFont typeface="Arial" panose="020B0604020202020204" pitchFamily="34" charset="0"/>
              <a:buChar char="•"/>
            </a:pPr>
            <a:r>
              <a:rPr lang="en-GB" dirty="0"/>
              <a:t>When running an executable file located in the current directory that is not included in the system’s PATH variable.</a:t>
            </a:r>
          </a:p>
          <a:p>
            <a:endParaRPr lang="en-GB" dirty="0"/>
          </a:p>
          <a:p>
            <a:r>
              <a:rPr lang="en-GB" dirty="0"/>
              <a:t>In those cases, ./ makes it explicit that we want to execute a file in the current directory.</a:t>
            </a:r>
          </a:p>
          <a:p>
            <a:endParaRPr lang="en-GB" noProof="0"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14595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pathname identifies the location of a file or directory.</a:t>
            </a:r>
          </a:p>
          <a:p>
            <a:endParaRPr lang="en-GB" dirty="0"/>
          </a:p>
          <a:p>
            <a:r>
              <a:rPr lang="en-GB" b="1" dirty="0"/>
              <a:t>Absolute</a:t>
            </a:r>
            <a:r>
              <a:rPr lang="en-GB" dirty="0"/>
              <a:t> paths always begin with / and are interpreted from the root directory. They always refer to the same location, regardless of your current directory.</a:t>
            </a:r>
          </a:p>
          <a:p>
            <a:endParaRPr lang="en-GB" dirty="0"/>
          </a:p>
          <a:p>
            <a:r>
              <a:rPr lang="en-GB" dirty="0"/>
              <a:t>Example: </a:t>
            </a:r>
            <a:r>
              <a:rPr lang="en-GB" b="1" dirty="0"/>
              <a:t>/home/</a:t>
            </a:r>
            <a:r>
              <a:rPr lang="en-GB" b="1" dirty="0" err="1"/>
              <a:t>qa</a:t>
            </a:r>
            <a:r>
              <a:rPr lang="en-GB" b="1" dirty="0"/>
              <a:t>/romeo.txt</a:t>
            </a:r>
          </a:p>
          <a:p>
            <a:endParaRPr lang="en-GB" dirty="0"/>
          </a:p>
          <a:p>
            <a:r>
              <a:rPr lang="en-GB" b="1" dirty="0"/>
              <a:t>Relative</a:t>
            </a:r>
            <a:r>
              <a:rPr lang="en-GB" dirty="0"/>
              <a:t> paths do not begin with / and are interpreted from the current working directory. Their meaning changes depending on where you are located.</a:t>
            </a:r>
          </a:p>
          <a:p>
            <a:endParaRPr lang="en-GB" dirty="0"/>
          </a:p>
          <a:p>
            <a:r>
              <a:rPr lang="en-GB" dirty="0"/>
              <a:t>Example:. </a:t>
            </a:r>
            <a:r>
              <a:rPr lang="en-GB" b="1" dirty="0"/>
              <a:t>/romeo.txt</a:t>
            </a:r>
          </a:p>
          <a:p>
            <a:endParaRPr lang="en-GB" dirty="0"/>
          </a:p>
          <a:p>
            <a:r>
              <a:rPr lang="en-GB"/>
              <a:t>Use </a:t>
            </a:r>
            <a:r>
              <a:rPr lang="en-GB" dirty="0"/>
              <a:t>absolute paths when you need a precise location, and relative paths for convenient navigation within the filesystem.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99484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Answers:</a:t>
            </a:r>
          </a:p>
          <a:p>
            <a:pPr marL="228600" indent="-228600">
              <a:buFont typeface="+mj-lt"/>
              <a:buAutoNum type="arabicPeriod"/>
            </a:pPr>
            <a:r>
              <a:rPr lang="en-GB" noProof="0" dirty="0"/>
              <a:t>Absolute (user1’s home directory)</a:t>
            </a:r>
          </a:p>
          <a:p>
            <a:pPr marL="228600" indent="-228600">
              <a:buFont typeface="+mj-lt"/>
              <a:buAutoNum type="arabicPeriod"/>
            </a:pPr>
            <a:r>
              <a:rPr lang="en-GB" noProof="0" dirty="0"/>
              <a:t>Relative (fred in the current directory)</a:t>
            </a:r>
          </a:p>
          <a:p>
            <a:pPr marL="228600" indent="-228600">
              <a:buFont typeface="+mj-lt"/>
              <a:buAutoNum type="arabicPeriod"/>
            </a:pPr>
            <a:r>
              <a:rPr lang="en-GB" noProof="0" dirty="0"/>
              <a:t>Relative (up two directories then down into </a:t>
            </a:r>
            <a:r>
              <a:rPr lang="en-GB" b="1" noProof="0" dirty="0"/>
              <a:t>etc</a:t>
            </a:r>
            <a:r>
              <a:rPr lang="en-GB" noProof="0" dirty="0"/>
              <a:t> to get to passwd)</a:t>
            </a:r>
          </a:p>
          <a:p>
            <a:pPr marL="228600" indent="-228600">
              <a:buFont typeface="+mj-lt"/>
              <a:buAutoNum type="arabicPeriod"/>
            </a:pPr>
            <a:r>
              <a:rPr lang="en-GB" noProof="0" dirty="0"/>
              <a:t>Absolute (where the log files are)</a:t>
            </a:r>
          </a:p>
          <a:p>
            <a:pPr marL="228600" indent="-228600">
              <a:buFont typeface="+mj-lt"/>
              <a:buAutoNum type="arabicPeriod"/>
            </a:pPr>
            <a:r>
              <a:rPr lang="en-GB" noProof="0" dirty="0"/>
              <a:t>Relative (</a:t>
            </a:r>
            <a:r>
              <a:rPr lang="en-GB" b="1" noProof="0" dirty="0"/>
              <a:t>country.txt</a:t>
            </a:r>
            <a:r>
              <a:rPr lang="en-GB" noProof="0" dirty="0"/>
              <a:t> in the current directory)</a:t>
            </a:r>
          </a:p>
          <a:p>
            <a:pPr marL="228600" indent="-228600">
              <a:buFont typeface="+mj-lt"/>
              <a:buAutoNum type="arabicPeriod"/>
            </a:pPr>
            <a:r>
              <a:rPr lang="en-GB" noProof="0" dirty="0"/>
              <a:t>Absolute (your home directory)</a:t>
            </a:r>
          </a:p>
        </p:txBody>
      </p:sp>
      <p:sp>
        <p:nvSpPr>
          <p:cNvPr id="4" name="Slide Number Placeholder 3"/>
          <p:cNvSpPr>
            <a:spLocks noGrp="1"/>
          </p:cNvSpPr>
          <p:nvPr>
            <p:ph type="sldNum" sz="quarter" idx="5"/>
          </p:nvPr>
        </p:nvSpPr>
        <p:spPr/>
        <p:txBody>
          <a:bodyPr/>
          <a:lstStyle/>
          <a:p>
            <a:pPr lvl="0"/>
            <a:fld id="{548901C6-1DA1-FB44-ABEE-06A0FEB7738E}" type="slidenum">
              <a:rPr lang="en-GB" noProof="0" smtClean="0"/>
              <a:pPr lvl="0"/>
              <a:t>11</a:t>
            </a:fld>
            <a:endParaRPr lang="en-GB" noProof="0" dirty="0"/>
          </a:p>
        </p:txBody>
      </p:sp>
      <p:sp>
        <p:nvSpPr>
          <p:cNvPr id="6" name="Slide Image Placeholder 5">
            <a:extLst>
              <a:ext uri="{FF2B5EF4-FFF2-40B4-BE49-F238E27FC236}">
                <a16:creationId xmlns:a16="http://schemas.microsoft.com/office/drawing/2014/main" id="{7E79FD92-9F7D-181E-DB71-FF64517E0A9E}"/>
              </a:ext>
            </a:extLst>
          </p:cNvPr>
          <p:cNvSpPr>
            <a:spLocks noGrp="1" noRot="1" noChangeAspect="1"/>
          </p:cNvSpPr>
          <p:nvPr>
            <p:ph type="sldImg"/>
          </p:nvPr>
        </p:nvSpPr>
        <p:spPr/>
      </p:sp>
    </p:spTree>
    <p:extLst>
      <p:ext uri="{BB962C8B-B14F-4D97-AF65-F5344CB8AC3E}">
        <p14:creationId xmlns:p14="http://schemas.microsoft.com/office/powerpoint/2010/main" val="940292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latin typeface="+mn-lt"/>
              </a:rPr>
              <a:t>The working directory is the user's current location within the filesystem. The </a:t>
            </a:r>
            <a:r>
              <a:rPr lang="en-GB" noProof="0" dirty="0" err="1">
                <a:latin typeface="+mn-lt"/>
              </a:rPr>
              <a:t>pwd</a:t>
            </a:r>
            <a:r>
              <a:rPr lang="en-GB" noProof="0" dirty="0">
                <a:latin typeface="+mn-lt"/>
              </a:rPr>
              <a:t> command displays the full path of the current working directory. To move between directories, use the cd command. For example, cd directory-name changes to a specified directory, cd .. moves to the parent directory, and cd returns to the user's home directory.</a:t>
            </a:r>
          </a:p>
          <a:p>
            <a:endParaRPr lang="en-GB" noProof="0" dirty="0">
              <a:latin typeface="+mn-lt"/>
            </a:endParaRPr>
          </a:p>
          <a:p>
            <a:r>
              <a:rPr lang="en-GB" noProof="0" dirty="0">
                <a:latin typeface="+mn-lt"/>
              </a:rPr>
              <a:t>Every user has a home directory, typically located under /home/username. The home directory is usually the user's starting location after logging in and is used to store personal files, folders, and configuration settings. Users normally have write permission within their own home directory.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73433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The ls command is used to display files and directories. Running ls without any options lists the contents of the current directory, while options such as -l, -a, and -R provide more detailed information. The long listing format (ls -l) shows useful details including the file type, permissions, owner, group, size, modification date, and filename. </a:t>
            </a:r>
          </a:p>
          <a:p>
            <a:endParaRPr lang="en-GB" dirty="0"/>
          </a:p>
          <a:p>
            <a:r>
              <a:rPr lang="en-GB" noProof="0" dirty="0"/>
              <a:t>Learning to read ls output is an important skill when navigating and managing files on a Linux system.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2985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t>Many Linux systems use colours when displaying filenames with commands such as </a:t>
            </a:r>
            <a:r>
              <a:rPr lang="en-GB" b="1" noProof="0" dirty="0"/>
              <a:t>ls --</a:t>
            </a:r>
            <a:r>
              <a:rPr lang="en-GB" b="1" noProof="0" dirty="0" err="1"/>
              <a:t>color</a:t>
            </a:r>
            <a:r>
              <a:rPr lang="en-GB" noProof="0" dirty="0"/>
              <a:t>. Colours provide a quick visual indication of the file type. Directories are usually shown in blue, symbolic links in cyan, executable files in green, and regular files in the default text colour. Different Linux distributions and terminal emulators may use slightly different colour schemes, so colours should be treated as a visual aid rather than relied upon completely.</a:t>
            </a:r>
          </a:p>
          <a:p>
            <a:endParaRPr lang="en-GB" noProof="0" dirty="0"/>
          </a:p>
          <a:p>
            <a:r>
              <a:rPr lang="en-GB" noProof="0" dirty="0"/>
              <a:t>The </a:t>
            </a:r>
            <a:r>
              <a:rPr lang="en-GB" b="1" noProof="0" dirty="0"/>
              <a:t>ls -F </a:t>
            </a:r>
            <a:r>
              <a:rPr lang="en-GB" noProof="0" dirty="0"/>
              <a:t>command adds a character to the end of each filename to indicate its type. For example, a trailing </a:t>
            </a:r>
            <a:r>
              <a:rPr lang="en-GB" b="1" noProof="0" dirty="0"/>
              <a:t>/</a:t>
            </a:r>
            <a:r>
              <a:rPr lang="en-GB" noProof="0" dirty="0"/>
              <a:t> identifies a directory, </a:t>
            </a:r>
            <a:r>
              <a:rPr lang="en-GB" b="1" noProof="0" dirty="0"/>
              <a:t>*</a:t>
            </a:r>
            <a:r>
              <a:rPr lang="en-GB" noProof="0" dirty="0"/>
              <a:t> indicates an executable file, and </a:t>
            </a:r>
            <a:r>
              <a:rPr lang="en-GB" b="1" noProof="0" dirty="0"/>
              <a:t>@</a:t>
            </a:r>
            <a:r>
              <a:rPr lang="en-GB" noProof="0" dirty="0"/>
              <a:t> identifies a symbolic link. This provides similar information to coloured output and can be particularly useful when working on terminals that do not support colours or when output is redirected to a file. It offers a quick way to distinguish between different file types without requiring a detailed listing.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815982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The </a:t>
            </a:r>
            <a:r>
              <a:rPr lang="en-GB" sz="1200" b="1" spc="-15" noProof="0" dirty="0">
                <a:latin typeface="+mn-lt"/>
                <a:cs typeface="Segoe UI"/>
              </a:rPr>
              <a:t>tree</a:t>
            </a:r>
            <a:r>
              <a:rPr lang="en-GB" sz="1200" spc="-15" noProof="0" dirty="0">
                <a:latin typeface="+mn-lt"/>
                <a:cs typeface="Segoe UI"/>
              </a:rPr>
              <a:t> command displays files and directories in a hierarchical tree structure, making it easier to visualise how folders are organised. It is particularly useful when exploring unfamiliar systems or reviewing project layouts. Common options include </a:t>
            </a:r>
            <a:r>
              <a:rPr lang="en-GB" sz="1200" b="1" spc="-15" noProof="0" dirty="0">
                <a:latin typeface="+mn-lt"/>
                <a:cs typeface="Segoe UI"/>
              </a:rPr>
              <a:t>-a</a:t>
            </a:r>
            <a:r>
              <a:rPr lang="en-GB" sz="1200" spc="-15" noProof="0" dirty="0">
                <a:latin typeface="+mn-lt"/>
                <a:cs typeface="Segoe UI"/>
              </a:rPr>
              <a:t> to display hidden files and directories, </a:t>
            </a:r>
            <a:r>
              <a:rPr lang="en-GB" sz="1200" b="1" spc="-15" noProof="0" dirty="0">
                <a:latin typeface="+mn-lt"/>
                <a:cs typeface="Segoe UI"/>
              </a:rPr>
              <a:t>-L</a:t>
            </a:r>
            <a:r>
              <a:rPr lang="en-GB" sz="1200" spc="-15" noProof="0" dirty="0">
                <a:latin typeface="+mn-lt"/>
                <a:cs typeface="Segoe UI"/>
              </a:rPr>
              <a:t> to limit the depth of the tree, and </a:t>
            </a:r>
            <a:r>
              <a:rPr lang="en-GB" sz="1200" b="1" spc="-15" noProof="0" dirty="0">
                <a:latin typeface="+mn-lt"/>
                <a:cs typeface="Segoe UI"/>
              </a:rPr>
              <a:t>-h</a:t>
            </a:r>
            <a:r>
              <a:rPr lang="en-GB" sz="1200" spc="-15" noProof="0" dirty="0">
                <a:latin typeface="+mn-lt"/>
                <a:cs typeface="Segoe UI"/>
              </a:rPr>
              <a:t> to display file sizes in a human-readable format. The command is not installed by default on all Linux distributions and may need to be installed separately using the package manager.</a:t>
            </a:r>
            <a:endParaRPr lang="en-GB" noProof="0"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7031868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9351939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b="0" noProof="0" dirty="0">
                <a:latin typeface="+mn-lt"/>
              </a:rPr>
              <a:t>The touch command is commonly used to create an empty file. If the file already exists, touch updates its timestamp instead. Directories are created using the </a:t>
            </a:r>
            <a:r>
              <a:rPr lang="en-GB" b="1" noProof="0" dirty="0" err="1">
                <a:latin typeface="+mn-lt"/>
              </a:rPr>
              <a:t>mkdir</a:t>
            </a:r>
            <a:r>
              <a:rPr lang="en-GB" b="0" noProof="0" dirty="0">
                <a:latin typeface="+mn-lt"/>
              </a:rPr>
              <a:t> command. The </a:t>
            </a:r>
            <a:r>
              <a:rPr lang="en-GB" b="1" noProof="0" dirty="0">
                <a:latin typeface="+mn-lt"/>
              </a:rPr>
              <a:t>-p</a:t>
            </a:r>
            <a:r>
              <a:rPr lang="en-GB" b="0" noProof="0" dirty="0">
                <a:latin typeface="+mn-lt"/>
              </a:rPr>
              <a:t> option allows multiple levels of directories to be created in a single command and creates any missing parent directories automatically. These commands are frequently used when organising files and preparing directory structures for projects and exercises.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278342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924300"/>
          </a:xfrm>
        </p:spPr>
        <p:txBody>
          <a:bodyPr/>
          <a:lstStyle/>
          <a:p>
            <a:r>
              <a:rPr lang="en-GB" b="0" dirty="0"/>
              <a:t>The </a:t>
            </a:r>
            <a:r>
              <a:rPr lang="en-GB" b="1" dirty="0"/>
              <a:t>cp</a:t>
            </a:r>
            <a:r>
              <a:rPr lang="en-GB" b="0" dirty="0"/>
              <a:t> command is used to create copies of files and directories. When copying a file, the destination can be a new filename or an existing directory. The </a:t>
            </a:r>
            <a:r>
              <a:rPr lang="en-GB" b="1" dirty="0"/>
              <a:t>-</a:t>
            </a:r>
            <a:r>
              <a:rPr lang="en-GB" b="1" dirty="0" err="1"/>
              <a:t>i</a:t>
            </a:r>
            <a:r>
              <a:rPr lang="en-GB" b="1" dirty="0"/>
              <a:t> </a:t>
            </a:r>
            <a:r>
              <a:rPr lang="en-GB" b="0" dirty="0"/>
              <a:t>option prompts before overwriting an existing file, while </a:t>
            </a:r>
            <a:r>
              <a:rPr lang="en-GB" b="1" dirty="0"/>
              <a:t>-r </a:t>
            </a:r>
            <a:r>
              <a:rPr lang="en-GB" b="0" dirty="0"/>
              <a:t>is required when copying directories and their contents. If multiple source files are specified, the destination must be a directory. The user must have appropriate permissions to create or overwrite files in the target location.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266497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The </a:t>
            </a:r>
            <a:r>
              <a:rPr lang="en-GB" b="1" dirty="0"/>
              <a:t>mv</a:t>
            </a:r>
            <a:r>
              <a:rPr lang="en-GB" dirty="0"/>
              <a:t> command is used to move files and directories or to rename them. When the source and target are in the same directory, the operation is effectively a rename. When the target is a different directory, the file or directory is moved to that location. Unlike cp, the mv command does not require a special option to move directories because it works recursively by default. If the target file already exists, it may be overwritten. Using the -</a:t>
            </a:r>
            <a:r>
              <a:rPr lang="en-GB" dirty="0" err="1"/>
              <a:t>i</a:t>
            </a:r>
            <a:r>
              <a:rPr lang="en-GB" dirty="0"/>
              <a:t> option prompts for confirmation before replacing an existing file, helping to prevent accidental data loss.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315866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Files are deleted using the rm (remove) command.</a:t>
            </a:r>
          </a:p>
          <a:p>
            <a:pPr marL="171450" indent="-171450">
              <a:buFont typeface="Arial" panose="020B0604020202020204" pitchFamily="34" charset="0"/>
              <a:buChar char="•"/>
            </a:pPr>
            <a:r>
              <a:rPr lang="en-GB" b="1" dirty="0"/>
              <a:t>Write-protected files</a:t>
            </a:r>
            <a:r>
              <a:rPr lang="en-GB" dirty="0"/>
              <a:t>: rm prompts for confirmation before deletion.</a:t>
            </a:r>
          </a:p>
          <a:p>
            <a:pPr marL="171450" indent="-171450">
              <a:buFont typeface="Arial" panose="020B0604020202020204" pitchFamily="34" charset="0"/>
              <a:buChar char="•"/>
            </a:pPr>
            <a:r>
              <a:rPr lang="en-GB" b="1" dirty="0"/>
              <a:t>Interactive deletion</a:t>
            </a:r>
            <a:r>
              <a:rPr lang="en-GB" dirty="0"/>
              <a:t>: Use the </a:t>
            </a:r>
            <a:r>
              <a:rPr lang="en-GB" b="1" dirty="0"/>
              <a:t>-i</a:t>
            </a:r>
            <a:r>
              <a:rPr lang="en-GB" dirty="0"/>
              <a:t> option to prompt for confirmation before deleting each file.</a:t>
            </a:r>
          </a:p>
          <a:p>
            <a:pPr marL="171450" indent="-171450">
              <a:buFont typeface="Arial" panose="020B0604020202020204" pitchFamily="34" charset="0"/>
              <a:buChar char="•"/>
            </a:pPr>
            <a:r>
              <a:rPr lang="en-GB" b="1" dirty="0"/>
              <a:t>Recursive deletion</a:t>
            </a:r>
            <a:r>
              <a:rPr lang="en-GB" dirty="0"/>
              <a:t>: The </a:t>
            </a:r>
            <a:r>
              <a:rPr lang="en-GB" b="1" dirty="0"/>
              <a:t>-r</a:t>
            </a:r>
            <a:r>
              <a:rPr lang="en-GB" dirty="0"/>
              <a:t> (recursive) option deletes a directory and all its contents, including subdirectories.</a:t>
            </a:r>
          </a:p>
          <a:p>
            <a:pPr marL="171450" indent="-171450">
              <a:buFont typeface="Arial" panose="020B0604020202020204" pitchFamily="34" charset="0"/>
              <a:buChar char="•"/>
            </a:pPr>
            <a:r>
              <a:rPr lang="en-GB" dirty="0"/>
              <a:t>Without </a:t>
            </a:r>
            <a:r>
              <a:rPr lang="en-GB" b="1" dirty="0"/>
              <a:t>-r</a:t>
            </a:r>
            <a:r>
              <a:rPr lang="en-GB" dirty="0"/>
              <a:t>, </a:t>
            </a:r>
            <a:r>
              <a:rPr lang="en-GB" b="1" dirty="0"/>
              <a:t>rm</a:t>
            </a:r>
            <a:r>
              <a:rPr lang="en-GB" dirty="0"/>
              <a:t> </a:t>
            </a:r>
            <a:r>
              <a:rPr lang="en-GB" b="1" dirty="0"/>
              <a:t>will not</a:t>
            </a:r>
            <a:r>
              <a:rPr lang="en-GB" dirty="0"/>
              <a:t> delete directories, even if they are empty</a:t>
            </a:r>
          </a:p>
          <a:p>
            <a:pPr lvl="1">
              <a:buFont typeface="Arial" panose="020B0604020202020204" pitchFamily="34" charset="0"/>
              <a:buChar char="•"/>
            </a:pPr>
            <a:endParaRPr lang="en-GB" dirty="0"/>
          </a:p>
          <a:p>
            <a:pPr lvl="0">
              <a:buFont typeface="Arial" panose="020B0604020202020204" pitchFamily="34" charset="0"/>
              <a:buNone/>
            </a:pPr>
            <a:r>
              <a:rPr lang="en-GB" dirty="0"/>
              <a:t>For example, to remove a single file – with no prompting or undo:</a:t>
            </a:r>
          </a:p>
          <a:p>
            <a:pPr lvl="0">
              <a:buFont typeface="Arial" panose="020B0604020202020204" pitchFamily="34" charset="0"/>
              <a:buNone/>
            </a:pPr>
            <a:r>
              <a:rPr lang="en-GB" dirty="0"/>
              <a:t>  </a:t>
            </a:r>
            <a:r>
              <a:rPr lang="en-GB" b="1" dirty="0"/>
              <a:t> rm  datafile</a:t>
            </a:r>
          </a:p>
          <a:p>
            <a:pPr lvl="0">
              <a:buFont typeface="Arial" panose="020B0604020202020204" pitchFamily="34" charset="0"/>
              <a:buNone/>
            </a:pPr>
            <a:endParaRPr lang="en-GB" dirty="0"/>
          </a:p>
          <a:p>
            <a:pPr lvl="0">
              <a:buFont typeface="Arial" panose="020B0604020202020204" pitchFamily="34" charset="0"/>
              <a:buNone/>
            </a:pPr>
            <a:r>
              <a:rPr lang="en-GB" dirty="0"/>
              <a:t>To interactively prompt before removing the file:</a:t>
            </a:r>
          </a:p>
          <a:p>
            <a:pPr lvl="0">
              <a:buFont typeface="Arial" panose="020B0604020202020204" pitchFamily="34" charset="0"/>
              <a:buNone/>
            </a:pPr>
            <a:r>
              <a:rPr lang="en-GB" dirty="0"/>
              <a:t>   </a:t>
            </a:r>
            <a:r>
              <a:rPr lang="en-GB" b="1" dirty="0"/>
              <a:t>rm -i datafile</a:t>
            </a:r>
          </a:p>
          <a:p>
            <a:pPr lvl="0">
              <a:buFont typeface="Arial" panose="020B0604020202020204" pitchFamily="34" charset="0"/>
              <a:buNone/>
            </a:pPr>
            <a:endParaRPr lang="en-GB" dirty="0"/>
          </a:p>
          <a:p>
            <a:pPr lvl="0">
              <a:buFont typeface="Arial" panose="020B0604020202020204" pitchFamily="34" charset="0"/>
              <a:buNone/>
            </a:pPr>
            <a:r>
              <a:rPr lang="en-GB" dirty="0"/>
              <a:t>And to recursively remove a directory (assuming permissions will allow) and its contents:</a:t>
            </a:r>
          </a:p>
          <a:p>
            <a:pPr lvl="0">
              <a:buFont typeface="Arial" panose="020B0604020202020204" pitchFamily="34" charset="0"/>
              <a:buNone/>
            </a:pPr>
            <a:r>
              <a:rPr lang="en-GB" dirty="0"/>
              <a:t>  </a:t>
            </a:r>
            <a:r>
              <a:rPr lang="en-GB" b="1" dirty="0"/>
              <a:t>rm –r Documents</a:t>
            </a:r>
          </a:p>
          <a:p>
            <a:pPr lvl="1">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7468943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29851148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20" noProof="0" dirty="0">
                <a:latin typeface="+mn-lt"/>
                <a:cs typeface="Segoe UI"/>
              </a:rPr>
              <a:t>A directory does not contain the contents of files. Instead, it stores filenames together with the </a:t>
            </a:r>
            <a:r>
              <a:rPr lang="en-GB" sz="1200" spc="-20" noProof="0" dirty="0" err="1">
                <a:latin typeface="+mn-lt"/>
                <a:cs typeface="Segoe UI"/>
              </a:rPr>
              <a:t>inode</a:t>
            </a:r>
            <a:r>
              <a:rPr lang="en-GB" sz="1200" spc="-20" noProof="0" dirty="0">
                <a:latin typeface="+mn-lt"/>
                <a:cs typeface="Segoe UI"/>
              </a:rPr>
              <a:t> numbers that identify those files. An </a:t>
            </a:r>
            <a:r>
              <a:rPr lang="en-GB" sz="1200" spc="-20" noProof="0" dirty="0" err="1">
                <a:latin typeface="+mn-lt"/>
                <a:cs typeface="Segoe UI"/>
              </a:rPr>
              <a:t>inode</a:t>
            </a:r>
            <a:r>
              <a:rPr lang="en-GB" sz="1200" spc="-20" noProof="0" dirty="0">
                <a:latin typeface="+mn-lt"/>
                <a:cs typeface="Segoe UI"/>
              </a:rPr>
              <a:t> stores information about the file, such as ownership, permissions, timestamps and the locations of the file's data blocks on disk. When a user accesses a file, Linux resolves the filename through the directory, locates the </a:t>
            </a:r>
            <a:r>
              <a:rPr lang="en-GB" sz="1200" spc="-20" noProof="0" dirty="0" err="1">
                <a:latin typeface="+mn-lt"/>
                <a:cs typeface="Segoe UI"/>
              </a:rPr>
              <a:t>inode</a:t>
            </a:r>
            <a:r>
              <a:rPr lang="en-GB" sz="1200" spc="-20" noProof="0" dirty="0">
                <a:latin typeface="+mn-lt"/>
                <a:cs typeface="Segoe UI"/>
              </a:rPr>
              <a:t>, and then reads the associated data blocks. Because filenames and </a:t>
            </a:r>
            <a:r>
              <a:rPr lang="en-GB" sz="1200" spc="-20" noProof="0" dirty="0" err="1">
                <a:latin typeface="+mn-lt"/>
                <a:cs typeface="Segoe UI"/>
              </a:rPr>
              <a:t>inodes</a:t>
            </a:r>
            <a:r>
              <a:rPr lang="en-GB" sz="1200" spc="-20" noProof="0" dirty="0">
                <a:latin typeface="+mn-lt"/>
                <a:cs typeface="Segoe UI"/>
              </a:rPr>
              <a:t> are separate, multiple filenames can refer to the same </a:t>
            </a:r>
            <a:r>
              <a:rPr lang="en-GB" sz="1200" spc="-20" noProof="0" dirty="0" err="1">
                <a:latin typeface="+mn-lt"/>
                <a:cs typeface="Segoe UI"/>
              </a:rPr>
              <a:t>inode</a:t>
            </a:r>
            <a:r>
              <a:rPr lang="en-GB" sz="1200" spc="-20" noProof="0" dirty="0">
                <a:latin typeface="+mn-lt"/>
                <a:cs typeface="Segoe UI"/>
              </a:rPr>
              <a:t>. </a:t>
            </a:r>
          </a:p>
          <a:p>
            <a:pPr marL="12700">
              <a:lnSpc>
                <a:spcPct val="100000"/>
              </a:lnSpc>
              <a:spcBef>
                <a:spcPts val="105"/>
              </a:spcBef>
            </a:pPr>
            <a:endParaRPr lang="en-GB" sz="1200" spc="-20" noProof="0" dirty="0">
              <a:latin typeface="+mn-lt"/>
              <a:cs typeface="Segoe UI"/>
            </a:endParaRPr>
          </a:p>
          <a:p>
            <a:pPr marL="12700">
              <a:lnSpc>
                <a:spcPct val="100000"/>
              </a:lnSpc>
              <a:spcBef>
                <a:spcPts val="105"/>
              </a:spcBef>
            </a:pPr>
            <a:r>
              <a:rPr lang="en-GB" sz="1200" spc="-20" noProof="0" dirty="0">
                <a:latin typeface="+mn-lt"/>
                <a:cs typeface="Segoe UI"/>
              </a:rPr>
              <a:t>This concept forms the basis of hard links, which are covered next.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1139016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The </a:t>
            </a:r>
            <a:r>
              <a:rPr lang="en-GB" dirty="0" err="1"/>
              <a:t>inode</a:t>
            </a:r>
            <a:r>
              <a:rPr lang="en-GB" dirty="0"/>
              <a:t> stores most of a file's metadata, including ownership, permissions, timestamps, file size and the locations of its data blocks. The filename itself is stored separately within a directory entry. The </a:t>
            </a:r>
            <a:r>
              <a:rPr lang="en-GB" b="1" dirty="0"/>
              <a:t>stat</a:t>
            </a:r>
            <a:r>
              <a:rPr lang="en-GB" dirty="0"/>
              <a:t> command displays detailed information about a file and its </a:t>
            </a:r>
            <a:r>
              <a:rPr lang="en-GB" dirty="0" err="1"/>
              <a:t>inode</a:t>
            </a:r>
            <a:r>
              <a:rPr lang="en-GB" dirty="0"/>
              <a:t>, including the </a:t>
            </a:r>
            <a:r>
              <a:rPr lang="en-GB" dirty="0" err="1"/>
              <a:t>inode</a:t>
            </a:r>
            <a:r>
              <a:rPr lang="en-GB" dirty="0"/>
              <a:t> number and link count. The </a:t>
            </a:r>
            <a:r>
              <a:rPr lang="en-GB" b="1" dirty="0"/>
              <a:t>ls -li </a:t>
            </a:r>
            <a:r>
              <a:rPr lang="en-GB" dirty="0"/>
              <a:t>command displays </a:t>
            </a:r>
            <a:r>
              <a:rPr lang="en-GB" dirty="0" err="1"/>
              <a:t>inode</a:t>
            </a:r>
            <a:r>
              <a:rPr lang="en-GB" dirty="0"/>
              <a:t> numbers as part of a normal directory listing. </a:t>
            </a:r>
            <a:r>
              <a:rPr lang="en-GB" dirty="0" err="1"/>
              <a:t>Inode</a:t>
            </a:r>
            <a:r>
              <a:rPr lang="en-GB" dirty="0"/>
              <a:t> numbers are unique within a filesystem and provide a useful way to identify files. </a:t>
            </a:r>
          </a:p>
          <a:p>
            <a:endParaRPr lang="en-GB" dirty="0"/>
          </a:p>
          <a:p>
            <a:r>
              <a:rPr lang="en-GB" dirty="0"/>
              <a:t>When multiple filenames share the same </a:t>
            </a:r>
            <a:r>
              <a:rPr lang="en-GB" dirty="0" err="1"/>
              <a:t>inode</a:t>
            </a:r>
            <a:r>
              <a:rPr lang="en-GB" dirty="0"/>
              <a:t> number, they are hard links to the same underlying file.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8106063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152900"/>
          </a:xfrm>
        </p:spPr>
        <p:txBody>
          <a:bodyPr/>
          <a:lstStyle/>
          <a:p>
            <a:r>
              <a:rPr lang="en-GB" sz="1200" spc="-20" noProof="0" dirty="0">
                <a:latin typeface="+mn-lt"/>
                <a:cs typeface="Segoe UI"/>
              </a:rPr>
              <a:t>A hard link creates an additional filename that refers to an existing file. Unlike a copy, a hard link does not create a second set of data blocks. Instead, both filenames point to the same </a:t>
            </a:r>
            <a:r>
              <a:rPr lang="en-GB" sz="1200" spc="-20" noProof="0" dirty="0" err="1">
                <a:latin typeface="+mn-lt"/>
                <a:cs typeface="Segoe UI"/>
              </a:rPr>
              <a:t>inode</a:t>
            </a:r>
            <a:r>
              <a:rPr lang="en-GB" sz="1200" spc="-20" noProof="0" dirty="0">
                <a:latin typeface="+mn-lt"/>
                <a:cs typeface="Segoe UI"/>
              </a:rPr>
              <a:t> and therefore the same file data.</a:t>
            </a:r>
          </a:p>
          <a:p>
            <a:endParaRPr lang="en-GB" sz="1200" spc="-20" noProof="0" dirty="0">
              <a:latin typeface="+mn-lt"/>
              <a:cs typeface="Segoe UI"/>
            </a:endParaRPr>
          </a:p>
          <a:p>
            <a:r>
              <a:rPr lang="en-GB" sz="1200" spc="-20" noProof="0" dirty="0">
                <a:latin typeface="+mn-lt"/>
                <a:cs typeface="Segoe UI"/>
              </a:rPr>
              <a:t>In the example, romeo.txt and </a:t>
            </a:r>
            <a:r>
              <a:rPr lang="en-GB" sz="1200" spc="-20" noProof="0" dirty="0" err="1">
                <a:latin typeface="+mn-lt"/>
                <a:cs typeface="Segoe UI"/>
              </a:rPr>
              <a:t>my_link</a:t>
            </a:r>
            <a:r>
              <a:rPr lang="en-GB" sz="1200" spc="-20" noProof="0" dirty="0">
                <a:latin typeface="+mn-lt"/>
                <a:cs typeface="Segoe UI"/>
              </a:rPr>
              <a:t> both reference </a:t>
            </a:r>
            <a:r>
              <a:rPr lang="en-GB" sz="1200" spc="-20" noProof="0" dirty="0" err="1">
                <a:latin typeface="+mn-lt"/>
                <a:cs typeface="Segoe UI"/>
              </a:rPr>
              <a:t>inode</a:t>
            </a:r>
            <a:r>
              <a:rPr lang="en-GB" sz="1200" spc="-20" noProof="0" dirty="0">
                <a:latin typeface="+mn-lt"/>
                <a:cs typeface="Segoe UI"/>
              </a:rPr>
              <a:t> 2584619, while </a:t>
            </a:r>
            <a:r>
              <a:rPr lang="en-GB" sz="1200" spc="-20" noProof="0" dirty="0" err="1">
                <a:latin typeface="+mn-lt"/>
                <a:cs typeface="Segoe UI"/>
              </a:rPr>
              <a:t>my_copy</a:t>
            </a:r>
            <a:r>
              <a:rPr lang="en-GB" sz="1200" spc="-20" noProof="0" dirty="0">
                <a:latin typeface="+mn-lt"/>
                <a:cs typeface="Segoe UI"/>
              </a:rPr>
              <a:t> has a different </a:t>
            </a:r>
            <a:r>
              <a:rPr lang="en-GB" sz="1200" spc="-20" noProof="0" dirty="0" err="1">
                <a:latin typeface="+mn-lt"/>
                <a:cs typeface="Segoe UI"/>
              </a:rPr>
              <a:t>inode</a:t>
            </a:r>
            <a:r>
              <a:rPr lang="en-GB" sz="1200" spc="-20" noProof="0" dirty="0">
                <a:latin typeface="+mn-lt"/>
                <a:cs typeface="Segoe UI"/>
              </a:rPr>
              <a:t> number because it was created using the cp command. The link count for </a:t>
            </a:r>
            <a:r>
              <a:rPr lang="en-GB" sz="1200" spc="-20" noProof="0" dirty="0" err="1">
                <a:latin typeface="+mn-lt"/>
                <a:cs typeface="Segoe UI"/>
              </a:rPr>
              <a:t>inode</a:t>
            </a:r>
            <a:r>
              <a:rPr lang="en-GB" sz="1200" spc="-20" noProof="0" dirty="0">
                <a:latin typeface="+mn-lt"/>
                <a:cs typeface="Segoe UI"/>
              </a:rPr>
              <a:t> 2584619 is 2, indicating that two directory entries refer to the same file.</a:t>
            </a:r>
          </a:p>
          <a:p>
            <a:endParaRPr lang="en-GB" sz="1200" spc="-20" noProof="0" dirty="0">
              <a:latin typeface="+mn-lt"/>
              <a:cs typeface="Segoe UI"/>
            </a:endParaRPr>
          </a:p>
          <a:p>
            <a:r>
              <a:rPr lang="en-GB" sz="1200" spc="-20" noProof="0" dirty="0">
                <a:latin typeface="+mn-lt"/>
                <a:cs typeface="Segoe UI"/>
              </a:rPr>
              <a:t>Because hard links share the same </a:t>
            </a:r>
            <a:r>
              <a:rPr lang="en-GB" sz="1200" spc="-20" noProof="0" dirty="0" err="1">
                <a:latin typeface="+mn-lt"/>
                <a:cs typeface="Segoe UI"/>
              </a:rPr>
              <a:t>inode</a:t>
            </a:r>
            <a:r>
              <a:rPr lang="en-GB" sz="1200" spc="-20" noProof="0" dirty="0">
                <a:latin typeface="+mn-lt"/>
                <a:cs typeface="Segoe UI"/>
              </a:rPr>
              <a:t>, changes made through either filename are immediately visible through the other. Deleting one filename does not remove the file's data as long as another hard link still exists. The file is only removed when the final hard link is deleted and the link count reaches zero.</a:t>
            </a:r>
          </a:p>
          <a:p>
            <a:endParaRPr lang="en-GB" sz="1200" spc="-20" noProof="0" dirty="0">
              <a:latin typeface="+mn-lt"/>
              <a:cs typeface="Segoe UI"/>
            </a:endParaRPr>
          </a:p>
          <a:p>
            <a:r>
              <a:rPr lang="en-GB" sz="1200" spc="-20" noProof="0" dirty="0">
                <a:latin typeface="+mn-lt"/>
                <a:cs typeface="Segoe UI"/>
              </a:rPr>
              <a:t>Hard links can only be created within the same filesystem because </a:t>
            </a:r>
            <a:r>
              <a:rPr lang="en-GB" sz="1200" spc="-20" noProof="0" dirty="0" err="1">
                <a:latin typeface="+mn-lt"/>
                <a:cs typeface="Segoe UI"/>
              </a:rPr>
              <a:t>inode</a:t>
            </a:r>
            <a:r>
              <a:rPr lang="en-GB" sz="1200" spc="-20" noProof="0" dirty="0">
                <a:latin typeface="+mn-lt"/>
                <a:cs typeface="Segoe UI"/>
              </a:rPr>
              <a:t> numbers are unique only within a single filesystem. This limitation is one of the key differences between hard links and symbolic links, which are introduced on the next slide.</a:t>
            </a:r>
            <a:endParaRPr lang="en-US" sz="1200" spc="-20" noProof="0" dirty="0">
              <a:latin typeface="+mn-lt"/>
              <a:cs typeface="Segoe U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7576685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A symbolic link (or soft link) is a special file that stores the pathname of another file or directory. Unlike a hard link, a symbolic link has its own </a:t>
            </a:r>
            <a:r>
              <a:rPr lang="en-GB" dirty="0" err="1"/>
              <a:t>inode</a:t>
            </a:r>
            <a:r>
              <a:rPr lang="en-GB" dirty="0"/>
              <a:t> and does not share the target file's </a:t>
            </a:r>
            <a:r>
              <a:rPr lang="en-GB" dirty="0" err="1"/>
              <a:t>inode</a:t>
            </a:r>
            <a:r>
              <a:rPr lang="en-GB" dirty="0"/>
              <a:t> or data blocks. When a symbolic link is accessed, Linux follows the stored pathname to locate the target. Because symbolic links use pathnames rather than </a:t>
            </a:r>
            <a:r>
              <a:rPr lang="en-GB" dirty="0" err="1"/>
              <a:t>inode</a:t>
            </a:r>
            <a:r>
              <a:rPr lang="en-GB" dirty="0"/>
              <a:t> references, they can point to files or directories on different filesystems. If the target file is renamed, moved, or deleted, the symbolic link remains but becomes a broken link because the stored pathname can no longer be resolved.</a:t>
            </a:r>
          </a:p>
          <a:p>
            <a:endParaRPr lang="en-GB" dirty="0"/>
          </a:p>
          <a:p>
            <a:r>
              <a:rPr lang="en-GB" dirty="0"/>
              <a:t>A symbolic link stores the pathname of its target. On many Linux filesystems, short pathnames are stored directly in the symbolic link's </a:t>
            </a:r>
            <a:r>
              <a:rPr lang="en-GB" dirty="0" err="1"/>
              <a:t>inode</a:t>
            </a:r>
            <a:r>
              <a:rPr lang="en-GB" dirty="0"/>
              <a:t>, while longer pathnames may be stored in separate data blocks.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5674539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42714696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13462118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26.png"/><Relationship Id="rId4" Type="http://schemas.openxmlformats.org/officeDocument/2006/relationships/image" Target="../media/image30.em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Master" Target="../slideMasters/slideMaster4.xml"/><Relationship Id="rId5" Type="http://schemas.openxmlformats.org/officeDocument/2006/relationships/image" Target="../media/image26.png"/><Relationship Id="rId4" Type="http://schemas.openxmlformats.org/officeDocument/2006/relationships/image" Target="../media/image36.emf"/></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8.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png"/><Relationship Id="rId1" Type="http://schemas.openxmlformats.org/officeDocument/2006/relationships/slideMaster" Target="../slideMasters/slideMaster5.xml"/><Relationship Id="rId5" Type="http://schemas.openxmlformats.org/officeDocument/2006/relationships/image" Target="../media/image26.png"/><Relationship Id="rId4" Type="http://schemas.openxmlformats.org/officeDocument/2006/relationships/image" Target="../media/image42.emf"/></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4.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png"/><Relationship Id="rId1" Type="http://schemas.openxmlformats.org/officeDocument/2006/relationships/slideMaster" Target="../slideMasters/slideMaster6.xml"/><Relationship Id="rId5" Type="http://schemas.openxmlformats.org/officeDocument/2006/relationships/image" Target="../media/image26.png"/><Relationship Id="rId4" Type="http://schemas.openxmlformats.org/officeDocument/2006/relationships/image" Target="../media/image48.emf"/></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0.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Master" Target="../slideMasters/slideMaster7.xml"/><Relationship Id="rId5" Type="http://schemas.openxmlformats.org/officeDocument/2006/relationships/image" Target="../media/image26.png"/><Relationship Id="rId4" Type="http://schemas.openxmlformats.org/officeDocument/2006/relationships/image" Target="../media/image54.emf"/></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5.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6.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emf"/><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png"/><Relationship Id="rId1" Type="http://schemas.openxmlformats.org/officeDocument/2006/relationships/slideMaster" Target="../slideMasters/slideMaster8.xml"/><Relationship Id="rId5" Type="http://schemas.openxmlformats.org/officeDocument/2006/relationships/image" Target="../media/image26.png"/><Relationship Id="rId4" Type="http://schemas.openxmlformats.org/officeDocument/2006/relationships/image" Target="../media/image60.emf"/></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1.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2.png"/><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1649829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Yellow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dirty="0"/>
              <a:t>Click to edit Master title style</a:t>
            </a:r>
            <a:endParaRPr lang="en-GB" dirty="0"/>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319544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Yellow - Plus Symbol">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3764940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Green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40647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322719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Blue - Black Side Ba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DE8256C-7DEA-E054-5D2F-1C249A13472B}"/>
              </a:ext>
            </a:extLst>
          </p:cNvPr>
          <p:cNvSpPr>
            <a:spLocks/>
          </p:cNvSpPr>
          <p:nvPr userDrawn="1"/>
        </p:nvSpPr>
        <p:spPr>
          <a:xfrm>
            <a:off x="0" y="512763"/>
            <a:ext cx="3863976" cy="6150425"/>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ext Placeholder 3">
            <a:extLst>
              <a:ext uri="{FF2B5EF4-FFF2-40B4-BE49-F238E27FC236}">
                <a16:creationId xmlns:a16="http://schemas.microsoft.com/office/drawing/2014/main" id="{E3D3D515-F655-344B-3934-6BFC278EBAFC}"/>
              </a:ext>
            </a:extLst>
          </p:cNvPr>
          <p:cNvSpPr>
            <a:spLocks noGrp="1"/>
          </p:cNvSpPr>
          <p:nvPr>
            <p:ph type="body" sz="quarter" idx="15"/>
          </p:nvPr>
        </p:nvSpPr>
        <p:spPr>
          <a:xfrm>
            <a:off x="514350" y="2628325"/>
            <a:ext cx="2760840" cy="3680400"/>
          </a:xfrm>
        </p:spPr>
        <p:txBody>
          <a:bodyPr/>
          <a:lstStyle>
            <a:lvl1pPr marL="0" indent="0">
              <a:buNone/>
              <a:defRPr sz="1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9" name="Text Placeholder 8">
            <a:extLst>
              <a:ext uri="{FF2B5EF4-FFF2-40B4-BE49-F238E27FC236}">
                <a16:creationId xmlns:a16="http://schemas.microsoft.com/office/drawing/2014/main" id="{92EFEF58-42AF-670A-ABB0-E36C90B7E173}"/>
              </a:ext>
            </a:extLst>
          </p:cNvPr>
          <p:cNvSpPr>
            <a:spLocks noGrp="1"/>
          </p:cNvSpPr>
          <p:nvPr>
            <p:ph type="body" sz="quarter" idx="10"/>
          </p:nvPr>
        </p:nvSpPr>
        <p:spPr>
          <a:xfrm>
            <a:off x="4403725" y="1677169"/>
            <a:ext cx="3384550" cy="4631557"/>
          </a:xfrm>
          <a:prstGeom prst="rect">
            <a:avLst/>
          </a:prstGeom>
        </p:spPr>
        <p:txBody>
          <a:bodyPr>
            <a:noAutofit/>
          </a:bodyPr>
          <a:lstStyle>
            <a:lvl1pPr marL="0" inden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
        <p:nvSpPr>
          <p:cNvPr id="11" name="Text Placeholder 10">
            <a:extLst>
              <a:ext uri="{FF2B5EF4-FFF2-40B4-BE49-F238E27FC236}">
                <a16:creationId xmlns:a16="http://schemas.microsoft.com/office/drawing/2014/main" id="{BA62B451-9077-73D8-F2D3-9A668C4D3685}"/>
              </a:ext>
            </a:extLst>
          </p:cNvPr>
          <p:cNvSpPr>
            <a:spLocks noGrp="1"/>
          </p:cNvSpPr>
          <p:nvPr>
            <p:ph type="body" sz="quarter" idx="11"/>
          </p:nvPr>
        </p:nvSpPr>
        <p:spPr>
          <a:xfrm>
            <a:off x="8328025" y="1677166"/>
            <a:ext cx="3348038" cy="4631559"/>
          </a:xfrm>
          <a:prstGeom prst="rect">
            <a:avLst/>
          </a:prstGeom>
        </p:spPr>
        <p:txBody>
          <a:bodyPr>
            <a:noAutofit/>
          </a:bodyPr>
          <a:lstStyle>
            <a:lvl1pPr marL="0" indent="0">
              <a:buNone/>
              <a:defRPr sz="1800"/>
            </a:lvl1pPr>
          </a:lstStyle>
          <a:p>
            <a:pPr lvl="0"/>
            <a:r>
              <a:rPr lang="en-US" dirty="0"/>
              <a:t>Click to edit Master text styles</a:t>
            </a:r>
          </a:p>
        </p:txBody>
      </p:sp>
      <p:sp>
        <p:nvSpPr>
          <p:cNvPr id="5" name="Rectangle 4">
            <a:extLst>
              <a:ext uri="{FF2B5EF4-FFF2-40B4-BE49-F238E27FC236}">
                <a16:creationId xmlns:a16="http://schemas.microsoft.com/office/drawing/2014/main" id="{37A4C3C6-3342-F863-F30F-4B766FFA694C}"/>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Subtitle 2">
            <a:extLst>
              <a:ext uri="{FF2B5EF4-FFF2-40B4-BE49-F238E27FC236}">
                <a16:creationId xmlns:a16="http://schemas.microsoft.com/office/drawing/2014/main" id="{C57531B6-7D25-7BFE-3601-C2533E3D502E}"/>
              </a:ext>
            </a:extLst>
          </p:cNvPr>
          <p:cNvSpPr>
            <a:spLocks noGrp="1"/>
          </p:cNvSpPr>
          <p:nvPr>
            <p:ph type="subTitle" idx="1"/>
          </p:nvPr>
        </p:nvSpPr>
        <p:spPr>
          <a:xfrm>
            <a:off x="4403725" y="1062536"/>
            <a:ext cx="3384550" cy="480131"/>
          </a:xfrm>
          <a:prstGeom prst="rect">
            <a:avLst/>
          </a:prstGeom>
          <a:ln>
            <a:noFill/>
          </a:ln>
        </p:spPr>
        <p:txBody>
          <a:bodyPr anchor="t">
            <a:noAutofit/>
          </a:bodyPr>
          <a:lstStyle>
            <a:lvl1pPr marL="0" indent="0" algn="l">
              <a:buNone/>
              <a:defRPr sz="20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24" name="Text Placeholder 23">
            <a:extLst>
              <a:ext uri="{FF2B5EF4-FFF2-40B4-BE49-F238E27FC236}">
                <a16:creationId xmlns:a16="http://schemas.microsoft.com/office/drawing/2014/main" id="{73809052-20BA-6A20-69E4-DDBBBBD8B6F5}"/>
              </a:ext>
            </a:extLst>
          </p:cNvPr>
          <p:cNvSpPr>
            <a:spLocks noGrp="1"/>
          </p:cNvSpPr>
          <p:nvPr>
            <p:ph type="body" sz="quarter" idx="14" hasCustomPrompt="1"/>
          </p:nvPr>
        </p:nvSpPr>
        <p:spPr>
          <a:xfrm>
            <a:off x="8327378" y="1062039"/>
            <a:ext cx="3348622" cy="481012"/>
          </a:xfrm>
        </p:spPr>
        <p:txBody>
          <a:bodyPr/>
          <a:lstStyle>
            <a:lvl1pPr marL="0" indent="0">
              <a:buNone/>
              <a:defRPr sz="2000" b="1"/>
            </a:lvl1pPr>
            <a:lvl2pPr marL="457200" indent="0">
              <a:buNone/>
              <a:defRPr sz="2000" b="1"/>
            </a:lvl2pPr>
            <a:lvl3pPr marL="914400" indent="0">
              <a:buNone/>
              <a:defRPr sz="2000" b="1"/>
            </a:lvl3pPr>
            <a:lvl4pPr marL="1371600" indent="0">
              <a:buNone/>
              <a:defRPr sz="2000" b="1"/>
            </a:lvl4pPr>
            <a:lvl5pPr marL="1828800" indent="0">
              <a:buNone/>
              <a:defRPr sz="2000" b="1"/>
            </a:lvl5pPr>
          </a:lstStyle>
          <a:p>
            <a:pPr lvl="0"/>
            <a:r>
              <a:rPr lang="en-US" dirty="0"/>
              <a:t>Click to edit Master subtitle styles</a:t>
            </a:r>
          </a:p>
        </p:txBody>
      </p:sp>
      <p:sp>
        <p:nvSpPr>
          <p:cNvPr id="2" name="Title 1">
            <a:extLst>
              <a:ext uri="{FF2B5EF4-FFF2-40B4-BE49-F238E27FC236}">
                <a16:creationId xmlns:a16="http://schemas.microsoft.com/office/drawing/2014/main" id="{887ED4C1-6898-2FD6-C6F3-96261AD19F0E}"/>
              </a:ext>
            </a:extLst>
          </p:cNvPr>
          <p:cNvSpPr>
            <a:spLocks noGrp="1"/>
          </p:cNvSpPr>
          <p:nvPr>
            <p:ph type="title"/>
          </p:nvPr>
        </p:nvSpPr>
        <p:spPr>
          <a:xfrm>
            <a:off x="514799" y="1062039"/>
            <a:ext cx="2760727" cy="1166400"/>
          </a:xfrm>
        </p:spPr>
        <p:txBody>
          <a:bodyPr anchor="t"/>
          <a:lstStyle>
            <a:lvl1pPr>
              <a:defRPr sz="320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64088854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lue - Plus Symbol">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4pPr>
              <a:defRPr/>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7447510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893085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8187417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theme" Target="../theme/theme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25.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image" Target="../media/image25.png"/><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theme" Target="../theme/theme4.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image" Target="../media/image25.png"/><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theme" Target="../theme/theme5.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image" Target="../media/image25.png"/><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theme" Target="../theme/theme6.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9.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image" Target="../media/image25.png"/><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theme" Target="../theme/theme7.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9.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image" Target="../media/image25.png"/><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theme" Target="../theme/theme8.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64"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3" Type="http://schemas.openxmlformats.org/officeDocument/2006/relationships/image" Target="../media/image67.svg"/><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xml"/><Relationship Id="rId1" Type="http://schemas.openxmlformats.org/officeDocument/2006/relationships/slideLayout" Target="../slideLayouts/slideLayout40.xml"/></Relationships>
</file>

<file path=ppt/slides/_rels/slide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9.xml"/></Relationships>
</file>

<file path=ppt/slides/_rels/slide2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2.xml"/><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0.xml"/></Relationships>
</file>

<file path=ppt/slides/_rels/slide2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3: Using Files and </a:t>
            </a:r>
            <a:r>
              <a:rPr lang="en-US" dirty="0"/>
              <a:t>D</a:t>
            </a:r>
            <a:r>
              <a:rPr lang="en-US" noProof="0" dirty="0" err="1"/>
              <a:t>irectories</a:t>
            </a:r>
            <a:endParaRPr lang="en-US" noProof="0" dirty="0"/>
          </a:p>
        </p:txBody>
      </p:sp>
      <p:sp>
        <p:nvSpPr>
          <p:cNvPr id="5" name="Subtitle 4">
            <a:extLst>
              <a:ext uri="{FF2B5EF4-FFF2-40B4-BE49-F238E27FC236}">
                <a16:creationId xmlns:a16="http://schemas.microsoft.com/office/drawing/2014/main" id="{B44DB5E1-59D0-33D6-B669-D2C06E216274}"/>
              </a:ext>
            </a:extLst>
          </p:cNvPr>
          <p:cNvSpPr>
            <a:spLocks noGrp="1"/>
          </p:cNvSpPr>
          <p:nvPr>
            <p:ph type="subTitle" idx="1"/>
          </p:nvPr>
        </p:nvSpPr>
        <p:spPr/>
        <p:txBody>
          <a:bodyPr/>
          <a:lstStyle/>
          <a:p>
            <a:r>
              <a:rPr lang="en-US" noProof="0" dirty="0"/>
              <a:t>Where is my data?</a:t>
            </a:r>
          </a:p>
        </p:txBody>
      </p:sp>
      <p:graphicFrame>
        <p:nvGraphicFramePr>
          <p:cNvPr id="2" name="Table 1">
            <a:extLst>
              <a:ext uri="{FF2B5EF4-FFF2-40B4-BE49-F238E27FC236}">
                <a16:creationId xmlns:a16="http://schemas.microsoft.com/office/drawing/2014/main" id="{4F0E12BC-2B78-FFEA-DE6C-CE8FF1B4C3FD}"/>
              </a:ext>
            </a:extLst>
          </p:cNvPr>
          <p:cNvGraphicFramePr>
            <a:graphicFrameLocks noGrp="1"/>
          </p:cNvGraphicFramePr>
          <p:nvPr>
            <p:extLst>
              <p:ext uri="{D42A27DB-BD31-4B8C-83A1-F6EECF244321}">
                <p14:modId xmlns:p14="http://schemas.microsoft.com/office/powerpoint/2010/main" val="2164824025"/>
              </p:ext>
            </p:extLst>
          </p:nvPr>
        </p:nvGraphicFramePr>
        <p:xfrm>
          <a:off x="473076" y="3428999"/>
          <a:ext cx="5213350" cy="1266825"/>
        </p:xfrm>
        <a:graphic>
          <a:graphicData uri="http://schemas.openxmlformats.org/drawingml/2006/table">
            <a:tbl>
              <a:tblPr firstRow="1" bandRow="1">
                <a:tableStyleId>{912C8C85-51F0-491E-9774-3900AFEF0FD7}</a:tableStyleId>
              </a:tblPr>
              <a:tblGrid>
                <a:gridCol w="5213350">
                  <a:extLst>
                    <a:ext uri="{9D8B030D-6E8A-4147-A177-3AD203B41FA5}">
                      <a16:colId xmlns:a16="http://schemas.microsoft.com/office/drawing/2014/main" val="2961166630"/>
                    </a:ext>
                  </a:extLst>
                </a:gridCol>
              </a:tblGrid>
              <a:tr h="42227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3: Using Files and Directories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61260948"/>
                  </a:ext>
                </a:extLst>
              </a:tr>
              <a:tr h="42227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bg1">
                              <a:lumMod val="50000"/>
                            </a:schemeClr>
                          </a:solidFill>
                          <a:latin typeface="+mn-lt"/>
                        </a:rPr>
                        <a:t>4: </a:t>
                      </a:r>
                      <a:r>
                        <a:rPr lang="en-US" sz="1800" noProof="0">
                          <a:solidFill>
                            <a:schemeClr val="bg1">
                              <a:lumMod val="50000"/>
                            </a:schemeClr>
                          </a:solidFill>
                          <a:latin typeface="+mn-lt"/>
                        </a:rPr>
                        <a:t>Editing Text</a:t>
                      </a:r>
                      <a:endParaRPr lang="en-US" sz="1800" noProof="0" dirty="0">
                        <a:solidFill>
                          <a:schemeClr val="bg1">
                            <a:lumMod val="50000"/>
                          </a:schemeClr>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257274740"/>
                  </a:ext>
                </a:extLst>
              </a:tr>
              <a:tr h="42227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bg1">
                              <a:lumMod val="65000"/>
                            </a:schemeClr>
                          </a:solidFill>
                          <a:latin typeface="+mn-lt"/>
                        </a:rPr>
                        <a:t>5: Working with Bash</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1795232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a:t>Contents</a:t>
            </a:r>
            <a:endParaRPr lang="en-US" noProof="0" dirty="0"/>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a:t>From User to Disk</a:t>
            </a:r>
          </a:p>
          <a:p>
            <a:pPr marL="285750" indent="-285750">
              <a:buFont typeface="Arial" panose="020B0604020202020204" pitchFamily="34" charset="0"/>
              <a:buChar char="•"/>
            </a:pPr>
            <a:r>
              <a:rPr lang="en-US" noProof="0"/>
              <a:t>From Pathnames to Disk Blocks</a:t>
            </a:r>
          </a:p>
          <a:p>
            <a:pPr marL="285750" indent="-285750">
              <a:buFont typeface="Arial" panose="020B0604020202020204" pitchFamily="34" charset="0"/>
              <a:buChar char="•"/>
            </a:pPr>
            <a:r>
              <a:rPr lang="en-US" noProof="0"/>
              <a:t>What is a Directory?</a:t>
            </a:r>
          </a:p>
          <a:p>
            <a:pPr marL="285750" indent="-285750">
              <a:buFont typeface="Arial" panose="020B0604020202020204" pitchFamily="34" charset="0"/>
              <a:buChar char="•"/>
            </a:pPr>
            <a:r>
              <a:rPr lang="en-US" noProof="0"/>
              <a:t>Files</a:t>
            </a:r>
          </a:p>
          <a:p>
            <a:pPr marL="285750" indent="-285750">
              <a:buFont typeface="Arial" panose="020B0604020202020204" pitchFamily="34" charset="0"/>
              <a:buChar char="•"/>
            </a:pPr>
            <a:r>
              <a:rPr lang="en-US" noProof="0"/>
              <a:t>Commands</a:t>
            </a:r>
          </a:p>
          <a:p>
            <a:pPr marL="285750" indent="-285750">
              <a:buFont typeface="Arial" panose="020B0604020202020204" pitchFamily="34" charset="0"/>
              <a:buChar char="•"/>
            </a:pPr>
            <a:r>
              <a:rPr lang="en-US" noProof="0"/>
              <a:t>i-nodes</a:t>
            </a:r>
          </a:p>
          <a:p>
            <a:pPr marL="285750" indent="-285750">
              <a:buFont typeface="Arial" panose="020B0604020202020204" pitchFamily="34" charset="0"/>
              <a:buChar char="•"/>
            </a:pPr>
            <a:r>
              <a:rPr lang="en-US" noProof="0"/>
              <a:t>Links</a:t>
            </a:r>
            <a:endParaRPr lang="en-US" noProof="0" dirty="0"/>
          </a:p>
        </p:txBody>
      </p:sp>
    </p:spTree>
    <p:extLst>
      <p:ext uri="{BB962C8B-B14F-4D97-AF65-F5344CB8AC3E}">
        <p14:creationId xmlns:p14="http://schemas.microsoft.com/office/powerpoint/2010/main" val="1734046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753C1C-F770-383E-F660-05C445D1809F}"/>
              </a:ext>
            </a:extLst>
          </p:cNvPr>
          <p:cNvSpPr>
            <a:spLocks noGrp="1"/>
          </p:cNvSpPr>
          <p:nvPr>
            <p:ph type="ctrTitle"/>
          </p:nvPr>
        </p:nvSpPr>
        <p:spPr/>
        <p:txBody>
          <a:bodyPr/>
          <a:lstStyle/>
          <a:p>
            <a:r>
              <a:rPr lang="en-US" noProof="0" dirty="0"/>
              <a:t>From User to Disk </a:t>
            </a:r>
          </a:p>
        </p:txBody>
      </p:sp>
      <p:pic>
        <p:nvPicPr>
          <p:cNvPr id="37" name="Content Placeholder 36">
            <a:extLst>
              <a:ext uri="{FF2B5EF4-FFF2-40B4-BE49-F238E27FC236}">
                <a16:creationId xmlns:a16="http://schemas.microsoft.com/office/drawing/2014/main" id="{4EA11798-4ECB-82E9-38A1-69C3481D499A}"/>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810991" y="1704935"/>
            <a:ext cx="5565009" cy="4348163"/>
          </a:xfrm>
          <a:prstGeom prst="rect">
            <a:avLst/>
          </a:prstGeom>
        </p:spPr>
      </p:pic>
      <p:sp>
        <p:nvSpPr>
          <p:cNvPr id="2" name="Slide Number Placeholder 1">
            <a:extLst>
              <a:ext uri="{FF2B5EF4-FFF2-40B4-BE49-F238E27FC236}">
                <a16:creationId xmlns:a16="http://schemas.microsoft.com/office/drawing/2014/main" id="{F473A64F-2016-6C2D-AE22-C5451E652717}"/>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33" name="Text Placeholder 32">
            <a:extLst>
              <a:ext uri="{FF2B5EF4-FFF2-40B4-BE49-F238E27FC236}">
                <a16:creationId xmlns:a16="http://schemas.microsoft.com/office/drawing/2014/main" id="{8B94D2B8-0909-FC86-70FD-C7ED57778062}"/>
              </a:ext>
            </a:extLst>
          </p:cNvPr>
          <p:cNvSpPr>
            <a:spLocks noGrp="1"/>
          </p:cNvSpPr>
          <p:nvPr>
            <p:ph type="body" sz="quarter" idx="4294967295"/>
          </p:nvPr>
        </p:nvSpPr>
        <p:spPr>
          <a:xfrm>
            <a:off x="0" y="1733550"/>
            <a:ext cx="4330700" cy="4348163"/>
          </a:xfrm>
        </p:spPr>
        <p:txBody>
          <a:bodyPr/>
          <a:lstStyle/>
          <a:p>
            <a:r>
              <a:rPr lang="en-GB" dirty="0"/>
              <a:t>The shell interprets user commands</a:t>
            </a:r>
          </a:p>
          <a:p>
            <a:r>
              <a:rPr lang="en-GB" dirty="0"/>
              <a:t>The kernel performs the real work</a:t>
            </a:r>
          </a:p>
          <a:p>
            <a:r>
              <a:rPr lang="en-GB" dirty="0"/>
              <a:t>The filesystem layer resolves pathnames</a:t>
            </a:r>
          </a:p>
        </p:txBody>
      </p:sp>
    </p:spTree>
    <p:extLst>
      <p:ext uri="{BB962C8B-B14F-4D97-AF65-F5344CB8AC3E}">
        <p14:creationId xmlns:p14="http://schemas.microsoft.com/office/powerpoint/2010/main" val="2810557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D77AC-E941-E45D-99CD-25731D5F39D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EAE3B6C-2928-D53A-3151-877430BA539B}"/>
              </a:ext>
            </a:extLst>
          </p:cNvPr>
          <p:cNvSpPr>
            <a:spLocks noGrp="1"/>
          </p:cNvSpPr>
          <p:nvPr>
            <p:ph type="ctrTitle"/>
          </p:nvPr>
        </p:nvSpPr>
        <p:spPr/>
        <p:txBody>
          <a:bodyPr/>
          <a:lstStyle/>
          <a:p>
            <a:r>
              <a:rPr lang="en-US" noProof="0" dirty="0"/>
              <a:t>From Pathnames to Disk Blocks</a:t>
            </a:r>
          </a:p>
        </p:txBody>
      </p:sp>
      <p:sp>
        <p:nvSpPr>
          <p:cNvPr id="12" name="Text Placeholder 11">
            <a:extLst>
              <a:ext uri="{FF2B5EF4-FFF2-40B4-BE49-F238E27FC236}">
                <a16:creationId xmlns:a16="http://schemas.microsoft.com/office/drawing/2014/main" id="{160A2E98-23C3-68EB-AF62-9359499C3CBC}"/>
              </a:ext>
            </a:extLst>
          </p:cNvPr>
          <p:cNvSpPr>
            <a:spLocks noGrp="1"/>
          </p:cNvSpPr>
          <p:nvPr>
            <p:ph type="body" sz="quarter" idx="13"/>
          </p:nvPr>
        </p:nvSpPr>
        <p:spPr/>
        <p:txBody>
          <a:bodyPr/>
          <a:lstStyle/>
          <a:p>
            <a:pPr marL="285750" indent="-285750">
              <a:buFont typeface="Arial" panose="020B0604020202020204" pitchFamily="34" charset="0"/>
              <a:buChar char="•"/>
            </a:pPr>
            <a:r>
              <a:rPr lang="en-GB" b="1" dirty="0"/>
              <a:t>Directories</a:t>
            </a:r>
            <a:r>
              <a:rPr lang="en-GB" dirty="0"/>
              <a:t> map filenames to </a:t>
            </a:r>
            <a:r>
              <a:rPr lang="en-GB" b="1" dirty="0" err="1"/>
              <a:t>inode</a:t>
            </a:r>
            <a:r>
              <a:rPr lang="en-GB" dirty="0"/>
              <a:t> </a:t>
            </a:r>
            <a:r>
              <a:rPr lang="en-GB" b="1" dirty="0"/>
              <a:t>numbers</a:t>
            </a:r>
          </a:p>
          <a:p>
            <a:pPr marL="285750" indent="-285750">
              <a:buFont typeface="Arial" panose="020B0604020202020204" pitchFamily="34" charset="0"/>
              <a:buChar char="•"/>
            </a:pPr>
            <a:r>
              <a:rPr lang="en-GB" dirty="0" err="1"/>
              <a:t>Inodes</a:t>
            </a:r>
            <a:r>
              <a:rPr lang="en-GB" dirty="0"/>
              <a:t> store metadata and block addresses</a:t>
            </a:r>
          </a:p>
          <a:p>
            <a:pPr marL="285750" indent="-285750">
              <a:buFont typeface="Arial" panose="020B0604020202020204" pitchFamily="34" charset="0"/>
              <a:buChar char="•"/>
            </a:pPr>
            <a:r>
              <a:rPr lang="en-GB" dirty="0"/>
              <a:t>Data blocks store file contents</a:t>
            </a:r>
          </a:p>
        </p:txBody>
      </p:sp>
      <p:pic>
        <p:nvPicPr>
          <p:cNvPr id="11" name="Content Placeholder 10">
            <a:extLst>
              <a:ext uri="{FF2B5EF4-FFF2-40B4-BE49-F238E27FC236}">
                <a16:creationId xmlns:a16="http://schemas.microsoft.com/office/drawing/2014/main" id="{25A062E3-80D7-3F9B-CFCA-C9146511BBBC}"/>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5546061" y="1733108"/>
            <a:ext cx="6202017" cy="4108088"/>
          </a:xfrm>
          <a:prstGeom prst="rect">
            <a:avLst/>
          </a:prstGeom>
        </p:spPr>
      </p:pic>
      <p:sp>
        <p:nvSpPr>
          <p:cNvPr id="2" name="Slide Number Placeholder 1">
            <a:extLst>
              <a:ext uri="{FF2B5EF4-FFF2-40B4-BE49-F238E27FC236}">
                <a16:creationId xmlns:a16="http://schemas.microsoft.com/office/drawing/2014/main" id="{1856C16A-0872-1F26-108D-46D0BD1A1F4E}"/>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619988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0F4FBA-514B-A77E-0E8C-DA6467839DFA}"/>
              </a:ext>
            </a:extLst>
          </p:cNvPr>
          <p:cNvSpPr>
            <a:spLocks noGrp="1"/>
          </p:cNvSpPr>
          <p:nvPr>
            <p:ph type="ctrTitle"/>
          </p:nvPr>
        </p:nvSpPr>
        <p:spPr/>
        <p:txBody>
          <a:bodyPr/>
          <a:lstStyle/>
          <a:p>
            <a:r>
              <a:rPr lang="en-US" noProof="0" dirty="0"/>
              <a:t>What is a directory?</a:t>
            </a:r>
          </a:p>
        </p:txBody>
      </p:sp>
      <p:sp>
        <p:nvSpPr>
          <p:cNvPr id="5" name="Text Placeholder 4">
            <a:extLst>
              <a:ext uri="{FF2B5EF4-FFF2-40B4-BE49-F238E27FC236}">
                <a16:creationId xmlns:a16="http://schemas.microsoft.com/office/drawing/2014/main" id="{7B6AB63C-283C-864F-6D4B-E7EF4D3B4F92}"/>
              </a:ext>
            </a:extLst>
          </p:cNvPr>
          <p:cNvSpPr>
            <a:spLocks noGrp="1"/>
          </p:cNvSpPr>
          <p:nvPr>
            <p:ph type="body" sz="quarter" idx="13"/>
          </p:nvPr>
        </p:nvSpPr>
        <p:spPr/>
        <p:txBody>
          <a:bodyPr/>
          <a:lstStyle/>
          <a:p>
            <a:pPr marL="285750" indent="-285750">
              <a:buFont typeface="Arial" panose="020B0604020202020204" pitchFamily="34" charset="0"/>
              <a:buChar char="•"/>
            </a:pPr>
            <a:r>
              <a:rPr lang="en-GB" dirty="0"/>
              <a:t>A directory is a special type of file</a:t>
            </a:r>
          </a:p>
          <a:p>
            <a:pPr marL="285750" indent="-285750">
              <a:buFont typeface="Arial" panose="020B0604020202020204" pitchFamily="34" charset="0"/>
              <a:buChar char="•"/>
            </a:pPr>
            <a:r>
              <a:rPr lang="en-GB" dirty="0"/>
              <a:t>It stores filename      </a:t>
            </a:r>
            <a:r>
              <a:rPr lang="en-GB" dirty="0" err="1"/>
              <a:t>inode</a:t>
            </a:r>
            <a:r>
              <a:rPr lang="en-GB" dirty="0"/>
              <a:t> mappings</a:t>
            </a:r>
          </a:p>
          <a:p>
            <a:pPr marL="285750" indent="-285750">
              <a:buFont typeface="Arial" panose="020B0604020202020204" pitchFamily="34" charset="0"/>
              <a:buChar char="•"/>
            </a:pPr>
            <a:r>
              <a:rPr lang="en-GB" dirty="0"/>
              <a:t>It does not store file data</a:t>
            </a:r>
          </a:p>
        </p:txBody>
      </p:sp>
      <p:pic>
        <p:nvPicPr>
          <p:cNvPr id="32" name="Content Placeholder 31">
            <a:extLst>
              <a:ext uri="{FF2B5EF4-FFF2-40B4-BE49-F238E27FC236}">
                <a16:creationId xmlns:a16="http://schemas.microsoft.com/office/drawing/2014/main" id="{38333CAC-4AC0-4276-9550-12A4501366F0}"/>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829789" y="3260035"/>
            <a:ext cx="10414132" cy="2647407"/>
          </a:xfrm>
          <a:prstGeom prst="rect">
            <a:avLst/>
          </a:prstGeom>
        </p:spPr>
      </p:pic>
      <p:sp>
        <p:nvSpPr>
          <p:cNvPr id="2" name="Slide Number Placeholder 1">
            <a:extLst>
              <a:ext uri="{FF2B5EF4-FFF2-40B4-BE49-F238E27FC236}">
                <a16:creationId xmlns:a16="http://schemas.microsoft.com/office/drawing/2014/main" id="{81E1DA65-7D47-4129-04E1-968C8518A8CE}"/>
              </a:ext>
            </a:extLst>
          </p:cNvPr>
          <p:cNvSpPr>
            <a:spLocks noGrp="1"/>
          </p:cNvSpPr>
          <p:nvPr>
            <p:ph type="sldNum" sz="quarter" idx="12"/>
          </p:nvPr>
        </p:nvSpPr>
        <p:spPr/>
        <p:txBody>
          <a:bodyPr/>
          <a:lstStyle/>
          <a:p>
            <a:pPr lvl="0"/>
            <a:fld id="{EF892D59-8F09-EF4B-AD6D-DA609442F868}" type="slidenum">
              <a:rPr lang="en-US" noProof="0" smtClean="0"/>
              <a:pPr lvl="0"/>
              <a:t>5</a:t>
            </a:fld>
            <a:endParaRPr lang="en-US" noProof="0" dirty="0"/>
          </a:p>
        </p:txBody>
      </p:sp>
      <p:sp>
        <p:nvSpPr>
          <p:cNvPr id="33" name="Arrow: Right 32">
            <a:extLst>
              <a:ext uri="{FF2B5EF4-FFF2-40B4-BE49-F238E27FC236}">
                <a16:creationId xmlns:a16="http://schemas.microsoft.com/office/drawing/2014/main" id="{DB5B2631-C524-4EBB-9F9D-3448D2A048C8}"/>
              </a:ext>
            </a:extLst>
          </p:cNvPr>
          <p:cNvSpPr/>
          <p:nvPr/>
        </p:nvSpPr>
        <p:spPr>
          <a:xfrm>
            <a:off x="2502207" y="2278835"/>
            <a:ext cx="195072" cy="121920"/>
          </a:xfrm>
          <a:prstGeom prst="rightArrow">
            <a:avLst/>
          </a:prstGeom>
          <a:solidFill>
            <a:schemeClr val="bg1">
              <a:lumMod val="65000"/>
            </a:schemeClr>
          </a:solidFill>
          <a:ln>
            <a:solidFill>
              <a:schemeClr val="bg1">
                <a:lumMod val="6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t>           </a:t>
            </a:r>
          </a:p>
        </p:txBody>
      </p:sp>
    </p:spTree>
    <p:extLst>
      <p:ext uri="{BB962C8B-B14F-4D97-AF65-F5344CB8AC3E}">
        <p14:creationId xmlns:p14="http://schemas.microsoft.com/office/powerpoint/2010/main" val="1879352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D396CB-1EF8-57E4-A4BB-C0E86B07FD1F}"/>
              </a:ext>
            </a:extLst>
          </p:cNvPr>
          <p:cNvSpPr>
            <a:spLocks noGrp="1"/>
          </p:cNvSpPr>
          <p:nvPr>
            <p:ph type="ctrTitle"/>
          </p:nvPr>
        </p:nvSpPr>
        <p:spPr/>
        <p:txBody>
          <a:bodyPr/>
          <a:lstStyle/>
          <a:p>
            <a:r>
              <a:rPr lang="en-US" noProof="0" dirty="0"/>
              <a:t>Naming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800" noProof="0" dirty="0">
                <a:solidFill>
                  <a:schemeClr val="tx1"/>
                </a:solidFill>
              </a:rPr>
              <a:t>File and directory names may contain any character except /</a:t>
            </a:r>
          </a:p>
          <a:p>
            <a:r>
              <a:rPr lang="en-GB" dirty="0">
                <a:solidFill>
                  <a:schemeClr val="tx1"/>
                </a:solidFill>
              </a:rPr>
              <a:t>U</a:t>
            </a:r>
            <a:r>
              <a:rPr lang="en-GB" sz="1800" noProof="0" dirty="0">
                <a:solidFill>
                  <a:schemeClr val="tx1"/>
                </a:solidFill>
              </a:rPr>
              <a:t>se letters, numbers, dots (.), dashes (-) and underscores (_)</a:t>
            </a:r>
          </a:p>
          <a:p>
            <a:r>
              <a:rPr lang="en-GB" sz="1800" noProof="0" dirty="0">
                <a:solidFill>
                  <a:schemeClr val="tx1"/>
                </a:solidFill>
              </a:rPr>
              <a:t>Avoid spaces and shell special characters where possible</a:t>
            </a:r>
          </a:p>
          <a:p>
            <a:r>
              <a:rPr lang="en-GB" sz="1800" noProof="0" dirty="0">
                <a:solidFill>
                  <a:schemeClr val="tx1"/>
                </a:solidFill>
              </a:rPr>
              <a:t>Maximum name length is typically 255 characters</a:t>
            </a:r>
          </a:p>
          <a:p>
            <a:r>
              <a:rPr lang="en-GB" sz="1800" noProof="0" dirty="0">
                <a:solidFill>
                  <a:schemeClr val="tx1"/>
                </a:solidFill>
              </a:rPr>
              <a:t>Names beginning with a dot (.) are hidden by default</a:t>
            </a:r>
          </a:p>
          <a:p>
            <a:r>
              <a:rPr lang="en-GB" sz="1800" noProof="0" dirty="0">
                <a:solidFill>
                  <a:schemeClr val="tx1"/>
                </a:solidFill>
              </a:rPr>
              <a:t>Hidden files and directories are displayed using ls –a</a:t>
            </a:r>
          </a:p>
          <a:p>
            <a:r>
              <a:rPr lang="en-GB" sz="1800" noProof="0" dirty="0">
                <a:solidFill>
                  <a:schemeClr val="tx1"/>
                </a:solidFill>
              </a:rPr>
              <a:t>In Linux and UNIX, file extensions (such as .txt or .pdf) are naming conventions only</a:t>
            </a:r>
            <a:endParaRPr lang="en-US" sz="18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7" name="Rectangle 4">
            <a:extLst>
              <a:ext uri="{FF2B5EF4-FFF2-40B4-BE49-F238E27FC236}">
                <a16:creationId xmlns:a16="http://schemas.microsoft.com/office/drawing/2014/main" id="{73647164-E016-E1DE-A131-54258421D089}"/>
              </a:ext>
            </a:extLst>
          </p:cNvPr>
          <p:cNvSpPr txBox="1">
            <a:spLocks noChangeArrowheads="1"/>
          </p:cNvSpPr>
          <p:nvPr/>
        </p:nvSpPr>
        <p:spPr bwMode="auto">
          <a:xfrm>
            <a:off x="2178325" y="4863348"/>
            <a:ext cx="7341595" cy="4247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2400" dirty="0">
                <a:solidFill>
                  <a:schemeClr val="bg2"/>
                </a:solidFill>
                <a:latin typeface="Consolas" panose="020B0609020204030204" pitchFamily="49" charset="0"/>
                <a:cs typeface="Consolas" panose="020B0609020204030204" pitchFamily="49" charset="0"/>
              </a:rPr>
              <a:t>.this_is_@_very_l0ng_FILE.and.DIR_n4me.pdf</a:t>
            </a:r>
          </a:p>
        </p:txBody>
      </p:sp>
      <p:sp>
        <p:nvSpPr>
          <p:cNvPr id="8" name="TextBox 7">
            <a:extLst>
              <a:ext uri="{FF2B5EF4-FFF2-40B4-BE49-F238E27FC236}">
                <a16:creationId xmlns:a16="http://schemas.microsoft.com/office/drawing/2014/main" id="{5F2C6E99-D7D2-4981-D508-D9902E3744D5}"/>
              </a:ext>
            </a:extLst>
          </p:cNvPr>
          <p:cNvSpPr txBox="1"/>
          <p:nvPr/>
        </p:nvSpPr>
        <p:spPr>
          <a:xfrm>
            <a:off x="2971063" y="5812354"/>
            <a:ext cx="2246829" cy="646331"/>
          </a:xfrm>
          <a:prstGeom prst="rect">
            <a:avLst/>
          </a:prstGeom>
          <a:solidFill>
            <a:schemeClr val="accent1">
              <a:lumMod val="40000"/>
              <a:lumOff val="60000"/>
            </a:schemeClr>
          </a:solidFill>
          <a:ln>
            <a:solidFill>
              <a:schemeClr val="accent1">
                <a:lumMod val="40000"/>
                <a:lumOff val="60000"/>
              </a:schemeClr>
            </a:solidFill>
          </a:ln>
        </p:spPr>
        <p:txBody>
          <a:bodyPr wrap="square" rtlCol="0">
            <a:spAutoFit/>
          </a:bodyPr>
          <a:lstStyle/>
          <a:p>
            <a:r>
              <a:rPr lang="en-GB" dirty="0"/>
              <a:t>Dots and underscores are valid characters</a:t>
            </a:r>
          </a:p>
        </p:txBody>
      </p:sp>
      <p:sp>
        <p:nvSpPr>
          <p:cNvPr id="9" name="TextBox 8">
            <a:extLst>
              <a:ext uri="{FF2B5EF4-FFF2-40B4-BE49-F238E27FC236}">
                <a16:creationId xmlns:a16="http://schemas.microsoft.com/office/drawing/2014/main" id="{ED509D8C-73BD-E9EF-1D3C-2C760F8FBDC8}"/>
              </a:ext>
            </a:extLst>
          </p:cNvPr>
          <p:cNvSpPr txBox="1"/>
          <p:nvPr/>
        </p:nvSpPr>
        <p:spPr>
          <a:xfrm>
            <a:off x="6096001" y="5803141"/>
            <a:ext cx="3373126" cy="646331"/>
          </a:xfrm>
          <a:prstGeom prst="rect">
            <a:avLst/>
          </a:prstGeom>
          <a:solidFill>
            <a:schemeClr val="accent2">
              <a:lumMod val="40000"/>
              <a:lumOff val="60000"/>
            </a:schemeClr>
          </a:solidFill>
          <a:ln>
            <a:solidFill>
              <a:schemeClr val="accent6">
                <a:lumMod val="40000"/>
                <a:lumOff val="60000"/>
              </a:schemeClr>
            </a:solidFill>
          </a:ln>
        </p:spPr>
        <p:txBody>
          <a:bodyPr wrap="square" rtlCol="0">
            <a:spAutoFit/>
          </a:bodyPr>
          <a:lstStyle/>
          <a:p>
            <a:r>
              <a:rPr lang="en-GB" dirty="0"/>
              <a:t>Recommended characters: letters, </a:t>
            </a:r>
          </a:p>
          <a:p>
            <a:r>
              <a:rPr lang="en-GB" dirty="0"/>
              <a:t>numbers, dots and underscores</a:t>
            </a:r>
          </a:p>
        </p:txBody>
      </p:sp>
      <p:sp>
        <p:nvSpPr>
          <p:cNvPr id="11" name="Line 11">
            <a:extLst>
              <a:ext uri="{FF2B5EF4-FFF2-40B4-BE49-F238E27FC236}">
                <a16:creationId xmlns:a16="http://schemas.microsoft.com/office/drawing/2014/main" id="{FFCB7015-479F-F8ED-77EA-83E491E5D54D}"/>
              </a:ext>
            </a:extLst>
          </p:cNvPr>
          <p:cNvSpPr>
            <a:spLocks noChangeShapeType="1"/>
          </p:cNvSpPr>
          <p:nvPr/>
        </p:nvSpPr>
        <p:spPr bwMode="auto">
          <a:xfrm flipH="1" flipV="1">
            <a:off x="2490469" y="5321770"/>
            <a:ext cx="1604009" cy="487651"/>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12" name="Rectangle: Rounded Corners 11">
            <a:extLst>
              <a:ext uri="{FF2B5EF4-FFF2-40B4-BE49-F238E27FC236}">
                <a16:creationId xmlns:a16="http://schemas.microsoft.com/office/drawing/2014/main" id="{3D633DAA-CFC7-6978-D470-2967711E16D9}"/>
              </a:ext>
            </a:extLst>
          </p:cNvPr>
          <p:cNvSpPr/>
          <p:nvPr/>
        </p:nvSpPr>
        <p:spPr>
          <a:xfrm>
            <a:off x="6638782" y="4906512"/>
            <a:ext cx="2064273" cy="316797"/>
          </a:xfrm>
          <a:prstGeom prst="roundRect">
            <a:avLst/>
          </a:prstGeom>
          <a:noFill/>
          <a:ln w="2540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Line 11">
            <a:extLst>
              <a:ext uri="{FF2B5EF4-FFF2-40B4-BE49-F238E27FC236}">
                <a16:creationId xmlns:a16="http://schemas.microsoft.com/office/drawing/2014/main" id="{84380B84-C5EF-D95E-DEEC-EFFEA7F5E5C2}"/>
              </a:ext>
            </a:extLst>
          </p:cNvPr>
          <p:cNvSpPr>
            <a:spLocks noChangeShapeType="1"/>
          </p:cNvSpPr>
          <p:nvPr/>
        </p:nvSpPr>
        <p:spPr bwMode="auto">
          <a:xfrm flipH="1" flipV="1">
            <a:off x="7424419" y="5268094"/>
            <a:ext cx="12699" cy="521343"/>
          </a:xfrm>
          <a:prstGeom prst="line">
            <a:avLst/>
          </a:prstGeom>
          <a:noFill/>
          <a:ln w="19050">
            <a:solidFill>
              <a:schemeClr val="accent2"/>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14" name="Rectangle: Rounded Corners 13">
            <a:extLst>
              <a:ext uri="{FF2B5EF4-FFF2-40B4-BE49-F238E27FC236}">
                <a16:creationId xmlns:a16="http://schemas.microsoft.com/office/drawing/2014/main" id="{752C8186-72C6-6918-DBBA-306AE595BFA3}"/>
              </a:ext>
            </a:extLst>
          </p:cNvPr>
          <p:cNvSpPr/>
          <p:nvPr/>
        </p:nvSpPr>
        <p:spPr>
          <a:xfrm>
            <a:off x="2216150" y="4897038"/>
            <a:ext cx="274320" cy="35433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Rounded Corners 15">
            <a:extLst>
              <a:ext uri="{FF2B5EF4-FFF2-40B4-BE49-F238E27FC236}">
                <a16:creationId xmlns:a16="http://schemas.microsoft.com/office/drawing/2014/main" id="{60BBCAF5-9810-7301-FFC7-D6EC879893B2}"/>
              </a:ext>
            </a:extLst>
          </p:cNvPr>
          <p:cNvSpPr/>
          <p:nvPr/>
        </p:nvSpPr>
        <p:spPr>
          <a:xfrm>
            <a:off x="3553460" y="4897038"/>
            <a:ext cx="274320" cy="35433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3265B9FF-8E66-5BDD-B047-DEA9FE19EAD0}"/>
              </a:ext>
            </a:extLst>
          </p:cNvPr>
          <p:cNvSpPr/>
          <p:nvPr/>
        </p:nvSpPr>
        <p:spPr>
          <a:xfrm>
            <a:off x="4738370" y="4897038"/>
            <a:ext cx="274320" cy="35433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Rounded Corners 17">
            <a:extLst>
              <a:ext uri="{FF2B5EF4-FFF2-40B4-BE49-F238E27FC236}">
                <a16:creationId xmlns:a16="http://schemas.microsoft.com/office/drawing/2014/main" id="{D003148C-25B1-3646-2799-267E12AAA7DE}"/>
              </a:ext>
            </a:extLst>
          </p:cNvPr>
          <p:cNvSpPr/>
          <p:nvPr/>
        </p:nvSpPr>
        <p:spPr>
          <a:xfrm>
            <a:off x="5574802" y="4884220"/>
            <a:ext cx="274320" cy="354330"/>
          </a:xfrm>
          <a:prstGeom prst="roundRect">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Line 11">
            <a:extLst>
              <a:ext uri="{FF2B5EF4-FFF2-40B4-BE49-F238E27FC236}">
                <a16:creationId xmlns:a16="http://schemas.microsoft.com/office/drawing/2014/main" id="{A157E82F-E0E3-8716-8233-0DC9A87A93B1}"/>
              </a:ext>
            </a:extLst>
          </p:cNvPr>
          <p:cNvSpPr>
            <a:spLocks noChangeShapeType="1"/>
          </p:cNvSpPr>
          <p:nvPr/>
        </p:nvSpPr>
        <p:spPr bwMode="auto">
          <a:xfrm flipH="1" flipV="1">
            <a:off x="3743959" y="5315489"/>
            <a:ext cx="350519" cy="487652"/>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20" name="Line 11">
            <a:extLst>
              <a:ext uri="{FF2B5EF4-FFF2-40B4-BE49-F238E27FC236}">
                <a16:creationId xmlns:a16="http://schemas.microsoft.com/office/drawing/2014/main" id="{69938CA6-4DDC-8951-80F8-6824D1BE4A24}"/>
              </a:ext>
            </a:extLst>
          </p:cNvPr>
          <p:cNvSpPr>
            <a:spLocks noChangeShapeType="1"/>
          </p:cNvSpPr>
          <p:nvPr/>
        </p:nvSpPr>
        <p:spPr bwMode="auto">
          <a:xfrm flipV="1">
            <a:off x="4094478" y="5309211"/>
            <a:ext cx="772161" cy="500210"/>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21" name="Line 11">
            <a:extLst>
              <a:ext uri="{FF2B5EF4-FFF2-40B4-BE49-F238E27FC236}">
                <a16:creationId xmlns:a16="http://schemas.microsoft.com/office/drawing/2014/main" id="{38FFC369-A0D1-0384-0C7A-21780EF75025}"/>
              </a:ext>
            </a:extLst>
          </p:cNvPr>
          <p:cNvSpPr>
            <a:spLocks noChangeShapeType="1"/>
          </p:cNvSpPr>
          <p:nvPr/>
        </p:nvSpPr>
        <p:spPr bwMode="auto">
          <a:xfrm flipV="1">
            <a:off x="4094478" y="5294360"/>
            <a:ext cx="1564642" cy="521342"/>
          </a:xfrm>
          <a:prstGeom prst="line">
            <a:avLst/>
          </a:prstGeom>
          <a:noFill/>
          <a:ln w="19050">
            <a:solidFill>
              <a:schemeClr val="accent1"/>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
        <p:nvSpPr>
          <p:cNvPr id="26" name="Arrow: Left 25">
            <a:extLst>
              <a:ext uri="{FF2B5EF4-FFF2-40B4-BE49-F238E27FC236}">
                <a16:creationId xmlns:a16="http://schemas.microsoft.com/office/drawing/2014/main" id="{3279674C-D9C5-5B12-683C-780A7E0C569A}"/>
              </a:ext>
            </a:extLst>
          </p:cNvPr>
          <p:cNvSpPr/>
          <p:nvPr/>
        </p:nvSpPr>
        <p:spPr>
          <a:xfrm>
            <a:off x="2178324" y="4527985"/>
            <a:ext cx="3115035" cy="203015"/>
          </a:xfrm>
          <a:prstGeom prst="leftArrow">
            <a:avLst>
              <a:gd name="adj1" fmla="val 50000"/>
              <a:gd name="adj2" fmla="val 85050"/>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Arrow: Left 26">
            <a:extLst>
              <a:ext uri="{FF2B5EF4-FFF2-40B4-BE49-F238E27FC236}">
                <a16:creationId xmlns:a16="http://schemas.microsoft.com/office/drawing/2014/main" id="{3E509DA4-B45A-AEF9-019A-DC7A3FAEA0DD}"/>
              </a:ext>
            </a:extLst>
          </p:cNvPr>
          <p:cNvSpPr/>
          <p:nvPr/>
        </p:nvSpPr>
        <p:spPr>
          <a:xfrm rot="10800000">
            <a:off x="6476999" y="4527983"/>
            <a:ext cx="3042920" cy="203015"/>
          </a:xfrm>
          <a:prstGeom prst="leftArrow">
            <a:avLst>
              <a:gd name="adj1" fmla="val 50000"/>
              <a:gd name="adj2" fmla="val 85050"/>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extBox 27">
            <a:extLst>
              <a:ext uri="{FF2B5EF4-FFF2-40B4-BE49-F238E27FC236}">
                <a16:creationId xmlns:a16="http://schemas.microsoft.com/office/drawing/2014/main" id="{491EF151-97C9-99D7-BC51-4D48AC1D3D2B}"/>
              </a:ext>
            </a:extLst>
          </p:cNvPr>
          <p:cNvSpPr txBox="1"/>
          <p:nvPr/>
        </p:nvSpPr>
        <p:spPr>
          <a:xfrm>
            <a:off x="5293132" y="4409541"/>
            <a:ext cx="1287655" cy="400110"/>
          </a:xfrm>
          <a:prstGeom prst="rect">
            <a:avLst/>
          </a:prstGeom>
          <a:noFill/>
        </p:spPr>
        <p:txBody>
          <a:bodyPr wrap="square" rtlCol="0">
            <a:spAutoFit/>
          </a:bodyPr>
          <a:lstStyle/>
          <a:p>
            <a:r>
              <a:rPr lang="en-GB" sz="2000" dirty="0"/>
              <a:t>255 chars</a:t>
            </a:r>
          </a:p>
        </p:txBody>
      </p:sp>
      <p:sp>
        <p:nvSpPr>
          <p:cNvPr id="4" name="Rectangle 4">
            <a:extLst>
              <a:ext uri="{FF2B5EF4-FFF2-40B4-BE49-F238E27FC236}">
                <a16:creationId xmlns:a16="http://schemas.microsoft.com/office/drawing/2014/main" id="{0E6E7181-18A5-E8BF-F1FA-882CE950BBD9}"/>
              </a:ext>
            </a:extLst>
          </p:cNvPr>
          <p:cNvSpPr txBox="1">
            <a:spLocks noChangeArrowheads="1"/>
          </p:cNvSpPr>
          <p:nvPr/>
        </p:nvSpPr>
        <p:spPr bwMode="auto">
          <a:xfrm>
            <a:off x="10017738" y="4861837"/>
            <a:ext cx="937847" cy="424732"/>
          </a:xfrm>
          <a:prstGeom prst="rect">
            <a:avLst/>
          </a:prstGeom>
          <a:solidFill>
            <a:schemeClr val="tx1"/>
          </a:solidFill>
        </p:spPr>
        <p:txBody>
          <a:bodyPr wrap="square"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altLang="en-US" sz="2400" b="1" dirty="0">
                <a:solidFill>
                  <a:schemeClr val="bg2"/>
                </a:solidFill>
                <a:latin typeface="Consolas" panose="020B0609020204030204" pitchFamily="49" charset="0"/>
                <a:cs typeface="Consolas" panose="020B0609020204030204" pitchFamily="49" charset="0"/>
              </a:rPr>
              <a:t>.pdf</a:t>
            </a:r>
          </a:p>
        </p:txBody>
      </p:sp>
      <p:pic>
        <p:nvPicPr>
          <p:cNvPr id="6" name="Graphic 5" descr="No sign with solid fill">
            <a:extLst>
              <a:ext uri="{FF2B5EF4-FFF2-40B4-BE49-F238E27FC236}">
                <a16:creationId xmlns:a16="http://schemas.microsoft.com/office/drawing/2014/main" id="{DF3C3397-9DFA-E6FF-0E98-FDE3AFF0D6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69551" y="4527983"/>
            <a:ext cx="1121918" cy="1121918"/>
          </a:xfrm>
          <a:prstGeom prst="rect">
            <a:avLst/>
          </a:prstGeom>
        </p:spPr>
      </p:pic>
      <p:sp>
        <p:nvSpPr>
          <p:cNvPr id="10" name="TextBox 9">
            <a:extLst>
              <a:ext uri="{FF2B5EF4-FFF2-40B4-BE49-F238E27FC236}">
                <a16:creationId xmlns:a16="http://schemas.microsoft.com/office/drawing/2014/main" id="{2B93A756-91BE-82B0-4ADE-1DD972B3BEC4}"/>
              </a:ext>
            </a:extLst>
          </p:cNvPr>
          <p:cNvSpPr txBox="1"/>
          <p:nvPr/>
        </p:nvSpPr>
        <p:spPr>
          <a:xfrm>
            <a:off x="9695595" y="5812530"/>
            <a:ext cx="1676394" cy="369332"/>
          </a:xfrm>
          <a:prstGeom prst="rect">
            <a:avLst/>
          </a:prstGeom>
          <a:solidFill>
            <a:schemeClr val="accent4">
              <a:lumMod val="40000"/>
              <a:lumOff val="60000"/>
            </a:schemeClr>
          </a:solidFill>
          <a:ln>
            <a:solidFill>
              <a:schemeClr val="accent6">
                <a:lumMod val="40000"/>
                <a:lumOff val="60000"/>
              </a:schemeClr>
            </a:solidFill>
          </a:ln>
        </p:spPr>
        <p:txBody>
          <a:bodyPr wrap="square" rtlCol="0">
            <a:spAutoFit/>
          </a:bodyPr>
          <a:lstStyle/>
          <a:p>
            <a:r>
              <a:rPr lang="en-GB" dirty="0"/>
              <a:t>No filetype!</a:t>
            </a:r>
          </a:p>
        </p:txBody>
      </p:sp>
      <p:sp>
        <p:nvSpPr>
          <p:cNvPr id="15" name="Line 11">
            <a:extLst>
              <a:ext uri="{FF2B5EF4-FFF2-40B4-BE49-F238E27FC236}">
                <a16:creationId xmlns:a16="http://schemas.microsoft.com/office/drawing/2014/main" id="{85C05DCA-F1DD-4575-0E62-AC58960B6987}"/>
              </a:ext>
            </a:extLst>
          </p:cNvPr>
          <p:cNvSpPr>
            <a:spLocks noChangeShapeType="1"/>
          </p:cNvSpPr>
          <p:nvPr/>
        </p:nvSpPr>
        <p:spPr bwMode="auto">
          <a:xfrm flipH="1" flipV="1">
            <a:off x="10521092" y="5477363"/>
            <a:ext cx="12699" cy="325778"/>
          </a:xfrm>
          <a:prstGeom prst="line">
            <a:avLst/>
          </a:prstGeom>
          <a:noFill/>
          <a:ln w="19050">
            <a:solidFill>
              <a:schemeClr val="accent4">
                <a:lumMod val="60000"/>
                <a:lumOff val="40000"/>
              </a:schemeClr>
            </a:solidFill>
            <a:round/>
            <a:headEnd/>
            <a:tailEnd type="triangle" w="med" len="med"/>
          </a:ln>
          <a:extLst>
            <a:ext uri="{909E8E84-426E-40dd-AFC4-6F175D3DCCD1}">
              <a14:hiddenFill xmlns="" xmlns:a14="http://schemas.microsoft.com/office/drawing/2010/main">
                <a:noFill/>
              </a14:hiddenFill>
            </a:ext>
          </a:extLst>
        </p:spPr>
        <p:txBody>
          <a:bodyPr wrap="square">
            <a:spAutoFit/>
          </a:bodyPr>
          <a:lstStyle/>
          <a:p>
            <a:endParaRPr lang="en-GB" dirty="0"/>
          </a:p>
        </p:txBody>
      </p:sp>
    </p:spTree>
    <p:extLst>
      <p:ext uri="{BB962C8B-B14F-4D97-AF65-F5344CB8AC3E}">
        <p14:creationId xmlns:p14="http://schemas.microsoft.com/office/powerpoint/2010/main" val="4081980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035C319-DFB4-5442-C005-8226900127D4}"/>
              </a:ext>
            </a:extLst>
          </p:cNvPr>
          <p:cNvSpPr>
            <a:spLocks noGrp="1"/>
          </p:cNvSpPr>
          <p:nvPr>
            <p:ph type="ctrTitle"/>
          </p:nvPr>
        </p:nvSpPr>
        <p:spPr/>
        <p:txBody>
          <a:bodyPr/>
          <a:lstStyle/>
          <a:p>
            <a:r>
              <a:rPr lang="en-US" noProof="0" dirty="0"/>
              <a:t>The Linux / Unix filesystem hierarchy</a:t>
            </a:r>
          </a:p>
        </p:txBody>
      </p:sp>
      <p:sp>
        <p:nvSpPr>
          <p:cNvPr id="16" name="Content Placeholder 15">
            <a:extLst>
              <a:ext uri="{FF2B5EF4-FFF2-40B4-BE49-F238E27FC236}">
                <a16:creationId xmlns:a16="http://schemas.microsoft.com/office/drawing/2014/main" id="{49D7BCEB-D3B6-8C2A-3E9E-CF7A9E61E23F}"/>
              </a:ext>
            </a:extLst>
          </p:cNvPr>
          <p:cNvSpPr>
            <a:spLocks noGrp="1"/>
          </p:cNvSpPr>
          <p:nvPr>
            <p:ph sz="quarter" idx="4"/>
          </p:nvPr>
        </p:nvSpPr>
        <p:spPr>
          <a:xfrm>
            <a:off x="443922" y="1468065"/>
            <a:ext cx="11303578" cy="4348715"/>
          </a:xfrm>
        </p:spPr>
        <p:txBody>
          <a:bodyPr/>
          <a:lstStyle/>
          <a:p>
            <a:r>
              <a:rPr lang="en-GB" noProof="0" dirty="0">
                <a:solidFill>
                  <a:schemeClr val="tx1"/>
                </a:solidFill>
              </a:rPr>
              <a:t>The filesystem appears as a single tree rooted at /</a:t>
            </a:r>
          </a:p>
          <a:p>
            <a:r>
              <a:rPr lang="en-GB" noProof="0" dirty="0">
                <a:solidFill>
                  <a:schemeClr val="tx1"/>
                </a:solidFill>
              </a:rPr>
              <a:t>Users navigate this hierarchy using pathnames</a:t>
            </a:r>
          </a:p>
          <a:p>
            <a:r>
              <a:rPr lang="en-GB" noProof="0" dirty="0">
                <a:solidFill>
                  <a:schemeClr val="tx1"/>
                </a:solidFill>
              </a:rPr>
              <a:t>Different branches may reside on separate disks or partitions</a:t>
            </a:r>
          </a:p>
          <a:p>
            <a:r>
              <a:rPr lang="en-GB" noProof="0" dirty="0">
                <a:solidFill>
                  <a:schemeClr val="tx1"/>
                </a:solidFill>
              </a:rPr>
              <a:t>The layout follows the Linux Filesystem Hierarchy Standard (FHS)</a:t>
            </a:r>
            <a:endParaRPr lang="en-US" noProof="0" dirty="0">
              <a:solidFill>
                <a:schemeClr val="tx1"/>
              </a:solidFill>
            </a:endParaRPr>
          </a:p>
        </p:txBody>
      </p:sp>
      <p:sp>
        <p:nvSpPr>
          <p:cNvPr id="4" name="Slide Number Placeholder 3">
            <a:extLst>
              <a:ext uri="{FF2B5EF4-FFF2-40B4-BE49-F238E27FC236}">
                <a16:creationId xmlns:a16="http://schemas.microsoft.com/office/drawing/2014/main" id="{16751AAF-A365-64C0-3A0F-32D2720BC70A}"/>
              </a:ext>
            </a:extLst>
          </p:cNvPr>
          <p:cNvSpPr>
            <a:spLocks noGrp="1"/>
          </p:cNvSpPr>
          <p:nvPr>
            <p:ph type="sldNum" sz="quarter" idx="12"/>
          </p:nvPr>
        </p:nvSpPr>
        <p:spPr/>
        <p:txBody>
          <a:bodyPr/>
          <a:lstStyle/>
          <a:p>
            <a:pPr lvl="0"/>
            <a:fld id="{B6F15528-21DE-4FAA-801E-634DDDAF4B2B}" type="slidenum">
              <a:rPr lang="en-US" noProof="0" smtClean="0"/>
              <a:pPr lvl="0"/>
              <a:t>7</a:t>
            </a:fld>
            <a:endParaRPr lang="en-US" noProof="0" dirty="0"/>
          </a:p>
        </p:txBody>
      </p:sp>
      <p:pic>
        <p:nvPicPr>
          <p:cNvPr id="8" name="Picture 7">
            <a:extLst>
              <a:ext uri="{FF2B5EF4-FFF2-40B4-BE49-F238E27FC236}">
                <a16:creationId xmlns:a16="http://schemas.microsoft.com/office/drawing/2014/main" id="{1D48492A-5E7D-AF1C-F1A8-A103CF8FD3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8243" y="2981762"/>
            <a:ext cx="9734933" cy="3599655"/>
          </a:xfrm>
          <a:prstGeom prst="rect">
            <a:avLst/>
          </a:prstGeom>
        </p:spPr>
      </p:pic>
    </p:spTree>
    <p:extLst>
      <p:ext uri="{BB962C8B-B14F-4D97-AF65-F5344CB8AC3E}">
        <p14:creationId xmlns:p14="http://schemas.microsoft.com/office/powerpoint/2010/main" val="407921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0ACBE6-2F38-55EF-8C82-977B4B2D3B32}"/>
              </a:ext>
            </a:extLst>
          </p:cNvPr>
          <p:cNvSpPr>
            <a:spLocks noGrp="1"/>
          </p:cNvSpPr>
          <p:nvPr>
            <p:ph type="ctrTitle"/>
          </p:nvPr>
        </p:nvSpPr>
        <p:spPr/>
        <p:txBody>
          <a:bodyPr/>
          <a:lstStyle/>
          <a:p>
            <a:r>
              <a:rPr lang="en-US" noProof="0" dirty="0"/>
              <a:t>The </a:t>
            </a:r>
            <a:r>
              <a:rPr lang="en-US" dirty="0"/>
              <a:t>Special Dot</a:t>
            </a:r>
            <a:r>
              <a:rPr lang="en-US" noProof="0" dirty="0"/>
              <a:t> directories</a:t>
            </a:r>
          </a:p>
        </p:txBody>
      </p:sp>
      <p:sp>
        <p:nvSpPr>
          <p:cNvPr id="7" name="Text Placeholder 6">
            <a:extLst>
              <a:ext uri="{FF2B5EF4-FFF2-40B4-BE49-F238E27FC236}">
                <a16:creationId xmlns:a16="http://schemas.microsoft.com/office/drawing/2014/main" id="{B4B3D5F8-DE2E-4E21-C01E-E2074EC9C37F}"/>
              </a:ext>
            </a:extLst>
          </p:cNvPr>
          <p:cNvSpPr>
            <a:spLocks noGrp="1"/>
          </p:cNvSpPr>
          <p:nvPr>
            <p:ph type="body" sz="quarter" idx="13"/>
          </p:nvPr>
        </p:nvSpPr>
        <p:spPr/>
        <p:txBody>
          <a:bodyPr/>
          <a:lstStyle/>
          <a:p>
            <a:r>
              <a:rPr lang="en-US" b="1" dirty="0"/>
              <a:t>Special dot directories</a:t>
            </a:r>
          </a:p>
          <a:p>
            <a:pPr marL="285750" indent="-285750">
              <a:buFont typeface="Arial" panose="020B0604020202020204" pitchFamily="34" charset="0"/>
              <a:buChar char="•"/>
            </a:pPr>
            <a:r>
              <a:rPr lang="en-GB" dirty="0"/>
              <a:t>Single dot </a:t>
            </a:r>
            <a:r>
              <a:rPr lang="en-GB" b="1" dirty="0"/>
              <a:t>.</a:t>
            </a:r>
            <a:r>
              <a:rPr lang="en-GB" dirty="0"/>
              <a:t> refers to the current directory</a:t>
            </a:r>
          </a:p>
          <a:p>
            <a:pPr marL="285750" indent="-285750">
              <a:buFont typeface="Arial" panose="020B0604020202020204" pitchFamily="34" charset="0"/>
              <a:buChar char="•"/>
            </a:pPr>
            <a:r>
              <a:rPr lang="en-GB" dirty="0"/>
              <a:t>Double dot </a:t>
            </a:r>
            <a:r>
              <a:rPr lang="en-GB" b="1" dirty="0"/>
              <a:t>..</a:t>
            </a:r>
            <a:r>
              <a:rPr lang="en-GB" dirty="0"/>
              <a:t> refers to the parent directory</a:t>
            </a:r>
          </a:p>
          <a:p>
            <a:pPr marL="285750" indent="-285750">
              <a:buFont typeface="Arial" panose="020B0604020202020204" pitchFamily="34" charset="0"/>
              <a:buChar char="•"/>
            </a:pPr>
            <a:r>
              <a:rPr lang="en-GB" dirty="0"/>
              <a:t>These entries exist in every directory</a:t>
            </a:r>
          </a:p>
          <a:p>
            <a:pPr marL="285750" indent="-285750">
              <a:buFont typeface="Arial" panose="020B0604020202020204" pitchFamily="34" charset="0"/>
              <a:buChar char="•"/>
            </a:pPr>
            <a:r>
              <a:rPr lang="en-GB" dirty="0"/>
              <a:t>They allow relative navigation within the filesystem</a:t>
            </a:r>
            <a:endParaRPr lang="en-US" dirty="0"/>
          </a:p>
          <a:p>
            <a:endParaRPr lang="en-GB" dirty="0"/>
          </a:p>
        </p:txBody>
      </p:sp>
      <p:pic>
        <p:nvPicPr>
          <p:cNvPr id="12" name="Content Placeholder 11">
            <a:extLst>
              <a:ext uri="{FF2B5EF4-FFF2-40B4-BE49-F238E27FC236}">
                <a16:creationId xmlns:a16="http://schemas.microsoft.com/office/drawing/2014/main" id="{B57EC289-D743-F7BD-8C13-D3EC303B2983}"/>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88150" y="1359179"/>
            <a:ext cx="5596309" cy="3469712"/>
          </a:xfrm>
          <a:prstGeom prst="rect">
            <a:avLst/>
          </a:prstGeom>
        </p:spPr>
      </p:pic>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2884780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868509-5D78-BA46-DA15-41CBAA1B317A}"/>
              </a:ext>
            </a:extLst>
          </p:cNvPr>
          <p:cNvSpPr>
            <a:spLocks noGrp="1"/>
          </p:cNvSpPr>
          <p:nvPr>
            <p:ph type="ctrTitle"/>
          </p:nvPr>
        </p:nvSpPr>
        <p:spPr/>
        <p:txBody>
          <a:bodyPr/>
          <a:lstStyle/>
          <a:p>
            <a:r>
              <a:rPr lang="en-US" noProof="0" dirty="0"/>
              <a:t>Specifying Pathnames</a:t>
            </a:r>
          </a:p>
        </p:txBody>
      </p:sp>
      <p:sp>
        <p:nvSpPr>
          <p:cNvPr id="4" name="Text Placeholder 3">
            <a:extLst>
              <a:ext uri="{FF2B5EF4-FFF2-40B4-BE49-F238E27FC236}">
                <a16:creationId xmlns:a16="http://schemas.microsoft.com/office/drawing/2014/main" id="{B0E1B10E-9B8B-1A93-AB4A-D337BBE8A690}"/>
              </a:ext>
            </a:extLst>
          </p:cNvPr>
          <p:cNvSpPr>
            <a:spLocks noGrp="1"/>
          </p:cNvSpPr>
          <p:nvPr>
            <p:ph type="body" sz="quarter" idx="13"/>
          </p:nvPr>
        </p:nvSpPr>
        <p:spPr/>
        <p:txBody>
          <a:bodyPr/>
          <a:lstStyle/>
          <a:p>
            <a:pPr marL="285750" indent="-285750">
              <a:buFont typeface="Arial" panose="020B0604020202020204" pitchFamily="34" charset="0"/>
              <a:buChar char="•"/>
            </a:pPr>
            <a:r>
              <a:rPr lang="en-GB" dirty="0"/>
              <a:t>A pathname identifies the location of a file or directory</a:t>
            </a:r>
          </a:p>
          <a:p>
            <a:pPr marL="285750" indent="-285750">
              <a:buFont typeface="Arial" panose="020B0604020202020204" pitchFamily="34" charset="0"/>
              <a:buChar char="•"/>
            </a:pPr>
            <a:r>
              <a:rPr lang="en-GB" dirty="0"/>
              <a:t>Path components are separated by /</a:t>
            </a:r>
          </a:p>
          <a:p>
            <a:pPr marL="285750" indent="-285750">
              <a:buFont typeface="Arial" panose="020B0604020202020204" pitchFamily="34" charset="0"/>
              <a:buChar char="•"/>
            </a:pPr>
            <a:r>
              <a:rPr lang="en-GB" dirty="0"/>
              <a:t>Absolute paths begin with / (start from root)</a:t>
            </a:r>
          </a:p>
          <a:p>
            <a:pPr marL="285750" indent="-285750">
              <a:buFont typeface="Arial" panose="020B0604020202020204" pitchFamily="34" charset="0"/>
              <a:buChar char="•"/>
            </a:pPr>
            <a:r>
              <a:rPr lang="en-GB" dirty="0"/>
              <a:t>Relative paths begin from the current working directory</a:t>
            </a:r>
          </a:p>
        </p:txBody>
      </p:sp>
      <p:pic>
        <p:nvPicPr>
          <p:cNvPr id="7" name="Content Placeholder 6">
            <a:extLst>
              <a:ext uri="{FF2B5EF4-FFF2-40B4-BE49-F238E27FC236}">
                <a16:creationId xmlns:a16="http://schemas.microsoft.com/office/drawing/2014/main" id="{C3231356-A772-89BE-B642-0DC679238A25}"/>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297839" y="1254642"/>
            <a:ext cx="5131840" cy="4348715"/>
          </a:xfrm>
          <a:prstGeom prst="rect">
            <a:avLst/>
          </a:prstGeom>
        </p:spPr>
      </p:pic>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5" name="TextBox 4">
            <a:extLst>
              <a:ext uri="{FF2B5EF4-FFF2-40B4-BE49-F238E27FC236}">
                <a16:creationId xmlns:a16="http://schemas.microsoft.com/office/drawing/2014/main" id="{C396C424-45FC-8337-F3C2-3A262E2AB518}"/>
              </a:ext>
            </a:extLst>
          </p:cNvPr>
          <p:cNvSpPr txBox="1"/>
          <p:nvPr/>
        </p:nvSpPr>
        <p:spPr>
          <a:xfrm>
            <a:off x="6297839" y="5897157"/>
            <a:ext cx="4448654" cy="369332"/>
          </a:xfrm>
          <a:prstGeom prst="rect">
            <a:avLst/>
          </a:prstGeom>
          <a:noFill/>
        </p:spPr>
        <p:txBody>
          <a:bodyPr wrap="none" rtlCol="0">
            <a:spAutoFit/>
          </a:bodyPr>
          <a:lstStyle/>
          <a:p>
            <a:r>
              <a:rPr lang="en-GB" b="1" dirty="0"/>
              <a:t>Absolute paths                     Relative paths</a:t>
            </a:r>
          </a:p>
        </p:txBody>
      </p:sp>
    </p:spTree>
    <p:extLst>
      <p:ext uri="{BB962C8B-B14F-4D97-AF65-F5344CB8AC3E}">
        <p14:creationId xmlns:p14="http://schemas.microsoft.com/office/powerpoint/2010/main" val="1891206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98EF07A-53CA-87DF-24B3-598C60C7146E}"/>
              </a:ext>
            </a:extLst>
          </p:cNvPr>
          <p:cNvSpPr>
            <a:spLocks noGrp="1"/>
          </p:cNvSpPr>
          <p:nvPr>
            <p:ph type="ctrTitle"/>
          </p:nvPr>
        </p:nvSpPr>
        <p:spPr/>
        <p:txBody>
          <a:bodyPr/>
          <a:lstStyle/>
          <a:p>
            <a:r>
              <a:rPr lang="en-US" noProof="0" dirty="0"/>
              <a:t>Absolute vs. relative paths</a:t>
            </a:r>
          </a:p>
        </p:txBody>
      </p:sp>
      <p:sp>
        <p:nvSpPr>
          <p:cNvPr id="2" name="Text Placeholder 1">
            <a:extLst>
              <a:ext uri="{FF2B5EF4-FFF2-40B4-BE49-F238E27FC236}">
                <a16:creationId xmlns:a16="http://schemas.microsoft.com/office/drawing/2014/main" id="{7DE3206C-156A-409F-9739-A11CE02E8EF5}"/>
              </a:ext>
            </a:extLst>
          </p:cNvPr>
          <p:cNvSpPr>
            <a:spLocks noGrp="1"/>
          </p:cNvSpPr>
          <p:nvPr>
            <p:ph sz="quarter" idx="4"/>
          </p:nvPr>
        </p:nvSpPr>
        <p:spPr/>
        <p:txBody>
          <a:bodyPr/>
          <a:lstStyle/>
          <a:p>
            <a:pPr marL="0" indent="0">
              <a:buNone/>
            </a:pPr>
            <a:r>
              <a:rPr lang="en-US" sz="1800" b="1" noProof="0" dirty="0">
                <a:solidFill>
                  <a:schemeClr val="tx1"/>
                </a:solidFill>
              </a:rPr>
              <a:t>Absolute paths</a:t>
            </a:r>
          </a:p>
          <a:p>
            <a:r>
              <a:rPr lang="en-GB" noProof="0" dirty="0">
                <a:solidFill>
                  <a:schemeClr val="tx1"/>
                </a:solidFill>
              </a:rPr>
              <a:t>Always begin with /</a:t>
            </a:r>
          </a:p>
          <a:p>
            <a:r>
              <a:rPr lang="en-GB" noProof="0" dirty="0">
                <a:solidFill>
                  <a:schemeClr val="tx1"/>
                </a:solidFill>
              </a:rPr>
              <a:t>Are interpreted from the root directory</a:t>
            </a:r>
          </a:p>
          <a:p>
            <a:r>
              <a:rPr lang="en-GB" noProof="0" dirty="0">
                <a:solidFill>
                  <a:schemeClr val="tx1"/>
                </a:solidFill>
              </a:rPr>
              <a:t>Do not depend on your current location</a:t>
            </a:r>
          </a:p>
          <a:p>
            <a:r>
              <a:rPr lang="en-GB" noProof="0" dirty="0">
                <a:solidFill>
                  <a:schemeClr val="tx1"/>
                </a:solidFill>
              </a:rPr>
              <a:t>Example: </a:t>
            </a:r>
            <a:r>
              <a:rPr lang="en-GB" b="1" noProof="0" dirty="0">
                <a:solidFill>
                  <a:schemeClr val="tx1"/>
                </a:solidFill>
              </a:rPr>
              <a:t>/home/</a:t>
            </a:r>
            <a:r>
              <a:rPr lang="en-GB" b="1" noProof="0" dirty="0" err="1">
                <a:solidFill>
                  <a:schemeClr val="tx1"/>
                </a:solidFill>
              </a:rPr>
              <a:t>qa</a:t>
            </a:r>
            <a:r>
              <a:rPr lang="en-GB" b="1" noProof="0" dirty="0">
                <a:solidFill>
                  <a:schemeClr val="tx1"/>
                </a:solidFill>
              </a:rPr>
              <a:t>/romeo.txt</a:t>
            </a:r>
            <a:endParaRPr lang="en-US" sz="1800" b="1" noProof="0" dirty="0">
              <a:solidFill>
                <a:schemeClr val="tx1"/>
              </a:solidFill>
              <a:latin typeface="Consolas" panose="020B0609020204030204" pitchFamily="49" charset="0"/>
              <a:ea typeface="Hack" panose="020B0609030202020204" pitchFamily="49" charset="0"/>
              <a:cs typeface="Hack" panose="020B0609030202020204" pitchFamily="49" charset="0"/>
            </a:endParaRPr>
          </a:p>
          <a:p>
            <a:pPr marL="0" indent="0">
              <a:buNone/>
            </a:pPr>
            <a:r>
              <a:rPr lang="en-US" sz="1800" b="1" noProof="0" dirty="0">
                <a:solidFill>
                  <a:schemeClr val="tx1"/>
                </a:solidFill>
              </a:rPr>
              <a:t>Relative paths</a:t>
            </a:r>
          </a:p>
          <a:p>
            <a:r>
              <a:rPr lang="en-GB" sz="1800" noProof="0" dirty="0">
                <a:solidFill>
                  <a:schemeClr val="tx1"/>
                </a:solidFill>
              </a:rPr>
              <a:t>Do not begin with /</a:t>
            </a:r>
          </a:p>
          <a:p>
            <a:r>
              <a:rPr lang="en-GB" sz="1800" noProof="0" dirty="0">
                <a:solidFill>
                  <a:schemeClr val="tx1"/>
                </a:solidFill>
              </a:rPr>
              <a:t>Are interpreted from the current working directory</a:t>
            </a:r>
          </a:p>
          <a:p>
            <a:r>
              <a:rPr lang="en-GB" sz="1800" noProof="0" dirty="0">
                <a:solidFill>
                  <a:schemeClr val="tx1"/>
                </a:solidFill>
              </a:rPr>
              <a:t>Change meaning if your location changes</a:t>
            </a:r>
          </a:p>
          <a:p>
            <a:r>
              <a:rPr lang="en-GB" sz="1800" noProof="0" dirty="0">
                <a:solidFill>
                  <a:schemeClr val="tx1"/>
                </a:solidFill>
              </a:rPr>
              <a:t>Example</a:t>
            </a:r>
            <a:r>
              <a:rPr lang="en-GB" sz="1800" b="1" noProof="0" dirty="0">
                <a:solidFill>
                  <a:schemeClr val="tx1"/>
                </a:solidFill>
              </a:rPr>
              <a:t>: ./romeo.txt</a:t>
            </a:r>
            <a:endParaRPr lang="en-US" sz="1800" b="1" noProof="0" dirty="0"/>
          </a:p>
        </p:txBody>
      </p:sp>
      <p:sp>
        <p:nvSpPr>
          <p:cNvPr id="4" name="Slide Number Placeholder 3">
            <a:extLst>
              <a:ext uri="{FF2B5EF4-FFF2-40B4-BE49-F238E27FC236}">
                <a16:creationId xmlns:a16="http://schemas.microsoft.com/office/drawing/2014/main" id="{C206F2E8-B1B6-E58B-4B1F-FC413CC1F17E}"/>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5" name="Table 4">
            <a:extLst>
              <a:ext uri="{FF2B5EF4-FFF2-40B4-BE49-F238E27FC236}">
                <a16:creationId xmlns:a16="http://schemas.microsoft.com/office/drawing/2014/main" id="{6A3CA8C5-7C17-BC72-2664-4853009F5AAA}"/>
              </a:ext>
            </a:extLst>
          </p:cNvPr>
          <p:cNvGraphicFramePr>
            <a:graphicFrameLocks noGrp="1"/>
          </p:cNvGraphicFramePr>
          <p:nvPr>
            <p:extLst>
              <p:ext uri="{D42A27DB-BD31-4B8C-83A1-F6EECF244321}">
                <p14:modId xmlns:p14="http://schemas.microsoft.com/office/powerpoint/2010/main" val="1187540524"/>
              </p:ext>
            </p:extLst>
          </p:nvPr>
        </p:nvGraphicFramePr>
        <p:xfrm>
          <a:off x="6095710" y="1877615"/>
          <a:ext cx="5287907" cy="2271486"/>
        </p:xfrm>
        <a:graphic>
          <a:graphicData uri="http://schemas.openxmlformats.org/drawingml/2006/table">
            <a:tbl>
              <a:tblPr firstRow="1" bandRow="1">
                <a:tableStyleId>{10A1B5D5-9B99-4C35-A422-299274C87663}</a:tableStyleId>
              </a:tblPr>
              <a:tblGrid>
                <a:gridCol w="1439135">
                  <a:extLst>
                    <a:ext uri="{9D8B030D-6E8A-4147-A177-3AD203B41FA5}">
                      <a16:colId xmlns:a16="http://schemas.microsoft.com/office/drawing/2014/main" val="2920149277"/>
                    </a:ext>
                  </a:extLst>
                </a:gridCol>
                <a:gridCol w="3848772">
                  <a:extLst>
                    <a:ext uri="{9D8B030D-6E8A-4147-A177-3AD203B41FA5}">
                      <a16:colId xmlns:a16="http://schemas.microsoft.com/office/drawing/2014/main" val="2156658759"/>
                    </a:ext>
                  </a:extLst>
                </a:gridCol>
              </a:tblGrid>
              <a:tr h="396698">
                <a:tc>
                  <a:txBody>
                    <a:bodyPr/>
                    <a:lstStyle/>
                    <a:p>
                      <a:pPr algn="ctr"/>
                      <a:r>
                        <a:rPr lang="en-US" sz="1800" noProof="0" dirty="0">
                          <a:solidFill>
                            <a:schemeClr val="tx1"/>
                          </a:solidFill>
                        </a:rPr>
                        <a:t>Shortcuts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tc>
                  <a:txBody>
                    <a:bodyPr/>
                    <a:lstStyle/>
                    <a:p>
                      <a:pPr algn="ctr"/>
                      <a:r>
                        <a:rPr lang="en-US" sz="1800" noProof="0" dirty="0">
                          <a:solidFill>
                            <a:schemeClr val="tx1"/>
                          </a:solidFill>
                        </a:rPr>
                        <a:t>Meaning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918919815"/>
                  </a:ext>
                </a:extLst>
              </a:tr>
              <a:tr h="468697">
                <a:tc>
                  <a:txBody>
                    <a:bodyPr/>
                    <a:lstStyle/>
                    <a:p>
                      <a:pPr algn="ctr"/>
                      <a:r>
                        <a:rPr lang="en-US" sz="1800" b="1" noProof="0" dirty="0"/>
                        <a:t>~</a:t>
                      </a:r>
                      <a:endParaRPr lang="en-US" sz="1800" b="1" noProof="0" dirty="0">
                        <a:latin typeface="Consolas" panose="020B0609020204030204" pitchFamily="49" charset="0"/>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r>
                        <a:rPr lang="en-US" sz="1800" noProof="0" dirty="0"/>
                        <a:t>Current user’s home directory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68220989"/>
                  </a:ext>
                </a:extLst>
              </a:tr>
              <a:tr h="468697">
                <a:tc>
                  <a:txBody>
                    <a:bodyPr/>
                    <a:lstStyle/>
                    <a:p>
                      <a:pPr algn="ctr"/>
                      <a:r>
                        <a:rPr lang="en-US" sz="1800" b="1" noProof="0" dirty="0"/>
                        <a:t>~</a:t>
                      </a:r>
                      <a:r>
                        <a:rPr lang="en-US" sz="1800" b="1" noProof="0" dirty="0">
                          <a:solidFill>
                            <a:schemeClr val="tx1"/>
                          </a:solidFill>
                        </a:rPr>
                        <a:t>username</a:t>
                      </a:r>
                      <a:endParaRPr lang="en-US" sz="1800" b="1" i="1" noProof="0" dirty="0">
                        <a:solidFill>
                          <a:schemeClr val="tx1"/>
                        </a:solidFill>
                        <a:latin typeface="Consolas" panose="020B0609020204030204" pitchFamily="49" charset="0"/>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r>
                        <a:rPr lang="en-US" sz="1800" noProof="0" dirty="0"/>
                        <a:t>That user’s home directory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434099553"/>
                  </a:ext>
                </a:extLst>
              </a:tr>
              <a:tr h="468697">
                <a:tc>
                  <a:txBody>
                    <a:bodyPr/>
                    <a:lstStyle/>
                    <a:p>
                      <a:pPr algn="ctr"/>
                      <a:r>
                        <a:rPr lang="en-US" sz="1800" b="1" noProof="0" dirty="0"/>
                        <a:t>~+</a:t>
                      </a:r>
                      <a:endParaRPr lang="en-US" sz="1800" b="1" noProof="0" dirty="0">
                        <a:latin typeface="Consolas" panose="020B0609020204030204" pitchFamily="49" charset="0"/>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p>
                      <a:r>
                        <a:rPr lang="en-US" sz="1800" noProof="0" dirty="0"/>
                        <a:t>Current directory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04080110"/>
                  </a:ext>
                </a:extLst>
              </a:tr>
              <a:tr h="468697">
                <a:tc>
                  <a:txBody>
                    <a:bodyPr/>
                    <a:lstStyle/>
                    <a:p>
                      <a:pPr algn="ctr"/>
                      <a:r>
                        <a:rPr lang="en-US" sz="1800" b="1" noProof="0" dirty="0"/>
                        <a:t>~-</a:t>
                      </a:r>
                      <a:endParaRPr lang="en-US" sz="1800" b="1" noProof="0" dirty="0">
                        <a:latin typeface="Consolas" panose="020B0609020204030204" pitchFamily="49" charset="0"/>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r>
                        <a:rPr lang="en-US" sz="1800" noProof="0" dirty="0"/>
                        <a:t>Previous directory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067339400"/>
                  </a:ext>
                </a:extLst>
              </a:tr>
            </a:tbl>
          </a:graphicData>
        </a:graphic>
      </p:graphicFrame>
    </p:spTree>
    <p:extLst>
      <p:ext uri="{BB962C8B-B14F-4D97-AF65-F5344CB8AC3E}">
        <p14:creationId xmlns:p14="http://schemas.microsoft.com/office/powerpoint/2010/main" val="3775114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BA7F80-E159-356E-B866-B725CCA82C9D}"/>
              </a:ext>
            </a:extLst>
          </p:cNvPr>
          <p:cNvSpPr>
            <a:spLocks noGrp="1"/>
          </p:cNvSpPr>
          <p:nvPr>
            <p:ph type="ctrTitle"/>
          </p:nvPr>
        </p:nvSpPr>
        <p:spPr/>
        <p:txBody>
          <a:bodyPr/>
          <a:lstStyle/>
          <a:p>
            <a:r>
              <a:rPr lang="en-US" noProof="0" dirty="0"/>
              <a:t>Knowledge check</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3"/>
          </p:nvPr>
        </p:nvSpPr>
        <p:spPr/>
        <p:txBody>
          <a:bodyPr/>
          <a:lstStyle/>
          <a:p>
            <a:r>
              <a:rPr lang="en-US" noProof="0" dirty="0"/>
              <a:t>Which of these are relative or absolute paths?</a:t>
            </a:r>
          </a:p>
          <a:p>
            <a:endParaRPr lang="en-US" noProof="0" dirty="0"/>
          </a:p>
          <a:p>
            <a:pPr marL="342900" indent="-342900">
              <a:buFont typeface="+mj-lt"/>
              <a:buAutoNum type="arabicPeriod"/>
            </a:pPr>
            <a:r>
              <a:rPr lang="en-US" noProof="0" dirty="0">
                <a:latin typeface="Consolas" panose="020B0609020204030204" pitchFamily="49" charset="0"/>
              </a:rPr>
              <a:t>/home/user1</a:t>
            </a:r>
          </a:p>
          <a:p>
            <a:pPr marL="342900" indent="-342900">
              <a:buFont typeface="+mj-lt"/>
              <a:buAutoNum type="arabicPeriod"/>
            </a:pPr>
            <a:r>
              <a:rPr lang="en-US" noProof="0" dirty="0">
                <a:latin typeface="Consolas" panose="020B0609020204030204" pitchFamily="49" charset="0"/>
              </a:rPr>
              <a:t>./fred</a:t>
            </a:r>
          </a:p>
          <a:p>
            <a:pPr marL="342900" indent="-342900">
              <a:buFont typeface="+mj-lt"/>
              <a:buAutoNum type="arabicPeriod"/>
            </a:pPr>
            <a:r>
              <a:rPr lang="en-US" noProof="0" dirty="0">
                <a:latin typeface="Consolas" panose="020B0609020204030204" pitchFamily="49" charset="0"/>
              </a:rPr>
              <a:t>../../etc/passwd</a:t>
            </a:r>
          </a:p>
          <a:p>
            <a:pPr marL="342900" indent="-342900">
              <a:buFont typeface="+mj-lt"/>
              <a:buAutoNum type="arabicPeriod"/>
            </a:pPr>
            <a:r>
              <a:rPr lang="en-US" noProof="0" dirty="0">
                <a:latin typeface="Consolas" panose="020B0609020204030204" pitchFamily="49" charset="0"/>
              </a:rPr>
              <a:t>/var/log</a:t>
            </a:r>
          </a:p>
          <a:p>
            <a:pPr marL="342900" indent="-342900">
              <a:buFont typeface="+mj-lt"/>
              <a:buAutoNum type="arabicPeriod"/>
            </a:pPr>
            <a:r>
              <a:rPr lang="en-US" noProof="0" dirty="0">
                <a:latin typeface="Consolas" panose="020B0609020204030204" pitchFamily="49" charset="0"/>
              </a:rPr>
              <a:t>country.txt</a:t>
            </a:r>
          </a:p>
          <a:p>
            <a:pPr marL="342900" indent="-342900">
              <a:buFont typeface="+mj-lt"/>
              <a:buAutoNum type="arabicPeriod"/>
            </a:pPr>
            <a:r>
              <a:rPr lang="en-US" noProof="0" dirty="0">
                <a:latin typeface="Consolas" panose="020B0609020204030204" pitchFamily="49" charset="0"/>
              </a:rPr>
              <a:t>~</a:t>
            </a:r>
          </a:p>
          <a:p>
            <a:endParaRPr lang="en-US" noProof="0" dirty="0"/>
          </a:p>
          <a:p>
            <a:endParaRPr lang="en-US" noProof="0" dirty="0"/>
          </a:p>
        </p:txBody>
      </p:sp>
      <p:sp>
        <p:nvSpPr>
          <p:cNvPr id="4" name="Slide Number Placeholder 1">
            <a:extLst>
              <a:ext uri="{FF2B5EF4-FFF2-40B4-BE49-F238E27FC236}">
                <a16:creationId xmlns:a16="http://schemas.microsoft.com/office/drawing/2014/main" id="{804C229B-1276-C25C-1925-0B99252E6E2B}"/>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2591176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3DA6FF-A32B-9FD8-6B6B-AC2490FBA767}"/>
              </a:ext>
            </a:extLst>
          </p:cNvPr>
          <p:cNvSpPr>
            <a:spLocks noGrp="1"/>
          </p:cNvSpPr>
          <p:nvPr>
            <p:ph type="ctrTitle"/>
          </p:nvPr>
        </p:nvSpPr>
        <p:spPr/>
        <p:txBody>
          <a:bodyPr/>
          <a:lstStyle/>
          <a:p>
            <a:r>
              <a:rPr lang="en-US" noProof="0" dirty="0"/>
              <a:t>Working and Home </a:t>
            </a:r>
            <a:r>
              <a:rPr lang="en-US" dirty="0"/>
              <a:t>D</a:t>
            </a:r>
            <a:r>
              <a:rPr lang="en-US" noProof="0" dirty="0" err="1"/>
              <a:t>irectories</a:t>
            </a:r>
            <a:endParaRPr lang="en-US"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1" y="1733108"/>
            <a:ext cx="5135800" cy="4103688"/>
          </a:xfrm>
        </p:spPr>
        <p:txBody>
          <a:bodyPr wrap="square">
            <a:spAutoFit/>
          </a:bodyPr>
          <a:lstStyle/>
          <a:p>
            <a:pPr marL="0" indent="0">
              <a:buClr>
                <a:srgbClr val="000000"/>
              </a:buClr>
              <a:buNone/>
              <a:tabLst>
                <a:tab pos="289957" algn="l"/>
                <a:tab pos="290473" algn="l"/>
              </a:tabLst>
            </a:pPr>
            <a:r>
              <a:rPr lang="en-GB" sz="1900" b="1" spc="-16" noProof="0" dirty="0">
                <a:solidFill>
                  <a:srgbClr val="2D2C2C"/>
                </a:solidFill>
                <a:latin typeface="+mn-lt"/>
                <a:cs typeface="Segoe UI"/>
              </a:rPr>
              <a:t>The working directory is your current location in the filesystem</a:t>
            </a:r>
          </a:p>
          <a:p>
            <a:pPr marL="342900" indent="-342900">
              <a:buClr>
                <a:srgbClr val="000000"/>
              </a:buClr>
              <a:buFont typeface="Arial" panose="020B0604020202020204" pitchFamily="34" charset="0"/>
              <a:buChar char="•"/>
              <a:tabLst>
                <a:tab pos="289957" algn="l"/>
                <a:tab pos="290473" algn="l"/>
              </a:tabLst>
            </a:pPr>
            <a:r>
              <a:rPr lang="en-GB" sz="1900" spc="-16" noProof="0" dirty="0">
                <a:solidFill>
                  <a:srgbClr val="2D2C2C"/>
                </a:solidFill>
                <a:latin typeface="+mn-lt"/>
                <a:cs typeface="Segoe UI"/>
              </a:rPr>
              <a:t>Display the current directory using </a:t>
            </a:r>
            <a:r>
              <a:rPr lang="en-GB" sz="1900" spc="-16" noProof="0" dirty="0" err="1">
                <a:solidFill>
                  <a:srgbClr val="2D2C2C"/>
                </a:solidFill>
                <a:latin typeface="+mn-lt"/>
                <a:cs typeface="Segoe UI"/>
              </a:rPr>
              <a:t>pwd</a:t>
            </a:r>
            <a:endParaRPr lang="en-GB" sz="1900" spc="-16" noProof="0" dirty="0">
              <a:solidFill>
                <a:srgbClr val="2D2C2C"/>
              </a:solidFill>
              <a:latin typeface="+mn-lt"/>
              <a:cs typeface="Segoe UI"/>
            </a:endParaRPr>
          </a:p>
          <a:p>
            <a:pPr marL="342900" indent="-342900">
              <a:buClr>
                <a:srgbClr val="000000"/>
              </a:buClr>
              <a:buFont typeface="Arial" panose="020B0604020202020204" pitchFamily="34" charset="0"/>
              <a:buChar char="•"/>
              <a:tabLst>
                <a:tab pos="289957" algn="l"/>
                <a:tab pos="290473" algn="l"/>
              </a:tabLst>
            </a:pPr>
            <a:r>
              <a:rPr lang="en-GB" sz="1900" spc="-16" noProof="0" dirty="0">
                <a:solidFill>
                  <a:srgbClr val="2D2C2C"/>
                </a:solidFill>
                <a:latin typeface="+mn-lt"/>
                <a:cs typeface="Segoe UI"/>
              </a:rPr>
              <a:t>Shows the full path to your current location</a:t>
            </a:r>
          </a:p>
          <a:p>
            <a:pPr marL="0" indent="0">
              <a:spcBef>
                <a:spcPts val="569"/>
              </a:spcBef>
              <a:buClr>
                <a:srgbClr val="000000"/>
              </a:buClr>
              <a:buNone/>
              <a:tabLst>
                <a:tab pos="289957" algn="l"/>
                <a:tab pos="290473" algn="l"/>
              </a:tabLst>
            </a:pPr>
            <a:endParaRPr lang="en-GB" sz="1900" b="1" spc="8" noProof="0" dirty="0">
              <a:solidFill>
                <a:srgbClr val="2D2C2C"/>
              </a:solidFill>
              <a:cs typeface="Segoe UI"/>
            </a:endParaRPr>
          </a:p>
          <a:p>
            <a:pPr marL="0" indent="0">
              <a:spcBef>
                <a:spcPts val="569"/>
              </a:spcBef>
              <a:buClr>
                <a:srgbClr val="000000"/>
              </a:buClr>
              <a:buNone/>
              <a:tabLst>
                <a:tab pos="289957" algn="l"/>
                <a:tab pos="290473" algn="l"/>
              </a:tabLst>
            </a:pPr>
            <a:r>
              <a:rPr lang="en-GB" sz="1900" b="1" spc="8" noProof="0" dirty="0">
                <a:solidFill>
                  <a:srgbClr val="2D2C2C"/>
                </a:solidFill>
                <a:cs typeface="Segoe UI"/>
              </a:rPr>
              <a:t>Each user has a home directory:</a:t>
            </a:r>
          </a:p>
          <a:p>
            <a:pPr marL="342900" indent="-342900">
              <a:spcBef>
                <a:spcPts val="569"/>
              </a:spcBef>
              <a:buClr>
                <a:srgbClr val="000000"/>
              </a:buClr>
              <a:buFont typeface="Arial" panose="020B0604020202020204" pitchFamily="34" charset="0"/>
              <a:buChar char="•"/>
              <a:tabLst>
                <a:tab pos="289957" algn="l"/>
                <a:tab pos="290473" algn="l"/>
              </a:tabLst>
            </a:pPr>
            <a:r>
              <a:rPr lang="en-GB" sz="1900" spc="8" noProof="0" dirty="0">
                <a:solidFill>
                  <a:srgbClr val="2D2C2C"/>
                </a:solidFill>
                <a:cs typeface="Segoe UI"/>
              </a:rPr>
              <a:t>Typically /home/username</a:t>
            </a:r>
          </a:p>
          <a:p>
            <a:pPr marL="342900" indent="-342900">
              <a:spcBef>
                <a:spcPts val="569"/>
              </a:spcBef>
              <a:buClr>
                <a:srgbClr val="000000"/>
              </a:buClr>
              <a:buFont typeface="Arial" panose="020B0604020202020204" pitchFamily="34" charset="0"/>
              <a:buChar char="•"/>
              <a:tabLst>
                <a:tab pos="289957" algn="l"/>
                <a:tab pos="290473" algn="l"/>
              </a:tabLst>
            </a:pPr>
            <a:r>
              <a:rPr lang="en-GB" sz="1900" spc="8" noProof="0" dirty="0">
                <a:solidFill>
                  <a:srgbClr val="2D2C2C"/>
                </a:solidFill>
                <a:cs typeface="Segoe UI"/>
              </a:rPr>
              <a:t>Default working directory after login</a:t>
            </a:r>
          </a:p>
          <a:p>
            <a:pPr marL="342900" indent="-342900">
              <a:spcBef>
                <a:spcPts val="569"/>
              </a:spcBef>
              <a:buClr>
                <a:srgbClr val="000000"/>
              </a:buClr>
              <a:buFont typeface="Arial" panose="020B0604020202020204" pitchFamily="34" charset="0"/>
              <a:buChar char="•"/>
              <a:tabLst>
                <a:tab pos="289957" algn="l"/>
                <a:tab pos="290473" algn="l"/>
              </a:tabLst>
            </a:pPr>
            <a:r>
              <a:rPr lang="en-GB" sz="1900" spc="8" noProof="0" dirty="0">
                <a:solidFill>
                  <a:srgbClr val="2D2C2C"/>
                </a:solidFill>
                <a:cs typeface="Segoe UI"/>
              </a:rPr>
              <a:t>Stores the user's files and folders</a:t>
            </a:r>
          </a:p>
          <a:p>
            <a:pPr marL="342900" indent="-342900">
              <a:spcBef>
                <a:spcPts val="569"/>
              </a:spcBef>
              <a:buClr>
                <a:srgbClr val="000000"/>
              </a:buClr>
              <a:buFont typeface="Arial" panose="020B0604020202020204" pitchFamily="34" charset="0"/>
              <a:buChar char="•"/>
              <a:tabLst>
                <a:tab pos="289957" algn="l"/>
                <a:tab pos="290473" algn="l"/>
              </a:tabLst>
            </a:pPr>
            <a:r>
              <a:rPr lang="en-GB" sz="1900" spc="8" noProof="0" dirty="0">
                <a:solidFill>
                  <a:srgbClr val="2D2C2C"/>
                </a:solidFill>
                <a:cs typeface="Segoe UI"/>
              </a:rPr>
              <a:t>Usually writable by the user</a:t>
            </a:r>
          </a:p>
          <a:p>
            <a:pPr marL="342900" indent="-342900">
              <a:spcBef>
                <a:spcPts val="569"/>
              </a:spcBef>
              <a:buClr>
                <a:srgbClr val="000000"/>
              </a:buClr>
              <a:buFont typeface="Arial" panose="020B0604020202020204" pitchFamily="34" charset="0"/>
              <a:buChar char="•"/>
              <a:tabLst>
                <a:tab pos="289957" algn="l"/>
                <a:tab pos="290473" algn="l"/>
              </a:tabLst>
            </a:pPr>
            <a:r>
              <a:rPr lang="en-GB" sz="1900" spc="8" noProof="0" dirty="0">
                <a:solidFill>
                  <a:srgbClr val="2D2C2C"/>
                </a:solidFill>
                <a:cs typeface="Segoe UI"/>
              </a:rPr>
              <a:t>Contains user configuration files</a:t>
            </a:r>
            <a:endParaRPr lang="en-US" sz="1800" noProof="0" dirty="0"/>
          </a:p>
        </p:txBody>
      </p:sp>
      <p:sp>
        <p:nvSpPr>
          <p:cNvPr id="3" name="Text Placeholder 2">
            <a:extLst>
              <a:ext uri="{FF2B5EF4-FFF2-40B4-BE49-F238E27FC236}">
                <a16:creationId xmlns:a16="http://schemas.microsoft.com/office/drawing/2014/main" id="{66E51E4B-2514-B00F-C3EC-9A0F035FE63D}"/>
              </a:ext>
            </a:extLst>
          </p:cNvPr>
          <p:cNvSpPr>
            <a:spLocks noGrp="1"/>
          </p:cNvSpPr>
          <p:nvPr>
            <p:ph type="body" sz="quarter" idx="15"/>
          </p:nvPr>
        </p:nvSpPr>
        <p:spPr/>
        <p:txBody>
          <a:bodyPr/>
          <a:lstStyle/>
          <a:p>
            <a:endParaRPr lang="en-GB" dirty="0"/>
          </a:p>
          <a:p>
            <a:endParaRPr lang="en-GB" dirty="0"/>
          </a:p>
          <a:p>
            <a:endParaRPr lang="en-GB" dirty="0"/>
          </a:p>
          <a:p>
            <a:endParaRPr lang="en-GB" dirty="0"/>
          </a:p>
          <a:p>
            <a:endParaRPr lang="en-GB" dirty="0"/>
          </a:p>
          <a:p>
            <a:r>
              <a:rPr lang="en-GB" b="1" dirty="0"/>
              <a:t>Example</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7" name="Table 3">
            <a:extLst>
              <a:ext uri="{FF2B5EF4-FFF2-40B4-BE49-F238E27FC236}">
                <a16:creationId xmlns:a16="http://schemas.microsoft.com/office/drawing/2014/main" id="{99E0046F-552F-9B67-826F-49545123D16C}"/>
              </a:ext>
            </a:extLst>
          </p:cNvPr>
          <p:cNvGraphicFramePr>
            <a:graphicFrameLocks noGrp="1"/>
          </p:cNvGraphicFramePr>
          <p:nvPr>
            <p:extLst>
              <p:ext uri="{D42A27DB-BD31-4B8C-83A1-F6EECF244321}">
                <p14:modId xmlns:p14="http://schemas.microsoft.com/office/powerpoint/2010/main" val="35544642"/>
              </p:ext>
            </p:extLst>
          </p:nvPr>
        </p:nvGraphicFramePr>
        <p:xfrm>
          <a:off x="6355080" y="1733108"/>
          <a:ext cx="5220894" cy="1615767"/>
        </p:xfrm>
        <a:graphic>
          <a:graphicData uri="http://schemas.openxmlformats.org/drawingml/2006/table">
            <a:tbl>
              <a:tblPr firstRow="1" bandRow="1">
                <a:tableStyleId>{10A1B5D5-9B99-4C35-A422-299274C87663}</a:tableStyleId>
              </a:tblPr>
              <a:tblGrid>
                <a:gridCol w="1539240">
                  <a:extLst>
                    <a:ext uri="{9D8B030D-6E8A-4147-A177-3AD203B41FA5}">
                      <a16:colId xmlns:a16="http://schemas.microsoft.com/office/drawing/2014/main" val="4091039911"/>
                    </a:ext>
                  </a:extLst>
                </a:gridCol>
                <a:gridCol w="3681654">
                  <a:extLst>
                    <a:ext uri="{9D8B030D-6E8A-4147-A177-3AD203B41FA5}">
                      <a16:colId xmlns:a16="http://schemas.microsoft.com/office/drawing/2014/main" val="2957759521"/>
                    </a:ext>
                  </a:extLst>
                </a:gridCol>
              </a:tblGrid>
              <a:tr h="446704">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Command</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728362853"/>
                  </a:ext>
                </a:extLst>
              </a:tr>
              <a:tr h="43754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l"/>
                      <a:r>
                        <a:rPr lang="en-US" sz="1800" b="0" spc="-12" noProof="0" dirty="0">
                          <a:solidFill>
                            <a:schemeClr val="tx1"/>
                          </a:solidFill>
                          <a:latin typeface="+mn-lt"/>
                        </a:rPr>
                        <a:t>cd [directory]</a:t>
                      </a:r>
                      <a:endParaRPr lang="en-US" sz="1800" b="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Change </a:t>
                      </a:r>
                      <a:r>
                        <a:rPr lang="en-US" sz="1800" spc="-4" noProof="0" dirty="0">
                          <a:latin typeface="+mn-lt"/>
                        </a:rPr>
                        <a:t>to the specified directory</a:t>
                      </a:r>
                      <a:endParaRPr lang="en-US" sz="1800" noProof="0"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79470876"/>
                  </a:ext>
                </a:extLst>
              </a:tr>
              <a:tr h="34400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l"/>
                      <a:r>
                        <a:rPr lang="en-US" sz="1800" b="0" spc="-8" noProof="0" dirty="0">
                          <a:solidFill>
                            <a:schemeClr val="tx1"/>
                          </a:solidFill>
                          <a:latin typeface="+mn-lt"/>
                        </a:rPr>
                        <a:t>cd ..</a:t>
                      </a:r>
                      <a:endParaRPr lang="en-US" sz="1800" b="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Move</a:t>
                      </a:r>
                      <a:r>
                        <a:rPr lang="en-US" sz="1800" spc="-41" noProof="0" dirty="0">
                          <a:latin typeface="+mn-lt"/>
                        </a:rPr>
                        <a:t> </a:t>
                      </a:r>
                      <a:r>
                        <a:rPr lang="en-US" sz="1800" spc="-4" noProof="0" dirty="0">
                          <a:latin typeface="+mn-lt"/>
                        </a:rPr>
                        <a:t>to</a:t>
                      </a:r>
                      <a:r>
                        <a:rPr lang="en-US" sz="1800" spc="-24" noProof="0" dirty="0">
                          <a:latin typeface="+mn-lt"/>
                        </a:rPr>
                        <a:t> </a:t>
                      </a:r>
                      <a:r>
                        <a:rPr lang="en-US" sz="1800" spc="-4" noProof="0" dirty="0">
                          <a:latin typeface="+mn-lt"/>
                        </a:rPr>
                        <a:t>the</a:t>
                      </a:r>
                      <a:r>
                        <a:rPr lang="en-US" sz="1800" spc="-20" noProof="0" dirty="0">
                          <a:latin typeface="+mn-lt"/>
                        </a:rPr>
                        <a:t> </a:t>
                      </a:r>
                      <a:r>
                        <a:rPr lang="en-US" sz="1800" spc="-8" noProof="0" dirty="0">
                          <a:latin typeface="+mn-lt"/>
                        </a:rPr>
                        <a:t>parent</a:t>
                      </a:r>
                      <a:r>
                        <a:rPr lang="en-US" sz="1800" noProof="0" dirty="0">
                          <a:latin typeface="+mn-lt"/>
                        </a:rPr>
                        <a:t> </a:t>
                      </a:r>
                      <a:r>
                        <a:rPr lang="en-US" sz="1800" spc="-4" noProof="0" dirty="0">
                          <a:latin typeface="+mn-lt"/>
                        </a:rPr>
                        <a:t>directory</a:t>
                      </a:r>
                      <a:endParaRPr lang="en-US" sz="1800" noProof="0"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568494196"/>
                  </a:ext>
                </a:extLst>
              </a:tr>
              <a:tr h="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l"/>
                      <a:r>
                        <a:rPr lang="en-US" sz="1800" b="0" spc="-8" noProof="0" dirty="0">
                          <a:solidFill>
                            <a:schemeClr val="tx1"/>
                          </a:solidFill>
                          <a:latin typeface="+mn-lt"/>
                        </a:rPr>
                        <a:t>cd</a:t>
                      </a:r>
                      <a:endParaRPr lang="en-US" sz="1800" b="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Return</a:t>
                      </a:r>
                      <a:r>
                        <a:rPr lang="en-US" sz="1800" spc="-41" noProof="0" dirty="0">
                          <a:latin typeface="+mn-lt"/>
                        </a:rPr>
                        <a:t> </a:t>
                      </a:r>
                      <a:r>
                        <a:rPr lang="en-US" sz="1800" spc="-4" noProof="0" dirty="0">
                          <a:latin typeface="+mn-lt"/>
                        </a:rPr>
                        <a:t>to</a:t>
                      </a:r>
                      <a:r>
                        <a:rPr lang="en-US" sz="1800" spc="-16" noProof="0" dirty="0">
                          <a:latin typeface="+mn-lt"/>
                        </a:rPr>
                        <a:t> </a:t>
                      </a:r>
                      <a:r>
                        <a:rPr lang="en-US" sz="1800" spc="-4" noProof="0" dirty="0">
                          <a:latin typeface="+mn-lt"/>
                        </a:rPr>
                        <a:t>the</a:t>
                      </a:r>
                      <a:r>
                        <a:rPr lang="en-US" sz="1800" spc="-20" noProof="0" dirty="0">
                          <a:latin typeface="+mn-lt"/>
                        </a:rPr>
                        <a:t> </a:t>
                      </a:r>
                      <a:r>
                        <a:rPr lang="en-US" sz="1800" spc="-4" noProof="0" dirty="0">
                          <a:latin typeface="+mn-lt"/>
                        </a:rPr>
                        <a:t>user's </a:t>
                      </a:r>
                      <a:r>
                        <a:rPr lang="en-US" sz="1800" noProof="0" dirty="0">
                          <a:latin typeface="+mn-lt"/>
                        </a:rPr>
                        <a:t>home</a:t>
                      </a:r>
                      <a:r>
                        <a:rPr lang="en-US" sz="1800" spc="-37" noProof="0" dirty="0">
                          <a:latin typeface="+mn-lt"/>
                        </a:rPr>
                        <a:t> </a:t>
                      </a:r>
                      <a:r>
                        <a:rPr lang="en-US" sz="1800" spc="-4" noProof="0" dirty="0">
                          <a:latin typeface="+mn-lt"/>
                        </a:rPr>
                        <a:t>directory</a:t>
                      </a:r>
                      <a:endParaRPr lang="en-US" sz="1800" noProof="0"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70563243"/>
                  </a:ext>
                </a:extLst>
              </a:tr>
            </a:tbl>
          </a:graphicData>
        </a:graphic>
      </p:graphicFrame>
      <p:sp>
        <p:nvSpPr>
          <p:cNvPr id="6" name="Rectangle 6">
            <a:extLst>
              <a:ext uri="{FF2B5EF4-FFF2-40B4-BE49-F238E27FC236}">
                <a16:creationId xmlns:a16="http://schemas.microsoft.com/office/drawing/2014/main" id="{637B15C3-BBD4-D73D-3D33-1BEB0EE704CD}"/>
              </a:ext>
            </a:extLst>
          </p:cNvPr>
          <p:cNvSpPr>
            <a:spLocks noChangeArrowheads="1"/>
          </p:cNvSpPr>
          <p:nvPr/>
        </p:nvSpPr>
        <p:spPr bwMode="auto">
          <a:xfrm>
            <a:off x="6487499" y="4161648"/>
            <a:ext cx="2743200" cy="2318583"/>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GB" b="0"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pwd</a:t>
            </a:r>
            <a:endParaRPr kumimoji="0" lang="en-GB"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/home/</a:t>
            </a:r>
            <a:r>
              <a:rPr kumimoji="0" lang="en-GB" b="0"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qa</a:t>
            </a:r>
            <a:endParaRPr kumimoji="0" lang="en-GB"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cd Documents</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GB" b="0"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pwd</a:t>
            </a:r>
            <a:endParaRPr kumimoji="0" lang="en-GB"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/home/</a:t>
            </a:r>
            <a:r>
              <a:rPr kumimoji="0" lang="en-GB" b="0"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qa</a:t>
            </a:r>
            <a:r>
              <a:rPr kumimoji="0" lang="en-GB"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/Documents</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cd</a:t>
            </a: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GB" b="0"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pwd</a:t>
            </a:r>
            <a:endParaRPr kumimoji="0" lang="en-GB"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GB"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/home/</a:t>
            </a:r>
            <a:r>
              <a:rPr kumimoji="0" lang="en-GB" b="0"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qa</a:t>
            </a:r>
            <a:endParaRPr kumimoji="0" lang="en-US"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316900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3F13D9-40AD-A74E-F54B-4ADBFEB1D320}"/>
              </a:ext>
            </a:extLst>
          </p:cNvPr>
          <p:cNvSpPr>
            <a:spLocks noGrp="1"/>
          </p:cNvSpPr>
          <p:nvPr>
            <p:ph type="ctrTitle"/>
          </p:nvPr>
        </p:nvSpPr>
        <p:spPr/>
        <p:txBody>
          <a:bodyPr/>
          <a:lstStyle/>
          <a:p>
            <a:r>
              <a:rPr lang="en-US" noProof="0" dirty="0"/>
              <a:t>Listing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285750" indent="-285750">
              <a:buFont typeface="Arial" panose="020B0604020202020204" pitchFamily="34" charset="0"/>
              <a:buChar char="•"/>
            </a:pPr>
            <a:r>
              <a:rPr lang="en-GB" sz="1800" noProof="0" dirty="0">
                <a:solidFill>
                  <a:schemeClr val="tx1"/>
                </a:solidFill>
              </a:rPr>
              <a:t>The </a:t>
            </a:r>
            <a:r>
              <a:rPr lang="en-GB" sz="1800" b="1" noProof="0" dirty="0">
                <a:solidFill>
                  <a:schemeClr val="tx1"/>
                </a:solidFill>
              </a:rPr>
              <a:t>ls</a:t>
            </a:r>
            <a:r>
              <a:rPr lang="en-GB" sz="1800" noProof="0" dirty="0">
                <a:solidFill>
                  <a:schemeClr val="tx1"/>
                </a:solidFill>
              </a:rPr>
              <a:t> command displays files and directories.</a:t>
            </a:r>
          </a:p>
          <a:p>
            <a:pPr marL="285750" indent="-285750">
              <a:buFont typeface="Arial" panose="020B0604020202020204" pitchFamily="34" charset="0"/>
              <a:buChar char="•"/>
            </a:pPr>
            <a:r>
              <a:rPr lang="en-GB" sz="1800" noProof="0" dirty="0">
                <a:solidFill>
                  <a:schemeClr val="tx1"/>
                </a:solidFill>
              </a:rPr>
              <a:t>Use ls on its own to list the contents of the current directory</a:t>
            </a:r>
          </a:p>
          <a:p>
            <a:pPr marL="285750" indent="-285750">
              <a:buFont typeface="Arial" panose="020B0604020202020204" pitchFamily="34" charset="0"/>
              <a:buChar char="•"/>
            </a:pPr>
            <a:r>
              <a:rPr lang="en-GB" sz="1800" noProof="0" dirty="0">
                <a:solidFill>
                  <a:schemeClr val="tx1"/>
                </a:solidFill>
              </a:rPr>
              <a:t>Command syntax:</a:t>
            </a:r>
          </a:p>
          <a:p>
            <a:endParaRPr lang="en-GB" dirty="0">
              <a:solidFill>
                <a:schemeClr val="tx1"/>
              </a:solidFill>
            </a:endParaRPr>
          </a:p>
          <a:p>
            <a:endParaRPr lang="en-GB" dirty="0">
              <a:solidFill>
                <a:schemeClr val="tx1"/>
              </a:solidFill>
            </a:endParaRPr>
          </a:p>
          <a:p>
            <a:pPr marL="285750" indent="-285750">
              <a:buFont typeface="Arial" panose="020B0604020202020204" pitchFamily="34" charset="0"/>
              <a:buChar char="•"/>
            </a:pPr>
            <a:r>
              <a:rPr lang="en-GB" sz="1800" noProof="0" dirty="0">
                <a:solidFill>
                  <a:schemeClr val="tx1"/>
                </a:solidFill>
              </a:rPr>
              <a:t>Understanding the ls -l output:</a:t>
            </a:r>
            <a:endParaRPr lang="en-US" sz="1800" noProof="0" dirty="0">
              <a:solidFill>
                <a:schemeClr val="tx1"/>
              </a:solidFill>
            </a:endParaRPr>
          </a:p>
        </p:txBody>
      </p:sp>
      <p:sp>
        <p:nvSpPr>
          <p:cNvPr id="10" name="Text Placeholder 9">
            <a:extLst>
              <a:ext uri="{FF2B5EF4-FFF2-40B4-BE49-F238E27FC236}">
                <a16:creationId xmlns:a16="http://schemas.microsoft.com/office/drawing/2014/main" id="{07859CE2-3D4B-63DA-76EF-F41C475A95B8}"/>
              </a:ext>
            </a:extLst>
          </p:cNvPr>
          <p:cNvSpPr>
            <a:spLocks noGrp="1"/>
          </p:cNvSpPr>
          <p:nvPr>
            <p:ph type="body" sz="quarter" idx="15"/>
          </p:nvPr>
        </p:nvSpPr>
        <p:spPr>
          <a:xfrm>
            <a:off x="6108120" y="1733108"/>
            <a:ext cx="6083879" cy="4061405"/>
          </a:xfrm>
        </p:spPr>
        <p:txBody>
          <a:bodyPr/>
          <a:lstStyle/>
          <a:p>
            <a:endParaRPr lang="en-GB" b="1"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24" name="object 12">
            <a:extLst>
              <a:ext uri="{FF2B5EF4-FFF2-40B4-BE49-F238E27FC236}">
                <a16:creationId xmlns:a16="http://schemas.microsoft.com/office/drawing/2014/main" id="{5726EFE5-4094-5B7F-8178-7E779BBE5938}"/>
              </a:ext>
            </a:extLst>
          </p:cNvPr>
          <p:cNvSpPr/>
          <p:nvPr/>
        </p:nvSpPr>
        <p:spPr>
          <a:xfrm rot="6138609">
            <a:off x="3650174" y="4489092"/>
            <a:ext cx="129574" cy="1500485"/>
          </a:xfrm>
          <a:custGeom>
            <a:avLst/>
            <a:gdLst/>
            <a:ahLst/>
            <a:cxnLst/>
            <a:rect l="l" t="t" r="r" b="b"/>
            <a:pathLst>
              <a:path w="76200" h="393700">
                <a:moveTo>
                  <a:pt x="46100" y="63500"/>
                </a:moveTo>
                <a:lnTo>
                  <a:pt x="30225" y="63500"/>
                </a:lnTo>
                <a:lnTo>
                  <a:pt x="30225" y="393700"/>
                </a:lnTo>
                <a:lnTo>
                  <a:pt x="46100" y="393700"/>
                </a:lnTo>
                <a:lnTo>
                  <a:pt x="46100" y="63500"/>
                </a:lnTo>
                <a:close/>
              </a:path>
              <a:path w="76200" h="393700">
                <a:moveTo>
                  <a:pt x="38100" y="0"/>
                </a:moveTo>
                <a:lnTo>
                  <a:pt x="0" y="76200"/>
                </a:lnTo>
                <a:lnTo>
                  <a:pt x="30225" y="76200"/>
                </a:lnTo>
                <a:lnTo>
                  <a:pt x="30225" y="63500"/>
                </a:lnTo>
                <a:lnTo>
                  <a:pt x="69850" y="63500"/>
                </a:lnTo>
                <a:lnTo>
                  <a:pt x="38100" y="0"/>
                </a:lnTo>
                <a:close/>
              </a:path>
              <a:path w="76200" h="393700">
                <a:moveTo>
                  <a:pt x="69850" y="63500"/>
                </a:moveTo>
                <a:lnTo>
                  <a:pt x="46100" y="63500"/>
                </a:lnTo>
                <a:lnTo>
                  <a:pt x="46100" y="76200"/>
                </a:lnTo>
                <a:lnTo>
                  <a:pt x="76200" y="76200"/>
                </a:lnTo>
                <a:lnTo>
                  <a:pt x="69850" y="63500"/>
                </a:lnTo>
                <a:close/>
              </a:path>
            </a:pathLst>
          </a:custGeom>
          <a:solidFill>
            <a:schemeClr val="accent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63" b="0" i="0" u="none" strike="noStrike" kern="1200" cap="none" spc="0" normalizeH="0" baseline="0" noProof="0" dirty="0">
              <a:ln>
                <a:noFill/>
              </a:ln>
              <a:solidFill>
                <a:srgbClr val="0D0D0D"/>
              </a:solidFill>
              <a:effectLst/>
              <a:uLnTx/>
              <a:uFillTx/>
              <a:latin typeface="Figtree"/>
              <a:ea typeface="+mn-ea"/>
              <a:cs typeface="+mn-cs"/>
            </a:endParaRPr>
          </a:p>
        </p:txBody>
      </p:sp>
      <p:graphicFrame>
        <p:nvGraphicFramePr>
          <p:cNvPr id="31" name="object 3">
            <a:extLst>
              <a:ext uri="{FF2B5EF4-FFF2-40B4-BE49-F238E27FC236}">
                <a16:creationId xmlns:a16="http://schemas.microsoft.com/office/drawing/2014/main" id="{B2E4C557-0346-7FE4-DA56-F1A532ECD925}"/>
              </a:ext>
            </a:extLst>
          </p:cNvPr>
          <p:cNvGraphicFramePr>
            <a:graphicFrameLocks noGrp="1"/>
          </p:cNvGraphicFramePr>
          <p:nvPr>
            <p:extLst>
              <p:ext uri="{D42A27DB-BD31-4B8C-83A1-F6EECF244321}">
                <p14:modId xmlns:p14="http://schemas.microsoft.com/office/powerpoint/2010/main" val="7074740"/>
              </p:ext>
            </p:extLst>
          </p:nvPr>
        </p:nvGraphicFramePr>
        <p:xfrm>
          <a:off x="804523" y="4440002"/>
          <a:ext cx="8467635" cy="1398975"/>
        </p:xfrm>
        <a:graphic>
          <a:graphicData uri="http://schemas.openxmlformats.org/drawingml/2006/table">
            <a:tbl>
              <a:tblPr firstRow="1" bandRow="1">
                <a:effectLst>
                  <a:outerShdw blurRad="50800" dist="50800" dir="2700000" algn="ctr" rotWithShape="0">
                    <a:schemeClr val="bg2">
                      <a:lumMod val="90000"/>
                    </a:schemeClr>
                  </a:outerShdw>
                </a:effectLst>
                <a:tableStyleId>{2D5ABB26-0587-4C30-8999-92F81FD0307C}</a:tableStyleId>
              </a:tblPr>
              <a:tblGrid>
                <a:gridCol w="1481332">
                  <a:extLst>
                    <a:ext uri="{9D8B030D-6E8A-4147-A177-3AD203B41FA5}">
                      <a16:colId xmlns:a16="http://schemas.microsoft.com/office/drawing/2014/main" val="20000"/>
                    </a:ext>
                  </a:extLst>
                </a:gridCol>
                <a:gridCol w="424538">
                  <a:extLst>
                    <a:ext uri="{9D8B030D-6E8A-4147-A177-3AD203B41FA5}">
                      <a16:colId xmlns:a16="http://schemas.microsoft.com/office/drawing/2014/main" val="20001"/>
                    </a:ext>
                  </a:extLst>
                </a:gridCol>
                <a:gridCol w="1031525">
                  <a:extLst>
                    <a:ext uri="{9D8B030D-6E8A-4147-A177-3AD203B41FA5}">
                      <a16:colId xmlns:a16="http://schemas.microsoft.com/office/drawing/2014/main" val="20002"/>
                    </a:ext>
                  </a:extLst>
                </a:gridCol>
                <a:gridCol w="910228">
                  <a:extLst>
                    <a:ext uri="{9D8B030D-6E8A-4147-A177-3AD203B41FA5}">
                      <a16:colId xmlns:a16="http://schemas.microsoft.com/office/drawing/2014/main" val="20003"/>
                    </a:ext>
                  </a:extLst>
                </a:gridCol>
                <a:gridCol w="727778">
                  <a:extLst>
                    <a:ext uri="{9D8B030D-6E8A-4147-A177-3AD203B41FA5}">
                      <a16:colId xmlns:a16="http://schemas.microsoft.com/office/drawing/2014/main" val="20004"/>
                    </a:ext>
                  </a:extLst>
                </a:gridCol>
                <a:gridCol w="1395412">
                  <a:extLst>
                    <a:ext uri="{9D8B030D-6E8A-4147-A177-3AD203B41FA5}">
                      <a16:colId xmlns:a16="http://schemas.microsoft.com/office/drawing/2014/main" val="20005"/>
                    </a:ext>
                  </a:extLst>
                </a:gridCol>
                <a:gridCol w="788427">
                  <a:extLst>
                    <a:ext uri="{9D8B030D-6E8A-4147-A177-3AD203B41FA5}">
                      <a16:colId xmlns:a16="http://schemas.microsoft.com/office/drawing/2014/main" val="20006"/>
                    </a:ext>
                  </a:extLst>
                </a:gridCol>
                <a:gridCol w="1708395">
                  <a:extLst>
                    <a:ext uri="{9D8B030D-6E8A-4147-A177-3AD203B41FA5}">
                      <a16:colId xmlns:a16="http://schemas.microsoft.com/office/drawing/2014/main" val="20007"/>
                    </a:ext>
                  </a:extLst>
                </a:gridCol>
              </a:tblGrid>
              <a:tr h="0">
                <a:tc>
                  <a:txBody>
                    <a:bodyPr/>
                    <a:lstStyle/>
                    <a:p>
                      <a:pPr marL="107950">
                        <a:lnSpc>
                          <a:spcPts val="2320"/>
                        </a:lnSpc>
                      </a:pPr>
                      <a:r>
                        <a:rPr lang="en-US" sz="1800" spc="-5" noProof="0" dirty="0">
                          <a:solidFill>
                            <a:srgbClr val="FFFF00"/>
                          </a:solidFill>
                          <a:latin typeface="Consolas" panose="020B0609020204030204" pitchFamily="49" charset="0"/>
                          <a:ea typeface="Hack" panose="020B0609030202020204" pitchFamily="49" charset="0"/>
                          <a:cs typeface="Hack" panose="020B0609030202020204" pitchFamily="49" charset="0"/>
                        </a:rPr>
                        <a:t>$</a:t>
                      </a:r>
                      <a:r>
                        <a:rPr lang="en-US" sz="1800" spc="-40" noProof="0" dirty="0">
                          <a:solidFill>
                            <a:schemeClr val="bg1"/>
                          </a:solidFill>
                          <a:latin typeface="Consolas" panose="020B0609020204030204" pitchFamily="49" charset="0"/>
                          <a:ea typeface="Hack" panose="020B0609030202020204" pitchFamily="49" charset="0"/>
                          <a:cs typeface="Hack" panose="020B0609030202020204" pitchFamily="49" charset="0"/>
                        </a:rPr>
                        <a:t> </a:t>
                      </a:r>
                      <a:r>
                        <a:rPr lang="en-US" sz="1800" b="1" spc="-5" noProof="0" dirty="0">
                          <a:solidFill>
                            <a:schemeClr val="bg1"/>
                          </a:solidFill>
                          <a:latin typeface="Consolas" panose="020B0609020204030204" pitchFamily="49" charset="0"/>
                          <a:ea typeface="Hack" panose="020B0609030202020204" pitchFamily="49" charset="0"/>
                          <a:cs typeface="Hack" panose="020B0609030202020204" pitchFamily="49" charset="0"/>
                        </a:rPr>
                        <a:t>ls</a:t>
                      </a:r>
                      <a:r>
                        <a:rPr lang="en-US" sz="1800" b="1" spc="-35" noProof="0" dirty="0">
                          <a:solidFill>
                            <a:schemeClr val="bg1"/>
                          </a:solidFill>
                          <a:latin typeface="Consolas" panose="020B0609020204030204" pitchFamily="49" charset="0"/>
                          <a:ea typeface="Hack" panose="020B0609030202020204" pitchFamily="49" charset="0"/>
                          <a:cs typeface="Hack" panose="020B0609030202020204" pitchFamily="49" charset="0"/>
                        </a:rPr>
                        <a:t> </a:t>
                      </a:r>
                      <a:r>
                        <a:rPr lang="en-US" sz="1800" b="1" spc="-5" noProof="0" dirty="0">
                          <a:solidFill>
                            <a:schemeClr val="bg1"/>
                          </a:solidFill>
                          <a:latin typeface="Consolas" panose="020B0609020204030204" pitchFamily="49" charset="0"/>
                          <a:ea typeface="Hack" panose="020B0609030202020204" pitchFamily="49" charset="0"/>
                          <a:cs typeface="Hack" panose="020B0609030202020204" pitchFamily="49" charset="0"/>
                        </a:rPr>
                        <a:t>-l</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T w="12700">
                      <a:solidFill>
                        <a:srgbClr val="000066"/>
                      </a:solidFill>
                      <a:prstDash val="solid"/>
                    </a:lnT>
                    <a:solidFill>
                      <a:schemeClr val="tx1"/>
                    </a:solidFill>
                  </a:tcPr>
                </a:tc>
                <a:tc gridSpan="7">
                  <a:txBody>
                    <a:bodyPr/>
                    <a:lstStyle/>
                    <a:p>
                      <a:pPr>
                        <a:lnSpc>
                          <a:spcPct val="100000"/>
                        </a:lnSpc>
                      </a:pP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T w="12700">
                      <a:solidFill>
                        <a:srgbClr val="000066"/>
                      </a:solidFill>
                      <a:prstDash val="solid"/>
                    </a:lnT>
                    <a:solidFill>
                      <a:schemeClr val="tx1"/>
                    </a:solidFill>
                  </a:tcPr>
                </a:tc>
                <a:tc hMerge="1">
                  <a:txBody>
                    <a:bodyPr/>
                    <a:lstStyle/>
                    <a:p>
                      <a:endParaRPr/>
                    </a:p>
                  </a:txBody>
                  <a:tcPr marL="0" marR="0" marT="0" marB="0">
                    <a:lnL w="12700" cap="flat" cmpd="sng" algn="ctr">
                      <a:solidFill>
                        <a:srgbClr val="000066"/>
                      </a:solidFill>
                      <a:prstDash val="solid"/>
                      <a:round/>
                      <a:headEnd type="none" w="med" len="med"/>
                      <a:tailEnd type="none" w="med" len="med"/>
                    </a:ln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33713">
                <a:tc>
                  <a:txBody>
                    <a:bodyPr/>
                    <a:lstStyle/>
                    <a:p>
                      <a:pPr marL="107950" algn="l">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drwxr-xr-x</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rPr>
                        <a:t>5</a:t>
                      </a:r>
                    </a:p>
                  </a:txBody>
                  <a:tcPr marL="0" marR="0" marT="0" marB="0">
                    <a:solidFill>
                      <a:schemeClr val="tx1"/>
                    </a:solidFill>
                  </a:tcPr>
                </a:tc>
                <a:tc>
                  <a:txBody>
                    <a:bodyPr/>
                    <a:lstStyle/>
                    <a:p>
                      <a:pPr marR="68580" algn="r">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hal9000</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cyber</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168</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2017-01-28</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12:10</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Documents</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1"/>
                  </a:ext>
                </a:extLst>
              </a:tr>
              <a:tr h="233713">
                <a:tc>
                  <a:txBody>
                    <a:bodyPr/>
                    <a:lstStyle/>
                    <a:p>
                      <a:pPr marL="107950" algn="l">
                        <a:lnSpc>
                          <a:spcPts val="2135"/>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-rw-rw-r--</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5"/>
                        </a:lnSpc>
                      </a:pPr>
                      <a:r>
                        <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rPr>
                        <a:t>1</a:t>
                      </a:r>
                    </a:p>
                  </a:txBody>
                  <a:tcPr marL="0" marR="0" marT="0" marB="0">
                    <a:solidFill>
                      <a:schemeClr val="tx1"/>
                    </a:solidFill>
                  </a:tcPr>
                </a:tc>
                <a:tc>
                  <a:txBody>
                    <a:bodyPr/>
                    <a:lstStyle/>
                    <a:p>
                      <a:pPr marR="68580" algn="r">
                        <a:lnSpc>
                          <a:spcPts val="2135"/>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hal9000</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5"/>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cyber</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780" algn="r">
                        <a:lnSpc>
                          <a:spcPts val="2135"/>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677</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5"/>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2017-01-29</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5"/>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10:21</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5"/>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file1</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2"/>
                  </a:ext>
                </a:extLst>
              </a:tr>
              <a:tr h="233713">
                <a:tc>
                  <a:txBody>
                    <a:bodyPr/>
                    <a:lstStyle/>
                    <a:p>
                      <a:pPr marL="107950" algn="l">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drwxr-xr-x</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solidFill>
                      <a:schemeClr val="tx1"/>
                    </a:solidFill>
                  </a:tcPr>
                </a:tc>
                <a:tc>
                  <a:txBody>
                    <a:bodyPr/>
                    <a:lstStyle/>
                    <a:p>
                      <a:pPr marR="144780" algn="r">
                        <a:lnSpc>
                          <a:spcPts val="2130"/>
                        </a:lnSpc>
                      </a:pPr>
                      <a:r>
                        <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rPr>
                        <a:t>2</a:t>
                      </a:r>
                    </a:p>
                  </a:txBody>
                  <a:tcPr marL="0" marR="0" marT="0" marB="0">
                    <a:solidFill>
                      <a:schemeClr val="tx1"/>
                    </a:solidFill>
                  </a:tcPr>
                </a:tc>
                <a:tc>
                  <a:txBody>
                    <a:bodyPr/>
                    <a:lstStyle/>
                    <a:p>
                      <a:pPr marR="68580" algn="r">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hal9000</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cyber</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144145" algn="r">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80</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R="68580" algn="r">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2017-01-28</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76200">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12:10</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solidFill>
                      <a:schemeClr val="tx1"/>
                    </a:solidFill>
                  </a:tcPr>
                </a:tc>
                <a:tc>
                  <a:txBody>
                    <a:bodyPr/>
                    <a:lstStyle/>
                    <a:p>
                      <a:pPr marL="152400">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public_html</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solidFill>
                      <a:schemeClr val="tx1"/>
                    </a:solidFill>
                  </a:tcPr>
                </a:tc>
                <a:extLst>
                  <a:ext uri="{0D108BD9-81ED-4DB2-BD59-A6C34878D82A}">
                    <a16:rowId xmlns:a16="http://schemas.microsoft.com/office/drawing/2014/main" val="10003"/>
                  </a:ext>
                </a:extLst>
              </a:tr>
              <a:tr h="320999">
                <a:tc>
                  <a:txBody>
                    <a:bodyPr/>
                    <a:lstStyle/>
                    <a:p>
                      <a:pPr marL="107950" algn="l">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-rw-r--r--</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L w="12700">
                      <a:solidFill>
                        <a:srgbClr val="000066"/>
                      </a:solidFill>
                      <a:prstDash val="solid"/>
                    </a:lnL>
                    <a:lnB w="12700">
                      <a:solidFill>
                        <a:srgbClr val="000066"/>
                      </a:solidFill>
                      <a:prstDash val="solid"/>
                    </a:lnB>
                    <a:solidFill>
                      <a:schemeClr val="tx1"/>
                    </a:solidFill>
                  </a:tcPr>
                </a:tc>
                <a:tc>
                  <a:txBody>
                    <a:bodyPr/>
                    <a:lstStyle/>
                    <a:p>
                      <a:pPr marR="144780" algn="r">
                        <a:lnSpc>
                          <a:spcPts val="2130"/>
                        </a:lnSpc>
                      </a:pPr>
                      <a:r>
                        <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rPr>
                        <a:t>1</a:t>
                      </a:r>
                    </a:p>
                  </a:txBody>
                  <a:tcPr marL="0" marR="0" marT="0" marB="0">
                    <a:lnB w="12700">
                      <a:solidFill>
                        <a:srgbClr val="000066"/>
                      </a:solidFill>
                      <a:prstDash val="solid"/>
                    </a:lnB>
                    <a:solidFill>
                      <a:schemeClr val="tx1"/>
                    </a:solidFill>
                  </a:tcPr>
                </a:tc>
                <a:tc>
                  <a:txBody>
                    <a:bodyPr/>
                    <a:lstStyle/>
                    <a:p>
                      <a:pPr marR="68580" algn="r">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hal9000</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76200">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cyber</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R="144780" algn="r">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237</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R="68580" algn="r">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2017-01-30</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76200">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13:22</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B w="12700">
                      <a:solidFill>
                        <a:srgbClr val="000066"/>
                      </a:solidFill>
                      <a:prstDash val="solid"/>
                    </a:lnB>
                    <a:solidFill>
                      <a:schemeClr val="tx1"/>
                    </a:solidFill>
                  </a:tcPr>
                </a:tc>
                <a:tc>
                  <a:txBody>
                    <a:bodyPr/>
                    <a:lstStyle/>
                    <a:p>
                      <a:pPr marL="152400">
                        <a:lnSpc>
                          <a:spcPts val="2130"/>
                        </a:lnSpc>
                      </a:pPr>
                      <a:r>
                        <a:rPr lang="en-US" sz="1800" spc="-5" noProof="0" dirty="0">
                          <a:solidFill>
                            <a:schemeClr val="bg1"/>
                          </a:solidFill>
                          <a:latin typeface="Consolas" panose="020B0609020204030204" pitchFamily="49" charset="0"/>
                          <a:ea typeface="Hack" panose="020B0609030202020204" pitchFamily="49" charset="0"/>
                          <a:cs typeface="Hack" panose="020B0609030202020204" pitchFamily="49" charset="0"/>
                        </a:rPr>
                        <a:t>script1.sh</a:t>
                      </a:r>
                      <a:endParaRPr lang="en-US" sz="1800" noProof="0" dirty="0">
                        <a:solidFill>
                          <a:schemeClr val="bg1"/>
                        </a:solidFill>
                        <a:latin typeface="Consolas" panose="020B0609020204030204" pitchFamily="49" charset="0"/>
                        <a:ea typeface="Hack" panose="020B0609030202020204" pitchFamily="49" charset="0"/>
                        <a:cs typeface="Hack" panose="020B0609030202020204" pitchFamily="49" charset="0"/>
                      </a:endParaRPr>
                    </a:p>
                  </a:txBody>
                  <a:tcPr marL="0" marR="0" marT="0" marB="0">
                    <a:lnR w="12700">
                      <a:solidFill>
                        <a:srgbClr val="000066"/>
                      </a:solidFill>
                      <a:prstDash val="solid"/>
                    </a:lnR>
                    <a:lnB w="12700">
                      <a:solidFill>
                        <a:srgbClr val="000066"/>
                      </a:solidFill>
                      <a:prstDash val="solid"/>
                    </a:lnB>
                    <a:solidFill>
                      <a:schemeClr val="tx1"/>
                    </a:solidFill>
                  </a:tcPr>
                </a:tc>
                <a:extLst>
                  <a:ext uri="{0D108BD9-81ED-4DB2-BD59-A6C34878D82A}">
                    <a16:rowId xmlns:a16="http://schemas.microsoft.com/office/drawing/2014/main" val="10004"/>
                  </a:ext>
                </a:extLst>
              </a:tr>
            </a:tbl>
          </a:graphicData>
        </a:graphic>
      </p:graphicFrame>
      <p:graphicFrame>
        <p:nvGraphicFramePr>
          <p:cNvPr id="8" name="Table 22">
            <a:extLst>
              <a:ext uri="{FF2B5EF4-FFF2-40B4-BE49-F238E27FC236}">
                <a16:creationId xmlns:a16="http://schemas.microsoft.com/office/drawing/2014/main" id="{2125AA22-D927-29E7-F678-AC233ABF9367}"/>
              </a:ext>
            </a:extLst>
          </p:cNvPr>
          <p:cNvGraphicFramePr>
            <a:graphicFrameLocks noGrp="1"/>
          </p:cNvGraphicFramePr>
          <p:nvPr>
            <p:extLst>
              <p:ext uri="{D42A27DB-BD31-4B8C-83A1-F6EECF244321}">
                <p14:modId xmlns:p14="http://schemas.microsoft.com/office/powerpoint/2010/main" val="2185505501"/>
              </p:ext>
            </p:extLst>
          </p:nvPr>
        </p:nvGraphicFramePr>
        <p:xfrm>
          <a:off x="6522829" y="1729604"/>
          <a:ext cx="4443876" cy="2560320"/>
        </p:xfrm>
        <a:graphic>
          <a:graphicData uri="http://schemas.openxmlformats.org/drawingml/2006/table">
            <a:tbl>
              <a:tblPr firstRow="1" bandRow="1">
                <a:tableStyleId>{10A1B5D5-9B99-4C35-A422-299274C87663}</a:tableStyleId>
              </a:tblPr>
              <a:tblGrid>
                <a:gridCol w="1026051">
                  <a:extLst>
                    <a:ext uri="{9D8B030D-6E8A-4147-A177-3AD203B41FA5}">
                      <a16:colId xmlns:a16="http://schemas.microsoft.com/office/drawing/2014/main" val="3124042006"/>
                    </a:ext>
                  </a:extLst>
                </a:gridCol>
                <a:gridCol w="3417825">
                  <a:extLst>
                    <a:ext uri="{9D8B030D-6E8A-4147-A177-3AD203B41FA5}">
                      <a16:colId xmlns:a16="http://schemas.microsoft.com/office/drawing/2014/main" val="1896314182"/>
                    </a:ext>
                  </a:extLst>
                </a:gridCol>
              </a:tblGrid>
              <a:tr h="274144">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Options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55311662"/>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mn-lt"/>
                        </a:rPr>
                        <a:t>-l</a:t>
                      </a:r>
                      <a:endParaRPr lang="en-US" sz="1800" b="1" noProof="0" dirty="0">
                        <a:solidFill>
                          <a:schemeClr val="tx1"/>
                        </a:solidFill>
                        <a:latin typeface="+mn-lt"/>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Long (detailed) listing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07779450"/>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mn-lt"/>
                        </a:rPr>
                        <a:t>-a</a:t>
                      </a:r>
                      <a:endParaRPr lang="en-US" sz="1800" b="1" noProof="0" dirty="0">
                        <a:solidFill>
                          <a:schemeClr val="tx1"/>
                        </a:solidFill>
                        <a:latin typeface="+mn-lt"/>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Include hidden files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603358682"/>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mn-lt"/>
                        </a:rPr>
                        <a:t>-C/-x</a:t>
                      </a:r>
                      <a:endParaRPr lang="en-US" sz="1800" b="1" noProof="0" dirty="0">
                        <a:solidFill>
                          <a:schemeClr val="tx1"/>
                        </a:solidFill>
                        <a:latin typeface="+mn-lt"/>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Display output in columns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94478088"/>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mn-lt"/>
                        </a:rPr>
                        <a:t>-R</a:t>
                      </a:r>
                      <a:endParaRPr lang="en-US" sz="1800" b="1" noProof="0" dirty="0">
                        <a:solidFill>
                          <a:schemeClr val="tx1"/>
                        </a:solidFill>
                        <a:latin typeface="+mn-lt"/>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List subdirectories recursively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68868011"/>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mn-lt"/>
                        </a:rPr>
                        <a:t>-t</a:t>
                      </a:r>
                      <a:endParaRPr lang="en-US" sz="1800" b="1" noProof="0" dirty="0">
                        <a:solidFill>
                          <a:schemeClr val="tx1"/>
                        </a:solidFill>
                        <a:latin typeface="+mn-lt"/>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Sort by modification time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15273427"/>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mn-lt"/>
                        </a:rPr>
                        <a:t>-d</a:t>
                      </a:r>
                      <a:endParaRPr lang="en-US" sz="1800" b="1" noProof="0" dirty="0">
                        <a:solidFill>
                          <a:schemeClr val="tx1"/>
                        </a:solidFill>
                        <a:latin typeface="+mn-lt"/>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noProof="0" dirty="0">
                          <a:latin typeface="+mn-lt"/>
                        </a:rPr>
                        <a:t>List directory names, not contents</a:t>
                      </a:r>
                      <a:endParaRPr lang="en-US" sz="1800" noProof="0"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244798780"/>
                  </a:ext>
                </a:extLst>
              </a:tr>
            </a:tbl>
          </a:graphicData>
        </a:graphic>
      </p:graphicFrame>
      <p:sp>
        <p:nvSpPr>
          <p:cNvPr id="9" name="Rectangle 6">
            <a:extLst>
              <a:ext uri="{FF2B5EF4-FFF2-40B4-BE49-F238E27FC236}">
                <a16:creationId xmlns:a16="http://schemas.microsoft.com/office/drawing/2014/main" id="{78E12AED-6D28-A8AB-AE2C-96CF0630B013}"/>
              </a:ext>
            </a:extLst>
          </p:cNvPr>
          <p:cNvSpPr>
            <a:spLocks noChangeArrowheads="1"/>
          </p:cNvSpPr>
          <p:nvPr/>
        </p:nvSpPr>
        <p:spPr bwMode="auto">
          <a:xfrm>
            <a:off x="841775" y="3239204"/>
            <a:ext cx="4340092" cy="379591"/>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ls [options] [files/directories]</a:t>
            </a:r>
          </a:p>
        </p:txBody>
      </p:sp>
      <p:sp>
        <p:nvSpPr>
          <p:cNvPr id="15" name="TextBox 14">
            <a:extLst>
              <a:ext uri="{FF2B5EF4-FFF2-40B4-BE49-F238E27FC236}">
                <a16:creationId xmlns:a16="http://schemas.microsoft.com/office/drawing/2014/main" id="{38AF079E-0896-C79F-5023-7A22F7ACB050}"/>
              </a:ext>
            </a:extLst>
          </p:cNvPr>
          <p:cNvSpPr txBox="1"/>
          <p:nvPr/>
        </p:nvSpPr>
        <p:spPr>
          <a:xfrm>
            <a:off x="968873" y="5956455"/>
            <a:ext cx="1310982" cy="369332"/>
          </a:xfrm>
          <a:prstGeom prst="rect">
            <a:avLst/>
          </a:prstGeom>
          <a:solidFill>
            <a:schemeClr val="accent1">
              <a:lumMod val="40000"/>
              <a:lumOff val="60000"/>
            </a:schemeClr>
          </a:solidFill>
          <a:ln>
            <a:noFill/>
          </a:ln>
        </p:spPr>
        <p:txBody>
          <a:bodyPr wrap="square" rtlCol="0">
            <a:spAutoFit/>
          </a:bodyPr>
          <a:lstStyle/>
          <a:p>
            <a:r>
              <a:rPr lang="en-GB" dirty="0"/>
              <a:t>Permissions</a:t>
            </a:r>
          </a:p>
        </p:txBody>
      </p:sp>
      <p:sp>
        <p:nvSpPr>
          <p:cNvPr id="16" name="Line 11">
            <a:extLst>
              <a:ext uri="{FF2B5EF4-FFF2-40B4-BE49-F238E27FC236}">
                <a16:creationId xmlns:a16="http://schemas.microsoft.com/office/drawing/2014/main" id="{50063BB4-4528-56A3-4656-407BD1886403}"/>
              </a:ext>
            </a:extLst>
          </p:cNvPr>
          <p:cNvSpPr>
            <a:spLocks noChangeShapeType="1"/>
          </p:cNvSpPr>
          <p:nvPr/>
        </p:nvSpPr>
        <p:spPr bwMode="auto">
          <a:xfrm flipH="1" flipV="1">
            <a:off x="3984452" y="5952438"/>
            <a:ext cx="0" cy="228772"/>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17" name="Rectangle: Rounded Corners 16">
            <a:extLst>
              <a:ext uri="{FF2B5EF4-FFF2-40B4-BE49-F238E27FC236}">
                <a16:creationId xmlns:a16="http://schemas.microsoft.com/office/drawing/2014/main" id="{2540C60B-9AE4-E502-A55E-D79057927441}"/>
              </a:ext>
            </a:extLst>
          </p:cNvPr>
          <p:cNvSpPr/>
          <p:nvPr/>
        </p:nvSpPr>
        <p:spPr>
          <a:xfrm>
            <a:off x="1040971" y="4737291"/>
            <a:ext cx="1158240" cy="1073994"/>
          </a:xfrm>
          <a:prstGeom prst="roundRect">
            <a:avLst>
              <a:gd name="adj" fmla="val 7917"/>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Box 18">
            <a:extLst>
              <a:ext uri="{FF2B5EF4-FFF2-40B4-BE49-F238E27FC236}">
                <a16:creationId xmlns:a16="http://schemas.microsoft.com/office/drawing/2014/main" id="{CB961B46-9F82-2A8D-143B-CA9352C006EB}"/>
              </a:ext>
            </a:extLst>
          </p:cNvPr>
          <p:cNvSpPr txBox="1"/>
          <p:nvPr/>
        </p:nvSpPr>
        <p:spPr>
          <a:xfrm>
            <a:off x="4592996" y="5967093"/>
            <a:ext cx="887259" cy="646331"/>
          </a:xfrm>
          <a:prstGeom prst="rect">
            <a:avLst/>
          </a:prstGeom>
          <a:solidFill>
            <a:schemeClr val="accent5">
              <a:lumMod val="40000"/>
              <a:lumOff val="60000"/>
            </a:schemeClr>
          </a:solidFill>
          <a:ln>
            <a:solidFill>
              <a:schemeClr val="accent5">
                <a:lumMod val="40000"/>
                <a:lumOff val="60000"/>
              </a:schemeClr>
            </a:solidFill>
          </a:ln>
        </p:spPr>
        <p:txBody>
          <a:bodyPr wrap="square" rtlCol="0">
            <a:spAutoFit/>
          </a:bodyPr>
          <a:lstStyle/>
          <a:p>
            <a:pPr algn="ctr"/>
            <a:r>
              <a:rPr lang="en-GB" dirty="0"/>
              <a:t>Size</a:t>
            </a:r>
          </a:p>
          <a:p>
            <a:pPr algn="ctr"/>
            <a:r>
              <a:rPr lang="en-GB" dirty="0"/>
              <a:t>(bytes)</a:t>
            </a:r>
          </a:p>
        </p:txBody>
      </p:sp>
      <p:sp>
        <p:nvSpPr>
          <p:cNvPr id="21" name="TextBox 20">
            <a:extLst>
              <a:ext uri="{FF2B5EF4-FFF2-40B4-BE49-F238E27FC236}">
                <a16:creationId xmlns:a16="http://schemas.microsoft.com/office/drawing/2014/main" id="{FD471B2C-63C8-C3C7-8734-BBEEE4F20A06}"/>
              </a:ext>
            </a:extLst>
          </p:cNvPr>
          <p:cNvSpPr txBox="1"/>
          <p:nvPr/>
        </p:nvSpPr>
        <p:spPr>
          <a:xfrm>
            <a:off x="3743690" y="5960619"/>
            <a:ext cx="780503" cy="369332"/>
          </a:xfrm>
          <a:prstGeom prst="rect">
            <a:avLst/>
          </a:prstGeom>
          <a:solidFill>
            <a:schemeClr val="accent4">
              <a:lumMod val="40000"/>
              <a:lumOff val="60000"/>
            </a:schemeClr>
          </a:solidFill>
          <a:ln>
            <a:solidFill>
              <a:schemeClr val="accent4">
                <a:lumMod val="40000"/>
                <a:lumOff val="60000"/>
              </a:schemeClr>
            </a:solidFill>
          </a:ln>
        </p:spPr>
        <p:txBody>
          <a:bodyPr wrap="square" rtlCol="0">
            <a:spAutoFit/>
          </a:bodyPr>
          <a:lstStyle/>
          <a:p>
            <a:r>
              <a:rPr lang="en-GB" dirty="0"/>
              <a:t>Group</a:t>
            </a:r>
          </a:p>
        </p:txBody>
      </p:sp>
      <p:sp>
        <p:nvSpPr>
          <p:cNvPr id="22" name="TextBox 21">
            <a:extLst>
              <a:ext uri="{FF2B5EF4-FFF2-40B4-BE49-F238E27FC236}">
                <a16:creationId xmlns:a16="http://schemas.microsoft.com/office/drawing/2014/main" id="{10070B6C-8D71-B3B5-07F5-2BA05DF46492}"/>
              </a:ext>
            </a:extLst>
          </p:cNvPr>
          <p:cNvSpPr txBox="1"/>
          <p:nvPr/>
        </p:nvSpPr>
        <p:spPr>
          <a:xfrm>
            <a:off x="1949670" y="6387365"/>
            <a:ext cx="1169450" cy="369332"/>
          </a:xfrm>
          <a:prstGeom prst="rect">
            <a:avLst/>
          </a:prstGeom>
          <a:solidFill>
            <a:schemeClr val="accent2">
              <a:lumMod val="40000"/>
              <a:lumOff val="60000"/>
            </a:schemeClr>
          </a:solidFill>
          <a:ln>
            <a:noFill/>
          </a:ln>
        </p:spPr>
        <p:txBody>
          <a:bodyPr wrap="square" rtlCol="0">
            <a:spAutoFit/>
          </a:bodyPr>
          <a:lstStyle/>
          <a:p>
            <a:r>
              <a:rPr lang="en-GB" dirty="0"/>
              <a:t>Hard Links</a:t>
            </a:r>
          </a:p>
        </p:txBody>
      </p:sp>
      <p:sp>
        <p:nvSpPr>
          <p:cNvPr id="27" name="TextBox 26">
            <a:extLst>
              <a:ext uri="{FF2B5EF4-FFF2-40B4-BE49-F238E27FC236}">
                <a16:creationId xmlns:a16="http://schemas.microsoft.com/office/drawing/2014/main" id="{490B7ED4-E840-7913-8134-0089949EF512}"/>
              </a:ext>
            </a:extLst>
          </p:cNvPr>
          <p:cNvSpPr txBox="1"/>
          <p:nvPr/>
        </p:nvSpPr>
        <p:spPr>
          <a:xfrm>
            <a:off x="2919357" y="5951600"/>
            <a:ext cx="632832" cy="369332"/>
          </a:xfrm>
          <a:prstGeom prst="rect">
            <a:avLst/>
          </a:prstGeom>
          <a:solidFill>
            <a:schemeClr val="accent3">
              <a:lumMod val="40000"/>
              <a:lumOff val="60000"/>
            </a:schemeClr>
          </a:solidFill>
          <a:ln>
            <a:noFill/>
          </a:ln>
        </p:spPr>
        <p:txBody>
          <a:bodyPr wrap="square" rtlCol="0">
            <a:spAutoFit/>
          </a:bodyPr>
          <a:lstStyle/>
          <a:p>
            <a:r>
              <a:rPr lang="en-GB" dirty="0"/>
              <a:t>User</a:t>
            </a:r>
          </a:p>
        </p:txBody>
      </p:sp>
      <p:sp>
        <p:nvSpPr>
          <p:cNvPr id="40" name="Line 11">
            <a:extLst>
              <a:ext uri="{FF2B5EF4-FFF2-40B4-BE49-F238E27FC236}">
                <a16:creationId xmlns:a16="http://schemas.microsoft.com/office/drawing/2014/main" id="{46DD6366-3863-1E6B-88C5-5F29996AE1B0}"/>
              </a:ext>
            </a:extLst>
          </p:cNvPr>
          <p:cNvSpPr>
            <a:spLocks noChangeShapeType="1"/>
          </p:cNvSpPr>
          <p:nvPr/>
        </p:nvSpPr>
        <p:spPr bwMode="auto">
          <a:xfrm flipV="1">
            <a:off x="4109601" y="5846233"/>
            <a:ext cx="925" cy="114386"/>
          </a:xfrm>
          <a:prstGeom prst="line">
            <a:avLst/>
          </a:prstGeom>
          <a:noFill/>
          <a:ln w="19050">
            <a:solidFill>
              <a:schemeClr val="accent4"/>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43" name="TextBox 42">
            <a:extLst>
              <a:ext uri="{FF2B5EF4-FFF2-40B4-BE49-F238E27FC236}">
                <a16:creationId xmlns:a16="http://schemas.microsoft.com/office/drawing/2014/main" id="{A1855E21-DB59-4506-3C93-E2EA19ABACDC}"/>
              </a:ext>
            </a:extLst>
          </p:cNvPr>
          <p:cNvSpPr txBox="1"/>
          <p:nvPr/>
        </p:nvSpPr>
        <p:spPr>
          <a:xfrm>
            <a:off x="5785771" y="5944591"/>
            <a:ext cx="1381275" cy="646331"/>
          </a:xfrm>
          <a:prstGeom prst="rect">
            <a:avLst/>
          </a:prstGeom>
          <a:solidFill>
            <a:schemeClr val="accent6">
              <a:lumMod val="40000"/>
              <a:lumOff val="60000"/>
            </a:schemeClr>
          </a:solidFill>
          <a:ln>
            <a:noFill/>
          </a:ln>
        </p:spPr>
        <p:txBody>
          <a:bodyPr wrap="square" rtlCol="0">
            <a:spAutoFit/>
          </a:bodyPr>
          <a:lstStyle/>
          <a:p>
            <a:pPr algn="ctr"/>
            <a:r>
              <a:rPr lang="en-GB" dirty="0"/>
              <a:t>Modification</a:t>
            </a:r>
          </a:p>
          <a:p>
            <a:pPr algn="ctr"/>
            <a:r>
              <a:rPr lang="en-GB" dirty="0"/>
              <a:t>Timestamp</a:t>
            </a:r>
          </a:p>
        </p:txBody>
      </p:sp>
      <p:sp>
        <p:nvSpPr>
          <p:cNvPr id="46" name="Rectangle: Rounded Corners 45">
            <a:extLst>
              <a:ext uri="{FF2B5EF4-FFF2-40B4-BE49-F238E27FC236}">
                <a16:creationId xmlns:a16="http://schemas.microsoft.com/office/drawing/2014/main" id="{F29205BB-E2B8-C5A1-45DF-58A3949DF960}"/>
              </a:ext>
            </a:extLst>
          </p:cNvPr>
          <p:cNvSpPr/>
          <p:nvPr/>
        </p:nvSpPr>
        <p:spPr>
          <a:xfrm>
            <a:off x="2385308" y="4737291"/>
            <a:ext cx="235972" cy="1073994"/>
          </a:xfrm>
          <a:prstGeom prst="roundRect">
            <a:avLst>
              <a:gd name="adj" fmla="val 20312"/>
            </a:avLst>
          </a:prstGeom>
          <a:no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Rounded Corners 46">
            <a:extLst>
              <a:ext uri="{FF2B5EF4-FFF2-40B4-BE49-F238E27FC236}">
                <a16:creationId xmlns:a16="http://schemas.microsoft.com/office/drawing/2014/main" id="{0D9A8375-28BC-77B1-D6B8-AAB2DD67A751}"/>
              </a:ext>
            </a:extLst>
          </p:cNvPr>
          <p:cNvSpPr/>
          <p:nvPr/>
        </p:nvSpPr>
        <p:spPr>
          <a:xfrm>
            <a:off x="2775848" y="4737291"/>
            <a:ext cx="919851" cy="1073994"/>
          </a:xfrm>
          <a:prstGeom prst="roundRect">
            <a:avLst>
              <a:gd name="adj" fmla="val 8387"/>
            </a:avLst>
          </a:prstGeom>
          <a:no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Rounded Corners 47">
            <a:extLst>
              <a:ext uri="{FF2B5EF4-FFF2-40B4-BE49-F238E27FC236}">
                <a16:creationId xmlns:a16="http://schemas.microsoft.com/office/drawing/2014/main" id="{30290A9E-2ED4-33F3-6352-7154E00F12D6}"/>
              </a:ext>
            </a:extLst>
          </p:cNvPr>
          <p:cNvSpPr/>
          <p:nvPr/>
        </p:nvSpPr>
        <p:spPr>
          <a:xfrm>
            <a:off x="3806116" y="4746310"/>
            <a:ext cx="655652" cy="1073994"/>
          </a:xfrm>
          <a:prstGeom prst="roundRect">
            <a:avLst>
              <a:gd name="adj" fmla="val 8387"/>
            </a:avLst>
          </a:prstGeom>
          <a:no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Rounded Corners 48">
            <a:extLst>
              <a:ext uri="{FF2B5EF4-FFF2-40B4-BE49-F238E27FC236}">
                <a16:creationId xmlns:a16="http://schemas.microsoft.com/office/drawing/2014/main" id="{B71E787C-BA13-B24D-D5C3-7B2C1FA61584}"/>
              </a:ext>
            </a:extLst>
          </p:cNvPr>
          <p:cNvSpPr/>
          <p:nvPr/>
        </p:nvSpPr>
        <p:spPr>
          <a:xfrm>
            <a:off x="4807632" y="4743897"/>
            <a:ext cx="457988" cy="1073994"/>
          </a:xfrm>
          <a:prstGeom prst="roundRect">
            <a:avLst>
              <a:gd name="adj" fmla="val 8387"/>
            </a:avLst>
          </a:prstGeom>
          <a:noFill/>
          <a:ln w="254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ectangle: Rounded Corners 49">
            <a:extLst>
              <a:ext uri="{FF2B5EF4-FFF2-40B4-BE49-F238E27FC236}">
                <a16:creationId xmlns:a16="http://schemas.microsoft.com/office/drawing/2014/main" id="{F0B9AB8F-F293-3937-C0B3-6294EE254A77}"/>
              </a:ext>
            </a:extLst>
          </p:cNvPr>
          <p:cNvSpPr/>
          <p:nvPr/>
        </p:nvSpPr>
        <p:spPr>
          <a:xfrm>
            <a:off x="5445920" y="4746310"/>
            <a:ext cx="2052159" cy="1073994"/>
          </a:xfrm>
          <a:prstGeom prst="roundRect">
            <a:avLst>
              <a:gd name="adj" fmla="val 6259"/>
            </a:avLst>
          </a:prstGeom>
          <a:noFill/>
          <a:ln w="254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1" name="Rectangle: Rounded Corners 50">
            <a:extLst>
              <a:ext uri="{FF2B5EF4-FFF2-40B4-BE49-F238E27FC236}">
                <a16:creationId xmlns:a16="http://schemas.microsoft.com/office/drawing/2014/main" id="{AD901C0F-8FF8-4EF6-A5BA-B53097798E48}"/>
              </a:ext>
            </a:extLst>
          </p:cNvPr>
          <p:cNvSpPr/>
          <p:nvPr/>
        </p:nvSpPr>
        <p:spPr>
          <a:xfrm>
            <a:off x="7669126" y="4754223"/>
            <a:ext cx="1426615" cy="1073994"/>
          </a:xfrm>
          <a:prstGeom prst="roundRect">
            <a:avLst>
              <a:gd name="adj" fmla="val 6259"/>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Line 11">
            <a:extLst>
              <a:ext uri="{FF2B5EF4-FFF2-40B4-BE49-F238E27FC236}">
                <a16:creationId xmlns:a16="http://schemas.microsoft.com/office/drawing/2014/main" id="{42AB4130-B3E2-AEE2-D156-EF176FBF2EBA}"/>
              </a:ext>
            </a:extLst>
          </p:cNvPr>
          <p:cNvSpPr>
            <a:spLocks noChangeShapeType="1"/>
          </p:cNvSpPr>
          <p:nvPr/>
        </p:nvSpPr>
        <p:spPr bwMode="auto">
          <a:xfrm flipV="1">
            <a:off x="5011647" y="5842069"/>
            <a:ext cx="925" cy="114386"/>
          </a:xfrm>
          <a:prstGeom prst="line">
            <a:avLst/>
          </a:prstGeom>
          <a:noFill/>
          <a:ln w="19050">
            <a:solidFill>
              <a:schemeClr val="accent5"/>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53" name="Line 11">
            <a:extLst>
              <a:ext uri="{FF2B5EF4-FFF2-40B4-BE49-F238E27FC236}">
                <a16:creationId xmlns:a16="http://schemas.microsoft.com/office/drawing/2014/main" id="{E336778F-8DFF-02EF-E191-B850D74277AA}"/>
              </a:ext>
            </a:extLst>
          </p:cNvPr>
          <p:cNvSpPr>
            <a:spLocks noChangeShapeType="1"/>
          </p:cNvSpPr>
          <p:nvPr/>
        </p:nvSpPr>
        <p:spPr bwMode="auto">
          <a:xfrm flipV="1">
            <a:off x="6476408" y="5828217"/>
            <a:ext cx="925" cy="114386"/>
          </a:xfrm>
          <a:prstGeom prst="line">
            <a:avLst/>
          </a:prstGeom>
          <a:noFill/>
          <a:ln w="19050">
            <a:solidFill>
              <a:schemeClr val="accent6"/>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54" name="Line 11">
            <a:extLst>
              <a:ext uri="{FF2B5EF4-FFF2-40B4-BE49-F238E27FC236}">
                <a16:creationId xmlns:a16="http://schemas.microsoft.com/office/drawing/2014/main" id="{80ADBE1C-54F2-098F-A39D-85BC88A5F6EB}"/>
              </a:ext>
            </a:extLst>
          </p:cNvPr>
          <p:cNvSpPr>
            <a:spLocks noChangeShapeType="1"/>
          </p:cNvSpPr>
          <p:nvPr/>
        </p:nvSpPr>
        <p:spPr bwMode="auto">
          <a:xfrm flipV="1">
            <a:off x="3211253" y="5842069"/>
            <a:ext cx="925" cy="114386"/>
          </a:xfrm>
          <a:prstGeom prst="line">
            <a:avLst/>
          </a:prstGeom>
          <a:noFill/>
          <a:ln w="19050">
            <a:solidFill>
              <a:schemeClr val="accent3"/>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55" name="Line 11">
            <a:extLst>
              <a:ext uri="{FF2B5EF4-FFF2-40B4-BE49-F238E27FC236}">
                <a16:creationId xmlns:a16="http://schemas.microsoft.com/office/drawing/2014/main" id="{ED22EB2D-C86E-F597-E69B-9365F3363310}"/>
              </a:ext>
            </a:extLst>
          </p:cNvPr>
          <p:cNvSpPr>
            <a:spLocks noChangeShapeType="1"/>
          </p:cNvSpPr>
          <p:nvPr/>
        </p:nvSpPr>
        <p:spPr bwMode="auto">
          <a:xfrm flipV="1">
            <a:off x="1508172" y="5837214"/>
            <a:ext cx="925" cy="114386"/>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56" name="Line 11">
            <a:extLst>
              <a:ext uri="{FF2B5EF4-FFF2-40B4-BE49-F238E27FC236}">
                <a16:creationId xmlns:a16="http://schemas.microsoft.com/office/drawing/2014/main" id="{1F00EECB-058A-5529-6955-D0862001A7D3}"/>
              </a:ext>
            </a:extLst>
          </p:cNvPr>
          <p:cNvSpPr>
            <a:spLocks noChangeShapeType="1"/>
          </p:cNvSpPr>
          <p:nvPr/>
        </p:nvSpPr>
        <p:spPr bwMode="auto">
          <a:xfrm flipH="1" flipV="1">
            <a:off x="2504218" y="5837211"/>
            <a:ext cx="13320" cy="550153"/>
          </a:xfrm>
          <a:prstGeom prst="line">
            <a:avLst/>
          </a:prstGeom>
          <a:noFill/>
          <a:ln w="19050">
            <a:solidFill>
              <a:schemeClr val="accent2"/>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59" name="TextBox 58">
            <a:extLst>
              <a:ext uri="{FF2B5EF4-FFF2-40B4-BE49-F238E27FC236}">
                <a16:creationId xmlns:a16="http://schemas.microsoft.com/office/drawing/2014/main" id="{739DED68-32A8-E79C-11DE-2A4E6D35DFFD}"/>
              </a:ext>
            </a:extLst>
          </p:cNvPr>
          <p:cNvSpPr txBox="1"/>
          <p:nvPr/>
        </p:nvSpPr>
        <p:spPr>
          <a:xfrm>
            <a:off x="7977431" y="5971784"/>
            <a:ext cx="778566" cy="369332"/>
          </a:xfrm>
          <a:prstGeom prst="rect">
            <a:avLst/>
          </a:prstGeom>
          <a:solidFill>
            <a:schemeClr val="accent1">
              <a:lumMod val="40000"/>
              <a:lumOff val="60000"/>
            </a:schemeClr>
          </a:solidFill>
          <a:ln>
            <a:noFill/>
          </a:ln>
        </p:spPr>
        <p:txBody>
          <a:bodyPr wrap="square" rtlCol="0">
            <a:spAutoFit/>
          </a:bodyPr>
          <a:lstStyle/>
          <a:p>
            <a:r>
              <a:rPr lang="en-GB" dirty="0"/>
              <a:t>Name</a:t>
            </a:r>
          </a:p>
        </p:txBody>
      </p:sp>
      <p:sp>
        <p:nvSpPr>
          <p:cNvPr id="60" name="Line 11">
            <a:extLst>
              <a:ext uri="{FF2B5EF4-FFF2-40B4-BE49-F238E27FC236}">
                <a16:creationId xmlns:a16="http://schemas.microsoft.com/office/drawing/2014/main" id="{8AF1F0D0-239F-389A-C5A7-80AEF4F62CAC}"/>
              </a:ext>
            </a:extLst>
          </p:cNvPr>
          <p:cNvSpPr>
            <a:spLocks noChangeShapeType="1"/>
          </p:cNvSpPr>
          <p:nvPr/>
        </p:nvSpPr>
        <p:spPr bwMode="auto">
          <a:xfrm flipV="1">
            <a:off x="8366714" y="5849291"/>
            <a:ext cx="925" cy="114386"/>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61" name="TextBox 60">
            <a:extLst>
              <a:ext uri="{FF2B5EF4-FFF2-40B4-BE49-F238E27FC236}">
                <a16:creationId xmlns:a16="http://schemas.microsoft.com/office/drawing/2014/main" id="{D1F863E4-C60B-4E08-3F2B-05B6961187E2}"/>
              </a:ext>
            </a:extLst>
          </p:cNvPr>
          <p:cNvSpPr txBox="1"/>
          <p:nvPr/>
        </p:nvSpPr>
        <p:spPr>
          <a:xfrm>
            <a:off x="46610" y="4951122"/>
            <a:ext cx="623576" cy="646331"/>
          </a:xfrm>
          <a:prstGeom prst="rect">
            <a:avLst/>
          </a:prstGeom>
          <a:solidFill>
            <a:schemeClr val="accent5"/>
          </a:solidFill>
          <a:ln>
            <a:noFill/>
          </a:ln>
        </p:spPr>
        <p:txBody>
          <a:bodyPr wrap="square" rtlCol="0">
            <a:spAutoFit/>
          </a:bodyPr>
          <a:lstStyle/>
          <a:p>
            <a:pPr algn="r"/>
            <a:r>
              <a:rPr lang="en-GB" dirty="0"/>
              <a:t>File</a:t>
            </a:r>
          </a:p>
          <a:p>
            <a:pPr algn="r"/>
            <a:r>
              <a:rPr lang="en-GB" dirty="0"/>
              <a:t>Type</a:t>
            </a:r>
          </a:p>
        </p:txBody>
      </p:sp>
      <p:sp>
        <p:nvSpPr>
          <p:cNvPr id="62" name="Line 11">
            <a:extLst>
              <a:ext uri="{FF2B5EF4-FFF2-40B4-BE49-F238E27FC236}">
                <a16:creationId xmlns:a16="http://schemas.microsoft.com/office/drawing/2014/main" id="{3D7801A3-7D42-88B7-31C5-19C1935F44BE}"/>
              </a:ext>
            </a:extLst>
          </p:cNvPr>
          <p:cNvSpPr>
            <a:spLocks noChangeShapeType="1"/>
          </p:cNvSpPr>
          <p:nvPr/>
        </p:nvSpPr>
        <p:spPr bwMode="auto">
          <a:xfrm flipV="1">
            <a:off x="661730" y="5280660"/>
            <a:ext cx="142793" cy="234"/>
          </a:xfrm>
          <a:prstGeom prst="line">
            <a:avLst/>
          </a:prstGeom>
          <a:noFill/>
          <a:ln w="19050">
            <a:solidFill>
              <a:schemeClr val="accent5">
                <a:lumMod val="75000"/>
              </a:schemeClr>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
        <p:nvSpPr>
          <p:cNvPr id="63" name="Rectangle: Rounded Corners 62">
            <a:extLst>
              <a:ext uri="{FF2B5EF4-FFF2-40B4-BE49-F238E27FC236}">
                <a16:creationId xmlns:a16="http://schemas.microsoft.com/office/drawing/2014/main" id="{F9908D75-9BAD-0E61-A79B-B78D8152311C}"/>
              </a:ext>
            </a:extLst>
          </p:cNvPr>
          <p:cNvSpPr/>
          <p:nvPr/>
        </p:nvSpPr>
        <p:spPr>
          <a:xfrm>
            <a:off x="906634" y="4743897"/>
            <a:ext cx="115698" cy="1073994"/>
          </a:xfrm>
          <a:prstGeom prst="roundRect">
            <a:avLst>
              <a:gd name="adj" fmla="val 20312"/>
            </a:avLst>
          </a:prstGeom>
          <a:noFill/>
          <a:ln w="254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0674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379A9B7-4C72-DED7-620C-198B57747332}"/>
              </a:ext>
            </a:extLst>
          </p:cNvPr>
          <p:cNvSpPr>
            <a:spLocks noGrp="1"/>
          </p:cNvSpPr>
          <p:nvPr>
            <p:ph type="body" sz="quarter" idx="13"/>
          </p:nvPr>
        </p:nvSpPr>
        <p:spPr/>
        <p:txBody>
          <a:bodyPr/>
          <a:lstStyle/>
          <a:p>
            <a:r>
              <a:rPr lang="en-GB" b="1" dirty="0"/>
              <a:t>ls --</a:t>
            </a:r>
            <a:r>
              <a:rPr lang="en-GB" b="1" dirty="0" err="1"/>
              <a:t>color</a:t>
            </a:r>
            <a:r>
              <a:rPr lang="en-GB" b="1" dirty="0"/>
              <a:t> uses colours to identify file types:</a:t>
            </a:r>
          </a:p>
          <a:p>
            <a:pPr marL="285750" indent="-285750">
              <a:buFont typeface="Arial" panose="020B0604020202020204" pitchFamily="34" charset="0"/>
              <a:buChar char="•"/>
            </a:pPr>
            <a:r>
              <a:rPr lang="en-GB" dirty="0"/>
              <a:t>Blue = directory</a:t>
            </a:r>
          </a:p>
          <a:p>
            <a:pPr marL="285750" indent="-285750">
              <a:buFont typeface="Arial" panose="020B0604020202020204" pitchFamily="34" charset="0"/>
              <a:buChar char="•"/>
            </a:pPr>
            <a:r>
              <a:rPr lang="en-GB" dirty="0"/>
              <a:t>Green = executable file</a:t>
            </a:r>
          </a:p>
          <a:p>
            <a:pPr marL="285750" indent="-285750">
              <a:buFont typeface="Arial" panose="020B0604020202020204" pitchFamily="34" charset="0"/>
              <a:buChar char="•"/>
            </a:pPr>
            <a:r>
              <a:rPr lang="en-GB" dirty="0"/>
              <a:t>Cyan = symbolic link</a:t>
            </a:r>
          </a:p>
          <a:p>
            <a:pPr marL="285750" indent="-285750">
              <a:buFont typeface="Arial" panose="020B0604020202020204" pitchFamily="34" charset="0"/>
              <a:buChar char="•"/>
            </a:pPr>
            <a:r>
              <a:rPr lang="en-GB" dirty="0"/>
              <a:t>White/default = regular file</a:t>
            </a:r>
          </a:p>
          <a:p>
            <a:r>
              <a:rPr lang="en-GB" b="1" dirty="0"/>
              <a:t>Colours may vary between Linux systems</a:t>
            </a:r>
          </a:p>
          <a:p>
            <a:pPr marL="285750" indent="-285750">
              <a:buFont typeface="Arial" panose="020B0604020202020204" pitchFamily="34" charset="0"/>
              <a:buChar char="•"/>
            </a:pPr>
            <a:r>
              <a:rPr lang="en-GB" dirty="0"/>
              <a:t>ls -F appends symbols to filenames to indicate their type</a:t>
            </a:r>
          </a:p>
          <a:p>
            <a:pPr marL="285750" indent="-285750">
              <a:buFont typeface="Arial" panose="020B0604020202020204" pitchFamily="34" charset="0"/>
              <a:buChar char="•"/>
            </a:pPr>
            <a:r>
              <a:rPr lang="en-GB" dirty="0"/>
              <a:t>Useful on terminals that do not support colour output</a:t>
            </a:r>
          </a:p>
          <a:p>
            <a:r>
              <a:rPr lang="en-GB" b="1" dirty="0"/>
              <a:t>Example:</a:t>
            </a:r>
          </a:p>
          <a:p>
            <a:endParaRPr lang="en-GB" b="1" dirty="0"/>
          </a:p>
          <a:p>
            <a:endParaRPr lang="en-GB" b="1" dirty="0"/>
          </a:p>
        </p:txBody>
      </p:sp>
      <p:sp>
        <p:nvSpPr>
          <p:cNvPr id="3" name="Title 2">
            <a:extLst>
              <a:ext uri="{FF2B5EF4-FFF2-40B4-BE49-F238E27FC236}">
                <a16:creationId xmlns:a16="http://schemas.microsoft.com/office/drawing/2014/main" id="{EDC7851A-11C9-2BB7-E68C-7BC8B05D7285}"/>
              </a:ext>
            </a:extLst>
          </p:cNvPr>
          <p:cNvSpPr>
            <a:spLocks noGrp="1"/>
          </p:cNvSpPr>
          <p:nvPr>
            <p:ph type="ctrTitle"/>
          </p:nvPr>
        </p:nvSpPr>
        <p:spPr/>
        <p:txBody>
          <a:bodyPr/>
          <a:lstStyle/>
          <a:p>
            <a:r>
              <a:rPr lang="en-US" noProof="0" dirty="0"/>
              <a:t>Understanding ls </a:t>
            </a:r>
            <a:r>
              <a:rPr lang="en-US" noProof="0" dirty="0" err="1"/>
              <a:t>Colours</a:t>
            </a:r>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5" name="Table 7">
            <a:extLst>
              <a:ext uri="{FF2B5EF4-FFF2-40B4-BE49-F238E27FC236}">
                <a16:creationId xmlns:a16="http://schemas.microsoft.com/office/drawing/2014/main" id="{7045A2B5-0916-C458-D9B1-15DC390A7FA1}"/>
              </a:ext>
            </a:extLst>
          </p:cNvPr>
          <p:cNvGraphicFramePr>
            <a:graphicFrameLocks noGrp="1"/>
          </p:cNvGraphicFramePr>
          <p:nvPr>
            <p:extLst>
              <p:ext uri="{D42A27DB-BD31-4B8C-83A1-F6EECF244321}">
                <p14:modId xmlns:p14="http://schemas.microsoft.com/office/powerpoint/2010/main" val="1967876037"/>
              </p:ext>
            </p:extLst>
          </p:nvPr>
        </p:nvGraphicFramePr>
        <p:xfrm>
          <a:off x="6354790" y="1676211"/>
          <a:ext cx="5651789" cy="2194560"/>
        </p:xfrm>
        <a:graphic>
          <a:graphicData uri="http://schemas.openxmlformats.org/drawingml/2006/table">
            <a:tbl>
              <a:tblPr firstRow="1" bandRow="1">
                <a:tableStyleId>{10A1B5D5-9B99-4C35-A422-299274C87663}</a:tableStyleId>
              </a:tblPr>
              <a:tblGrid>
                <a:gridCol w="3219740">
                  <a:extLst>
                    <a:ext uri="{9D8B030D-6E8A-4147-A177-3AD203B41FA5}">
                      <a16:colId xmlns:a16="http://schemas.microsoft.com/office/drawing/2014/main" val="2879171503"/>
                    </a:ext>
                  </a:extLst>
                </a:gridCol>
                <a:gridCol w="2432049">
                  <a:extLst>
                    <a:ext uri="{9D8B030D-6E8A-4147-A177-3AD203B41FA5}">
                      <a16:colId xmlns:a16="http://schemas.microsoft.com/office/drawing/2014/main" val="3205634584"/>
                    </a:ext>
                  </a:extLst>
                </a:gridCol>
              </a:tblGrid>
              <a:tr h="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Color</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Meaning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34978860"/>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Uncolored (white)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File; multi-hardlink file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526029732"/>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blue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Directory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55024219"/>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cyan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Symbolic link</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864510601"/>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green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Executable file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259063239"/>
                  </a:ext>
                </a:extLst>
              </a:tr>
              <a:tr h="340677">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Bold red</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Archive file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6581741"/>
                  </a:ext>
                </a:extLst>
              </a:tr>
            </a:tbl>
          </a:graphicData>
        </a:graphic>
      </p:graphicFrame>
      <p:pic>
        <p:nvPicPr>
          <p:cNvPr id="6" name="Picture 5">
            <a:extLst>
              <a:ext uri="{FF2B5EF4-FFF2-40B4-BE49-F238E27FC236}">
                <a16:creationId xmlns:a16="http://schemas.microsoft.com/office/drawing/2014/main" id="{F276E05E-1FEC-56A7-906B-1FEAC883A0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06719" y="3497232"/>
            <a:ext cx="799860" cy="747077"/>
          </a:xfrm>
          <a:prstGeom prst="rect">
            <a:avLst/>
          </a:prstGeom>
        </p:spPr>
      </p:pic>
      <p:sp>
        <p:nvSpPr>
          <p:cNvPr id="8" name="Text Placeholder 4">
            <a:extLst>
              <a:ext uri="{FF2B5EF4-FFF2-40B4-BE49-F238E27FC236}">
                <a16:creationId xmlns:a16="http://schemas.microsoft.com/office/drawing/2014/main" id="{91A8ED3D-B755-43C9-BCB1-DCF495C0C9DB}"/>
              </a:ext>
            </a:extLst>
          </p:cNvPr>
          <p:cNvSpPr txBox="1">
            <a:spLocks/>
          </p:cNvSpPr>
          <p:nvPr/>
        </p:nvSpPr>
        <p:spPr>
          <a:xfrm>
            <a:off x="443921" y="1732835"/>
            <a:ext cx="11303578" cy="43487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3" name="Rectangle 6">
            <a:extLst>
              <a:ext uri="{FF2B5EF4-FFF2-40B4-BE49-F238E27FC236}">
                <a16:creationId xmlns:a16="http://schemas.microsoft.com/office/drawing/2014/main" id="{CBFF0C28-131C-544F-D33D-27BAE90A8615}"/>
              </a:ext>
            </a:extLst>
          </p:cNvPr>
          <p:cNvSpPr>
            <a:spLocks noChangeArrowheads="1"/>
          </p:cNvSpPr>
          <p:nvPr/>
        </p:nvSpPr>
        <p:spPr bwMode="auto">
          <a:xfrm>
            <a:off x="810680" y="5328424"/>
            <a:ext cx="5483439" cy="933589"/>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0"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ls </a:t>
            </a:r>
            <a:r>
              <a:rPr lang="en-US" b="1" dirty="0">
                <a:solidFill>
                  <a:schemeClr val="bg1"/>
                </a:solidFill>
                <a:latin typeface="Consolas" panose="020B0609020204030204" pitchFamily="49" charset="0"/>
                <a:ea typeface="Hack" panose="020B0609030202020204" pitchFamily="49" charset="0"/>
                <a:cs typeface="Hack" panose="020B0609030202020204" pitchFamily="49" charset="0"/>
              </a:rPr>
              <a:t>--</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color –F /home/</a:t>
            </a:r>
            <a:r>
              <a:rPr kumimoji="0" lang="en-US" b="1"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qa</a:t>
            </a:r>
            <a:endPar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lang="en-US" b="1" dirty="0">
                <a:solidFill>
                  <a:srgbClr val="0070C0"/>
                </a:solidFill>
                <a:latin typeface="Consolas" panose="020B0609020204030204" pitchFamily="49" charset="0"/>
                <a:ea typeface="Hack" panose="020B0609030202020204" pitchFamily="49" charset="0"/>
                <a:cs typeface="Hack" panose="020B0609030202020204" pitchFamily="49" charset="0"/>
              </a:rPr>
              <a:t>Desktop/</a:t>
            </a:r>
            <a:r>
              <a:rPr lang="en-US" b="1" dirty="0">
                <a:solidFill>
                  <a:schemeClr val="bg1"/>
                </a:solidFill>
                <a:latin typeface="Consolas" panose="020B0609020204030204" pitchFamily="49" charset="0"/>
                <a:ea typeface="Hack" panose="020B0609030202020204" pitchFamily="49" charset="0"/>
                <a:cs typeface="Hack" panose="020B0609030202020204" pitchFamily="49" charset="0"/>
              </a:rPr>
              <a:t>   </a:t>
            </a:r>
            <a:r>
              <a:rPr lang="en-US" b="1" dirty="0">
                <a:solidFill>
                  <a:srgbClr val="0070C0"/>
                </a:solidFill>
                <a:latin typeface="Consolas" panose="020B0609020204030204" pitchFamily="49" charset="0"/>
                <a:ea typeface="Hack" panose="020B0609030202020204" pitchFamily="49" charset="0"/>
                <a:cs typeface="Hack" panose="020B0609030202020204" pitchFamily="49" charset="0"/>
              </a:rPr>
              <a:t>Music/</a:t>
            </a:r>
            <a:r>
              <a:rPr lang="en-US" b="1" dirty="0">
                <a:solidFill>
                  <a:schemeClr val="bg1"/>
                </a:solidFill>
                <a:latin typeface="Consolas" panose="020B0609020204030204" pitchFamily="49" charset="0"/>
                <a:ea typeface="Hack" panose="020B0609030202020204" pitchFamily="49" charset="0"/>
                <a:cs typeface="Hack" panose="020B0609030202020204" pitchFamily="49" charset="0"/>
              </a:rPr>
              <a:t>    caesar1.txt </a:t>
            </a:r>
            <a:r>
              <a:rPr lang="en-US" b="1" dirty="0" err="1">
                <a:solidFill>
                  <a:schemeClr val="accent1"/>
                </a:solidFill>
                <a:latin typeface="Consolas" panose="020B0609020204030204" pitchFamily="49" charset="0"/>
                <a:ea typeface="Hack" panose="020B0609030202020204" pitchFamily="49" charset="0"/>
                <a:cs typeface="Hack" panose="020B0609030202020204" pitchFamily="49" charset="0"/>
              </a:rPr>
              <a:t>mylink</a:t>
            </a:r>
            <a:r>
              <a:rPr lang="en-US" b="1" dirty="0">
                <a:solidFill>
                  <a:schemeClr val="accent1"/>
                </a:solidFill>
                <a:latin typeface="Consolas" panose="020B0609020204030204" pitchFamily="49" charset="0"/>
                <a:ea typeface="Hack" panose="020B0609030202020204" pitchFamily="49" charset="0"/>
                <a:cs typeface="Hack" panose="020B0609030202020204" pitchFamily="49" charset="0"/>
              </a:rPr>
              <a:t>@</a:t>
            </a:r>
          </a:p>
          <a:p>
            <a:pPr lvl="0">
              <a:spcBef>
                <a:spcPct val="0"/>
              </a:spcBef>
              <a:buClr>
                <a:srgbClr val="000066"/>
              </a:buClr>
              <a:buSzPct val="100000"/>
              <a:defRPr/>
            </a:pPr>
            <a:r>
              <a:rPr kumimoji="0" lang="en-US" b="1" i="0" u="none" strike="noStrike" kern="1200" cap="none" spc="0" normalizeH="0" baseline="0" noProof="0" dirty="0">
                <a:ln>
                  <a:noFill/>
                </a:ln>
                <a:solidFill>
                  <a:srgbClr val="0070C0"/>
                </a:solidFill>
                <a:effectLst/>
                <a:uLnTx/>
                <a:uFillTx/>
                <a:latin typeface="Consolas" panose="020B0609020204030204" pitchFamily="49" charset="0"/>
                <a:ea typeface="Hack" panose="020B0609030202020204" pitchFamily="49" charset="0"/>
                <a:cs typeface="Hack" panose="020B0609030202020204" pitchFamily="49" charset="0"/>
              </a:rPr>
              <a:t>Documents/</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b="1" i="0" u="none" strike="noStrike" kern="1200" cap="none" spc="0" normalizeH="0" baseline="0" noProof="0" dirty="0">
                <a:ln>
                  <a:noFill/>
                </a:ln>
                <a:solidFill>
                  <a:srgbClr val="0070C0"/>
                </a:solidFill>
                <a:effectLst/>
                <a:uLnTx/>
                <a:uFillTx/>
                <a:latin typeface="Consolas" panose="020B0609020204030204" pitchFamily="49" charset="0"/>
                <a:ea typeface="Hack" panose="020B0609030202020204" pitchFamily="49" charset="0"/>
                <a:cs typeface="Hack" panose="020B0609030202020204" pitchFamily="49" charset="0"/>
              </a:rPr>
              <a:t>Pictures/</a:t>
            </a:r>
            <a:r>
              <a:rPr kumimoji="0" lang="en-US" b="1"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country.txt </a:t>
            </a:r>
            <a:r>
              <a:rPr lang="en-US" b="1" dirty="0" err="1">
                <a:solidFill>
                  <a:srgbClr val="00B050"/>
                </a:solidFill>
                <a:latin typeface="Consolas" panose="020B0609020204030204" pitchFamily="49" charset="0"/>
                <a:ea typeface="Hack" panose="020B0609030202020204" pitchFamily="49" charset="0"/>
                <a:cs typeface="Hack" panose="020B0609030202020204" pitchFamily="49" charset="0"/>
              </a:rPr>
              <a:t>myscript</a:t>
            </a:r>
            <a:r>
              <a:rPr lang="en-US" b="1" dirty="0">
                <a:solidFill>
                  <a:srgbClr val="00B050"/>
                </a:solidFill>
                <a:latin typeface="Consolas" panose="020B0609020204030204" pitchFamily="49" charset="0"/>
                <a:ea typeface="Hack" panose="020B0609030202020204" pitchFamily="49" charset="0"/>
                <a:cs typeface="Hack" panose="020B0609030202020204" pitchFamily="49" charset="0"/>
              </a:rPr>
              <a:t>*</a:t>
            </a:r>
            <a:endParaRPr kumimoji="0" lang="en-US" b="0" i="0" u="none" strike="noStrike" kern="1200" cap="none" spc="0" normalizeH="0" baseline="0" noProof="0" dirty="0">
              <a:ln>
                <a:noFill/>
              </a:ln>
              <a:solidFill>
                <a:srgbClr val="00B050"/>
              </a:solidFill>
              <a:effectLst/>
              <a:uLnTx/>
              <a:uFillTx/>
              <a:latin typeface="Consolas" panose="020B060902020403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739287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B43522-E27B-3685-75A5-39FC0DE2658A}"/>
              </a:ext>
            </a:extLst>
          </p:cNvPr>
          <p:cNvSpPr>
            <a:spLocks noGrp="1"/>
          </p:cNvSpPr>
          <p:nvPr>
            <p:ph type="ctrTitle"/>
          </p:nvPr>
        </p:nvSpPr>
        <p:spPr/>
        <p:txBody>
          <a:bodyPr/>
          <a:lstStyle/>
          <a:p>
            <a:r>
              <a:rPr lang="en-US" noProof="0" dirty="0"/>
              <a:t>Displaying a Directory Structure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0" y="1733108"/>
            <a:ext cx="5735899" cy="4061405"/>
          </a:xfrm>
        </p:spPr>
        <p:txBody>
          <a:bodyPr/>
          <a:lstStyle/>
          <a:p>
            <a:pPr marL="285750" indent="-285750">
              <a:buFont typeface="Arial" panose="020B0604020202020204" pitchFamily="34" charset="0"/>
              <a:buChar char="•"/>
            </a:pPr>
            <a:r>
              <a:rPr lang="en-GB" sz="1800" noProof="0" dirty="0">
                <a:solidFill>
                  <a:schemeClr val="tx1"/>
                </a:solidFill>
              </a:rPr>
              <a:t>tree displays files and directories in a hierarchical format</a:t>
            </a:r>
          </a:p>
          <a:p>
            <a:pPr marL="285750" indent="-285750">
              <a:buFont typeface="Arial" panose="020B0604020202020204" pitchFamily="34" charset="0"/>
              <a:buChar char="•"/>
            </a:pPr>
            <a:r>
              <a:rPr lang="en-GB" sz="1800" noProof="0" dirty="0">
                <a:solidFill>
                  <a:schemeClr val="tx1"/>
                </a:solidFill>
              </a:rPr>
              <a:t>Makes it easier to understand the structure of nested directories</a:t>
            </a:r>
          </a:p>
          <a:p>
            <a:pPr marL="285750" indent="-285750">
              <a:buFont typeface="Arial" panose="020B0604020202020204" pitchFamily="34" charset="0"/>
              <a:buChar char="•"/>
            </a:pPr>
            <a:r>
              <a:rPr lang="en-GB" sz="1800" noProof="0" dirty="0">
                <a:solidFill>
                  <a:schemeClr val="tx1"/>
                </a:solidFill>
              </a:rPr>
              <a:t>May require installation before use.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sz="1800" noProof="0" dirty="0">
              <a:solidFill>
                <a:schemeClr val="tx1"/>
              </a:solidFill>
            </a:endParaRP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sz="1800" noProof="0" dirty="0">
              <a:solidFill>
                <a:schemeClr val="tx1"/>
              </a:solidFill>
            </a:endParaRPr>
          </a:p>
          <a:p>
            <a:r>
              <a:rPr lang="en-US" sz="1800" b="1" noProof="0" dirty="0"/>
              <a:t>Example: </a:t>
            </a:r>
            <a:endParaRPr lang="en-US" sz="1800" b="1" noProof="0" dirty="0">
              <a:solidFill>
                <a:srgbClr val="7030A0"/>
              </a:solidFill>
              <a:latin typeface="Consolas" panose="020B0609020204030204" pitchFamily="49" charset="0"/>
              <a:ea typeface="Hack" panose="020B0609030202020204" pitchFamily="49" charset="0"/>
              <a:cs typeface="Hack" panose="020B0609030202020204" pitchFamily="49" charset="0"/>
            </a:endParaRPr>
          </a:p>
          <a:p>
            <a:endParaRPr lang="en-US" sz="3200" noProof="0" dirty="0"/>
          </a:p>
        </p:txBody>
      </p:sp>
      <p:sp>
        <p:nvSpPr>
          <p:cNvPr id="6" name="Text Placeholder 5">
            <a:extLst>
              <a:ext uri="{FF2B5EF4-FFF2-40B4-BE49-F238E27FC236}">
                <a16:creationId xmlns:a16="http://schemas.microsoft.com/office/drawing/2014/main" id="{5D04EC69-DAFE-F159-2D5D-0999434C6FA3}"/>
              </a:ext>
            </a:extLst>
          </p:cNvPr>
          <p:cNvSpPr>
            <a:spLocks noGrp="1"/>
          </p:cNvSpPr>
          <p:nvPr>
            <p:ph type="body" sz="quarter" idx="15"/>
          </p:nvPr>
        </p:nvSpPr>
        <p:spPr>
          <a:xfrm>
            <a:off x="6282449" y="1733108"/>
            <a:ext cx="4961472" cy="4061405"/>
          </a:xfrm>
        </p:spPr>
        <p:txBody>
          <a:bodyPr/>
          <a:lstStyle/>
          <a:p>
            <a:r>
              <a:rPr lang="en-GB" b="1" dirty="0"/>
              <a:t>Example Output:</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7" name="Rectangle 6">
            <a:extLst>
              <a:ext uri="{FF2B5EF4-FFF2-40B4-BE49-F238E27FC236}">
                <a16:creationId xmlns:a16="http://schemas.microsoft.com/office/drawing/2014/main" id="{2FD6C417-2702-5D5F-CC16-5FBA3CBD4E96}"/>
              </a:ext>
            </a:extLst>
          </p:cNvPr>
          <p:cNvSpPr>
            <a:spLocks noChangeArrowheads="1"/>
          </p:cNvSpPr>
          <p:nvPr/>
        </p:nvSpPr>
        <p:spPr bwMode="auto">
          <a:xfrm>
            <a:off x="753140" y="5622126"/>
            <a:ext cx="1341120" cy="379591"/>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0"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lang="en-US" b="1" dirty="0">
                <a:solidFill>
                  <a:schemeClr val="bg1"/>
                </a:solidFill>
                <a:latin typeface="Consolas" panose="020B0609020204030204" pitchFamily="49" charset="0"/>
                <a:ea typeface="Hack" panose="020B0609030202020204" pitchFamily="49" charset="0"/>
                <a:cs typeface="Hack" panose="020B0609030202020204" pitchFamily="49" charset="0"/>
              </a:rPr>
              <a:t>tree ~</a:t>
            </a:r>
            <a:endParaRPr kumimoji="0" lang="en-US" b="0" i="0" u="none" strike="noStrike" kern="1200" cap="none" spc="0" normalizeH="0" baseline="0" noProof="0" dirty="0">
              <a:ln>
                <a:noFill/>
              </a:ln>
              <a:solidFill>
                <a:srgbClr val="00B050"/>
              </a:solidFill>
              <a:effectLst/>
              <a:uLnTx/>
              <a:uFillTx/>
              <a:latin typeface="Consolas" panose="020B0609020204030204" pitchFamily="49" charset="0"/>
              <a:ea typeface="Hack" panose="020B0609030202020204" pitchFamily="49" charset="0"/>
              <a:cs typeface="Hack" panose="020B0609030202020204" pitchFamily="49" charset="0"/>
            </a:endParaRPr>
          </a:p>
        </p:txBody>
      </p:sp>
      <p:graphicFrame>
        <p:nvGraphicFramePr>
          <p:cNvPr id="8" name="Table 22">
            <a:extLst>
              <a:ext uri="{FF2B5EF4-FFF2-40B4-BE49-F238E27FC236}">
                <a16:creationId xmlns:a16="http://schemas.microsoft.com/office/drawing/2014/main" id="{5FEC6D83-BD19-DB80-83CB-9F0D5FFAE63A}"/>
              </a:ext>
            </a:extLst>
          </p:cNvPr>
          <p:cNvGraphicFramePr>
            <a:graphicFrameLocks noGrp="1"/>
          </p:cNvGraphicFramePr>
          <p:nvPr>
            <p:extLst>
              <p:ext uri="{D42A27DB-BD31-4B8C-83A1-F6EECF244321}">
                <p14:modId xmlns:p14="http://schemas.microsoft.com/office/powerpoint/2010/main" val="1357240495"/>
              </p:ext>
            </p:extLst>
          </p:nvPr>
        </p:nvGraphicFramePr>
        <p:xfrm>
          <a:off x="677815" y="3234193"/>
          <a:ext cx="5406066" cy="1828800"/>
        </p:xfrm>
        <a:graphic>
          <a:graphicData uri="http://schemas.openxmlformats.org/drawingml/2006/table">
            <a:tbl>
              <a:tblPr firstRow="1" bandRow="1">
                <a:tableStyleId>{10A1B5D5-9B99-4C35-A422-299274C87663}</a:tableStyleId>
              </a:tblPr>
              <a:tblGrid>
                <a:gridCol w="1008357">
                  <a:extLst>
                    <a:ext uri="{9D8B030D-6E8A-4147-A177-3AD203B41FA5}">
                      <a16:colId xmlns:a16="http://schemas.microsoft.com/office/drawing/2014/main" val="3124042006"/>
                    </a:ext>
                  </a:extLst>
                </a:gridCol>
                <a:gridCol w="4397709">
                  <a:extLst>
                    <a:ext uri="{9D8B030D-6E8A-4147-A177-3AD203B41FA5}">
                      <a16:colId xmlns:a16="http://schemas.microsoft.com/office/drawing/2014/main" val="1896314182"/>
                    </a:ext>
                  </a:extLst>
                </a:gridCol>
              </a:tblGrid>
              <a:tr h="274144">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Options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955311662"/>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mn-lt"/>
                        </a:rPr>
                        <a:t>-a</a:t>
                      </a:r>
                      <a:endParaRPr lang="en-US" sz="1800" b="1" noProof="0" dirty="0">
                        <a:solidFill>
                          <a:schemeClr val="tx1"/>
                        </a:solidFill>
                        <a:latin typeface="+mn-lt"/>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noProof="0" dirty="0">
                          <a:latin typeface="+mn-lt"/>
                        </a:rPr>
                        <a:t>Include hidden files and directories</a:t>
                      </a:r>
                      <a:endParaRPr lang="en-US" sz="1800" noProof="0"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07779450"/>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mn-lt"/>
                        </a:rPr>
                        <a:t>-L n</a:t>
                      </a:r>
                      <a:endParaRPr lang="en-US" sz="1800" b="1" noProof="0" dirty="0">
                        <a:solidFill>
                          <a:schemeClr val="tx1"/>
                        </a:solidFill>
                        <a:latin typeface="+mn-lt"/>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noProof="0" dirty="0">
                          <a:latin typeface="+mn-lt"/>
                        </a:rPr>
                        <a:t>Limit output to n directory levels</a:t>
                      </a:r>
                      <a:endParaRPr lang="en-US" sz="1800" noProof="0"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603358682"/>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mn-lt"/>
                        </a:rPr>
                        <a:t>-h</a:t>
                      </a:r>
                      <a:endParaRPr lang="en-US" sz="1800" b="1" noProof="0" dirty="0">
                        <a:solidFill>
                          <a:schemeClr val="tx1"/>
                        </a:solidFill>
                        <a:latin typeface="+mn-lt"/>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GB" sz="1800" noProof="0" dirty="0">
                          <a:latin typeface="+mn-lt"/>
                        </a:rPr>
                        <a:t>Display file sizes in a human-readable format</a:t>
                      </a:r>
                      <a:endParaRPr lang="en-US" sz="1800" noProof="0" dirty="0">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94478088"/>
                  </a:ext>
                </a:extLst>
              </a:tr>
              <a:tr h="350028">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algn="ctr"/>
                      <a:r>
                        <a:rPr lang="en-US" sz="1800" b="1" noProof="0" dirty="0">
                          <a:solidFill>
                            <a:schemeClr val="tx1"/>
                          </a:solidFill>
                          <a:latin typeface="+mn-lt"/>
                        </a:rPr>
                        <a:t>-d</a:t>
                      </a:r>
                      <a:endParaRPr lang="en-US" sz="1800" b="1" noProof="0" dirty="0">
                        <a:solidFill>
                          <a:schemeClr val="tx1"/>
                        </a:solidFill>
                        <a:latin typeface="+mn-lt"/>
                        <a:ea typeface="Hack" panose="020B0609030202020204" pitchFamily="49" charset="0"/>
                        <a:cs typeface="Hack" panose="020B0609030202020204" pitchFamily="49" charset="0"/>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latin typeface="+mn-lt"/>
                        </a:rPr>
                        <a:t>Display directories only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68868011"/>
                  </a:ext>
                </a:extLst>
              </a:tr>
            </a:tbl>
          </a:graphicData>
        </a:graphic>
      </p:graphicFrame>
      <p:pic>
        <p:nvPicPr>
          <p:cNvPr id="12" name="Picture 11">
            <a:extLst>
              <a:ext uri="{FF2B5EF4-FFF2-40B4-BE49-F238E27FC236}">
                <a16:creationId xmlns:a16="http://schemas.microsoft.com/office/drawing/2014/main" id="{77D4A4BA-73AE-A8F5-FD68-F19646EE1A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27738" y="2091930"/>
            <a:ext cx="4070893" cy="4489487"/>
          </a:xfrm>
          <a:prstGeom prst="rect">
            <a:avLst/>
          </a:prstGeom>
        </p:spPr>
      </p:pic>
    </p:spTree>
    <p:extLst>
      <p:ext uri="{BB962C8B-B14F-4D97-AF65-F5344CB8AC3E}">
        <p14:creationId xmlns:p14="http://schemas.microsoft.com/office/powerpoint/2010/main" val="1292947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D204AE-E217-C4A7-F448-7D2A2011FD15}"/>
              </a:ext>
            </a:extLst>
          </p:cNvPr>
          <p:cNvSpPr>
            <a:spLocks noGrp="1"/>
          </p:cNvSpPr>
          <p:nvPr>
            <p:ph type="ctrTitle"/>
          </p:nvPr>
        </p:nvSpPr>
        <p:spPr>
          <a:xfrm>
            <a:off x="443921" y="500194"/>
            <a:ext cx="6679721" cy="858985"/>
          </a:xfrm>
        </p:spPr>
        <p:txBody>
          <a:bodyPr/>
          <a:lstStyle/>
          <a:p>
            <a:r>
              <a:rPr lang="en-US" noProof="0" dirty="0"/>
              <a:t>Practical exercise 3 – T1 and T2</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6883230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BB6E57-05FE-EF72-1A6E-FA199F520DA1}"/>
              </a:ext>
            </a:extLst>
          </p:cNvPr>
          <p:cNvSpPr>
            <a:spLocks noGrp="1"/>
          </p:cNvSpPr>
          <p:nvPr>
            <p:ph type="ctrTitle"/>
          </p:nvPr>
        </p:nvSpPr>
        <p:spPr/>
        <p:txBody>
          <a:bodyPr/>
          <a:lstStyle/>
          <a:p>
            <a:r>
              <a:rPr lang="en-US" noProof="0" dirty="0"/>
              <a:t>Creating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0" indent="0">
              <a:buNone/>
            </a:pPr>
            <a:r>
              <a:rPr lang="en-US" sz="1800" b="1" noProof="0" dirty="0">
                <a:solidFill>
                  <a:schemeClr val="tx1"/>
                </a:solidFill>
              </a:rPr>
              <a:t>Create an empty file:</a:t>
            </a:r>
            <a:endParaRPr lang="en-US" b="1" noProof="0" dirty="0">
              <a:solidFill>
                <a:schemeClr val="tx1"/>
              </a:solidFill>
              <a:latin typeface="Consolas" panose="020B0609020204030204" pitchFamily="49" charset="0"/>
            </a:endParaRPr>
          </a:p>
          <a:p>
            <a:pPr marL="0" indent="0">
              <a:buNone/>
            </a:pPr>
            <a:endParaRPr lang="en-US" sz="1800" b="1" noProof="0" dirty="0">
              <a:latin typeface="+mn-lt"/>
              <a:ea typeface="Hack" panose="020B0609030202020204" pitchFamily="49" charset="0"/>
              <a:cs typeface="Hack" panose="020B0609030202020204" pitchFamily="49" charset="0"/>
            </a:endParaRPr>
          </a:p>
          <a:p>
            <a:pPr marL="0" indent="0">
              <a:buNone/>
            </a:pPr>
            <a:r>
              <a:rPr lang="en-US" sz="1800" b="1" noProof="0" dirty="0">
                <a:solidFill>
                  <a:schemeClr val="tx1"/>
                </a:solidFill>
              </a:rPr>
              <a:t>Create a directory:</a:t>
            </a:r>
          </a:p>
          <a:p>
            <a:pPr marL="0" indent="0">
              <a:buNone/>
            </a:pPr>
            <a:endParaRPr lang="en-US" dirty="0">
              <a:solidFill>
                <a:schemeClr val="tx1"/>
              </a:solidFill>
            </a:endParaRPr>
          </a:p>
          <a:p>
            <a:pPr marL="0" indent="0">
              <a:buNone/>
            </a:pPr>
            <a:r>
              <a:rPr lang="en-US" sz="1800" b="1" noProof="0" dirty="0">
                <a:solidFill>
                  <a:schemeClr val="tx1"/>
                </a:solidFill>
              </a:rPr>
              <a:t>Common </a:t>
            </a:r>
            <a:r>
              <a:rPr lang="en-US" sz="1800" b="1" noProof="0" dirty="0" err="1">
                <a:solidFill>
                  <a:schemeClr val="tx1"/>
                </a:solidFill>
              </a:rPr>
              <a:t>mkdir</a:t>
            </a:r>
            <a:r>
              <a:rPr lang="en-US" sz="1800" b="1" noProof="0" dirty="0">
                <a:solidFill>
                  <a:schemeClr val="tx1"/>
                </a:solidFill>
              </a:rPr>
              <a:t> options:</a:t>
            </a:r>
          </a:p>
          <a:p>
            <a:pPr marL="0" indent="0">
              <a:buNone/>
            </a:pPr>
            <a:endParaRPr lang="en-US" dirty="0">
              <a:solidFill>
                <a:schemeClr val="tx1"/>
              </a:solidFill>
            </a:endParaRPr>
          </a:p>
          <a:p>
            <a:pPr marL="0" indent="0">
              <a:buNone/>
            </a:pPr>
            <a:endParaRPr lang="en-US" sz="1800" b="1" noProof="0" dirty="0">
              <a:solidFill>
                <a:schemeClr val="tx1"/>
              </a:solidFill>
            </a:endParaRPr>
          </a:p>
          <a:p>
            <a:pPr marL="0" indent="0">
              <a:buNone/>
            </a:pPr>
            <a:endParaRPr lang="en-US" b="1" dirty="0">
              <a:solidFill>
                <a:schemeClr val="tx1"/>
              </a:solidFill>
            </a:endParaRPr>
          </a:p>
        </p:txBody>
      </p:sp>
      <p:sp>
        <p:nvSpPr>
          <p:cNvPr id="7" name="Text Placeholder 6">
            <a:extLst>
              <a:ext uri="{FF2B5EF4-FFF2-40B4-BE49-F238E27FC236}">
                <a16:creationId xmlns:a16="http://schemas.microsoft.com/office/drawing/2014/main" id="{26987981-295B-D9EC-59CA-8884B9DBC1E0}"/>
              </a:ext>
            </a:extLst>
          </p:cNvPr>
          <p:cNvSpPr>
            <a:spLocks noGrp="1"/>
          </p:cNvSpPr>
          <p:nvPr>
            <p:ph type="body" sz="quarter" idx="15"/>
          </p:nvPr>
        </p:nvSpPr>
        <p:spPr/>
        <p:txBody>
          <a:bodyPr/>
          <a:lstStyle/>
          <a:p>
            <a:r>
              <a:rPr lang="en-US" b="1" dirty="0"/>
              <a:t>Examples:</a:t>
            </a:r>
          </a:p>
          <a:p>
            <a:pPr marL="285750" indent="-285750">
              <a:buFont typeface="Arial" panose="020B0604020202020204" pitchFamily="34" charset="0"/>
              <a:buChar char="•"/>
            </a:pPr>
            <a:r>
              <a:rPr lang="en-GB" dirty="0"/>
              <a:t>Create a new file: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Create a new directory: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Create a new directory branch:</a:t>
            </a:r>
          </a:p>
          <a:p>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8" name="Rectangle 3">
            <a:extLst>
              <a:ext uri="{FF2B5EF4-FFF2-40B4-BE49-F238E27FC236}">
                <a16:creationId xmlns:a16="http://schemas.microsoft.com/office/drawing/2014/main" id="{1B046AB4-498E-C807-DA87-89732C74D8AC}"/>
              </a:ext>
            </a:extLst>
          </p:cNvPr>
          <p:cNvSpPr>
            <a:spLocks noChangeArrowheads="1"/>
          </p:cNvSpPr>
          <p:nvPr/>
        </p:nvSpPr>
        <p:spPr bwMode="auto">
          <a:xfrm>
            <a:off x="6524834" y="2482571"/>
            <a:ext cx="2642408"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ct val="100000"/>
              </a:lnSpc>
              <a:spcBef>
                <a:spcPts val="418"/>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sz="1800" b="0" i="0" u="none" strike="noStrike" kern="1200" cap="none" spc="-4"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touch notes.txt</a:t>
            </a:r>
            <a:endParaRPr kumimoji="0" lang="en-US" sz="1800"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graphicFrame>
        <p:nvGraphicFramePr>
          <p:cNvPr id="9" name="Table 8">
            <a:extLst>
              <a:ext uri="{FF2B5EF4-FFF2-40B4-BE49-F238E27FC236}">
                <a16:creationId xmlns:a16="http://schemas.microsoft.com/office/drawing/2014/main" id="{A814962C-23F0-CAD2-C282-CF4C443BCBAB}"/>
              </a:ext>
            </a:extLst>
          </p:cNvPr>
          <p:cNvGraphicFramePr>
            <a:graphicFrameLocks noGrp="1"/>
          </p:cNvGraphicFramePr>
          <p:nvPr>
            <p:extLst>
              <p:ext uri="{D42A27DB-BD31-4B8C-83A1-F6EECF244321}">
                <p14:modId xmlns:p14="http://schemas.microsoft.com/office/powerpoint/2010/main" val="4278587943"/>
              </p:ext>
            </p:extLst>
          </p:nvPr>
        </p:nvGraphicFramePr>
        <p:xfrm>
          <a:off x="750039" y="3763810"/>
          <a:ext cx="5246395" cy="1107440"/>
        </p:xfrm>
        <a:graphic>
          <a:graphicData uri="http://schemas.openxmlformats.org/drawingml/2006/table">
            <a:tbl>
              <a:tblPr firstRow="1" bandRow="1">
                <a:tableStyleId>{10A1B5D5-9B99-4C35-A422-299274C87663}</a:tableStyleId>
              </a:tblPr>
              <a:tblGrid>
                <a:gridCol w="944155">
                  <a:extLst>
                    <a:ext uri="{9D8B030D-6E8A-4147-A177-3AD203B41FA5}">
                      <a16:colId xmlns:a16="http://schemas.microsoft.com/office/drawing/2014/main" val="3065273967"/>
                    </a:ext>
                  </a:extLst>
                </a:gridCol>
                <a:gridCol w="4302240">
                  <a:extLst>
                    <a:ext uri="{9D8B030D-6E8A-4147-A177-3AD203B41FA5}">
                      <a16:colId xmlns:a16="http://schemas.microsoft.com/office/drawing/2014/main" val="1980108790"/>
                    </a:ext>
                  </a:extLst>
                </a:gridCol>
              </a:tblGrid>
              <a:tr h="23376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noProof="0" dirty="0">
                          <a:solidFill>
                            <a:schemeClr val="tx1"/>
                          </a:solidFill>
                          <a:latin typeface="+mn-lt"/>
                        </a:rPr>
                        <a:t>Option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noProof="0" dirty="0">
                          <a:solidFill>
                            <a:schemeClr val="tx1"/>
                          </a:solidFill>
                          <a:latin typeface="+mn-lt"/>
                        </a:rPr>
                        <a:t>Action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9117851"/>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ctr">
                        <a:spcBef>
                          <a:spcPts val="317"/>
                        </a:spcBef>
                      </a:pPr>
                      <a:r>
                        <a:rPr lang="en-US" b="1" spc="-4" noProof="0" dirty="0">
                          <a:solidFill>
                            <a:schemeClr val="tx1"/>
                          </a:solidFill>
                          <a:latin typeface="+mn-lt"/>
                        </a:rPr>
                        <a:t>-p</a:t>
                      </a:r>
                      <a:endParaRPr lang="en-US"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noProof="0" dirty="0">
                          <a:solidFill>
                            <a:schemeClr val="tx1"/>
                          </a:solidFill>
                          <a:latin typeface="+mn-lt"/>
                        </a:rPr>
                        <a:t>Creates the directory and those in its </a:t>
                      </a:r>
                      <a:r>
                        <a:rPr lang="en-US" b="1" noProof="0" dirty="0">
                          <a:solidFill>
                            <a:schemeClr val="tx1"/>
                          </a:solidFill>
                          <a:latin typeface="+mn-lt"/>
                        </a:rPr>
                        <a:t>p</a:t>
                      </a:r>
                      <a:r>
                        <a:rPr lang="en-US" noProof="0" dirty="0">
                          <a:solidFill>
                            <a:schemeClr val="tx1"/>
                          </a:solidFill>
                          <a:latin typeface="+mn-lt"/>
                        </a:rPr>
                        <a:t>ath</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458127321"/>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ctr">
                        <a:spcBef>
                          <a:spcPts val="236"/>
                        </a:spcBef>
                      </a:pPr>
                      <a:r>
                        <a:rPr lang="en-US" b="1" spc="-8" noProof="0" dirty="0">
                          <a:solidFill>
                            <a:schemeClr val="tx1"/>
                          </a:solidFill>
                          <a:latin typeface="+mn-lt"/>
                        </a:rPr>
                        <a:t>-</a:t>
                      </a:r>
                      <a:r>
                        <a:rPr lang="en-US" b="1" noProof="0" dirty="0">
                          <a:solidFill>
                            <a:schemeClr val="tx1"/>
                          </a:solidFill>
                          <a:latin typeface="+mn-lt"/>
                        </a:rPr>
                        <a:t>m</a:t>
                      </a:r>
                      <a:endParaRPr lang="en-US"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noProof="0" dirty="0">
                          <a:solidFill>
                            <a:schemeClr val="tx1"/>
                          </a:solidFill>
                          <a:latin typeface="+mn-lt"/>
                        </a:rPr>
                        <a:t>Sets the </a:t>
                      </a:r>
                      <a:r>
                        <a:rPr lang="en-US" b="1" noProof="0" dirty="0">
                          <a:solidFill>
                            <a:schemeClr val="tx1"/>
                          </a:solidFill>
                          <a:latin typeface="+mn-lt"/>
                        </a:rPr>
                        <a:t>m</a:t>
                      </a:r>
                      <a:r>
                        <a:rPr lang="en-US" noProof="0" dirty="0">
                          <a:solidFill>
                            <a:schemeClr val="tx1"/>
                          </a:solidFill>
                          <a:latin typeface="+mn-lt"/>
                        </a:rPr>
                        <a:t>ode (permission)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437887657"/>
                  </a:ext>
                </a:extLst>
              </a:tr>
            </a:tbl>
          </a:graphicData>
        </a:graphic>
      </p:graphicFrame>
      <p:sp>
        <p:nvSpPr>
          <p:cNvPr id="6" name="Rectangle 6">
            <a:extLst>
              <a:ext uri="{FF2B5EF4-FFF2-40B4-BE49-F238E27FC236}">
                <a16:creationId xmlns:a16="http://schemas.microsoft.com/office/drawing/2014/main" id="{19FBCDE1-338E-7D92-61A2-E59A5D1EB47B}"/>
              </a:ext>
            </a:extLst>
          </p:cNvPr>
          <p:cNvSpPr>
            <a:spLocks noChangeArrowheads="1"/>
          </p:cNvSpPr>
          <p:nvPr/>
        </p:nvSpPr>
        <p:spPr bwMode="auto">
          <a:xfrm>
            <a:off x="750039" y="2904394"/>
            <a:ext cx="3792477" cy="379591"/>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0"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mkdir</a:t>
            </a:r>
            <a:r>
              <a:rPr kumimoji="0" lang="en-US"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[-p|-m] [directories]</a:t>
            </a:r>
            <a:endParaRPr kumimoji="0" lang="en-US" b="0" i="0" u="none" strike="noStrike" kern="1200" cap="none" spc="0" normalizeH="0" baseline="0" noProof="0" dirty="0">
              <a:ln>
                <a:noFill/>
              </a:ln>
              <a:solidFill>
                <a:srgbClr val="00B050"/>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1" name="Rectangle 3">
            <a:extLst>
              <a:ext uri="{FF2B5EF4-FFF2-40B4-BE49-F238E27FC236}">
                <a16:creationId xmlns:a16="http://schemas.microsoft.com/office/drawing/2014/main" id="{6C1BAFC7-2197-992B-4A32-BA949C282E15}"/>
              </a:ext>
            </a:extLst>
          </p:cNvPr>
          <p:cNvSpPr>
            <a:spLocks noChangeArrowheads="1"/>
          </p:cNvSpPr>
          <p:nvPr/>
        </p:nvSpPr>
        <p:spPr bwMode="auto">
          <a:xfrm>
            <a:off x="6524834" y="4107216"/>
            <a:ext cx="4187724"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ct val="100000"/>
              </a:lnSpc>
              <a:spcBef>
                <a:spcPts val="418"/>
              </a:spcBef>
              <a:spcAft>
                <a:spcPts val="0"/>
              </a:spcAft>
              <a:buClrTx/>
              <a:buSzTx/>
              <a:buFontTx/>
              <a:buNone/>
              <a:tabLst/>
              <a:defRPr/>
            </a:pPr>
            <a:r>
              <a:rPr kumimoji="0" lang="en-US" sz="1800" b="0" i="0" u="none" strike="noStrike" kern="1200" cap="none" spc="-4"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sz="1800" b="0" i="0" u="none" strike="noStrike" kern="1200" cap="none" spc="-4"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800" b="0" i="0" u="none" strike="noStrike" kern="1200" cap="none" spc="-4"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mkdir</a:t>
            </a:r>
            <a:r>
              <a:rPr kumimoji="0" lang="en-US" sz="1800" b="0" i="0" u="none" strike="noStrike" kern="1200" cap="none" spc="-4"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-p projects/python/demo</a:t>
            </a:r>
            <a:endParaRPr kumimoji="0" lang="en-US" sz="1800"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2" name="Rectangle 3">
            <a:extLst>
              <a:ext uri="{FF2B5EF4-FFF2-40B4-BE49-F238E27FC236}">
                <a16:creationId xmlns:a16="http://schemas.microsoft.com/office/drawing/2014/main" id="{FFEAEBBA-DC97-63F7-BF74-A69A634C0596}"/>
              </a:ext>
            </a:extLst>
          </p:cNvPr>
          <p:cNvSpPr>
            <a:spLocks noChangeArrowheads="1"/>
          </p:cNvSpPr>
          <p:nvPr/>
        </p:nvSpPr>
        <p:spPr bwMode="auto">
          <a:xfrm>
            <a:off x="6524834" y="3283985"/>
            <a:ext cx="2642408"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ct val="100000"/>
              </a:lnSpc>
              <a:spcBef>
                <a:spcPts val="418"/>
              </a:spcBef>
              <a:spcAft>
                <a:spcPts val="0"/>
              </a:spcAft>
              <a:buClrTx/>
              <a:buSzTx/>
              <a:buFontTx/>
              <a:buNone/>
              <a:tabLst/>
              <a:defRPr/>
            </a:pPr>
            <a:r>
              <a:rPr lang="en-US" spc="-4" dirty="0">
                <a:solidFill>
                  <a:srgbClr val="FFFF00"/>
                </a:solidFill>
                <a:latin typeface="Consolas" panose="020B0609020204030204" pitchFamily="49" charset="0"/>
                <a:ea typeface="Hack" panose="020B0609030202020204" pitchFamily="49" charset="0"/>
                <a:cs typeface="Hack" panose="020B0609030202020204" pitchFamily="49" charset="0"/>
              </a:rPr>
              <a:t>$</a:t>
            </a:r>
            <a:r>
              <a:rPr lang="en-US" spc="-4" dirty="0">
                <a:solidFill>
                  <a:schemeClr val="bg1"/>
                </a:solidFill>
                <a:latin typeface="Consolas" panose="020B0609020204030204" pitchFamily="49" charset="0"/>
                <a:ea typeface="Hack" panose="020B0609030202020204" pitchFamily="49" charset="0"/>
                <a:cs typeface="Hack" panose="020B0609030202020204" pitchFamily="49" charset="0"/>
              </a:rPr>
              <a:t> </a:t>
            </a:r>
            <a:r>
              <a:rPr kumimoji="0" lang="en-US" sz="1800" b="0" i="0" u="none" strike="noStrike" kern="1200" cap="none" spc="-4"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mkdir</a:t>
            </a:r>
            <a:r>
              <a:rPr kumimoji="0" lang="en-US" sz="1800" b="0" i="0" u="none" strike="noStrike" kern="1200" cap="none" spc="-4"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Documents</a:t>
            </a:r>
          </a:p>
        </p:txBody>
      </p:sp>
      <p:sp>
        <p:nvSpPr>
          <p:cNvPr id="4" name="Rectangle 6">
            <a:extLst>
              <a:ext uri="{FF2B5EF4-FFF2-40B4-BE49-F238E27FC236}">
                <a16:creationId xmlns:a16="http://schemas.microsoft.com/office/drawing/2014/main" id="{0F932A2F-5CBF-8C10-B6A2-A19B0DDF8AC0}"/>
              </a:ext>
            </a:extLst>
          </p:cNvPr>
          <p:cNvSpPr>
            <a:spLocks noChangeArrowheads="1"/>
          </p:cNvSpPr>
          <p:nvPr/>
        </p:nvSpPr>
        <p:spPr bwMode="auto">
          <a:xfrm>
            <a:off x="750039" y="2095095"/>
            <a:ext cx="2249193" cy="379591"/>
          </a:xfrm>
          <a:prstGeom prst="rect">
            <a:avLst/>
          </a:prstGeom>
          <a:solidFill>
            <a:schemeClr val="tx1"/>
          </a:solidFill>
          <a:ln w="12700" algn="ctr">
            <a:solidFill>
              <a:srgbClr val="000000"/>
            </a:solidFill>
            <a:miter lim="800000"/>
            <a:headEnd/>
            <a:tailEnd/>
          </a:ln>
          <a:effectLst/>
        </p:spPr>
        <p:txBody>
          <a:bodyPr wrap="square" lIns="95250" tIns="50800" rIns="95250" bIns="50800">
            <a:spAutoFit/>
          </a:bodyPr>
          <a:lstStyle/>
          <a:p>
            <a:pPr marL="0" marR="0" lvl="0" indent="0" algn="l" defTabSz="914400" rtl="0" eaLnBrk="1" fontAlgn="auto" latinLnBrk="0" hangingPunct="1">
              <a:lnSpc>
                <a:spcPct val="100000"/>
              </a:lnSpc>
              <a:spcBef>
                <a:spcPct val="0"/>
              </a:spcBef>
              <a:spcAft>
                <a:spcPts val="0"/>
              </a:spcAft>
              <a:buClr>
                <a:srgbClr val="000066"/>
              </a:buClr>
              <a:buSzPct val="100000"/>
              <a:buFont typeface="Courier New" panose="02070309020205020404" pitchFamily="49" charset="0"/>
              <a:buNone/>
              <a:tabLst/>
              <a:defRPr/>
            </a:pPr>
            <a:r>
              <a:rPr kumimoji="0" lang="en-US"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touch </a:t>
            </a:r>
            <a:r>
              <a:rPr kumimoji="0" lang="en-US" b="0" i="0" u="none" strike="noStrike" kern="1200" cap="none" spc="0"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afilename</a:t>
            </a:r>
            <a:endParaRPr kumimoji="0" lang="en-US" b="0" i="0" u="none" strike="noStrike" kern="1200" cap="none" spc="0" normalizeH="0" baseline="0" noProof="0" dirty="0">
              <a:ln>
                <a:noFill/>
              </a:ln>
              <a:solidFill>
                <a:srgbClr val="00B050"/>
              </a:solidFill>
              <a:effectLst/>
              <a:uLnTx/>
              <a:uFillTx/>
              <a:latin typeface="Consolas" panose="020B060902020403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612097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DF8494-6C7B-C1EE-4F49-844A0FEF8811}"/>
              </a:ext>
            </a:extLst>
          </p:cNvPr>
          <p:cNvSpPr>
            <a:spLocks noGrp="1"/>
          </p:cNvSpPr>
          <p:nvPr>
            <p:ph type="ctrTitle"/>
          </p:nvPr>
        </p:nvSpPr>
        <p:spPr/>
        <p:txBody>
          <a:bodyPr/>
          <a:lstStyle/>
          <a:p>
            <a:r>
              <a:rPr lang="en-US" noProof="0" dirty="0"/>
              <a:t>Copying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0" indent="0">
              <a:spcBef>
                <a:spcPts val="73"/>
              </a:spcBef>
              <a:buClr>
                <a:srgbClr val="000000"/>
              </a:buClr>
              <a:buNone/>
              <a:tabLst>
                <a:tab pos="289957" algn="l"/>
                <a:tab pos="290473" algn="l"/>
              </a:tabLst>
            </a:pPr>
            <a:r>
              <a:rPr lang="en-GB" sz="1800" b="1" spc="-4" noProof="0" dirty="0">
                <a:solidFill>
                  <a:srgbClr val="2D2C2C"/>
                </a:solidFill>
                <a:cs typeface="Segoe UI"/>
              </a:rPr>
              <a:t>The cp command copies files and directories.</a:t>
            </a:r>
            <a:endParaRPr lang="en-US" sz="1800" b="1" spc="-4" noProof="0" dirty="0">
              <a:solidFill>
                <a:srgbClr val="2D2C2C"/>
              </a:solidFill>
              <a:cs typeface="Segoe UI"/>
            </a:endParaRPr>
          </a:p>
          <a:p>
            <a:pPr marL="295553" indent="-285750">
              <a:spcBef>
                <a:spcPts val="73"/>
              </a:spcBef>
              <a:buClr>
                <a:srgbClr val="000000"/>
              </a:buClr>
              <a:tabLst>
                <a:tab pos="289957" algn="l"/>
                <a:tab pos="290473" algn="l"/>
              </a:tabLst>
            </a:pPr>
            <a:endParaRPr lang="en-US" sz="1800" spc="-4" noProof="0" dirty="0">
              <a:solidFill>
                <a:srgbClr val="2D2C2C"/>
              </a:solidFill>
              <a:cs typeface="Segoe UI"/>
            </a:endParaRPr>
          </a:p>
          <a:p>
            <a:pPr marL="295553" indent="-285750">
              <a:spcBef>
                <a:spcPts val="73"/>
              </a:spcBef>
              <a:buClr>
                <a:srgbClr val="000000"/>
              </a:buClr>
              <a:tabLst>
                <a:tab pos="289957" algn="l"/>
                <a:tab pos="290473" algn="l"/>
              </a:tabLst>
            </a:pPr>
            <a:endParaRPr lang="en-US" sz="1800" spc="-4" noProof="0" dirty="0">
              <a:solidFill>
                <a:srgbClr val="2D2C2C"/>
              </a:solidFill>
              <a:cs typeface="Segoe UI"/>
            </a:endParaRPr>
          </a:p>
          <a:p>
            <a:pPr marL="285750" indent="-285750">
              <a:spcBef>
                <a:spcPts val="1060"/>
              </a:spcBef>
              <a:buClr>
                <a:srgbClr val="000000"/>
              </a:buClr>
              <a:buFont typeface="Arial" panose="020B0604020202020204" pitchFamily="34" charset="0"/>
              <a:buChar char="•"/>
              <a:tabLst>
                <a:tab pos="289957" algn="l"/>
                <a:tab pos="290473" algn="l"/>
              </a:tabLst>
            </a:pPr>
            <a:r>
              <a:rPr lang="en-US" sz="1800" spc="-4" noProof="0" dirty="0">
                <a:solidFill>
                  <a:schemeClr val="tx1"/>
                </a:solidFill>
                <a:cs typeface="Segoe UI"/>
              </a:rPr>
              <a:t>Common Options</a:t>
            </a:r>
          </a:p>
          <a:p>
            <a:pPr>
              <a:spcBef>
                <a:spcPts val="1060"/>
              </a:spcBef>
              <a:buClr>
                <a:srgbClr val="000000"/>
              </a:buClr>
              <a:tabLst>
                <a:tab pos="289957" algn="l"/>
                <a:tab pos="290473" algn="l"/>
              </a:tabLst>
            </a:pPr>
            <a:endParaRPr lang="en-US" sz="1800" spc="-4" noProof="0" dirty="0">
              <a:solidFill>
                <a:schemeClr val="tx1"/>
              </a:solidFill>
              <a:cs typeface="Segoe UI"/>
            </a:endParaRPr>
          </a:p>
          <a:p>
            <a:pPr>
              <a:spcBef>
                <a:spcPts val="1060"/>
              </a:spcBef>
              <a:buClr>
                <a:srgbClr val="000000"/>
              </a:buClr>
              <a:tabLst>
                <a:tab pos="289957" algn="l"/>
                <a:tab pos="290473" algn="l"/>
              </a:tabLst>
            </a:pPr>
            <a:endParaRPr lang="en-US" sz="1800" spc="-4" noProof="0" dirty="0">
              <a:solidFill>
                <a:srgbClr val="2D2C2C"/>
              </a:solidFill>
              <a:cs typeface="Segoe UI"/>
            </a:endParaRPr>
          </a:p>
          <a:p>
            <a:pPr>
              <a:spcBef>
                <a:spcPts val="1060"/>
              </a:spcBef>
              <a:buClr>
                <a:srgbClr val="000000"/>
              </a:buClr>
              <a:tabLst>
                <a:tab pos="289957" algn="l"/>
                <a:tab pos="290473" algn="l"/>
              </a:tabLst>
            </a:pPr>
            <a:endParaRPr lang="en-US" spc="-4" dirty="0">
              <a:solidFill>
                <a:srgbClr val="2D2C2C"/>
              </a:solidFill>
              <a:cs typeface="Segoe UI"/>
            </a:endParaRPr>
          </a:p>
          <a:p>
            <a:pPr>
              <a:spcBef>
                <a:spcPts val="1060"/>
              </a:spcBef>
              <a:buClr>
                <a:srgbClr val="000000"/>
              </a:buClr>
              <a:tabLst>
                <a:tab pos="289957" algn="l"/>
                <a:tab pos="290473" algn="l"/>
              </a:tabLst>
            </a:pPr>
            <a:endParaRPr lang="en-US" sz="1800" spc="-4" noProof="0" dirty="0">
              <a:solidFill>
                <a:srgbClr val="2D2C2C"/>
              </a:solidFill>
              <a:cs typeface="Segoe UI"/>
            </a:endParaRPr>
          </a:p>
          <a:p>
            <a:pPr marL="285750" indent="-285750">
              <a:buFont typeface="Arial" panose="020B0604020202020204" pitchFamily="34" charset="0"/>
              <a:buChar char="•"/>
            </a:pPr>
            <a:r>
              <a:rPr lang="en-GB" sz="1800" noProof="0" dirty="0"/>
              <a:t>Multiple source files can be copied to a directory.</a:t>
            </a:r>
          </a:p>
          <a:p>
            <a:pPr marL="285750" indent="-285750">
              <a:buFont typeface="Arial" panose="020B0604020202020204" pitchFamily="34" charset="0"/>
              <a:buChar char="•"/>
            </a:pPr>
            <a:r>
              <a:rPr lang="en-GB" sz="1800" noProof="0" dirty="0"/>
              <a:t>Write permission is required to overwrite existing files</a:t>
            </a:r>
            <a:endParaRPr lang="en-US" sz="1800" noProof="0" dirty="0"/>
          </a:p>
        </p:txBody>
      </p:sp>
      <p:sp>
        <p:nvSpPr>
          <p:cNvPr id="7" name="Text Placeholder 6">
            <a:extLst>
              <a:ext uri="{FF2B5EF4-FFF2-40B4-BE49-F238E27FC236}">
                <a16:creationId xmlns:a16="http://schemas.microsoft.com/office/drawing/2014/main" id="{F3192BD3-5BF4-4597-4C33-A54683FC8E89}"/>
              </a:ext>
            </a:extLst>
          </p:cNvPr>
          <p:cNvSpPr>
            <a:spLocks noGrp="1"/>
          </p:cNvSpPr>
          <p:nvPr>
            <p:ph type="body" sz="quarter" idx="15"/>
          </p:nvPr>
        </p:nvSpPr>
        <p:spPr/>
        <p:txBody>
          <a:bodyPr/>
          <a:lstStyle/>
          <a:p>
            <a:r>
              <a:rPr lang="en-GB" b="1" dirty="0"/>
              <a:t>Examples:</a:t>
            </a:r>
          </a:p>
          <a:p>
            <a:pPr marL="285750" indent="-285750">
              <a:buFont typeface="Arial" panose="020B0604020202020204" pitchFamily="34" charset="0"/>
              <a:buChar char="•"/>
            </a:pPr>
            <a:r>
              <a:rPr lang="en-GB" dirty="0"/>
              <a:t>Create a copy of a file: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Copy a file into a directory: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Copy an entire directory and its contents:</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8" name="Rectangle 3">
            <a:extLst>
              <a:ext uri="{FF2B5EF4-FFF2-40B4-BE49-F238E27FC236}">
                <a16:creationId xmlns:a16="http://schemas.microsoft.com/office/drawing/2014/main" id="{A0F0C307-3866-42EB-695E-5FCB80AD3AB1}"/>
              </a:ext>
            </a:extLst>
          </p:cNvPr>
          <p:cNvSpPr>
            <a:spLocks noChangeArrowheads="1"/>
          </p:cNvSpPr>
          <p:nvPr/>
        </p:nvSpPr>
        <p:spPr bwMode="auto">
          <a:xfrm>
            <a:off x="6496420" y="3298088"/>
            <a:ext cx="3720472" cy="3872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87709" lvl="0">
              <a:lnSpc>
                <a:spcPts val="1897"/>
              </a:lnSpc>
              <a:defRPr/>
            </a:pPr>
            <a:r>
              <a:rPr lang="en-GB" dirty="0">
                <a:solidFill>
                  <a:srgbClr val="FFFF00"/>
                </a:solidFill>
                <a:latin typeface="Consolas" panose="020B0609020204030204" pitchFamily="49" charset="0"/>
                <a:ea typeface="Hack" panose="020B0609030202020204" pitchFamily="49" charset="0"/>
                <a:cs typeface="Hack" panose="020B0609030202020204" pitchFamily="49" charset="0"/>
              </a:rPr>
              <a:t>$ </a:t>
            </a:r>
            <a:r>
              <a:rPr kumimoji="0" lang="en-US" sz="18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cp report.txt Documents/</a:t>
            </a:r>
          </a:p>
        </p:txBody>
      </p:sp>
      <p:graphicFrame>
        <p:nvGraphicFramePr>
          <p:cNvPr id="4" name="Table 8">
            <a:extLst>
              <a:ext uri="{FF2B5EF4-FFF2-40B4-BE49-F238E27FC236}">
                <a16:creationId xmlns:a16="http://schemas.microsoft.com/office/drawing/2014/main" id="{0C1E3727-8168-39E1-ED48-712419CD4B21}"/>
              </a:ext>
            </a:extLst>
          </p:cNvPr>
          <p:cNvGraphicFramePr>
            <a:graphicFrameLocks noGrp="1"/>
          </p:cNvGraphicFramePr>
          <p:nvPr>
            <p:extLst>
              <p:ext uri="{D42A27DB-BD31-4B8C-83A1-F6EECF244321}">
                <p14:modId xmlns:p14="http://schemas.microsoft.com/office/powerpoint/2010/main" val="4013002429"/>
              </p:ext>
            </p:extLst>
          </p:nvPr>
        </p:nvGraphicFramePr>
        <p:xfrm>
          <a:off x="801896" y="3062870"/>
          <a:ext cx="4455904" cy="1463040"/>
        </p:xfrm>
        <a:graphic>
          <a:graphicData uri="http://schemas.openxmlformats.org/drawingml/2006/table">
            <a:tbl>
              <a:tblPr firstRow="1" bandRow="1">
                <a:tableStyleId>{10A1B5D5-9B99-4C35-A422-299274C87663}</a:tableStyleId>
              </a:tblPr>
              <a:tblGrid>
                <a:gridCol w="851637">
                  <a:extLst>
                    <a:ext uri="{9D8B030D-6E8A-4147-A177-3AD203B41FA5}">
                      <a16:colId xmlns:a16="http://schemas.microsoft.com/office/drawing/2014/main" val="138666897"/>
                    </a:ext>
                  </a:extLst>
                </a:gridCol>
                <a:gridCol w="3604267">
                  <a:extLst>
                    <a:ext uri="{9D8B030D-6E8A-4147-A177-3AD203B41FA5}">
                      <a16:colId xmlns:a16="http://schemas.microsoft.com/office/drawing/2014/main" val="3350923480"/>
                    </a:ext>
                  </a:extLst>
                </a:gridCol>
              </a:tblGrid>
              <a:tr h="28188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Option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84817863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317"/>
                        </a:spcBef>
                      </a:pPr>
                      <a:r>
                        <a:rPr lang="en-US" sz="1800" b="1" spc="-4" noProof="0" dirty="0">
                          <a:solidFill>
                            <a:schemeClr val="tx1"/>
                          </a:solidFill>
                          <a:latin typeface="+mn-lt"/>
                        </a:rPr>
                        <a:t>-i</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lvl="1" indent="0">
                        <a:spcBef>
                          <a:spcPts val="317"/>
                        </a:spcBef>
                      </a:pPr>
                      <a:r>
                        <a:rPr lang="en-US" sz="1800" b="0" spc="-8" noProof="0" dirty="0">
                          <a:solidFill>
                            <a:schemeClr val="tx1"/>
                          </a:solidFill>
                          <a:latin typeface="+mn-lt"/>
                        </a:rPr>
                        <a:t>Prompt before overwriting</a:t>
                      </a:r>
                      <a:endParaRPr lang="en-US" sz="1800" b="0" noProof="0" dirty="0">
                        <a:solidFill>
                          <a:schemeClr val="tx1"/>
                        </a:solidFill>
                        <a:latin typeface="+mn-lt"/>
                        <a:cs typeface="Segoe UI"/>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53592715"/>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chemeClr val="tx1"/>
                          </a:solidFill>
                          <a:latin typeface="+mn-lt"/>
                        </a:rPr>
                        <a:t>-</a:t>
                      </a:r>
                      <a:r>
                        <a:rPr lang="en-US" sz="1800" b="1" noProof="0" dirty="0">
                          <a:solidFill>
                            <a:schemeClr val="tx1"/>
                          </a:solidFill>
                          <a:latin typeface="+mn-lt"/>
                        </a:rPr>
                        <a:t>r</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lvl="1" indent="0">
                        <a:spcBef>
                          <a:spcPts val="236"/>
                        </a:spcBef>
                      </a:pPr>
                      <a:r>
                        <a:rPr lang="en-US" sz="1800" noProof="0" dirty="0">
                          <a:solidFill>
                            <a:schemeClr val="tx1"/>
                          </a:solidFill>
                          <a:latin typeface="+mn-lt"/>
                        </a:rPr>
                        <a:t>Copy directories recursively</a:t>
                      </a:r>
                      <a:endParaRPr lang="en-US" sz="1800" noProof="0" dirty="0">
                        <a:solidFill>
                          <a:schemeClr val="tx1"/>
                        </a:solidFill>
                        <a:latin typeface="+mn-lt"/>
                        <a:cs typeface="Segoe UI"/>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08798309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chemeClr val="tx1"/>
                          </a:solidFill>
                          <a:latin typeface="+mn-lt"/>
                        </a:rPr>
                        <a:t>-f</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lvl="1" indent="0">
                        <a:spcBef>
                          <a:spcPts val="236"/>
                        </a:spcBef>
                      </a:pPr>
                      <a:r>
                        <a:rPr lang="en-US" sz="1800" b="0" noProof="0" dirty="0">
                          <a:solidFill>
                            <a:schemeClr val="tx1"/>
                          </a:solidFill>
                          <a:latin typeface="+mn-lt"/>
                        </a:rPr>
                        <a:t>Force overwrite without prompting</a:t>
                      </a:r>
                      <a:endParaRPr lang="en-US" sz="1800" b="0" noProof="0" dirty="0">
                        <a:solidFill>
                          <a:schemeClr val="tx1"/>
                        </a:solidFill>
                        <a:latin typeface="+mn-lt"/>
                        <a:cs typeface="Segoe UI"/>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70113834"/>
                  </a:ext>
                </a:extLst>
              </a:tr>
            </a:tbl>
          </a:graphicData>
        </a:graphic>
      </p:graphicFrame>
      <p:sp>
        <p:nvSpPr>
          <p:cNvPr id="11" name="Rectangle 3">
            <a:extLst>
              <a:ext uri="{FF2B5EF4-FFF2-40B4-BE49-F238E27FC236}">
                <a16:creationId xmlns:a16="http://schemas.microsoft.com/office/drawing/2014/main" id="{D0219AD1-F916-1FD0-7566-B918B89BA6A7}"/>
              </a:ext>
            </a:extLst>
          </p:cNvPr>
          <p:cNvSpPr>
            <a:spLocks noChangeArrowheads="1"/>
          </p:cNvSpPr>
          <p:nvPr/>
        </p:nvSpPr>
        <p:spPr bwMode="auto">
          <a:xfrm>
            <a:off x="801894" y="2183188"/>
            <a:ext cx="3911441"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ct val="100000"/>
              </a:lnSpc>
              <a:spcBef>
                <a:spcPts val="418"/>
              </a:spcBef>
              <a:spcAft>
                <a:spcPts val="0"/>
              </a:spcAft>
              <a:buClrTx/>
              <a:buSzTx/>
              <a:buFontTx/>
              <a:buNone/>
              <a:tabLst/>
              <a:defRPr/>
            </a:pPr>
            <a:r>
              <a:rPr kumimoji="0" lang="en-US" sz="180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cp [option/s] source target</a:t>
            </a:r>
            <a:endParaRPr kumimoji="0" lang="en-US" sz="180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2" name="Rectangle 3">
            <a:extLst>
              <a:ext uri="{FF2B5EF4-FFF2-40B4-BE49-F238E27FC236}">
                <a16:creationId xmlns:a16="http://schemas.microsoft.com/office/drawing/2014/main" id="{27FD696A-2B7B-15F5-35A7-4ED3EE3E2BA4}"/>
              </a:ext>
            </a:extLst>
          </p:cNvPr>
          <p:cNvSpPr>
            <a:spLocks noChangeArrowheads="1"/>
          </p:cNvSpPr>
          <p:nvPr/>
        </p:nvSpPr>
        <p:spPr bwMode="auto">
          <a:xfrm>
            <a:off x="6496420" y="4175114"/>
            <a:ext cx="4031396" cy="3872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87709" lvl="0">
              <a:lnSpc>
                <a:spcPts val="1897"/>
              </a:lnSpc>
              <a:defRPr/>
            </a:pPr>
            <a:r>
              <a:rPr lang="en-GB" dirty="0">
                <a:solidFill>
                  <a:srgbClr val="FFFF00"/>
                </a:solidFill>
                <a:latin typeface="Consolas" panose="020B0609020204030204" pitchFamily="49" charset="0"/>
                <a:ea typeface="Hack" panose="020B0609030202020204" pitchFamily="49" charset="0"/>
                <a:cs typeface="Hack" panose="020B0609030202020204" pitchFamily="49" charset="0"/>
              </a:rPr>
              <a:t>$ </a:t>
            </a:r>
            <a:r>
              <a:rPr kumimoji="0" lang="en-US" sz="1800" b="0" i="0" u="none" strike="noStrike" kern="1200" cap="none" spc="-4"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cp -r project </a:t>
            </a:r>
            <a:r>
              <a:rPr kumimoji="0" lang="en-US" sz="1800" b="0" i="0" u="none" strike="noStrike" kern="1200" cap="none" spc="-4"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project_backup</a:t>
            </a:r>
            <a:endParaRPr kumimoji="0" lang="en-US" sz="1800"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3" name="Rectangle 3">
            <a:extLst>
              <a:ext uri="{FF2B5EF4-FFF2-40B4-BE49-F238E27FC236}">
                <a16:creationId xmlns:a16="http://schemas.microsoft.com/office/drawing/2014/main" id="{90F63135-DF16-9E2F-1185-43ADFB9878AA}"/>
              </a:ext>
            </a:extLst>
          </p:cNvPr>
          <p:cNvSpPr>
            <a:spLocks noChangeArrowheads="1"/>
          </p:cNvSpPr>
          <p:nvPr/>
        </p:nvSpPr>
        <p:spPr bwMode="auto">
          <a:xfrm>
            <a:off x="6496420" y="2530195"/>
            <a:ext cx="3643305" cy="3872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sz="18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cp report.txt </a:t>
            </a:r>
            <a:r>
              <a:rPr kumimoji="0" lang="en-GB" sz="1800" b="0" i="0" u="none" strike="noStrike" kern="1200" cap="none" spc="0"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report.bak</a:t>
            </a:r>
            <a:endParaRPr kumimoji="0" lang="en-US" sz="18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885221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DF8494-6C7B-C1EE-4F49-844A0FEF8811}"/>
              </a:ext>
            </a:extLst>
          </p:cNvPr>
          <p:cNvSpPr>
            <a:spLocks noGrp="1"/>
          </p:cNvSpPr>
          <p:nvPr>
            <p:ph type="ctrTitle"/>
          </p:nvPr>
        </p:nvSpPr>
        <p:spPr/>
        <p:txBody>
          <a:bodyPr/>
          <a:lstStyle/>
          <a:p>
            <a:r>
              <a:rPr lang="en-US" noProof="0" dirty="0"/>
              <a:t>Moving and Renaming Files and </a:t>
            </a:r>
            <a:r>
              <a:rPr lang="en-US" dirty="0"/>
              <a:t>D</a:t>
            </a:r>
            <a:r>
              <a:rPr lang="en-US" noProof="0" dirty="0" err="1"/>
              <a:t>irectories</a:t>
            </a:r>
            <a:endParaRPr lang="en-US"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0" y="1733108"/>
            <a:ext cx="6164144" cy="4061405"/>
          </a:xfrm>
        </p:spPr>
        <p:txBody>
          <a:bodyPr/>
          <a:lstStyle/>
          <a:p>
            <a:pPr marL="0" indent="0">
              <a:buNone/>
            </a:pPr>
            <a:r>
              <a:rPr lang="en-GB" sz="1800" b="1" noProof="0" dirty="0">
                <a:solidFill>
                  <a:schemeClr val="tx1"/>
                </a:solidFill>
              </a:rPr>
              <a:t>The mv command moves files and directories or renames them</a:t>
            </a:r>
          </a:p>
          <a:p>
            <a:pPr marL="0" indent="0">
              <a:buNone/>
            </a:pPr>
            <a:endParaRPr lang="en-GB" b="1" dirty="0">
              <a:solidFill>
                <a:schemeClr val="tx1"/>
              </a:solidFill>
            </a:endParaRPr>
          </a:p>
          <a:p>
            <a:pPr marL="0" indent="0">
              <a:buNone/>
            </a:pPr>
            <a:r>
              <a:rPr lang="en-GB" b="1" dirty="0">
                <a:solidFill>
                  <a:schemeClr val="tx1"/>
                </a:solidFill>
              </a:rPr>
              <a:t>Command options:</a:t>
            </a:r>
          </a:p>
          <a:p>
            <a:pPr marL="0" indent="0">
              <a:buNone/>
            </a:pPr>
            <a:endParaRPr lang="en-GB" sz="1800" b="1" noProof="0" dirty="0">
              <a:solidFill>
                <a:schemeClr val="tx1"/>
              </a:solidFill>
            </a:endParaRPr>
          </a:p>
          <a:p>
            <a:pPr marL="0" indent="0">
              <a:buNone/>
            </a:pPr>
            <a:endParaRPr lang="en-GB" sz="1800" b="1" noProof="0" dirty="0">
              <a:solidFill>
                <a:schemeClr val="tx1"/>
              </a:solidFill>
            </a:endParaRPr>
          </a:p>
          <a:p>
            <a:pPr marL="0" indent="0">
              <a:buNone/>
            </a:pPr>
            <a:endParaRPr lang="en-GB" b="1" dirty="0">
              <a:solidFill>
                <a:schemeClr val="tx1"/>
              </a:solidFill>
            </a:endParaRPr>
          </a:p>
          <a:p>
            <a:pPr marL="285750" indent="-285750">
              <a:buFont typeface="Arial" panose="020B0604020202020204" pitchFamily="34" charset="0"/>
              <a:buChar char="•"/>
            </a:pPr>
            <a:r>
              <a:rPr lang="en-GB" sz="1800" noProof="0" dirty="0">
                <a:solidFill>
                  <a:schemeClr val="tx1"/>
                </a:solidFill>
              </a:rPr>
              <a:t>If the target is a directory, the file is moved into that directory</a:t>
            </a:r>
          </a:p>
          <a:p>
            <a:pPr marL="285750" indent="-285750">
              <a:buFont typeface="Arial" panose="020B0604020202020204" pitchFamily="34" charset="0"/>
              <a:buChar char="•"/>
            </a:pPr>
            <a:r>
              <a:rPr lang="en-GB" sz="1800" noProof="0" dirty="0">
                <a:solidFill>
                  <a:schemeClr val="tx1"/>
                </a:solidFill>
              </a:rPr>
              <a:t>If the target is a filename, the file is renamed</a:t>
            </a:r>
          </a:p>
          <a:p>
            <a:pPr marL="285750" indent="-285750">
              <a:buFont typeface="Arial" panose="020B0604020202020204" pitchFamily="34" charset="0"/>
              <a:buChar char="•"/>
            </a:pPr>
            <a:r>
              <a:rPr lang="en-GB" sz="1800" noProof="0" dirty="0">
                <a:solidFill>
                  <a:schemeClr val="tx1"/>
                </a:solidFill>
              </a:rPr>
              <a:t>The -</a:t>
            </a:r>
            <a:r>
              <a:rPr lang="en-GB" sz="1800" noProof="0" dirty="0" err="1">
                <a:solidFill>
                  <a:schemeClr val="tx1"/>
                </a:solidFill>
              </a:rPr>
              <a:t>i</a:t>
            </a:r>
            <a:r>
              <a:rPr lang="en-GB" sz="1800" noProof="0" dirty="0">
                <a:solidFill>
                  <a:schemeClr val="tx1"/>
                </a:solidFill>
              </a:rPr>
              <a:t> option prompts before overwriting an existing file</a:t>
            </a:r>
            <a:endParaRPr lang="en-US" sz="1800" noProof="0" dirty="0">
              <a:solidFill>
                <a:schemeClr val="tx1"/>
              </a:solidFill>
            </a:endParaRPr>
          </a:p>
        </p:txBody>
      </p:sp>
      <p:sp>
        <p:nvSpPr>
          <p:cNvPr id="9" name="Text Placeholder 8">
            <a:extLst>
              <a:ext uri="{FF2B5EF4-FFF2-40B4-BE49-F238E27FC236}">
                <a16:creationId xmlns:a16="http://schemas.microsoft.com/office/drawing/2014/main" id="{66C48F1C-D290-2F71-41FB-309328F009A5}"/>
              </a:ext>
            </a:extLst>
          </p:cNvPr>
          <p:cNvSpPr>
            <a:spLocks noGrp="1"/>
          </p:cNvSpPr>
          <p:nvPr>
            <p:ph type="body" sz="quarter" idx="15"/>
          </p:nvPr>
        </p:nvSpPr>
        <p:spPr>
          <a:xfrm>
            <a:off x="6847840" y="1733108"/>
            <a:ext cx="4396080" cy="4061405"/>
          </a:xfrm>
        </p:spPr>
        <p:txBody>
          <a:bodyPr/>
          <a:lstStyle/>
          <a:p>
            <a:r>
              <a:rPr lang="en-GB" b="1" dirty="0"/>
              <a:t>Examples:</a:t>
            </a:r>
          </a:p>
          <a:p>
            <a:pPr marL="285750" indent="-285750">
              <a:buFont typeface="Arial" panose="020B0604020202020204" pitchFamily="34" charset="0"/>
              <a:buChar char="•"/>
            </a:pPr>
            <a:r>
              <a:rPr lang="en-GB" dirty="0"/>
              <a:t>Rename a file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Move a file into a directory: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Prompt before overwriting</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Move a directory</a:t>
            </a:r>
          </a:p>
          <a:p>
            <a:pPr marL="285750" indent="-285750">
              <a:buFont typeface="Arial" panose="020B0604020202020204" pitchFamily="34" charset="0"/>
              <a:buChar char="•"/>
            </a:pPr>
            <a:endParaRPr lang="en-GB" dirty="0"/>
          </a:p>
          <a:p>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7" name="Table 8">
            <a:extLst>
              <a:ext uri="{FF2B5EF4-FFF2-40B4-BE49-F238E27FC236}">
                <a16:creationId xmlns:a16="http://schemas.microsoft.com/office/drawing/2014/main" id="{62D763F9-BFBB-E694-CAE7-1523B4AB57E8}"/>
              </a:ext>
            </a:extLst>
          </p:cNvPr>
          <p:cNvGraphicFramePr>
            <a:graphicFrameLocks noGrp="1"/>
          </p:cNvGraphicFramePr>
          <p:nvPr>
            <p:extLst>
              <p:ext uri="{D42A27DB-BD31-4B8C-83A1-F6EECF244321}">
                <p14:modId xmlns:p14="http://schemas.microsoft.com/office/powerpoint/2010/main" val="2196402197"/>
              </p:ext>
            </p:extLst>
          </p:nvPr>
        </p:nvGraphicFramePr>
        <p:xfrm>
          <a:off x="801893" y="2913042"/>
          <a:ext cx="5385547" cy="1097280"/>
        </p:xfrm>
        <a:graphic>
          <a:graphicData uri="http://schemas.openxmlformats.org/drawingml/2006/table">
            <a:tbl>
              <a:tblPr firstRow="1" bandRow="1">
                <a:tableStyleId>{10A1B5D5-9B99-4C35-A422-299274C87663}</a:tableStyleId>
              </a:tblPr>
              <a:tblGrid>
                <a:gridCol w="911331">
                  <a:extLst>
                    <a:ext uri="{9D8B030D-6E8A-4147-A177-3AD203B41FA5}">
                      <a16:colId xmlns:a16="http://schemas.microsoft.com/office/drawing/2014/main" val="138666897"/>
                    </a:ext>
                  </a:extLst>
                </a:gridCol>
                <a:gridCol w="4474216">
                  <a:extLst>
                    <a:ext uri="{9D8B030D-6E8A-4147-A177-3AD203B41FA5}">
                      <a16:colId xmlns:a16="http://schemas.microsoft.com/office/drawing/2014/main" val="3350923480"/>
                    </a:ext>
                  </a:extLst>
                </a:gridCol>
              </a:tblGrid>
              <a:tr h="281885">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Option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84817863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317"/>
                        </a:spcBef>
                      </a:pPr>
                      <a:r>
                        <a:rPr lang="en-US" sz="1800" b="1" spc="-4" noProof="0" dirty="0">
                          <a:solidFill>
                            <a:schemeClr val="tx1"/>
                          </a:solidFill>
                          <a:latin typeface="+mn-lt"/>
                        </a:rPr>
                        <a:t>-i</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lvl="1" indent="0">
                        <a:spcBef>
                          <a:spcPts val="317"/>
                        </a:spcBef>
                      </a:pPr>
                      <a:r>
                        <a:rPr lang="en-US" sz="1800" b="1" spc="-8" noProof="0" dirty="0">
                          <a:solidFill>
                            <a:srgbClr val="2D2C2C"/>
                          </a:solidFill>
                          <a:latin typeface="+mn-lt"/>
                        </a:rPr>
                        <a:t>I</a:t>
                      </a:r>
                      <a:r>
                        <a:rPr lang="en-US" sz="1800" spc="-8" noProof="0" dirty="0">
                          <a:solidFill>
                            <a:srgbClr val="2D2C2C"/>
                          </a:solidFill>
                          <a:latin typeface="+mn-lt"/>
                        </a:rPr>
                        <a:t>nteractive</a:t>
                      </a:r>
                      <a:r>
                        <a:rPr lang="en-US" sz="1800" spc="-4" noProof="0" dirty="0">
                          <a:solidFill>
                            <a:srgbClr val="2D2C2C"/>
                          </a:solidFill>
                          <a:latin typeface="+mn-lt"/>
                        </a:rPr>
                        <a:t> </a:t>
                      </a:r>
                      <a:r>
                        <a:rPr lang="en-US" sz="1800" spc="-8" noProof="0" dirty="0">
                          <a:solidFill>
                            <a:srgbClr val="2D2C2C"/>
                          </a:solidFill>
                          <a:latin typeface="+mn-lt"/>
                        </a:rPr>
                        <a:t>checking</a:t>
                      </a:r>
                      <a:r>
                        <a:rPr lang="en-US" sz="1800" spc="16" noProof="0" dirty="0">
                          <a:solidFill>
                            <a:srgbClr val="2D2C2C"/>
                          </a:solidFill>
                          <a:latin typeface="+mn-lt"/>
                        </a:rPr>
                        <a:t> </a:t>
                      </a:r>
                      <a:r>
                        <a:rPr lang="en-US" sz="1800" spc="-4" noProof="0" dirty="0">
                          <a:solidFill>
                            <a:srgbClr val="2D2C2C"/>
                          </a:solidFill>
                          <a:latin typeface="+mn-lt"/>
                        </a:rPr>
                        <a:t>(prompts</a:t>
                      </a:r>
                      <a:r>
                        <a:rPr lang="en-US" sz="1800" spc="-28" noProof="0" dirty="0">
                          <a:solidFill>
                            <a:srgbClr val="2D2C2C"/>
                          </a:solidFill>
                          <a:latin typeface="+mn-lt"/>
                        </a:rPr>
                        <a:t> </a:t>
                      </a:r>
                      <a:r>
                        <a:rPr lang="en-US" sz="1800" spc="-4" noProof="0" dirty="0">
                          <a:solidFill>
                            <a:srgbClr val="2D2C2C"/>
                          </a:solidFill>
                          <a:latin typeface="+mn-lt"/>
                        </a:rPr>
                        <a:t>if</a:t>
                      </a:r>
                      <a:r>
                        <a:rPr lang="en-US" sz="1800" spc="-12" noProof="0" dirty="0">
                          <a:solidFill>
                            <a:srgbClr val="2D2C2C"/>
                          </a:solidFill>
                          <a:latin typeface="+mn-lt"/>
                        </a:rPr>
                        <a:t> </a:t>
                      </a:r>
                      <a:r>
                        <a:rPr lang="en-US" sz="1800" spc="-8" noProof="0" dirty="0">
                          <a:solidFill>
                            <a:srgbClr val="2D2C2C"/>
                          </a:solidFill>
                          <a:latin typeface="+mn-lt"/>
                        </a:rPr>
                        <a:t>target</a:t>
                      </a:r>
                      <a:r>
                        <a:rPr lang="en-US" sz="1800" spc="16" noProof="0" dirty="0">
                          <a:solidFill>
                            <a:srgbClr val="2D2C2C"/>
                          </a:solidFill>
                          <a:latin typeface="+mn-lt"/>
                        </a:rPr>
                        <a:t> </a:t>
                      </a:r>
                      <a:r>
                        <a:rPr lang="en-US" sz="1800" spc="-8" noProof="0" dirty="0">
                          <a:solidFill>
                            <a:srgbClr val="2D2C2C"/>
                          </a:solidFill>
                          <a:latin typeface="+mn-lt"/>
                        </a:rPr>
                        <a:t>exists)</a:t>
                      </a:r>
                      <a:endParaRPr lang="en-US" sz="1800" noProof="0" dirty="0">
                        <a:latin typeface="+mn-lt"/>
                        <a:cs typeface="Segoe UI"/>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53592715"/>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chemeClr val="tx1"/>
                          </a:solidFill>
                          <a:latin typeface="+mn-lt"/>
                        </a:rPr>
                        <a:t>-f</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lvl="1" indent="0">
                        <a:spcBef>
                          <a:spcPts val="236"/>
                        </a:spcBef>
                      </a:pPr>
                      <a:r>
                        <a:rPr lang="en-US" sz="1800" b="1" noProof="0" dirty="0">
                          <a:solidFill>
                            <a:srgbClr val="2D2C2C"/>
                          </a:solidFill>
                          <a:latin typeface="+mn-lt"/>
                        </a:rPr>
                        <a:t>F</a:t>
                      </a:r>
                      <a:r>
                        <a:rPr lang="en-US" sz="1800" noProof="0" dirty="0">
                          <a:solidFill>
                            <a:srgbClr val="2D2C2C"/>
                          </a:solidFill>
                          <a:latin typeface="+mn-lt"/>
                        </a:rPr>
                        <a:t>orced, no prompt or interaction</a:t>
                      </a:r>
                      <a:endParaRPr lang="en-US" sz="1800" noProof="0" dirty="0">
                        <a:latin typeface="+mn-lt"/>
                        <a:cs typeface="Segoe UI"/>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470113834"/>
                  </a:ext>
                </a:extLst>
              </a:tr>
            </a:tbl>
          </a:graphicData>
        </a:graphic>
      </p:graphicFrame>
      <p:sp>
        <p:nvSpPr>
          <p:cNvPr id="8" name="Rectangle 3">
            <a:extLst>
              <a:ext uri="{FF2B5EF4-FFF2-40B4-BE49-F238E27FC236}">
                <a16:creationId xmlns:a16="http://schemas.microsoft.com/office/drawing/2014/main" id="{9E8558CF-5698-903E-C9B6-E904370C4008}"/>
              </a:ext>
            </a:extLst>
          </p:cNvPr>
          <p:cNvSpPr>
            <a:spLocks noChangeArrowheads="1"/>
          </p:cNvSpPr>
          <p:nvPr/>
        </p:nvSpPr>
        <p:spPr bwMode="auto">
          <a:xfrm>
            <a:off x="801893" y="2079518"/>
            <a:ext cx="377010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ct val="100000"/>
              </a:lnSpc>
              <a:spcBef>
                <a:spcPts val="418"/>
              </a:spcBef>
              <a:spcAft>
                <a:spcPts val="0"/>
              </a:spcAft>
              <a:buClrTx/>
              <a:buSzTx/>
              <a:buFontTx/>
              <a:buNone/>
              <a:tabLst/>
              <a:defRPr/>
            </a:pPr>
            <a:r>
              <a:rPr kumimoji="0" lang="en-US" sz="180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mv [option/s] source target</a:t>
            </a:r>
            <a:endParaRPr kumimoji="0" lang="en-US" sz="180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0" name="Rectangle 3">
            <a:extLst>
              <a:ext uri="{FF2B5EF4-FFF2-40B4-BE49-F238E27FC236}">
                <a16:creationId xmlns:a16="http://schemas.microsoft.com/office/drawing/2014/main" id="{CF2C268E-9692-B608-E75A-46E625BA1DD8}"/>
              </a:ext>
            </a:extLst>
          </p:cNvPr>
          <p:cNvSpPr>
            <a:spLocks noChangeArrowheads="1"/>
          </p:cNvSpPr>
          <p:nvPr/>
        </p:nvSpPr>
        <p:spPr bwMode="auto">
          <a:xfrm>
            <a:off x="7227940" y="3268039"/>
            <a:ext cx="3720472" cy="3872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87709" lvl="0">
              <a:lnSpc>
                <a:spcPts val="1897"/>
              </a:lnSpc>
              <a:defRPr/>
            </a:pPr>
            <a:r>
              <a:rPr lang="en-GB" dirty="0">
                <a:solidFill>
                  <a:srgbClr val="FFFF00"/>
                </a:solidFill>
                <a:latin typeface="Consolas" panose="020B0609020204030204" pitchFamily="49" charset="0"/>
                <a:ea typeface="Hack" panose="020B0609030202020204" pitchFamily="49" charset="0"/>
                <a:cs typeface="Hack" panose="020B0609030202020204" pitchFamily="49" charset="0"/>
              </a:rPr>
              <a:t>$ </a:t>
            </a:r>
            <a:r>
              <a:rPr kumimoji="0" lang="en-US" sz="18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my report.txt Documents/</a:t>
            </a:r>
          </a:p>
        </p:txBody>
      </p:sp>
      <p:sp>
        <p:nvSpPr>
          <p:cNvPr id="12" name="Rectangle 3">
            <a:extLst>
              <a:ext uri="{FF2B5EF4-FFF2-40B4-BE49-F238E27FC236}">
                <a16:creationId xmlns:a16="http://schemas.microsoft.com/office/drawing/2014/main" id="{4A167058-1FB6-638B-5A27-CB718C156A24}"/>
              </a:ext>
            </a:extLst>
          </p:cNvPr>
          <p:cNvSpPr>
            <a:spLocks noChangeArrowheads="1"/>
          </p:cNvSpPr>
          <p:nvPr/>
        </p:nvSpPr>
        <p:spPr bwMode="auto">
          <a:xfrm>
            <a:off x="7227940" y="4145065"/>
            <a:ext cx="3720472" cy="3872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87709" lvl="0">
              <a:lnSpc>
                <a:spcPts val="1897"/>
              </a:lnSpc>
              <a:defRPr/>
            </a:pPr>
            <a:r>
              <a:rPr lang="en-GB" dirty="0">
                <a:solidFill>
                  <a:srgbClr val="FFFF00"/>
                </a:solidFill>
                <a:latin typeface="Consolas" panose="020B0609020204030204" pitchFamily="49" charset="0"/>
                <a:ea typeface="Hack" panose="020B0609030202020204" pitchFamily="49" charset="0"/>
                <a:cs typeface="Hack" panose="020B0609030202020204" pitchFamily="49" charset="0"/>
              </a:rPr>
              <a:t>$ </a:t>
            </a:r>
            <a:r>
              <a:rPr kumimoji="0" lang="en-US" sz="1800" b="0" i="0" u="none" strike="noStrike" kern="1200" cap="none" spc="-4"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mv –</a:t>
            </a:r>
            <a:r>
              <a:rPr kumimoji="0" lang="en-US" sz="1800" b="0" i="0" u="none" strike="noStrike" kern="1200" cap="none" spc="-4"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i</a:t>
            </a:r>
            <a:r>
              <a:rPr kumimoji="0" lang="en-US" sz="1800" b="0" i="0" u="none" strike="noStrike" kern="1200" cap="none" spc="-4"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project Documents/</a:t>
            </a:r>
            <a:endParaRPr kumimoji="0" lang="en-US" sz="1800"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3" name="Rectangle 3">
            <a:extLst>
              <a:ext uri="{FF2B5EF4-FFF2-40B4-BE49-F238E27FC236}">
                <a16:creationId xmlns:a16="http://schemas.microsoft.com/office/drawing/2014/main" id="{8B600A13-3D78-30C5-8231-6513AA6BA290}"/>
              </a:ext>
            </a:extLst>
          </p:cNvPr>
          <p:cNvSpPr>
            <a:spLocks noChangeArrowheads="1"/>
          </p:cNvSpPr>
          <p:nvPr/>
        </p:nvSpPr>
        <p:spPr bwMode="auto">
          <a:xfrm>
            <a:off x="7227940" y="2500146"/>
            <a:ext cx="3643305" cy="3872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sz="18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mv report.txt </a:t>
            </a:r>
            <a:r>
              <a:rPr kumimoji="0" lang="en-GB" sz="1800" b="0" i="0" u="none" strike="noStrike" kern="1200" cap="none" spc="0"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report.bak</a:t>
            </a:r>
            <a:endParaRPr kumimoji="0" lang="en-US" sz="18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4" name="Rectangle 3">
            <a:extLst>
              <a:ext uri="{FF2B5EF4-FFF2-40B4-BE49-F238E27FC236}">
                <a16:creationId xmlns:a16="http://schemas.microsoft.com/office/drawing/2014/main" id="{5F29A557-1603-2BFF-80D7-D3A1A4F5D551}"/>
              </a:ext>
            </a:extLst>
          </p:cNvPr>
          <p:cNvSpPr>
            <a:spLocks noChangeArrowheads="1"/>
          </p:cNvSpPr>
          <p:nvPr/>
        </p:nvSpPr>
        <p:spPr bwMode="auto">
          <a:xfrm>
            <a:off x="7227940" y="4943050"/>
            <a:ext cx="3720472" cy="3872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87709" lvl="0">
              <a:lnSpc>
                <a:spcPts val="1897"/>
              </a:lnSpc>
              <a:defRPr/>
            </a:pPr>
            <a:r>
              <a:rPr lang="en-GB" dirty="0">
                <a:solidFill>
                  <a:srgbClr val="FFFF00"/>
                </a:solidFill>
                <a:latin typeface="Consolas" panose="020B0609020204030204" pitchFamily="49" charset="0"/>
                <a:ea typeface="Hack" panose="020B0609030202020204" pitchFamily="49" charset="0"/>
                <a:cs typeface="Hack" panose="020B0609030202020204" pitchFamily="49" charset="0"/>
              </a:rPr>
              <a:t>$ </a:t>
            </a:r>
            <a:r>
              <a:rPr kumimoji="0" lang="en-US" sz="1800" b="0" i="0" u="none" strike="noStrike" kern="1200" cap="none" spc="-4"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mv project </a:t>
            </a:r>
            <a:r>
              <a:rPr lang="en-US" spc="-4" dirty="0" err="1">
                <a:solidFill>
                  <a:schemeClr val="bg1"/>
                </a:solidFill>
                <a:latin typeface="Consolas" panose="020B0609020204030204" pitchFamily="49" charset="0"/>
                <a:ea typeface="Hack" panose="020B0609030202020204" pitchFamily="49" charset="0"/>
                <a:cs typeface="Hack" panose="020B0609030202020204" pitchFamily="49" charset="0"/>
              </a:rPr>
              <a:t>project_backup</a:t>
            </a:r>
            <a:endParaRPr kumimoji="0" lang="en-US" sz="1800"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344983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0016FCE-FC71-64FC-EFFF-17A25E7B95E7}"/>
              </a:ext>
            </a:extLst>
          </p:cNvPr>
          <p:cNvSpPr>
            <a:spLocks noGrp="1"/>
          </p:cNvSpPr>
          <p:nvPr>
            <p:ph type="ctrTitle"/>
          </p:nvPr>
        </p:nvSpPr>
        <p:spPr/>
        <p:txBody>
          <a:bodyPr/>
          <a:lstStyle/>
          <a:p>
            <a:r>
              <a:rPr lang="en-US" noProof="0" dirty="0"/>
              <a:t>Deleting Files and Directories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p:txBody>
          <a:bodyPr/>
          <a:lstStyle/>
          <a:p>
            <a:pPr marL="0" indent="0">
              <a:spcBef>
                <a:spcPts val="73"/>
              </a:spcBef>
              <a:buClr>
                <a:srgbClr val="000000"/>
              </a:buClr>
              <a:buNone/>
              <a:tabLst>
                <a:tab pos="289957" algn="l"/>
                <a:tab pos="290473" algn="l"/>
              </a:tabLst>
            </a:pPr>
            <a:r>
              <a:rPr lang="en-GB" sz="1800" b="1" spc="-8" noProof="0" dirty="0">
                <a:solidFill>
                  <a:srgbClr val="2D2C2C"/>
                </a:solidFill>
                <a:cs typeface="Segoe UI"/>
              </a:rPr>
              <a:t>Use rm to delete files</a:t>
            </a:r>
          </a:p>
          <a:p>
            <a:pPr marL="0" indent="0">
              <a:spcBef>
                <a:spcPts val="73"/>
              </a:spcBef>
              <a:buClr>
                <a:srgbClr val="000000"/>
              </a:buClr>
              <a:buNone/>
              <a:tabLst>
                <a:tab pos="289957" algn="l"/>
                <a:tab pos="290473" algn="l"/>
              </a:tabLst>
            </a:pPr>
            <a:endParaRPr lang="en-GB" spc="-8" dirty="0">
              <a:solidFill>
                <a:srgbClr val="2D2C2C"/>
              </a:solidFill>
              <a:cs typeface="Segoe UI"/>
            </a:endParaRPr>
          </a:p>
          <a:p>
            <a:pPr marL="0" indent="0">
              <a:spcBef>
                <a:spcPts val="73"/>
              </a:spcBef>
              <a:buClr>
                <a:srgbClr val="000000"/>
              </a:buClr>
              <a:buNone/>
              <a:tabLst>
                <a:tab pos="289957" algn="l"/>
                <a:tab pos="290473" algn="l"/>
              </a:tabLst>
            </a:pPr>
            <a:endParaRPr lang="en-GB" sz="1800" spc="-8" noProof="0" dirty="0">
              <a:solidFill>
                <a:srgbClr val="2D2C2C"/>
              </a:solidFill>
              <a:cs typeface="Segoe UI"/>
            </a:endParaRPr>
          </a:p>
          <a:p>
            <a:pPr marL="0" indent="0">
              <a:spcBef>
                <a:spcPts val="73"/>
              </a:spcBef>
              <a:buClr>
                <a:srgbClr val="000000"/>
              </a:buClr>
              <a:buNone/>
              <a:tabLst>
                <a:tab pos="289957" algn="l"/>
                <a:tab pos="290473" algn="l"/>
              </a:tabLst>
            </a:pPr>
            <a:r>
              <a:rPr lang="en-GB" b="1" spc="-8" dirty="0">
                <a:solidFill>
                  <a:srgbClr val="2D2C2C"/>
                </a:solidFill>
                <a:cs typeface="Segoe UI"/>
              </a:rPr>
              <a:t>Command Options:</a:t>
            </a:r>
          </a:p>
          <a:p>
            <a:pPr marL="0" indent="0">
              <a:spcBef>
                <a:spcPts val="73"/>
              </a:spcBef>
              <a:buClr>
                <a:srgbClr val="000000"/>
              </a:buClr>
              <a:buNone/>
              <a:tabLst>
                <a:tab pos="289957" algn="l"/>
                <a:tab pos="290473" algn="l"/>
              </a:tabLst>
            </a:pPr>
            <a:endParaRPr lang="en-GB" sz="1800" spc="-8" noProof="0" dirty="0">
              <a:solidFill>
                <a:srgbClr val="2D2C2C"/>
              </a:solidFill>
              <a:cs typeface="Segoe UI"/>
            </a:endParaRPr>
          </a:p>
          <a:p>
            <a:pPr marL="0" indent="0">
              <a:spcBef>
                <a:spcPts val="73"/>
              </a:spcBef>
              <a:buClr>
                <a:srgbClr val="000000"/>
              </a:buClr>
              <a:buNone/>
              <a:tabLst>
                <a:tab pos="289957" algn="l"/>
                <a:tab pos="290473" algn="l"/>
              </a:tabLst>
            </a:pPr>
            <a:endParaRPr lang="en-GB" spc="-8" dirty="0">
              <a:solidFill>
                <a:srgbClr val="2D2C2C"/>
              </a:solidFill>
              <a:cs typeface="Segoe UI"/>
            </a:endParaRPr>
          </a:p>
          <a:p>
            <a:pPr marL="0" indent="0">
              <a:spcBef>
                <a:spcPts val="73"/>
              </a:spcBef>
              <a:buClr>
                <a:srgbClr val="000000"/>
              </a:buClr>
              <a:buNone/>
              <a:tabLst>
                <a:tab pos="289957" algn="l"/>
                <a:tab pos="290473" algn="l"/>
              </a:tabLst>
            </a:pPr>
            <a:endParaRPr lang="en-GB" sz="1800" spc="-8" noProof="0" dirty="0">
              <a:solidFill>
                <a:srgbClr val="2D2C2C"/>
              </a:solidFill>
              <a:cs typeface="Segoe UI"/>
            </a:endParaRPr>
          </a:p>
          <a:p>
            <a:pPr marL="0" indent="0">
              <a:spcBef>
                <a:spcPts val="73"/>
              </a:spcBef>
              <a:buClr>
                <a:srgbClr val="000000"/>
              </a:buClr>
              <a:buNone/>
              <a:tabLst>
                <a:tab pos="289957" algn="l"/>
                <a:tab pos="290473" algn="l"/>
              </a:tabLst>
            </a:pPr>
            <a:endParaRPr lang="en-GB" spc="-8" dirty="0">
              <a:solidFill>
                <a:srgbClr val="2D2C2C"/>
              </a:solidFill>
              <a:cs typeface="Segoe UI"/>
            </a:endParaRPr>
          </a:p>
          <a:p>
            <a:pPr marL="0" indent="0">
              <a:spcBef>
                <a:spcPts val="73"/>
              </a:spcBef>
              <a:buClr>
                <a:srgbClr val="000000"/>
              </a:buClr>
              <a:buNone/>
              <a:tabLst>
                <a:tab pos="289957" algn="l"/>
                <a:tab pos="290473" algn="l"/>
              </a:tabLst>
            </a:pPr>
            <a:endParaRPr lang="en-GB" sz="1800" spc="-8" noProof="0" dirty="0">
              <a:solidFill>
                <a:srgbClr val="2D2C2C"/>
              </a:solidFill>
              <a:cs typeface="Segoe UI"/>
            </a:endParaRPr>
          </a:p>
          <a:p>
            <a:pPr marL="0" indent="0">
              <a:spcBef>
                <a:spcPts val="73"/>
              </a:spcBef>
              <a:buClr>
                <a:srgbClr val="000000"/>
              </a:buClr>
              <a:buNone/>
              <a:tabLst>
                <a:tab pos="289957" algn="l"/>
                <a:tab pos="290473" algn="l"/>
              </a:tabLst>
            </a:pPr>
            <a:endParaRPr lang="en-GB" sz="1800" spc="-8" noProof="0" dirty="0">
              <a:solidFill>
                <a:srgbClr val="2D2C2C"/>
              </a:solidFill>
              <a:cs typeface="Segoe UI"/>
            </a:endParaRPr>
          </a:p>
          <a:p>
            <a:pPr marL="285750" indent="-285750">
              <a:spcBef>
                <a:spcPts val="73"/>
              </a:spcBef>
              <a:buClr>
                <a:srgbClr val="000000"/>
              </a:buClr>
              <a:buFont typeface="Arial" panose="020B0604020202020204" pitchFamily="34" charset="0"/>
              <a:buChar char="•"/>
              <a:tabLst>
                <a:tab pos="289957" algn="l"/>
                <a:tab pos="290473" algn="l"/>
              </a:tabLst>
            </a:pPr>
            <a:r>
              <a:rPr lang="en-GB" sz="1800" spc="-8" noProof="0" dirty="0">
                <a:solidFill>
                  <a:srgbClr val="2D2C2C"/>
                </a:solidFill>
                <a:cs typeface="Segoe UI"/>
              </a:rPr>
              <a:t>Use rm -r to delete directories and their contents</a:t>
            </a:r>
          </a:p>
          <a:p>
            <a:pPr marL="285750" indent="-285750">
              <a:spcBef>
                <a:spcPts val="73"/>
              </a:spcBef>
              <a:buClr>
                <a:srgbClr val="000000"/>
              </a:buClr>
              <a:buFont typeface="Arial" panose="020B0604020202020204" pitchFamily="34" charset="0"/>
              <a:buChar char="•"/>
              <a:tabLst>
                <a:tab pos="289957" algn="l"/>
                <a:tab pos="290473" algn="l"/>
              </a:tabLst>
            </a:pPr>
            <a:r>
              <a:rPr lang="en-GB" sz="1800" spc="-8" noProof="0" dirty="0">
                <a:solidFill>
                  <a:srgbClr val="2D2C2C"/>
                </a:solidFill>
                <a:cs typeface="Segoe UI"/>
              </a:rPr>
              <a:t>Use rm -</a:t>
            </a:r>
            <a:r>
              <a:rPr lang="en-GB" sz="1800" spc="-8" noProof="0" dirty="0" err="1">
                <a:solidFill>
                  <a:srgbClr val="2D2C2C"/>
                </a:solidFill>
                <a:cs typeface="Segoe UI"/>
              </a:rPr>
              <a:t>i</a:t>
            </a:r>
            <a:r>
              <a:rPr lang="en-GB" sz="1800" spc="-8" noProof="0" dirty="0">
                <a:solidFill>
                  <a:srgbClr val="2D2C2C"/>
                </a:solidFill>
                <a:cs typeface="Segoe UI"/>
              </a:rPr>
              <a:t> to confirm before deleting</a:t>
            </a:r>
          </a:p>
          <a:p>
            <a:pPr marL="285750" indent="-285750">
              <a:spcBef>
                <a:spcPts val="73"/>
              </a:spcBef>
              <a:buClr>
                <a:srgbClr val="000000"/>
              </a:buClr>
              <a:buFont typeface="Arial" panose="020B0604020202020204" pitchFamily="34" charset="0"/>
              <a:buChar char="•"/>
              <a:tabLst>
                <a:tab pos="289957" algn="l"/>
                <a:tab pos="290473" algn="l"/>
              </a:tabLst>
            </a:pPr>
            <a:r>
              <a:rPr lang="en-GB" sz="1800" spc="-8" noProof="0" dirty="0">
                <a:solidFill>
                  <a:srgbClr val="2D2C2C"/>
                </a:solidFill>
                <a:cs typeface="Segoe UI"/>
              </a:rPr>
              <a:t>Deleted files cannot normally be recovered</a:t>
            </a:r>
            <a:endParaRPr lang="en-US" sz="1800" spc="-8" noProof="0" dirty="0">
              <a:solidFill>
                <a:srgbClr val="2D2C2C"/>
              </a:solidFill>
              <a:cs typeface="Segoe UI"/>
            </a:endParaRPr>
          </a:p>
          <a:p>
            <a:pPr marL="9803">
              <a:spcBef>
                <a:spcPts val="73"/>
              </a:spcBef>
              <a:buClr>
                <a:srgbClr val="000000"/>
              </a:buClr>
              <a:tabLst>
                <a:tab pos="289957" algn="l"/>
                <a:tab pos="290473" algn="l"/>
              </a:tabLst>
            </a:pP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noProof="0" dirty="0">
              <a:cs typeface="Segoe UI"/>
            </a:endParaRPr>
          </a:p>
          <a:p>
            <a:pPr marL="190315" lvl="1" indent="0">
              <a:spcBef>
                <a:spcPts val="317"/>
              </a:spcBef>
              <a:buNone/>
            </a:pPr>
            <a:endParaRPr lang="en-US" sz="1800" b="1" spc="-4" noProof="0" dirty="0">
              <a:solidFill>
                <a:srgbClr val="0000C7"/>
              </a:solidFill>
              <a:latin typeface="Consolas" panose="020B0609020204030204" pitchFamily="49" charset="0"/>
              <a:ea typeface="Hack" panose="020B0609030202020204" pitchFamily="49" charset="0"/>
              <a:cs typeface="Hack" panose="020B0609030202020204" pitchFamily="49" charset="0"/>
            </a:endParaRPr>
          </a:p>
          <a:p>
            <a:pPr marL="190315" lvl="1" indent="0">
              <a:spcBef>
                <a:spcPts val="317"/>
              </a:spcBef>
              <a:buNone/>
            </a:pPr>
            <a:endParaRPr lang="en-US" sz="1800" b="1" spc="-4" noProof="0" dirty="0">
              <a:solidFill>
                <a:srgbClr val="0000C7"/>
              </a:solidFill>
              <a:latin typeface="Consolas" panose="020B0609020204030204" pitchFamily="49" charset="0"/>
              <a:ea typeface="Hack" panose="020B0609030202020204" pitchFamily="49" charset="0"/>
              <a:cs typeface="Hack" panose="020B0609030202020204" pitchFamily="49" charset="0"/>
            </a:endParaRPr>
          </a:p>
          <a:p>
            <a:pPr marL="190315" lvl="1" indent="0">
              <a:spcBef>
                <a:spcPts val="317"/>
              </a:spcBef>
              <a:buNone/>
            </a:pPr>
            <a:endParaRPr lang="en-US" sz="1800" b="1" spc="-4" noProof="0" dirty="0">
              <a:solidFill>
                <a:srgbClr val="0000C7"/>
              </a:solidFill>
              <a:latin typeface="Consolas" panose="020B0609020204030204" pitchFamily="49" charset="0"/>
              <a:ea typeface="Hack" panose="020B0609030202020204" pitchFamily="49" charset="0"/>
              <a:cs typeface="Hack" panose="020B0609030202020204" pitchFamily="49" charset="0"/>
            </a:endParaRPr>
          </a:p>
          <a:p>
            <a:pPr marL="190315" lvl="1" indent="0">
              <a:spcBef>
                <a:spcPts val="317"/>
              </a:spcBef>
              <a:buNone/>
            </a:pPr>
            <a:endParaRPr lang="en-US" sz="1800" b="1" noProof="0" dirty="0">
              <a:solidFill>
                <a:srgbClr val="0000C7"/>
              </a:solidFill>
              <a:cs typeface="Segoe UI"/>
            </a:endParaRPr>
          </a:p>
          <a:p>
            <a:pPr marL="476065" lvl="1" indent="-285750">
              <a:spcBef>
                <a:spcPts val="252"/>
              </a:spcBef>
            </a:pPr>
            <a:endParaRPr lang="en-US" sz="1800" b="1" noProof="0" dirty="0">
              <a:solidFill>
                <a:srgbClr val="0000C7"/>
              </a:solidFill>
              <a:cs typeface="Segoe UI"/>
            </a:endParaRPr>
          </a:p>
          <a:p>
            <a:pPr marL="476065" lvl="1" indent="-285750">
              <a:spcBef>
                <a:spcPts val="252"/>
              </a:spcBef>
            </a:pPr>
            <a:endParaRPr lang="en-US" sz="1800" b="1" noProof="0" dirty="0">
              <a:solidFill>
                <a:srgbClr val="0000C7"/>
              </a:solidFill>
              <a:cs typeface="Segoe UI"/>
            </a:endParaRPr>
          </a:p>
          <a:p>
            <a:pPr marL="476065" lvl="1" indent="-285750">
              <a:spcBef>
                <a:spcPts val="252"/>
              </a:spcBef>
            </a:pPr>
            <a:endParaRPr lang="en-US" sz="1800" b="1" noProof="0" dirty="0">
              <a:solidFill>
                <a:srgbClr val="0000C7"/>
              </a:solidFill>
              <a:cs typeface="Segoe UI"/>
            </a:endParaRPr>
          </a:p>
          <a:p>
            <a:pPr marL="9803">
              <a:buClr>
                <a:srgbClr val="000000"/>
              </a:buClr>
              <a:tabLst>
                <a:tab pos="289957" algn="l"/>
                <a:tab pos="290473" algn="l"/>
              </a:tabLst>
            </a:pPr>
            <a:r>
              <a:rPr lang="en-US" sz="1800" spc="-16" noProof="0" dirty="0">
                <a:solidFill>
                  <a:srgbClr val="2D2C2C"/>
                </a:solidFill>
                <a:cs typeface="Segoe UI"/>
              </a:rPr>
              <a:t>To delete</a:t>
            </a:r>
            <a:r>
              <a:rPr lang="en-US" sz="1800" spc="16" noProof="0" dirty="0">
                <a:solidFill>
                  <a:srgbClr val="2D2C2C"/>
                </a:solidFill>
                <a:cs typeface="Segoe UI"/>
              </a:rPr>
              <a:t> </a:t>
            </a:r>
            <a:r>
              <a:rPr lang="en-US" sz="1800" spc="-4" noProof="0" dirty="0">
                <a:solidFill>
                  <a:srgbClr val="2D2C2C"/>
                </a:solidFill>
                <a:cs typeface="Segoe UI"/>
              </a:rPr>
              <a:t>an</a:t>
            </a:r>
            <a:r>
              <a:rPr lang="en-US" sz="1800" spc="8" noProof="0" dirty="0">
                <a:solidFill>
                  <a:srgbClr val="2D2C2C"/>
                </a:solidFill>
                <a:cs typeface="Segoe UI"/>
              </a:rPr>
              <a:t> </a:t>
            </a:r>
            <a:r>
              <a:rPr lang="en-US" sz="1800" spc="-8" noProof="0" dirty="0">
                <a:solidFill>
                  <a:srgbClr val="2D2C2C"/>
                </a:solidFill>
                <a:cs typeface="Segoe UI"/>
              </a:rPr>
              <a:t>empty</a:t>
            </a:r>
            <a:r>
              <a:rPr lang="en-US" sz="1800" spc="24" noProof="0" dirty="0">
                <a:solidFill>
                  <a:srgbClr val="2D2C2C"/>
                </a:solidFill>
                <a:cs typeface="Segoe UI"/>
              </a:rPr>
              <a:t> </a:t>
            </a:r>
            <a:r>
              <a:rPr lang="en-US" sz="1800" spc="-4" noProof="0" dirty="0">
                <a:solidFill>
                  <a:srgbClr val="2D2C2C"/>
                </a:solidFill>
                <a:cs typeface="Segoe UI"/>
              </a:rPr>
              <a:t>directory, you can use </a:t>
            </a:r>
            <a:r>
              <a:rPr lang="en-US" sz="1800" b="1" spc="-4" noProof="0" dirty="0">
                <a:solidFill>
                  <a:srgbClr val="7030A0"/>
                </a:solidFill>
                <a:latin typeface="Consolas" panose="020B0609020204030204" pitchFamily="49" charset="0"/>
                <a:ea typeface="Hack" panose="020B0609030202020204" pitchFamily="49" charset="0"/>
                <a:cs typeface="Hack" panose="020B0609030202020204" pitchFamily="49" charset="0"/>
              </a:rPr>
              <a:t>rmdir</a:t>
            </a:r>
            <a:r>
              <a:rPr lang="en-US" spc="-4" noProof="0" dirty="0">
                <a:solidFill>
                  <a:srgbClr val="2D2C2C"/>
                </a:solidFill>
                <a:cs typeface="Segoe UI"/>
              </a:rPr>
              <a:t>.</a:t>
            </a:r>
          </a:p>
          <a:p>
            <a:endParaRPr lang="en-US" sz="1800" noProof="0" dirty="0"/>
          </a:p>
        </p:txBody>
      </p:sp>
      <p:sp>
        <p:nvSpPr>
          <p:cNvPr id="10" name="Text Placeholder 9">
            <a:extLst>
              <a:ext uri="{FF2B5EF4-FFF2-40B4-BE49-F238E27FC236}">
                <a16:creationId xmlns:a16="http://schemas.microsoft.com/office/drawing/2014/main" id="{75951640-7DA9-3166-1BDD-4A03C92B15C9}"/>
              </a:ext>
            </a:extLst>
          </p:cNvPr>
          <p:cNvSpPr>
            <a:spLocks noGrp="1"/>
          </p:cNvSpPr>
          <p:nvPr>
            <p:ph type="body" sz="quarter" idx="15"/>
          </p:nvPr>
        </p:nvSpPr>
        <p:spPr/>
        <p:txBody>
          <a:bodyPr/>
          <a:lstStyle/>
          <a:p>
            <a:r>
              <a:rPr lang="en-GB" b="1" dirty="0"/>
              <a:t>Examples:</a:t>
            </a:r>
          </a:p>
          <a:p>
            <a:pPr marL="285750" indent="-285750">
              <a:buFont typeface="Arial" panose="020B0604020202020204" pitchFamily="34" charset="0"/>
              <a:buChar char="•"/>
            </a:pPr>
            <a:r>
              <a:rPr lang="en-GB" dirty="0"/>
              <a:t>Delete a file</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Confirm before deleting</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Delete an empty directory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Delete a directory and everything in it</a:t>
            </a:r>
          </a:p>
          <a:p>
            <a:pPr marL="285750" indent="-285750">
              <a:buFont typeface="Arial" panose="020B0604020202020204" pitchFamily="34" charset="0"/>
              <a:buChar char="•"/>
            </a:pPr>
            <a:endParaRPr lang="en-GB"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aphicFrame>
        <p:nvGraphicFramePr>
          <p:cNvPr id="6" name="Table 8">
            <a:extLst>
              <a:ext uri="{FF2B5EF4-FFF2-40B4-BE49-F238E27FC236}">
                <a16:creationId xmlns:a16="http://schemas.microsoft.com/office/drawing/2014/main" id="{EE56F795-65B2-2CD8-C82E-E3A7EDF42106}"/>
              </a:ext>
            </a:extLst>
          </p:cNvPr>
          <p:cNvGraphicFramePr>
            <a:graphicFrameLocks noGrp="1"/>
          </p:cNvGraphicFramePr>
          <p:nvPr>
            <p:extLst>
              <p:ext uri="{D42A27DB-BD31-4B8C-83A1-F6EECF244321}">
                <p14:modId xmlns:p14="http://schemas.microsoft.com/office/powerpoint/2010/main" val="1570222219"/>
              </p:ext>
            </p:extLst>
          </p:nvPr>
        </p:nvGraphicFramePr>
        <p:xfrm>
          <a:off x="801894" y="2973881"/>
          <a:ext cx="4364466" cy="1463040"/>
        </p:xfrm>
        <a:graphic>
          <a:graphicData uri="http://schemas.openxmlformats.org/drawingml/2006/table">
            <a:tbl>
              <a:tblPr firstRow="1" bandRow="1">
                <a:tableStyleId>{10A1B5D5-9B99-4C35-A422-299274C87663}</a:tableStyleId>
              </a:tblPr>
              <a:tblGrid>
                <a:gridCol w="852362">
                  <a:extLst>
                    <a:ext uri="{9D8B030D-6E8A-4147-A177-3AD203B41FA5}">
                      <a16:colId xmlns:a16="http://schemas.microsoft.com/office/drawing/2014/main" val="138666897"/>
                    </a:ext>
                  </a:extLst>
                </a:gridCol>
                <a:gridCol w="3512104">
                  <a:extLst>
                    <a:ext uri="{9D8B030D-6E8A-4147-A177-3AD203B41FA5}">
                      <a16:colId xmlns:a16="http://schemas.microsoft.com/office/drawing/2014/main" val="3350923480"/>
                    </a:ext>
                  </a:extLst>
                </a:gridCol>
              </a:tblGrid>
              <a:tr h="249119">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Option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pPr algn="ctr"/>
                      <a:r>
                        <a:rPr lang="en-US" sz="1800" noProof="0" dirty="0">
                          <a:solidFill>
                            <a:schemeClr val="tx1"/>
                          </a:solidFill>
                          <a:latin typeface="+mn-lt"/>
                        </a:rPr>
                        <a:t>Action</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84817863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317"/>
                        </a:spcBef>
                      </a:pPr>
                      <a:r>
                        <a:rPr lang="en-US" sz="1800" b="1" spc="-4" noProof="0" dirty="0">
                          <a:solidFill>
                            <a:schemeClr val="tx1"/>
                          </a:solidFill>
                          <a:latin typeface="+mn-lt"/>
                        </a:rPr>
                        <a:t>-i</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lvl="1" indent="0">
                        <a:spcBef>
                          <a:spcPts val="317"/>
                        </a:spcBef>
                      </a:pPr>
                      <a:r>
                        <a:rPr lang="en-US" sz="1800" b="0" spc="-8" noProof="0" dirty="0">
                          <a:solidFill>
                            <a:srgbClr val="2D2C2C"/>
                          </a:solidFill>
                          <a:latin typeface="+mn-lt"/>
                        </a:rPr>
                        <a:t>Prompt before deleting</a:t>
                      </a:r>
                      <a:endParaRPr lang="en-US" sz="1800" b="0" noProof="0" dirty="0">
                        <a:latin typeface="+mn-lt"/>
                        <a:cs typeface="Segoe UI"/>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53592715"/>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chemeClr val="tx1"/>
                          </a:solidFill>
                          <a:latin typeface="+mn-lt"/>
                        </a:rPr>
                        <a:t>-</a:t>
                      </a:r>
                      <a:r>
                        <a:rPr lang="en-US" sz="1800" b="1" noProof="0" dirty="0">
                          <a:solidFill>
                            <a:schemeClr val="tx1"/>
                          </a:solidFill>
                          <a:latin typeface="+mn-lt"/>
                        </a:rPr>
                        <a:t>r</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lvl="1" indent="0">
                        <a:spcBef>
                          <a:spcPts val="236"/>
                        </a:spcBef>
                      </a:pPr>
                      <a:r>
                        <a:rPr lang="en-US" sz="1800" noProof="0" dirty="0">
                          <a:solidFill>
                            <a:srgbClr val="2D2C2C"/>
                          </a:solidFill>
                          <a:latin typeface="+mn-lt"/>
                        </a:rPr>
                        <a:t>Delete directories recursively</a:t>
                      </a:r>
                      <a:endParaRPr lang="en-US" sz="1800" noProof="0" dirty="0">
                        <a:latin typeface="+mn-lt"/>
                        <a:cs typeface="Segoe UI"/>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087983090"/>
                  </a:ext>
                </a:extLst>
              </a:tr>
              <a:tr h="281885">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476065" lvl="1" indent="-285750" algn="l">
                        <a:spcBef>
                          <a:spcPts val="236"/>
                        </a:spcBef>
                      </a:pPr>
                      <a:r>
                        <a:rPr lang="en-US" sz="1800" b="1" spc="-8" noProof="0" dirty="0">
                          <a:solidFill>
                            <a:schemeClr val="tx1"/>
                          </a:solidFill>
                          <a:latin typeface="+mn-lt"/>
                        </a:rPr>
                        <a:t>-f</a:t>
                      </a:r>
                      <a:endParaRPr lang="en-US" sz="1800" noProof="0" dirty="0">
                        <a:solidFill>
                          <a:schemeClr val="tx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pPr marL="0" lvl="1" indent="0">
                        <a:spcBef>
                          <a:spcPts val="236"/>
                        </a:spcBef>
                      </a:pPr>
                      <a:r>
                        <a:rPr lang="en-US" sz="1800" noProof="0" dirty="0">
                          <a:latin typeface="+mn-lt"/>
                          <a:cs typeface="Segoe UI"/>
                        </a:rPr>
                        <a:t>Force deletion without prompting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470113834"/>
                  </a:ext>
                </a:extLst>
              </a:tr>
            </a:tbl>
          </a:graphicData>
        </a:graphic>
      </p:graphicFrame>
      <p:sp>
        <p:nvSpPr>
          <p:cNvPr id="4" name="Rectangle 3">
            <a:extLst>
              <a:ext uri="{FF2B5EF4-FFF2-40B4-BE49-F238E27FC236}">
                <a16:creationId xmlns:a16="http://schemas.microsoft.com/office/drawing/2014/main" id="{F5C820D0-5446-40AA-E1B4-8B93E44985B1}"/>
              </a:ext>
            </a:extLst>
          </p:cNvPr>
          <p:cNvSpPr>
            <a:spLocks noChangeArrowheads="1"/>
          </p:cNvSpPr>
          <p:nvPr/>
        </p:nvSpPr>
        <p:spPr bwMode="auto">
          <a:xfrm>
            <a:off x="801893" y="2079518"/>
            <a:ext cx="2886187" cy="42062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8741" marR="0" lvl="0" indent="0" algn="l" defTabSz="914400" rtl="0" eaLnBrk="1" fontAlgn="auto" latinLnBrk="0" hangingPunct="1">
              <a:lnSpc>
                <a:spcPct val="100000"/>
              </a:lnSpc>
              <a:spcBef>
                <a:spcPts val="418"/>
              </a:spcBef>
              <a:spcAft>
                <a:spcPts val="0"/>
              </a:spcAft>
              <a:buClrTx/>
              <a:buSzTx/>
              <a:buFontTx/>
              <a:buNone/>
              <a:tabLst/>
              <a:defRPr/>
            </a:pPr>
            <a:r>
              <a:rPr kumimoji="0" lang="en-US" sz="180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rm [option/s] </a:t>
            </a:r>
            <a:r>
              <a:rPr lang="en-US" spc="-4" dirty="0">
                <a:solidFill>
                  <a:prstClr val="white"/>
                </a:solidFill>
                <a:latin typeface="Consolas" panose="020B0609020204030204" pitchFamily="49" charset="0"/>
                <a:ea typeface="Hack" panose="020B0609030202020204" pitchFamily="49" charset="0"/>
                <a:cs typeface="Hack" panose="020B0609030202020204" pitchFamily="49" charset="0"/>
              </a:rPr>
              <a:t>target</a:t>
            </a:r>
            <a:endParaRPr kumimoji="0" lang="en-US" sz="180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1" name="Rectangle 3">
            <a:extLst>
              <a:ext uri="{FF2B5EF4-FFF2-40B4-BE49-F238E27FC236}">
                <a16:creationId xmlns:a16="http://schemas.microsoft.com/office/drawing/2014/main" id="{6BDC12A4-9DEC-F663-E6C6-F38085D6FEE0}"/>
              </a:ext>
            </a:extLst>
          </p:cNvPr>
          <p:cNvSpPr>
            <a:spLocks noChangeArrowheads="1"/>
          </p:cNvSpPr>
          <p:nvPr/>
        </p:nvSpPr>
        <p:spPr bwMode="auto">
          <a:xfrm>
            <a:off x="6521882" y="3268039"/>
            <a:ext cx="2736418" cy="3872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87709" lvl="0">
              <a:lnSpc>
                <a:spcPts val="1897"/>
              </a:lnSpc>
              <a:defRPr/>
            </a:pPr>
            <a:r>
              <a:rPr lang="en-GB" dirty="0">
                <a:solidFill>
                  <a:srgbClr val="FFFF00"/>
                </a:solidFill>
                <a:latin typeface="Consolas" panose="020B0609020204030204" pitchFamily="49" charset="0"/>
                <a:ea typeface="Hack" panose="020B0609030202020204" pitchFamily="49" charset="0"/>
                <a:cs typeface="Hack" panose="020B0609030202020204" pitchFamily="49" charset="0"/>
              </a:rPr>
              <a:t>$ </a:t>
            </a:r>
            <a:r>
              <a:rPr kumimoji="0" lang="en-US" sz="18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rm –</a:t>
            </a:r>
            <a:r>
              <a:rPr kumimoji="0" lang="en-US" sz="1800" b="0" i="0" u="none" strike="noStrike" kern="1200" cap="none" spc="0"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i</a:t>
            </a:r>
            <a:r>
              <a:rPr kumimoji="0" lang="en-US" sz="18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report.txt</a:t>
            </a:r>
          </a:p>
        </p:txBody>
      </p:sp>
      <p:sp>
        <p:nvSpPr>
          <p:cNvPr id="12" name="Rectangle 3">
            <a:extLst>
              <a:ext uri="{FF2B5EF4-FFF2-40B4-BE49-F238E27FC236}">
                <a16:creationId xmlns:a16="http://schemas.microsoft.com/office/drawing/2014/main" id="{28D307D4-6C03-72C7-7085-6CE2BE7EC9F0}"/>
              </a:ext>
            </a:extLst>
          </p:cNvPr>
          <p:cNvSpPr>
            <a:spLocks noChangeArrowheads="1"/>
          </p:cNvSpPr>
          <p:nvPr/>
        </p:nvSpPr>
        <p:spPr bwMode="auto">
          <a:xfrm>
            <a:off x="6521882" y="4145065"/>
            <a:ext cx="2187779" cy="3872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87709" lvl="0">
              <a:lnSpc>
                <a:spcPts val="1897"/>
              </a:lnSpc>
              <a:defRPr/>
            </a:pPr>
            <a:r>
              <a:rPr lang="en-GB" dirty="0">
                <a:solidFill>
                  <a:srgbClr val="FFFF00"/>
                </a:solidFill>
                <a:latin typeface="Consolas" panose="020B0609020204030204" pitchFamily="49" charset="0"/>
                <a:ea typeface="Hack" panose="020B0609030202020204" pitchFamily="49" charset="0"/>
                <a:cs typeface="Hack" panose="020B0609030202020204" pitchFamily="49" charset="0"/>
              </a:rPr>
              <a:t>$ </a:t>
            </a:r>
            <a:r>
              <a:rPr kumimoji="0" lang="en-US" sz="1800" b="0" i="0" u="none" strike="noStrike" kern="1200" cap="none" spc="-4"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rmdir</a:t>
            </a:r>
            <a:r>
              <a:rPr kumimoji="0" lang="en-US" sz="1800" b="0" i="0" u="none" strike="noStrike" kern="1200" cap="none" spc="-4"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800" b="0" i="0" u="none" strike="noStrike" kern="1200" cap="none" spc="-4" normalizeH="0" baseline="0" noProof="0" dirty="0" err="1">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olddir</a:t>
            </a:r>
            <a:endParaRPr kumimoji="0" lang="en-US" sz="1800"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3" name="Rectangle 3">
            <a:extLst>
              <a:ext uri="{FF2B5EF4-FFF2-40B4-BE49-F238E27FC236}">
                <a16:creationId xmlns:a16="http://schemas.microsoft.com/office/drawing/2014/main" id="{3A2558D2-22E1-FA48-039D-6FEF7BFDDC87}"/>
              </a:ext>
            </a:extLst>
          </p:cNvPr>
          <p:cNvSpPr>
            <a:spLocks noChangeArrowheads="1"/>
          </p:cNvSpPr>
          <p:nvPr/>
        </p:nvSpPr>
        <p:spPr bwMode="auto">
          <a:xfrm>
            <a:off x="6521883" y="2500146"/>
            <a:ext cx="2187778" cy="3872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GB" sz="18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rm report.txt</a:t>
            </a:r>
            <a:endParaRPr kumimoji="0" lang="en-US" sz="18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4" name="Rectangle 3">
            <a:extLst>
              <a:ext uri="{FF2B5EF4-FFF2-40B4-BE49-F238E27FC236}">
                <a16:creationId xmlns:a16="http://schemas.microsoft.com/office/drawing/2014/main" id="{5DB28455-1D46-5E9E-AAC5-10B98B2152B5}"/>
              </a:ext>
            </a:extLst>
          </p:cNvPr>
          <p:cNvSpPr>
            <a:spLocks noChangeArrowheads="1"/>
          </p:cNvSpPr>
          <p:nvPr/>
        </p:nvSpPr>
        <p:spPr bwMode="auto">
          <a:xfrm>
            <a:off x="6521882" y="4943050"/>
            <a:ext cx="2187779" cy="387286"/>
          </a:xfrm>
          <a:prstGeom prst="rect">
            <a:avLst/>
          </a:prstGeom>
          <a:solidFill>
            <a:schemeClr val="tx1"/>
          </a:solidFill>
          <a:ln w="12700" algn="ctr">
            <a:solidFill>
              <a:schemeClr val="bg1"/>
            </a:solidFill>
            <a:miter lim="800000"/>
            <a:headEnd/>
            <a:tailEnd/>
          </a:ln>
          <a:effectLst>
            <a:outerShdw blurRad="50800" dist="63500" dir="2700000" algn="ctr" rotWithShape="0">
              <a:schemeClr val="bg2">
                <a:lumMod val="90000"/>
              </a:schemeClr>
            </a:outerShdw>
          </a:effectLst>
        </p:spPr>
        <p:txBody>
          <a:bodyPr wrap="square" lIns="95250" tIns="91440" rIns="95250" bIns="50800">
            <a:spAutoFit/>
          </a:bodyPr>
          <a:lstStyle/>
          <a:p>
            <a:pPr marL="87709" lvl="0">
              <a:lnSpc>
                <a:spcPts val="1897"/>
              </a:lnSpc>
              <a:defRPr/>
            </a:pPr>
            <a:r>
              <a:rPr lang="en-GB" dirty="0">
                <a:solidFill>
                  <a:srgbClr val="FFFF00"/>
                </a:solidFill>
                <a:latin typeface="Consolas" panose="020B0609020204030204" pitchFamily="49" charset="0"/>
                <a:ea typeface="Hack" panose="020B0609030202020204" pitchFamily="49" charset="0"/>
                <a:cs typeface="Hack" panose="020B0609030202020204" pitchFamily="49" charset="0"/>
              </a:rPr>
              <a:t>$ </a:t>
            </a:r>
            <a:r>
              <a:rPr kumimoji="0" lang="en-US" sz="1800" b="0" i="0" u="none" strike="noStrike" kern="1200" cap="none" spc="-4"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rPr>
              <a:t>rm –r project</a:t>
            </a:r>
            <a:endParaRPr kumimoji="0" lang="en-US" sz="1800" b="0" i="0" u="none" strike="noStrike" kern="1200" cap="none" spc="0" normalizeH="0" baseline="0" noProof="0" dirty="0">
              <a:ln>
                <a:noFill/>
              </a:ln>
              <a:solidFill>
                <a:schemeClr val="bg1"/>
              </a:solidFill>
              <a:effectLst/>
              <a:uLnTx/>
              <a:uFillTx/>
              <a:latin typeface="Consolas" panose="020B0609020204030204" pitchFamily="49" charset="0"/>
              <a:ea typeface="Hack" panose="020B0609030202020204" pitchFamily="49" charset="0"/>
              <a:cs typeface="Hack" panose="020B0609030202020204" pitchFamily="49" charset="0"/>
            </a:endParaRPr>
          </a:p>
        </p:txBody>
      </p:sp>
      <p:sp>
        <p:nvSpPr>
          <p:cNvPr id="15" name="TextBox 14">
            <a:extLst>
              <a:ext uri="{FF2B5EF4-FFF2-40B4-BE49-F238E27FC236}">
                <a16:creationId xmlns:a16="http://schemas.microsoft.com/office/drawing/2014/main" id="{24D92C19-6F39-AF83-FBB5-7D43C97AAF83}"/>
              </a:ext>
            </a:extLst>
          </p:cNvPr>
          <p:cNvSpPr txBox="1"/>
          <p:nvPr/>
        </p:nvSpPr>
        <p:spPr>
          <a:xfrm>
            <a:off x="3613425" y="6268248"/>
            <a:ext cx="4989391" cy="400110"/>
          </a:xfrm>
          <a:prstGeom prst="rect">
            <a:avLst/>
          </a:prstGeom>
          <a:solidFill>
            <a:schemeClr val="accent4">
              <a:lumMod val="40000"/>
              <a:lumOff val="60000"/>
            </a:schemeClr>
          </a:solidFill>
          <a:ln>
            <a:noFill/>
          </a:ln>
        </p:spPr>
        <p:txBody>
          <a:bodyPr wrap="square" rtlCol="0">
            <a:spAutoFit/>
          </a:bodyPr>
          <a:lstStyle/>
          <a:p>
            <a:pPr algn="ctr"/>
            <a:r>
              <a:rPr lang="en-GB" sz="2000" dirty="0"/>
              <a:t>⚠ Be careful with </a:t>
            </a:r>
            <a:r>
              <a:rPr lang="en-GB" sz="2000" b="1" dirty="0"/>
              <a:t>rm –rf </a:t>
            </a:r>
            <a:r>
              <a:rPr lang="en-GB" sz="2000" dirty="0"/>
              <a:t> there is no </a:t>
            </a:r>
            <a:r>
              <a:rPr lang="en-GB" sz="2000" dirty="0" err="1"/>
              <a:t>recyle</a:t>
            </a:r>
            <a:r>
              <a:rPr lang="en-GB" sz="2000" dirty="0"/>
              <a:t> bin</a:t>
            </a:r>
          </a:p>
        </p:txBody>
      </p:sp>
    </p:spTree>
    <p:extLst>
      <p:ext uri="{BB962C8B-B14F-4D97-AF65-F5344CB8AC3E}">
        <p14:creationId xmlns:p14="http://schemas.microsoft.com/office/powerpoint/2010/main" val="38434236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D204AE-E217-C4A7-F448-7D2A2011FD15}"/>
              </a:ext>
            </a:extLst>
          </p:cNvPr>
          <p:cNvSpPr>
            <a:spLocks noGrp="1"/>
          </p:cNvSpPr>
          <p:nvPr>
            <p:ph type="ctrTitle"/>
          </p:nvPr>
        </p:nvSpPr>
        <p:spPr>
          <a:xfrm>
            <a:off x="443921" y="500194"/>
            <a:ext cx="6679721" cy="858985"/>
          </a:xfrm>
        </p:spPr>
        <p:txBody>
          <a:bodyPr/>
          <a:lstStyle/>
          <a:p>
            <a:r>
              <a:rPr lang="en-US" noProof="0" dirty="0"/>
              <a:t>Practical exercise 3 – T3 and T4</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2437277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F33B9A8-9E75-C8C8-B5CD-1BD1573A0C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44556" y="3045123"/>
            <a:ext cx="7769631" cy="3479209"/>
          </a:xfrm>
          <a:prstGeom prst="rect">
            <a:avLst/>
          </a:prstGeom>
        </p:spPr>
      </p:pic>
      <p:sp>
        <p:nvSpPr>
          <p:cNvPr id="10" name="Title 9">
            <a:extLst>
              <a:ext uri="{FF2B5EF4-FFF2-40B4-BE49-F238E27FC236}">
                <a16:creationId xmlns:a16="http://schemas.microsoft.com/office/drawing/2014/main" id="{805728EB-0E1E-0BAF-30DC-060C52B0ED6F}"/>
              </a:ext>
            </a:extLst>
          </p:cNvPr>
          <p:cNvSpPr>
            <a:spLocks noGrp="1"/>
          </p:cNvSpPr>
          <p:nvPr>
            <p:ph type="ctrTitle"/>
          </p:nvPr>
        </p:nvSpPr>
        <p:spPr/>
        <p:txBody>
          <a:bodyPr/>
          <a:lstStyle/>
          <a:p>
            <a:r>
              <a:rPr lang="en-US" noProof="0" dirty="0"/>
              <a:t>How Filenames Map to Data</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spcBef>
                <a:spcPts val="73"/>
              </a:spcBef>
              <a:buClr>
                <a:srgbClr val="000000"/>
              </a:buClr>
              <a:tabLst>
                <a:tab pos="289957" algn="l"/>
                <a:tab pos="290473" algn="l"/>
              </a:tabLst>
            </a:pPr>
            <a:r>
              <a:rPr lang="en-GB" sz="1800" spc="-4" noProof="0" dirty="0">
                <a:solidFill>
                  <a:srgbClr val="2D2C2C"/>
                </a:solidFill>
                <a:cs typeface="Segoe UI"/>
              </a:rPr>
              <a:t>Directories store filenames and </a:t>
            </a:r>
            <a:r>
              <a:rPr lang="en-GB" sz="1800" spc="-4" noProof="0" dirty="0" err="1">
                <a:solidFill>
                  <a:srgbClr val="2D2C2C"/>
                </a:solidFill>
                <a:cs typeface="Segoe UI"/>
              </a:rPr>
              <a:t>inode</a:t>
            </a:r>
            <a:r>
              <a:rPr lang="en-GB" sz="1800" spc="-4" noProof="0" dirty="0">
                <a:solidFill>
                  <a:srgbClr val="2D2C2C"/>
                </a:solidFill>
                <a:cs typeface="Segoe UI"/>
              </a:rPr>
              <a:t> numbers</a:t>
            </a:r>
          </a:p>
          <a:p>
            <a:pPr>
              <a:spcBef>
                <a:spcPts val="73"/>
              </a:spcBef>
              <a:buClr>
                <a:srgbClr val="000000"/>
              </a:buClr>
              <a:tabLst>
                <a:tab pos="289957" algn="l"/>
                <a:tab pos="290473" algn="l"/>
              </a:tabLst>
            </a:pPr>
            <a:r>
              <a:rPr lang="en-GB" sz="1800" spc="-4" noProof="0" dirty="0" err="1">
                <a:solidFill>
                  <a:srgbClr val="2D2C2C"/>
                </a:solidFill>
                <a:cs typeface="Segoe UI"/>
              </a:rPr>
              <a:t>Inodes</a:t>
            </a:r>
            <a:r>
              <a:rPr lang="en-GB" sz="1800" spc="-4" noProof="0" dirty="0">
                <a:solidFill>
                  <a:srgbClr val="2D2C2C"/>
                </a:solidFill>
                <a:cs typeface="Segoe UI"/>
              </a:rPr>
              <a:t> store file metadata and data locations</a:t>
            </a:r>
          </a:p>
          <a:p>
            <a:pPr>
              <a:spcBef>
                <a:spcPts val="73"/>
              </a:spcBef>
              <a:buClr>
                <a:srgbClr val="000000"/>
              </a:buClr>
              <a:tabLst>
                <a:tab pos="289957" algn="l"/>
                <a:tab pos="290473" algn="l"/>
              </a:tabLst>
            </a:pPr>
            <a:r>
              <a:rPr lang="en-GB" sz="1800" spc="-4" noProof="0" dirty="0">
                <a:solidFill>
                  <a:srgbClr val="2D2C2C"/>
                </a:solidFill>
                <a:cs typeface="Segoe UI"/>
              </a:rPr>
              <a:t>File data is stored in data blocks</a:t>
            </a:r>
          </a:p>
          <a:p>
            <a:pPr>
              <a:spcBef>
                <a:spcPts val="73"/>
              </a:spcBef>
              <a:buClr>
                <a:srgbClr val="000000"/>
              </a:buClr>
              <a:tabLst>
                <a:tab pos="289957" algn="l"/>
                <a:tab pos="290473" algn="l"/>
              </a:tabLst>
            </a:pPr>
            <a:r>
              <a:rPr lang="en-GB" sz="1800" spc="-4" noProof="0" dirty="0">
                <a:solidFill>
                  <a:srgbClr val="2D2C2C"/>
                </a:solidFill>
                <a:cs typeface="Segoe UI"/>
              </a:rPr>
              <a:t>Multiple filenames can refer to the same </a:t>
            </a:r>
            <a:r>
              <a:rPr lang="en-GB" sz="1800" spc="-4" noProof="0" dirty="0" err="1">
                <a:solidFill>
                  <a:srgbClr val="2D2C2C"/>
                </a:solidFill>
                <a:cs typeface="Segoe UI"/>
              </a:rPr>
              <a:t>inode</a:t>
            </a:r>
            <a:r>
              <a:rPr lang="en-GB" sz="1800" spc="-4" noProof="0" dirty="0">
                <a:solidFill>
                  <a:srgbClr val="2D2C2C"/>
                </a:solidFill>
                <a:cs typeface="Segoe UI"/>
              </a:rPr>
              <a:t> (hard links)</a:t>
            </a:r>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xfrm>
            <a:off x="9458113" y="6398855"/>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7" name="TextBox 6">
            <a:extLst>
              <a:ext uri="{FF2B5EF4-FFF2-40B4-BE49-F238E27FC236}">
                <a16:creationId xmlns:a16="http://schemas.microsoft.com/office/drawing/2014/main" id="{1A476378-50C0-6273-80FA-9A962530B4CD}"/>
              </a:ext>
            </a:extLst>
          </p:cNvPr>
          <p:cNvSpPr txBox="1"/>
          <p:nvPr/>
        </p:nvSpPr>
        <p:spPr>
          <a:xfrm>
            <a:off x="91440" y="5288372"/>
            <a:ext cx="2914977" cy="569387"/>
          </a:xfrm>
          <a:prstGeom prst="rect">
            <a:avLst/>
          </a:prstGeom>
          <a:solidFill>
            <a:schemeClr val="accent1">
              <a:lumMod val="40000"/>
              <a:lumOff val="60000"/>
            </a:schemeClr>
          </a:solidFill>
          <a:ln>
            <a:noFill/>
          </a:ln>
        </p:spPr>
        <p:txBody>
          <a:bodyPr wrap="square" rtlCol="0">
            <a:spAutoFit/>
          </a:bodyPr>
          <a:lstStyle/>
          <a:p>
            <a:r>
              <a:rPr lang="en-GB" sz="1600" dirty="0"/>
              <a:t>Linux finds a file by resolving:</a:t>
            </a:r>
          </a:p>
          <a:p>
            <a:r>
              <a:rPr lang="en-GB" sz="1500" b="1" dirty="0"/>
              <a:t>Filename</a:t>
            </a:r>
            <a:r>
              <a:rPr lang="en-GB" sz="1500" dirty="0"/>
              <a:t> → </a:t>
            </a:r>
            <a:r>
              <a:rPr lang="en-GB" sz="1500" b="1" dirty="0" err="1"/>
              <a:t>Inode</a:t>
            </a:r>
            <a:r>
              <a:rPr lang="en-GB" sz="1500" dirty="0"/>
              <a:t> → </a:t>
            </a:r>
            <a:r>
              <a:rPr lang="en-GB" sz="1500" b="1" dirty="0"/>
              <a:t>Data</a:t>
            </a:r>
            <a:r>
              <a:rPr lang="en-GB" sz="1500" dirty="0"/>
              <a:t> </a:t>
            </a:r>
            <a:r>
              <a:rPr lang="en-GB" sz="1500" b="1" dirty="0"/>
              <a:t>Blocks</a:t>
            </a:r>
          </a:p>
        </p:txBody>
      </p:sp>
      <p:sp>
        <p:nvSpPr>
          <p:cNvPr id="8" name="Rectangle: Rounded Corners 7">
            <a:extLst>
              <a:ext uri="{FF2B5EF4-FFF2-40B4-BE49-F238E27FC236}">
                <a16:creationId xmlns:a16="http://schemas.microsoft.com/office/drawing/2014/main" id="{8360117D-549A-E0A7-7F67-0A17C6C1F6CE}"/>
              </a:ext>
            </a:extLst>
          </p:cNvPr>
          <p:cNvSpPr/>
          <p:nvPr/>
        </p:nvSpPr>
        <p:spPr>
          <a:xfrm>
            <a:off x="3375745" y="5463920"/>
            <a:ext cx="999295" cy="233680"/>
          </a:xfrm>
          <a:prstGeom prst="roundRect">
            <a:avLst>
              <a:gd name="adj" fmla="val 7917"/>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Line 11">
            <a:extLst>
              <a:ext uri="{FF2B5EF4-FFF2-40B4-BE49-F238E27FC236}">
                <a16:creationId xmlns:a16="http://schemas.microsoft.com/office/drawing/2014/main" id="{20C742E2-FB35-454A-2A44-25BBAA681004}"/>
              </a:ext>
            </a:extLst>
          </p:cNvPr>
          <p:cNvSpPr>
            <a:spLocks noChangeShapeType="1"/>
          </p:cNvSpPr>
          <p:nvPr/>
        </p:nvSpPr>
        <p:spPr bwMode="auto">
          <a:xfrm flipV="1">
            <a:off x="3006417" y="5580759"/>
            <a:ext cx="321999" cy="0"/>
          </a:xfrm>
          <a:prstGeom prst="line">
            <a:avLst/>
          </a:prstGeom>
          <a:noFill/>
          <a:ln w="19050">
            <a:solidFill>
              <a:schemeClr val="accent1"/>
            </a:solidFill>
            <a:round/>
            <a:headEnd/>
            <a:tailEnd type="triangle" w="med" len="med"/>
          </a:ln>
          <a:extLst>
            <a:ext uri="{909E8E84-426E-40dd-AFC4-6F175D3DCCD1}">
              <a14:hiddenFill xmlns:a14="http://schemas.microsoft.com/office/drawing/2010/main" xmlns="">
                <a:noFill/>
              </a14:hiddenFill>
            </a:ext>
          </a:extLst>
        </p:spPr>
        <p:txBody>
          <a:bodyPr wrap="square">
            <a:spAutoFit/>
          </a:bodyPr>
          <a:lstStyle/>
          <a:p>
            <a:endParaRPr lang="en-GB" dirty="0"/>
          </a:p>
        </p:txBody>
      </p:sp>
    </p:spTree>
    <p:extLst>
      <p:ext uri="{BB962C8B-B14F-4D97-AF65-F5344CB8AC3E}">
        <p14:creationId xmlns:p14="http://schemas.microsoft.com/office/powerpoint/2010/main" val="21009475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6F6122-8074-D6D2-31D1-50BBE391F533}"/>
              </a:ext>
            </a:extLst>
          </p:cNvPr>
          <p:cNvSpPr>
            <a:spLocks noGrp="1"/>
          </p:cNvSpPr>
          <p:nvPr>
            <p:ph type="ctrTitle"/>
          </p:nvPr>
        </p:nvSpPr>
        <p:spPr/>
        <p:txBody>
          <a:bodyPr/>
          <a:lstStyle/>
          <a:p>
            <a:r>
              <a:rPr lang="en-US" noProof="0" dirty="0"/>
              <a:t>Examining </a:t>
            </a:r>
            <a:r>
              <a:rPr lang="en-US" noProof="0" dirty="0" err="1"/>
              <a:t>Inodes</a:t>
            </a:r>
            <a:r>
              <a:rPr lang="en-US" noProof="0" dirty="0"/>
              <a:t> with stat and ls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GB" sz="1800" noProof="0" dirty="0">
                <a:solidFill>
                  <a:schemeClr val="tx1"/>
                </a:solidFill>
              </a:rPr>
              <a:t>Most file information is stored in the </a:t>
            </a:r>
            <a:r>
              <a:rPr lang="en-GB" sz="1800" noProof="0" dirty="0" err="1">
                <a:solidFill>
                  <a:schemeClr val="tx1"/>
                </a:solidFill>
              </a:rPr>
              <a:t>inode</a:t>
            </a:r>
            <a:r>
              <a:rPr lang="en-GB" sz="1800" noProof="0" dirty="0">
                <a:solidFill>
                  <a:schemeClr val="tx1"/>
                </a:solidFill>
              </a:rPr>
              <a:t>, not the filename</a:t>
            </a:r>
          </a:p>
          <a:p>
            <a:r>
              <a:rPr lang="en-GB" sz="1800" noProof="0" dirty="0">
                <a:solidFill>
                  <a:schemeClr val="tx1"/>
                </a:solidFill>
              </a:rPr>
              <a:t>Use </a:t>
            </a:r>
            <a:r>
              <a:rPr lang="en-GB" sz="1800" b="1" noProof="0" dirty="0">
                <a:solidFill>
                  <a:schemeClr val="tx1"/>
                </a:solidFill>
              </a:rPr>
              <a:t>stat</a:t>
            </a:r>
            <a:r>
              <a:rPr lang="en-GB" sz="1800" noProof="0" dirty="0">
                <a:solidFill>
                  <a:schemeClr val="tx1"/>
                </a:solidFill>
              </a:rPr>
              <a:t> to display detailed file and </a:t>
            </a:r>
            <a:r>
              <a:rPr lang="en-GB" sz="1800" noProof="0" dirty="0" err="1">
                <a:solidFill>
                  <a:schemeClr val="tx1"/>
                </a:solidFill>
              </a:rPr>
              <a:t>inode</a:t>
            </a:r>
            <a:r>
              <a:rPr lang="en-GB" sz="1800" noProof="0" dirty="0">
                <a:solidFill>
                  <a:schemeClr val="tx1"/>
                </a:solidFill>
              </a:rPr>
              <a:t> metadata:</a:t>
            </a:r>
          </a:p>
          <a:p>
            <a:endParaRPr lang="en-GB" dirty="0">
              <a:solidFill>
                <a:schemeClr val="tx1"/>
              </a:solidFill>
            </a:endParaRPr>
          </a:p>
          <a:p>
            <a:endParaRPr lang="en-GB" sz="1800" noProof="0" dirty="0">
              <a:solidFill>
                <a:schemeClr val="tx1"/>
              </a:solidFill>
            </a:endParaRPr>
          </a:p>
          <a:p>
            <a:endParaRPr lang="en-GB" dirty="0">
              <a:solidFill>
                <a:schemeClr val="tx1"/>
              </a:solidFill>
            </a:endParaRPr>
          </a:p>
          <a:p>
            <a:endParaRPr lang="en-GB" sz="1800" noProof="0" dirty="0">
              <a:solidFill>
                <a:schemeClr val="tx1"/>
              </a:solidFill>
            </a:endParaRPr>
          </a:p>
          <a:p>
            <a:endParaRPr lang="en-GB" dirty="0">
              <a:solidFill>
                <a:schemeClr val="tx1"/>
              </a:solidFill>
            </a:endParaRPr>
          </a:p>
          <a:p>
            <a:endParaRPr lang="en-GB" sz="1800" noProof="0" dirty="0">
              <a:solidFill>
                <a:schemeClr val="tx1"/>
              </a:solidFill>
            </a:endParaRPr>
          </a:p>
          <a:p>
            <a:r>
              <a:rPr lang="en-GB" dirty="0">
                <a:solidFill>
                  <a:schemeClr val="tx1"/>
                </a:solidFill>
              </a:rPr>
              <a:t>U</a:t>
            </a:r>
            <a:r>
              <a:rPr lang="en-GB" sz="1800" noProof="0" dirty="0">
                <a:solidFill>
                  <a:schemeClr val="tx1"/>
                </a:solidFill>
              </a:rPr>
              <a:t>se </a:t>
            </a:r>
            <a:r>
              <a:rPr lang="en-GB" sz="1800" b="1" noProof="0" dirty="0">
                <a:solidFill>
                  <a:schemeClr val="tx1"/>
                </a:solidFill>
              </a:rPr>
              <a:t>ls -li </a:t>
            </a:r>
            <a:r>
              <a:rPr lang="en-GB" sz="1800" noProof="0" dirty="0">
                <a:solidFill>
                  <a:schemeClr val="tx1"/>
                </a:solidFill>
              </a:rPr>
              <a:t>to display </a:t>
            </a:r>
            <a:r>
              <a:rPr lang="en-GB" sz="1800" noProof="0" dirty="0" err="1">
                <a:solidFill>
                  <a:schemeClr val="tx1"/>
                </a:solidFill>
              </a:rPr>
              <a:t>inode</a:t>
            </a:r>
            <a:r>
              <a:rPr lang="en-GB" sz="1800" noProof="0" dirty="0">
                <a:solidFill>
                  <a:schemeClr val="tx1"/>
                </a:solidFill>
              </a:rPr>
              <a:t> numbers in directory listings:</a:t>
            </a:r>
          </a:p>
          <a:p>
            <a:endParaRPr lang="en-GB" sz="1800" noProof="0" dirty="0">
              <a:solidFill>
                <a:schemeClr val="tx1"/>
              </a:solidFill>
            </a:endParaRPr>
          </a:p>
          <a:p>
            <a:endParaRPr lang="en-GB" sz="1800" noProof="0" dirty="0">
              <a:solidFill>
                <a:schemeClr val="tx1"/>
              </a:solidFill>
            </a:endParaRPr>
          </a:p>
          <a:p>
            <a:pPr lvl="1"/>
            <a:r>
              <a:rPr lang="en-GB" noProof="0" dirty="0" err="1">
                <a:solidFill>
                  <a:schemeClr val="tx1"/>
                </a:solidFill>
              </a:rPr>
              <a:t>Inode</a:t>
            </a:r>
            <a:r>
              <a:rPr lang="en-GB" noProof="0" dirty="0">
                <a:solidFill>
                  <a:schemeClr val="tx1"/>
                </a:solidFill>
              </a:rPr>
              <a:t> numbers are unique within a filesystem</a:t>
            </a:r>
          </a:p>
          <a:p>
            <a:pPr lvl="1"/>
            <a:r>
              <a:rPr lang="en-GB" b="1" noProof="0" dirty="0">
                <a:solidFill>
                  <a:schemeClr val="tx1"/>
                </a:solidFill>
              </a:rPr>
              <a:t>Hard</a:t>
            </a:r>
            <a:r>
              <a:rPr lang="en-GB" noProof="0" dirty="0">
                <a:solidFill>
                  <a:schemeClr val="tx1"/>
                </a:solidFill>
              </a:rPr>
              <a:t> </a:t>
            </a:r>
            <a:r>
              <a:rPr lang="en-GB" b="1" noProof="0" dirty="0">
                <a:solidFill>
                  <a:schemeClr val="tx1"/>
                </a:solidFill>
              </a:rPr>
              <a:t>links</a:t>
            </a:r>
            <a:r>
              <a:rPr lang="en-GB" noProof="0" dirty="0">
                <a:solidFill>
                  <a:schemeClr val="tx1"/>
                </a:solidFill>
              </a:rPr>
              <a:t> share the </a:t>
            </a:r>
            <a:r>
              <a:rPr lang="en-GB" b="1" noProof="0" dirty="0">
                <a:solidFill>
                  <a:schemeClr val="tx1"/>
                </a:solidFill>
              </a:rPr>
              <a:t>same </a:t>
            </a:r>
            <a:r>
              <a:rPr lang="en-GB" b="1" noProof="0" dirty="0" err="1">
                <a:solidFill>
                  <a:schemeClr val="tx1"/>
                </a:solidFill>
              </a:rPr>
              <a:t>inode</a:t>
            </a:r>
            <a:r>
              <a:rPr lang="en-GB" b="1" noProof="0" dirty="0">
                <a:solidFill>
                  <a:schemeClr val="tx1"/>
                </a:solidFill>
              </a:rPr>
              <a:t> number</a:t>
            </a:r>
            <a:endParaRPr lang="en-US" b="1"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
        <p:nvSpPr>
          <p:cNvPr id="12" name="Rectangle 3">
            <a:extLst>
              <a:ext uri="{FF2B5EF4-FFF2-40B4-BE49-F238E27FC236}">
                <a16:creationId xmlns:a16="http://schemas.microsoft.com/office/drawing/2014/main" id="{50FB76E3-6282-2841-5B73-F413D5E57BA3}"/>
              </a:ext>
            </a:extLst>
          </p:cNvPr>
          <p:cNvSpPr>
            <a:spLocks noChangeArrowheads="1"/>
          </p:cNvSpPr>
          <p:nvPr/>
        </p:nvSpPr>
        <p:spPr bwMode="auto">
          <a:xfrm>
            <a:off x="766885" y="2417813"/>
            <a:ext cx="7813235" cy="2308324"/>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800" b="0" i="0" u="none" strike="noStrike" kern="1200" cap="none" spc="-4"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sz="1800" b="0" i="0" u="none" strike="noStrike" kern="1200" cap="none" spc="-2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800" b="1"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stat</a:t>
            </a:r>
            <a:r>
              <a:rPr kumimoji="0" lang="en-US" sz="1800" b="1" i="0" u="none" strike="noStrike" kern="1200" cap="none" spc="-2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lang="en-US" b="1" spc="-4" dirty="0">
                <a:solidFill>
                  <a:prstClr val="white"/>
                </a:solidFill>
                <a:latin typeface="Consolas" panose="020B0609020204030204" pitchFamily="49" charset="0"/>
                <a:ea typeface="Hack" panose="020B0609030202020204" pitchFamily="49" charset="0"/>
                <a:cs typeface="Hack" panose="020B0609030202020204" pitchFamily="49" charset="0"/>
              </a:rPr>
              <a:t>romeo.txt</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800" b="1" i="0" u="none" strike="noStrike" kern="1200" cap="none" spc="-963"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File: /home/</a:t>
            </a:r>
            <a:r>
              <a:rPr kumimoji="0" lang="en-US" sz="1400" b="0" i="0" u="none" strike="noStrike" kern="1200" cap="none" spc="-4"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qa</a:t>
            </a: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/romeo.txt</a:t>
            </a:r>
            <a:endPar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Size:</a:t>
            </a:r>
            <a:r>
              <a:rPr kumimoji="0" lang="en-US" sz="14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169</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Blocks:</a:t>
            </a:r>
            <a:r>
              <a:rPr kumimoji="0" lang="en-US" sz="1400" b="0" i="0" u="none" strike="noStrike" kern="1200" cap="none" spc="-57"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8		</a:t>
            </a: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IO</a:t>
            </a: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Blocks:</a:t>
            </a:r>
            <a:r>
              <a:rPr kumimoji="0" lang="en-US" sz="1400" b="0" i="0" u="none" strike="noStrike" kern="1200" cap="none" spc="-12"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4096	regular</a:t>
            </a:r>
            <a:r>
              <a:rPr kumimoji="0" lang="en-US" sz="1400" b="0" i="0" u="none" strike="noStrike" kern="1200" cap="none" spc="-77"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file</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Device:</a:t>
            </a:r>
            <a:r>
              <a:rPr kumimoji="0" lang="en-US" sz="1400" b="0" i="0" u="none" strike="noStrike" kern="1200" cap="none" spc="-12"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fd00h/64768d</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1" i="0" u="none" strike="noStrike" kern="1200" cap="none" spc="-8"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Inode:</a:t>
            </a:r>
            <a:r>
              <a:rPr kumimoji="0" lang="en-US" sz="1400" b="1" i="0" u="none" strike="noStrike" kern="1200" cap="none" spc="8"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 2584619</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1" i="0" u="none" strike="noStrike" kern="1200" cap="none" spc="-8" normalizeH="0" baseline="0" noProof="0" dirty="0">
                <a:ln>
                  <a:noFill/>
                </a:ln>
                <a:solidFill>
                  <a:schemeClr val="accent2"/>
                </a:solidFill>
                <a:effectLst/>
                <a:uLnTx/>
                <a:uFillTx/>
                <a:latin typeface="Consolas" panose="020B0609020204030204" pitchFamily="49" charset="0"/>
                <a:ea typeface="Hack" panose="020B0609030202020204" pitchFamily="49" charset="0"/>
                <a:cs typeface="Hack" panose="020B0609030202020204" pitchFamily="49" charset="0"/>
              </a:rPr>
              <a:t>Links:</a:t>
            </a:r>
            <a:r>
              <a:rPr kumimoji="0" lang="en-US" sz="1400" b="1" i="0" u="none" strike="noStrike" kern="1200" cap="none" spc="-65" normalizeH="0" baseline="0" noProof="0" dirty="0">
                <a:ln>
                  <a:noFill/>
                </a:ln>
                <a:solidFill>
                  <a:schemeClr val="accent2"/>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1" i="0" u="none" strike="noStrike" kern="1200" cap="none" spc="0" normalizeH="0" baseline="0" noProof="0" dirty="0">
                <a:ln>
                  <a:noFill/>
                </a:ln>
                <a:solidFill>
                  <a:schemeClr val="accent2"/>
                </a:solidFill>
                <a:effectLst/>
                <a:uLnTx/>
                <a:uFillTx/>
                <a:latin typeface="Consolas" panose="020B0609020204030204" pitchFamily="49" charset="0"/>
                <a:ea typeface="Hack" panose="020B0609030202020204" pitchFamily="49" charset="0"/>
                <a:cs typeface="Hack" panose="020B0609030202020204" pitchFamily="49" charset="0"/>
              </a:rPr>
              <a:t>1</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Access:</a:t>
            </a:r>
            <a:r>
              <a:rPr kumimoji="0" lang="en-US" sz="1400" b="0" i="0" u="none" strike="noStrike" kern="1200" cap="none" spc="-2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(0644/-</a:t>
            </a:r>
            <a:r>
              <a:rPr kumimoji="0" lang="en-US" sz="1400" b="0" i="0" u="none" strike="noStrike" kern="1200" cap="none" spc="-8"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rw</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-r--r--)</a:t>
            </a:r>
            <a:r>
              <a:rPr kumimoji="0" lang="en-US" sz="1400" b="0" i="0" u="none" strike="noStrike" kern="1200" cap="none" spc="-12"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Uid</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(1000/ </a:t>
            </a:r>
            <a:r>
              <a:rPr kumimoji="0" lang="en-US" sz="1400" b="0" i="0" u="none" strike="noStrike" kern="1200" cap="none" spc="-8"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qa</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sz="1400" b="0" i="0" u="none" strike="noStrike" kern="1200" cap="none" spc="-2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Gid:</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(1000/ </a:t>
            </a:r>
            <a:r>
              <a:rPr kumimoji="0" lang="en-US" sz="1400" b="0" i="0" u="none" strike="noStrike" kern="1200" cap="none" spc="-8"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qa</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Access:</a:t>
            </a:r>
            <a:r>
              <a:rPr kumimoji="0" lang="en-US" sz="1400" b="0" i="0" u="none" strike="noStrike" kern="1200" cap="none" spc="-37"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2022-06-</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24</a:t>
            </a:r>
            <a:r>
              <a:rPr kumimoji="0" lang="en-US" sz="1400" b="0" i="0" u="none" strike="noStrike" kern="1200" cap="none" spc="-12"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09</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:40:45.000000000</a:t>
            </a:r>
            <a:r>
              <a:rPr kumimoji="0" lang="en-US" sz="1400" b="0" i="0" u="none" strike="noStrike" kern="1200" cap="none" spc="-33"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+0100</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Modify:</a:t>
            </a:r>
            <a:r>
              <a:rPr kumimoji="0" lang="en-US" sz="1400" b="0" i="0" u="none" strike="noStrike" kern="1200" cap="none" spc="-37"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2022-06-21</a:t>
            </a:r>
            <a:r>
              <a:rPr kumimoji="0" lang="en-US" sz="1400" b="0" i="0" u="none" strike="noStrike" kern="1200" cap="none" spc="-2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1</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8</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09</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57</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000000000</a:t>
            </a:r>
            <a:r>
              <a:rPr kumimoji="0" lang="en-US" sz="1400" b="0" i="0" u="none" strike="noStrike" kern="1200" cap="none" spc="-33"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+0100</a:t>
            </a:r>
          </a:p>
          <a:p>
            <a:pPr marL="10319" marR="4128" lvl="0" indent="0" algn="l" defTabSz="914400" rtl="0" eaLnBrk="1" fontAlgn="auto" latinLnBrk="0" hangingPunct="1">
              <a:lnSpc>
                <a:spcPct val="100000"/>
              </a:lnSpc>
              <a:spcBef>
                <a:spcPts val="77"/>
              </a:spcBef>
              <a:spcAft>
                <a:spcPts val="0"/>
              </a:spcAft>
              <a:buClrTx/>
              <a:buSzTx/>
              <a:buFontTx/>
              <a:buNone/>
              <a:tabLst>
                <a:tab pos="1342985" algn="l"/>
              </a:tabLst>
              <a:defRPr/>
            </a:pP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Change:</a:t>
            </a:r>
            <a:r>
              <a:rPr kumimoji="0" lang="en-US" sz="1400" b="0" i="0" u="none" strike="noStrike" kern="1200" cap="none" spc="-37"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2022-06-24</a:t>
            </a:r>
            <a:r>
              <a:rPr kumimoji="0" lang="en-US" sz="1400" b="0" i="0" u="none" strike="noStrike" kern="1200" cap="none" spc="-2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09</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40</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45</a:t>
            </a:r>
            <a:r>
              <a:rPr kumimoji="0" lang="en-US" sz="1400" b="0" i="0" u="none" strike="noStrike" kern="1200" cap="none" spc="-8"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363800200</a:t>
            </a:r>
            <a:r>
              <a:rPr kumimoji="0" lang="en-US" sz="1400" b="0" i="0" u="none" strike="noStrike" kern="1200" cap="none" spc="-33"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+0100</a:t>
            </a:r>
          </a:p>
          <a:p>
            <a:pPr marL="10319" marR="4128">
              <a:spcBef>
                <a:spcPts val="77"/>
              </a:spcBef>
              <a:tabLst>
                <a:tab pos="1342985" algn="l"/>
              </a:tabLst>
              <a:defRPr/>
            </a:pPr>
            <a:r>
              <a:rPr lang="en-US" sz="1400" spc="-4" dirty="0">
                <a:solidFill>
                  <a:prstClr val="white"/>
                </a:solidFill>
                <a:latin typeface="Consolas" panose="020B0609020204030204" pitchFamily="49" charset="0"/>
                <a:ea typeface="Hack" panose="020B0609030202020204" pitchFamily="49" charset="0"/>
                <a:cs typeface="Hack" panose="020B0609030202020204" pitchFamily="49" charset="0"/>
              </a:rPr>
              <a:t> Birth: </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2022-06-24</a:t>
            </a:r>
            <a:r>
              <a:rPr lang="en-US" sz="1400" spc="-24" dirty="0">
                <a:solidFill>
                  <a:prstClr val="white"/>
                </a:solidFill>
                <a:latin typeface="Consolas" panose="020B0609020204030204" pitchFamily="49" charset="0"/>
                <a:ea typeface="Hack" panose="020B0609030202020204" pitchFamily="49" charset="0"/>
                <a:cs typeface="Hack" panose="020B0609030202020204" pitchFamily="49" charset="0"/>
              </a:rPr>
              <a:t> </a:t>
            </a:r>
            <a:r>
              <a:rPr lang="en-US" sz="1400" spc="-8" dirty="0">
                <a:solidFill>
                  <a:prstClr val="white"/>
                </a:solidFill>
                <a:latin typeface="Consolas" panose="020B0609020204030204" pitchFamily="49" charset="0"/>
                <a:ea typeface="Hack" panose="020B0609030202020204" pitchFamily="49" charset="0"/>
                <a:cs typeface="Hack" panose="020B0609030202020204" pitchFamily="49" charset="0"/>
              </a:rPr>
              <a:t>09:40:45.351800200</a:t>
            </a:r>
            <a:r>
              <a:rPr lang="en-US" sz="1400" spc="-33" dirty="0">
                <a:solidFill>
                  <a:prstClr val="white"/>
                </a:solidFill>
                <a:latin typeface="Consolas" panose="020B0609020204030204" pitchFamily="49" charset="0"/>
                <a:ea typeface="Hack" panose="020B0609030202020204" pitchFamily="49" charset="0"/>
                <a:cs typeface="Hack" panose="020B0609030202020204" pitchFamily="49" charset="0"/>
              </a:rPr>
              <a:t> </a:t>
            </a:r>
            <a:r>
              <a:rPr lang="en-US" sz="1400" spc="-4" dirty="0">
                <a:solidFill>
                  <a:prstClr val="white"/>
                </a:solidFill>
                <a:latin typeface="Consolas" panose="020B0609020204030204" pitchFamily="49" charset="0"/>
                <a:ea typeface="Hack" panose="020B0609030202020204" pitchFamily="49" charset="0"/>
                <a:cs typeface="Hack" panose="020B0609030202020204" pitchFamily="49" charset="0"/>
              </a:rPr>
              <a:t>+0100</a:t>
            </a:r>
          </a:p>
        </p:txBody>
      </p:sp>
      <p:sp>
        <p:nvSpPr>
          <p:cNvPr id="4" name="Rectangle 3">
            <a:extLst>
              <a:ext uri="{FF2B5EF4-FFF2-40B4-BE49-F238E27FC236}">
                <a16:creationId xmlns:a16="http://schemas.microsoft.com/office/drawing/2014/main" id="{B3703B35-06B1-6E4E-938D-0E16BE23778F}"/>
              </a:ext>
            </a:extLst>
          </p:cNvPr>
          <p:cNvSpPr>
            <a:spLocks noChangeArrowheads="1"/>
          </p:cNvSpPr>
          <p:nvPr/>
        </p:nvSpPr>
        <p:spPr bwMode="auto">
          <a:xfrm>
            <a:off x="766885" y="5031446"/>
            <a:ext cx="7813235" cy="664284"/>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ls</a:t>
            </a:r>
            <a:r>
              <a:rPr kumimoji="0" lang="en-US" sz="1600" b="0" i="0" u="none" strike="noStrike" kern="1200" cap="none" spc="-2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-li</a:t>
            </a:r>
            <a:r>
              <a:rPr kumimoji="0" lang="en-US" sz="1600" b="0" i="0" u="none" strike="noStrike" kern="1200" cap="none" spc="-2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~/r</a:t>
            </a:r>
            <a:r>
              <a:rPr lang="en-US" sz="1600" spc="-4" dirty="0">
                <a:solidFill>
                  <a:prstClr val="white"/>
                </a:solidFill>
                <a:latin typeface="Consolas" panose="020B0609020204030204" pitchFamily="49" charset="0"/>
                <a:ea typeface="Hack" panose="020B0609030202020204" pitchFamily="49" charset="0"/>
                <a:cs typeface="Hack" panose="020B0609030202020204" pitchFamily="49" charset="0"/>
              </a:rPr>
              <a:t>omeo.txt</a:t>
            </a:r>
            <a:endParaRPr kumimoji="0" lang="en-US" sz="16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a:p>
            <a:pPr marL="87709" lvl="0">
              <a:defRPr/>
            </a:pPr>
            <a:r>
              <a:rPr lang="en-US" b="1" spc="8" dirty="0">
                <a:solidFill>
                  <a:schemeClr val="accent1"/>
                </a:solidFill>
                <a:latin typeface="Consolas" panose="020B0609020204030204" pitchFamily="49" charset="0"/>
                <a:ea typeface="Hack" panose="020B0609030202020204" pitchFamily="49" charset="0"/>
                <a:cs typeface="Hack" panose="020B0609030202020204" pitchFamily="49" charset="0"/>
              </a:rPr>
              <a:t>2584619</a:t>
            </a:r>
            <a:r>
              <a:rPr kumimoji="0" lang="en-US"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rw</a:t>
            </a:r>
            <a:r>
              <a:rPr lang="en-US" spc="-41" dirty="0">
                <a:solidFill>
                  <a:prstClr val="white"/>
                </a:solidFill>
                <a:latin typeface="Consolas" panose="020B0609020204030204" pitchFamily="49" charset="0"/>
                <a:ea typeface="Hack" panose="020B0609030202020204" pitchFamily="49" charset="0"/>
                <a:cs typeface="Hack" panose="020B0609030202020204" pitchFamily="49" charset="0"/>
              </a:rPr>
              <a:t>-</a:t>
            </a:r>
            <a:r>
              <a:rPr kumimoji="0" lang="en-US"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a:t>
            </a:r>
            <a:r>
              <a:rPr lang="en-US" spc="-41" dirty="0">
                <a:solidFill>
                  <a:prstClr val="white"/>
                </a:solidFill>
                <a:latin typeface="Consolas" panose="020B0609020204030204" pitchFamily="49" charset="0"/>
                <a:ea typeface="Hack" panose="020B0609030202020204" pitchFamily="49" charset="0"/>
                <a:cs typeface="Hack" panose="020B0609030202020204" pitchFamily="49" charset="0"/>
              </a:rPr>
              <a:t>-</a:t>
            </a:r>
            <a:r>
              <a:rPr kumimoji="0" lang="en-US"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 </a:t>
            </a:r>
            <a:r>
              <a:rPr kumimoji="0" lang="en-US" b="1" i="0" u="none" strike="noStrike" kern="1200" cap="none" spc="-41" normalizeH="0" baseline="0" noProof="0" dirty="0">
                <a:ln>
                  <a:noFill/>
                </a:ln>
                <a:solidFill>
                  <a:schemeClr val="accent2"/>
                </a:solidFill>
                <a:effectLst/>
                <a:uLnTx/>
                <a:uFillTx/>
                <a:latin typeface="Consolas" panose="020B0609020204030204" pitchFamily="49" charset="0"/>
                <a:ea typeface="Hack" panose="020B0609030202020204" pitchFamily="49" charset="0"/>
                <a:cs typeface="Hack" panose="020B0609030202020204" pitchFamily="49" charset="0"/>
              </a:rPr>
              <a:t>1</a:t>
            </a:r>
            <a:r>
              <a:rPr kumimoji="0" lang="en-US"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qa</a:t>
            </a:r>
            <a:r>
              <a:rPr kumimoji="0" lang="en-US"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qa</a:t>
            </a:r>
            <a:r>
              <a:rPr kumimoji="0" lang="en-US"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169 Jun 21 2022 /home/</a:t>
            </a:r>
            <a:r>
              <a:rPr lang="en-US" spc="-41" dirty="0" err="1">
                <a:solidFill>
                  <a:prstClr val="white"/>
                </a:solidFill>
                <a:latin typeface="Consolas" panose="020B0609020204030204" pitchFamily="49" charset="0"/>
                <a:ea typeface="Hack" panose="020B0609030202020204" pitchFamily="49" charset="0"/>
                <a:cs typeface="Hack" panose="020B0609030202020204" pitchFamily="49" charset="0"/>
              </a:rPr>
              <a:t>qa</a:t>
            </a:r>
            <a:r>
              <a:rPr lang="en-US" spc="-41" dirty="0">
                <a:solidFill>
                  <a:prstClr val="white"/>
                </a:solidFill>
                <a:latin typeface="Consolas" panose="020B0609020204030204" pitchFamily="49" charset="0"/>
                <a:ea typeface="Hack" panose="020B0609030202020204" pitchFamily="49" charset="0"/>
                <a:cs typeface="Hack" panose="020B0609030202020204" pitchFamily="49" charset="0"/>
              </a:rPr>
              <a:t>/</a:t>
            </a:r>
            <a:r>
              <a:rPr kumimoji="0" lang="en-US"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a:t>
            </a:r>
            <a:r>
              <a:rPr lang="en-US" spc="-41" dirty="0">
                <a:solidFill>
                  <a:prstClr val="white"/>
                </a:solidFill>
                <a:latin typeface="Consolas" panose="020B0609020204030204" pitchFamily="49" charset="0"/>
                <a:ea typeface="Hack" panose="020B0609030202020204" pitchFamily="49" charset="0"/>
                <a:cs typeface="Hack" panose="020B0609030202020204" pitchFamily="49" charset="0"/>
              </a:rPr>
              <a:t>omeo.txt</a:t>
            </a:r>
            <a:endParaRPr kumimoji="0" lang="en-US"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425523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51FB14-C653-D4DF-857C-E8FFB7E83F43}"/>
              </a:ext>
            </a:extLst>
          </p:cNvPr>
          <p:cNvSpPr>
            <a:spLocks noGrp="1"/>
          </p:cNvSpPr>
          <p:nvPr>
            <p:ph type="ctrTitle"/>
          </p:nvPr>
        </p:nvSpPr>
        <p:spPr/>
        <p:txBody>
          <a:bodyPr/>
          <a:lstStyle/>
          <a:p>
            <a:r>
              <a:rPr lang="en-US" noProof="0" dirty="0"/>
              <a:t>Hard links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0" y="1733108"/>
            <a:ext cx="5286319" cy="4061405"/>
          </a:xfrm>
        </p:spPr>
        <p:txBody>
          <a:bodyPr/>
          <a:lstStyle/>
          <a:p>
            <a:pPr marL="285750" indent="-285750">
              <a:buFont typeface="Arial" panose="020B0604020202020204" pitchFamily="34" charset="0"/>
              <a:buChar char="•"/>
            </a:pPr>
            <a:r>
              <a:rPr lang="en-GB" noProof="0" dirty="0">
                <a:solidFill>
                  <a:schemeClr val="tx1"/>
                </a:solidFill>
              </a:rPr>
              <a:t>A hard link creates another name for an existing file</a:t>
            </a:r>
          </a:p>
          <a:p>
            <a:pPr marL="285750" indent="-285750">
              <a:buFont typeface="Arial" panose="020B0604020202020204" pitchFamily="34" charset="0"/>
              <a:buChar char="•"/>
            </a:pPr>
            <a:r>
              <a:rPr lang="en-GB" noProof="0" dirty="0">
                <a:solidFill>
                  <a:schemeClr val="tx1"/>
                </a:solidFill>
              </a:rPr>
              <a:t>Both filenames reference the same </a:t>
            </a:r>
            <a:r>
              <a:rPr lang="en-GB" noProof="0" dirty="0" err="1">
                <a:solidFill>
                  <a:schemeClr val="tx1"/>
                </a:solidFill>
              </a:rPr>
              <a:t>inode</a:t>
            </a:r>
            <a:r>
              <a:rPr lang="en-GB" noProof="0" dirty="0">
                <a:solidFill>
                  <a:schemeClr val="tx1"/>
                </a:solidFill>
              </a:rPr>
              <a:t> and data blocks</a:t>
            </a:r>
          </a:p>
          <a:p>
            <a:pPr marL="285750" indent="-285750">
              <a:buFont typeface="Arial" panose="020B0604020202020204" pitchFamily="34" charset="0"/>
              <a:buChar char="•"/>
            </a:pPr>
            <a:r>
              <a:rPr lang="en-GB" noProof="0" dirty="0">
                <a:solidFill>
                  <a:schemeClr val="tx1"/>
                </a:solidFill>
              </a:rPr>
              <a:t>The file's data remains until the last hard link is removed</a:t>
            </a:r>
          </a:p>
          <a:p>
            <a:pPr marL="285750" indent="-285750">
              <a:buFont typeface="Arial" panose="020B0604020202020204" pitchFamily="34" charset="0"/>
              <a:buChar char="•"/>
            </a:pPr>
            <a:r>
              <a:rPr lang="en-GB" noProof="0" dirty="0">
                <a:solidFill>
                  <a:schemeClr val="tx1"/>
                </a:solidFill>
              </a:rPr>
              <a:t>Hard links can only be created within the same filesystem.</a:t>
            </a:r>
            <a:endParaRPr lang="en-US" noProof="0" dirty="0">
              <a:solidFill>
                <a:schemeClr val="tx1"/>
              </a:solidFill>
            </a:endParaRPr>
          </a:p>
        </p:txBody>
      </p:sp>
      <p:sp>
        <p:nvSpPr>
          <p:cNvPr id="8" name="Text Placeholder 7">
            <a:extLst>
              <a:ext uri="{FF2B5EF4-FFF2-40B4-BE49-F238E27FC236}">
                <a16:creationId xmlns:a16="http://schemas.microsoft.com/office/drawing/2014/main" id="{DA66FCA3-9CAB-03C7-9231-51AABB28A1B4}"/>
              </a:ext>
            </a:extLst>
          </p:cNvPr>
          <p:cNvSpPr>
            <a:spLocks noGrp="1"/>
          </p:cNvSpPr>
          <p:nvPr>
            <p:ph type="body" sz="quarter" idx="15"/>
          </p:nvPr>
        </p:nvSpPr>
        <p:spPr>
          <a:xfrm>
            <a:off x="6108120" y="1733108"/>
            <a:ext cx="5763767" cy="4061405"/>
          </a:xfrm>
        </p:spPr>
        <p:txBody>
          <a:bodyPr/>
          <a:lstStyle/>
          <a:p>
            <a:r>
              <a:rPr lang="en-GB" b="1" dirty="0"/>
              <a:t>Examples:</a:t>
            </a:r>
          </a:p>
          <a:p>
            <a:endParaRPr lang="en-GB" b="1" dirty="0"/>
          </a:p>
          <a:p>
            <a:endParaRPr lang="en-GB" b="1" dirty="0"/>
          </a:p>
          <a:p>
            <a:endParaRPr lang="en-GB" b="1" dirty="0"/>
          </a:p>
          <a:p>
            <a:endParaRPr lang="en-GB" b="1" dirty="0"/>
          </a:p>
          <a:p>
            <a:pPr marL="285750" indent="-285750">
              <a:buFont typeface="Arial" panose="020B0604020202020204" pitchFamily="34" charset="0"/>
              <a:buChar char="•"/>
            </a:pPr>
            <a:r>
              <a:rPr lang="en-GB" dirty="0"/>
              <a:t>Notice Romeo.txt and </a:t>
            </a:r>
            <a:r>
              <a:rPr lang="en-GB" dirty="0" err="1"/>
              <a:t>my_link</a:t>
            </a:r>
            <a:r>
              <a:rPr lang="en-GB" dirty="0"/>
              <a:t> share </a:t>
            </a:r>
            <a:r>
              <a:rPr lang="en-GB" dirty="0" err="1"/>
              <a:t>inode</a:t>
            </a:r>
            <a:r>
              <a:rPr lang="en-GB" dirty="0"/>
              <a:t> </a:t>
            </a:r>
            <a:r>
              <a:rPr lang="en-GB" b="1" dirty="0">
                <a:solidFill>
                  <a:schemeClr val="accent1"/>
                </a:solidFill>
              </a:rPr>
              <a:t>2584619</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p:txBody>
          <a:bodyPr/>
          <a:lstStyle/>
          <a:p>
            <a:pPr lvl="0"/>
            <a:fld id="{EF892D59-8F09-EF4B-AD6D-DA609442F868}" type="slidenum">
              <a:rPr lang="en-US" noProof="0" smtClean="0"/>
              <a:pPr lvl="0"/>
              <a:t>24</a:t>
            </a:fld>
            <a:endParaRPr lang="en-US" noProof="0" dirty="0"/>
          </a:p>
        </p:txBody>
      </p:sp>
      <p:sp>
        <p:nvSpPr>
          <p:cNvPr id="9" name="Rectangle 3">
            <a:extLst>
              <a:ext uri="{FF2B5EF4-FFF2-40B4-BE49-F238E27FC236}">
                <a16:creationId xmlns:a16="http://schemas.microsoft.com/office/drawing/2014/main" id="{F96B9AE3-98B4-94E7-E515-74CB3BBAA17E}"/>
              </a:ext>
            </a:extLst>
          </p:cNvPr>
          <p:cNvSpPr>
            <a:spLocks noChangeArrowheads="1"/>
          </p:cNvSpPr>
          <p:nvPr/>
        </p:nvSpPr>
        <p:spPr bwMode="auto">
          <a:xfrm>
            <a:off x="6192013" y="2100458"/>
            <a:ext cx="5763767" cy="152092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cp </a:t>
            </a:r>
            <a:r>
              <a:rPr kumimoji="0" lang="en-US" sz="1600" b="0" i="0" u="none" strike="noStrike" kern="1200" cap="none" spc="-2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r</a:t>
            </a:r>
            <a:r>
              <a:rPr kumimoji="0" lang="en-US" sz="16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omeo.txt </a:t>
            </a:r>
            <a:r>
              <a:rPr kumimoji="0" lang="en-US" sz="1600" b="0" i="0" u="none" strike="noStrike" kern="1200" cap="none" spc="-4"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my_copy</a:t>
            </a:r>
            <a:endParaRPr kumimoji="0" lang="en-US" sz="16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ln </a:t>
            </a:r>
            <a:r>
              <a:rPr kumimoji="0" lang="en-US" sz="1600" b="0" i="0" u="none" strike="noStrike" kern="1200" cap="none" spc="-2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a:t>
            </a:r>
            <a:r>
              <a:rPr lang="en-US" sz="1600" spc="-4" dirty="0">
                <a:solidFill>
                  <a:prstClr val="white"/>
                </a:solidFill>
                <a:latin typeface="Consolas" panose="020B0609020204030204" pitchFamily="49" charset="0"/>
                <a:ea typeface="Hack" panose="020B0609030202020204" pitchFamily="49" charset="0"/>
                <a:cs typeface="Hack" panose="020B0609030202020204" pitchFamily="49" charset="0"/>
              </a:rPr>
              <a:t>omeo.txt </a:t>
            </a:r>
            <a:r>
              <a:rPr kumimoji="0" lang="en-US" sz="1600" b="0" i="0" u="none" strike="noStrike" kern="1200" cap="none" spc="-4"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my_link</a:t>
            </a:r>
            <a:endParaRPr kumimoji="0" lang="en-US" sz="16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Consolas" panose="020B0609020204030204" pitchFamily="49" charset="0"/>
                <a:ea typeface="Hack" panose="020B0609030202020204" pitchFamily="49" charset="0"/>
                <a:cs typeface="Hack" panose="020B0609030202020204" pitchFamily="49" charset="0"/>
              </a:rPr>
              <a:t>$</a:t>
            </a:r>
            <a:r>
              <a:rPr kumimoji="0" lang="en-US" sz="1600" b="0" i="0" u="none" strike="noStrike" kern="1200" cap="none" spc="-2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ls -li</a:t>
            </a:r>
            <a:r>
              <a:rPr kumimoji="0" lang="en-US" sz="1600" b="0" i="0" u="none" strike="noStrike" kern="1200" cap="none" spc="-2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romeo.txt</a:t>
            </a:r>
            <a:r>
              <a:rPr kumimoji="0" lang="en-US" sz="16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my_copy</a:t>
            </a:r>
            <a:r>
              <a:rPr kumimoji="0" lang="en-US" sz="16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600" b="0" i="0" u="none" strike="noStrike" kern="1200" cap="none" spc="-4"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my_link</a:t>
            </a:r>
            <a:endParaRPr kumimoji="0" lang="en-US" sz="16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41"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2584619</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rw</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a:t>
            </a:r>
            <a:r>
              <a:rPr lang="en-US" sz="1400" spc="-41" dirty="0">
                <a:solidFill>
                  <a:prstClr val="white"/>
                </a:solidFill>
                <a:latin typeface="Consolas" panose="020B0609020204030204" pitchFamily="49" charset="0"/>
                <a:ea typeface="Hack" panose="020B0609030202020204" pitchFamily="49" charset="0"/>
                <a:cs typeface="Hack" panose="020B0609030202020204" pitchFamily="49" charset="0"/>
              </a:rPr>
              <a:t>-</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 </a:t>
            </a:r>
            <a:r>
              <a:rPr kumimoji="0" lang="en-US" sz="1400" b="1" i="0" u="none" strike="noStrike" kern="1200" cap="none" spc="-41"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2</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qa</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qa</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169 </a:t>
            </a:r>
            <a:r>
              <a:rPr kumimoji="0" lang="en-US" sz="1400" b="1" i="0" u="none" strike="noStrike" kern="1200" cap="none" spc="-41"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Jun </a:t>
            </a:r>
            <a:r>
              <a:rPr lang="en-US" sz="1400" b="1" spc="-41" dirty="0">
                <a:solidFill>
                  <a:schemeClr val="accent1"/>
                </a:solidFill>
                <a:latin typeface="Consolas" panose="020B0609020204030204" pitchFamily="49" charset="0"/>
                <a:ea typeface="Hack" panose="020B0609030202020204" pitchFamily="49" charset="0"/>
                <a:cs typeface="Hack" panose="020B0609030202020204" pitchFamily="49" charset="0"/>
              </a:rPr>
              <a:t>21</a:t>
            </a:r>
            <a:r>
              <a:rPr kumimoji="0" lang="en-US" sz="1400" b="1" i="0" u="none" strike="noStrike" kern="1200" cap="none" spc="-41"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   2022  </a:t>
            </a:r>
            <a:r>
              <a:rPr lang="en-US" sz="1400" spc="-4" dirty="0">
                <a:solidFill>
                  <a:prstClr val="white"/>
                </a:solidFill>
                <a:latin typeface="Consolas" panose="020B0609020204030204" pitchFamily="49" charset="0"/>
                <a:ea typeface="Hack" panose="020B0609030202020204" pitchFamily="49" charset="0"/>
                <a:cs typeface="Hack" panose="020B0609030202020204" pitchFamily="49" charset="0"/>
              </a:rPr>
              <a:t>r</a:t>
            </a: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omeo.txt</a:t>
            </a:r>
          </a:p>
          <a:p>
            <a:pPr marL="87709" marR="0" lvl="0" indent="0" algn="l" defTabSz="914400" rtl="0" eaLnBrk="1" fontAlgn="auto" latinLnBrk="0" hangingPunct="1">
              <a:lnSpc>
                <a:spcPct val="100000"/>
              </a:lnSpc>
              <a:spcBef>
                <a:spcPts val="0"/>
              </a:spcBef>
              <a:spcAft>
                <a:spcPts val="0"/>
              </a:spcAft>
              <a:buClrTx/>
              <a:buSzTx/>
              <a:buFontTx/>
              <a:buNone/>
              <a:tabLst/>
              <a:defRPr/>
            </a:pPr>
            <a:r>
              <a:rPr lang="en-US" sz="1400" spc="-41" dirty="0">
                <a:solidFill>
                  <a:prstClr val="white"/>
                </a:solidFill>
                <a:latin typeface="Consolas" panose="020B0609020204030204" pitchFamily="49" charset="0"/>
                <a:ea typeface="Hack" panose="020B0609030202020204" pitchFamily="49" charset="0"/>
                <a:cs typeface="Hack" panose="020B0609030202020204" pitchFamily="49" charset="0"/>
              </a:rPr>
              <a:t>2592321</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rw</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-r--r--. 1  </a:t>
            </a:r>
            <a:r>
              <a:rPr kumimoji="0" lang="en-US" sz="1400"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qa</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qa</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169 Jun  5  12:18  </a:t>
            </a:r>
            <a:r>
              <a:rPr kumimoji="0" lang="en-US" sz="1400"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my_copy</a:t>
            </a:r>
            <a:endParaRPr kumimoji="0" lang="en-US" sz="14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a:p>
            <a:pPr marL="87709" lvl="0">
              <a:defRPr/>
            </a:pPr>
            <a:r>
              <a:rPr lang="en-US" sz="1400" b="1" spc="-41" dirty="0">
                <a:solidFill>
                  <a:schemeClr val="accent1"/>
                </a:solidFill>
                <a:latin typeface="Consolas" panose="020B0609020204030204" pitchFamily="49" charset="0"/>
                <a:ea typeface="Hack" panose="020B0609030202020204" pitchFamily="49" charset="0"/>
                <a:cs typeface="Hack" panose="020B0609030202020204" pitchFamily="49" charset="0"/>
              </a:rPr>
              <a:t>2584619</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rw</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-r--r--. </a:t>
            </a:r>
            <a:r>
              <a:rPr kumimoji="0" lang="en-US" sz="1400" b="1" i="0" u="none" strike="noStrike" kern="1200" cap="none" spc="-41"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2</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qa</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a:t>
            </a:r>
            <a:r>
              <a:rPr kumimoji="0" lang="en-US" sz="1400"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qa</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  169 </a:t>
            </a:r>
            <a:r>
              <a:rPr kumimoji="0" lang="en-US" sz="1400" b="1" i="0" u="none" strike="noStrike" kern="1200" cap="none" spc="-41" normalizeH="0" baseline="0" noProof="0" dirty="0">
                <a:ln>
                  <a:noFill/>
                </a:ln>
                <a:solidFill>
                  <a:schemeClr val="accent1"/>
                </a:solidFill>
                <a:effectLst/>
                <a:uLnTx/>
                <a:uFillTx/>
                <a:latin typeface="Consolas" panose="020B0609020204030204" pitchFamily="49" charset="0"/>
                <a:ea typeface="Hack" panose="020B0609030202020204" pitchFamily="49" charset="0"/>
                <a:cs typeface="Hack" panose="020B0609030202020204" pitchFamily="49" charset="0"/>
              </a:rPr>
              <a:t>Jun 21   2022  </a:t>
            </a:r>
            <a:r>
              <a:rPr kumimoji="0" lang="en-US" sz="1400" b="0" i="0" u="none" strike="noStrike" kern="1200" cap="none" spc="-4"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rPr>
              <a:t>my_link</a:t>
            </a:r>
            <a:endPar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Hack" panose="020B0609030202020204" pitchFamily="49" charset="0"/>
            </a:endParaRPr>
          </a:p>
        </p:txBody>
      </p:sp>
      <p:pic>
        <p:nvPicPr>
          <p:cNvPr id="11" name="Picture 10">
            <a:extLst>
              <a:ext uri="{FF2B5EF4-FFF2-40B4-BE49-F238E27FC236}">
                <a16:creationId xmlns:a16="http://schemas.microsoft.com/office/drawing/2014/main" id="{3C28A0B0-7FD8-1EAD-FBE5-90D59BE542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1179" y="4362666"/>
            <a:ext cx="10316901" cy="1957996"/>
          </a:xfrm>
          <a:prstGeom prst="rect">
            <a:avLst/>
          </a:prstGeom>
        </p:spPr>
      </p:pic>
    </p:spTree>
    <p:extLst>
      <p:ext uri="{BB962C8B-B14F-4D97-AF65-F5344CB8AC3E}">
        <p14:creationId xmlns:p14="http://schemas.microsoft.com/office/powerpoint/2010/main" val="1932071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9BCE0B-405F-0AA1-83DC-9107D7439FF8}"/>
              </a:ext>
            </a:extLst>
          </p:cNvPr>
          <p:cNvSpPr>
            <a:spLocks noGrp="1"/>
          </p:cNvSpPr>
          <p:nvPr>
            <p:ph type="ctrTitle"/>
          </p:nvPr>
        </p:nvSpPr>
        <p:spPr/>
        <p:txBody>
          <a:bodyPr/>
          <a:lstStyle/>
          <a:p>
            <a:r>
              <a:rPr lang="en-US" noProof="0" dirty="0"/>
              <a:t>Symbolic links (soft links)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type="body" sz="quarter" idx="14"/>
          </p:nvPr>
        </p:nvSpPr>
        <p:spPr>
          <a:xfrm>
            <a:off x="443920" y="1359180"/>
            <a:ext cx="8293679" cy="4435334"/>
          </a:xfrm>
        </p:spPr>
        <p:txBody>
          <a:bodyPr/>
          <a:lstStyle/>
          <a:p>
            <a:pPr marL="285750" indent="-285750">
              <a:buFont typeface="Arial" panose="020B0604020202020204" pitchFamily="34" charset="0"/>
              <a:buChar char="•"/>
            </a:pPr>
            <a:r>
              <a:rPr lang="en-GB" noProof="0" dirty="0">
                <a:solidFill>
                  <a:schemeClr val="tx1"/>
                </a:solidFill>
              </a:rPr>
              <a:t>A symbolic link is a special file that stores the pathname of another file or directory</a:t>
            </a:r>
          </a:p>
          <a:p>
            <a:pPr marL="285750" indent="-285750">
              <a:buFont typeface="Arial" panose="020B0604020202020204" pitchFamily="34" charset="0"/>
              <a:buChar char="•"/>
            </a:pPr>
            <a:r>
              <a:rPr lang="en-GB" noProof="0" dirty="0">
                <a:solidFill>
                  <a:schemeClr val="tx1"/>
                </a:solidFill>
              </a:rPr>
              <a:t>Unlike a hard link, it has its own </a:t>
            </a:r>
            <a:r>
              <a:rPr lang="en-GB" noProof="0" dirty="0" err="1">
                <a:solidFill>
                  <a:schemeClr val="tx1"/>
                </a:solidFill>
              </a:rPr>
              <a:t>inode</a:t>
            </a:r>
            <a:r>
              <a:rPr lang="en-GB" noProof="0" dirty="0">
                <a:solidFill>
                  <a:schemeClr val="tx1"/>
                </a:solidFill>
              </a:rPr>
              <a:t> and does not share data blocks</a:t>
            </a:r>
          </a:p>
          <a:p>
            <a:pPr marL="285750" indent="-285750">
              <a:buFont typeface="Arial" panose="020B0604020202020204" pitchFamily="34" charset="0"/>
              <a:buChar char="•"/>
            </a:pPr>
            <a:r>
              <a:rPr lang="en-GB" noProof="0" dirty="0">
                <a:solidFill>
                  <a:schemeClr val="tx1"/>
                </a:solidFill>
              </a:rPr>
              <a:t>Symbolic links can reference files and directories on different filesystems</a:t>
            </a:r>
          </a:p>
          <a:p>
            <a:pPr marL="285750" indent="-285750">
              <a:buFont typeface="Arial" panose="020B0604020202020204" pitchFamily="34" charset="0"/>
              <a:buChar char="•"/>
            </a:pPr>
            <a:r>
              <a:rPr lang="en-GB" noProof="0" dirty="0">
                <a:solidFill>
                  <a:schemeClr val="tx1"/>
                </a:solidFill>
              </a:rPr>
              <a:t>If the target is moved or deleted, the symbolic link becomes broken</a:t>
            </a:r>
            <a:endParaRPr lang="en-US"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p:txBody>
          <a:bodyPr/>
          <a:lstStyle/>
          <a:p>
            <a:pPr lvl="0"/>
            <a:fld id="{EF892D59-8F09-EF4B-AD6D-DA609442F868}" type="slidenum">
              <a:rPr lang="en-US" noProof="0" smtClean="0"/>
              <a:pPr lvl="0"/>
              <a:t>25</a:t>
            </a:fld>
            <a:endParaRPr lang="en-US" noProof="0" dirty="0"/>
          </a:p>
        </p:txBody>
      </p:sp>
      <p:sp>
        <p:nvSpPr>
          <p:cNvPr id="8" name="Rectangle 3">
            <a:extLst>
              <a:ext uri="{FF2B5EF4-FFF2-40B4-BE49-F238E27FC236}">
                <a16:creationId xmlns:a16="http://schemas.microsoft.com/office/drawing/2014/main" id="{D3EF5097-C45E-7D11-6C4E-FF48D71CE5DD}"/>
              </a:ext>
            </a:extLst>
          </p:cNvPr>
          <p:cNvSpPr>
            <a:spLocks noChangeArrowheads="1"/>
          </p:cNvSpPr>
          <p:nvPr/>
        </p:nvSpPr>
        <p:spPr bwMode="auto">
          <a:xfrm>
            <a:off x="802112" y="2953322"/>
            <a:ext cx="6966224" cy="106182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87709" marR="0" lvl="0" indent="0" algn="l" defTabSz="914400" rtl="0" eaLnBrk="1" fontAlgn="auto" latinLnBrk="0" hangingPunct="1">
              <a:lnSpc>
                <a:spcPts val="1897"/>
              </a:lnSpc>
              <a:spcBef>
                <a:spcPts val="0"/>
              </a:spcBef>
              <a:spcAft>
                <a:spcPts val="0"/>
              </a:spcAft>
              <a:buClrTx/>
              <a:buSzTx/>
              <a:buFontTx/>
              <a:buNone/>
              <a:tabLst/>
              <a:defRPr/>
            </a:pPr>
            <a:r>
              <a:rPr kumimoji="0" lang="en-US" sz="1600" b="0" i="0" u="none" strike="noStrike" kern="1200" cap="none" spc="-4" normalizeH="0" baseline="0" noProof="0" dirty="0">
                <a:ln>
                  <a:noFill/>
                </a:ln>
                <a:solidFill>
                  <a:srgbClr val="FFFF00"/>
                </a:solidFill>
                <a:effectLst/>
                <a:uLnTx/>
                <a:uFillTx/>
                <a:latin typeface="Consolas" panose="020B0609020204030204" pitchFamily="49" charset="0"/>
                <a:ea typeface="Hack" panose="020B0609030202020204" pitchFamily="49" charset="0"/>
                <a:cs typeface="Courier New" panose="02070309020205020404" pitchFamily="49" charset="0"/>
              </a:rPr>
              <a:t>$</a:t>
            </a:r>
            <a:r>
              <a:rPr kumimoji="0" lang="en-US" sz="1600" b="0" i="0" u="none" strike="noStrike" kern="1200" cap="none" spc="-24"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 </a:t>
            </a:r>
            <a:r>
              <a:rPr kumimoji="0" lang="en-US" sz="16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ln </a:t>
            </a:r>
            <a:r>
              <a:rPr kumimoji="0" lang="en-US" sz="1600" b="0" i="0" u="none" strike="noStrike" kern="1200" cap="none" spc="-20"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 -s  r</a:t>
            </a:r>
            <a:r>
              <a:rPr kumimoji="0" lang="en-US" sz="16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omeo.txt  </a:t>
            </a:r>
            <a:r>
              <a:rPr kumimoji="0" lang="en-US" sz="1600" b="0" i="0" u="none" strike="noStrike" kern="1200" cap="none" spc="-4"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soft_link</a:t>
            </a:r>
            <a:endParaRPr kumimoji="0" lang="en-US" sz="1600" b="0" i="0" u="none" strike="noStrike" kern="1200" cap="none" spc="0"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endParaRPr>
          </a:p>
          <a:p>
            <a:pPr marL="87709" lvl="0">
              <a:lnSpc>
                <a:spcPts val="1897"/>
              </a:lnSpc>
              <a:defRPr/>
            </a:pPr>
            <a:r>
              <a:rPr kumimoji="0" lang="en-US" sz="1600" b="0" i="0" u="none" strike="noStrike" kern="1200" cap="none" spc="-4" normalizeH="0" baseline="0" noProof="0" dirty="0">
                <a:ln>
                  <a:noFill/>
                </a:ln>
                <a:solidFill>
                  <a:srgbClr val="FFFF00"/>
                </a:solidFill>
                <a:effectLst/>
                <a:uLnTx/>
                <a:uFillTx/>
                <a:latin typeface="Consolas" panose="020B0609020204030204" pitchFamily="49" charset="0"/>
                <a:ea typeface="Hack" panose="020B0609030202020204" pitchFamily="49" charset="0"/>
                <a:cs typeface="Courier New" panose="02070309020205020404" pitchFamily="49" charset="0"/>
              </a:rPr>
              <a:t>$</a:t>
            </a:r>
            <a:r>
              <a:rPr kumimoji="0" lang="en-US" sz="1600" b="0" i="0" u="none" strike="noStrike" kern="1200" cap="none" spc="-24"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 </a:t>
            </a:r>
            <a:r>
              <a:rPr kumimoji="0" lang="en-US" sz="16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ls -li</a:t>
            </a:r>
            <a:r>
              <a:rPr kumimoji="0" lang="en-US" sz="1600" b="0" i="0" u="none" strike="noStrike" kern="1200" cap="none" spc="-20"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  </a:t>
            </a:r>
            <a:r>
              <a:rPr lang="en-US" sz="1600" spc="-20" dirty="0">
                <a:solidFill>
                  <a:prstClr val="white"/>
                </a:solidFill>
                <a:latin typeface="Consolas" panose="020B0609020204030204" pitchFamily="49" charset="0"/>
                <a:ea typeface="Hack" panose="020B0609030202020204" pitchFamily="49" charset="0"/>
                <a:cs typeface="Courier New" panose="02070309020205020404" pitchFamily="49" charset="0"/>
              </a:rPr>
              <a:t>r</a:t>
            </a:r>
            <a:r>
              <a:rPr lang="en-US" sz="1600" spc="-4" dirty="0">
                <a:solidFill>
                  <a:prstClr val="white"/>
                </a:solidFill>
                <a:latin typeface="Consolas" panose="020B0609020204030204" pitchFamily="49" charset="0"/>
                <a:ea typeface="Hack" panose="020B0609030202020204" pitchFamily="49" charset="0"/>
                <a:cs typeface="Courier New" panose="02070309020205020404" pitchFamily="49" charset="0"/>
              </a:rPr>
              <a:t>omeo.txt  </a:t>
            </a:r>
            <a:r>
              <a:rPr lang="en-US" sz="1600" spc="-4" dirty="0" err="1">
                <a:solidFill>
                  <a:prstClr val="white"/>
                </a:solidFill>
                <a:latin typeface="Consolas" panose="020B0609020204030204" pitchFamily="49" charset="0"/>
                <a:ea typeface="Hack" panose="020B0609030202020204" pitchFamily="49" charset="0"/>
                <a:cs typeface="Courier New" panose="02070309020205020404" pitchFamily="49" charset="0"/>
              </a:rPr>
              <a:t>soft_link</a:t>
            </a:r>
            <a:endParaRPr lang="en-US" sz="1600" dirty="0">
              <a:solidFill>
                <a:prstClr val="white"/>
              </a:solidFill>
              <a:latin typeface="Consolas" panose="020B0609020204030204" pitchFamily="49" charset="0"/>
              <a:ea typeface="Hack" panose="020B0609030202020204" pitchFamily="49" charset="0"/>
              <a:cs typeface="Courier New" panose="02070309020205020404" pitchFamily="49" charset="0"/>
            </a:endParaRP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2584619 –rw-r--r--. 2  qa qa  169 Jun 21   2022  romeo.txt</a:t>
            </a:r>
          </a:p>
          <a:p>
            <a:pPr marL="87709"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2592322 </a:t>
            </a:r>
            <a:r>
              <a:rPr kumimoji="0" lang="en-US" sz="1400"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lrwxrwxrwx</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 1  </a:t>
            </a:r>
            <a:r>
              <a:rPr kumimoji="0" lang="en-US" sz="1400"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qa</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 </a:t>
            </a:r>
            <a:r>
              <a:rPr kumimoji="0" lang="en-US" sz="1400" b="0" i="0" u="none" strike="noStrike" kern="1200" cap="none" spc="-41"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qa</a:t>
            </a:r>
            <a:r>
              <a:rPr kumimoji="0" lang="en-US" sz="1400" b="0" i="0" u="none" strike="noStrike" kern="1200" cap="none" spc="-41"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    9 Jun  5  12:49  </a:t>
            </a:r>
            <a:r>
              <a:rPr kumimoji="0" lang="en-US" sz="1400" b="0" i="0" u="none" strike="noStrike" kern="1200" cap="none" spc="-4" normalizeH="0" baseline="0" noProof="0" dirty="0" err="1">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softlink</a:t>
            </a:r>
            <a:r>
              <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rPr>
              <a:t> -&gt; r</a:t>
            </a:r>
            <a:r>
              <a:rPr lang="en-US" sz="1400" spc="-4" dirty="0">
                <a:solidFill>
                  <a:prstClr val="white"/>
                </a:solidFill>
                <a:latin typeface="Consolas" panose="020B0609020204030204" pitchFamily="49" charset="0"/>
                <a:ea typeface="Hack" panose="020B0609030202020204" pitchFamily="49" charset="0"/>
                <a:cs typeface="Courier New" panose="02070309020205020404" pitchFamily="49" charset="0"/>
              </a:rPr>
              <a:t>omeo.txt</a:t>
            </a:r>
            <a:endParaRPr kumimoji="0" lang="en-US" sz="1400" b="0" i="0" u="none" strike="noStrike" kern="1200" cap="none" spc="-4" normalizeH="0" baseline="0" noProof="0" dirty="0">
              <a:ln>
                <a:noFill/>
              </a:ln>
              <a:solidFill>
                <a:prstClr val="white"/>
              </a:solidFill>
              <a:effectLst/>
              <a:uLnTx/>
              <a:uFillTx/>
              <a:latin typeface="Consolas" panose="020B0609020204030204" pitchFamily="49" charset="0"/>
              <a:ea typeface="Hack" panose="020B06090302020202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ED0214D7-D7A3-BF94-31A1-D406A1F11647}"/>
              </a:ext>
            </a:extLst>
          </p:cNvPr>
          <p:cNvSpPr txBox="1"/>
          <p:nvPr/>
        </p:nvSpPr>
        <p:spPr>
          <a:xfrm>
            <a:off x="2639254" y="6271116"/>
            <a:ext cx="6912912" cy="400110"/>
          </a:xfrm>
          <a:prstGeom prst="rect">
            <a:avLst/>
          </a:prstGeom>
          <a:solidFill>
            <a:schemeClr val="accent4">
              <a:lumMod val="40000"/>
              <a:lumOff val="60000"/>
            </a:schemeClr>
          </a:solidFill>
          <a:ln>
            <a:noFill/>
          </a:ln>
        </p:spPr>
        <p:txBody>
          <a:bodyPr wrap="square" rtlCol="0">
            <a:spAutoFit/>
          </a:bodyPr>
          <a:lstStyle/>
          <a:p>
            <a:pPr algn="ctr"/>
            <a:r>
              <a:rPr lang="en-GB" sz="2000" dirty="0"/>
              <a:t>Think of a symbolic link as a shortcut to another file or directory.</a:t>
            </a:r>
          </a:p>
        </p:txBody>
      </p:sp>
      <p:pic>
        <p:nvPicPr>
          <p:cNvPr id="14" name="Picture 13">
            <a:extLst>
              <a:ext uri="{FF2B5EF4-FFF2-40B4-BE49-F238E27FC236}">
                <a16:creationId xmlns:a16="http://schemas.microsoft.com/office/drawing/2014/main" id="{6E292587-8384-F59D-B664-97906D6AB6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1179" y="4139146"/>
            <a:ext cx="10316901" cy="2053799"/>
          </a:xfrm>
          <a:prstGeom prst="rect">
            <a:avLst/>
          </a:prstGeom>
        </p:spPr>
      </p:pic>
    </p:spTree>
    <p:extLst>
      <p:ext uri="{BB962C8B-B14F-4D97-AF65-F5344CB8AC3E}">
        <p14:creationId xmlns:p14="http://schemas.microsoft.com/office/powerpoint/2010/main" val="29929315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D204AE-E217-C4A7-F448-7D2A2011FD15}"/>
              </a:ext>
            </a:extLst>
          </p:cNvPr>
          <p:cNvSpPr>
            <a:spLocks noGrp="1"/>
          </p:cNvSpPr>
          <p:nvPr>
            <p:ph type="ctrTitle"/>
          </p:nvPr>
        </p:nvSpPr>
        <p:spPr>
          <a:xfrm>
            <a:off x="443921" y="500194"/>
            <a:ext cx="6679721" cy="858985"/>
          </a:xfrm>
        </p:spPr>
        <p:txBody>
          <a:bodyPr/>
          <a:lstStyle/>
          <a:p>
            <a:r>
              <a:rPr lang="en-US" noProof="0" dirty="0"/>
              <a:t>Practical exercise 3 – T5</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39304497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883288-734D-EBAA-4D39-3E70FDDEBD37}"/>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3"/>
          </p:nvPr>
        </p:nvSpPr>
        <p:spPr>
          <a:xfrm>
            <a:off x="443921" y="1733108"/>
            <a:ext cx="7320859" cy="4061405"/>
          </a:xfrm>
        </p:spPr>
        <p:txBody>
          <a:bodyPr/>
          <a:lstStyle/>
          <a:p>
            <a:r>
              <a:rPr lang="en-GB" dirty="0"/>
              <a:t>In this module you learned how to:</a:t>
            </a:r>
          </a:p>
          <a:p>
            <a:pPr marL="285750" indent="-285750">
              <a:buFont typeface="Arial" panose="020B0604020202020204" pitchFamily="34" charset="0"/>
              <a:buChar char="•"/>
            </a:pPr>
            <a:r>
              <a:rPr lang="en-GB" noProof="0" dirty="0"/>
              <a:t>Navigate the Linux filesystem confidently</a:t>
            </a:r>
          </a:p>
          <a:p>
            <a:pPr marL="285750" indent="-285750">
              <a:buFont typeface="Arial" panose="020B0604020202020204" pitchFamily="34" charset="0"/>
              <a:buChar char="•"/>
            </a:pPr>
            <a:r>
              <a:rPr lang="en-GB" noProof="0" dirty="0"/>
              <a:t>Work with files and directories using common Linux commands</a:t>
            </a:r>
          </a:p>
          <a:p>
            <a:pPr marL="285750" indent="-285750">
              <a:buFont typeface="Arial" panose="020B0604020202020204" pitchFamily="34" charset="0"/>
              <a:buChar char="•"/>
            </a:pPr>
            <a:r>
              <a:rPr lang="en-GB" noProof="0" dirty="0"/>
              <a:t>Understand the difference between absolute and relative pathnames</a:t>
            </a:r>
          </a:p>
          <a:p>
            <a:pPr marL="285750" indent="-285750">
              <a:buFont typeface="Arial" panose="020B0604020202020204" pitchFamily="34" charset="0"/>
              <a:buChar char="•"/>
            </a:pPr>
            <a:r>
              <a:rPr lang="en-GB" noProof="0" dirty="0"/>
              <a:t>Interpret directory listings and file metadata</a:t>
            </a:r>
          </a:p>
          <a:p>
            <a:pPr marL="285750" indent="-285750">
              <a:buFont typeface="Arial" panose="020B0604020202020204" pitchFamily="34" charset="0"/>
              <a:buChar char="•"/>
            </a:pPr>
            <a:r>
              <a:rPr lang="en-GB" noProof="0" dirty="0"/>
              <a:t>Explain how Linux locates file data using directories, </a:t>
            </a:r>
            <a:r>
              <a:rPr lang="en-GB" noProof="0" dirty="0" err="1"/>
              <a:t>inodes</a:t>
            </a:r>
            <a:r>
              <a:rPr lang="en-GB" noProof="0" dirty="0"/>
              <a:t> and </a:t>
            </a:r>
            <a:r>
              <a:rPr lang="en-GB" noProof="0"/>
              <a:t>data blocks</a:t>
            </a:r>
          </a:p>
          <a:p>
            <a:pPr marL="285750" indent="-285750">
              <a:buFont typeface="Arial" panose="020B0604020202020204" pitchFamily="34" charset="0"/>
              <a:buChar char="•"/>
            </a:pPr>
            <a:r>
              <a:rPr lang="en-GB" noProof="0"/>
              <a:t>Create </a:t>
            </a:r>
            <a:r>
              <a:rPr lang="en-GB" noProof="0" dirty="0"/>
              <a:t>and manage hard links and symbolic links</a:t>
            </a:r>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4294967295"/>
          </p:nvPr>
        </p:nvSpPr>
        <p:spPr>
          <a:xfrm>
            <a:off x="9448800" y="6399213"/>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3766184422"/>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2.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C71F1D-A98C-43DF-A986-061295C23702}">
  <ds:schemaRefs>
    <ds:schemaRef ds:uri="52e7f57a-cc1d-4bce-9b60-d9dd785361c7"/>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4851bab5-d36a-4f24-a761-998180967d12"/>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20357</TotalTime>
  <Words>4593</Words>
  <Application>Microsoft Office PowerPoint</Application>
  <PresentationFormat>Widescreen</PresentationFormat>
  <Paragraphs>612</Paragraphs>
  <Slides>27</Slides>
  <Notes>27</Notes>
  <HiddenSlides>0</HiddenSlides>
  <MMClips>0</MMClips>
  <ScaleCrop>false</ScaleCrop>
  <HeadingPairs>
    <vt:vector size="6" baseType="variant">
      <vt:variant>
        <vt:lpstr>Fonts Used</vt:lpstr>
      </vt:variant>
      <vt:variant>
        <vt:i4>7</vt:i4>
      </vt:variant>
      <vt:variant>
        <vt:lpstr>Theme</vt:lpstr>
      </vt:variant>
      <vt:variant>
        <vt:i4>8</vt:i4>
      </vt:variant>
      <vt:variant>
        <vt:lpstr>Slide Titles</vt:lpstr>
      </vt:variant>
      <vt:variant>
        <vt:i4>27</vt:i4>
      </vt:variant>
    </vt:vector>
  </HeadingPairs>
  <TitlesOfParts>
    <vt:vector size="42" baseType="lpstr">
      <vt:lpstr>Aptos</vt:lpstr>
      <vt:lpstr>Arial</vt:lpstr>
      <vt:lpstr>Consolas</vt:lpstr>
      <vt:lpstr>Courier New</vt:lpstr>
      <vt:lpstr>Figtree</vt:lpstr>
      <vt:lpstr>Montserrat</vt:lpstr>
      <vt:lpstr>Segoe UI</vt:lpstr>
      <vt:lpstr>Cover Slides - Business/Marketing</vt:lpstr>
      <vt:lpstr>Divider Slides</vt:lpstr>
      <vt:lpstr>Blue Module</vt:lpstr>
      <vt:lpstr>Yellow Module</vt:lpstr>
      <vt:lpstr>Red Module</vt:lpstr>
      <vt:lpstr>Purple Module</vt:lpstr>
      <vt:lpstr>Orange Module</vt:lpstr>
      <vt:lpstr>B/W Module</vt:lpstr>
      <vt:lpstr>Module 3: Using Files and Directories</vt:lpstr>
      <vt:lpstr>Contents</vt:lpstr>
      <vt:lpstr>From User to Disk </vt:lpstr>
      <vt:lpstr>From Pathnames to Disk Blocks</vt:lpstr>
      <vt:lpstr>What is a directory?</vt:lpstr>
      <vt:lpstr>Naming Files and Directories</vt:lpstr>
      <vt:lpstr>The Linux / Unix filesystem hierarchy</vt:lpstr>
      <vt:lpstr>The Special Dot directories</vt:lpstr>
      <vt:lpstr>Specifying Pathnames</vt:lpstr>
      <vt:lpstr>Absolute vs. relative paths</vt:lpstr>
      <vt:lpstr>Knowledge check</vt:lpstr>
      <vt:lpstr>Working and Home Directories</vt:lpstr>
      <vt:lpstr>Listing Files and Directories</vt:lpstr>
      <vt:lpstr>Understanding ls Colours</vt:lpstr>
      <vt:lpstr>Displaying a Directory Structure</vt:lpstr>
      <vt:lpstr>Practical exercise 3 – T1 and T2</vt:lpstr>
      <vt:lpstr>Creating Files and Directories</vt:lpstr>
      <vt:lpstr>Copying Files and Directories</vt:lpstr>
      <vt:lpstr>Moving and Renaming Files and Directories</vt:lpstr>
      <vt:lpstr>Deleting Files and Directories</vt:lpstr>
      <vt:lpstr>Practical exercise 3 – T3 and T4</vt:lpstr>
      <vt:lpstr>How Filenames Map to Data</vt:lpstr>
      <vt:lpstr>Examining Inodes with stat and ls</vt:lpstr>
      <vt:lpstr>Hard links</vt:lpstr>
      <vt:lpstr>Symbolic links (soft links)</vt:lpstr>
      <vt:lpstr>Practical exercise 3 – T5</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Cameron, Donald</cp:lastModifiedBy>
  <cp:revision>69</cp:revision>
  <dcterms:created xsi:type="dcterms:W3CDTF">2024-06-24T11:44:08Z</dcterms:created>
  <dcterms:modified xsi:type="dcterms:W3CDTF">2026-06-09T16:15:20Z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