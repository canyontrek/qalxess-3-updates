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5.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6.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7.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2" r:id="rId4"/>
    <p:sldMasterId id="2147483809" r:id="rId5"/>
    <p:sldMasterId id="2147483660" r:id="rId6"/>
    <p:sldMasterId id="2147483874" r:id="rId7"/>
    <p:sldMasterId id="2147483885" r:id="rId8"/>
    <p:sldMasterId id="2147483919" r:id="rId9"/>
    <p:sldMasterId id="2147483930" r:id="rId10"/>
    <p:sldMasterId id="2147483963" r:id="rId11"/>
  </p:sldMasterIdLst>
  <p:notesMasterIdLst>
    <p:notesMasterId r:id="rId51"/>
  </p:notesMasterIdLst>
  <p:sldIdLst>
    <p:sldId id="1197" r:id="rId12"/>
    <p:sldId id="1198" r:id="rId13"/>
    <p:sldId id="1199" r:id="rId14"/>
    <p:sldId id="1200" r:id="rId15"/>
    <p:sldId id="675" r:id="rId16"/>
    <p:sldId id="1203" r:id="rId17"/>
    <p:sldId id="1639" r:id="rId18"/>
    <p:sldId id="1204" r:id="rId19"/>
    <p:sldId id="678" r:id="rId20"/>
    <p:sldId id="1635" r:id="rId21"/>
    <p:sldId id="1205" r:id="rId22"/>
    <p:sldId id="1636" r:id="rId23"/>
    <p:sldId id="1207" r:id="rId24"/>
    <p:sldId id="1637" r:id="rId25"/>
    <p:sldId id="719" r:id="rId26"/>
    <p:sldId id="1638" r:id="rId27"/>
    <p:sldId id="681" r:id="rId28"/>
    <p:sldId id="1640" r:id="rId29"/>
    <p:sldId id="1209" r:id="rId30"/>
    <p:sldId id="1641" r:id="rId31"/>
    <p:sldId id="684" r:id="rId32"/>
    <p:sldId id="687" r:id="rId33"/>
    <p:sldId id="688" r:id="rId34"/>
    <p:sldId id="690" r:id="rId35"/>
    <p:sldId id="1210" r:id="rId36"/>
    <p:sldId id="1211" r:id="rId37"/>
    <p:sldId id="685" r:id="rId38"/>
    <p:sldId id="1214" r:id="rId39"/>
    <p:sldId id="689" r:id="rId40"/>
    <p:sldId id="1642" r:id="rId41"/>
    <p:sldId id="1634" r:id="rId42"/>
    <p:sldId id="693" r:id="rId43"/>
    <p:sldId id="696" r:id="rId44"/>
    <p:sldId id="695" r:id="rId45"/>
    <p:sldId id="694" r:id="rId46"/>
    <p:sldId id="1217" r:id="rId47"/>
    <p:sldId id="1218" r:id="rId48"/>
    <p:sldId id="715" r:id="rId49"/>
    <p:sldId id="1219"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3EC420FF-67B5-2B43-B8B0-31C326A878BA}">
          <p14:sldIdLst/>
        </p14:section>
        <p14:section name="Master" id="{86F55D6F-F04C-C141-A3B2-B81D9F14C13E}">
          <p14:sldIdLst/>
        </p14:section>
        <p14:section name="Cover slides" id="{A8F06CE1-BECE-433A-A682-4C071F90D966}">
          <p14:sldIdLst/>
        </p14:section>
        <p14:section name="Introduction" id="{D71C3838-11FC-3F44-90EC-9E7C8FE30A48}">
          <p14:sldIdLst/>
        </p14:section>
        <p14:section name="Content Slides" id="{05C53EB9-C633-4D6D-B3BC-F573E1DB951E}">
          <p14:sldIdLst>
            <p14:sldId id="1197"/>
            <p14:sldId id="1198"/>
            <p14:sldId id="1199"/>
            <p14:sldId id="1200"/>
            <p14:sldId id="675"/>
            <p14:sldId id="1203"/>
            <p14:sldId id="1639"/>
            <p14:sldId id="1204"/>
            <p14:sldId id="678"/>
            <p14:sldId id="1635"/>
            <p14:sldId id="1205"/>
            <p14:sldId id="1636"/>
            <p14:sldId id="1207"/>
            <p14:sldId id="1637"/>
            <p14:sldId id="719"/>
            <p14:sldId id="1638"/>
            <p14:sldId id="681"/>
            <p14:sldId id="1640"/>
            <p14:sldId id="1209"/>
            <p14:sldId id="1641"/>
            <p14:sldId id="684"/>
            <p14:sldId id="687"/>
            <p14:sldId id="688"/>
            <p14:sldId id="690"/>
            <p14:sldId id="1210"/>
            <p14:sldId id="1211"/>
            <p14:sldId id="685"/>
            <p14:sldId id="1214"/>
            <p14:sldId id="689"/>
            <p14:sldId id="1642"/>
            <p14:sldId id="1634"/>
            <p14:sldId id="693"/>
            <p14:sldId id="696"/>
            <p14:sldId id="695"/>
            <p14:sldId id="694"/>
            <p14:sldId id="1217"/>
            <p14:sldId id="1218"/>
            <p14:sldId id="715"/>
            <p14:sldId id="121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B038381-4C18-EEB2-D798-E55F33345695}" name="Haynes, Amanda" initials="HA" userId="S::ahaynes@qa.com::f3044909-ea02-4a80-b124-5c683d29f1e5" providerId="AD"/>
  <p188:author id="{34F02186-A83D-147B-1AD3-CAE41537E927}" name="O'Flynn, Sarah" initials="SO" userId="S::SOFlynn@qa.com::c5bd941b-3572-499d-9953-9da6030055ca" providerId="AD"/>
  <p188:author id="{570EC78B-0B85-CC25-1293-AD5F30C7BB59}" name="Huskisson, Harry" initials="HH" userId="S::HHuskisson@qa.com::5d0a9b6a-71d8-408a-a551-20cf3a498200" providerId="AD"/>
  <p188:author id="{29DB2DE1-A6DA-284A-0775-8BA18A27BFDD}" name="Renang, Antonia" initials="AR" userId="S::ARenang@qa.com::6d248bc4-c380-4929-8d38-4b7a6af76729" providerId="AD"/>
  <p188:author id="{14A6B2E2-577F-2DC9-8598-664F7D3C9407}" name="Evans, Josie" initials="JE" userId="S::JEvans3@qa.com::aaea60dd-eaa6-4fde-a2ae-3576d6b832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5F5F"/>
    <a:srgbClr val="333333"/>
    <a:srgbClr val="575757"/>
    <a:srgbClr val="000000"/>
    <a:srgbClr val="0D0D0D"/>
    <a:srgbClr val="161616"/>
    <a:srgbClr val="FEBDC0"/>
    <a:srgbClr val="FEDEC3"/>
    <a:srgbClr val="ACE2F0"/>
    <a:srgbClr val="0E4B5B"/>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65"/>
    <p:restoredTop sz="70579" autoAdjust="0"/>
  </p:normalViewPr>
  <p:slideViewPr>
    <p:cSldViewPr snapToGrid="0">
      <p:cViewPr>
        <p:scale>
          <a:sx n="100" d="100"/>
          <a:sy n="100" d="100"/>
        </p:scale>
        <p:origin x="41" y="-2091"/>
      </p:cViewPr>
      <p:guideLst/>
    </p:cSldViewPr>
  </p:slideViewPr>
  <p:outlineViewPr>
    <p:cViewPr>
      <p:scale>
        <a:sx n="33" d="100"/>
        <a:sy n="33" d="100"/>
      </p:scale>
      <p:origin x="0" y="-15912"/>
    </p:cViewPr>
  </p:outlineViewPr>
  <p:notesTextViewPr>
    <p:cViewPr>
      <p:scale>
        <a:sx n="100" d="100"/>
        <a:sy n="100" d="100"/>
      </p:scale>
      <p:origin x="0" y="0"/>
    </p:cViewPr>
  </p:notesTextViewPr>
  <p:sorterViewPr>
    <p:cViewPr>
      <p:scale>
        <a:sx n="150" d="100"/>
        <a:sy n="150" d="100"/>
      </p:scale>
      <p:origin x="0" y="-9797"/>
    </p:cViewPr>
  </p:sorterViewPr>
  <p:notesViewPr>
    <p:cSldViewPr snapToGrid="0">
      <p:cViewPr>
        <p:scale>
          <a:sx n="100" d="100"/>
          <a:sy n="100" d="100"/>
        </p:scale>
        <p:origin x="1718" y="-2813"/>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slide" Target="slides/slide28.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slide" Target="slides/slide31.xml"/><Relationship Id="rId47" Type="http://schemas.openxmlformats.org/officeDocument/2006/relationships/slide" Target="slides/slide36.xml"/><Relationship Id="rId50" Type="http://schemas.openxmlformats.org/officeDocument/2006/relationships/slide" Target="slides/slide39.xml"/><Relationship Id="rId55"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5.xml"/><Relationship Id="rId29" Type="http://schemas.openxmlformats.org/officeDocument/2006/relationships/slide" Target="slides/slide18.xml"/><Relationship Id="rId11" Type="http://schemas.openxmlformats.org/officeDocument/2006/relationships/slideMaster" Target="slideMasters/slideMaster8.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slide" Target="slides/slide29.xml"/><Relationship Id="rId45" Type="http://schemas.openxmlformats.org/officeDocument/2006/relationships/slide" Target="slides/slide34.xml"/><Relationship Id="rId53" Type="http://schemas.openxmlformats.org/officeDocument/2006/relationships/viewProps" Target="viewProps.xml"/><Relationship Id="rId5" Type="http://schemas.openxmlformats.org/officeDocument/2006/relationships/slideMaster" Target="slideMasters/slideMaster2.xml"/><Relationship Id="rId19" Type="http://schemas.openxmlformats.org/officeDocument/2006/relationships/slide" Target="slides/slide8.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slide" Target="slides/slide32.xml"/><Relationship Id="rId48" Type="http://schemas.openxmlformats.org/officeDocument/2006/relationships/slide" Target="slides/slide37.xml"/><Relationship Id="rId56" Type="http://schemas.microsoft.com/office/2016/11/relationships/changesInfo" Target="changesInfos/changesInfo1.xml"/><Relationship Id="rId8" Type="http://schemas.openxmlformats.org/officeDocument/2006/relationships/slideMaster" Target="slideMasters/slideMaster5.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slide" Target="slides/slide35.xml"/><Relationship Id="rId20" Type="http://schemas.openxmlformats.org/officeDocument/2006/relationships/slide" Target="slides/slide9.xml"/><Relationship Id="rId41" Type="http://schemas.openxmlformats.org/officeDocument/2006/relationships/slide" Target="slides/slide30.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openxmlformats.org/officeDocument/2006/relationships/slide" Target="slides/slide38.xml"/><Relationship Id="rId57" Type="http://schemas.microsoft.com/office/2018/10/relationships/authors" Target="authors.xml"/><Relationship Id="rId10" Type="http://schemas.openxmlformats.org/officeDocument/2006/relationships/slideMaster" Target="slideMasters/slideMaster7.xml"/><Relationship Id="rId31" Type="http://schemas.openxmlformats.org/officeDocument/2006/relationships/slide" Target="slides/slide20.xml"/><Relationship Id="rId44" Type="http://schemas.openxmlformats.org/officeDocument/2006/relationships/slide" Target="slides/slide33.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ist, Ella" userId="992bbaf2-811d-42cb-a4d6-e7fc45e325e8" providerId="ADAL" clId="{2D5A83BD-47C3-4B50-BCA6-CA180166876F}"/>
    <pc:docChg chg="custSel modSld">
      <pc:chgData name="Feist, Ella" userId="992bbaf2-811d-42cb-a4d6-e7fc45e325e8" providerId="ADAL" clId="{2D5A83BD-47C3-4B50-BCA6-CA180166876F}" dt="2025-05-30T10:42:58.935" v="28" actId="313"/>
      <pc:docMkLst>
        <pc:docMk/>
      </pc:docMkLst>
      <pc:sldChg chg="modSp mod">
        <pc:chgData name="Feist, Ella" userId="992bbaf2-811d-42cb-a4d6-e7fc45e325e8" providerId="ADAL" clId="{2D5A83BD-47C3-4B50-BCA6-CA180166876F}" dt="2025-05-30T10:41:07.524" v="0" actId="790"/>
        <pc:sldMkLst>
          <pc:docMk/>
          <pc:sldMk cId="731661529" sldId="672"/>
        </pc:sldMkLst>
        <pc:spChg chg="mod">
          <ac:chgData name="Feist, Ella" userId="992bbaf2-811d-42cb-a4d6-e7fc45e325e8" providerId="ADAL" clId="{2D5A83BD-47C3-4B50-BCA6-CA180166876F}" dt="2025-05-30T10:41:07.524" v="0" actId="790"/>
          <ac:spMkLst>
            <pc:docMk/>
            <pc:sldMk cId="731661529" sldId="672"/>
            <ac:spMk id="2" creationId="{A9A6FF77-D641-4417-92E7-11CC6238BF20}"/>
          </ac:spMkLst>
        </pc:spChg>
        <pc:spChg chg="mod">
          <ac:chgData name="Feist, Ella" userId="992bbaf2-811d-42cb-a4d6-e7fc45e325e8" providerId="ADAL" clId="{2D5A83BD-47C3-4B50-BCA6-CA180166876F}" dt="2025-05-30T10:41:07.524" v="0" actId="790"/>
          <ac:spMkLst>
            <pc:docMk/>
            <pc:sldMk cId="731661529" sldId="672"/>
            <ac:spMk id="5" creationId="{91A8ED3D-B755-43C9-BCB1-DCF495C0C9DB}"/>
          </ac:spMkLst>
        </pc:spChg>
        <pc:spChg chg="mod">
          <ac:chgData name="Feist, Ella" userId="992bbaf2-811d-42cb-a4d6-e7fc45e325e8" providerId="ADAL" clId="{2D5A83BD-47C3-4B50-BCA6-CA180166876F}" dt="2025-05-30T10:41:07.524" v="0" actId="790"/>
          <ac:spMkLst>
            <pc:docMk/>
            <pc:sldMk cId="731661529" sldId="672"/>
            <ac:spMk id="10" creationId="{D91C1BC1-E3DE-F757-2F8A-44553A1E6A94}"/>
          </ac:spMkLst>
        </pc:spChg>
        <pc:spChg chg="mod">
          <ac:chgData name="Feist, Ella" userId="992bbaf2-811d-42cb-a4d6-e7fc45e325e8" providerId="ADAL" clId="{2D5A83BD-47C3-4B50-BCA6-CA180166876F}" dt="2025-05-30T10:41:07.524" v="0" actId="790"/>
          <ac:spMkLst>
            <pc:docMk/>
            <pc:sldMk cId="731661529" sldId="672"/>
            <ac:spMk id="11" creationId="{046CE9F6-F1E2-E8F7-70C9-2BCC240BB835}"/>
          </ac:spMkLst>
        </pc:spChg>
        <pc:spChg chg="mod">
          <ac:chgData name="Feist, Ella" userId="992bbaf2-811d-42cb-a4d6-e7fc45e325e8" providerId="ADAL" clId="{2D5A83BD-47C3-4B50-BCA6-CA180166876F}" dt="2025-05-30T10:41:07.524" v="0" actId="790"/>
          <ac:spMkLst>
            <pc:docMk/>
            <pc:sldMk cId="731661529" sldId="672"/>
            <ac:spMk id="12" creationId="{2F849BFD-BF2A-F8DF-3A77-5BB2827350A8}"/>
          </ac:spMkLst>
        </pc:spChg>
        <pc:spChg chg="mod">
          <ac:chgData name="Feist, Ella" userId="992bbaf2-811d-42cb-a4d6-e7fc45e325e8" providerId="ADAL" clId="{2D5A83BD-47C3-4B50-BCA6-CA180166876F}" dt="2025-05-30T10:41:07.524" v="0" actId="790"/>
          <ac:spMkLst>
            <pc:docMk/>
            <pc:sldMk cId="731661529" sldId="672"/>
            <ac:spMk id="13" creationId="{9CB5B5E0-1847-3DD3-B510-6AD34FCAF7D9}"/>
          </ac:spMkLst>
        </pc:spChg>
        <pc:spChg chg="mod">
          <ac:chgData name="Feist, Ella" userId="992bbaf2-811d-42cb-a4d6-e7fc45e325e8" providerId="ADAL" clId="{2D5A83BD-47C3-4B50-BCA6-CA180166876F}" dt="2025-05-30T10:41:07.524" v="0" actId="790"/>
          <ac:spMkLst>
            <pc:docMk/>
            <pc:sldMk cId="731661529" sldId="672"/>
            <ac:spMk id="15" creationId="{B56FFBD5-36CA-409D-0D10-F48268BEED2A}"/>
          </ac:spMkLst>
        </pc:spChg>
        <pc:spChg chg="mod">
          <ac:chgData name="Feist, Ella" userId="992bbaf2-811d-42cb-a4d6-e7fc45e325e8" providerId="ADAL" clId="{2D5A83BD-47C3-4B50-BCA6-CA180166876F}" dt="2025-05-30T10:41:07.524" v="0" actId="790"/>
          <ac:spMkLst>
            <pc:docMk/>
            <pc:sldMk cId="731661529" sldId="672"/>
            <ac:spMk id="16" creationId="{6AB472EE-1512-F9A4-1AF3-6E8B69FCB1D7}"/>
          </ac:spMkLst>
        </pc:spChg>
        <pc:spChg chg="mod">
          <ac:chgData name="Feist, Ella" userId="992bbaf2-811d-42cb-a4d6-e7fc45e325e8" providerId="ADAL" clId="{2D5A83BD-47C3-4B50-BCA6-CA180166876F}" dt="2025-05-30T10:41:07.524" v="0" actId="790"/>
          <ac:spMkLst>
            <pc:docMk/>
            <pc:sldMk cId="731661529" sldId="672"/>
            <ac:spMk id="18" creationId="{5E817291-09C0-D66A-0EC8-FE00FE9B6E3A}"/>
          </ac:spMkLst>
        </pc:spChg>
        <pc:spChg chg="mod">
          <ac:chgData name="Feist, Ella" userId="992bbaf2-811d-42cb-a4d6-e7fc45e325e8" providerId="ADAL" clId="{2D5A83BD-47C3-4B50-BCA6-CA180166876F}" dt="2025-05-30T10:41:07.524" v="0" actId="790"/>
          <ac:spMkLst>
            <pc:docMk/>
            <pc:sldMk cId="731661529" sldId="672"/>
            <ac:spMk id="19" creationId="{0FA17836-D718-B104-A123-C0C731DEF875}"/>
          </ac:spMkLst>
        </pc:spChg>
      </pc:sldChg>
      <pc:sldChg chg="modSp mod">
        <pc:chgData name="Feist, Ella" userId="992bbaf2-811d-42cb-a4d6-e7fc45e325e8" providerId="ADAL" clId="{2D5A83BD-47C3-4B50-BCA6-CA180166876F}" dt="2025-05-30T10:41:07.524" v="0" actId="790"/>
        <pc:sldMkLst>
          <pc:docMk/>
          <pc:sldMk cId="3090328751" sldId="673"/>
        </pc:sldMkLst>
        <pc:spChg chg="mod">
          <ac:chgData name="Feist, Ella" userId="992bbaf2-811d-42cb-a4d6-e7fc45e325e8" providerId="ADAL" clId="{2D5A83BD-47C3-4B50-BCA6-CA180166876F}" dt="2025-05-30T10:41:07.524" v="0" actId="790"/>
          <ac:spMkLst>
            <pc:docMk/>
            <pc:sldMk cId="3090328751" sldId="673"/>
            <ac:spMk id="2" creationId="{A9A6FF77-D641-4417-92E7-11CC6238BF20}"/>
          </ac:spMkLst>
        </pc:spChg>
        <pc:spChg chg="mod">
          <ac:chgData name="Feist, Ella" userId="992bbaf2-811d-42cb-a4d6-e7fc45e325e8" providerId="ADAL" clId="{2D5A83BD-47C3-4B50-BCA6-CA180166876F}" dt="2025-05-30T10:41:07.524" v="0" actId="790"/>
          <ac:spMkLst>
            <pc:docMk/>
            <pc:sldMk cId="3090328751" sldId="673"/>
            <ac:spMk id="5" creationId="{91A8ED3D-B755-43C9-BCB1-DCF495C0C9DB}"/>
          </ac:spMkLst>
        </pc:spChg>
        <pc:spChg chg="mod">
          <ac:chgData name="Feist, Ella" userId="992bbaf2-811d-42cb-a4d6-e7fc45e325e8" providerId="ADAL" clId="{2D5A83BD-47C3-4B50-BCA6-CA180166876F}" dt="2025-05-30T10:41:07.524" v="0" actId="790"/>
          <ac:spMkLst>
            <pc:docMk/>
            <pc:sldMk cId="3090328751" sldId="673"/>
            <ac:spMk id="10" creationId="{DE1A6A10-C84B-AB2B-899C-1FF24E4B9DBE}"/>
          </ac:spMkLst>
        </pc:spChg>
        <pc:spChg chg="mod">
          <ac:chgData name="Feist, Ella" userId="992bbaf2-811d-42cb-a4d6-e7fc45e325e8" providerId="ADAL" clId="{2D5A83BD-47C3-4B50-BCA6-CA180166876F}" dt="2025-05-30T10:41:07.524" v="0" actId="790"/>
          <ac:spMkLst>
            <pc:docMk/>
            <pc:sldMk cId="3090328751" sldId="673"/>
            <ac:spMk id="11" creationId="{B1698BB6-DF90-5E8D-A8E4-1F1A49692917}"/>
          </ac:spMkLst>
        </pc:spChg>
        <pc:spChg chg="mod">
          <ac:chgData name="Feist, Ella" userId="992bbaf2-811d-42cb-a4d6-e7fc45e325e8" providerId="ADAL" clId="{2D5A83BD-47C3-4B50-BCA6-CA180166876F}" dt="2025-05-30T10:41:07.524" v="0" actId="790"/>
          <ac:spMkLst>
            <pc:docMk/>
            <pc:sldMk cId="3090328751" sldId="673"/>
            <ac:spMk id="13" creationId="{FD428141-C8DF-1FEF-8819-35B05D7D4C56}"/>
          </ac:spMkLst>
        </pc:spChg>
        <pc:spChg chg="mod">
          <ac:chgData name="Feist, Ella" userId="992bbaf2-811d-42cb-a4d6-e7fc45e325e8" providerId="ADAL" clId="{2D5A83BD-47C3-4B50-BCA6-CA180166876F}" dt="2025-05-30T10:41:07.524" v="0" actId="790"/>
          <ac:spMkLst>
            <pc:docMk/>
            <pc:sldMk cId="3090328751" sldId="673"/>
            <ac:spMk id="14" creationId="{AF08D584-C3C5-38EE-DA4A-12771EE2AA9D}"/>
          </ac:spMkLst>
        </pc:spChg>
        <pc:spChg chg="mod">
          <ac:chgData name="Feist, Ella" userId="992bbaf2-811d-42cb-a4d6-e7fc45e325e8" providerId="ADAL" clId="{2D5A83BD-47C3-4B50-BCA6-CA180166876F}" dt="2025-05-30T10:41:07.524" v="0" actId="790"/>
          <ac:spMkLst>
            <pc:docMk/>
            <pc:sldMk cId="3090328751" sldId="673"/>
            <ac:spMk id="15" creationId="{41DE3AF4-9D8B-8031-8BB3-0DC8EA57E6FF}"/>
          </ac:spMkLst>
        </pc:spChg>
        <pc:spChg chg="mod">
          <ac:chgData name="Feist, Ella" userId="992bbaf2-811d-42cb-a4d6-e7fc45e325e8" providerId="ADAL" clId="{2D5A83BD-47C3-4B50-BCA6-CA180166876F}" dt="2025-05-30T10:41:07.524" v="0" actId="790"/>
          <ac:spMkLst>
            <pc:docMk/>
            <pc:sldMk cId="3090328751" sldId="673"/>
            <ac:spMk id="16" creationId="{08C2B8A8-5CA7-848A-01AC-E20F317D2495}"/>
          </ac:spMkLst>
        </pc:spChg>
        <pc:spChg chg="mod">
          <ac:chgData name="Feist, Ella" userId="992bbaf2-811d-42cb-a4d6-e7fc45e325e8" providerId="ADAL" clId="{2D5A83BD-47C3-4B50-BCA6-CA180166876F}" dt="2025-05-30T10:41:07.524" v="0" actId="790"/>
          <ac:spMkLst>
            <pc:docMk/>
            <pc:sldMk cId="3090328751" sldId="673"/>
            <ac:spMk id="18" creationId="{46A5C315-3FF1-197B-B21D-735DFB3A1B5C}"/>
          </ac:spMkLst>
        </pc:spChg>
        <pc:spChg chg="mod">
          <ac:chgData name="Feist, Ella" userId="992bbaf2-811d-42cb-a4d6-e7fc45e325e8" providerId="ADAL" clId="{2D5A83BD-47C3-4B50-BCA6-CA180166876F}" dt="2025-05-30T10:41:07.524" v="0" actId="790"/>
          <ac:spMkLst>
            <pc:docMk/>
            <pc:sldMk cId="3090328751" sldId="673"/>
            <ac:spMk id="19" creationId="{805C4642-BE74-2792-483C-154CE3144293}"/>
          </ac:spMkLst>
        </pc:spChg>
      </pc:sldChg>
      <pc:sldChg chg="modSp mod">
        <pc:chgData name="Feist, Ella" userId="992bbaf2-811d-42cb-a4d6-e7fc45e325e8" providerId="ADAL" clId="{2D5A83BD-47C3-4B50-BCA6-CA180166876F}" dt="2025-05-30T10:41:07.524" v="0" actId="790"/>
        <pc:sldMkLst>
          <pc:docMk/>
          <pc:sldMk cId="2040744970" sldId="675"/>
        </pc:sldMkLst>
        <pc:spChg chg="mod">
          <ac:chgData name="Feist, Ella" userId="992bbaf2-811d-42cb-a4d6-e7fc45e325e8" providerId="ADAL" clId="{2D5A83BD-47C3-4B50-BCA6-CA180166876F}" dt="2025-05-30T10:41:07.524" v="0" actId="790"/>
          <ac:spMkLst>
            <pc:docMk/>
            <pc:sldMk cId="2040744970" sldId="675"/>
            <ac:spMk id="2" creationId="{D068BD06-4256-911E-C2A9-70A0C706331B}"/>
          </ac:spMkLst>
        </pc:spChg>
        <pc:spChg chg="mod">
          <ac:chgData name="Feist, Ella" userId="992bbaf2-811d-42cb-a4d6-e7fc45e325e8" providerId="ADAL" clId="{2D5A83BD-47C3-4B50-BCA6-CA180166876F}" dt="2025-05-30T10:41:07.524" v="0" actId="790"/>
          <ac:spMkLst>
            <pc:docMk/>
            <pc:sldMk cId="2040744970" sldId="675"/>
            <ac:spMk id="4" creationId="{9ED32BBC-8A3B-5FB1-DB0F-B65F461BDA2D}"/>
          </ac:spMkLst>
        </pc:spChg>
      </pc:sldChg>
      <pc:sldChg chg="modSp mod">
        <pc:chgData name="Feist, Ella" userId="992bbaf2-811d-42cb-a4d6-e7fc45e325e8" providerId="ADAL" clId="{2D5A83BD-47C3-4B50-BCA6-CA180166876F}" dt="2025-05-30T10:41:07.524" v="0" actId="790"/>
        <pc:sldMkLst>
          <pc:docMk/>
          <pc:sldMk cId="2320680317" sldId="678"/>
        </pc:sldMkLst>
        <pc:spChg chg="mod">
          <ac:chgData name="Feist, Ella" userId="992bbaf2-811d-42cb-a4d6-e7fc45e325e8" providerId="ADAL" clId="{2D5A83BD-47C3-4B50-BCA6-CA180166876F}" dt="2025-05-30T10:41:07.524" v="0" actId="790"/>
          <ac:spMkLst>
            <pc:docMk/>
            <pc:sldMk cId="2320680317" sldId="678"/>
            <ac:spMk id="2" creationId="{A9A6FF77-D641-4417-92E7-11CC6238BF20}"/>
          </ac:spMkLst>
        </pc:spChg>
        <pc:spChg chg="mod">
          <ac:chgData name="Feist, Ella" userId="992bbaf2-811d-42cb-a4d6-e7fc45e325e8" providerId="ADAL" clId="{2D5A83BD-47C3-4B50-BCA6-CA180166876F}" dt="2025-05-30T10:41:07.524" v="0" actId="790"/>
          <ac:spMkLst>
            <pc:docMk/>
            <pc:sldMk cId="2320680317" sldId="678"/>
            <ac:spMk id="3" creationId="{92CC1E74-B63C-6589-6B08-A4C6216FE5C1}"/>
          </ac:spMkLst>
        </pc:spChg>
        <pc:spChg chg="mod">
          <ac:chgData name="Feist, Ella" userId="992bbaf2-811d-42cb-a4d6-e7fc45e325e8" providerId="ADAL" clId="{2D5A83BD-47C3-4B50-BCA6-CA180166876F}" dt="2025-05-30T10:41:07.524" v="0" actId="790"/>
          <ac:spMkLst>
            <pc:docMk/>
            <pc:sldMk cId="2320680317" sldId="678"/>
            <ac:spMk id="4" creationId="{DA05641C-07F3-5D52-A396-E5ABCF5A9EA2}"/>
          </ac:spMkLst>
        </pc:spChg>
        <pc:spChg chg="mod">
          <ac:chgData name="Feist, Ella" userId="992bbaf2-811d-42cb-a4d6-e7fc45e325e8" providerId="ADAL" clId="{2D5A83BD-47C3-4B50-BCA6-CA180166876F}" dt="2025-05-30T10:41:07.524" v="0" actId="790"/>
          <ac:spMkLst>
            <pc:docMk/>
            <pc:sldMk cId="2320680317" sldId="678"/>
            <ac:spMk id="5" creationId="{91A8ED3D-B755-43C9-BCB1-DCF495C0C9DB}"/>
          </ac:spMkLst>
        </pc:spChg>
        <pc:spChg chg="mod">
          <ac:chgData name="Feist, Ella" userId="992bbaf2-811d-42cb-a4d6-e7fc45e325e8" providerId="ADAL" clId="{2D5A83BD-47C3-4B50-BCA6-CA180166876F}" dt="2025-05-30T10:41:07.524" v="0" actId="790"/>
          <ac:spMkLst>
            <pc:docMk/>
            <pc:sldMk cId="2320680317" sldId="678"/>
            <ac:spMk id="10" creationId="{BE571A36-40B3-ED70-00D1-26967255A2DA}"/>
          </ac:spMkLst>
        </pc:spChg>
        <pc:spChg chg="mod">
          <ac:chgData name="Feist, Ella" userId="992bbaf2-811d-42cb-a4d6-e7fc45e325e8" providerId="ADAL" clId="{2D5A83BD-47C3-4B50-BCA6-CA180166876F}" dt="2025-05-30T10:41:07.524" v="0" actId="790"/>
          <ac:spMkLst>
            <pc:docMk/>
            <pc:sldMk cId="2320680317" sldId="678"/>
            <ac:spMk id="14" creationId="{69E532E2-EADC-EB59-B4CE-94028B075604}"/>
          </ac:spMkLst>
        </pc:spChg>
        <pc:spChg chg="mod">
          <ac:chgData name="Feist, Ella" userId="992bbaf2-811d-42cb-a4d6-e7fc45e325e8" providerId="ADAL" clId="{2D5A83BD-47C3-4B50-BCA6-CA180166876F}" dt="2025-05-30T10:41:07.524" v="0" actId="790"/>
          <ac:spMkLst>
            <pc:docMk/>
            <pc:sldMk cId="2320680317" sldId="678"/>
            <ac:spMk id="15" creationId="{FEB4F3C8-34AF-2E07-B731-4EA784959C68}"/>
          </ac:spMkLst>
        </pc:spChg>
        <pc:spChg chg="mod">
          <ac:chgData name="Feist, Ella" userId="992bbaf2-811d-42cb-a4d6-e7fc45e325e8" providerId="ADAL" clId="{2D5A83BD-47C3-4B50-BCA6-CA180166876F}" dt="2025-05-30T10:41:07.524" v="0" actId="790"/>
          <ac:spMkLst>
            <pc:docMk/>
            <pc:sldMk cId="2320680317" sldId="678"/>
            <ac:spMk id="16" creationId="{822762E7-61FA-0B0F-A080-C0AE92D70B03}"/>
          </ac:spMkLst>
        </pc:spChg>
      </pc:sldChg>
      <pc:sldChg chg="modSp mod">
        <pc:chgData name="Feist, Ella" userId="992bbaf2-811d-42cb-a4d6-e7fc45e325e8" providerId="ADAL" clId="{2D5A83BD-47C3-4B50-BCA6-CA180166876F}" dt="2025-05-30T10:41:07.524" v="0" actId="790"/>
        <pc:sldMkLst>
          <pc:docMk/>
          <pc:sldMk cId="3170812956" sldId="681"/>
        </pc:sldMkLst>
        <pc:spChg chg="mod">
          <ac:chgData name="Feist, Ella" userId="992bbaf2-811d-42cb-a4d6-e7fc45e325e8" providerId="ADAL" clId="{2D5A83BD-47C3-4B50-BCA6-CA180166876F}" dt="2025-05-30T10:41:07.524" v="0" actId="790"/>
          <ac:spMkLst>
            <pc:docMk/>
            <pc:sldMk cId="3170812956" sldId="681"/>
            <ac:spMk id="2" creationId="{A9A6FF77-D641-4417-92E7-11CC6238BF20}"/>
          </ac:spMkLst>
        </pc:spChg>
        <pc:spChg chg="mod">
          <ac:chgData name="Feist, Ella" userId="992bbaf2-811d-42cb-a4d6-e7fc45e325e8" providerId="ADAL" clId="{2D5A83BD-47C3-4B50-BCA6-CA180166876F}" dt="2025-05-30T10:41:07.524" v="0" actId="790"/>
          <ac:spMkLst>
            <pc:docMk/>
            <pc:sldMk cId="3170812956" sldId="681"/>
            <ac:spMk id="3" creationId="{81435418-2A86-3643-C26D-FA2F92E06BC0}"/>
          </ac:spMkLst>
        </pc:spChg>
        <pc:spChg chg="mod">
          <ac:chgData name="Feist, Ella" userId="992bbaf2-811d-42cb-a4d6-e7fc45e325e8" providerId="ADAL" clId="{2D5A83BD-47C3-4B50-BCA6-CA180166876F}" dt="2025-05-30T10:41:07.524" v="0" actId="790"/>
          <ac:spMkLst>
            <pc:docMk/>
            <pc:sldMk cId="3170812956" sldId="681"/>
            <ac:spMk id="7" creationId="{90B15789-B3B6-4872-2742-AB23AAFDA6E2}"/>
          </ac:spMkLst>
        </pc:spChg>
        <pc:graphicFrameChg chg="modGraphic">
          <ac:chgData name="Feist, Ella" userId="992bbaf2-811d-42cb-a4d6-e7fc45e325e8" providerId="ADAL" clId="{2D5A83BD-47C3-4B50-BCA6-CA180166876F}" dt="2025-05-30T10:41:07.524" v="0" actId="790"/>
          <ac:graphicFrameMkLst>
            <pc:docMk/>
            <pc:sldMk cId="3170812956" sldId="681"/>
            <ac:graphicFrameMk id="6" creationId="{4AC8918B-6B55-039D-5732-DB2A4A4ADA14}"/>
          </ac:graphicFrameMkLst>
        </pc:graphicFrameChg>
      </pc:sldChg>
      <pc:sldChg chg="modSp mod modNotes">
        <pc:chgData name="Feist, Ella" userId="992bbaf2-811d-42cb-a4d6-e7fc45e325e8" providerId="ADAL" clId="{2D5A83BD-47C3-4B50-BCA6-CA180166876F}" dt="2025-05-30T10:42:48.561" v="26" actId="20577"/>
        <pc:sldMkLst>
          <pc:docMk/>
          <pc:sldMk cId="2348102601" sldId="684"/>
        </pc:sldMkLst>
        <pc:spChg chg="mod">
          <ac:chgData name="Feist, Ella" userId="992bbaf2-811d-42cb-a4d6-e7fc45e325e8" providerId="ADAL" clId="{2D5A83BD-47C3-4B50-BCA6-CA180166876F}" dt="2025-05-30T10:41:07.524" v="0" actId="790"/>
          <ac:spMkLst>
            <pc:docMk/>
            <pc:sldMk cId="2348102601" sldId="684"/>
            <ac:spMk id="2" creationId="{A9A6FF77-D641-4417-92E7-11CC6238BF20}"/>
          </ac:spMkLst>
        </pc:spChg>
        <pc:spChg chg="mod">
          <ac:chgData name="Feist, Ella" userId="992bbaf2-811d-42cb-a4d6-e7fc45e325e8" providerId="ADAL" clId="{2D5A83BD-47C3-4B50-BCA6-CA180166876F}" dt="2025-05-30T10:41:07.524" v="0" actId="790"/>
          <ac:spMkLst>
            <pc:docMk/>
            <pc:sldMk cId="2348102601" sldId="684"/>
            <ac:spMk id="5" creationId="{91A8ED3D-B755-43C9-BCB1-DCF495C0C9DB}"/>
          </ac:spMkLst>
        </pc:spChg>
        <pc:spChg chg="mod">
          <ac:chgData name="Feist, Ella" userId="992bbaf2-811d-42cb-a4d6-e7fc45e325e8" providerId="ADAL" clId="{2D5A83BD-47C3-4B50-BCA6-CA180166876F}" dt="2025-05-30T10:41:07.524" v="0" actId="790"/>
          <ac:spMkLst>
            <pc:docMk/>
            <pc:sldMk cId="2348102601" sldId="684"/>
            <ac:spMk id="8" creationId="{9EEF8D47-51AA-7306-A4EC-DCBC6F523AFD}"/>
          </ac:spMkLst>
        </pc:spChg>
        <pc:spChg chg="mod">
          <ac:chgData name="Feist, Ella" userId="992bbaf2-811d-42cb-a4d6-e7fc45e325e8" providerId="ADAL" clId="{2D5A83BD-47C3-4B50-BCA6-CA180166876F}" dt="2025-05-30T10:41:07.524" v="0" actId="790"/>
          <ac:spMkLst>
            <pc:docMk/>
            <pc:sldMk cId="2348102601" sldId="684"/>
            <ac:spMk id="9" creationId="{90B15789-B3B6-4872-2742-AB23AAFDA6E2}"/>
          </ac:spMkLst>
        </pc:spChg>
        <pc:graphicFrameChg chg="modGraphic">
          <ac:chgData name="Feist, Ella" userId="992bbaf2-811d-42cb-a4d6-e7fc45e325e8" providerId="ADAL" clId="{2D5A83BD-47C3-4B50-BCA6-CA180166876F}" dt="2025-05-30T10:41:07.524" v="0" actId="790"/>
          <ac:graphicFrameMkLst>
            <pc:docMk/>
            <pc:sldMk cId="2348102601" sldId="684"/>
            <ac:graphicFrameMk id="6" creationId="{67F6488E-F190-61DE-6B77-674AD7C35419}"/>
          </ac:graphicFrameMkLst>
        </pc:graphicFrameChg>
      </pc:sldChg>
      <pc:sldChg chg="modSp mod">
        <pc:chgData name="Feist, Ella" userId="992bbaf2-811d-42cb-a4d6-e7fc45e325e8" providerId="ADAL" clId="{2D5A83BD-47C3-4B50-BCA6-CA180166876F}" dt="2025-05-30T10:41:07.524" v="0" actId="790"/>
        <pc:sldMkLst>
          <pc:docMk/>
          <pc:sldMk cId="3496031698" sldId="685"/>
        </pc:sldMkLst>
        <pc:spChg chg="mod">
          <ac:chgData name="Feist, Ella" userId="992bbaf2-811d-42cb-a4d6-e7fc45e325e8" providerId="ADAL" clId="{2D5A83BD-47C3-4B50-BCA6-CA180166876F}" dt="2025-05-30T10:41:07.524" v="0" actId="790"/>
          <ac:spMkLst>
            <pc:docMk/>
            <pc:sldMk cId="3496031698" sldId="685"/>
            <ac:spMk id="2" creationId="{A9A6FF77-D641-4417-92E7-11CC6238BF20}"/>
          </ac:spMkLst>
        </pc:spChg>
        <pc:spChg chg="mod">
          <ac:chgData name="Feist, Ella" userId="992bbaf2-811d-42cb-a4d6-e7fc45e325e8" providerId="ADAL" clId="{2D5A83BD-47C3-4B50-BCA6-CA180166876F}" dt="2025-05-30T10:41:07.524" v="0" actId="790"/>
          <ac:spMkLst>
            <pc:docMk/>
            <pc:sldMk cId="3496031698" sldId="685"/>
            <ac:spMk id="5" creationId="{91A8ED3D-B755-43C9-BCB1-DCF495C0C9DB}"/>
          </ac:spMkLst>
        </pc:spChg>
        <pc:spChg chg="mod">
          <ac:chgData name="Feist, Ella" userId="992bbaf2-811d-42cb-a4d6-e7fc45e325e8" providerId="ADAL" clId="{2D5A83BD-47C3-4B50-BCA6-CA180166876F}" dt="2025-05-30T10:41:07.524" v="0" actId="790"/>
          <ac:spMkLst>
            <pc:docMk/>
            <pc:sldMk cId="3496031698" sldId="685"/>
            <ac:spMk id="7" creationId="{310B6FDC-0E33-67E3-504E-95D1850665D3}"/>
          </ac:spMkLst>
        </pc:spChg>
        <pc:spChg chg="mod">
          <ac:chgData name="Feist, Ella" userId="992bbaf2-811d-42cb-a4d6-e7fc45e325e8" providerId="ADAL" clId="{2D5A83BD-47C3-4B50-BCA6-CA180166876F}" dt="2025-05-30T10:41:07.524" v="0" actId="790"/>
          <ac:spMkLst>
            <pc:docMk/>
            <pc:sldMk cId="3496031698" sldId="685"/>
            <ac:spMk id="8" creationId="{A999269D-05A7-71AF-3A2F-8A68ABCC6436}"/>
          </ac:spMkLst>
        </pc:spChg>
        <pc:graphicFrameChg chg="modGraphic">
          <ac:chgData name="Feist, Ella" userId="992bbaf2-811d-42cb-a4d6-e7fc45e325e8" providerId="ADAL" clId="{2D5A83BD-47C3-4B50-BCA6-CA180166876F}" dt="2025-05-30T10:41:07.524" v="0" actId="790"/>
          <ac:graphicFrameMkLst>
            <pc:docMk/>
            <pc:sldMk cId="3496031698" sldId="685"/>
            <ac:graphicFrameMk id="9" creationId="{CD75CFB4-49E9-1F55-4C7C-C8471874063C}"/>
          </ac:graphicFrameMkLst>
        </pc:graphicFrameChg>
      </pc:sldChg>
      <pc:sldChg chg="modSp mod">
        <pc:chgData name="Feist, Ella" userId="992bbaf2-811d-42cb-a4d6-e7fc45e325e8" providerId="ADAL" clId="{2D5A83BD-47C3-4B50-BCA6-CA180166876F}" dt="2025-05-30T10:41:07.524" v="0" actId="790"/>
        <pc:sldMkLst>
          <pc:docMk/>
          <pc:sldMk cId="68401594" sldId="687"/>
        </pc:sldMkLst>
        <pc:spChg chg="mod">
          <ac:chgData name="Feist, Ella" userId="992bbaf2-811d-42cb-a4d6-e7fc45e325e8" providerId="ADAL" clId="{2D5A83BD-47C3-4B50-BCA6-CA180166876F}" dt="2025-05-30T10:41:07.524" v="0" actId="790"/>
          <ac:spMkLst>
            <pc:docMk/>
            <pc:sldMk cId="68401594" sldId="687"/>
            <ac:spMk id="3" creationId="{7CE6EAF3-7585-07C7-67C3-8AE702CAC6DC}"/>
          </ac:spMkLst>
        </pc:spChg>
        <pc:spChg chg="mod">
          <ac:chgData name="Feist, Ella" userId="992bbaf2-811d-42cb-a4d6-e7fc45e325e8" providerId="ADAL" clId="{2D5A83BD-47C3-4B50-BCA6-CA180166876F}" dt="2025-05-30T10:41:07.524" v="0" actId="790"/>
          <ac:spMkLst>
            <pc:docMk/>
            <pc:sldMk cId="68401594" sldId="687"/>
            <ac:spMk id="4" creationId="{43B05374-7670-6D2B-B872-94DC3BBB9B90}"/>
          </ac:spMkLst>
        </pc:spChg>
        <pc:spChg chg="mod">
          <ac:chgData name="Feist, Ella" userId="992bbaf2-811d-42cb-a4d6-e7fc45e325e8" providerId="ADAL" clId="{2D5A83BD-47C3-4B50-BCA6-CA180166876F}" dt="2025-05-30T10:41:07.524" v="0" actId="790"/>
          <ac:spMkLst>
            <pc:docMk/>
            <pc:sldMk cId="68401594" sldId="687"/>
            <ac:spMk id="9" creationId="{90B15789-B3B6-4872-2742-AB23AAFDA6E2}"/>
          </ac:spMkLst>
        </pc:spChg>
        <pc:graphicFrameChg chg="modGraphic">
          <ac:chgData name="Feist, Ella" userId="992bbaf2-811d-42cb-a4d6-e7fc45e325e8" providerId="ADAL" clId="{2D5A83BD-47C3-4B50-BCA6-CA180166876F}" dt="2025-05-30T10:41:07.524" v="0" actId="790"/>
          <ac:graphicFrameMkLst>
            <pc:docMk/>
            <pc:sldMk cId="68401594" sldId="687"/>
            <ac:graphicFrameMk id="7" creationId="{C191BC27-BCE2-DBB2-2D51-B20EBF7C248C}"/>
          </ac:graphicFrameMkLst>
        </pc:graphicFrameChg>
      </pc:sldChg>
      <pc:sldChg chg="modSp mod">
        <pc:chgData name="Feist, Ella" userId="992bbaf2-811d-42cb-a4d6-e7fc45e325e8" providerId="ADAL" clId="{2D5A83BD-47C3-4B50-BCA6-CA180166876F}" dt="2025-05-30T10:41:07.524" v="0" actId="790"/>
        <pc:sldMkLst>
          <pc:docMk/>
          <pc:sldMk cId="3034569910" sldId="688"/>
        </pc:sldMkLst>
        <pc:spChg chg="mod">
          <ac:chgData name="Feist, Ella" userId="992bbaf2-811d-42cb-a4d6-e7fc45e325e8" providerId="ADAL" clId="{2D5A83BD-47C3-4B50-BCA6-CA180166876F}" dt="2025-05-30T10:41:07.524" v="0" actId="790"/>
          <ac:spMkLst>
            <pc:docMk/>
            <pc:sldMk cId="3034569910" sldId="688"/>
            <ac:spMk id="4" creationId="{43B05374-7670-6D2B-B872-94DC3BBB9B90}"/>
          </ac:spMkLst>
        </pc:spChg>
        <pc:spChg chg="mod">
          <ac:chgData name="Feist, Ella" userId="992bbaf2-811d-42cb-a4d6-e7fc45e325e8" providerId="ADAL" clId="{2D5A83BD-47C3-4B50-BCA6-CA180166876F}" dt="2025-05-30T10:41:07.524" v="0" actId="790"/>
          <ac:spMkLst>
            <pc:docMk/>
            <pc:sldMk cId="3034569910" sldId="688"/>
            <ac:spMk id="5" creationId="{BC7DD1C5-B307-98BF-841D-A953A5D8E910}"/>
          </ac:spMkLst>
        </pc:spChg>
        <pc:spChg chg="mod">
          <ac:chgData name="Feist, Ella" userId="992bbaf2-811d-42cb-a4d6-e7fc45e325e8" providerId="ADAL" clId="{2D5A83BD-47C3-4B50-BCA6-CA180166876F}" dt="2025-05-30T10:41:07.524" v="0" actId="790"/>
          <ac:spMkLst>
            <pc:docMk/>
            <pc:sldMk cId="3034569910" sldId="688"/>
            <ac:spMk id="9" creationId="{90B15789-B3B6-4872-2742-AB23AAFDA6E2}"/>
          </ac:spMkLst>
        </pc:spChg>
        <pc:graphicFrameChg chg="modGraphic">
          <ac:chgData name="Feist, Ella" userId="992bbaf2-811d-42cb-a4d6-e7fc45e325e8" providerId="ADAL" clId="{2D5A83BD-47C3-4B50-BCA6-CA180166876F}" dt="2025-05-30T10:41:07.524" v="0" actId="790"/>
          <ac:graphicFrameMkLst>
            <pc:docMk/>
            <pc:sldMk cId="3034569910" sldId="688"/>
            <ac:graphicFrameMk id="6" creationId="{131EE048-4BA9-7FDB-BAFA-1C47F49F5F01}"/>
          </ac:graphicFrameMkLst>
        </pc:graphicFrameChg>
      </pc:sldChg>
      <pc:sldChg chg="modSp mod">
        <pc:chgData name="Feist, Ella" userId="992bbaf2-811d-42cb-a4d6-e7fc45e325e8" providerId="ADAL" clId="{2D5A83BD-47C3-4B50-BCA6-CA180166876F}" dt="2025-05-30T10:41:07.524" v="0" actId="790"/>
        <pc:sldMkLst>
          <pc:docMk/>
          <pc:sldMk cId="3224108231" sldId="689"/>
        </pc:sldMkLst>
        <pc:spChg chg="mod">
          <ac:chgData name="Feist, Ella" userId="992bbaf2-811d-42cb-a4d6-e7fc45e325e8" providerId="ADAL" clId="{2D5A83BD-47C3-4B50-BCA6-CA180166876F}" dt="2025-05-30T10:41:07.524" v="0" actId="790"/>
          <ac:spMkLst>
            <pc:docMk/>
            <pc:sldMk cId="3224108231" sldId="689"/>
            <ac:spMk id="2" creationId="{9B216265-20B3-4E21-0750-856C400FF8AC}"/>
          </ac:spMkLst>
        </pc:spChg>
        <pc:spChg chg="mod">
          <ac:chgData name="Feist, Ella" userId="992bbaf2-811d-42cb-a4d6-e7fc45e325e8" providerId="ADAL" clId="{2D5A83BD-47C3-4B50-BCA6-CA180166876F}" dt="2025-05-30T10:41:07.524" v="0" actId="790"/>
          <ac:spMkLst>
            <pc:docMk/>
            <pc:sldMk cId="3224108231" sldId="689"/>
            <ac:spMk id="4" creationId="{43B05374-7670-6D2B-B872-94DC3BBB9B90}"/>
          </ac:spMkLst>
        </pc:spChg>
        <pc:spChg chg="mod">
          <ac:chgData name="Feist, Ella" userId="992bbaf2-811d-42cb-a4d6-e7fc45e325e8" providerId="ADAL" clId="{2D5A83BD-47C3-4B50-BCA6-CA180166876F}" dt="2025-05-30T10:41:07.524" v="0" actId="790"/>
          <ac:spMkLst>
            <pc:docMk/>
            <pc:sldMk cId="3224108231" sldId="689"/>
            <ac:spMk id="7" creationId="{2846BAB7-544D-784D-7722-14504F3A6A05}"/>
          </ac:spMkLst>
        </pc:spChg>
        <pc:spChg chg="mod">
          <ac:chgData name="Feist, Ella" userId="992bbaf2-811d-42cb-a4d6-e7fc45e325e8" providerId="ADAL" clId="{2D5A83BD-47C3-4B50-BCA6-CA180166876F}" dt="2025-05-30T10:41:07.524" v="0" actId="790"/>
          <ac:spMkLst>
            <pc:docMk/>
            <pc:sldMk cId="3224108231" sldId="689"/>
            <ac:spMk id="8" creationId="{BBC067E8-7395-1ABC-48BE-2D592F697B56}"/>
          </ac:spMkLst>
        </pc:spChg>
        <pc:graphicFrameChg chg="modGraphic">
          <ac:chgData name="Feist, Ella" userId="992bbaf2-811d-42cb-a4d6-e7fc45e325e8" providerId="ADAL" clId="{2D5A83BD-47C3-4B50-BCA6-CA180166876F}" dt="2025-05-30T10:41:07.524" v="0" actId="790"/>
          <ac:graphicFrameMkLst>
            <pc:docMk/>
            <pc:sldMk cId="3224108231" sldId="689"/>
            <ac:graphicFrameMk id="9" creationId="{2A563639-0633-2ABA-D634-3D03245817D4}"/>
          </ac:graphicFrameMkLst>
        </pc:graphicFrameChg>
      </pc:sldChg>
      <pc:sldChg chg="modSp mod">
        <pc:chgData name="Feist, Ella" userId="992bbaf2-811d-42cb-a4d6-e7fc45e325e8" providerId="ADAL" clId="{2D5A83BD-47C3-4B50-BCA6-CA180166876F}" dt="2025-05-30T10:41:07.524" v="0" actId="790"/>
        <pc:sldMkLst>
          <pc:docMk/>
          <pc:sldMk cId="505310360" sldId="690"/>
        </pc:sldMkLst>
        <pc:spChg chg="mod">
          <ac:chgData name="Feist, Ella" userId="992bbaf2-811d-42cb-a4d6-e7fc45e325e8" providerId="ADAL" clId="{2D5A83BD-47C3-4B50-BCA6-CA180166876F}" dt="2025-05-30T10:41:07.524" v="0" actId="790"/>
          <ac:spMkLst>
            <pc:docMk/>
            <pc:sldMk cId="505310360" sldId="690"/>
            <ac:spMk id="2" creationId="{A9A6FF77-D641-4417-92E7-11CC6238BF20}"/>
          </ac:spMkLst>
        </pc:spChg>
        <pc:spChg chg="mod">
          <ac:chgData name="Feist, Ella" userId="992bbaf2-811d-42cb-a4d6-e7fc45e325e8" providerId="ADAL" clId="{2D5A83BD-47C3-4B50-BCA6-CA180166876F}" dt="2025-05-30T10:41:07.524" v="0" actId="790"/>
          <ac:spMkLst>
            <pc:docMk/>
            <pc:sldMk cId="505310360" sldId="690"/>
            <ac:spMk id="3" creationId="{28B387C5-604D-FB47-E83C-52D1C9FEA8A1}"/>
          </ac:spMkLst>
        </pc:spChg>
        <pc:spChg chg="mod">
          <ac:chgData name="Feist, Ella" userId="992bbaf2-811d-42cb-a4d6-e7fc45e325e8" providerId="ADAL" clId="{2D5A83BD-47C3-4B50-BCA6-CA180166876F}" dt="2025-05-30T10:41:07.524" v="0" actId="790"/>
          <ac:spMkLst>
            <pc:docMk/>
            <pc:sldMk cId="505310360" sldId="690"/>
            <ac:spMk id="4" creationId="{14B3BBA4-4823-EE2E-61BF-7409CD12986F}"/>
          </ac:spMkLst>
        </pc:spChg>
        <pc:spChg chg="mod">
          <ac:chgData name="Feist, Ella" userId="992bbaf2-811d-42cb-a4d6-e7fc45e325e8" providerId="ADAL" clId="{2D5A83BD-47C3-4B50-BCA6-CA180166876F}" dt="2025-05-30T10:41:07.524" v="0" actId="790"/>
          <ac:spMkLst>
            <pc:docMk/>
            <pc:sldMk cId="505310360" sldId="690"/>
            <ac:spMk id="5" creationId="{91A8ED3D-B755-43C9-BCB1-DCF495C0C9DB}"/>
          </ac:spMkLst>
        </pc:spChg>
        <pc:spChg chg="mod">
          <ac:chgData name="Feist, Ella" userId="992bbaf2-811d-42cb-a4d6-e7fc45e325e8" providerId="ADAL" clId="{2D5A83BD-47C3-4B50-BCA6-CA180166876F}" dt="2025-05-30T10:41:07.524" v="0" actId="790"/>
          <ac:spMkLst>
            <pc:docMk/>
            <pc:sldMk cId="505310360" sldId="690"/>
            <ac:spMk id="7" creationId="{AD69B40A-E427-5AD8-656A-B2E76BE2EBBD}"/>
          </ac:spMkLst>
        </pc:spChg>
        <pc:spChg chg="mod">
          <ac:chgData name="Feist, Ella" userId="992bbaf2-811d-42cb-a4d6-e7fc45e325e8" providerId="ADAL" clId="{2D5A83BD-47C3-4B50-BCA6-CA180166876F}" dt="2025-05-30T10:41:07.524" v="0" actId="790"/>
          <ac:spMkLst>
            <pc:docMk/>
            <pc:sldMk cId="505310360" sldId="690"/>
            <ac:spMk id="8" creationId="{2E8AD78D-BBF5-FD52-B22E-9ED65CA98825}"/>
          </ac:spMkLst>
        </pc:spChg>
        <pc:spChg chg="mod">
          <ac:chgData name="Feist, Ella" userId="992bbaf2-811d-42cb-a4d6-e7fc45e325e8" providerId="ADAL" clId="{2D5A83BD-47C3-4B50-BCA6-CA180166876F}" dt="2025-05-30T10:41:07.524" v="0" actId="790"/>
          <ac:spMkLst>
            <pc:docMk/>
            <pc:sldMk cId="505310360" sldId="690"/>
            <ac:spMk id="9" creationId="{0E3360BB-DABA-754C-8419-996E2FB854D0}"/>
          </ac:spMkLst>
        </pc:spChg>
        <pc:spChg chg="mod">
          <ac:chgData name="Feist, Ella" userId="992bbaf2-811d-42cb-a4d6-e7fc45e325e8" providerId="ADAL" clId="{2D5A83BD-47C3-4B50-BCA6-CA180166876F}" dt="2025-05-30T10:41:07.524" v="0" actId="790"/>
          <ac:spMkLst>
            <pc:docMk/>
            <pc:sldMk cId="505310360" sldId="690"/>
            <ac:spMk id="10" creationId="{203C5B25-6AAD-C920-00DA-ABFB0372AC9B}"/>
          </ac:spMkLst>
        </pc:spChg>
        <pc:spChg chg="mod">
          <ac:chgData name="Feist, Ella" userId="992bbaf2-811d-42cb-a4d6-e7fc45e325e8" providerId="ADAL" clId="{2D5A83BD-47C3-4B50-BCA6-CA180166876F}" dt="2025-05-30T10:41:07.524" v="0" actId="790"/>
          <ac:spMkLst>
            <pc:docMk/>
            <pc:sldMk cId="505310360" sldId="690"/>
            <ac:spMk id="12" creationId="{B25E87D6-90DB-5EEC-D1D6-CE57A533E774}"/>
          </ac:spMkLst>
        </pc:spChg>
      </pc:sldChg>
      <pc:sldChg chg="modSp mod">
        <pc:chgData name="Feist, Ella" userId="992bbaf2-811d-42cb-a4d6-e7fc45e325e8" providerId="ADAL" clId="{2D5A83BD-47C3-4B50-BCA6-CA180166876F}" dt="2025-05-30T10:41:07.524" v="0" actId="790"/>
        <pc:sldMkLst>
          <pc:docMk/>
          <pc:sldMk cId="315864957" sldId="693"/>
        </pc:sldMkLst>
        <pc:spChg chg="mod">
          <ac:chgData name="Feist, Ella" userId="992bbaf2-811d-42cb-a4d6-e7fc45e325e8" providerId="ADAL" clId="{2D5A83BD-47C3-4B50-BCA6-CA180166876F}" dt="2025-05-30T10:41:07.524" v="0" actId="790"/>
          <ac:spMkLst>
            <pc:docMk/>
            <pc:sldMk cId="315864957" sldId="693"/>
            <ac:spMk id="2" creationId="{2F65FBAB-528F-75DC-F2B8-BE4DA21A2F10}"/>
          </ac:spMkLst>
        </pc:spChg>
        <pc:spChg chg="mod">
          <ac:chgData name="Feist, Ella" userId="992bbaf2-811d-42cb-a4d6-e7fc45e325e8" providerId="ADAL" clId="{2D5A83BD-47C3-4B50-BCA6-CA180166876F}" dt="2025-05-30T10:41:07.524" v="0" actId="790"/>
          <ac:spMkLst>
            <pc:docMk/>
            <pc:sldMk cId="315864957" sldId="693"/>
            <ac:spMk id="4" creationId="{9ED32BBC-8A3B-5FB1-DB0F-B65F461BDA2D}"/>
          </ac:spMkLst>
        </pc:spChg>
      </pc:sldChg>
      <pc:sldChg chg="modSp mod">
        <pc:chgData name="Feist, Ella" userId="992bbaf2-811d-42cb-a4d6-e7fc45e325e8" providerId="ADAL" clId="{2D5A83BD-47C3-4B50-BCA6-CA180166876F}" dt="2025-05-30T10:41:07.524" v="0" actId="790"/>
        <pc:sldMkLst>
          <pc:docMk/>
          <pc:sldMk cId="550561775" sldId="694"/>
        </pc:sldMkLst>
        <pc:spChg chg="mod">
          <ac:chgData name="Feist, Ella" userId="992bbaf2-811d-42cb-a4d6-e7fc45e325e8" providerId="ADAL" clId="{2D5A83BD-47C3-4B50-BCA6-CA180166876F}" dt="2025-05-30T10:41:07.524" v="0" actId="790"/>
          <ac:spMkLst>
            <pc:docMk/>
            <pc:sldMk cId="550561775" sldId="694"/>
            <ac:spMk id="2" creationId="{A9A6FF77-D641-4417-92E7-11CC6238BF20}"/>
          </ac:spMkLst>
        </pc:spChg>
        <pc:spChg chg="mod">
          <ac:chgData name="Feist, Ella" userId="992bbaf2-811d-42cb-a4d6-e7fc45e325e8" providerId="ADAL" clId="{2D5A83BD-47C3-4B50-BCA6-CA180166876F}" dt="2025-05-30T10:41:07.524" v="0" actId="790"/>
          <ac:spMkLst>
            <pc:docMk/>
            <pc:sldMk cId="550561775" sldId="694"/>
            <ac:spMk id="3" creationId="{5B333D97-A432-69E3-CBB3-0492E5FF183D}"/>
          </ac:spMkLst>
        </pc:spChg>
        <pc:spChg chg="mod">
          <ac:chgData name="Feist, Ella" userId="992bbaf2-811d-42cb-a4d6-e7fc45e325e8" providerId="ADAL" clId="{2D5A83BD-47C3-4B50-BCA6-CA180166876F}" dt="2025-05-30T10:41:07.524" v="0" actId="790"/>
          <ac:spMkLst>
            <pc:docMk/>
            <pc:sldMk cId="550561775" sldId="694"/>
            <ac:spMk id="5" creationId="{91A8ED3D-B755-43C9-BCB1-DCF495C0C9DB}"/>
          </ac:spMkLst>
        </pc:spChg>
      </pc:sldChg>
      <pc:sldChg chg="modSp mod">
        <pc:chgData name="Feist, Ella" userId="992bbaf2-811d-42cb-a4d6-e7fc45e325e8" providerId="ADAL" clId="{2D5A83BD-47C3-4B50-BCA6-CA180166876F}" dt="2025-05-30T10:41:07.524" v="0" actId="790"/>
        <pc:sldMkLst>
          <pc:docMk/>
          <pc:sldMk cId="1710956046" sldId="695"/>
        </pc:sldMkLst>
        <pc:spChg chg="mod">
          <ac:chgData name="Feist, Ella" userId="992bbaf2-811d-42cb-a4d6-e7fc45e325e8" providerId="ADAL" clId="{2D5A83BD-47C3-4B50-BCA6-CA180166876F}" dt="2025-05-30T10:41:07.524" v="0" actId="790"/>
          <ac:spMkLst>
            <pc:docMk/>
            <pc:sldMk cId="1710956046" sldId="695"/>
            <ac:spMk id="2" creationId="{A9A6FF77-D641-4417-92E7-11CC6238BF20}"/>
          </ac:spMkLst>
        </pc:spChg>
        <pc:spChg chg="mod">
          <ac:chgData name="Feist, Ella" userId="992bbaf2-811d-42cb-a4d6-e7fc45e325e8" providerId="ADAL" clId="{2D5A83BD-47C3-4B50-BCA6-CA180166876F}" dt="2025-05-30T10:41:07.524" v="0" actId="790"/>
          <ac:spMkLst>
            <pc:docMk/>
            <pc:sldMk cId="1710956046" sldId="695"/>
            <ac:spMk id="3" creationId="{9ED91D17-F048-43E5-E308-3F8716B1F537}"/>
          </ac:spMkLst>
        </pc:spChg>
        <pc:spChg chg="mod">
          <ac:chgData name="Feist, Ella" userId="992bbaf2-811d-42cb-a4d6-e7fc45e325e8" providerId="ADAL" clId="{2D5A83BD-47C3-4B50-BCA6-CA180166876F}" dt="2025-05-30T10:41:07.524" v="0" actId="790"/>
          <ac:spMkLst>
            <pc:docMk/>
            <pc:sldMk cId="1710956046" sldId="695"/>
            <ac:spMk id="5" creationId="{91A8ED3D-B755-43C9-BCB1-DCF495C0C9DB}"/>
          </ac:spMkLst>
        </pc:spChg>
      </pc:sldChg>
      <pc:sldChg chg="modSp mod">
        <pc:chgData name="Feist, Ella" userId="992bbaf2-811d-42cb-a4d6-e7fc45e325e8" providerId="ADAL" clId="{2D5A83BD-47C3-4B50-BCA6-CA180166876F}" dt="2025-05-30T10:41:07.524" v="0" actId="790"/>
        <pc:sldMkLst>
          <pc:docMk/>
          <pc:sldMk cId="3188967361" sldId="696"/>
        </pc:sldMkLst>
        <pc:spChg chg="mod">
          <ac:chgData name="Feist, Ella" userId="992bbaf2-811d-42cb-a4d6-e7fc45e325e8" providerId="ADAL" clId="{2D5A83BD-47C3-4B50-BCA6-CA180166876F}" dt="2025-05-30T10:41:07.524" v="0" actId="790"/>
          <ac:spMkLst>
            <pc:docMk/>
            <pc:sldMk cId="3188967361" sldId="696"/>
            <ac:spMk id="2" creationId="{A9A6FF77-D641-4417-92E7-11CC6238BF20}"/>
          </ac:spMkLst>
        </pc:spChg>
        <pc:spChg chg="mod">
          <ac:chgData name="Feist, Ella" userId="992bbaf2-811d-42cb-a4d6-e7fc45e325e8" providerId="ADAL" clId="{2D5A83BD-47C3-4B50-BCA6-CA180166876F}" dt="2025-05-30T10:41:07.524" v="0" actId="790"/>
          <ac:spMkLst>
            <pc:docMk/>
            <pc:sldMk cId="3188967361" sldId="696"/>
            <ac:spMk id="3" creationId="{9DC383EC-849A-3136-A7BF-E065C34204CC}"/>
          </ac:spMkLst>
        </pc:spChg>
        <pc:spChg chg="mod">
          <ac:chgData name="Feist, Ella" userId="992bbaf2-811d-42cb-a4d6-e7fc45e325e8" providerId="ADAL" clId="{2D5A83BD-47C3-4B50-BCA6-CA180166876F}" dt="2025-05-30T10:41:07.524" v="0" actId="790"/>
          <ac:spMkLst>
            <pc:docMk/>
            <pc:sldMk cId="3188967361" sldId="696"/>
            <ac:spMk id="5" creationId="{91A8ED3D-B755-43C9-BCB1-DCF495C0C9DB}"/>
          </ac:spMkLst>
        </pc:spChg>
        <pc:spChg chg="mod">
          <ac:chgData name="Feist, Ella" userId="992bbaf2-811d-42cb-a4d6-e7fc45e325e8" providerId="ADAL" clId="{2D5A83BD-47C3-4B50-BCA6-CA180166876F}" dt="2025-05-30T10:41:07.524" v="0" actId="790"/>
          <ac:spMkLst>
            <pc:docMk/>
            <pc:sldMk cId="3188967361" sldId="696"/>
            <ac:spMk id="8" creationId="{398985E0-8F69-4558-3F8C-E910E80E10CF}"/>
          </ac:spMkLst>
        </pc:spChg>
      </pc:sldChg>
      <pc:sldChg chg="modSp mod">
        <pc:chgData name="Feist, Ella" userId="992bbaf2-811d-42cb-a4d6-e7fc45e325e8" providerId="ADAL" clId="{2D5A83BD-47C3-4B50-BCA6-CA180166876F}" dt="2025-05-30T10:41:07.524" v="0" actId="790"/>
        <pc:sldMkLst>
          <pc:docMk/>
          <pc:sldMk cId="1716856623" sldId="715"/>
        </pc:sldMkLst>
        <pc:spChg chg="mod">
          <ac:chgData name="Feist, Ella" userId="992bbaf2-811d-42cb-a4d6-e7fc45e325e8" providerId="ADAL" clId="{2D5A83BD-47C3-4B50-BCA6-CA180166876F}" dt="2025-05-30T10:41:07.524" v="0" actId="790"/>
          <ac:spMkLst>
            <pc:docMk/>
            <pc:sldMk cId="1716856623" sldId="715"/>
            <ac:spMk id="2" creationId="{D7EC235F-614F-714E-A97F-4FF50EFF14FD}"/>
          </ac:spMkLst>
        </pc:spChg>
        <pc:spChg chg="mod">
          <ac:chgData name="Feist, Ella" userId="992bbaf2-811d-42cb-a4d6-e7fc45e325e8" providerId="ADAL" clId="{2D5A83BD-47C3-4B50-BCA6-CA180166876F}" dt="2025-05-30T10:41:07.524" v="0" actId="790"/>
          <ac:spMkLst>
            <pc:docMk/>
            <pc:sldMk cId="1716856623" sldId="715"/>
            <ac:spMk id="4" creationId="{E9C5A723-C0B1-124B-8CB6-AA3105C9A4E6}"/>
          </ac:spMkLst>
        </pc:spChg>
        <pc:spChg chg="mod">
          <ac:chgData name="Feist, Ella" userId="992bbaf2-811d-42cb-a4d6-e7fc45e325e8" providerId="ADAL" clId="{2D5A83BD-47C3-4B50-BCA6-CA180166876F}" dt="2025-05-30T10:41:07.524" v="0" actId="790"/>
          <ac:spMkLst>
            <pc:docMk/>
            <pc:sldMk cId="1716856623" sldId="715"/>
            <ac:spMk id="5" creationId="{21555AEC-0FC2-C203-ABF9-CE4EE2F3A85F}"/>
          </ac:spMkLst>
        </pc:spChg>
      </pc:sldChg>
      <pc:sldChg chg="modSp mod modNotes">
        <pc:chgData name="Feist, Ella" userId="992bbaf2-811d-42cb-a4d6-e7fc45e325e8" providerId="ADAL" clId="{2D5A83BD-47C3-4B50-BCA6-CA180166876F}" dt="2025-05-30T10:41:26.613" v="5" actId="20577"/>
        <pc:sldMkLst>
          <pc:docMk/>
          <pc:sldMk cId="1475820946" sldId="717"/>
        </pc:sldMkLst>
        <pc:spChg chg="mod">
          <ac:chgData name="Feist, Ella" userId="992bbaf2-811d-42cb-a4d6-e7fc45e325e8" providerId="ADAL" clId="{2D5A83BD-47C3-4B50-BCA6-CA180166876F}" dt="2025-05-30T10:41:07.524" v="0" actId="790"/>
          <ac:spMkLst>
            <pc:docMk/>
            <pc:sldMk cId="1475820946" sldId="717"/>
            <ac:spMk id="2" creationId="{A9A6FF77-D641-4417-92E7-11CC6238BF20}"/>
          </ac:spMkLst>
        </pc:spChg>
        <pc:spChg chg="mod">
          <ac:chgData name="Feist, Ella" userId="992bbaf2-811d-42cb-a4d6-e7fc45e325e8" providerId="ADAL" clId="{2D5A83BD-47C3-4B50-BCA6-CA180166876F}" dt="2025-05-30T10:41:07.524" v="0" actId="790"/>
          <ac:spMkLst>
            <pc:docMk/>
            <pc:sldMk cId="1475820946" sldId="717"/>
            <ac:spMk id="5" creationId="{91A8ED3D-B755-43C9-BCB1-DCF495C0C9DB}"/>
          </ac:spMkLst>
        </pc:spChg>
        <pc:spChg chg="mod">
          <ac:chgData name="Feist, Ella" userId="992bbaf2-811d-42cb-a4d6-e7fc45e325e8" providerId="ADAL" clId="{2D5A83BD-47C3-4B50-BCA6-CA180166876F}" dt="2025-05-30T10:41:07.524" v="0" actId="790"/>
          <ac:spMkLst>
            <pc:docMk/>
            <pc:sldMk cId="1475820946" sldId="717"/>
            <ac:spMk id="6" creationId="{591E7A43-1DFE-6FBE-1F10-108CFD6D81D9}"/>
          </ac:spMkLst>
        </pc:spChg>
        <pc:spChg chg="mod">
          <ac:chgData name="Feist, Ella" userId="992bbaf2-811d-42cb-a4d6-e7fc45e325e8" providerId="ADAL" clId="{2D5A83BD-47C3-4B50-BCA6-CA180166876F}" dt="2025-05-30T10:41:07.524" v="0" actId="790"/>
          <ac:spMkLst>
            <pc:docMk/>
            <pc:sldMk cId="1475820946" sldId="717"/>
            <ac:spMk id="20" creationId="{A4A6013C-2A03-1DEC-C9BF-5098FCBD77EB}"/>
          </ac:spMkLst>
        </pc:spChg>
        <pc:graphicFrameChg chg="modGraphic">
          <ac:chgData name="Feist, Ella" userId="992bbaf2-811d-42cb-a4d6-e7fc45e325e8" providerId="ADAL" clId="{2D5A83BD-47C3-4B50-BCA6-CA180166876F}" dt="2025-05-30T10:41:07.524" v="0" actId="790"/>
          <ac:graphicFrameMkLst>
            <pc:docMk/>
            <pc:sldMk cId="1475820946" sldId="717"/>
            <ac:graphicFrameMk id="7" creationId="{75F1CE4F-E4C0-CA5F-460D-600C34C6F322}"/>
          </ac:graphicFrameMkLst>
        </pc:graphicFrameChg>
      </pc:sldChg>
      <pc:sldChg chg="modSp mod modNotes">
        <pc:chgData name="Feist, Ella" userId="992bbaf2-811d-42cb-a4d6-e7fc45e325e8" providerId="ADAL" clId="{2D5A83BD-47C3-4B50-BCA6-CA180166876F}" dt="2025-05-30T10:41:28.156" v="6" actId="20577"/>
        <pc:sldMkLst>
          <pc:docMk/>
          <pc:sldMk cId="3975524336" sldId="718"/>
        </pc:sldMkLst>
        <pc:spChg chg="mod">
          <ac:chgData name="Feist, Ella" userId="992bbaf2-811d-42cb-a4d6-e7fc45e325e8" providerId="ADAL" clId="{2D5A83BD-47C3-4B50-BCA6-CA180166876F}" dt="2025-05-30T10:41:07.524" v="0" actId="790"/>
          <ac:spMkLst>
            <pc:docMk/>
            <pc:sldMk cId="3975524336" sldId="718"/>
            <ac:spMk id="2" creationId="{A9A6FF77-D641-4417-92E7-11CC6238BF20}"/>
          </ac:spMkLst>
        </pc:spChg>
        <pc:spChg chg="mod">
          <ac:chgData name="Feist, Ella" userId="992bbaf2-811d-42cb-a4d6-e7fc45e325e8" providerId="ADAL" clId="{2D5A83BD-47C3-4B50-BCA6-CA180166876F}" dt="2025-05-30T10:41:07.524" v="0" actId="790"/>
          <ac:spMkLst>
            <pc:docMk/>
            <pc:sldMk cId="3975524336" sldId="718"/>
            <ac:spMk id="5" creationId="{91A8ED3D-B755-43C9-BCB1-DCF495C0C9DB}"/>
          </ac:spMkLst>
        </pc:spChg>
        <pc:spChg chg="mod">
          <ac:chgData name="Feist, Ella" userId="992bbaf2-811d-42cb-a4d6-e7fc45e325e8" providerId="ADAL" clId="{2D5A83BD-47C3-4B50-BCA6-CA180166876F}" dt="2025-05-30T10:41:07.524" v="0" actId="790"/>
          <ac:spMkLst>
            <pc:docMk/>
            <pc:sldMk cId="3975524336" sldId="718"/>
            <ac:spMk id="6" creationId="{B54DA545-F825-B1FC-8CE5-63A428A8FF11}"/>
          </ac:spMkLst>
        </pc:spChg>
        <pc:spChg chg="mod">
          <ac:chgData name="Feist, Ella" userId="992bbaf2-811d-42cb-a4d6-e7fc45e325e8" providerId="ADAL" clId="{2D5A83BD-47C3-4B50-BCA6-CA180166876F}" dt="2025-05-30T10:41:07.524" v="0" actId="790"/>
          <ac:spMkLst>
            <pc:docMk/>
            <pc:sldMk cId="3975524336" sldId="718"/>
            <ac:spMk id="20" creationId="{80C6B120-1EF5-8ADB-CF11-123A037AA699}"/>
          </ac:spMkLst>
        </pc:spChg>
        <pc:graphicFrameChg chg="modGraphic">
          <ac:chgData name="Feist, Ella" userId="992bbaf2-811d-42cb-a4d6-e7fc45e325e8" providerId="ADAL" clId="{2D5A83BD-47C3-4B50-BCA6-CA180166876F}" dt="2025-05-30T10:41:07.524" v="0" actId="790"/>
          <ac:graphicFrameMkLst>
            <pc:docMk/>
            <pc:sldMk cId="3975524336" sldId="718"/>
            <ac:graphicFrameMk id="3" creationId="{612228E6-9CA7-CB27-54DA-A25AB4654E22}"/>
          </ac:graphicFrameMkLst>
        </pc:graphicFrameChg>
      </pc:sldChg>
      <pc:sldChg chg="modSp mod">
        <pc:chgData name="Feist, Ella" userId="992bbaf2-811d-42cb-a4d6-e7fc45e325e8" providerId="ADAL" clId="{2D5A83BD-47C3-4B50-BCA6-CA180166876F}" dt="2025-05-30T10:41:07.524" v="0" actId="790"/>
        <pc:sldMkLst>
          <pc:docMk/>
          <pc:sldMk cId="1256996960" sldId="719"/>
        </pc:sldMkLst>
        <pc:spChg chg="mod">
          <ac:chgData name="Feist, Ella" userId="992bbaf2-811d-42cb-a4d6-e7fc45e325e8" providerId="ADAL" clId="{2D5A83BD-47C3-4B50-BCA6-CA180166876F}" dt="2025-05-30T10:41:07.524" v="0" actId="790"/>
          <ac:spMkLst>
            <pc:docMk/>
            <pc:sldMk cId="1256996960" sldId="719"/>
            <ac:spMk id="2" creationId="{A9A6FF77-D641-4417-92E7-11CC6238BF20}"/>
          </ac:spMkLst>
        </pc:spChg>
        <pc:spChg chg="mod">
          <ac:chgData name="Feist, Ella" userId="992bbaf2-811d-42cb-a4d6-e7fc45e325e8" providerId="ADAL" clId="{2D5A83BD-47C3-4B50-BCA6-CA180166876F}" dt="2025-05-30T10:41:07.524" v="0" actId="790"/>
          <ac:spMkLst>
            <pc:docMk/>
            <pc:sldMk cId="1256996960" sldId="719"/>
            <ac:spMk id="3" creationId="{E640FB08-8EB5-E217-E91C-401A5AA86916}"/>
          </ac:spMkLst>
        </pc:spChg>
        <pc:spChg chg="mod">
          <ac:chgData name="Feist, Ella" userId="992bbaf2-811d-42cb-a4d6-e7fc45e325e8" providerId="ADAL" clId="{2D5A83BD-47C3-4B50-BCA6-CA180166876F}" dt="2025-05-30T10:41:07.524" v="0" actId="790"/>
          <ac:spMkLst>
            <pc:docMk/>
            <pc:sldMk cId="1256996960" sldId="719"/>
            <ac:spMk id="5" creationId="{91A8ED3D-B755-43C9-BCB1-DCF495C0C9DB}"/>
          </ac:spMkLst>
        </pc:spChg>
        <pc:spChg chg="mod">
          <ac:chgData name="Feist, Ella" userId="992bbaf2-811d-42cb-a4d6-e7fc45e325e8" providerId="ADAL" clId="{2D5A83BD-47C3-4B50-BCA6-CA180166876F}" dt="2025-05-30T10:41:07.524" v="0" actId="790"/>
          <ac:spMkLst>
            <pc:docMk/>
            <pc:sldMk cId="1256996960" sldId="719"/>
            <ac:spMk id="7" creationId="{8BA5390B-A3BE-C400-94D2-4FB28D749D12}"/>
          </ac:spMkLst>
        </pc:spChg>
        <pc:graphicFrameChg chg="modGraphic">
          <ac:chgData name="Feist, Ella" userId="992bbaf2-811d-42cb-a4d6-e7fc45e325e8" providerId="ADAL" clId="{2D5A83BD-47C3-4B50-BCA6-CA180166876F}" dt="2025-05-30T10:41:07.524" v="0" actId="790"/>
          <ac:graphicFrameMkLst>
            <pc:docMk/>
            <pc:sldMk cId="1256996960" sldId="719"/>
            <ac:graphicFrameMk id="6" creationId="{76EDC389-3376-D6DE-EA08-095892BD0937}"/>
          </ac:graphicFrameMkLst>
        </pc:graphicFrameChg>
      </pc:sldChg>
      <pc:sldChg chg="modSp mod">
        <pc:chgData name="Feist, Ella" userId="992bbaf2-811d-42cb-a4d6-e7fc45e325e8" providerId="ADAL" clId="{2D5A83BD-47C3-4B50-BCA6-CA180166876F}" dt="2025-05-30T10:41:07.524" v="0" actId="790"/>
        <pc:sldMkLst>
          <pc:docMk/>
          <pc:sldMk cId="3682530124" sldId="720"/>
        </pc:sldMkLst>
        <pc:spChg chg="mod">
          <ac:chgData name="Feist, Ella" userId="992bbaf2-811d-42cb-a4d6-e7fc45e325e8" providerId="ADAL" clId="{2D5A83BD-47C3-4B50-BCA6-CA180166876F}" dt="2025-05-30T10:41:07.524" v="0" actId="790"/>
          <ac:spMkLst>
            <pc:docMk/>
            <pc:sldMk cId="3682530124" sldId="720"/>
            <ac:spMk id="2" creationId="{A9A6FF77-D641-4417-92E7-11CC6238BF20}"/>
          </ac:spMkLst>
        </pc:spChg>
        <pc:spChg chg="mod">
          <ac:chgData name="Feist, Ella" userId="992bbaf2-811d-42cb-a4d6-e7fc45e325e8" providerId="ADAL" clId="{2D5A83BD-47C3-4B50-BCA6-CA180166876F}" dt="2025-05-30T10:41:07.524" v="0" actId="790"/>
          <ac:spMkLst>
            <pc:docMk/>
            <pc:sldMk cId="3682530124" sldId="720"/>
            <ac:spMk id="3" creationId="{B03DEFD0-3428-728E-6C89-D986C952870D}"/>
          </ac:spMkLst>
        </pc:spChg>
        <pc:spChg chg="mod">
          <ac:chgData name="Feist, Ella" userId="992bbaf2-811d-42cb-a4d6-e7fc45e325e8" providerId="ADAL" clId="{2D5A83BD-47C3-4B50-BCA6-CA180166876F}" dt="2025-05-30T10:41:07.524" v="0" actId="790"/>
          <ac:spMkLst>
            <pc:docMk/>
            <pc:sldMk cId="3682530124" sldId="720"/>
            <ac:spMk id="7" creationId="{8BA5390B-A3BE-C400-94D2-4FB28D749D12}"/>
          </ac:spMkLst>
        </pc:spChg>
        <pc:graphicFrameChg chg="modGraphic">
          <ac:chgData name="Feist, Ella" userId="992bbaf2-811d-42cb-a4d6-e7fc45e325e8" providerId="ADAL" clId="{2D5A83BD-47C3-4B50-BCA6-CA180166876F}" dt="2025-05-30T10:41:07.524" v="0" actId="790"/>
          <ac:graphicFrameMkLst>
            <pc:docMk/>
            <pc:sldMk cId="3682530124" sldId="720"/>
            <ac:graphicFrameMk id="6" creationId="{EBBE5096-E761-49BA-974F-72028FFE4210}"/>
          </ac:graphicFrameMkLst>
        </pc:graphicFrameChg>
      </pc:sldChg>
      <pc:sldChg chg="modSp mod">
        <pc:chgData name="Feist, Ella" userId="992bbaf2-811d-42cb-a4d6-e7fc45e325e8" providerId="ADAL" clId="{2D5A83BD-47C3-4B50-BCA6-CA180166876F}" dt="2025-05-30T10:41:07.524" v="0" actId="790"/>
        <pc:sldMkLst>
          <pc:docMk/>
          <pc:sldMk cId="1118464420" sldId="721"/>
        </pc:sldMkLst>
        <pc:spChg chg="mod">
          <ac:chgData name="Feist, Ella" userId="992bbaf2-811d-42cb-a4d6-e7fc45e325e8" providerId="ADAL" clId="{2D5A83BD-47C3-4B50-BCA6-CA180166876F}" dt="2025-05-30T10:41:07.524" v="0" actId="790"/>
          <ac:spMkLst>
            <pc:docMk/>
            <pc:sldMk cId="1118464420" sldId="721"/>
            <ac:spMk id="2" creationId="{9B216265-20B3-4E21-0750-856C400FF8AC}"/>
          </ac:spMkLst>
        </pc:spChg>
        <pc:spChg chg="mod">
          <ac:chgData name="Feist, Ella" userId="992bbaf2-811d-42cb-a4d6-e7fc45e325e8" providerId="ADAL" clId="{2D5A83BD-47C3-4B50-BCA6-CA180166876F}" dt="2025-05-30T10:41:07.524" v="0" actId="790"/>
          <ac:spMkLst>
            <pc:docMk/>
            <pc:sldMk cId="1118464420" sldId="721"/>
            <ac:spMk id="4" creationId="{43B05374-7670-6D2B-B872-94DC3BBB9B90}"/>
          </ac:spMkLst>
        </pc:spChg>
        <pc:spChg chg="mod">
          <ac:chgData name="Feist, Ella" userId="992bbaf2-811d-42cb-a4d6-e7fc45e325e8" providerId="ADAL" clId="{2D5A83BD-47C3-4B50-BCA6-CA180166876F}" dt="2025-05-30T10:41:07.524" v="0" actId="790"/>
          <ac:spMkLst>
            <pc:docMk/>
            <pc:sldMk cId="1118464420" sldId="721"/>
            <ac:spMk id="7" creationId="{7263AE84-219F-DB12-FCAA-851AF94B3CC6}"/>
          </ac:spMkLst>
        </pc:spChg>
        <pc:spChg chg="mod">
          <ac:chgData name="Feist, Ella" userId="992bbaf2-811d-42cb-a4d6-e7fc45e325e8" providerId="ADAL" clId="{2D5A83BD-47C3-4B50-BCA6-CA180166876F}" dt="2025-05-30T10:41:07.524" v="0" actId="790"/>
          <ac:spMkLst>
            <pc:docMk/>
            <pc:sldMk cId="1118464420" sldId="721"/>
            <ac:spMk id="8" creationId="{BBC067E8-7395-1ABC-48BE-2D592F697B56}"/>
          </ac:spMkLst>
        </pc:spChg>
        <pc:graphicFrameChg chg="modGraphic">
          <ac:chgData name="Feist, Ella" userId="992bbaf2-811d-42cb-a4d6-e7fc45e325e8" providerId="ADAL" clId="{2D5A83BD-47C3-4B50-BCA6-CA180166876F}" dt="2025-05-30T10:41:07.524" v="0" actId="790"/>
          <ac:graphicFrameMkLst>
            <pc:docMk/>
            <pc:sldMk cId="1118464420" sldId="721"/>
            <ac:graphicFrameMk id="9" creationId="{B4150DE5-CEF7-BD66-07B4-83D2A4571A59}"/>
          </ac:graphicFrameMkLst>
        </pc:graphicFrameChg>
      </pc:sldChg>
      <pc:sldChg chg="modSp mod">
        <pc:chgData name="Feist, Ella" userId="992bbaf2-811d-42cb-a4d6-e7fc45e325e8" providerId="ADAL" clId="{2D5A83BD-47C3-4B50-BCA6-CA180166876F}" dt="2025-05-30T10:41:07.524" v="0" actId="790"/>
        <pc:sldMkLst>
          <pc:docMk/>
          <pc:sldMk cId="1725716326" sldId="722"/>
        </pc:sldMkLst>
        <pc:spChg chg="mod">
          <ac:chgData name="Feist, Ella" userId="992bbaf2-811d-42cb-a4d6-e7fc45e325e8" providerId="ADAL" clId="{2D5A83BD-47C3-4B50-BCA6-CA180166876F}" dt="2025-05-30T10:41:07.524" v="0" actId="790"/>
          <ac:spMkLst>
            <pc:docMk/>
            <pc:sldMk cId="1725716326" sldId="722"/>
            <ac:spMk id="2" creationId="{3D75FB6E-EAF7-56DB-418A-97D1E979AB0B}"/>
          </ac:spMkLst>
        </pc:spChg>
        <pc:spChg chg="mod">
          <ac:chgData name="Feist, Ella" userId="992bbaf2-811d-42cb-a4d6-e7fc45e325e8" providerId="ADAL" clId="{2D5A83BD-47C3-4B50-BCA6-CA180166876F}" dt="2025-05-30T10:41:07.524" v="0" actId="790"/>
          <ac:spMkLst>
            <pc:docMk/>
            <pc:sldMk cId="1725716326" sldId="722"/>
            <ac:spMk id="3" creationId="{DACA6190-E64A-C0F0-1ADC-8537BBFF9985}"/>
          </ac:spMkLst>
        </pc:spChg>
      </pc:sldChg>
      <pc:sldChg chg="modSp mod">
        <pc:chgData name="Feist, Ella" userId="992bbaf2-811d-42cb-a4d6-e7fc45e325e8" providerId="ADAL" clId="{2D5A83BD-47C3-4B50-BCA6-CA180166876F}" dt="2025-05-30T10:41:07.524" v="0" actId="790"/>
        <pc:sldMkLst>
          <pc:docMk/>
          <pc:sldMk cId="3024477414" sldId="1197"/>
        </pc:sldMkLst>
        <pc:spChg chg="mod">
          <ac:chgData name="Feist, Ella" userId="992bbaf2-811d-42cb-a4d6-e7fc45e325e8" providerId="ADAL" clId="{2D5A83BD-47C3-4B50-BCA6-CA180166876F}" dt="2025-05-30T10:41:07.524" v="0" actId="790"/>
          <ac:spMkLst>
            <pc:docMk/>
            <pc:sldMk cId="3024477414" sldId="1197"/>
            <ac:spMk id="2" creationId="{8E972EE5-4E97-E80A-6FDF-14EEFD7E8B2F}"/>
          </ac:spMkLst>
        </pc:spChg>
        <pc:spChg chg="mod">
          <ac:chgData name="Feist, Ella" userId="992bbaf2-811d-42cb-a4d6-e7fc45e325e8" providerId="ADAL" clId="{2D5A83BD-47C3-4B50-BCA6-CA180166876F}" dt="2025-05-30T10:41:07.524" v="0" actId="790"/>
          <ac:spMkLst>
            <pc:docMk/>
            <pc:sldMk cId="3024477414" sldId="1197"/>
            <ac:spMk id="4" creationId="{441B5810-8C67-B742-B639-848419728702}"/>
          </ac:spMkLst>
        </pc:spChg>
        <pc:graphicFrameChg chg="modGraphic">
          <ac:chgData name="Feist, Ella" userId="992bbaf2-811d-42cb-a4d6-e7fc45e325e8" providerId="ADAL" clId="{2D5A83BD-47C3-4B50-BCA6-CA180166876F}" dt="2025-05-30T10:41:07.524" v="0" actId="790"/>
          <ac:graphicFrameMkLst>
            <pc:docMk/>
            <pc:sldMk cId="3024477414" sldId="1197"/>
            <ac:graphicFrameMk id="3" creationId="{9C46BCAD-FE68-831A-5041-D3EB2643935B}"/>
          </ac:graphicFrameMkLst>
        </pc:graphicFrameChg>
      </pc:sldChg>
      <pc:sldChg chg="modSp mod">
        <pc:chgData name="Feist, Ella" userId="992bbaf2-811d-42cb-a4d6-e7fc45e325e8" providerId="ADAL" clId="{2D5A83BD-47C3-4B50-BCA6-CA180166876F}" dt="2025-05-30T10:41:07.524" v="0" actId="790"/>
        <pc:sldMkLst>
          <pc:docMk/>
          <pc:sldMk cId="2800211862" sldId="1198"/>
        </pc:sldMkLst>
        <pc:spChg chg="mod">
          <ac:chgData name="Feist, Ella" userId="992bbaf2-811d-42cb-a4d6-e7fc45e325e8" providerId="ADAL" clId="{2D5A83BD-47C3-4B50-BCA6-CA180166876F}" dt="2025-05-30T10:41:07.524" v="0" actId="790"/>
          <ac:spMkLst>
            <pc:docMk/>
            <pc:sldMk cId="2800211862" sldId="1198"/>
            <ac:spMk id="4" creationId="{00000000-0000-0000-0000-000000000000}"/>
          </ac:spMkLst>
        </pc:spChg>
        <pc:spChg chg="mod">
          <ac:chgData name="Feist, Ella" userId="992bbaf2-811d-42cb-a4d6-e7fc45e325e8" providerId="ADAL" clId="{2D5A83BD-47C3-4B50-BCA6-CA180166876F}" dt="2025-05-30T10:41:07.524" v="0" actId="790"/>
          <ac:spMkLst>
            <pc:docMk/>
            <pc:sldMk cId="2800211862" sldId="1198"/>
            <ac:spMk id="6" creationId="{00000000-0000-0000-0000-000000000000}"/>
          </ac:spMkLst>
        </pc:spChg>
      </pc:sldChg>
      <pc:sldChg chg="modSp mod">
        <pc:chgData name="Feist, Ella" userId="992bbaf2-811d-42cb-a4d6-e7fc45e325e8" providerId="ADAL" clId="{2D5A83BD-47C3-4B50-BCA6-CA180166876F}" dt="2025-05-30T10:41:07.524" v="0" actId="790"/>
        <pc:sldMkLst>
          <pc:docMk/>
          <pc:sldMk cId="291304101" sldId="1199"/>
        </pc:sldMkLst>
        <pc:spChg chg="mod">
          <ac:chgData name="Feist, Ella" userId="992bbaf2-811d-42cb-a4d6-e7fc45e325e8" providerId="ADAL" clId="{2D5A83BD-47C3-4B50-BCA6-CA180166876F}" dt="2025-05-30T10:41:07.524" v="0" actId="790"/>
          <ac:spMkLst>
            <pc:docMk/>
            <pc:sldMk cId="291304101" sldId="1199"/>
            <ac:spMk id="3" creationId="{5563D2A9-0DB3-4842-AA44-65D27AA84FC4}"/>
          </ac:spMkLst>
        </pc:spChg>
        <pc:spChg chg="mod">
          <ac:chgData name="Feist, Ella" userId="992bbaf2-811d-42cb-a4d6-e7fc45e325e8" providerId="ADAL" clId="{2D5A83BD-47C3-4B50-BCA6-CA180166876F}" dt="2025-05-30T10:41:07.524" v="0" actId="790"/>
          <ac:spMkLst>
            <pc:docMk/>
            <pc:sldMk cId="291304101" sldId="1199"/>
            <ac:spMk id="4" creationId="{9ED32BBC-8A3B-5FB1-DB0F-B65F461BDA2D}"/>
          </ac:spMkLst>
        </pc:spChg>
      </pc:sldChg>
      <pc:sldChg chg="modSp mod">
        <pc:chgData name="Feist, Ella" userId="992bbaf2-811d-42cb-a4d6-e7fc45e325e8" providerId="ADAL" clId="{2D5A83BD-47C3-4B50-BCA6-CA180166876F}" dt="2025-05-30T10:41:07.524" v="0" actId="790"/>
        <pc:sldMkLst>
          <pc:docMk/>
          <pc:sldMk cId="1816838298" sldId="1200"/>
        </pc:sldMkLst>
        <pc:spChg chg="mod">
          <ac:chgData name="Feist, Ella" userId="992bbaf2-811d-42cb-a4d6-e7fc45e325e8" providerId="ADAL" clId="{2D5A83BD-47C3-4B50-BCA6-CA180166876F}" dt="2025-05-30T10:41:07.524" v="0" actId="790"/>
          <ac:spMkLst>
            <pc:docMk/>
            <pc:sldMk cId="1816838298" sldId="1200"/>
            <ac:spMk id="2" creationId="{A9A6FF77-D641-4417-92E7-11CC6238BF20}"/>
          </ac:spMkLst>
        </pc:spChg>
        <pc:spChg chg="mod">
          <ac:chgData name="Feist, Ella" userId="992bbaf2-811d-42cb-a4d6-e7fc45e325e8" providerId="ADAL" clId="{2D5A83BD-47C3-4B50-BCA6-CA180166876F}" dt="2025-05-30T10:41:07.524" v="0" actId="790"/>
          <ac:spMkLst>
            <pc:docMk/>
            <pc:sldMk cId="1816838298" sldId="1200"/>
            <ac:spMk id="3" creationId="{FF786F39-0EE6-DC40-C9AA-D0C2B6DA2A52}"/>
          </ac:spMkLst>
        </pc:spChg>
        <pc:spChg chg="mod">
          <ac:chgData name="Feist, Ella" userId="992bbaf2-811d-42cb-a4d6-e7fc45e325e8" providerId="ADAL" clId="{2D5A83BD-47C3-4B50-BCA6-CA180166876F}" dt="2025-05-30T10:41:07.524" v="0" actId="790"/>
          <ac:spMkLst>
            <pc:docMk/>
            <pc:sldMk cId="1816838298" sldId="1200"/>
            <ac:spMk id="4" creationId="{071E2198-CAF6-8844-FDAB-16FE7AB5EC5C}"/>
          </ac:spMkLst>
        </pc:spChg>
        <pc:spChg chg="mod">
          <ac:chgData name="Feist, Ella" userId="992bbaf2-811d-42cb-a4d6-e7fc45e325e8" providerId="ADAL" clId="{2D5A83BD-47C3-4B50-BCA6-CA180166876F}" dt="2025-05-30T10:41:07.524" v="0" actId="790"/>
          <ac:spMkLst>
            <pc:docMk/>
            <pc:sldMk cId="1816838298" sldId="1200"/>
            <ac:spMk id="5" creationId="{91A8ED3D-B755-43C9-BCB1-DCF495C0C9DB}"/>
          </ac:spMkLst>
        </pc:spChg>
        <pc:spChg chg="mod">
          <ac:chgData name="Feist, Ella" userId="992bbaf2-811d-42cb-a4d6-e7fc45e325e8" providerId="ADAL" clId="{2D5A83BD-47C3-4B50-BCA6-CA180166876F}" dt="2025-05-30T10:41:07.524" v="0" actId="790"/>
          <ac:spMkLst>
            <pc:docMk/>
            <pc:sldMk cId="1816838298" sldId="1200"/>
            <ac:spMk id="7" creationId="{BDFEFD15-9F2B-B719-2C2F-3BFD7F83C0E4}"/>
          </ac:spMkLst>
        </pc:spChg>
        <pc:spChg chg="mod">
          <ac:chgData name="Feist, Ella" userId="992bbaf2-811d-42cb-a4d6-e7fc45e325e8" providerId="ADAL" clId="{2D5A83BD-47C3-4B50-BCA6-CA180166876F}" dt="2025-05-30T10:41:07.524" v="0" actId="790"/>
          <ac:spMkLst>
            <pc:docMk/>
            <pc:sldMk cId="1816838298" sldId="1200"/>
            <ac:spMk id="13" creationId="{C16AE888-5B93-88DD-6E43-8576EF124E09}"/>
          </ac:spMkLst>
        </pc:spChg>
        <pc:spChg chg="mod">
          <ac:chgData name="Feist, Ella" userId="992bbaf2-811d-42cb-a4d6-e7fc45e325e8" providerId="ADAL" clId="{2D5A83BD-47C3-4B50-BCA6-CA180166876F}" dt="2025-05-30T10:41:07.524" v="0" actId="790"/>
          <ac:spMkLst>
            <pc:docMk/>
            <pc:sldMk cId="1816838298" sldId="1200"/>
            <ac:spMk id="15" creationId="{D6390321-7EAF-F3C4-1D66-CA62D3DADD70}"/>
          </ac:spMkLst>
        </pc:spChg>
        <pc:spChg chg="mod">
          <ac:chgData name="Feist, Ella" userId="992bbaf2-811d-42cb-a4d6-e7fc45e325e8" providerId="ADAL" clId="{2D5A83BD-47C3-4B50-BCA6-CA180166876F}" dt="2025-05-30T10:41:07.524" v="0" actId="790"/>
          <ac:spMkLst>
            <pc:docMk/>
            <pc:sldMk cId="1816838298" sldId="1200"/>
            <ac:spMk id="16" creationId="{B1AC8847-F091-92D8-3A38-C2ED376B4C3D}"/>
          </ac:spMkLst>
        </pc:spChg>
        <pc:spChg chg="mod">
          <ac:chgData name="Feist, Ella" userId="992bbaf2-811d-42cb-a4d6-e7fc45e325e8" providerId="ADAL" clId="{2D5A83BD-47C3-4B50-BCA6-CA180166876F}" dt="2025-05-30T10:41:07.524" v="0" actId="790"/>
          <ac:spMkLst>
            <pc:docMk/>
            <pc:sldMk cId="1816838298" sldId="1200"/>
            <ac:spMk id="19" creationId="{140A0CFD-7384-64D6-FA82-BF80833EEE53}"/>
          </ac:spMkLst>
        </pc:spChg>
        <pc:spChg chg="mod">
          <ac:chgData name="Feist, Ella" userId="992bbaf2-811d-42cb-a4d6-e7fc45e325e8" providerId="ADAL" clId="{2D5A83BD-47C3-4B50-BCA6-CA180166876F}" dt="2025-05-30T10:41:07.524" v="0" actId="790"/>
          <ac:spMkLst>
            <pc:docMk/>
            <pc:sldMk cId="1816838298" sldId="1200"/>
            <ac:spMk id="22" creationId="{4A0B1065-0CBE-434F-7260-D2542B70F630}"/>
          </ac:spMkLst>
        </pc:spChg>
      </pc:sldChg>
      <pc:sldChg chg="modSp mod">
        <pc:chgData name="Feist, Ella" userId="992bbaf2-811d-42cb-a4d6-e7fc45e325e8" providerId="ADAL" clId="{2D5A83BD-47C3-4B50-BCA6-CA180166876F}" dt="2025-05-30T10:41:07.524" v="0" actId="790"/>
        <pc:sldMkLst>
          <pc:docMk/>
          <pc:sldMk cId="4052857327" sldId="1201"/>
        </pc:sldMkLst>
        <pc:spChg chg="mod">
          <ac:chgData name="Feist, Ella" userId="992bbaf2-811d-42cb-a4d6-e7fc45e325e8" providerId="ADAL" clId="{2D5A83BD-47C3-4B50-BCA6-CA180166876F}" dt="2025-05-30T10:41:07.524" v="0" actId="790"/>
          <ac:spMkLst>
            <pc:docMk/>
            <pc:sldMk cId="4052857327" sldId="1201"/>
            <ac:spMk id="2" creationId="{A9A6FF77-D641-4417-92E7-11CC6238BF20}"/>
          </ac:spMkLst>
        </pc:spChg>
        <pc:spChg chg="mod">
          <ac:chgData name="Feist, Ella" userId="992bbaf2-811d-42cb-a4d6-e7fc45e325e8" providerId="ADAL" clId="{2D5A83BD-47C3-4B50-BCA6-CA180166876F}" dt="2025-05-30T10:41:07.524" v="0" actId="790"/>
          <ac:spMkLst>
            <pc:docMk/>
            <pc:sldMk cId="4052857327" sldId="1201"/>
            <ac:spMk id="3" creationId="{492B7CB9-E249-488D-8AE7-1C8C589AF970}"/>
          </ac:spMkLst>
        </pc:spChg>
        <pc:spChg chg="mod">
          <ac:chgData name="Feist, Ella" userId="992bbaf2-811d-42cb-a4d6-e7fc45e325e8" providerId="ADAL" clId="{2D5A83BD-47C3-4B50-BCA6-CA180166876F}" dt="2025-05-30T10:41:07.524" v="0" actId="790"/>
          <ac:spMkLst>
            <pc:docMk/>
            <pc:sldMk cId="4052857327" sldId="1201"/>
            <ac:spMk id="5" creationId="{91A8ED3D-B755-43C9-BCB1-DCF495C0C9DB}"/>
          </ac:spMkLst>
        </pc:spChg>
        <pc:spChg chg="mod">
          <ac:chgData name="Feist, Ella" userId="992bbaf2-811d-42cb-a4d6-e7fc45e325e8" providerId="ADAL" clId="{2D5A83BD-47C3-4B50-BCA6-CA180166876F}" dt="2025-05-30T10:41:07.524" v="0" actId="790"/>
          <ac:spMkLst>
            <pc:docMk/>
            <pc:sldMk cId="4052857327" sldId="1201"/>
            <ac:spMk id="13" creationId="{68FD63E1-7FF1-4492-1D55-2FB2BFA95F77}"/>
          </ac:spMkLst>
        </pc:spChg>
        <pc:spChg chg="mod">
          <ac:chgData name="Feist, Ella" userId="992bbaf2-811d-42cb-a4d6-e7fc45e325e8" providerId="ADAL" clId="{2D5A83BD-47C3-4B50-BCA6-CA180166876F}" dt="2025-05-30T10:41:07.524" v="0" actId="790"/>
          <ac:spMkLst>
            <pc:docMk/>
            <pc:sldMk cId="4052857327" sldId="1201"/>
            <ac:spMk id="14" creationId="{DB96DDCF-DAEE-14E4-5980-57B7981E3619}"/>
          </ac:spMkLst>
        </pc:spChg>
        <pc:spChg chg="mod">
          <ac:chgData name="Feist, Ella" userId="992bbaf2-811d-42cb-a4d6-e7fc45e325e8" providerId="ADAL" clId="{2D5A83BD-47C3-4B50-BCA6-CA180166876F}" dt="2025-05-30T10:41:07.524" v="0" actId="790"/>
          <ac:spMkLst>
            <pc:docMk/>
            <pc:sldMk cId="4052857327" sldId="1201"/>
            <ac:spMk id="15" creationId="{33D83861-987C-C990-E703-759CB67D492A}"/>
          </ac:spMkLst>
        </pc:spChg>
        <pc:spChg chg="mod">
          <ac:chgData name="Feist, Ella" userId="992bbaf2-811d-42cb-a4d6-e7fc45e325e8" providerId="ADAL" clId="{2D5A83BD-47C3-4B50-BCA6-CA180166876F}" dt="2025-05-30T10:41:07.524" v="0" actId="790"/>
          <ac:spMkLst>
            <pc:docMk/>
            <pc:sldMk cId="4052857327" sldId="1201"/>
            <ac:spMk id="16" creationId="{3C8E22CE-46A2-783A-E1AE-A4C80B01A970}"/>
          </ac:spMkLst>
        </pc:spChg>
        <pc:spChg chg="mod">
          <ac:chgData name="Feist, Ella" userId="992bbaf2-811d-42cb-a4d6-e7fc45e325e8" providerId="ADAL" clId="{2D5A83BD-47C3-4B50-BCA6-CA180166876F}" dt="2025-05-30T10:41:07.524" v="0" actId="790"/>
          <ac:spMkLst>
            <pc:docMk/>
            <pc:sldMk cId="4052857327" sldId="1201"/>
            <ac:spMk id="18" creationId="{BB3BF0C4-BD50-DD3E-D238-DD5CD4B70696}"/>
          </ac:spMkLst>
        </pc:spChg>
        <pc:spChg chg="mod">
          <ac:chgData name="Feist, Ella" userId="992bbaf2-811d-42cb-a4d6-e7fc45e325e8" providerId="ADAL" clId="{2D5A83BD-47C3-4B50-BCA6-CA180166876F}" dt="2025-05-30T10:41:07.524" v="0" actId="790"/>
          <ac:spMkLst>
            <pc:docMk/>
            <pc:sldMk cId="4052857327" sldId="1201"/>
            <ac:spMk id="19" creationId="{FCEC236E-C9EE-AE06-E343-E8BADD9FD09A}"/>
          </ac:spMkLst>
        </pc:spChg>
        <pc:spChg chg="mod">
          <ac:chgData name="Feist, Ella" userId="992bbaf2-811d-42cb-a4d6-e7fc45e325e8" providerId="ADAL" clId="{2D5A83BD-47C3-4B50-BCA6-CA180166876F}" dt="2025-05-30T10:41:07.524" v="0" actId="790"/>
          <ac:spMkLst>
            <pc:docMk/>
            <pc:sldMk cId="4052857327" sldId="1201"/>
            <ac:spMk id="20" creationId="{F2BB6614-3BC8-8C95-1AE4-30DF24180186}"/>
          </ac:spMkLst>
        </pc:spChg>
      </pc:sldChg>
      <pc:sldChg chg="modSp mod">
        <pc:chgData name="Feist, Ella" userId="992bbaf2-811d-42cb-a4d6-e7fc45e325e8" providerId="ADAL" clId="{2D5A83BD-47C3-4B50-BCA6-CA180166876F}" dt="2025-05-30T10:41:07.524" v="0" actId="790"/>
        <pc:sldMkLst>
          <pc:docMk/>
          <pc:sldMk cId="1913693425" sldId="1202"/>
        </pc:sldMkLst>
        <pc:spChg chg="mod">
          <ac:chgData name="Feist, Ella" userId="992bbaf2-811d-42cb-a4d6-e7fc45e325e8" providerId="ADAL" clId="{2D5A83BD-47C3-4B50-BCA6-CA180166876F}" dt="2025-05-30T10:41:07.524" v="0" actId="790"/>
          <ac:spMkLst>
            <pc:docMk/>
            <pc:sldMk cId="1913693425" sldId="1202"/>
            <ac:spMk id="2" creationId="{A9A6FF77-D641-4417-92E7-11CC6238BF20}"/>
          </ac:spMkLst>
        </pc:spChg>
        <pc:spChg chg="mod">
          <ac:chgData name="Feist, Ella" userId="992bbaf2-811d-42cb-a4d6-e7fc45e325e8" providerId="ADAL" clId="{2D5A83BD-47C3-4B50-BCA6-CA180166876F}" dt="2025-05-30T10:41:07.524" v="0" actId="790"/>
          <ac:spMkLst>
            <pc:docMk/>
            <pc:sldMk cId="1913693425" sldId="1202"/>
            <ac:spMk id="10" creationId="{DF404819-B344-8DBC-BF4F-AE1E6339EF58}"/>
          </ac:spMkLst>
        </pc:spChg>
        <pc:spChg chg="mod">
          <ac:chgData name="Feist, Ella" userId="992bbaf2-811d-42cb-a4d6-e7fc45e325e8" providerId="ADAL" clId="{2D5A83BD-47C3-4B50-BCA6-CA180166876F}" dt="2025-05-30T10:41:07.524" v="0" actId="790"/>
          <ac:spMkLst>
            <pc:docMk/>
            <pc:sldMk cId="1913693425" sldId="1202"/>
            <ac:spMk id="11" creationId="{13C97D83-E547-2BC5-06F0-777077D72C05}"/>
          </ac:spMkLst>
        </pc:spChg>
        <pc:spChg chg="mod">
          <ac:chgData name="Feist, Ella" userId="992bbaf2-811d-42cb-a4d6-e7fc45e325e8" providerId="ADAL" clId="{2D5A83BD-47C3-4B50-BCA6-CA180166876F}" dt="2025-05-30T10:41:07.524" v="0" actId="790"/>
          <ac:spMkLst>
            <pc:docMk/>
            <pc:sldMk cId="1913693425" sldId="1202"/>
            <ac:spMk id="12" creationId="{D27802E5-D996-2D5E-484B-BCBF35BC7D13}"/>
          </ac:spMkLst>
        </pc:spChg>
        <pc:spChg chg="mod">
          <ac:chgData name="Feist, Ella" userId="992bbaf2-811d-42cb-a4d6-e7fc45e325e8" providerId="ADAL" clId="{2D5A83BD-47C3-4B50-BCA6-CA180166876F}" dt="2025-05-30T10:41:07.524" v="0" actId="790"/>
          <ac:spMkLst>
            <pc:docMk/>
            <pc:sldMk cId="1913693425" sldId="1202"/>
            <ac:spMk id="13" creationId="{2D7A001D-2195-50CE-82E2-A6C1217FF3E1}"/>
          </ac:spMkLst>
        </pc:spChg>
        <pc:spChg chg="mod">
          <ac:chgData name="Feist, Ella" userId="992bbaf2-811d-42cb-a4d6-e7fc45e325e8" providerId="ADAL" clId="{2D5A83BD-47C3-4B50-BCA6-CA180166876F}" dt="2025-05-30T10:41:07.524" v="0" actId="790"/>
          <ac:spMkLst>
            <pc:docMk/>
            <pc:sldMk cId="1913693425" sldId="1202"/>
            <ac:spMk id="15" creationId="{7F4B2EE3-26FC-788F-B9FC-9C070AE4E0F8}"/>
          </ac:spMkLst>
        </pc:spChg>
        <pc:spChg chg="mod">
          <ac:chgData name="Feist, Ella" userId="992bbaf2-811d-42cb-a4d6-e7fc45e325e8" providerId="ADAL" clId="{2D5A83BD-47C3-4B50-BCA6-CA180166876F}" dt="2025-05-30T10:41:07.524" v="0" actId="790"/>
          <ac:spMkLst>
            <pc:docMk/>
            <pc:sldMk cId="1913693425" sldId="1202"/>
            <ac:spMk id="16" creationId="{F98E5C55-816C-5626-26E0-9897BF583188}"/>
          </ac:spMkLst>
        </pc:spChg>
        <pc:spChg chg="mod">
          <ac:chgData name="Feist, Ella" userId="992bbaf2-811d-42cb-a4d6-e7fc45e325e8" providerId="ADAL" clId="{2D5A83BD-47C3-4B50-BCA6-CA180166876F}" dt="2025-05-30T10:41:07.524" v="0" actId="790"/>
          <ac:spMkLst>
            <pc:docMk/>
            <pc:sldMk cId="1913693425" sldId="1202"/>
            <ac:spMk id="17" creationId="{1C7B3E83-56B7-8E51-1F34-C49D7491B75B}"/>
          </ac:spMkLst>
        </pc:spChg>
        <pc:spChg chg="mod">
          <ac:chgData name="Feist, Ella" userId="992bbaf2-811d-42cb-a4d6-e7fc45e325e8" providerId="ADAL" clId="{2D5A83BD-47C3-4B50-BCA6-CA180166876F}" dt="2025-05-30T10:41:07.524" v="0" actId="790"/>
          <ac:spMkLst>
            <pc:docMk/>
            <pc:sldMk cId="1913693425" sldId="1202"/>
            <ac:spMk id="18" creationId="{0C6F9F06-A1A2-3EFC-766D-A985E4B541D2}"/>
          </ac:spMkLst>
        </pc:spChg>
        <pc:spChg chg="mod">
          <ac:chgData name="Feist, Ella" userId="992bbaf2-811d-42cb-a4d6-e7fc45e325e8" providerId="ADAL" clId="{2D5A83BD-47C3-4B50-BCA6-CA180166876F}" dt="2025-05-30T10:41:07.524" v="0" actId="790"/>
          <ac:spMkLst>
            <pc:docMk/>
            <pc:sldMk cId="1913693425" sldId="1202"/>
            <ac:spMk id="19" creationId="{F4FDF1B6-5827-1524-5F7A-498D51391DB1}"/>
          </ac:spMkLst>
        </pc:spChg>
      </pc:sldChg>
      <pc:sldChg chg="modSp mod">
        <pc:chgData name="Feist, Ella" userId="992bbaf2-811d-42cb-a4d6-e7fc45e325e8" providerId="ADAL" clId="{2D5A83BD-47C3-4B50-BCA6-CA180166876F}" dt="2025-05-30T10:41:07.524" v="0" actId="790"/>
        <pc:sldMkLst>
          <pc:docMk/>
          <pc:sldMk cId="2668307878" sldId="1203"/>
        </pc:sldMkLst>
        <pc:spChg chg="mod">
          <ac:chgData name="Feist, Ella" userId="992bbaf2-811d-42cb-a4d6-e7fc45e325e8" providerId="ADAL" clId="{2D5A83BD-47C3-4B50-BCA6-CA180166876F}" dt="2025-05-30T10:41:07.524" v="0" actId="790"/>
          <ac:spMkLst>
            <pc:docMk/>
            <pc:sldMk cId="2668307878" sldId="1203"/>
            <ac:spMk id="2" creationId="{A9A6FF77-D641-4417-92E7-11CC6238BF20}"/>
          </ac:spMkLst>
        </pc:spChg>
        <pc:spChg chg="mod">
          <ac:chgData name="Feist, Ella" userId="992bbaf2-811d-42cb-a4d6-e7fc45e325e8" providerId="ADAL" clId="{2D5A83BD-47C3-4B50-BCA6-CA180166876F}" dt="2025-05-30T10:41:07.524" v="0" actId="790"/>
          <ac:spMkLst>
            <pc:docMk/>
            <pc:sldMk cId="2668307878" sldId="1203"/>
            <ac:spMk id="3" creationId="{9D76457F-1FFD-D5E8-21BF-6DB7F40BB86E}"/>
          </ac:spMkLst>
        </pc:spChg>
        <pc:spChg chg="mod">
          <ac:chgData name="Feist, Ella" userId="992bbaf2-811d-42cb-a4d6-e7fc45e325e8" providerId="ADAL" clId="{2D5A83BD-47C3-4B50-BCA6-CA180166876F}" dt="2025-05-30T10:41:07.524" v="0" actId="790"/>
          <ac:spMkLst>
            <pc:docMk/>
            <pc:sldMk cId="2668307878" sldId="1203"/>
            <ac:spMk id="5" creationId="{91A8ED3D-B755-43C9-BCB1-DCF495C0C9DB}"/>
          </ac:spMkLst>
        </pc:spChg>
        <pc:spChg chg="mod">
          <ac:chgData name="Feist, Ella" userId="992bbaf2-811d-42cb-a4d6-e7fc45e325e8" providerId="ADAL" clId="{2D5A83BD-47C3-4B50-BCA6-CA180166876F}" dt="2025-05-30T10:41:07.524" v="0" actId="790"/>
          <ac:spMkLst>
            <pc:docMk/>
            <pc:sldMk cId="2668307878" sldId="1203"/>
            <ac:spMk id="7" creationId="{16FE4C2C-9D12-128D-F2DF-4EA15D5F0C7E}"/>
          </ac:spMkLst>
        </pc:spChg>
      </pc:sldChg>
      <pc:sldChg chg="modSp mod modNotes">
        <pc:chgData name="Feist, Ella" userId="992bbaf2-811d-42cb-a4d6-e7fc45e325e8" providerId="ADAL" clId="{2D5A83BD-47C3-4B50-BCA6-CA180166876F}" dt="2025-05-30T10:41:16.034" v="3" actId="20577"/>
        <pc:sldMkLst>
          <pc:docMk/>
          <pc:sldMk cId="1637637549" sldId="1204"/>
        </pc:sldMkLst>
        <pc:spChg chg="mod">
          <ac:chgData name="Feist, Ella" userId="992bbaf2-811d-42cb-a4d6-e7fc45e325e8" providerId="ADAL" clId="{2D5A83BD-47C3-4B50-BCA6-CA180166876F}" dt="2025-05-30T10:41:07.524" v="0" actId="790"/>
          <ac:spMkLst>
            <pc:docMk/>
            <pc:sldMk cId="1637637549" sldId="1204"/>
            <ac:spMk id="2" creationId="{A9A6FF77-D641-4417-92E7-11CC6238BF20}"/>
          </ac:spMkLst>
        </pc:spChg>
        <pc:spChg chg="mod">
          <ac:chgData name="Feist, Ella" userId="992bbaf2-811d-42cb-a4d6-e7fc45e325e8" providerId="ADAL" clId="{2D5A83BD-47C3-4B50-BCA6-CA180166876F}" dt="2025-05-30T10:41:07.524" v="0" actId="790"/>
          <ac:spMkLst>
            <pc:docMk/>
            <pc:sldMk cId="1637637549" sldId="1204"/>
            <ac:spMk id="10" creationId="{856AFB29-839A-84A4-1983-2F0783B748CE}"/>
          </ac:spMkLst>
        </pc:spChg>
        <pc:spChg chg="mod">
          <ac:chgData name="Feist, Ella" userId="992bbaf2-811d-42cb-a4d6-e7fc45e325e8" providerId="ADAL" clId="{2D5A83BD-47C3-4B50-BCA6-CA180166876F}" dt="2025-05-30T10:41:07.524" v="0" actId="790"/>
          <ac:spMkLst>
            <pc:docMk/>
            <pc:sldMk cId="1637637549" sldId="1204"/>
            <ac:spMk id="15" creationId="{35562357-8827-587F-CBE8-293BAC3AD201}"/>
          </ac:spMkLst>
        </pc:spChg>
        <pc:spChg chg="mod">
          <ac:chgData name="Feist, Ella" userId="992bbaf2-811d-42cb-a4d6-e7fc45e325e8" providerId="ADAL" clId="{2D5A83BD-47C3-4B50-BCA6-CA180166876F}" dt="2025-05-30T10:41:07.524" v="0" actId="790"/>
          <ac:spMkLst>
            <pc:docMk/>
            <pc:sldMk cId="1637637549" sldId="1204"/>
            <ac:spMk id="23" creationId="{8ACCDB6E-A3AB-70D2-C196-5A41CDCC101E}"/>
          </ac:spMkLst>
        </pc:spChg>
        <pc:spChg chg="mod">
          <ac:chgData name="Feist, Ella" userId="992bbaf2-811d-42cb-a4d6-e7fc45e325e8" providerId="ADAL" clId="{2D5A83BD-47C3-4B50-BCA6-CA180166876F}" dt="2025-05-30T10:41:07.524" v="0" actId="790"/>
          <ac:spMkLst>
            <pc:docMk/>
            <pc:sldMk cId="1637637549" sldId="1204"/>
            <ac:spMk id="27" creationId="{90A24CE9-18EB-281F-C67B-3277AEDCD119}"/>
          </ac:spMkLst>
        </pc:spChg>
        <pc:spChg chg="mod">
          <ac:chgData name="Feist, Ella" userId="992bbaf2-811d-42cb-a4d6-e7fc45e325e8" providerId="ADAL" clId="{2D5A83BD-47C3-4B50-BCA6-CA180166876F}" dt="2025-05-30T10:41:07.524" v="0" actId="790"/>
          <ac:spMkLst>
            <pc:docMk/>
            <pc:sldMk cId="1637637549" sldId="1204"/>
            <ac:spMk id="30" creationId="{40738A18-25F3-32D2-AAC9-D7A626F65ABB}"/>
          </ac:spMkLst>
        </pc:spChg>
        <pc:spChg chg="mod">
          <ac:chgData name="Feist, Ella" userId="992bbaf2-811d-42cb-a4d6-e7fc45e325e8" providerId="ADAL" clId="{2D5A83BD-47C3-4B50-BCA6-CA180166876F}" dt="2025-05-30T10:41:07.524" v="0" actId="790"/>
          <ac:spMkLst>
            <pc:docMk/>
            <pc:sldMk cId="1637637549" sldId="1204"/>
            <ac:spMk id="31" creationId="{E0F29AD0-5ECF-091A-336D-3EE2C9A41321}"/>
          </ac:spMkLst>
        </pc:spChg>
        <pc:spChg chg="mod">
          <ac:chgData name="Feist, Ella" userId="992bbaf2-811d-42cb-a4d6-e7fc45e325e8" providerId="ADAL" clId="{2D5A83BD-47C3-4B50-BCA6-CA180166876F}" dt="2025-05-30T10:41:07.524" v="0" actId="790"/>
          <ac:spMkLst>
            <pc:docMk/>
            <pc:sldMk cId="1637637549" sldId="1204"/>
            <ac:spMk id="32" creationId="{F0E082C1-108F-4991-F236-D2E34291AE25}"/>
          </ac:spMkLst>
        </pc:spChg>
        <pc:spChg chg="mod">
          <ac:chgData name="Feist, Ella" userId="992bbaf2-811d-42cb-a4d6-e7fc45e325e8" providerId="ADAL" clId="{2D5A83BD-47C3-4B50-BCA6-CA180166876F}" dt="2025-05-30T10:41:07.524" v="0" actId="790"/>
          <ac:spMkLst>
            <pc:docMk/>
            <pc:sldMk cId="1637637549" sldId="1204"/>
            <ac:spMk id="33" creationId="{B03DD153-E9D1-2C54-7FC2-0DCF43999BDF}"/>
          </ac:spMkLst>
        </pc:spChg>
        <pc:spChg chg="mod">
          <ac:chgData name="Feist, Ella" userId="992bbaf2-811d-42cb-a4d6-e7fc45e325e8" providerId="ADAL" clId="{2D5A83BD-47C3-4B50-BCA6-CA180166876F}" dt="2025-05-30T10:41:07.524" v="0" actId="790"/>
          <ac:spMkLst>
            <pc:docMk/>
            <pc:sldMk cId="1637637549" sldId="1204"/>
            <ac:spMk id="34" creationId="{A7F1E2F9-AB60-B711-E66A-940DF32C0826}"/>
          </ac:spMkLst>
        </pc:spChg>
      </pc:sldChg>
      <pc:sldChg chg="modSp mod modNotes">
        <pc:chgData name="Feist, Ella" userId="992bbaf2-811d-42cb-a4d6-e7fc45e325e8" providerId="ADAL" clId="{2D5A83BD-47C3-4B50-BCA6-CA180166876F}" dt="2025-05-30T10:41:22.652" v="4" actId="20577"/>
        <pc:sldMkLst>
          <pc:docMk/>
          <pc:sldMk cId="1416166858" sldId="1205"/>
        </pc:sldMkLst>
        <pc:spChg chg="mod">
          <ac:chgData name="Feist, Ella" userId="992bbaf2-811d-42cb-a4d6-e7fc45e325e8" providerId="ADAL" clId="{2D5A83BD-47C3-4B50-BCA6-CA180166876F}" dt="2025-05-30T10:41:07.524" v="0" actId="790"/>
          <ac:spMkLst>
            <pc:docMk/>
            <pc:sldMk cId="1416166858" sldId="1205"/>
            <ac:spMk id="2" creationId="{A9A6FF77-D641-4417-92E7-11CC6238BF20}"/>
          </ac:spMkLst>
        </pc:spChg>
        <pc:spChg chg="mod">
          <ac:chgData name="Feist, Ella" userId="992bbaf2-811d-42cb-a4d6-e7fc45e325e8" providerId="ADAL" clId="{2D5A83BD-47C3-4B50-BCA6-CA180166876F}" dt="2025-05-30T10:41:07.524" v="0" actId="790"/>
          <ac:spMkLst>
            <pc:docMk/>
            <pc:sldMk cId="1416166858" sldId="1205"/>
            <ac:spMk id="5" creationId="{91A8ED3D-B755-43C9-BCB1-DCF495C0C9DB}"/>
          </ac:spMkLst>
        </pc:spChg>
        <pc:spChg chg="mod">
          <ac:chgData name="Feist, Ella" userId="992bbaf2-811d-42cb-a4d6-e7fc45e325e8" providerId="ADAL" clId="{2D5A83BD-47C3-4B50-BCA6-CA180166876F}" dt="2025-05-30T10:41:07.524" v="0" actId="790"/>
          <ac:spMkLst>
            <pc:docMk/>
            <pc:sldMk cId="1416166858" sldId="1205"/>
            <ac:spMk id="6" creationId="{7F32B405-A40D-4185-7365-358A2C3964DF}"/>
          </ac:spMkLst>
        </pc:spChg>
        <pc:spChg chg="mod">
          <ac:chgData name="Feist, Ella" userId="992bbaf2-811d-42cb-a4d6-e7fc45e325e8" providerId="ADAL" clId="{2D5A83BD-47C3-4B50-BCA6-CA180166876F}" dt="2025-05-30T10:41:07.524" v="0" actId="790"/>
          <ac:spMkLst>
            <pc:docMk/>
            <pc:sldMk cId="1416166858" sldId="1205"/>
            <ac:spMk id="9" creationId="{AB2DEA24-780D-0581-1603-A71C05129C17}"/>
          </ac:spMkLst>
        </pc:spChg>
        <pc:spChg chg="mod">
          <ac:chgData name="Feist, Ella" userId="992bbaf2-811d-42cb-a4d6-e7fc45e325e8" providerId="ADAL" clId="{2D5A83BD-47C3-4B50-BCA6-CA180166876F}" dt="2025-05-30T10:41:07.524" v="0" actId="790"/>
          <ac:spMkLst>
            <pc:docMk/>
            <pc:sldMk cId="1416166858" sldId="1205"/>
            <ac:spMk id="10" creationId="{CC43CF82-42EC-F7B0-0A62-B7DC981EAA67}"/>
          </ac:spMkLst>
        </pc:spChg>
        <pc:spChg chg="mod">
          <ac:chgData name="Feist, Ella" userId="992bbaf2-811d-42cb-a4d6-e7fc45e325e8" providerId="ADAL" clId="{2D5A83BD-47C3-4B50-BCA6-CA180166876F}" dt="2025-05-30T10:41:07.524" v="0" actId="790"/>
          <ac:spMkLst>
            <pc:docMk/>
            <pc:sldMk cId="1416166858" sldId="1205"/>
            <ac:spMk id="13" creationId="{91FB2C62-9FC3-C403-B2F8-2ECE72297715}"/>
          </ac:spMkLst>
        </pc:spChg>
        <pc:spChg chg="mod">
          <ac:chgData name="Feist, Ella" userId="992bbaf2-811d-42cb-a4d6-e7fc45e325e8" providerId="ADAL" clId="{2D5A83BD-47C3-4B50-BCA6-CA180166876F}" dt="2025-05-30T10:41:07.524" v="0" actId="790"/>
          <ac:spMkLst>
            <pc:docMk/>
            <pc:sldMk cId="1416166858" sldId="1205"/>
            <ac:spMk id="16" creationId="{07BD6F79-55FA-EFCA-59CE-46567B56BD7C}"/>
          </ac:spMkLst>
        </pc:spChg>
        <pc:spChg chg="mod">
          <ac:chgData name="Feist, Ella" userId="992bbaf2-811d-42cb-a4d6-e7fc45e325e8" providerId="ADAL" clId="{2D5A83BD-47C3-4B50-BCA6-CA180166876F}" dt="2025-05-30T10:41:07.524" v="0" actId="790"/>
          <ac:spMkLst>
            <pc:docMk/>
            <pc:sldMk cId="1416166858" sldId="1205"/>
            <ac:spMk id="18" creationId="{3547A9BC-9F6F-73E3-C849-9F063665893B}"/>
          </ac:spMkLst>
        </pc:spChg>
        <pc:spChg chg="mod">
          <ac:chgData name="Feist, Ella" userId="992bbaf2-811d-42cb-a4d6-e7fc45e325e8" providerId="ADAL" clId="{2D5A83BD-47C3-4B50-BCA6-CA180166876F}" dt="2025-05-30T10:41:07.524" v="0" actId="790"/>
          <ac:spMkLst>
            <pc:docMk/>
            <pc:sldMk cId="1416166858" sldId="1205"/>
            <ac:spMk id="19" creationId="{7169F310-23E0-4823-227A-7F2220A21FB7}"/>
          </ac:spMkLst>
        </pc:spChg>
        <pc:spChg chg="mod">
          <ac:chgData name="Feist, Ella" userId="992bbaf2-811d-42cb-a4d6-e7fc45e325e8" providerId="ADAL" clId="{2D5A83BD-47C3-4B50-BCA6-CA180166876F}" dt="2025-05-30T10:41:07.524" v="0" actId="790"/>
          <ac:spMkLst>
            <pc:docMk/>
            <pc:sldMk cId="1416166858" sldId="1205"/>
            <ac:spMk id="21" creationId="{C03145CB-C3C7-718C-F389-65BBA560C8F6}"/>
          </ac:spMkLst>
        </pc:spChg>
      </pc:sldChg>
      <pc:sldChg chg="modSp mod">
        <pc:chgData name="Feist, Ella" userId="992bbaf2-811d-42cb-a4d6-e7fc45e325e8" providerId="ADAL" clId="{2D5A83BD-47C3-4B50-BCA6-CA180166876F}" dt="2025-05-30T10:41:07.524" v="0" actId="790"/>
        <pc:sldMkLst>
          <pc:docMk/>
          <pc:sldMk cId="343238560" sldId="1206"/>
        </pc:sldMkLst>
        <pc:spChg chg="mod">
          <ac:chgData name="Feist, Ella" userId="992bbaf2-811d-42cb-a4d6-e7fc45e325e8" providerId="ADAL" clId="{2D5A83BD-47C3-4B50-BCA6-CA180166876F}" dt="2025-05-30T10:41:07.524" v="0" actId="790"/>
          <ac:spMkLst>
            <pc:docMk/>
            <pc:sldMk cId="343238560" sldId="1206"/>
            <ac:spMk id="2" creationId="{A9A6FF77-D641-4417-92E7-11CC6238BF20}"/>
          </ac:spMkLst>
        </pc:spChg>
        <pc:spChg chg="mod">
          <ac:chgData name="Feist, Ella" userId="992bbaf2-811d-42cb-a4d6-e7fc45e325e8" providerId="ADAL" clId="{2D5A83BD-47C3-4B50-BCA6-CA180166876F}" dt="2025-05-30T10:41:07.524" v="0" actId="790"/>
          <ac:spMkLst>
            <pc:docMk/>
            <pc:sldMk cId="343238560" sldId="1206"/>
            <ac:spMk id="3" creationId="{8BA5390B-A3BE-C400-94D2-4FB28D749D12}"/>
          </ac:spMkLst>
        </pc:spChg>
        <pc:spChg chg="mod">
          <ac:chgData name="Feist, Ella" userId="992bbaf2-811d-42cb-a4d6-e7fc45e325e8" providerId="ADAL" clId="{2D5A83BD-47C3-4B50-BCA6-CA180166876F}" dt="2025-05-30T10:41:07.524" v="0" actId="790"/>
          <ac:spMkLst>
            <pc:docMk/>
            <pc:sldMk cId="343238560" sldId="1206"/>
            <ac:spMk id="4" creationId="{6830FF20-913A-C806-2131-1E8606004434}"/>
          </ac:spMkLst>
        </pc:spChg>
        <pc:spChg chg="mod">
          <ac:chgData name="Feist, Ella" userId="992bbaf2-811d-42cb-a4d6-e7fc45e325e8" providerId="ADAL" clId="{2D5A83BD-47C3-4B50-BCA6-CA180166876F}" dt="2025-05-30T10:41:07.524" v="0" actId="790"/>
          <ac:spMkLst>
            <pc:docMk/>
            <pc:sldMk cId="343238560" sldId="1206"/>
            <ac:spMk id="5" creationId="{91A8ED3D-B755-43C9-BCB1-DCF495C0C9DB}"/>
          </ac:spMkLst>
        </pc:spChg>
        <pc:graphicFrameChg chg="modGraphic">
          <ac:chgData name="Feist, Ella" userId="992bbaf2-811d-42cb-a4d6-e7fc45e325e8" providerId="ADAL" clId="{2D5A83BD-47C3-4B50-BCA6-CA180166876F}" dt="2025-05-30T10:41:07.524" v="0" actId="790"/>
          <ac:graphicFrameMkLst>
            <pc:docMk/>
            <pc:sldMk cId="343238560" sldId="1206"/>
            <ac:graphicFrameMk id="6" creationId="{C3573902-6193-BE5C-E35C-33D5ECDB0631}"/>
          </ac:graphicFrameMkLst>
        </pc:graphicFrameChg>
      </pc:sldChg>
      <pc:sldChg chg="modSp mod modNotes">
        <pc:chgData name="Feist, Ella" userId="992bbaf2-811d-42cb-a4d6-e7fc45e325e8" providerId="ADAL" clId="{2D5A83BD-47C3-4B50-BCA6-CA180166876F}" dt="2025-05-30T10:42:08.290" v="14" actId="20577"/>
        <pc:sldMkLst>
          <pc:docMk/>
          <pc:sldMk cId="2672206510" sldId="1207"/>
        </pc:sldMkLst>
        <pc:spChg chg="mod">
          <ac:chgData name="Feist, Ella" userId="992bbaf2-811d-42cb-a4d6-e7fc45e325e8" providerId="ADAL" clId="{2D5A83BD-47C3-4B50-BCA6-CA180166876F}" dt="2025-05-30T10:41:07.524" v="0" actId="790"/>
          <ac:spMkLst>
            <pc:docMk/>
            <pc:sldMk cId="2672206510" sldId="1207"/>
            <ac:spMk id="2" creationId="{A9A6FF77-D641-4417-92E7-11CC6238BF20}"/>
          </ac:spMkLst>
        </pc:spChg>
        <pc:spChg chg="mod">
          <ac:chgData name="Feist, Ella" userId="992bbaf2-811d-42cb-a4d6-e7fc45e325e8" providerId="ADAL" clId="{2D5A83BD-47C3-4B50-BCA6-CA180166876F}" dt="2025-05-30T10:41:07.524" v="0" actId="790"/>
          <ac:spMkLst>
            <pc:docMk/>
            <pc:sldMk cId="2672206510" sldId="1207"/>
            <ac:spMk id="4" creationId="{F9F85AE6-0E3E-CDD0-7C11-9F07698B88C7}"/>
          </ac:spMkLst>
        </pc:spChg>
        <pc:spChg chg="mod">
          <ac:chgData name="Feist, Ella" userId="992bbaf2-811d-42cb-a4d6-e7fc45e325e8" providerId="ADAL" clId="{2D5A83BD-47C3-4B50-BCA6-CA180166876F}" dt="2025-05-30T10:41:07.524" v="0" actId="790"/>
          <ac:spMkLst>
            <pc:docMk/>
            <pc:sldMk cId="2672206510" sldId="1207"/>
            <ac:spMk id="6" creationId="{5AA42BAD-6006-5322-3BA6-1104AAF92C59}"/>
          </ac:spMkLst>
        </pc:spChg>
        <pc:spChg chg="mod">
          <ac:chgData name="Feist, Ella" userId="992bbaf2-811d-42cb-a4d6-e7fc45e325e8" providerId="ADAL" clId="{2D5A83BD-47C3-4B50-BCA6-CA180166876F}" dt="2025-05-30T10:41:07.524" v="0" actId="790"/>
          <ac:spMkLst>
            <pc:docMk/>
            <pc:sldMk cId="2672206510" sldId="1207"/>
            <ac:spMk id="10" creationId="{148DDD5C-83EC-D25F-B7C6-C1FBB7379D80}"/>
          </ac:spMkLst>
        </pc:spChg>
        <pc:spChg chg="mod">
          <ac:chgData name="Feist, Ella" userId="992bbaf2-811d-42cb-a4d6-e7fc45e325e8" providerId="ADAL" clId="{2D5A83BD-47C3-4B50-BCA6-CA180166876F}" dt="2025-05-30T10:41:07.524" v="0" actId="790"/>
          <ac:spMkLst>
            <pc:docMk/>
            <pc:sldMk cId="2672206510" sldId="1207"/>
            <ac:spMk id="11" creationId="{506D6320-61F4-B068-DB0E-2E25FA82CCDC}"/>
          </ac:spMkLst>
        </pc:spChg>
        <pc:spChg chg="mod">
          <ac:chgData name="Feist, Ella" userId="992bbaf2-811d-42cb-a4d6-e7fc45e325e8" providerId="ADAL" clId="{2D5A83BD-47C3-4B50-BCA6-CA180166876F}" dt="2025-05-30T10:41:07.524" v="0" actId="790"/>
          <ac:spMkLst>
            <pc:docMk/>
            <pc:sldMk cId="2672206510" sldId="1207"/>
            <ac:spMk id="18" creationId="{63723107-1E74-74C9-DCE3-496511125C2D}"/>
          </ac:spMkLst>
        </pc:spChg>
        <pc:spChg chg="mod">
          <ac:chgData name="Feist, Ella" userId="992bbaf2-811d-42cb-a4d6-e7fc45e325e8" providerId="ADAL" clId="{2D5A83BD-47C3-4B50-BCA6-CA180166876F}" dt="2025-05-30T10:41:07.524" v="0" actId="790"/>
          <ac:spMkLst>
            <pc:docMk/>
            <pc:sldMk cId="2672206510" sldId="1207"/>
            <ac:spMk id="21" creationId="{F6F06987-FDD0-DCA6-DB7E-80D578098183}"/>
          </ac:spMkLst>
        </pc:spChg>
        <pc:spChg chg="mod">
          <ac:chgData name="Feist, Ella" userId="992bbaf2-811d-42cb-a4d6-e7fc45e325e8" providerId="ADAL" clId="{2D5A83BD-47C3-4B50-BCA6-CA180166876F}" dt="2025-05-30T10:41:07.524" v="0" actId="790"/>
          <ac:spMkLst>
            <pc:docMk/>
            <pc:sldMk cId="2672206510" sldId="1207"/>
            <ac:spMk id="22" creationId="{168B0456-2CEB-8968-9018-C9B42C2D10D5}"/>
          </ac:spMkLst>
        </pc:spChg>
        <pc:spChg chg="mod">
          <ac:chgData name="Feist, Ella" userId="992bbaf2-811d-42cb-a4d6-e7fc45e325e8" providerId="ADAL" clId="{2D5A83BD-47C3-4B50-BCA6-CA180166876F}" dt="2025-05-30T10:41:07.524" v="0" actId="790"/>
          <ac:spMkLst>
            <pc:docMk/>
            <pc:sldMk cId="2672206510" sldId="1207"/>
            <ac:spMk id="24" creationId="{3D501FBB-C2EF-E331-44FA-757DF6511689}"/>
          </ac:spMkLst>
        </pc:spChg>
        <pc:spChg chg="mod">
          <ac:chgData name="Feist, Ella" userId="992bbaf2-811d-42cb-a4d6-e7fc45e325e8" providerId="ADAL" clId="{2D5A83BD-47C3-4B50-BCA6-CA180166876F}" dt="2025-05-30T10:41:07.524" v="0" actId="790"/>
          <ac:spMkLst>
            <pc:docMk/>
            <pc:sldMk cId="2672206510" sldId="1207"/>
            <ac:spMk id="25" creationId="{5207698D-754E-6535-8390-0EF13817CDB0}"/>
          </ac:spMkLst>
        </pc:spChg>
      </pc:sldChg>
      <pc:sldChg chg="modSp mod">
        <pc:chgData name="Feist, Ella" userId="992bbaf2-811d-42cb-a4d6-e7fc45e325e8" providerId="ADAL" clId="{2D5A83BD-47C3-4B50-BCA6-CA180166876F}" dt="2025-05-30T10:41:07.524" v="0" actId="790"/>
        <pc:sldMkLst>
          <pc:docMk/>
          <pc:sldMk cId="1929171615" sldId="1208"/>
        </pc:sldMkLst>
        <pc:spChg chg="mod">
          <ac:chgData name="Feist, Ella" userId="992bbaf2-811d-42cb-a4d6-e7fc45e325e8" providerId="ADAL" clId="{2D5A83BD-47C3-4B50-BCA6-CA180166876F}" dt="2025-05-30T10:41:07.524" v="0" actId="790"/>
          <ac:spMkLst>
            <pc:docMk/>
            <pc:sldMk cId="1929171615" sldId="1208"/>
            <ac:spMk id="2" creationId="{A9A6FF77-D641-4417-92E7-11CC6238BF20}"/>
          </ac:spMkLst>
        </pc:spChg>
        <pc:spChg chg="mod">
          <ac:chgData name="Feist, Ella" userId="992bbaf2-811d-42cb-a4d6-e7fc45e325e8" providerId="ADAL" clId="{2D5A83BD-47C3-4B50-BCA6-CA180166876F}" dt="2025-05-30T10:41:07.524" v="0" actId="790"/>
          <ac:spMkLst>
            <pc:docMk/>
            <pc:sldMk cId="1929171615" sldId="1208"/>
            <ac:spMk id="3" creationId="{CB673546-9207-1FA4-01EB-EC02FFF9F945}"/>
          </ac:spMkLst>
        </pc:spChg>
        <pc:spChg chg="mod">
          <ac:chgData name="Feist, Ella" userId="992bbaf2-811d-42cb-a4d6-e7fc45e325e8" providerId="ADAL" clId="{2D5A83BD-47C3-4B50-BCA6-CA180166876F}" dt="2025-05-30T10:41:07.524" v="0" actId="790"/>
          <ac:spMkLst>
            <pc:docMk/>
            <pc:sldMk cId="1929171615" sldId="1208"/>
            <ac:spMk id="5" creationId="{91A8ED3D-B755-43C9-BCB1-DCF495C0C9DB}"/>
          </ac:spMkLst>
        </pc:spChg>
        <pc:spChg chg="mod">
          <ac:chgData name="Feist, Ella" userId="992bbaf2-811d-42cb-a4d6-e7fc45e325e8" providerId="ADAL" clId="{2D5A83BD-47C3-4B50-BCA6-CA180166876F}" dt="2025-05-30T10:41:07.524" v="0" actId="790"/>
          <ac:spMkLst>
            <pc:docMk/>
            <pc:sldMk cId="1929171615" sldId="1208"/>
            <ac:spMk id="7" creationId="{8BA5390B-A3BE-C400-94D2-4FB28D749D12}"/>
          </ac:spMkLst>
        </pc:spChg>
        <pc:graphicFrameChg chg="modGraphic">
          <ac:chgData name="Feist, Ella" userId="992bbaf2-811d-42cb-a4d6-e7fc45e325e8" providerId="ADAL" clId="{2D5A83BD-47C3-4B50-BCA6-CA180166876F}" dt="2025-05-30T10:41:07.524" v="0" actId="790"/>
          <ac:graphicFrameMkLst>
            <pc:docMk/>
            <pc:sldMk cId="1929171615" sldId="1208"/>
            <ac:graphicFrameMk id="6" creationId="{D9FD56F7-67FD-8F5E-501F-99D7498BF13F}"/>
          </ac:graphicFrameMkLst>
        </pc:graphicFrameChg>
      </pc:sldChg>
      <pc:sldChg chg="modSp mod modNotes">
        <pc:chgData name="Feist, Ella" userId="992bbaf2-811d-42cb-a4d6-e7fc45e325e8" providerId="ADAL" clId="{2D5A83BD-47C3-4B50-BCA6-CA180166876F}" dt="2025-05-30T10:42:24.619" v="16" actId="20577"/>
        <pc:sldMkLst>
          <pc:docMk/>
          <pc:sldMk cId="2814956492" sldId="1209"/>
        </pc:sldMkLst>
        <pc:spChg chg="mod">
          <ac:chgData name="Feist, Ella" userId="992bbaf2-811d-42cb-a4d6-e7fc45e325e8" providerId="ADAL" clId="{2D5A83BD-47C3-4B50-BCA6-CA180166876F}" dt="2025-05-30T10:41:07.524" v="0" actId="790"/>
          <ac:spMkLst>
            <pc:docMk/>
            <pc:sldMk cId="2814956492" sldId="1209"/>
            <ac:spMk id="2" creationId="{A9A6FF77-D641-4417-92E7-11CC6238BF20}"/>
          </ac:spMkLst>
        </pc:spChg>
        <pc:spChg chg="mod">
          <ac:chgData name="Feist, Ella" userId="992bbaf2-811d-42cb-a4d6-e7fc45e325e8" providerId="ADAL" clId="{2D5A83BD-47C3-4B50-BCA6-CA180166876F}" dt="2025-05-30T10:41:07.524" v="0" actId="790"/>
          <ac:spMkLst>
            <pc:docMk/>
            <pc:sldMk cId="2814956492" sldId="1209"/>
            <ac:spMk id="3" creationId="{20F50889-D135-FF2E-B358-E4DE1A1F95FD}"/>
          </ac:spMkLst>
        </pc:spChg>
        <pc:spChg chg="mod">
          <ac:chgData name="Feist, Ella" userId="992bbaf2-811d-42cb-a4d6-e7fc45e325e8" providerId="ADAL" clId="{2D5A83BD-47C3-4B50-BCA6-CA180166876F}" dt="2025-05-30T10:41:07.524" v="0" actId="790"/>
          <ac:spMkLst>
            <pc:docMk/>
            <pc:sldMk cId="2814956492" sldId="1209"/>
            <ac:spMk id="7" creationId="{90B15789-B3B6-4872-2742-AB23AAFDA6E2}"/>
          </ac:spMkLst>
        </pc:spChg>
        <pc:graphicFrameChg chg="modGraphic">
          <ac:chgData name="Feist, Ella" userId="992bbaf2-811d-42cb-a4d6-e7fc45e325e8" providerId="ADAL" clId="{2D5A83BD-47C3-4B50-BCA6-CA180166876F}" dt="2025-05-30T10:41:07.524" v="0" actId="790"/>
          <ac:graphicFrameMkLst>
            <pc:docMk/>
            <pc:sldMk cId="2814956492" sldId="1209"/>
            <ac:graphicFrameMk id="6" creationId="{3107BC7A-57D4-7490-19C5-8EFD5CFDC589}"/>
          </ac:graphicFrameMkLst>
        </pc:graphicFrameChg>
      </pc:sldChg>
      <pc:sldChg chg="modSp mod modNotes">
        <pc:chgData name="Feist, Ella" userId="992bbaf2-811d-42cb-a4d6-e7fc45e325e8" providerId="ADAL" clId="{2D5A83BD-47C3-4B50-BCA6-CA180166876F}" dt="2025-05-30T10:42:58.935" v="28" actId="313"/>
        <pc:sldMkLst>
          <pc:docMk/>
          <pc:sldMk cId="922571186" sldId="1210"/>
        </pc:sldMkLst>
        <pc:spChg chg="mod">
          <ac:chgData name="Feist, Ella" userId="992bbaf2-811d-42cb-a4d6-e7fc45e325e8" providerId="ADAL" clId="{2D5A83BD-47C3-4B50-BCA6-CA180166876F}" dt="2025-05-30T10:41:07.524" v="0" actId="790"/>
          <ac:spMkLst>
            <pc:docMk/>
            <pc:sldMk cId="922571186" sldId="1210"/>
            <ac:spMk id="2" creationId="{A9A6FF77-D641-4417-92E7-11CC6238BF20}"/>
          </ac:spMkLst>
        </pc:spChg>
        <pc:spChg chg="mod">
          <ac:chgData name="Feist, Ella" userId="992bbaf2-811d-42cb-a4d6-e7fc45e325e8" providerId="ADAL" clId="{2D5A83BD-47C3-4B50-BCA6-CA180166876F}" dt="2025-05-30T10:41:07.524" v="0" actId="790"/>
          <ac:spMkLst>
            <pc:docMk/>
            <pc:sldMk cId="922571186" sldId="1210"/>
            <ac:spMk id="3" creationId="{4D9C2E53-780C-AE6B-CAB7-7153E4290A61}"/>
          </ac:spMkLst>
        </pc:spChg>
        <pc:spChg chg="mod">
          <ac:chgData name="Feist, Ella" userId="992bbaf2-811d-42cb-a4d6-e7fc45e325e8" providerId="ADAL" clId="{2D5A83BD-47C3-4B50-BCA6-CA180166876F}" dt="2025-05-30T10:41:07.524" v="0" actId="790"/>
          <ac:spMkLst>
            <pc:docMk/>
            <pc:sldMk cId="922571186" sldId="1210"/>
            <ac:spMk id="5" creationId="{91A8ED3D-B755-43C9-BCB1-DCF495C0C9DB}"/>
          </ac:spMkLst>
        </pc:spChg>
        <pc:spChg chg="mod">
          <ac:chgData name="Feist, Ella" userId="992bbaf2-811d-42cb-a4d6-e7fc45e325e8" providerId="ADAL" clId="{2D5A83BD-47C3-4B50-BCA6-CA180166876F}" dt="2025-05-30T10:41:07.524" v="0" actId="790"/>
          <ac:spMkLst>
            <pc:docMk/>
            <pc:sldMk cId="922571186" sldId="1210"/>
            <ac:spMk id="8" creationId="{6CBFE599-CDFE-6D25-589E-89505F6A3047}"/>
          </ac:spMkLst>
        </pc:spChg>
        <pc:graphicFrameChg chg="modGraphic">
          <ac:chgData name="Feist, Ella" userId="992bbaf2-811d-42cb-a4d6-e7fc45e325e8" providerId="ADAL" clId="{2D5A83BD-47C3-4B50-BCA6-CA180166876F}" dt="2025-05-30T10:41:07.524" v="0" actId="790"/>
          <ac:graphicFrameMkLst>
            <pc:docMk/>
            <pc:sldMk cId="922571186" sldId="1210"/>
            <ac:graphicFrameMk id="6" creationId="{F2277554-031C-CB3B-F0D4-F09BF6EF1683}"/>
          </ac:graphicFrameMkLst>
        </pc:graphicFrameChg>
      </pc:sldChg>
      <pc:sldChg chg="modSp mod">
        <pc:chgData name="Feist, Ella" userId="992bbaf2-811d-42cb-a4d6-e7fc45e325e8" providerId="ADAL" clId="{2D5A83BD-47C3-4B50-BCA6-CA180166876F}" dt="2025-05-30T10:41:07.524" v="0" actId="790"/>
        <pc:sldMkLst>
          <pc:docMk/>
          <pc:sldMk cId="1040356553" sldId="1211"/>
        </pc:sldMkLst>
        <pc:spChg chg="mod">
          <ac:chgData name="Feist, Ella" userId="992bbaf2-811d-42cb-a4d6-e7fc45e325e8" providerId="ADAL" clId="{2D5A83BD-47C3-4B50-BCA6-CA180166876F}" dt="2025-05-30T10:41:07.524" v="0" actId="790"/>
          <ac:spMkLst>
            <pc:docMk/>
            <pc:sldMk cId="1040356553" sldId="1211"/>
            <ac:spMk id="2" creationId="{9B216265-20B3-4E21-0750-856C400FF8AC}"/>
          </ac:spMkLst>
        </pc:spChg>
        <pc:spChg chg="mod">
          <ac:chgData name="Feist, Ella" userId="992bbaf2-811d-42cb-a4d6-e7fc45e325e8" providerId="ADAL" clId="{2D5A83BD-47C3-4B50-BCA6-CA180166876F}" dt="2025-05-30T10:41:07.524" v="0" actId="790"/>
          <ac:spMkLst>
            <pc:docMk/>
            <pc:sldMk cId="1040356553" sldId="1211"/>
            <ac:spMk id="4" creationId="{43B05374-7670-6D2B-B872-94DC3BBB9B90}"/>
          </ac:spMkLst>
        </pc:spChg>
        <pc:spChg chg="mod">
          <ac:chgData name="Feist, Ella" userId="992bbaf2-811d-42cb-a4d6-e7fc45e325e8" providerId="ADAL" clId="{2D5A83BD-47C3-4B50-BCA6-CA180166876F}" dt="2025-05-30T10:41:07.524" v="0" actId="790"/>
          <ac:spMkLst>
            <pc:docMk/>
            <pc:sldMk cId="1040356553" sldId="1211"/>
            <ac:spMk id="7" creationId="{6CBFE599-CDFE-6D25-589E-89505F6A3047}"/>
          </ac:spMkLst>
        </pc:spChg>
        <pc:spChg chg="mod">
          <ac:chgData name="Feist, Ella" userId="992bbaf2-811d-42cb-a4d6-e7fc45e325e8" providerId="ADAL" clId="{2D5A83BD-47C3-4B50-BCA6-CA180166876F}" dt="2025-05-30T10:41:07.524" v="0" actId="790"/>
          <ac:spMkLst>
            <pc:docMk/>
            <pc:sldMk cId="1040356553" sldId="1211"/>
            <ac:spMk id="8" creationId="{C8946749-ED42-7D8E-19A1-39388A3549C5}"/>
          </ac:spMkLst>
        </pc:spChg>
        <pc:graphicFrameChg chg="modGraphic">
          <ac:chgData name="Feist, Ella" userId="992bbaf2-811d-42cb-a4d6-e7fc45e325e8" providerId="ADAL" clId="{2D5A83BD-47C3-4B50-BCA6-CA180166876F}" dt="2025-05-30T10:41:07.524" v="0" actId="790"/>
          <ac:graphicFrameMkLst>
            <pc:docMk/>
            <pc:sldMk cId="1040356553" sldId="1211"/>
            <ac:graphicFrameMk id="10" creationId="{CECD7FBD-60F3-5E28-8B98-6ECA11601874}"/>
          </ac:graphicFrameMkLst>
        </pc:graphicFrameChg>
        <pc:graphicFrameChg chg="modGraphic">
          <ac:chgData name="Feist, Ella" userId="992bbaf2-811d-42cb-a4d6-e7fc45e325e8" providerId="ADAL" clId="{2D5A83BD-47C3-4B50-BCA6-CA180166876F}" dt="2025-05-30T10:41:07.524" v="0" actId="790"/>
          <ac:graphicFrameMkLst>
            <pc:docMk/>
            <pc:sldMk cId="1040356553" sldId="1211"/>
            <ac:graphicFrameMk id="11" creationId="{1AA23AA9-B31B-97E2-9AC9-F8F5D65296CA}"/>
          </ac:graphicFrameMkLst>
        </pc:graphicFrameChg>
      </pc:sldChg>
      <pc:sldChg chg="modSp mod">
        <pc:chgData name="Feist, Ella" userId="992bbaf2-811d-42cb-a4d6-e7fc45e325e8" providerId="ADAL" clId="{2D5A83BD-47C3-4B50-BCA6-CA180166876F}" dt="2025-05-30T10:41:07.524" v="0" actId="790"/>
        <pc:sldMkLst>
          <pc:docMk/>
          <pc:sldMk cId="1630271437" sldId="1212"/>
        </pc:sldMkLst>
        <pc:spChg chg="mod">
          <ac:chgData name="Feist, Ella" userId="992bbaf2-811d-42cb-a4d6-e7fc45e325e8" providerId="ADAL" clId="{2D5A83BD-47C3-4B50-BCA6-CA180166876F}" dt="2025-05-30T10:41:07.524" v="0" actId="790"/>
          <ac:spMkLst>
            <pc:docMk/>
            <pc:sldMk cId="1630271437" sldId="1212"/>
            <ac:spMk id="2" creationId="{A9A6FF77-D641-4417-92E7-11CC6238BF20}"/>
          </ac:spMkLst>
        </pc:spChg>
        <pc:spChg chg="mod">
          <ac:chgData name="Feist, Ella" userId="992bbaf2-811d-42cb-a4d6-e7fc45e325e8" providerId="ADAL" clId="{2D5A83BD-47C3-4B50-BCA6-CA180166876F}" dt="2025-05-30T10:41:07.524" v="0" actId="790"/>
          <ac:spMkLst>
            <pc:docMk/>
            <pc:sldMk cId="1630271437" sldId="1212"/>
            <ac:spMk id="5" creationId="{91A8ED3D-B755-43C9-BCB1-DCF495C0C9DB}"/>
          </ac:spMkLst>
        </pc:spChg>
        <pc:spChg chg="mod">
          <ac:chgData name="Feist, Ella" userId="992bbaf2-811d-42cb-a4d6-e7fc45e325e8" providerId="ADAL" clId="{2D5A83BD-47C3-4B50-BCA6-CA180166876F}" dt="2025-05-30T10:41:07.524" v="0" actId="790"/>
          <ac:spMkLst>
            <pc:docMk/>
            <pc:sldMk cId="1630271437" sldId="1212"/>
            <ac:spMk id="7" creationId="{E38C5A1E-436F-BBC7-904D-52E2C3BB5A04}"/>
          </ac:spMkLst>
        </pc:spChg>
        <pc:spChg chg="mod">
          <ac:chgData name="Feist, Ella" userId="992bbaf2-811d-42cb-a4d6-e7fc45e325e8" providerId="ADAL" clId="{2D5A83BD-47C3-4B50-BCA6-CA180166876F}" dt="2025-05-30T10:41:07.524" v="0" actId="790"/>
          <ac:spMkLst>
            <pc:docMk/>
            <pc:sldMk cId="1630271437" sldId="1212"/>
            <ac:spMk id="8" creationId="{A999269D-05A7-71AF-3A2F-8A68ABCC6436}"/>
          </ac:spMkLst>
        </pc:spChg>
        <pc:graphicFrameChg chg="modGraphic">
          <ac:chgData name="Feist, Ella" userId="992bbaf2-811d-42cb-a4d6-e7fc45e325e8" providerId="ADAL" clId="{2D5A83BD-47C3-4B50-BCA6-CA180166876F}" dt="2025-05-30T10:41:07.524" v="0" actId="790"/>
          <ac:graphicFrameMkLst>
            <pc:docMk/>
            <pc:sldMk cId="1630271437" sldId="1212"/>
            <ac:graphicFrameMk id="9" creationId="{D523AF26-692F-6C83-5080-3F6F325BA31C}"/>
          </ac:graphicFrameMkLst>
        </pc:graphicFrameChg>
      </pc:sldChg>
      <pc:sldChg chg="modSp mod">
        <pc:chgData name="Feist, Ella" userId="992bbaf2-811d-42cb-a4d6-e7fc45e325e8" providerId="ADAL" clId="{2D5A83BD-47C3-4B50-BCA6-CA180166876F}" dt="2025-05-30T10:41:07.524" v="0" actId="790"/>
        <pc:sldMkLst>
          <pc:docMk/>
          <pc:sldMk cId="3195739920" sldId="1213"/>
        </pc:sldMkLst>
        <pc:spChg chg="mod">
          <ac:chgData name="Feist, Ella" userId="992bbaf2-811d-42cb-a4d6-e7fc45e325e8" providerId="ADAL" clId="{2D5A83BD-47C3-4B50-BCA6-CA180166876F}" dt="2025-05-30T10:41:07.524" v="0" actId="790"/>
          <ac:spMkLst>
            <pc:docMk/>
            <pc:sldMk cId="3195739920" sldId="1213"/>
            <ac:spMk id="2" creationId="{A9A6FF77-D641-4417-92E7-11CC6238BF20}"/>
          </ac:spMkLst>
        </pc:spChg>
        <pc:spChg chg="mod">
          <ac:chgData name="Feist, Ella" userId="992bbaf2-811d-42cb-a4d6-e7fc45e325e8" providerId="ADAL" clId="{2D5A83BD-47C3-4B50-BCA6-CA180166876F}" dt="2025-05-30T10:41:07.524" v="0" actId="790"/>
          <ac:spMkLst>
            <pc:docMk/>
            <pc:sldMk cId="3195739920" sldId="1213"/>
            <ac:spMk id="5" creationId="{91A8ED3D-B755-43C9-BCB1-DCF495C0C9DB}"/>
          </ac:spMkLst>
        </pc:spChg>
        <pc:spChg chg="mod">
          <ac:chgData name="Feist, Ella" userId="992bbaf2-811d-42cb-a4d6-e7fc45e325e8" providerId="ADAL" clId="{2D5A83BD-47C3-4B50-BCA6-CA180166876F}" dt="2025-05-30T10:41:07.524" v="0" actId="790"/>
          <ac:spMkLst>
            <pc:docMk/>
            <pc:sldMk cId="3195739920" sldId="1213"/>
            <ac:spMk id="7" creationId="{3BE45891-6F2B-2544-B66C-B9A2F9777D47}"/>
          </ac:spMkLst>
        </pc:spChg>
        <pc:spChg chg="mod">
          <ac:chgData name="Feist, Ella" userId="992bbaf2-811d-42cb-a4d6-e7fc45e325e8" providerId="ADAL" clId="{2D5A83BD-47C3-4B50-BCA6-CA180166876F}" dt="2025-05-30T10:41:07.524" v="0" actId="790"/>
          <ac:spMkLst>
            <pc:docMk/>
            <pc:sldMk cId="3195739920" sldId="1213"/>
            <ac:spMk id="8" creationId="{BBC067E8-7395-1ABC-48BE-2D592F697B56}"/>
          </ac:spMkLst>
        </pc:spChg>
        <pc:graphicFrameChg chg="modGraphic">
          <ac:chgData name="Feist, Ella" userId="992bbaf2-811d-42cb-a4d6-e7fc45e325e8" providerId="ADAL" clId="{2D5A83BD-47C3-4B50-BCA6-CA180166876F}" dt="2025-05-30T10:41:07.524" v="0" actId="790"/>
          <ac:graphicFrameMkLst>
            <pc:docMk/>
            <pc:sldMk cId="3195739920" sldId="1213"/>
            <ac:graphicFrameMk id="9" creationId="{CE628013-0F2C-81D6-AED6-22DDDEF34774}"/>
          </ac:graphicFrameMkLst>
        </pc:graphicFrameChg>
      </pc:sldChg>
      <pc:sldChg chg="modSp mod">
        <pc:chgData name="Feist, Ella" userId="992bbaf2-811d-42cb-a4d6-e7fc45e325e8" providerId="ADAL" clId="{2D5A83BD-47C3-4B50-BCA6-CA180166876F}" dt="2025-05-30T10:41:07.524" v="0" actId="790"/>
        <pc:sldMkLst>
          <pc:docMk/>
          <pc:sldMk cId="754147341" sldId="1214"/>
        </pc:sldMkLst>
        <pc:spChg chg="mod">
          <ac:chgData name="Feist, Ella" userId="992bbaf2-811d-42cb-a4d6-e7fc45e325e8" providerId="ADAL" clId="{2D5A83BD-47C3-4B50-BCA6-CA180166876F}" dt="2025-05-30T10:41:07.524" v="0" actId="790"/>
          <ac:spMkLst>
            <pc:docMk/>
            <pc:sldMk cId="754147341" sldId="1214"/>
            <ac:spMk id="2" creationId="{9B216265-20B3-4E21-0750-856C400FF8AC}"/>
          </ac:spMkLst>
        </pc:spChg>
        <pc:spChg chg="mod">
          <ac:chgData name="Feist, Ella" userId="992bbaf2-811d-42cb-a4d6-e7fc45e325e8" providerId="ADAL" clId="{2D5A83BD-47C3-4B50-BCA6-CA180166876F}" dt="2025-05-30T10:41:07.524" v="0" actId="790"/>
          <ac:spMkLst>
            <pc:docMk/>
            <pc:sldMk cId="754147341" sldId="1214"/>
            <ac:spMk id="4" creationId="{43B05374-7670-6D2B-B872-94DC3BBB9B90}"/>
          </ac:spMkLst>
        </pc:spChg>
        <pc:spChg chg="mod">
          <ac:chgData name="Feist, Ella" userId="992bbaf2-811d-42cb-a4d6-e7fc45e325e8" providerId="ADAL" clId="{2D5A83BD-47C3-4B50-BCA6-CA180166876F}" dt="2025-05-30T10:41:07.524" v="0" actId="790"/>
          <ac:spMkLst>
            <pc:docMk/>
            <pc:sldMk cId="754147341" sldId="1214"/>
            <ac:spMk id="6" creationId="{13F2D3CF-8D52-B0EC-35E6-0D88A0778F22}"/>
          </ac:spMkLst>
        </pc:spChg>
        <pc:spChg chg="mod">
          <ac:chgData name="Feist, Ella" userId="992bbaf2-811d-42cb-a4d6-e7fc45e325e8" providerId="ADAL" clId="{2D5A83BD-47C3-4B50-BCA6-CA180166876F}" dt="2025-05-30T10:41:07.524" v="0" actId="790"/>
          <ac:spMkLst>
            <pc:docMk/>
            <pc:sldMk cId="754147341" sldId="1214"/>
            <ac:spMk id="8" creationId="{BBC067E8-7395-1ABC-48BE-2D592F697B56}"/>
          </ac:spMkLst>
        </pc:spChg>
        <pc:graphicFrameChg chg="modGraphic">
          <ac:chgData name="Feist, Ella" userId="992bbaf2-811d-42cb-a4d6-e7fc45e325e8" providerId="ADAL" clId="{2D5A83BD-47C3-4B50-BCA6-CA180166876F}" dt="2025-05-30T10:41:07.524" v="0" actId="790"/>
          <ac:graphicFrameMkLst>
            <pc:docMk/>
            <pc:sldMk cId="754147341" sldId="1214"/>
            <ac:graphicFrameMk id="10" creationId="{10FC5154-8DFF-D8F1-318A-28F1AC21342C}"/>
          </ac:graphicFrameMkLst>
        </pc:graphicFrameChg>
      </pc:sldChg>
      <pc:sldChg chg="modSp mod">
        <pc:chgData name="Feist, Ella" userId="992bbaf2-811d-42cb-a4d6-e7fc45e325e8" providerId="ADAL" clId="{2D5A83BD-47C3-4B50-BCA6-CA180166876F}" dt="2025-05-30T10:41:07.524" v="0" actId="790"/>
        <pc:sldMkLst>
          <pc:docMk/>
          <pc:sldMk cId="1130952940" sldId="1215"/>
        </pc:sldMkLst>
        <pc:spChg chg="mod">
          <ac:chgData name="Feist, Ella" userId="992bbaf2-811d-42cb-a4d6-e7fc45e325e8" providerId="ADAL" clId="{2D5A83BD-47C3-4B50-BCA6-CA180166876F}" dt="2025-05-30T10:41:07.524" v="0" actId="790"/>
          <ac:spMkLst>
            <pc:docMk/>
            <pc:sldMk cId="1130952940" sldId="1215"/>
            <ac:spMk id="2" creationId="{9B216265-20B3-4E21-0750-856C400FF8AC}"/>
          </ac:spMkLst>
        </pc:spChg>
        <pc:spChg chg="mod">
          <ac:chgData name="Feist, Ella" userId="992bbaf2-811d-42cb-a4d6-e7fc45e325e8" providerId="ADAL" clId="{2D5A83BD-47C3-4B50-BCA6-CA180166876F}" dt="2025-05-30T10:41:07.524" v="0" actId="790"/>
          <ac:spMkLst>
            <pc:docMk/>
            <pc:sldMk cId="1130952940" sldId="1215"/>
            <ac:spMk id="4" creationId="{43B05374-7670-6D2B-B872-94DC3BBB9B90}"/>
          </ac:spMkLst>
        </pc:spChg>
        <pc:spChg chg="mod">
          <ac:chgData name="Feist, Ella" userId="992bbaf2-811d-42cb-a4d6-e7fc45e325e8" providerId="ADAL" clId="{2D5A83BD-47C3-4B50-BCA6-CA180166876F}" dt="2025-05-30T10:41:07.524" v="0" actId="790"/>
          <ac:spMkLst>
            <pc:docMk/>
            <pc:sldMk cId="1130952940" sldId="1215"/>
            <ac:spMk id="7" creationId="{FF8AFF56-A5F4-685C-E640-CD802B16E658}"/>
          </ac:spMkLst>
        </pc:spChg>
        <pc:spChg chg="mod">
          <ac:chgData name="Feist, Ella" userId="992bbaf2-811d-42cb-a4d6-e7fc45e325e8" providerId="ADAL" clId="{2D5A83BD-47C3-4B50-BCA6-CA180166876F}" dt="2025-05-30T10:41:07.524" v="0" actId="790"/>
          <ac:spMkLst>
            <pc:docMk/>
            <pc:sldMk cId="1130952940" sldId="1215"/>
            <ac:spMk id="8" creationId="{BBC067E8-7395-1ABC-48BE-2D592F697B56}"/>
          </ac:spMkLst>
        </pc:spChg>
        <pc:graphicFrameChg chg="modGraphic">
          <ac:chgData name="Feist, Ella" userId="992bbaf2-811d-42cb-a4d6-e7fc45e325e8" providerId="ADAL" clId="{2D5A83BD-47C3-4B50-BCA6-CA180166876F}" dt="2025-05-30T10:41:07.524" v="0" actId="790"/>
          <ac:graphicFrameMkLst>
            <pc:docMk/>
            <pc:sldMk cId="1130952940" sldId="1215"/>
            <ac:graphicFrameMk id="9" creationId="{C40D9BE6-056A-352B-8ED4-071F676E8294}"/>
          </ac:graphicFrameMkLst>
        </pc:graphicFrameChg>
      </pc:sldChg>
      <pc:sldChg chg="modSp mod">
        <pc:chgData name="Feist, Ella" userId="992bbaf2-811d-42cb-a4d6-e7fc45e325e8" providerId="ADAL" clId="{2D5A83BD-47C3-4B50-BCA6-CA180166876F}" dt="2025-05-30T10:41:07.524" v="0" actId="790"/>
        <pc:sldMkLst>
          <pc:docMk/>
          <pc:sldMk cId="3744534961" sldId="1216"/>
        </pc:sldMkLst>
        <pc:spChg chg="mod">
          <ac:chgData name="Feist, Ella" userId="992bbaf2-811d-42cb-a4d6-e7fc45e325e8" providerId="ADAL" clId="{2D5A83BD-47C3-4B50-BCA6-CA180166876F}" dt="2025-05-30T10:41:07.524" v="0" actId="790"/>
          <ac:spMkLst>
            <pc:docMk/>
            <pc:sldMk cId="3744534961" sldId="1216"/>
            <ac:spMk id="3" creationId="{E4ED7A81-F2C1-BCB2-B498-70DEC0C9BD3C}"/>
          </ac:spMkLst>
        </pc:spChg>
        <pc:spChg chg="mod">
          <ac:chgData name="Feist, Ella" userId="992bbaf2-811d-42cb-a4d6-e7fc45e325e8" providerId="ADAL" clId="{2D5A83BD-47C3-4B50-BCA6-CA180166876F}" dt="2025-05-30T10:41:07.524" v="0" actId="790"/>
          <ac:spMkLst>
            <pc:docMk/>
            <pc:sldMk cId="3744534961" sldId="1216"/>
            <ac:spMk id="5" creationId="{91A8ED3D-B755-43C9-BCB1-DCF495C0C9DB}"/>
          </ac:spMkLst>
        </pc:spChg>
      </pc:sldChg>
      <pc:sldChg chg="modSp mod">
        <pc:chgData name="Feist, Ella" userId="992bbaf2-811d-42cb-a4d6-e7fc45e325e8" providerId="ADAL" clId="{2D5A83BD-47C3-4B50-BCA6-CA180166876F}" dt="2025-05-30T10:41:07.524" v="0" actId="790"/>
        <pc:sldMkLst>
          <pc:docMk/>
          <pc:sldMk cId="2978139095" sldId="1217"/>
        </pc:sldMkLst>
        <pc:spChg chg="mod">
          <ac:chgData name="Feist, Ella" userId="992bbaf2-811d-42cb-a4d6-e7fc45e325e8" providerId="ADAL" clId="{2D5A83BD-47C3-4B50-BCA6-CA180166876F}" dt="2025-05-30T10:41:07.524" v="0" actId="790"/>
          <ac:spMkLst>
            <pc:docMk/>
            <pc:sldMk cId="2978139095" sldId="1217"/>
            <ac:spMk id="2" creationId="{A9A6FF77-D641-4417-92E7-11CC6238BF20}"/>
          </ac:spMkLst>
        </pc:spChg>
        <pc:spChg chg="mod">
          <ac:chgData name="Feist, Ella" userId="992bbaf2-811d-42cb-a4d6-e7fc45e325e8" providerId="ADAL" clId="{2D5A83BD-47C3-4B50-BCA6-CA180166876F}" dt="2025-05-30T10:41:07.524" v="0" actId="790"/>
          <ac:spMkLst>
            <pc:docMk/>
            <pc:sldMk cId="2978139095" sldId="1217"/>
            <ac:spMk id="3" creationId="{B1F21741-3B1E-830D-B014-87575C111F44}"/>
          </ac:spMkLst>
        </pc:spChg>
        <pc:spChg chg="mod">
          <ac:chgData name="Feist, Ella" userId="992bbaf2-811d-42cb-a4d6-e7fc45e325e8" providerId="ADAL" clId="{2D5A83BD-47C3-4B50-BCA6-CA180166876F}" dt="2025-05-30T10:41:07.524" v="0" actId="790"/>
          <ac:spMkLst>
            <pc:docMk/>
            <pc:sldMk cId="2978139095" sldId="1217"/>
            <ac:spMk id="5" creationId="{91A8ED3D-B755-43C9-BCB1-DCF495C0C9DB}"/>
          </ac:spMkLst>
        </pc:spChg>
      </pc:sldChg>
      <pc:sldChg chg="modSp mod">
        <pc:chgData name="Feist, Ella" userId="992bbaf2-811d-42cb-a4d6-e7fc45e325e8" providerId="ADAL" clId="{2D5A83BD-47C3-4B50-BCA6-CA180166876F}" dt="2025-05-30T10:41:07.524" v="0" actId="790"/>
        <pc:sldMkLst>
          <pc:docMk/>
          <pc:sldMk cId="110274961" sldId="1218"/>
        </pc:sldMkLst>
        <pc:spChg chg="mod">
          <ac:chgData name="Feist, Ella" userId="992bbaf2-811d-42cb-a4d6-e7fc45e325e8" providerId="ADAL" clId="{2D5A83BD-47C3-4B50-BCA6-CA180166876F}" dt="2025-05-30T10:41:07.524" v="0" actId="790"/>
          <ac:spMkLst>
            <pc:docMk/>
            <pc:sldMk cId="110274961" sldId="1218"/>
            <ac:spMk id="2" creationId="{A9A6FF77-D641-4417-92E7-11CC6238BF20}"/>
          </ac:spMkLst>
        </pc:spChg>
        <pc:spChg chg="mod">
          <ac:chgData name="Feist, Ella" userId="992bbaf2-811d-42cb-a4d6-e7fc45e325e8" providerId="ADAL" clId="{2D5A83BD-47C3-4B50-BCA6-CA180166876F}" dt="2025-05-30T10:41:07.524" v="0" actId="790"/>
          <ac:spMkLst>
            <pc:docMk/>
            <pc:sldMk cId="110274961" sldId="1218"/>
            <ac:spMk id="3" creationId="{24ED94C1-F07E-F77B-1A86-E8B946397794}"/>
          </ac:spMkLst>
        </pc:spChg>
        <pc:spChg chg="mod">
          <ac:chgData name="Feist, Ella" userId="992bbaf2-811d-42cb-a4d6-e7fc45e325e8" providerId="ADAL" clId="{2D5A83BD-47C3-4B50-BCA6-CA180166876F}" dt="2025-05-30T10:41:07.524" v="0" actId="790"/>
          <ac:spMkLst>
            <pc:docMk/>
            <pc:sldMk cId="110274961" sldId="1218"/>
            <ac:spMk id="5" creationId="{91A8ED3D-B755-43C9-BCB1-DCF495C0C9DB}"/>
          </ac:spMkLst>
        </pc:spChg>
      </pc:sldChg>
      <pc:sldChg chg="modSp mod">
        <pc:chgData name="Feist, Ella" userId="992bbaf2-811d-42cb-a4d6-e7fc45e325e8" providerId="ADAL" clId="{2D5A83BD-47C3-4B50-BCA6-CA180166876F}" dt="2025-05-30T10:41:07.524" v="0" actId="790"/>
        <pc:sldMkLst>
          <pc:docMk/>
          <pc:sldMk cId="1923953560" sldId="1219"/>
        </pc:sldMkLst>
        <pc:spChg chg="mod">
          <ac:chgData name="Feist, Ella" userId="992bbaf2-811d-42cb-a4d6-e7fc45e325e8" providerId="ADAL" clId="{2D5A83BD-47C3-4B50-BCA6-CA180166876F}" dt="2025-05-30T10:41:07.524" v="0" actId="790"/>
          <ac:spMkLst>
            <pc:docMk/>
            <pc:sldMk cId="1923953560" sldId="1219"/>
            <ac:spMk id="2" creationId="{F111C5DB-635E-4576-A4C3-837B7E452E1E}"/>
          </ac:spMkLst>
        </pc:spChg>
        <pc:spChg chg="mod">
          <ac:chgData name="Feist, Ella" userId="992bbaf2-811d-42cb-a4d6-e7fc45e325e8" providerId="ADAL" clId="{2D5A83BD-47C3-4B50-BCA6-CA180166876F}" dt="2025-05-30T10:41:07.524" v="0" actId="790"/>
          <ac:spMkLst>
            <pc:docMk/>
            <pc:sldMk cId="1923953560" sldId="1219"/>
            <ac:spMk id="3" creationId="{AD283921-BB22-6F27-7737-CD4777886FF5}"/>
          </ac:spMkLst>
        </pc:spChg>
        <pc:spChg chg="mod">
          <ac:chgData name="Feist, Ella" userId="992bbaf2-811d-42cb-a4d6-e7fc45e325e8" providerId="ADAL" clId="{2D5A83BD-47C3-4B50-BCA6-CA180166876F}" dt="2025-05-30T10:41:07.524" v="0" actId="790"/>
          <ac:spMkLst>
            <pc:docMk/>
            <pc:sldMk cId="1923953560" sldId="1219"/>
            <ac:spMk id="6" creationId="{9ECDB192-E59C-C44D-B6D5-3E31ED8088B5}"/>
          </ac:spMkLst>
        </pc:spChg>
      </pc:sldChg>
      <pc:sldChg chg="modSp mod">
        <pc:chgData name="Feist, Ella" userId="992bbaf2-811d-42cb-a4d6-e7fc45e325e8" providerId="ADAL" clId="{2D5A83BD-47C3-4B50-BCA6-CA180166876F}" dt="2025-05-30T10:41:07.524" v="0" actId="790"/>
        <pc:sldMkLst>
          <pc:docMk/>
          <pc:sldMk cId="692221728" sldId="1220"/>
        </pc:sldMkLst>
        <pc:spChg chg="mod">
          <ac:chgData name="Feist, Ella" userId="992bbaf2-811d-42cb-a4d6-e7fc45e325e8" providerId="ADAL" clId="{2D5A83BD-47C3-4B50-BCA6-CA180166876F}" dt="2025-05-30T10:41:07.524" v="0" actId="790"/>
          <ac:spMkLst>
            <pc:docMk/>
            <pc:sldMk cId="692221728" sldId="1220"/>
            <ac:spMk id="5" creationId="{15ED18AA-8D86-223E-0882-D303EE43079E}"/>
          </ac:spMkLst>
        </pc:spChg>
        <pc:spChg chg="mod">
          <ac:chgData name="Feist, Ella" userId="992bbaf2-811d-42cb-a4d6-e7fc45e325e8" providerId="ADAL" clId="{2D5A83BD-47C3-4B50-BCA6-CA180166876F}" dt="2025-05-30T10:41:07.524" v="0" actId="790"/>
          <ac:spMkLst>
            <pc:docMk/>
            <pc:sldMk cId="692221728" sldId="1220"/>
            <ac:spMk id="6" creationId="{35E72B3C-E0F4-EFAE-3032-414C45C330AC}"/>
          </ac:spMkLst>
        </pc:spChg>
      </pc:sldChg>
      <pc:sldChg chg="modSp mod">
        <pc:chgData name="Feist, Ella" userId="992bbaf2-811d-42cb-a4d6-e7fc45e325e8" providerId="ADAL" clId="{2D5A83BD-47C3-4B50-BCA6-CA180166876F}" dt="2025-05-30T10:41:07.524" v="0" actId="790"/>
        <pc:sldMkLst>
          <pc:docMk/>
          <pc:sldMk cId="1858642930" sldId="1221"/>
        </pc:sldMkLst>
        <pc:spChg chg="mod">
          <ac:chgData name="Feist, Ella" userId="992bbaf2-811d-42cb-a4d6-e7fc45e325e8" providerId="ADAL" clId="{2D5A83BD-47C3-4B50-BCA6-CA180166876F}" dt="2025-05-30T10:41:07.524" v="0" actId="790"/>
          <ac:spMkLst>
            <pc:docMk/>
            <pc:sldMk cId="1858642930" sldId="1221"/>
            <ac:spMk id="5" creationId="{00A23DB1-5C95-A823-9D3E-161CE775B8F5}"/>
          </ac:spMkLst>
        </pc:spChg>
        <pc:spChg chg="mod">
          <ac:chgData name="Feist, Ella" userId="992bbaf2-811d-42cb-a4d6-e7fc45e325e8" providerId="ADAL" clId="{2D5A83BD-47C3-4B50-BCA6-CA180166876F}" dt="2025-05-30T10:41:07.524" v="0" actId="790"/>
          <ac:spMkLst>
            <pc:docMk/>
            <pc:sldMk cId="1858642930" sldId="1221"/>
            <ac:spMk id="6" creationId="{9E374D37-C774-EF7A-73B0-DA9E40CE63BD}"/>
          </ac:spMkLst>
        </pc:spChg>
      </pc:sldChg>
      <pc:sldChg chg="modSp mod">
        <pc:chgData name="Feist, Ella" userId="992bbaf2-811d-42cb-a4d6-e7fc45e325e8" providerId="ADAL" clId="{2D5A83BD-47C3-4B50-BCA6-CA180166876F}" dt="2025-05-30T10:41:07.524" v="0" actId="790"/>
        <pc:sldMkLst>
          <pc:docMk/>
          <pc:sldMk cId="203526778" sldId="1634"/>
        </pc:sldMkLst>
        <pc:spChg chg="mod">
          <ac:chgData name="Feist, Ella" userId="992bbaf2-811d-42cb-a4d6-e7fc45e325e8" providerId="ADAL" clId="{2D5A83BD-47C3-4B50-BCA6-CA180166876F}" dt="2025-05-30T10:41:07.524" v="0" actId="790"/>
          <ac:spMkLst>
            <pc:docMk/>
            <pc:sldMk cId="203526778" sldId="1634"/>
            <ac:spMk id="2" creationId="{D7EC235F-614F-714E-A97F-4FF50EFF14FD}"/>
          </ac:spMkLst>
        </pc:spChg>
        <pc:spChg chg="mod">
          <ac:chgData name="Feist, Ella" userId="992bbaf2-811d-42cb-a4d6-e7fc45e325e8" providerId="ADAL" clId="{2D5A83BD-47C3-4B50-BCA6-CA180166876F}" dt="2025-05-30T10:41:07.524" v="0" actId="790"/>
          <ac:spMkLst>
            <pc:docMk/>
            <pc:sldMk cId="203526778" sldId="1634"/>
            <ac:spMk id="4" creationId="{E9C5A723-C0B1-124B-8CB6-AA3105C9A4E6}"/>
          </ac:spMkLst>
        </pc:spChg>
        <pc:spChg chg="mod">
          <ac:chgData name="Feist, Ella" userId="992bbaf2-811d-42cb-a4d6-e7fc45e325e8" providerId="ADAL" clId="{2D5A83BD-47C3-4B50-BCA6-CA180166876F}" dt="2025-05-30T10:41:07.524" v="0" actId="790"/>
          <ac:spMkLst>
            <pc:docMk/>
            <pc:sldMk cId="203526778" sldId="1634"/>
            <ac:spMk id="5" creationId="{979A5E23-6065-D476-460C-1C46CF38262F}"/>
          </ac:spMkLst>
        </pc:spChg>
      </pc:sldChg>
    </pc:docChg>
  </pc:docChgLst>
  <pc:docChgLst>
    <pc:chgData name="Feist, Ella" userId="992bbaf2-811d-42cb-a4d6-e7fc45e325e8" providerId="ADAL" clId="{A0741DA7-898F-4C16-9EBD-BB719830EF52}"/>
    <pc:docChg chg="undo custSel addSld delSld modSld delMainMaster modSection">
      <pc:chgData name="Feist, Ella" userId="992bbaf2-811d-42cb-a4d6-e7fc45e325e8" providerId="ADAL" clId="{A0741DA7-898F-4C16-9EBD-BB719830EF52}" dt="2025-05-28T07:58:50.395" v="502" actId="313"/>
      <pc:docMkLst>
        <pc:docMk/>
      </pc:docMkLst>
      <pc:sldChg chg="add del">
        <pc:chgData name="Feist, Ella" userId="992bbaf2-811d-42cb-a4d6-e7fc45e325e8" providerId="ADAL" clId="{A0741DA7-898F-4C16-9EBD-BB719830EF52}" dt="2025-05-27T16:03:36.276" v="13" actId="47"/>
        <pc:sldMkLst>
          <pc:docMk/>
          <pc:sldMk cId="2254455563" sldId="373"/>
        </pc:sldMkLst>
      </pc:sldChg>
      <pc:sldChg chg="modSp mod">
        <pc:chgData name="Feist, Ella" userId="992bbaf2-811d-42cb-a4d6-e7fc45e325e8" providerId="ADAL" clId="{A0741DA7-898F-4C16-9EBD-BB719830EF52}" dt="2025-05-28T07:58:34.787" v="498" actId="790"/>
        <pc:sldMkLst>
          <pc:docMk/>
          <pc:sldMk cId="731661529" sldId="672"/>
        </pc:sldMkLst>
        <pc:spChg chg="mod">
          <ac:chgData name="Feist, Ella" userId="992bbaf2-811d-42cb-a4d6-e7fc45e325e8" providerId="ADAL" clId="{A0741DA7-898F-4C16-9EBD-BB719830EF52}" dt="2025-05-28T07:58:34.787" v="498" actId="790"/>
          <ac:spMkLst>
            <pc:docMk/>
            <pc:sldMk cId="731661529" sldId="672"/>
            <ac:spMk id="2" creationId="{A9A6FF77-D641-4417-92E7-11CC6238BF20}"/>
          </ac:spMkLst>
        </pc:spChg>
        <pc:spChg chg="mod">
          <ac:chgData name="Feist, Ella" userId="992bbaf2-811d-42cb-a4d6-e7fc45e325e8" providerId="ADAL" clId="{A0741DA7-898F-4C16-9EBD-BB719830EF52}" dt="2025-05-28T07:58:34.787" v="498" actId="790"/>
          <ac:spMkLst>
            <pc:docMk/>
            <pc:sldMk cId="731661529" sldId="672"/>
            <ac:spMk id="5" creationId="{91A8ED3D-B755-43C9-BCB1-DCF495C0C9DB}"/>
          </ac:spMkLst>
        </pc:spChg>
        <pc:spChg chg="mod">
          <ac:chgData name="Feist, Ella" userId="992bbaf2-811d-42cb-a4d6-e7fc45e325e8" providerId="ADAL" clId="{A0741DA7-898F-4C16-9EBD-BB719830EF52}" dt="2025-05-28T07:58:34.787" v="498" actId="790"/>
          <ac:spMkLst>
            <pc:docMk/>
            <pc:sldMk cId="731661529" sldId="672"/>
            <ac:spMk id="10" creationId="{D91C1BC1-E3DE-F757-2F8A-44553A1E6A94}"/>
          </ac:spMkLst>
        </pc:spChg>
        <pc:spChg chg="mod">
          <ac:chgData name="Feist, Ella" userId="992bbaf2-811d-42cb-a4d6-e7fc45e325e8" providerId="ADAL" clId="{A0741DA7-898F-4C16-9EBD-BB719830EF52}" dt="2025-05-28T07:58:34.787" v="498" actId="790"/>
          <ac:spMkLst>
            <pc:docMk/>
            <pc:sldMk cId="731661529" sldId="672"/>
            <ac:spMk id="11" creationId="{046CE9F6-F1E2-E8F7-70C9-2BCC240BB835}"/>
          </ac:spMkLst>
        </pc:spChg>
        <pc:spChg chg="mod">
          <ac:chgData name="Feist, Ella" userId="992bbaf2-811d-42cb-a4d6-e7fc45e325e8" providerId="ADAL" clId="{A0741DA7-898F-4C16-9EBD-BB719830EF52}" dt="2025-05-28T07:58:34.787" v="498" actId="790"/>
          <ac:spMkLst>
            <pc:docMk/>
            <pc:sldMk cId="731661529" sldId="672"/>
            <ac:spMk id="12" creationId="{2F849BFD-BF2A-F8DF-3A77-5BB2827350A8}"/>
          </ac:spMkLst>
        </pc:spChg>
        <pc:spChg chg="mod">
          <ac:chgData name="Feist, Ella" userId="992bbaf2-811d-42cb-a4d6-e7fc45e325e8" providerId="ADAL" clId="{A0741DA7-898F-4C16-9EBD-BB719830EF52}" dt="2025-05-28T07:58:34.787" v="498" actId="790"/>
          <ac:spMkLst>
            <pc:docMk/>
            <pc:sldMk cId="731661529" sldId="672"/>
            <ac:spMk id="13" creationId="{9CB5B5E0-1847-3DD3-B510-6AD34FCAF7D9}"/>
          </ac:spMkLst>
        </pc:spChg>
        <pc:spChg chg="mod">
          <ac:chgData name="Feist, Ella" userId="992bbaf2-811d-42cb-a4d6-e7fc45e325e8" providerId="ADAL" clId="{A0741DA7-898F-4C16-9EBD-BB719830EF52}" dt="2025-05-28T07:58:34.787" v="498" actId="790"/>
          <ac:spMkLst>
            <pc:docMk/>
            <pc:sldMk cId="731661529" sldId="672"/>
            <ac:spMk id="16" creationId="{6AB472EE-1512-F9A4-1AF3-6E8B69FCB1D7}"/>
          </ac:spMkLst>
        </pc:spChg>
        <pc:spChg chg="mod">
          <ac:chgData name="Feist, Ella" userId="992bbaf2-811d-42cb-a4d6-e7fc45e325e8" providerId="ADAL" clId="{A0741DA7-898F-4C16-9EBD-BB719830EF52}" dt="2025-05-28T07:58:34.787" v="498" actId="790"/>
          <ac:spMkLst>
            <pc:docMk/>
            <pc:sldMk cId="731661529" sldId="672"/>
            <ac:spMk id="17" creationId="{1F478EEF-01A3-7D52-8488-E87DCAD3D994}"/>
          </ac:spMkLst>
        </pc:spChg>
        <pc:spChg chg="mod">
          <ac:chgData name="Feist, Ella" userId="992bbaf2-811d-42cb-a4d6-e7fc45e325e8" providerId="ADAL" clId="{A0741DA7-898F-4C16-9EBD-BB719830EF52}" dt="2025-05-28T07:58:34.787" v="498" actId="790"/>
          <ac:spMkLst>
            <pc:docMk/>
            <pc:sldMk cId="731661529" sldId="672"/>
            <ac:spMk id="18" creationId="{5E817291-09C0-D66A-0EC8-FE00FE9B6E3A}"/>
          </ac:spMkLst>
        </pc:spChg>
        <pc:spChg chg="mod">
          <ac:chgData name="Feist, Ella" userId="992bbaf2-811d-42cb-a4d6-e7fc45e325e8" providerId="ADAL" clId="{A0741DA7-898F-4C16-9EBD-BB719830EF52}" dt="2025-05-28T07:58:34.787" v="498" actId="790"/>
          <ac:spMkLst>
            <pc:docMk/>
            <pc:sldMk cId="731661529" sldId="672"/>
            <ac:spMk id="19" creationId="{0FA17836-D718-B104-A123-C0C731DEF875}"/>
          </ac:spMkLst>
        </pc:spChg>
      </pc:sldChg>
      <pc:sldChg chg="modSp mod">
        <pc:chgData name="Feist, Ella" userId="992bbaf2-811d-42cb-a4d6-e7fc45e325e8" providerId="ADAL" clId="{A0741DA7-898F-4C16-9EBD-BB719830EF52}" dt="2025-05-28T07:58:34.787" v="498" actId="790"/>
        <pc:sldMkLst>
          <pc:docMk/>
          <pc:sldMk cId="3090328751" sldId="673"/>
        </pc:sldMkLst>
        <pc:spChg chg="mod">
          <ac:chgData name="Feist, Ella" userId="992bbaf2-811d-42cb-a4d6-e7fc45e325e8" providerId="ADAL" clId="{A0741DA7-898F-4C16-9EBD-BB719830EF52}" dt="2025-05-28T07:58:34.787" v="498" actId="790"/>
          <ac:spMkLst>
            <pc:docMk/>
            <pc:sldMk cId="3090328751" sldId="673"/>
            <ac:spMk id="2" creationId="{A9A6FF77-D641-4417-92E7-11CC6238BF20}"/>
          </ac:spMkLst>
        </pc:spChg>
        <pc:spChg chg="mod">
          <ac:chgData name="Feist, Ella" userId="992bbaf2-811d-42cb-a4d6-e7fc45e325e8" providerId="ADAL" clId="{A0741DA7-898F-4C16-9EBD-BB719830EF52}" dt="2025-05-28T07:58:34.787" v="498" actId="790"/>
          <ac:spMkLst>
            <pc:docMk/>
            <pc:sldMk cId="3090328751" sldId="673"/>
            <ac:spMk id="5" creationId="{91A8ED3D-B755-43C9-BCB1-DCF495C0C9DB}"/>
          </ac:spMkLst>
        </pc:spChg>
        <pc:spChg chg="mod">
          <ac:chgData name="Feist, Ella" userId="992bbaf2-811d-42cb-a4d6-e7fc45e325e8" providerId="ADAL" clId="{A0741DA7-898F-4C16-9EBD-BB719830EF52}" dt="2025-05-28T07:58:34.787" v="498" actId="790"/>
          <ac:spMkLst>
            <pc:docMk/>
            <pc:sldMk cId="3090328751" sldId="673"/>
            <ac:spMk id="10" creationId="{DE1A6A10-C84B-AB2B-899C-1FF24E4B9DBE}"/>
          </ac:spMkLst>
        </pc:spChg>
        <pc:spChg chg="mod">
          <ac:chgData name="Feist, Ella" userId="992bbaf2-811d-42cb-a4d6-e7fc45e325e8" providerId="ADAL" clId="{A0741DA7-898F-4C16-9EBD-BB719830EF52}" dt="2025-05-28T07:58:34.787" v="498" actId="790"/>
          <ac:spMkLst>
            <pc:docMk/>
            <pc:sldMk cId="3090328751" sldId="673"/>
            <ac:spMk id="11" creationId="{B1698BB6-DF90-5E8D-A8E4-1F1A49692917}"/>
          </ac:spMkLst>
        </pc:spChg>
        <pc:spChg chg="mod">
          <ac:chgData name="Feist, Ella" userId="992bbaf2-811d-42cb-a4d6-e7fc45e325e8" providerId="ADAL" clId="{A0741DA7-898F-4C16-9EBD-BB719830EF52}" dt="2025-05-28T07:58:34.787" v="498" actId="790"/>
          <ac:spMkLst>
            <pc:docMk/>
            <pc:sldMk cId="3090328751" sldId="673"/>
            <ac:spMk id="12" creationId="{084B9D78-61B0-709C-E0CC-0412642A4704}"/>
          </ac:spMkLst>
        </pc:spChg>
        <pc:spChg chg="mod">
          <ac:chgData name="Feist, Ella" userId="992bbaf2-811d-42cb-a4d6-e7fc45e325e8" providerId="ADAL" clId="{A0741DA7-898F-4C16-9EBD-BB719830EF52}" dt="2025-05-28T07:58:34.787" v="498" actId="790"/>
          <ac:spMkLst>
            <pc:docMk/>
            <pc:sldMk cId="3090328751" sldId="673"/>
            <ac:spMk id="13" creationId="{FD428141-C8DF-1FEF-8819-35B05D7D4C56}"/>
          </ac:spMkLst>
        </pc:spChg>
        <pc:spChg chg="mod">
          <ac:chgData name="Feist, Ella" userId="992bbaf2-811d-42cb-a4d6-e7fc45e325e8" providerId="ADAL" clId="{A0741DA7-898F-4C16-9EBD-BB719830EF52}" dt="2025-05-28T07:58:34.787" v="498" actId="790"/>
          <ac:spMkLst>
            <pc:docMk/>
            <pc:sldMk cId="3090328751" sldId="673"/>
            <ac:spMk id="15" creationId="{41DE3AF4-9D8B-8031-8BB3-0DC8EA57E6FF}"/>
          </ac:spMkLst>
        </pc:spChg>
        <pc:spChg chg="mod">
          <ac:chgData name="Feist, Ella" userId="992bbaf2-811d-42cb-a4d6-e7fc45e325e8" providerId="ADAL" clId="{A0741DA7-898F-4C16-9EBD-BB719830EF52}" dt="2025-05-28T07:58:34.787" v="498" actId="790"/>
          <ac:spMkLst>
            <pc:docMk/>
            <pc:sldMk cId="3090328751" sldId="673"/>
            <ac:spMk id="17" creationId="{81B7FC8E-24F7-63F8-B8A3-7A3DCFAA4C7D}"/>
          </ac:spMkLst>
        </pc:spChg>
        <pc:spChg chg="mod">
          <ac:chgData name="Feist, Ella" userId="992bbaf2-811d-42cb-a4d6-e7fc45e325e8" providerId="ADAL" clId="{A0741DA7-898F-4C16-9EBD-BB719830EF52}" dt="2025-05-28T07:58:34.787" v="498" actId="790"/>
          <ac:spMkLst>
            <pc:docMk/>
            <pc:sldMk cId="3090328751" sldId="673"/>
            <ac:spMk id="18" creationId="{46A5C315-3FF1-197B-B21D-735DFB3A1B5C}"/>
          </ac:spMkLst>
        </pc:spChg>
        <pc:spChg chg="mod">
          <ac:chgData name="Feist, Ella" userId="992bbaf2-811d-42cb-a4d6-e7fc45e325e8" providerId="ADAL" clId="{A0741DA7-898F-4C16-9EBD-BB719830EF52}" dt="2025-05-28T07:58:34.787" v="498" actId="790"/>
          <ac:spMkLst>
            <pc:docMk/>
            <pc:sldMk cId="3090328751" sldId="673"/>
            <ac:spMk id="19" creationId="{805C4642-BE74-2792-483C-154CE3144293}"/>
          </ac:spMkLst>
        </pc:spChg>
      </pc:sldChg>
      <pc:sldChg chg="modSp mod">
        <pc:chgData name="Feist, Ella" userId="992bbaf2-811d-42cb-a4d6-e7fc45e325e8" providerId="ADAL" clId="{A0741DA7-898F-4C16-9EBD-BB719830EF52}" dt="2025-05-28T07:58:34.787" v="498" actId="790"/>
        <pc:sldMkLst>
          <pc:docMk/>
          <pc:sldMk cId="2040744970" sldId="675"/>
        </pc:sldMkLst>
        <pc:spChg chg="mod">
          <ac:chgData name="Feist, Ella" userId="992bbaf2-811d-42cb-a4d6-e7fc45e325e8" providerId="ADAL" clId="{A0741DA7-898F-4C16-9EBD-BB719830EF52}" dt="2025-05-28T07:58:34.787" v="498" actId="790"/>
          <ac:spMkLst>
            <pc:docMk/>
            <pc:sldMk cId="2040744970" sldId="675"/>
            <ac:spMk id="2" creationId="{D068BD06-4256-911E-C2A9-70A0C706331B}"/>
          </ac:spMkLst>
        </pc:spChg>
        <pc:spChg chg="mod">
          <ac:chgData name="Feist, Ella" userId="992bbaf2-811d-42cb-a4d6-e7fc45e325e8" providerId="ADAL" clId="{A0741DA7-898F-4C16-9EBD-BB719830EF52}" dt="2025-05-28T07:58:34.787" v="498" actId="790"/>
          <ac:spMkLst>
            <pc:docMk/>
            <pc:sldMk cId="2040744970" sldId="675"/>
            <ac:spMk id="4" creationId="{9ED32BBC-8A3B-5FB1-DB0F-B65F461BDA2D}"/>
          </ac:spMkLst>
        </pc:spChg>
      </pc:sldChg>
      <pc:sldChg chg="modSp mod modNotesTx">
        <pc:chgData name="Feist, Ella" userId="992bbaf2-811d-42cb-a4d6-e7fc45e325e8" providerId="ADAL" clId="{A0741DA7-898F-4C16-9EBD-BB719830EF52}" dt="2025-05-28T07:58:34.787" v="498" actId="790"/>
        <pc:sldMkLst>
          <pc:docMk/>
          <pc:sldMk cId="2320680317" sldId="678"/>
        </pc:sldMkLst>
        <pc:spChg chg="mod">
          <ac:chgData name="Feist, Ella" userId="992bbaf2-811d-42cb-a4d6-e7fc45e325e8" providerId="ADAL" clId="{A0741DA7-898F-4C16-9EBD-BB719830EF52}" dt="2025-05-28T07:58:34.787" v="498" actId="790"/>
          <ac:spMkLst>
            <pc:docMk/>
            <pc:sldMk cId="2320680317" sldId="678"/>
            <ac:spMk id="2" creationId="{A9A6FF77-D641-4417-92E7-11CC6238BF20}"/>
          </ac:spMkLst>
        </pc:spChg>
        <pc:spChg chg="mod">
          <ac:chgData name="Feist, Ella" userId="992bbaf2-811d-42cb-a4d6-e7fc45e325e8" providerId="ADAL" clId="{A0741DA7-898F-4C16-9EBD-BB719830EF52}" dt="2025-05-28T07:58:34.787" v="498" actId="790"/>
          <ac:spMkLst>
            <pc:docMk/>
            <pc:sldMk cId="2320680317" sldId="678"/>
            <ac:spMk id="3" creationId="{92CC1E74-B63C-6589-6B08-A4C6216FE5C1}"/>
          </ac:spMkLst>
        </pc:spChg>
        <pc:spChg chg="mod">
          <ac:chgData name="Feist, Ella" userId="992bbaf2-811d-42cb-a4d6-e7fc45e325e8" providerId="ADAL" clId="{A0741DA7-898F-4C16-9EBD-BB719830EF52}" dt="2025-05-28T07:58:34.787" v="498" actId="790"/>
          <ac:spMkLst>
            <pc:docMk/>
            <pc:sldMk cId="2320680317" sldId="678"/>
            <ac:spMk id="4" creationId="{DA05641C-07F3-5D52-A396-E5ABCF5A9EA2}"/>
          </ac:spMkLst>
        </pc:spChg>
        <pc:spChg chg="mod">
          <ac:chgData name="Feist, Ella" userId="992bbaf2-811d-42cb-a4d6-e7fc45e325e8" providerId="ADAL" clId="{A0741DA7-898F-4C16-9EBD-BB719830EF52}" dt="2025-05-28T07:58:34.787" v="498" actId="790"/>
          <ac:spMkLst>
            <pc:docMk/>
            <pc:sldMk cId="2320680317" sldId="678"/>
            <ac:spMk id="5" creationId="{91A8ED3D-B755-43C9-BCB1-DCF495C0C9DB}"/>
          </ac:spMkLst>
        </pc:spChg>
        <pc:spChg chg="mod">
          <ac:chgData name="Feist, Ella" userId="992bbaf2-811d-42cb-a4d6-e7fc45e325e8" providerId="ADAL" clId="{A0741DA7-898F-4C16-9EBD-BB719830EF52}" dt="2025-05-28T07:58:34.787" v="498" actId="790"/>
          <ac:spMkLst>
            <pc:docMk/>
            <pc:sldMk cId="2320680317" sldId="678"/>
            <ac:spMk id="10" creationId="{BE571A36-40B3-ED70-00D1-26967255A2DA}"/>
          </ac:spMkLst>
        </pc:spChg>
        <pc:spChg chg="mod">
          <ac:chgData name="Feist, Ella" userId="992bbaf2-811d-42cb-a4d6-e7fc45e325e8" providerId="ADAL" clId="{A0741DA7-898F-4C16-9EBD-BB719830EF52}" dt="2025-05-28T07:58:34.787" v="498" actId="790"/>
          <ac:spMkLst>
            <pc:docMk/>
            <pc:sldMk cId="2320680317" sldId="678"/>
            <ac:spMk id="14" creationId="{69E532E2-EADC-EB59-B4CE-94028B075604}"/>
          </ac:spMkLst>
        </pc:spChg>
        <pc:spChg chg="mod">
          <ac:chgData name="Feist, Ella" userId="992bbaf2-811d-42cb-a4d6-e7fc45e325e8" providerId="ADAL" clId="{A0741DA7-898F-4C16-9EBD-BB719830EF52}" dt="2025-05-28T07:58:34.787" v="498" actId="790"/>
          <ac:spMkLst>
            <pc:docMk/>
            <pc:sldMk cId="2320680317" sldId="678"/>
            <ac:spMk id="15" creationId="{FEB4F3C8-34AF-2E07-B731-4EA784959C68}"/>
          </ac:spMkLst>
        </pc:spChg>
        <pc:spChg chg="mod">
          <ac:chgData name="Feist, Ella" userId="992bbaf2-811d-42cb-a4d6-e7fc45e325e8" providerId="ADAL" clId="{A0741DA7-898F-4C16-9EBD-BB719830EF52}" dt="2025-05-28T07:58:34.787" v="498" actId="790"/>
          <ac:spMkLst>
            <pc:docMk/>
            <pc:sldMk cId="2320680317" sldId="678"/>
            <ac:spMk id="16" creationId="{822762E7-61FA-0B0F-A080-C0AE92D70B03}"/>
          </ac:spMkLst>
        </pc:spChg>
      </pc:sldChg>
      <pc:sldChg chg="delSp modSp mod modNotesTx">
        <pc:chgData name="Feist, Ella" userId="992bbaf2-811d-42cb-a4d6-e7fc45e325e8" providerId="ADAL" clId="{A0741DA7-898F-4C16-9EBD-BB719830EF52}" dt="2025-05-28T07:58:34.787" v="498" actId="790"/>
        <pc:sldMkLst>
          <pc:docMk/>
          <pc:sldMk cId="3170812956" sldId="681"/>
        </pc:sldMkLst>
        <pc:spChg chg="mod">
          <ac:chgData name="Feist, Ella" userId="992bbaf2-811d-42cb-a4d6-e7fc45e325e8" providerId="ADAL" clId="{A0741DA7-898F-4C16-9EBD-BB719830EF52}" dt="2025-05-28T07:58:34.787" v="498" actId="790"/>
          <ac:spMkLst>
            <pc:docMk/>
            <pc:sldMk cId="3170812956" sldId="681"/>
            <ac:spMk id="2" creationId="{A9A6FF77-D641-4417-92E7-11CC6238BF20}"/>
          </ac:spMkLst>
        </pc:spChg>
        <pc:spChg chg="mod">
          <ac:chgData name="Feist, Ella" userId="992bbaf2-811d-42cb-a4d6-e7fc45e325e8" providerId="ADAL" clId="{A0741DA7-898F-4C16-9EBD-BB719830EF52}" dt="2025-05-28T07:58:34.787" v="498" actId="790"/>
          <ac:spMkLst>
            <pc:docMk/>
            <pc:sldMk cId="3170812956" sldId="681"/>
            <ac:spMk id="3" creationId="{81435418-2A86-3643-C26D-FA2F92E06BC0}"/>
          </ac:spMkLst>
        </pc:spChg>
        <pc:spChg chg="mod">
          <ac:chgData name="Feist, Ella" userId="992bbaf2-811d-42cb-a4d6-e7fc45e325e8" providerId="ADAL" clId="{A0741DA7-898F-4C16-9EBD-BB719830EF52}" dt="2025-05-28T07:58:34.787" v="498" actId="790"/>
          <ac:spMkLst>
            <pc:docMk/>
            <pc:sldMk cId="3170812956" sldId="681"/>
            <ac:spMk id="7" creationId="{90B15789-B3B6-4872-2742-AB23AAFDA6E2}"/>
          </ac:spMkLst>
        </pc:spChg>
        <pc:graphicFrameChg chg="mod modGraphic">
          <ac:chgData name="Feist, Ella" userId="992bbaf2-811d-42cb-a4d6-e7fc45e325e8" providerId="ADAL" clId="{A0741DA7-898F-4C16-9EBD-BB719830EF52}" dt="2025-05-28T07:58:34.787" v="498" actId="790"/>
          <ac:graphicFrameMkLst>
            <pc:docMk/>
            <pc:sldMk cId="3170812956" sldId="681"/>
            <ac:graphicFrameMk id="6" creationId="{4AC8918B-6B55-039D-5732-DB2A4A4ADA14}"/>
          </ac:graphicFrameMkLst>
        </pc:graphicFrameChg>
      </pc:sldChg>
      <pc:sldChg chg="modSp mod">
        <pc:chgData name="Feist, Ella" userId="992bbaf2-811d-42cb-a4d6-e7fc45e325e8" providerId="ADAL" clId="{A0741DA7-898F-4C16-9EBD-BB719830EF52}" dt="2025-05-28T07:58:34.787" v="498" actId="790"/>
        <pc:sldMkLst>
          <pc:docMk/>
          <pc:sldMk cId="2348102601" sldId="684"/>
        </pc:sldMkLst>
        <pc:spChg chg="mod">
          <ac:chgData name="Feist, Ella" userId="992bbaf2-811d-42cb-a4d6-e7fc45e325e8" providerId="ADAL" clId="{A0741DA7-898F-4C16-9EBD-BB719830EF52}" dt="2025-05-28T07:58:34.787" v="498" actId="790"/>
          <ac:spMkLst>
            <pc:docMk/>
            <pc:sldMk cId="2348102601" sldId="684"/>
            <ac:spMk id="2" creationId="{A9A6FF77-D641-4417-92E7-11CC6238BF20}"/>
          </ac:spMkLst>
        </pc:spChg>
        <pc:spChg chg="mod">
          <ac:chgData name="Feist, Ella" userId="992bbaf2-811d-42cb-a4d6-e7fc45e325e8" providerId="ADAL" clId="{A0741DA7-898F-4C16-9EBD-BB719830EF52}" dt="2025-05-28T07:58:34.787" v="498" actId="790"/>
          <ac:spMkLst>
            <pc:docMk/>
            <pc:sldMk cId="2348102601" sldId="684"/>
            <ac:spMk id="5" creationId="{91A8ED3D-B755-43C9-BCB1-DCF495C0C9DB}"/>
          </ac:spMkLst>
        </pc:spChg>
        <pc:spChg chg="mod">
          <ac:chgData name="Feist, Ella" userId="992bbaf2-811d-42cb-a4d6-e7fc45e325e8" providerId="ADAL" clId="{A0741DA7-898F-4C16-9EBD-BB719830EF52}" dt="2025-05-28T07:58:34.787" v="498" actId="790"/>
          <ac:spMkLst>
            <pc:docMk/>
            <pc:sldMk cId="2348102601" sldId="684"/>
            <ac:spMk id="8" creationId="{9EEF8D47-51AA-7306-A4EC-DCBC6F523AFD}"/>
          </ac:spMkLst>
        </pc:spChg>
        <pc:spChg chg="mod">
          <ac:chgData name="Feist, Ella" userId="992bbaf2-811d-42cb-a4d6-e7fc45e325e8" providerId="ADAL" clId="{A0741DA7-898F-4C16-9EBD-BB719830EF52}" dt="2025-05-28T07:58:34.787" v="498" actId="790"/>
          <ac:spMkLst>
            <pc:docMk/>
            <pc:sldMk cId="2348102601" sldId="684"/>
            <ac:spMk id="9" creationId="{90B15789-B3B6-4872-2742-AB23AAFDA6E2}"/>
          </ac:spMkLst>
        </pc:spChg>
        <pc:graphicFrameChg chg="mod modGraphic">
          <ac:chgData name="Feist, Ella" userId="992bbaf2-811d-42cb-a4d6-e7fc45e325e8" providerId="ADAL" clId="{A0741DA7-898F-4C16-9EBD-BB719830EF52}" dt="2025-05-28T07:58:34.787" v="498" actId="790"/>
          <ac:graphicFrameMkLst>
            <pc:docMk/>
            <pc:sldMk cId="2348102601" sldId="684"/>
            <ac:graphicFrameMk id="6" creationId="{67F6488E-F190-61DE-6B77-674AD7C35419}"/>
          </ac:graphicFrameMkLst>
        </pc:graphicFrameChg>
      </pc:sldChg>
      <pc:sldChg chg="modSp mod">
        <pc:chgData name="Feist, Ella" userId="992bbaf2-811d-42cb-a4d6-e7fc45e325e8" providerId="ADAL" clId="{A0741DA7-898F-4C16-9EBD-BB719830EF52}" dt="2025-05-28T07:58:34.787" v="498" actId="790"/>
        <pc:sldMkLst>
          <pc:docMk/>
          <pc:sldMk cId="3496031698" sldId="685"/>
        </pc:sldMkLst>
        <pc:spChg chg="mod">
          <ac:chgData name="Feist, Ella" userId="992bbaf2-811d-42cb-a4d6-e7fc45e325e8" providerId="ADAL" clId="{A0741DA7-898F-4C16-9EBD-BB719830EF52}" dt="2025-05-28T07:58:34.787" v="498" actId="790"/>
          <ac:spMkLst>
            <pc:docMk/>
            <pc:sldMk cId="3496031698" sldId="685"/>
            <ac:spMk id="2" creationId="{A9A6FF77-D641-4417-92E7-11CC6238BF20}"/>
          </ac:spMkLst>
        </pc:spChg>
        <pc:spChg chg="mod">
          <ac:chgData name="Feist, Ella" userId="992bbaf2-811d-42cb-a4d6-e7fc45e325e8" providerId="ADAL" clId="{A0741DA7-898F-4C16-9EBD-BB719830EF52}" dt="2025-05-28T07:58:34.787" v="498" actId="790"/>
          <ac:spMkLst>
            <pc:docMk/>
            <pc:sldMk cId="3496031698" sldId="685"/>
            <ac:spMk id="5" creationId="{91A8ED3D-B755-43C9-BCB1-DCF495C0C9DB}"/>
          </ac:spMkLst>
        </pc:spChg>
        <pc:spChg chg="mod">
          <ac:chgData name="Feist, Ella" userId="992bbaf2-811d-42cb-a4d6-e7fc45e325e8" providerId="ADAL" clId="{A0741DA7-898F-4C16-9EBD-BB719830EF52}" dt="2025-05-28T07:58:34.787" v="498" actId="790"/>
          <ac:spMkLst>
            <pc:docMk/>
            <pc:sldMk cId="3496031698" sldId="685"/>
            <ac:spMk id="7" creationId="{310B6FDC-0E33-67E3-504E-95D1850665D3}"/>
          </ac:spMkLst>
        </pc:spChg>
        <pc:spChg chg="mod">
          <ac:chgData name="Feist, Ella" userId="992bbaf2-811d-42cb-a4d6-e7fc45e325e8" providerId="ADAL" clId="{A0741DA7-898F-4C16-9EBD-BB719830EF52}" dt="2025-05-28T07:58:34.787" v="498" actId="790"/>
          <ac:spMkLst>
            <pc:docMk/>
            <pc:sldMk cId="3496031698" sldId="685"/>
            <ac:spMk id="8" creationId="{A999269D-05A7-71AF-3A2F-8A68ABCC6436}"/>
          </ac:spMkLst>
        </pc:spChg>
        <pc:graphicFrameChg chg="mod modGraphic">
          <ac:chgData name="Feist, Ella" userId="992bbaf2-811d-42cb-a4d6-e7fc45e325e8" providerId="ADAL" clId="{A0741DA7-898F-4C16-9EBD-BB719830EF52}" dt="2025-05-28T07:58:34.787" v="498" actId="790"/>
          <ac:graphicFrameMkLst>
            <pc:docMk/>
            <pc:sldMk cId="3496031698" sldId="685"/>
            <ac:graphicFrameMk id="9" creationId="{CD75CFB4-49E9-1F55-4C7C-C8471874063C}"/>
          </ac:graphicFrameMkLst>
        </pc:graphicFrameChg>
      </pc:sldChg>
      <pc:sldChg chg="delSp modSp mod modNotesTx">
        <pc:chgData name="Feist, Ella" userId="992bbaf2-811d-42cb-a4d6-e7fc45e325e8" providerId="ADAL" clId="{A0741DA7-898F-4C16-9EBD-BB719830EF52}" dt="2025-05-28T07:58:34.787" v="498" actId="790"/>
        <pc:sldMkLst>
          <pc:docMk/>
          <pc:sldMk cId="68401594" sldId="687"/>
        </pc:sldMkLst>
        <pc:spChg chg="mod">
          <ac:chgData name="Feist, Ella" userId="992bbaf2-811d-42cb-a4d6-e7fc45e325e8" providerId="ADAL" clId="{A0741DA7-898F-4C16-9EBD-BB719830EF52}" dt="2025-05-28T07:58:34.787" v="498" actId="790"/>
          <ac:spMkLst>
            <pc:docMk/>
            <pc:sldMk cId="68401594" sldId="687"/>
            <ac:spMk id="3" creationId="{7CE6EAF3-7585-07C7-67C3-8AE702CAC6DC}"/>
          </ac:spMkLst>
        </pc:spChg>
        <pc:spChg chg="mod">
          <ac:chgData name="Feist, Ella" userId="992bbaf2-811d-42cb-a4d6-e7fc45e325e8" providerId="ADAL" clId="{A0741DA7-898F-4C16-9EBD-BB719830EF52}" dt="2025-05-28T07:58:34.787" v="498" actId="790"/>
          <ac:spMkLst>
            <pc:docMk/>
            <pc:sldMk cId="68401594" sldId="687"/>
            <ac:spMk id="4" creationId="{43B05374-7670-6D2B-B872-94DC3BBB9B90}"/>
          </ac:spMkLst>
        </pc:spChg>
        <pc:spChg chg="mod">
          <ac:chgData name="Feist, Ella" userId="992bbaf2-811d-42cb-a4d6-e7fc45e325e8" providerId="ADAL" clId="{A0741DA7-898F-4C16-9EBD-BB719830EF52}" dt="2025-05-28T07:58:34.787" v="498" actId="790"/>
          <ac:spMkLst>
            <pc:docMk/>
            <pc:sldMk cId="68401594" sldId="687"/>
            <ac:spMk id="9" creationId="{90B15789-B3B6-4872-2742-AB23AAFDA6E2}"/>
          </ac:spMkLst>
        </pc:spChg>
        <pc:graphicFrameChg chg="mod modGraphic">
          <ac:chgData name="Feist, Ella" userId="992bbaf2-811d-42cb-a4d6-e7fc45e325e8" providerId="ADAL" clId="{A0741DA7-898F-4C16-9EBD-BB719830EF52}" dt="2025-05-28T07:58:34.787" v="498" actId="790"/>
          <ac:graphicFrameMkLst>
            <pc:docMk/>
            <pc:sldMk cId="68401594" sldId="687"/>
            <ac:graphicFrameMk id="7" creationId="{C191BC27-BCE2-DBB2-2D51-B20EBF7C248C}"/>
          </ac:graphicFrameMkLst>
        </pc:graphicFrameChg>
      </pc:sldChg>
      <pc:sldChg chg="delSp modSp mod">
        <pc:chgData name="Feist, Ella" userId="992bbaf2-811d-42cb-a4d6-e7fc45e325e8" providerId="ADAL" clId="{A0741DA7-898F-4C16-9EBD-BB719830EF52}" dt="2025-05-28T07:58:34.787" v="498" actId="790"/>
        <pc:sldMkLst>
          <pc:docMk/>
          <pc:sldMk cId="3034569910" sldId="688"/>
        </pc:sldMkLst>
        <pc:spChg chg="mod">
          <ac:chgData name="Feist, Ella" userId="992bbaf2-811d-42cb-a4d6-e7fc45e325e8" providerId="ADAL" clId="{A0741DA7-898F-4C16-9EBD-BB719830EF52}" dt="2025-05-28T07:58:34.787" v="498" actId="790"/>
          <ac:spMkLst>
            <pc:docMk/>
            <pc:sldMk cId="3034569910" sldId="688"/>
            <ac:spMk id="4" creationId="{43B05374-7670-6D2B-B872-94DC3BBB9B90}"/>
          </ac:spMkLst>
        </pc:spChg>
        <pc:spChg chg="mod">
          <ac:chgData name="Feist, Ella" userId="992bbaf2-811d-42cb-a4d6-e7fc45e325e8" providerId="ADAL" clId="{A0741DA7-898F-4C16-9EBD-BB719830EF52}" dt="2025-05-28T07:58:34.787" v="498" actId="790"/>
          <ac:spMkLst>
            <pc:docMk/>
            <pc:sldMk cId="3034569910" sldId="688"/>
            <ac:spMk id="5" creationId="{BC7DD1C5-B307-98BF-841D-A953A5D8E910}"/>
          </ac:spMkLst>
        </pc:spChg>
        <pc:spChg chg="mod">
          <ac:chgData name="Feist, Ella" userId="992bbaf2-811d-42cb-a4d6-e7fc45e325e8" providerId="ADAL" clId="{A0741DA7-898F-4C16-9EBD-BB719830EF52}" dt="2025-05-28T07:58:34.787" v="498" actId="790"/>
          <ac:spMkLst>
            <pc:docMk/>
            <pc:sldMk cId="3034569910" sldId="688"/>
            <ac:spMk id="9" creationId="{90B15789-B3B6-4872-2742-AB23AAFDA6E2}"/>
          </ac:spMkLst>
        </pc:spChg>
        <pc:graphicFrameChg chg="mod modGraphic">
          <ac:chgData name="Feist, Ella" userId="992bbaf2-811d-42cb-a4d6-e7fc45e325e8" providerId="ADAL" clId="{A0741DA7-898F-4C16-9EBD-BB719830EF52}" dt="2025-05-28T07:58:34.787" v="498" actId="790"/>
          <ac:graphicFrameMkLst>
            <pc:docMk/>
            <pc:sldMk cId="3034569910" sldId="688"/>
            <ac:graphicFrameMk id="6" creationId="{131EE048-4BA9-7FDB-BAFA-1C47F49F5F01}"/>
          </ac:graphicFrameMkLst>
        </pc:graphicFrameChg>
      </pc:sldChg>
      <pc:sldChg chg="modSp mod">
        <pc:chgData name="Feist, Ella" userId="992bbaf2-811d-42cb-a4d6-e7fc45e325e8" providerId="ADAL" clId="{A0741DA7-898F-4C16-9EBD-BB719830EF52}" dt="2025-05-28T07:58:34.787" v="498" actId="790"/>
        <pc:sldMkLst>
          <pc:docMk/>
          <pc:sldMk cId="3224108231" sldId="689"/>
        </pc:sldMkLst>
        <pc:spChg chg="mod">
          <ac:chgData name="Feist, Ella" userId="992bbaf2-811d-42cb-a4d6-e7fc45e325e8" providerId="ADAL" clId="{A0741DA7-898F-4C16-9EBD-BB719830EF52}" dt="2025-05-28T07:58:34.787" v="498" actId="790"/>
          <ac:spMkLst>
            <pc:docMk/>
            <pc:sldMk cId="3224108231" sldId="689"/>
            <ac:spMk id="2" creationId="{9B216265-20B3-4E21-0750-856C400FF8AC}"/>
          </ac:spMkLst>
        </pc:spChg>
        <pc:spChg chg="mod">
          <ac:chgData name="Feist, Ella" userId="992bbaf2-811d-42cb-a4d6-e7fc45e325e8" providerId="ADAL" clId="{A0741DA7-898F-4C16-9EBD-BB719830EF52}" dt="2025-05-28T07:58:34.787" v="498" actId="790"/>
          <ac:spMkLst>
            <pc:docMk/>
            <pc:sldMk cId="3224108231" sldId="689"/>
            <ac:spMk id="4" creationId="{43B05374-7670-6D2B-B872-94DC3BBB9B90}"/>
          </ac:spMkLst>
        </pc:spChg>
        <pc:spChg chg="mod">
          <ac:chgData name="Feist, Ella" userId="992bbaf2-811d-42cb-a4d6-e7fc45e325e8" providerId="ADAL" clId="{A0741DA7-898F-4C16-9EBD-BB719830EF52}" dt="2025-05-28T07:58:34.787" v="498" actId="790"/>
          <ac:spMkLst>
            <pc:docMk/>
            <pc:sldMk cId="3224108231" sldId="689"/>
            <ac:spMk id="7" creationId="{2846BAB7-544D-784D-7722-14504F3A6A05}"/>
          </ac:spMkLst>
        </pc:spChg>
        <pc:spChg chg="mod">
          <ac:chgData name="Feist, Ella" userId="992bbaf2-811d-42cb-a4d6-e7fc45e325e8" providerId="ADAL" clId="{A0741DA7-898F-4C16-9EBD-BB719830EF52}" dt="2025-05-28T07:58:34.787" v="498" actId="790"/>
          <ac:spMkLst>
            <pc:docMk/>
            <pc:sldMk cId="3224108231" sldId="689"/>
            <ac:spMk id="8" creationId="{BBC067E8-7395-1ABC-48BE-2D592F697B56}"/>
          </ac:spMkLst>
        </pc:spChg>
        <pc:graphicFrameChg chg="mod modGraphic">
          <ac:chgData name="Feist, Ella" userId="992bbaf2-811d-42cb-a4d6-e7fc45e325e8" providerId="ADAL" clId="{A0741DA7-898F-4C16-9EBD-BB719830EF52}" dt="2025-05-28T07:58:34.787" v="498" actId="790"/>
          <ac:graphicFrameMkLst>
            <pc:docMk/>
            <pc:sldMk cId="3224108231" sldId="689"/>
            <ac:graphicFrameMk id="9" creationId="{2A563639-0633-2ABA-D634-3D03245817D4}"/>
          </ac:graphicFrameMkLst>
        </pc:graphicFrameChg>
      </pc:sldChg>
      <pc:sldChg chg="modSp mod">
        <pc:chgData name="Feist, Ella" userId="992bbaf2-811d-42cb-a4d6-e7fc45e325e8" providerId="ADAL" clId="{A0741DA7-898F-4C16-9EBD-BB719830EF52}" dt="2025-05-28T07:58:34.787" v="498" actId="790"/>
        <pc:sldMkLst>
          <pc:docMk/>
          <pc:sldMk cId="505310360" sldId="690"/>
        </pc:sldMkLst>
        <pc:spChg chg="mod">
          <ac:chgData name="Feist, Ella" userId="992bbaf2-811d-42cb-a4d6-e7fc45e325e8" providerId="ADAL" clId="{A0741DA7-898F-4C16-9EBD-BB719830EF52}" dt="2025-05-28T07:58:34.787" v="498" actId="790"/>
          <ac:spMkLst>
            <pc:docMk/>
            <pc:sldMk cId="505310360" sldId="690"/>
            <ac:spMk id="2" creationId="{A9A6FF77-D641-4417-92E7-11CC6238BF20}"/>
          </ac:spMkLst>
        </pc:spChg>
        <pc:spChg chg="mod">
          <ac:chgData name="Feist, Ella" userId="992bbaf2-811d-42cb-a4d6-e7fc45e325e8" providerId="ADAL" clId="{A0741DA7-898F-4C16-9EBD-BB719830EF52}" dt="2025-05-28T07:58:34.787" v="498" actId="790"/>
          <ac:spMkLst>
            <pc:docMk/>
            <pc:sldMk cId="505310360" sldId="690"/>
            <ac:spMk id="3" creationId="{28B387C5-604D-FB47-E83C-52D1C9FEA8A1}"/>
          </ac:spMkLst>
        </pc:spChg>
        <pc:spChg chg="mod">
          <ac:chgData name="Feist, Ella" userId="992bbaf2-811d-42cb-a4d6-e7fc45e325e8" providerId="ADAL" clId="{A0741DA7-898F-4C16-9EBD-BB719830EF52}" dt="2025-05-28T07:58:34.787" v="498" actId="790"/>
          <ac:spMkLst>
            <pc:docMk/>
            <pc:sldMk cId="505310360" sldId="690"/>
            <ac:spMk id="4" creationId="{14B3BBA4-4823-EE2E-61BF-7409CD12986F}"/>
          </ac:spMkLst>
        </pc:spChg>
        <pc:spChg chg="mod">
          <ac:chgData name="Feist, Ella" userId="992bbaf2-811d-42cb-a4d6-e7fc45e325e8" providerId="ADAL" clId="{A0741DA7-898F-4C16-9EBD-BB719830EF52}" dt="2025-05-28T07:58:34.787" v="498" actId="790"/>
          <ac:spMkLst>
            <pc:docMk/>
            <pc:sldMk cId="505310360" sldId="690"/>
            <ac:spMk id="5" creationId="{91A8ED3D-B755-43C9-BCB1-DCF495C0C9DB}"/>
          </ac:spMkLst>
        </pc:spChg>
        <pc:spChg chg="mod">
          <ac:chgData name="Feist, Ella" userId="992bbaf2-811d-42cb-a4d6-e7fc45e325e8" providerId="ADAL" clId="{A0741DA7-898F-4C16-9EBD-BB719830EF52}" dt="2025-05-28T07:58:34.787" v="498" actId="790"/>
          <ac:spMkLst>
            <pc:docMk/>
            <pc:sldMk cId="505310360" sldId="690"/>
            <ac:spMk id="7" creationId="{AD69B40A-E427-5AD8-656A-B2E76BE2EBBD}"/>
          </ac:spMkLst>
        </pc:spChg>
        <pc:spChg chg="mod">
          <ac:chgData name="Feist, Ella" userId="992bbaf2-811d-42cb-a4d6-e7fc45e325e8" providerId="ADAL" clId="{A0741DA7-898F-4C16-9EBD-BB719830EF52}" dt="2025-05-28T07:58:34.787" v="498" actId="790"/>
          <ac:spMkLst>
            <pc:docMk/>
            <pc:sldMk cId="505310360" sldId="690"/>
            <ac:spMk id="8" creationId="{2E8AD78D-BBF5-FD52-B22E-9ED65CA98825}"/>
          </ac:spMkLst>
        </pc:spChg>
        <pc:spChg chg="mod">
          <ac:chgData name="Feist, Ella" userId="992bbaf2-811d-42cb-a4d6-e7fc45e325e8" providerId="ADAL" clId="{A0741DA7-898F-4C16-9EBD-BB719830EF52}" dt="2025-05-28T07:58:34.787" v="498" actId="790"/>
          <ac:spMkLst>
            <pc:docMk/>
            <pc:sldMk cId="505310360" sldId="690"/>
            <ac:spMk id="9" creationId="{0E3360BB-DABA-754C-8419-996E2FB854D0}"/>
          </ac:spMkLst>
        </pc:spChg>
        <pc:spChg chg="mod">
          <ac:chgData name="Feist, Ella" userId="992bbaf2-811d-42cb-a4d6-e7fc45e325e8" providerId="ADAL" clId="{A0741DA7-898F-4C16-9EBD-BB719830EF52}" dt="2025-05-28T07:58:34.787" v="498" actId="790"/>
          <ac:spMkLst>
            <pc:docMk/>
            <pc:sldMk cId="505310360" sldId="690"/>
            <ac:spMk id="10" creationId="{203C5B25-6AAD-C920-00DA-ABFB0372AC9B}"/>
          </ac:spMkLst>
        </pc:spChg>
        <pc:spChg chg="mod">
          <ac:chgData name="Feist, Ella" userId="992bbaf2-811d-42cb-a4d6-e7fc45e325e8" providerId="ADAL" clId="{A0741DA7-898F-4C16-9EBD-BB719830EF52}" dt="2025-05-28T07:58:34.787" v="498" actId="790"/>
          <ac:spMkLst>
            <pc:docMk/>
            <pc:sldMk cId="505310360" sldId="690"/>
            <ac:spMk id="12" creationId="{B25E87D6-90DB-5EEC-D1D6-CE57A533E774}"/>
          </ac:spMkLst>
        </pc:spChg>
      </pc:sldChg>
      <pc:sldChg chg="modSp mod">
        <pc:chgData name="Feist, Ella" userId="992bbaf2-811d-42cb-a4d6-e7fc45e325e8" providerId="ADAL" clId="{A0741DA7-898F-4C16-9EBD-BB719830EF52}" dt="2025-05-28T07:58:34.787" v="498" actId="790"/>
        <pc:sldMkLst>
          <pc:docMk/>
          <pc:sldMk cId="315864957" sldId="693"/>
        </pc:sldMkLst>
        <pc:spChg chg="mod">
          <ac:chgData name="Feist, Ella" userId="992bbaf2-811d-42cb-a4d6-e7fc45e325e8" providerId="ADAL" clId="{A0741DA7-898F-4C16-9EBD-BB719830EF52}" dt="2025-05-28T07:58:34.787" v="498" actId="790"/>
          <ac:spMkLst>
            <pc:docMk/>
            <pc:sldMk cId="315864957" sldId="693"/>
            <ac:spMk id="2" creationId="{2F65FBAB-528F-75DC-F2B8-BE4DA21A2F10}"/>
          </ac:spMkLst>
        </pc:spChg>
        <pc:spChg chg="mod">
          <ac:chgData name="Feist, Ella" userId="992bbaf2-811d-42cb-a4d6-e7fc45e325e8" providerId="ADAL" clId="{A0741DA7-898F-4C16-9EBD-BB719830EF52}" dt="2025-05-28T07:58:34.787" v="498" actId="790"/>
          <ac:spMkLst>
            <pc:docMk/>
            <pc:sldMk cId="315864957" sldId="693"/>
            <ac:spMk id="4" creationId="{9ED32BBC-8A3B-5FB1-DB0F-B65F461BDA2D}"/>
          </ac:spMkLst>
        </pc:spChg>
      </pc:sldChg>
      <pc:sldChg chg="modSp mod">
        <pc:chgData name="Feist, Ella" userId="992bbaf2-811d-42cb-a4d6-e7fc45e325e8" providerId="ADAL" clId="{A0741DA7-898F-4C16-9EBD-BB719830EF52}" dt="2025-05-28T07:58:34.787" v="498" actId="790"/>
        <pc:sldMkLst>
          <pc:docMk/>
          <pc:sldMk cId="550561775" sldId="694"/>
        </pc:sldMkLst>
        <pc:spChg chg="mod">
          <ac:chgData name="Feist, Ella" userId="992bbaf2-811d-42cb-a4d6-e7fc45e325e8" providerId="ADAL" clId="{A0741DA7-898F-4C16-9EBD-BB719830EF52}" dt="2025-05-28T07:58:34.787" v="498" actId="790"/>
          <ac:spMkLst>
            <pc:docMk/>
            <pc:sldMk cId="550561775" sldId="694"/>
            <ac:spMk id="2" creationId="{A9A6FF77-D641-4417-92E7-11CC6238BF20}"/>
          </ac:spMkLst>
        </pc:spChg>
        <pc:spChg chg="mod">
          <ac:chgData name="Feist, Ella" userId="992bbaf2-811d-42cb-a4d6-e7fc45e325e8" providerId="ADAL" clId="{A0741DA7-898F-4C16-9EBD-BB719830EF52}" dt="2025-05-28T07:58:34.787" v="498" actId="790"/>
          <ac:spMkLst>
            <pc:docMk/>
            <pc:sldMk cId="550561775" sldId="694"/>
            <ac:spMk id="3" creationId="{5B333D97-A432-69E3-CBB3-0492E5FF183D}"/>
          </ac:spMkLst>
        </pc:spChg>
        <pc:spChg chg="mod">
          <ac:chgData name="Feist, Ella" userId="992bbaf2-811d-42cb-a4d6-e7fc45e325e8" providerId="ADAL" clId="{A0741DA7-898F-4C16-9EBD-BB719830EF52}" dt="2025-05-28T07:58:34.787" v="498" actId="790"/>
          <ac:spMkLst>
            <pc:docMk/>
            <pc:sldMk cId="550561775" sldId="694"/>
            <ac:spMk id="5" creationId="{91A8ED3D-B755-43C9-BCB1-DCF495C0C9DB}"/>
          </ac:spMkLst>
        </pc:spChg>
      </pc:sldChg>
      <pc:sldChg chg="modSp mod">
        <pc:chgData name="Feist, Ella" userId="992bbaf2-811d-42cb-a4d6-e7fc45e325e8" providerId="ADAL" clId="{A0741DA7-898F-4C16-9EBD-BB719830EF52}" dt="2025-05-28T07:58:34.787" v="498" actId="790"/>
        <pc:sldMkLst>
          <pc:docMk/>
          <pc:sldMk cId="1710956046" sldId="695"/>
        </pc:sldMkLst>
        <pc:spChg chg="mod">
          <ac:chgData name="Feist, Ella" userId="992bbaf2-811d-42cb-a4d6-e7fc45e325e8" providerId="ADAL" clId="{A0741DA7-898F-4C16-9EBD-BB719830EF52}" dt="2025-05-28T07:58:34.787" v="498" actId="790"/>
          <ac:spMkLst>
            <pc:docMk/>
            <pc:sldMk cId="1710956046" sldId="695"/>
            <ac:spMk id="2" creationId="{A9A6FF77-D641-4417-92E7-11CC6238BF20}"/>
          </ac:spMkLst>
        </pc:spChg>
        <pc:spChg chg="mod">
          <ac:chgData name="Feist, Ella" userId="992bbaf2-811d-42cb-a4d6-e7fc45e325e8" providerId="ADAL" clId="{A0741DA7-898F-4C16-9EBD-BB719830EF52}" dt="2025-05-28T07:58:34.787" v="498" actId="790"/>
          <ac:spMkLst>
            <pc:docMk/>
            <pc:sldMk cId="1710956046" sldId="695"/>
            <ac:spMk id="3" creationId="{9ED91D17-F048-43E5-E308-3F8716B1F537}"/>
          </ac:spMkLst>
        </pc:spChg>
        <pc:spChg chg="mod">
          <ac:chgData name="Feist, Ella" userId="992bbaf2-811d-42cb-a4d6-e7fc45e325e8" providerId="ADAL" clId="{A0741DA7-898F-4C16-9EBD-BB719830EF52}" dt="2025-05-28T07:58:34.787" v="498" actId="790"/>
          <ac:spMkLst>
            <pc:docMk/>
            <pc:sldMk cId="1710956046" sldId="695"/>
            <ac:spMk id="5" creationId="{91A8ED3D-B755-43C9-BCB1-DCF495C0C9DB}"/>
          </ac:spMkLst>
        </pc:spChg>
      </pc:sldChg>
      <pc:sldChg chg="modSp mod">
        <pc:chgData name="Feist, Ella" userId="992bbaf2-811d-42cb-a4d6-e7fc45e325e8" providerId="ADAL" clId="{A0741DA7-898F-4C16-9EBD-BB719830EF52}" dt="2025-05-28T07:58:34.787" v="498" actId="790"/>
        <pc:sldMkLst>
          <pc:docMk/>
          <pc:sldMk cId="3188967361" sldId="696"/>
        </pc:sldMkLst>
        <pc:spChg chg="mod">
          <ac:chgData name="Feist, Ella" userId="992bbaf2-811d-42cb-a4d6-e7fc45e325e8" providerId="ADAL" clId="{A0741DA7-898F-4C16-9EBD-BB719830EF52}" dt="2025-05-28T07:58:34.787" v="498" actId="790"/>
          <ac:spMkLst>
            <pc:docMk/>
            <pc:sldMk cId="3188967361" sldId="696"/>
            <ac:spMk id="2" creationId="{A9A6FF77-D641-4417-92E7-11CC6238BF20}"/>
          </ac:spMkLst>
        </pc:spChg>
        <pc:spChg chg="mod">
          <ac:chgData name="Feist, Ella" userId="992bbaf2-811d-42cb-a4d6-e7fc45e325e8" providerId="ADAL" clId="{A0741DA7-898F-4C16-9EBD-BB719830EF52}" dt="2025-05-28T07:58:34.787" v="498" actId="790"/>
          <ac:spMkLst>
            <pc:docMk/>
            <pc:sldMk cId="3188967361" sldId="696"/>
            <ac:spMk id="3" creationId="{9DC383EC-849A-3136-A7BF-E065C34204CC}"/>
          </ac:spMkLst>
        </pc:spChg>
        <pc:spChg chg="mod">
          <ac:chgData name="Feist, Ella" userId="992bbaf2-811d-42cb-a4d6-e7fc45e325e8" providerId="ADAL" clId="{A0741DA7-898F-4C16-9EBD-BB719830EF52}" dt="2025-05-28T07:58:34.787" v="498" actId="790"/>
          <ac:spMkLst>
            <pc:docMk/>
            <pc:sldMk cId="3188967361" sldId="696"/>
            <ac:spMk id="5" creationId="{91A8ED3D-B755-43C9-BCB1-DCF495C0C9DB}"/>
          </ac:spMkLst>
        </pc:spChg>
        <pc:spChg chg="mod">
          <ac:chgData name="Feist, Ella" userId="992bbaf2-811d-42cb-a4d6-e7fc45e325e8" providerId="ADAL" clId="{A0741DA7-898F-4C16-9EBD-BB719830EF52}" dt="2025-05-28T07:58:34.787" v="498" actId="790"/>
          <ac:spMkLst>
            <pc:docMk/>
            <pc:sldMk cId="3188967361" sldId="696"/>
            <ac:spMk id="8" creationId="{398985E0-8F69-4558-3F8C-E910E80E10CF}"/>
          </ac:spMkLst>
        </pc:spChg>
      </pc:sldChg>
      <pc:sldChg chg="addSp delSp modSp mod chgLayout">
        <pc:chgData name="Feist, Ella" userId="992bbaf2-811d-42cb-a4d6-e7fc45e325e8" providerId="ADAL" clId="{A0741DA7-898F-4C16-9EBD-BB719830EF52}" dt="2025-05-28T07:58:34.787" v="498" actId="790"/>
        <pc:sldMkLst>
          <pc:docMk/>
          <pc:sldMk cId="1716856623" sldId="715"/>
        </pc:sldMkLst>
        <pc:spChg chg="mod ord">
          <ac:chgData name="Feist, Ella" userId="992bbaf2-811d-42cb-a4d6-e7fc45e325e8" providerId="ADAL" clId="{A0741DA7-898F-4C16-9EBD-BB719830EF52}" dt="2025-05-28T07:58:34.787" v="498" actId="790"/>
          <ac:spMkLst>
            <pc:docMk/>
            <pc:sldMk cId="1716856623" sldId="715"/>
            <ac:spMk id="2" creationId="{D7EC235F-614F-714E-A97F-4FF50EFF14FD}"/>
          </ac:spMkLst>
        </pc:spChg>
        <pc:spChg chg="mod ord">
          <ac:chgData name="Feist, Ella" userId="992bbaf2-811d-42cb-a4d6-e7fc45e325e8" providerId="ADAL" clId="{A0741DA7-898F-4C16-9EBD-BB719830EF52}" dt="2025-05-28T07:58:34.787" v="498" actId="790"/>
          <ac:spMkLst>
            <pc:docMk/>
            <pc:sldMk cId="1716856623" sldId="715"/>
            <ac:spMk id="4" creationId="{E9C5A723-C0B1-124B-8CB6-AA3105C9A4E6}"/>
          </ac:spMkLst>
        </pc:spChg>
        <pc:spChg chg="mod ord">
          <ac:chgData name="Feist, Ella" userId="992bbaf2-811d-42cb-a4d6-e7fc45e325e8" providerId="ADAL" clId="{A0741DA7-898F-4C16-9EBD-BB719830EF52}" dt="2025-05-28T07:58:34.787" v="498" actId="790"/>
          <ac:spMkLst>
            <pc:docMk/>
            <pc:sldMk cId="1716856623" sldId="715"/>
            <ac:spMk id="5" creationId="{21555AEC-0FC2-C203-ABF9-CE4EE2F3A85F}"/>
          </ac:spMkLst>
        </pc:spChg>
      </pc:sldChg>
      <pc:sldChg chg="modSp mod">
        <pc:chgData name="Feist, Ella" userId="992bbaf2-811d-42cb-a4d6-e7fc45e325e8" providerId="ADAL" clId="{A0741DA7-898F-4C16-9EBD-BB719830EF52}" dt="2025-05-28T07:58:34.787" v="498" actId="790"/>
        <pc:sldMkLst>
          <pc:docMk/>
          <pc:sldMk cId="1475820946" sldId="717"/>
        </pc:sldMkLst>
        <pc:spChg chg="mod">
          <ac:chgData name="Feist, Ella" userId="992bbaf2-811d-42cb-a4d6-e7fc45e325e8" providerId="ADAL" clId="{A0741DA7-898F-4C16-9EBD-BB719830EF52}" dt="2025-05-28T07:58:34.787" v="498" actId="790"/>
          <ac:spMkLst>
            <pc:docMk/>
            <pc:sldMk cId="1475820946" sldId="717"/>
            <ac:spMk id="2" creationId="{A9A6FF77-D641-4417-92E7-11CC6238BF20}"/>
          </ac:spMkLst>
        </pc:spChg>
        <pc:spChg chg="mod">
          <ac:chgData name="Feist, Ella" userId="992bbaf2-811d-42cb-a4d6-e7fc45e325e8" providerId="ADAL" clId="{A0741DA7-898F-4C16-9EBD-BB719830EF52}" dt="2025-05-28T07:58:34.787" v="498" actId="790"/>
          <ac:spMkLst>
            <pc:docMk/>
            <pc:sldMk cId="1475820946" sldId="717"/>
            <ac:spMk id="5" creationId="{91A8ED3D-B755-43C9-BCB1-DCF495C0C9DB}"/>
          </ac:spMkLst>
        </pc:spChg>
        <pc:spChg chg="mod">
          <ac:chgData name="Feist, Ella" userId="992bbaf2-811d-42cb-a4d6-e7fc45e325e8" providerId="ADAL" clId="{A0741DA7-898F-4C16-9EBD-BB719830EF52}" dt="2025-05-28T07:58:34.787" v="498" actId="790"/>
          <ac:spMkLst>
            <pc:docMk/>
            <pc:sldMk cId="1475820946" sldId="717"/>
            <ac:spMk id="6" creationId="{591E7A43-1DFE-6FBE-1F10-108CFD6D81D9}"/>
          </ac:spMkLst>
        </pc:spChg>
        <pc:spChg chg="mod">
          <ac:chgData name="Feist, Ella" userId="992bbaf2-811d-42cb-a4d6-e7fc45e325e8" providerId="ADAL" clId="{A0741DA7-898F-4C16-9EBD-BB719830EF52}" dt="2025-05-28T07:58:34.787" v="498" actId="790"/>
          <ac:spMkLst>
            <pc:docMk/>
            <pc:sldMk cId="1475820946" sldId="717"/>
            <ac:spMk id="20" creationId="{A4A6013C-2A03-1DEC-C9BF-5098FCBD77EB}"/>
          </ac:spMkLst>
        </pc:spChg>
        <pc:graphicFrameChg chg="mod modGraphic">
          <ac:chgData name="Feist, Ella" userId="992bbaf2-811d-42cb-a4d6-e7fc45e325e8" providerId="ADAL" clId="{A0741DA7-898F-4C16-9EBD-BB719830EF52}" dt="2025-05-28T07:58:34.787" v="498" actId="790"/>
          <ac:graphicFrameMkLst>
            <pc:docMk/>
            <pc:sldMk cId="1475820946" sldId="717"/>
            <ac:graphicFrameMk id="7" creationId="{75F1CE4F-E4C0-CA5F-460D-600C34C6F322}"/>
          </ac:graphicFrameMkLst>
        </pc:graphicFrameChg>
      </pc:sldChg>
      <pc:sldChg chg="modSp mod">
        <pc:chgData name="Feist, Ella" userId="992bbaf2-811d-42cb-a4d6-e7fc45e325e8" providerId="ADAL" clId="{A0741DA7-898F-4C16-9EBD-BB719830EF52}" dt="2025-05-28T07:58:34.787" v="498" actId="790"/>
        <pc:sldMkLst>
          <pc:docMk/>
          <pc:sldMk cId="3975524336" sldId="718"/>
        </pc:sldMkLst>
        <pc:spChg chg="mod">
          <ac:chgData name="Feist, Ella" userId="992bbaf2-811d-42cb-a4d6-e7fc45e325e8" providerId="ADAL" clId="{A0741DA7-898F-4C16-9EBD-BB719830EF52}" dt="2025-05-28T07:58:34.787" v="498" actId="790"/>
          <ac:spMkLst>
            <pc:docMk/>
            <pc:sldMk cId="3975524336" sldId="718"/>
            <ac:spMk id="2" creationId="{A9A6FF77-D641-4417-92E7-11CC6238BF20}"/>
          </ac:spMkLst>
        </pc:spChg>
        <pc:spChg chg="mod">
          <ac:chgData name="Feist, Ella" userId="992bbaf2-811d-42cb-a4d6-e7fc45e325e8" providerId="ADAL" clId="{A0741DA7-898F-4C16-9EBD-BB719830EF52}" dt="2025-05-28T07:58:34.787" v="498" actId="790"/>
          <ac:spMkLst>
            <pc:docMk/>
            <pc:sldMk cId="3975524336" sldId="718"/>
            <ac:spMk id="5" creationId="{91A8ED3D-B755-43C9-BCB1-DCF495C0C9DB}"/>
          </ac:spMkLst>
        </pc:spChg>
        <pc:spChg chg="mod">
          <ac:chgData name="Feist, Ella" userId="992bbaf2-811d-42cb-a4d6-e7fc45e325e8" providerId="ADAL" clId="{A0741DA7-898F-4C16-9EBD-BB719830EF52}" dt="2025-05-28T07:58:34.787" v="498" actId="790"/>
          <ac:spMkLst>
            <pc:docMk/>
            <pc:sldMk cId="3975524336" sldId="718"/>
            <ac:spMk id="6" creationId="{B54DA545-F825-B1FC-8CE5-63A428A8FF11}"/>
          </ac:spMkLst>
        </pc:spChg>
        <pc:spChg chg="mod">
          <ac:chgData name="Feist, Ella" userId="992bbaf2-811d-42cb-a4d6-e7fc45e325e8" providerId="ADAL" clId="{A0741DA7-898F-4C16-9EBD-BB719830EF52}" dt="2025-05-28T07:58:34.787" v="498" actId="790"/>
          <ac:spMkLst>
            <pc:docMk/>
            <pc:sldMk cId="3975524336" sldId="718"/>
            <ac:spMk id="20" creationId="{80C6B120-1EF5-8ADB-CF11-123A037AA699}"/>
          </ac:spMkLst>
        </pc:spChg>
        <pc:graphicFrameChg chg="mod modGraphic">
          <ac:chgData name="Feist, Ella" userId="992bbaf2-811d-42cb-a4d6-e7fc45e325e8" providerId="ADAL" clId="{A0741DA7-898F-4C16-9EBD-BB719830EF52}" dt="2025-05-28T07:58:34.787" v="498" actId="790"/>
          <ac:graphicFrameMkLst>
            <pc:docMk/>
            <pc:sldMk cId="3975524336" sldId="718"/>
            <ac:graphicFrameMk id="3" creationId="{612228E6-9CA7-CB27-54DA-A25AB4654E22}"/>
          </ac:graphicFrameMkLst>
        </pc:graphicFrameChg>
      </pc:sldChg>
      <pc:sldChg chg="modSp mod modNotesTx">
        <pc:chgData name="Feist, Ella" userId="992bbaf2-811d-42cb-a4d6-e7fc45e325e8" providerId="ADAL" clId="{A0741DA7-898F-4C16-9EBD-BB719830EF52}" dt="2025-05-28T07:58:34.787" v="498" actId="790"/>
        <pc:sldMkLst>
          <pc:docMk/>
          <pc:sldMk cId="1256996960" sldId="719"/>
        </pc:sldMkLst>
        <pc:spChg chg="mod">
          <ac:chgData name="Feist, Ella" userId="992bbaf2-811d-42cb-a4d6-e7fc45e325e8" providerId="ADAL" clId="{A0741DA7-898F-4C16-9EBD-BB719830EF52}" dt="2025-05-28T07:58:34.787" v="498" actId="790"/>
          <ac:spMkLst>
            <pc:docMk/>
            <pc:sldMk cId="1256996960" sldId="719"/>
            <ac:spMk id="2" creationId="{A9A6FF77-D641-4417-92E7-11CC6238BF20}"/>
          </ac:spMkLst>
        </pc:spChg>
        <pc:spChg chg="mod">
          <ac:chgData name="Feist, Ella" userId="992bbaf2-811d-42cb-a4d6-e7fc45e325e8" providerId="ADAL" clId="{A0741DA7-898F-4C16-9EBD-BB719830EF52}" dt="2025-05-28T07:58:34.787" v="498" actId="790"/>
          <ac:spMkLst>
            <pc:docMk/>
            <pc:sldMk cId="1256996960" sldId="719"/>
            <ac:spMk id="3" creationId="{E640FB08-8EB5-E217-E91C-401A5AA86916}"/>
          </ac:spMkLst>
        </pc:spChg>
        <pc:spChg chg="mod">
          <ac:chgData name="Feist, Ella" userId="992bbaf2-811d-42cb-a4d6-e7fc45e325e8" providerId="ADAL" clId="{A0741DA7-898F-4C16-9EBD-BB719830EF52}" dt="2025-05-28T07:58:34.787" v="498" actId="790"/>
          <ac:spMkLst>
            <pc:docMk/>
            <pc:sldMk cId="1256996960" sldId="719"/>
            <ac:spMk id="5" creationId="{91A8ED3D-B755-43C9-BCB1-DCF495C0C9DB}"/>
          </ac:spMkLst>
        </pc:spChg>
        <pc:spChg chg="mod">
          <ac:chgData name="Feist, Ella" userId="992bbaf2-811d-42cb-a4d6-e7fc45e325e8" providerId="ADAL" clId="{A0741DA7-898F-4C16-9EBD-BB719830EF52}" dt="2025-05-28T07:58:34.787" v="498" actId="790"/>
          <ac:spMkLst>
            <pc:docMk/>
            <pc:sldMk cId="1256996960" sldId="719"/>
            <ac:spMk id="7" creationId="{8BA5390B-A3BE-C400-94D2-4FB28D749D12}"/>
          </ac:spMkLst>
        </pc:spChg>
        <pc:graphicFrameChg chg="mod modGraphic">
          <ac:chgData name="Feist, Ella" userId="992bbaf2-811d-42cb-a4d6-e7fc45e325e8" providerId="ADAL" clId="{A0741DA7-898F-4C16-9EBD-BB719830EF52}" dt="2025-05-28T07:58:34.787" v="498" actId="790"/>
          <ac:graphicFrameMkLst>
            <pc:docMk/>
            <pc:sldMk cId="1256996960" sldId="719"/>
            <ac:graphicFrameMk id="6" creationId="{76EDC389-3376-D6DE-EA08-095892BD0937}"/>
          </ac:graphicFrameMkLst>
        </pc:graphicFrameChg>
      </pc:sldChg>
      <pc:sldChg chg="delSp modSp mod modNotesTx">
        <pc:chgData name="Feist, Ella" userId="992bbaf2-811d-42cb-a4d6-e7fc45e325e8" providerId="ADAL" clId="{A0741DA7-898F-4C16-9EBD-BB719830EF52}" dt="2025-05-28T07:58:34.787" v="498" actId="790"/>
        <pc:sldMkLst>
          <pc:docMk/>
          <pc:sldMk cId="3682530124" sldId="720"/>
        </pc:sldMkLst>
        <pc:spChg chg="mod">
          <ac:chgData name="Feist, Ella" userId="992bbaf2-811d-42cb-a4d6-e7fc45e325e8" providerId="ADAL" clId="{A0741DA7-898F-4C16-9EBD-BB719830EF52}" dt="2025-05-28T07:58:34.787" v="498" actId="790"/>
          <ac:spMkLst>
            <pc:docMk/>
            <pc:sldMk cId="3682530124" sldId="720"/>
            <ac:spMk id="2" creationId="{A9A6FF77-D641-4417-92E7-11CC6238BF20}"/>
          </ac:spMkLst>
        </pc:spChg>
        <pc:spChg chg="mod">
          <ac:chgData name="Feist, Ella" userId="992bbaf2-811d-42cb-a4d6-e7fc45e325e8" providerId="ADAL" clId="{A0741DA7-898F-4C16-9EBD-BB719830EF52}" dt="2025-05-28T07:58:34.787" v="498" actId="790"/>
          <ac:spMkLst>
            <pc:docMk/>
            <pc:sldMk cId="3682530124" sldId="720"/>
            <ac:spMk id="3" creationId="{B03DEFD0-3428-728E-6C89-D986C952870D}"/>
          </ac:spMkLst>
        </pc:spChg>
        <pc:spChg chg="mod">
          <ac:chgData name="Feist, Ella" userId="992bbaf2-811d-42cb-a4d6-e7fc45e325e8" providerId="ADAL" clId="{A0741DA7-898F-4C16-9EBD-BB719830EF52}" dt="2025-05-28T07:58:34.787" v="498" actId="790"/>
          <ac:spMkLst>
            <pc:docMk/>
            <pc:sldMk cId="3682530124" sldId="720"/>
            <ac:spMk id="7" creationId="{8BA5390B-A3BE-C400-94D2-4FB28D749D12}"/>
          </ac:spMkLst>
        </pc:spChg>
        <pc:graphicFrameChg chg="mod modGraphic">
          <ac:chgData name="Feist, Ella" userId="992bbaf2-811d-42cb-a4d6-e7fc45e325e8" providerId="ADAL" clId="{A0741DA7-898F-4C16-9EBD-BB719830EF52}" dt="2025-05-28T07:58:34.787" v="498" actId="790"/>
          <ac:graphicFrameMkLst>
            <pc:docMk/>
            <pc:sldMk cId="3682530124" sldId="720"/>
            <ac:graphicFrameMk id="6" creationId="{EBBE5096-E761-49BA-974F-72028FFE4210}"/>
          </ac:graphicFrameMkLst>
        </pc:graphicFrameChg>
      </pc:sldChg>
      <pc:sldChg chg="modSp mod">
        <pc:chgData name="Feist, Ella" userId="992bbaf2-811d-42cb-a4d6-e7fc45e325e8" providerId="ADAL" clId="{A0741DA7-898F-4C16-9EBD-BB719830EF52}" dt="2025-05-28T07:58:34.787" v="498" actId="790"/>
        <pc:sldMkLst>
          <pc:docMk/>
          <pc:sldMk cId="1118464420" sldId="721"/>
        </pc:sldMkLst>
        <pc:spChg chg="mod">
          <ac:chgData name="Feist, Ella" userId="992bbaf2-811d-42cb-a4d6-e7fc45e325e8" providerId="ADAL" clId="{A0741DA7-898F-4C16-9EBD-BB719830EF52}" dt="2025-05-28T07:58:34.787" v="498" actId="790"/>
          <ac:spMkLst>
            <pc:docMk/>
            <pc:sldMk cId="1118464420" sldId="721"/>
            <ac:spMk id="2" creationId="{9B216265-20B3-4E21-0750-856C400FF8AC}"/>
          </ac:spMkLst>
        </pc:spChg>
        <pc:spChg chg="mod">
          <ac:chgData name="Feist, Ella" userId="992bbaf2-811d-42cb-a4d6-e7fc45e325e8" providerId="ADAL" clId="{A0741DA7-898F-4C16-9EBD-BB719830EF52}" dt="2025-05-28T07:58:34.787" v="498" actId="790"/>
          <ac:spMkLst>
            <pc:docMk/>
            <pc:sldMk cId="1118464420" sldId="721"/>
            <ac:spMk id="4" creationId="{43B05374-7670-6D2B-B872-94DC3BBB9B90}"/>
          </ac:spMkLst>
        </pc:spChg>
        <pc:spChg chg="mod">
          <ac:chgData name="Feist, Ella" userId="992bbaf2-811d-42cb-a4d6-e7fc45e325e8" providerId="ADAL" clId="{A0741DA7-898F-4C16-9EBD-BB719830EF52}" dt="2025-05-28T07:58:34.787" v="498" actId="790"/>
          <ac:spMkLst>
            <pc:docMk/>
            <pc:sldMk cId="1118464420" sldId="721"/>
            <ac:spMk id="7" creationId="{7263AE84-219F-DB12-FCAA-851AF94B3CC6}"/>
          </ac:spMkLst>
        </pc:spChg>
        <pc:spChg chg="mod">
          <ac:chgData name="Feist, Ella" userId="992bbaf2-811d-42cb-a4d6-e7fc45e325e8" providerId="ADAL" clId="{A0741DA7-898F-4C16-9EBD-BB719830EF52}" dt="2025-05-28T07:58:34.787" v="498" actId="790"/>
          <ac:spMkLst>
            <pc:docMk/>
            <pc:sldMk cId="1118464420" sldId="721"/>
            <ac:spMk id="8" creationId="{BBC067E8-7395-1ABC-48BE-2D592F697B56}"/>
          </ac:spMkLst>
        </pc:spChg>
        <pc:graphicFrameChg chg="mod modGraphic">
          <ac:chgData name="Feist, Ella" userId="992bbaf2-811d-42cb-a4d6-e7fc45e325e8" providerId="ADAL" clId="{A0741DA7-898F-4C16-9EBD-BB719830EF52}" dt="2025-05-28T07:58:34.787" v="498" actId="790"/>
          <ac:graphicFrameMkLst>
            <pc:docMk/>
            <pc:sldMk cId="1118464420" sldId="721"/>
            <ac:graphicFrameMk id="9" creationId="{B4150DE5-CEF7-BD66-07B4-83D2A4571A59}"/>
          </ac:graphicFrameMkLst>
        </pc:graphicFrameChg>
      </pc:sldChg>
      <pc:sldChg chg="modSp mod">
        <pc:chgData name="Feist, Ella" userId="992bbaf2-811d-42cb-a4d6-e7fc45e325e8" providerId="ADAL" clId="{A0741DA7-898F-4C16-9EBD-BB719830EF52}" dt="2025-05-28T07:58:34.787" v="498" actId="790"/>
        <pc:sldMkLst>
          <pc:docMk/>
          <pc:sldMk cId="1725716326" sldId="722"/>
        </pc:sldMkLst>
        <pc:spChg chg="mod">
          <ac:chgData name="Feist, Ella" userId="992bbaf2-811d-42cb-a4d6-e7fc45e325e8" providerId="ADAL" clId="{A0741DA7-898F-4C16-9EBD-BB719830EF52}" dt="2025-05-28T07:58:34.787" v="498" actId="790"/>
          <ac:spMkLst>
            <pc:docMk/>
            <pc:sldMk cId="1725716326" sldId="722"/>
            <ac:spMk id="2" creationId="{3D75FB6E-EAF7-56DB-418A-97D1E979AB0B}"/>
          </ac:spMkLst>
        </pc:spChg>
        <pc:spChg chg="mod">
          <ac:chgData name="Feist, Ella" userId="992bbaf2-811d-42cb-a4d6-e7fc45e325e8" providerId="ADAL" clId="{A0741DA7-898F-4C16-9EBD-BB719830EF52}" dt="2025-05-28T07:58:34.787" v="498" actId="790"/>
          <ac:spMkLst>
            <pc:docMk/>
            <pc:sldMk cId="1725716326" sldId="722"/>
            <ac:spMk id="3" creationId="{DACA6190-E64A-C0F0-1ADC-8537BBFF9985}"/>
          </ac:spMkLst>
        </pc:spChg>
      </pc:sldChg>
      <pc:sldChg chg="modSp mod">
        <pc:chgData name="Feist, Ella" userId="992bbaf2-811d-42cb-a4d6-e7fc45e325e8" providerId="ADAL" clId="{A0741DA7-898F-4C16-9EBD-BB719830EF52}" dt="2025-05-28T07:58:34.787" v="498" actId="790"/>
        <pc:sldMkLst>
          <pc:docMk/>
          <pc:sldMk cId="3024477414" sldId="1197"/>
        </pc:sldMkLst>
        <pc:spChg chg="mod">
          <ac:chgData name="Feist, Ella" userId="992bbaf2-811d-42cb-a4d6-e7fc45e325e8" providerId="ADAL" clId="{A0741DA7-898F-4C16-9EBD-BB719830EF52}" dt="2025-05-28T07:58:34.787" v="498" actId="790"/>
          <ac:spMkLst>
            <pc:docMk/>
            <pc:sldMk cId="3024477414" sldId="1197"/>
            <ac:spMk id="2" creationId="{8E972EE5-4E97-E80A-6FDF-14EEFD7E8B2F}"/>
          </ac:spMkLst>
        </pc:spChg>
        <pc:spChg chg="mod">
          <ac:chgData name="Feist, Ella" userId="992bbaf2-811d-42cb-a4d6-e7fc45e325e8" providerId="ADAL" clId="{A0741DA7-898F-4C16-9EBD-BB719830EF52}" dt="2025-05-28T07:58:34.787" v="498" actId="790"/>
          <ac:spMkLst>
            <pc:docMk/>
            <pc:sldMk cId="3024477414" sldId="1197"/>
            <ac:spMk id="4" creationId="{441B5810-8C67-B742-B639-848419728702}"/>
          </ac:spMkLst>
        </pc:spChg>
        <pc:graphicFrameChg chg="mod modGraphic">
          <ac:chgData name="Feist, Ella" userId="992bbaf2-811d-42cb-a4d6-e7fc45e325e8" providerId="ADAL" clId="{A0741DA7-898F-4C16-9EBD-BB719830EF52}" dt="2025-05-28T07:58:34.787" v="498" actId="790"/>
          <ac:graphicFrameMkLst>
            <pc:docMk/>
            <pc:sldMk cId="3024477414" sldId="1197"/>
            <ac:graphicFrameMk id="3" creationId="{9C46BCAD-FE68-831A-5041-D3EB2643935B}"/>
          </ac:graphicFrameMkLst>
        </pc:graphicFrameChg>
      </pc:sldChg>
      <pc:sldChg chg="modSp mod modClrScheme chgLayout">
        <pc:chgData name="Feist, Ella" userId="992bbaf2-811d-42cb-a4d6-e7fc45e325e8" providerId="ADAL" clId="{A0741DA7-898F-4C16-9EBD-BB719830EF52}" dt="2025-05-28T07:58:34.787" v="498" actId="790"/>
        <pc:sldMkLst>
          <pc:docMk/>
          <pc:sldMk cId="2800211862" sldId="1198"/>
        </pc:sldMkLst>
        <pc:spChg chg="mod ord">
          <ac:chgData name="Feist, Ella" userId="992bbaf2-811d-42cb-a4d6-e7fc45e325e8" providerId="ADAL" clId="{A0741DA7-898F-4C16-9EBD-BB719830EF52}" dt="2025-05-28T07:58:34.787" v="498" actId="790"/>
          <ac:spMkLst>
            <pc:docMk/>
            <pc:sldMk cId="2800211862" sldId="1198"/>
            <ac:spMk id="4" creationId="{00000000-0000-0000-0000-000000000000}"/>
          </ac:spMkLst>
        </pc:spChg>
        <pc:spChg chg="mod ord">
          <ac:chgData name="Feist, Ella" userId="992bbaf2-811d-42cb-a4d6-e7fc45e325e8" providerId="ADAL" clId="{A0741DA7-898F-4C16-9EBD-BB719830EF52}" dt="2025-05-28T07:58:34.787" v="498" actId="790"/>
          <ac:spMkLst>
            <pc:docMk/>
            <pc:sldMk cId="2800211862" sldId="1198"/>
            <ac:spMk id="6" creationId="{00000000-0000-0000-0000-000000000000}"/>
          </ac:spMkLst>
        </pc:spChg>
      </pc:sldChg>
      <pc:sldChg chg="modSp mod">
        <pc:chgData name="Feist, Ella" userId="992bbaf2-811d-42cb-a4d6-e7fc45e325e8" providerId="ADAL" clId="{A0741DA7-898F-4C16-9EBD-BB719830EF52}" dt="2025-05-28T07:58:34.787" v="498" actId="790"/>
        <pc:sldMkLst>
          <pc:docMk/>
          <pc:sldMk cId="291304101" sldId="1199"/>
        </pc:sldMkLst>
        <pc:spChg chg="mod">
          <ac:chgData name="Feist, Ella" userId="992bbaf2-811d-42cb-a4d6-e7fc45e325e8" providerId="ADAL" clId="{A0741DA7-898F-4C16-9EBD-BB719830EF52}" dt="2025-05-28T07:58:34.787" v="498" actId="790"/>
          <ac:spMkLst>
            <pc:docMk/>
            <pc:sldMk cId="291304101" sldId="1199"/>
            <ac:spMk id="3" creationId="{5563D2A9-0DB3-4842-AA44-65D27AA84FC4}"/>
          </ac:spMkLst>
        </pc:spChg>
        <pc:spChg chg="mod">
          <ac:chgData name="Feist, Ella" userId="992bbaf2-811d-42cb-a4d6-e7fc45e325e8" providerId="ADAL" clId="{A0741DA7-898F-4C16-9EBD-BB719830EF52}" dt="2025-05-28T07:58:34.787" v="498" actId="790"/>
          <ac:spMkLst>
            <pc:docMk/>
            <pc:sldMk cId="291304101" sldId="1199"/>
            <ac:spMk id="4" creationId="{9ED32BBC-8A3B-5FB1-DB0F-B65F461BDA2D}"/>
          </ac:spMkLst>
        </pc:spChg>
      </pc:sldChg>
      <pc:sldChg chg="modSp mod">
        <pc:chgData name="Feist, Ella" userId="992bbaf2-811d-42cb-a4d6-e7fc45e325e8" providerId="ADAL" clId="{A0741DA7-898F-4C16-9EBD-BB719830EF52}" dt="2025-05-28T07:58:34.787" v="498" actId="790"/>
        <pc:sldMkLst>
          <pc:docMk/>
          <pc:sldMk cId="1816838298" sldId="1200"/>
        </pc:sldMkLst>
        <pc:spChg chg="mod">
          <ac:chgData name="Feist, Ella" userId="992bbaf2-811d-42cb-a4d6-e7fc45e325e8" providerId="ADAL" clId="{A0741DA7-898F-4C16-9EBD-BB719830EF52}" dt="2025-05-28T07:58:34.787" v="498" actId="790"/>
          <ac:spMkLst>
            <pc:docMk/>
            <pc:sldMk cId="1816838298" sldId="1200"/>
            <ac:spMk id="2" creationId="{A9A6FF77-D641-4417-92E7-11CC6238BF20}"/>
          </ac:spMkLst>
        </pc:spChg>
        <pc:spChg chg="mod">
          <ac:chgData name="Feist, Ella" userId="992bbaf2-811d-42cb-a4d6-e7fc45e325e8" providerId="ADAL" clId="{A0741DA7-898F-4C16-9EBD-BB719830EF52}" dt="2025-05-28T07:58:34.787" v="498" actId="790"/>
          <ac:spMkLst>
            <pc:docMk/>
            <pc:sldMk cId="1816838298" sldId="1200"/>
            <ac:spMk id="3" creationId="{FF786F39-0EE6-DC40-C9AA-D0C2B6DA2A52}"/>
          </ac:spMkLst>
        </pc:spChg>
        <pc:spChg chg="mod">
          <ac:chgData name="Feist, Ella" userId="992bbaf2-811d-42cb-a4d6-e7fc45e325e8" providerId="ADAL" clId="{A0741DA7-898F-4C16-9EBD-BB719830EF52}" dt="2025-05-28T07:58:34.787" v="498" actId="790"/>
          <ac:spMkLst>
            <pc:docMk/>
            <pc:sldMk cId="1816838298" sldId="1200"/>
            <ac:spMk id="4" creationId="{071E2198-CAF6-8844-FDAB-16FE7AB5EC5C}"/>
          </ac:spMkLst>
        </pc:spChg>
        <pc:spChg chg="mod">
          <ac:chgData name="Feist, Ella" userId="992bbaf2-811d-42cb-a4d6-e7fc45e325e8" providerId="ADAL" clId="{A0741DA7-898F-4C16-9EBD-BB719830EF52}" dt="2025-05-28T07:58:34.787" v="498" actId="790"/>
          <ac:spMkLst>
            <pc:docMk/>
            <pc:sldMk cId="1816838298" sldId="1200"/>
            <ac:spMk id="5" creationId="{91A8ED3D-B755-43C9-BCB1-DCF495C0C9DB}"/>
          </ac:spMkLst>
        </pc:spChg>
        <pc:spChg chg="mod">
          <ac:chgData name="Feist, Ella" userId="992bbaf2-811d-42cb-a4d6-e7fc45e325e8" providerId="ADAL" clId="{A0741DA7-898F-4C16-9EBD-BB719830EF52}" dt="2025-05-28T07:58:34.787" v="498" actId="790"/>
          <ac:spMkLst>
            <pc:docMk/>
            <pc:sldMk cId="1816838298" sldId="1200"/>
            <ac:spMk id="7" creationId="{BDFEFD15-9F2B-B719-2C2F-3BFD7F83C0E4}"/>
          </ac:spMkLst>
        </pc:spChg>
        <pc:spChg chg="mod">
          <ac:chgData name="Feist, Ella" userId="992bbaf2-811d-42cb-a4d6-e7fc45e325e8" providerId="ADAL" clId="{A0741DA7-898F-4C16-9EBD-BB719830EF52}" dt="2025-05-28T07:58:34.787" v="498" actId="790"/>
          <ac:spMkLst>
            <pc:docMk/>
            <pc:sldMk cId="1816838298" sldId="1200"/>
            <ac:spMk id="13" creationId="{C16AE888-5B93-88DD-6E43-8576EF124E09}"/>
          </ac:spMkLst>
        </pc:spChg>
        <pc:spChg chg="mod">
          <ac:chgData name="Feist, Ella" userId="992bbaf2-811d-42cb-a4d6-e7fc45e325e8" providerId="ADAL" clId="{A0741DA7-898F-4C16-9EBD-BB719830EF52}" dt="2025-05-28T07:58:34.787" v="498" actId="790"/>
          <ac:spMkLst>
            <pc:docMk/>
            <pc:sldMk cId="1816838298" sldId="1200"/>
            <ac:spMk id="16" creationId="{B1AC8847-F091-92D8-3A38-C2ED376B4C3D}"/>
          </ac:spMkLst>
        </pc:spChg>
        <pc:spChg chg="mod">
          <ac:chgData name="Feist, Ella" userId="992bbaf2-811d-42cb-a4d6-e7fc45e325e8" providerId="ADAL" clId="{A0741DA7-898F-4C16-9EBD-BB719830EF52}" dt="2025-05-28T07:58:34.787" v="498" actId="790"/>
          <ac:spMkLst>
            <pc:docMk/>
            <pc:sldMk cId="1816838298" sldId="1200"/>
            <ac:spMk id="18" creationId="{B18479E9-FC20-FA9F-B658-B58BB88A4264}"/>
          </ac:spMkLst>
        </pc:spChg>
        <pc:spChg chg="mod">
          <ac:chgData name="Feist, Ella" userId="992bbaf2-811d-42cb-a4d6-e7fc45e325e8" providerId="ADAL" clId="{A0741DA7-898F-4C16-9EBD-BB719830EF52}" dt="2025-05-28T07:58:34.787" v="498" actId="790"/>
          <ac:spMkLst>
            <pc:docMk/>
            <pc:sldMk cId="1816838298" sldId="1200"/>
            <ac:spMk id="19" creationId="{140A0CFD-7384-64D6-FA82-BF80833EEE53}"/>
          </ac:spMkLst>
        </pc:spChg>
        <pc:spChg chg="mod">
          <ac:chgData name="Feist, Ella" userId="992bbaf2-811d-42cb-a4d6-e7fc45e325e8" providerId="ADAL" clId="{A0741DA7-898F-4C16-9EBD-BB719830EF52}" dt="2025-05-28T07:58:34.787" v="498" actId="790"/>
          <ac:spMkLst>
            <pc:docMk/>
            <pc:sldMk cId="1816838298" sldId="1200"/>
            <ac:spMk id="22" creationId="{4A0B1065-0CBE-434F-7260-D2542B70F630}"/>
          </ac:spMkLst>
        </pc:spChg>
      </pc:sldChg>
      <pc:sldChg chg="modSp mod">
        <pc:chgData name="Feist, Ella" userId="992bbaf2-811d-42cb-a4d6-e7fc45e325e8" providerId="ADAL" clId="{A0741DA7-898F-4C16-9EBD-BB719830EF52}" dt="2025-05-28T07:58:34.787" v="498" actId="790"/>
        <pc:sldMkLst>
          <pc:docMk/>
          <pc:sldMk cId="4052857327" sldId="1201"/>
        </pc:sldMkLst>
        <pc:spChg chg="mod">
          <ac:chgData name="Feist, Ella" userId="992bbaf2-811d-42cb-a4d6-e7fc45e325e8" providerId="ADAL" clId="{A0741DA7-898F-4C16-9EBD-BB719830EF52}" dt="2025-05-28T07:58:34.787" v="498" actId="790"/>
          <ac:spMkLst>
            <pc:docMk/>
            <pc:sldMk cId="4052857327" sldId="1201"/>
            <ac:spMk id="2" creationId="{A9A6FF77-D641-4417-92E7-11CC6238BF20}"/>
          </ac:spMkLst>
        </pc:spChg>
        <pc:spChg chg="mod">
          <ac:chgData name="Feist, Ella" userId="992bbaf2-811d-42cb-a4d6-e7fc45e325e8" providerId="ADAL" clId="{A0741DA7-898F-4C16-9EBD-BB719830EF52}" dt="2025-05-28T07:58:34.787" v="498" actId="790"/>
          <ac:spMkLst>
            <pc:docMk/>
            <pc:sldMk cId="4052857327" sldId="1201"/>
            <ac:spMk id="3" creationId="{492B7CB9-E249-488D-8AE7-1C8C589AF970}"/>
          </ac:spMkLst>
        </pc:spChg>
        <pc:spChg chg="mod">
          <ac:chgData name="Feist, Ella" userId="992bbaf2-811d-42cb-a4d6-e7fc45e325e8" providerId="ADAL" clId="{A0741DA7-898F-4C16-9EBD-BB719830EF52}" dt="2025-05-28T07:58:34.787" v="498" actId="790"/>
          <ac:spMkLst>
            <pc:docMk/>
            <pc:sldMk cId="4052857327" sldId="1201"/>
            <ac:spMk id="5" creationId="{91A8ED3D-B755-43C9-BCB1-DCF495C0C9DB}"/>
          </ac:spMkLst>
        </pc:spChg>
        <pc:spChg chg="mod">
          <ac:chgData name="Feist, Ella" userId="992bbaf2-811d-42cb-a4d6-e7fc45e325e8" providerId="ADAL" clId="{A0741DA7-898F-4C16-9EBD-BB719830EF52}" dt="2025-05-28T07:58:34.787" v="498" actId="790"/>
          <ac:spMkLst>
            <pc:docMk/>
            <pc:sldMk cId="4052857327" sldId="1201"/>
            <ac:spMk id="13" creationId="{68FD63E1-7FF1-4492-1D55-2FB2BFA95F77}"/>
          </ac:spMkLst>
        </pc:spChg>
        <pc:spChg chg="mod">
          <ac:chgData name="Feist, Ella" userId="992bbaf2-811d-42cb-a4d6-e7fc45e325e8" providerId="ADAL" clId="{A0741DA7-898F-4C16-9EBD-BB719830EF52}" dt="2025-05-28T07:58:34.787" v="498" actId="790"/>
          <ac:spMkLst>
            <pc:docMk/>
            <pc:sldMk cId="4052857327" sldId="1201"/>
            <ac:spMk id="15" creationId="{33D83861-987C-C990-E703-759CB67D492A}"/>
          </ac:spMkLst>
        </pc:spChg>
        <pc:spChg chg="mod">
          <ac:chgData name="Feist, Ella" userId="992bbaf2-811d-42cb-a4d6-e7fc45e325e8" providerId="ADAL" clId="{A0741DA7-898F-4C16-9EBD-BB719830EF52}" dt="2025-05-28T07:58:34.787" v="498" actId="790"/>
          <ac:spMkLst>
            <pc:docMk/>
            <pc:sldMk cId="4052857327" sldId="1201"/>
            <ac:spMk id="16" creationId="{3C8E22CE-46A2-783A-E1AE-A4C80B01A970}"/>
          </ac:spMkLst>
        </pc:spChg>
        <pc:spChg chg="mod">
          <ac:chgData name="Feist, Ella" userId="992bbaf2-811d-42cb-a4d6-e7fc45e325e8" providerId="ADAL" clId="{A0741DA7-898F-4C16-9EBD-BB719830EF52}" dt="2025-05-28T07:58:34.787" v="498" actId="790"/>
          <ac:spMkLst>
            <pc:docMk/>
            <pc:sldMk cId="4052857327" sldId="1201"/>
            <ac:spMk id="17" creationId="{FB3D57EE-51F2-19CF-4BE8-D58A26F5CB02}"/>
          </ac:spMkLst>
        </pc:spChg>
        <pc:spChg chg="mod">
          <ac:chgData name="Feist, Ella" userId="992bbaf2-811d-42cb-a4d6-e7fc45e325e8" providerId="ADAL" clId="{A0741DA7-898F-4C16-9EBD-BB719830EF52}" dt="2025-05-28T07:58:34.787" v="498" actId="790"/>
          <ac:spMkLst>
            <pc:docMk/>
            <pc:sldMk cId="4052857327" sldId="1201"/>
            <ac:spMk id="18" creationId="{BB3BF0C4-BD50-DD3E-D238-DD5CD4B70696}"/>
          </ac:spMkLst>
        </pc:spChg>
        <pc:spChg chg="mod">
          <ac:chgData name="Feist, Ella" userId="992bbaf2-811d-42cb-a4d6-e7fc45e325e8" providerId="ADAL" clId="{A0741DA7-898F-4C16-9EBD-BB719830EF52}" dt="2025-05-28T07:58:34.787" v="498" actId="790"/>
          <ac:spMkLst>
            <pc:docMk/>
            <pc:sldMk cId="4052857327" sldId="1201"/>
            <ac:spMk id="19" creationId="{FCEC236E-C9EE-AE06-E343-E8BADD9FD09A}"/>
          </ac:spMkLst>
        </pc:spChg>
        <pc:spChg chg="mod">
          <ac:chgData name="Feist, Ella" userId="992bbaf2-811d-42cb-a4d6-e7fc45e325e8" providerId="ADAL" clId="{A0741DA7-898F-4C16-9EBD-BB719830EF52}" dt="2025-05-28T07:58:34.787" v="498" actId="790"/>
          <ac:spMkLst>
            <pc:docMk/>
            <pc:sldMk cId="4052857327" sldId="1201"/>
            <ac:spMk id="21" creationId="{09B35799-CAC8-A876-C111-A95A9C61C406}"/>
          </ac:spMkLst>
        </pc:spChg>
      </pc:sldChg>
      <pc:sldChg chg="modSp mod">
        <pc:chgData name="Feist, Ella" userId="992bbaf2-811d-42cb-a4d6-e7fc45e325e8" providerId="ADAL" clId="{A0741DA7-898F-4C16-9EBD-BB719830EF52}" dt="2025-05-28T07:58:34.787" v="498" actId="790"/>
        <pc:sldMkLst>
          <pc:docMk/>
          <pc:sldMk cId="1913693425" sldId="1202"/>
        </pc:sldMkLst>
        <pc:spChg chg="mod">
          <ac:chgData name="Feist, Ella" userId="992bbaf2-811d-42cb-a4d6-e7fc45e325e8" providerId="ADAL" clId="{A0741DA7-898F-4C16-9EBD-BB719830EF52}" dt="2025-05-28T07:58:34.787" v="498" actId="790"/>
          <ac:spMkLst>
            <pc:docMk/>
            <pc:sldMk cId="1913693425" sldId="1202"/>
            <ac:spMk id="2" creationId="{A9A6FF77-D641-4417-92E7-11CC6238BF20}"/>
          </ac:spMkLst>
        </pc:spChg>
        <pc:spChg chg="mod">
          <ac:chgData name="Feist, Ella" userId="992bbaf2-811d-42cb-a4d6-e7fc45e325e8" providerId="ADAL" clId="{A0741DA7-898F-4C16-9EBD-BB719830EF52}" dt="2025-05-28T07:58:34.787" v="498" actId="790"/>
          <ac:spMkLst>
            <pc:docMk/>
            <pc:sldMk cId="1913693425" sldId="1202"/>
            <ac:spMk id="5" creationId="{91A8ED3D-B755-43C9-BCB1-DCF495C0C9DB}"/>
          </ac:spMkLst>
        </pc:spChg>
        <pc:spChg chg="mod">
          <ac:chgData name="Feist, Ella" userId="992bbaf2-811d-42cb-a4d6-e7fc45e325e8" providerId="ADAL" clId="{A0741DA7-898F-4C16-9EBD-BB719830EF52}" dt="2025-05-28T07:58:34.787" v="498" actId="790"/>
          <ac:spMkLst>
            <pc:docMk/>
            <pc:sldMk cId="1913693425" sldId="1202"/>
            <ac:spMk id="10" creationId="{DF404819-B344-8DBC-BF4F-AE1E6339EF58}"/>
          </ac:spMkLst>
        </pc:spChg>
        <pc:spChg chg="mod">
          <ac:chgData name="Feist, Ella" userId="992bbaf2-811d-42cb-a4d6-e7fc45e325e8" providerId="ADAL" clId="{A0741DA7-898F-4C16-9EBD-BB719830EF52}" dt="2025-05-28T07:58:34.787" v="498" actId="790"/>
          <ac:spMkLst>
            <pc:docMk/>
            <pc:sldMk cId="1913693425" sldId="1202"/>
            <ac:spMk id="11" creationId="{13C97D83-E547-2BC5-06F0-777077D72C05}"/>
          </ac:spMkLst>
        </pc:spChg>
        <pc:spChg chg="mod">
          <ac:chgData name="Feist, Ella" userId="992bbaf2-811d-42cb-a4d6-e7fc45e325e8" providerId="ADAL" clId="{A0741DA7-898F-4C16-9EBD-BB719830EF52}" dt="2025-05-28T07:58:34.787" v="498" actId="790"/>
          <ac:spMkLst>
            <pc:docMk/>
            <pc:sldMk cId="1913693425" sldId="1202"/>
            <ac:spMk id="12" creationId="{D27802E5-D996-2D5E-484B-BCBF35BC7D13}"/>
          </ac:spMkLst>
        </pc:spChg>
        <pc:spChg chg="mod">
          <ac:chgData name="Feist, Ella" userId="992bbaf2-811d-42cb-a4d6-e7fc45e325e8" providerId="ADAL" clId="{A0741DA7-898F-4C16-9EBD-BB719830EF52}" dt="2025-05-28T07:58:34.787" v="498" actId="790"/>
          <ac:spMkLst>
            <pc:docMk/>
            <pc:sldMk cId="1913693425" sldId="1202"/>
            <ac:spMk id="13" creationId="{2D7A001D-2195-50CE-82E2-A6C1217FF3E1}"/>
          </ac:spMkLst>
        </pc:spChg>
        <pc:spChg chg="mod">
          <ac:chgData name="Feist, Ella" userId="992bbaf2-811d-42cb-a4d6-e7fc45e325e8" providerId="ADAL" clId="{A0741DA7-898F-4C16-9EBD-BB719830EF52}" dt="2025-05-28T07:58:34.787" v="498" actId="790"/>
          <ac:spMkLst>
            <pc:docMk/>
            <pc:sldMk cId="1913693425" sldId="1202"/>
            <ac:spMk id="14" creationId="{A4D3B441-3914-A52A-F290-53C665F71FEA}"/>
          </ac:spMkLst>
        </pc:spChg>
        <pc:spChg chg="mod">
          <ac:chgData name="Feist, Ella" userId="992bbaf2-811d-42cb-a4d6-e7fc45e325e8" providerId="ADAL" clId="{A0741DA7-898F-4C16-9EBD-BB719830EF52}" dt="2025-05-28T07:58:34.787" v="498" actId="790"/>
          <ac:spMkLst>
            <pc:docMk/>
            <pc:sldMk cId="1913693425" sldId="1202"/>
            <ac:spMk id="16" creationId="{F98E5C55-816C-5626-26E0-9897BF583188}"/>
          </ac:spMkLst>
        </pc:spChg>
        <pc:spChg chg="mod">
          <ac:chgData name="Feist, Ella" userId="992bbaf2-811d-42cb-a4d6-e7fc45e325e8" providerId="ADAL" clId="{A0741DA7-898F-4C16-9EBD-BB719830EF52}" dt="2025-05-28T07:58:34.787" v="498" actId="790"/>
          <ac:spMkLst>
            <pc:docMk/>
            <pc:sldMk cId="1913693425" sldId="1202"/>
            <ac:spMk id="18" creationId="{0C6F9F06-A1A2-3EFC-766D-A985E4B541D2}"/>
          </ac:spMkLst>
        </pc:spChg>
        <pc:spChg chg="mod">
          <ac:chgData name="Feist, Ella" userId="992bbaf2-811d-42cb-a4d6-e7fc45e325e8" providerId="ADAL" clId="{A0741DA7-898F-4C16-9EBD-BB719830EF52}" dt="2025-05-28T07:58:34.787" v="498" actId="790"/>
          <ac:spMkLst>
            <pc:docMk/>
            <pc:sldMk cId="1913693425" sldId="1202"/>
            <ac:spMk id="19" creationId="{F4FDF1B6-5827-1524-5F7A-498D51391DB1}"/>
          </ac:spMkLst>
        </pc:spChg>
      </pc:sldChg>
      <pc:sldChg chg="modSp mod">
        <pc:chgData name="Feist, Ella" userId="992bbaf2-811d-42cb-a4d6-e7fc45e325e8" providerId="ADAL" clId="{A0741DA7-898F-4C16-9EBD-BB719830EF52}" dt="2025-05-28T07:58:34.787" v="498" actId="790"/>
        <pc:sldMkLst>
          <pc:docMk/>
          <pc:sldMk cId="2668307878" sldId="1203"/>
        </pc:sldMkLst>
        <pc:spChg chg="mod">
          <ac:chgData name="Feist, Ella" userId="992bbaf2-811d-42cb-a4d6-e7fc45e325e8" providerId="ADAL" clId="{A0741DA7-898F-4C16-9EBD-BB719830EF52}" dt="2025-05-28T07:58:34.787" v="498" actId="790"/>
          <ac:spMkLst>
            <pc:docMk/>
            <pc:sldMk cId="2668307878" sldId="1203"/>
            <ac:spMk id="2" creationId="{A9A6FF77-D641-4417-92E7-11CC6238BF20}"/>
          </ac:spMkLst>
        </pc:spChg>
        <pc:spChg chg="mod">
          <ac:chgData name="Feist, Ella" userId="992bbaf2-811d-42cb-a4d6-e7fc45e325e8" providerId="ADAL" clId="{A0741DA7-898F-4C16-9EBD-BB719830EF52}" dt="2025-05-28T07:58:34.787" v="498" actId="790"/>
          <ac:spMkLst>
            <pc:docMk/>
            <pc:sldMk cId="2668307878" sldId="1203"/>
            <ac:spMk id="3" creationId="{9D76457F-1FFD-D5E8-21BF-6DB7F40BB86E}"/>
          </ac:spMkLst>
        </pc:spChg>
        <pc:spChg chg="mod">
          <ac:chgData name="Feist, Ella" userId="992bbaf2-811d-42cb-a4d6-e7fc45e325e8" providerId="ADAL" clId="{A0741DA7-898F-4C16-9EBD-BB719830EF52}" dt="2025-05-28T07:58:34.787" v="498" actId="790"/>
          <ac:spMkLst>
            <pc:docMk/>
            <pc:sldMk cId="2668307878" sldId="1203"/>
            <ac:spMk id="5" creationId="{91A8ED3D-B755-43C9-BCB1-DCF495C0C9DB}"/>
          </ac:spMkLst>
        </pc:spChg>
        <pc:spChg chg="mod">
          <ac:chgData name="Feist, Ella" userId="992bbaf2-811d-42cb-a4d6-e7fc45e325e8" providerId="ADAL" clId="{A0741DA7-898F-4C16-9EBD-BB719830EF52}" dt="2025-05-28T07:58:34.787" v="498" actId="790"/>
          <ac:spMkLst>
            <pc:docMk/>
            <pc:sldMk cId="2668307878" sldId="1203"/>
            <ac:spMk id="7" creationId="{16FE4C2C-9D12-128D-F2DF-4EA15D5F0C7E}"/>
          </ac:spMkLst>
        </pc:spChg>
        <pc:picChg chg="mod">
          <ac:chgData name="Feist, Ella" userId="992bbaf2-811d-42cb-a4d6-e7fc45e325e8" providerId="ADAL" clId="{A0741DA7-898F-4C16-9EBD-BB719830EF52}" dt="2025-05-27T16:05:18.543" v="30" actId="1076"/>
          <ac:picMkLst>
            <pc:docMk/>
            <pc:sldMk cId="2668307878" sldId="1203"/>
            <ac:picMk id="4" creationId="{B603D12C-33A5-DFD4-6F09-D951F5E737B7}"/>
          </ac:picMkLst>
        </pc:picChg>
      </pc:sldChg>
      <pc:sldChg chg="delSp modSp mod">
        <pc:chgData name="Feist, Ella" userId="992bbaf2-811d-42cb-a4d6-e7fc45e325e8" providerId="ADAL" clId="{A0741DA7-898F-4C16-9EBD-BB719830EF52}" dt="2025-05-28T07:58:50.395" v="502" actId="313"/>
        <pc:sldMkLst>
          <pc:docMk/>
          <pc:sldMk cId="1637637549" sldId="1204"/>
        </pc:sldMkLst>
        <pc:spChg chg="mod">
          <ac:chgData name="Feist, Ella" userId="992bbaf2-811d-42cb-a4d6-e7fc45e325e8" providerId="ADAL" clId="{A0741DA7-898F-4C16-9EBD-BB719830EF52}" dt="2025-05-28T07:58:34.787" v="498" actId="790"/>
          <ac:spMkLst>
            <pc:docMk/>
            <pc:sldMk cId="1637637549" sldId="1204"/>
            <ac:spMk id="4" creationId="{06B9E308-C698-E451-C3A7-752FC61E1590}"/>
          </ac:spMkLst>
        </pc:spChg>
        <pc:spChg chg="mod">
          <ac:chgData name="Feist, Ella" userId="992bbaf2-811d-42cb-a4d6-e7fc45e325e8" providerId="ADAL" clId="{A0741DA7-898F-4C16-9EBD-BB719830EF52}" dt="2025-05-28T07:58:34.787" v="498" actId="790"/>
          <ac:spMkLst>
            <pc:docMk/>
            <pc:sldMk cId="1637637549" sldId="1204"/>
            <ac:spMk id="7" creationId="{59158BB0-1A1F-0D56-048E-B1A6771FB8BC}"/>
          </ac:spMkLst>
        </pc:spChg>
        <pc:spChg chg="mod">
          <ac:chgData name="Feist, Ella" userId="992bbaf2-811d-42cb-a4d6-e7fc45e325e8" providerId="ADAL" clId="{A0741DA7-898F-4C16-9EBD-BB719830EF52}" dt="2025-05-28T07:58:34.787" v="498" actId="790"/>
          <ac:spMkLst>
            <pc:docMk/>
            <pc:sldMk cId="1637637549" sldId="1204"/>
            <ac:spMk id="10" creationId="{856AFB29-839A-84A4-1983-2F0783B748CE}"/>
          </ac:spMkLst>
        </pc:spChg>
        <pc:spChg chg="mod">
          <ac:chgData name="Feist, Ella" userId="992bbaf2-811d-42cb-a4d6-e7fc45e325e8" providerId="ADAL" clId="{A0741DA7-898F-4C16-9EBD-BB719830EF52}" dt="2025-05-28T07:58:34.787" v="498" actId="790"/>
          <ac:spMkLst>
            <pc:docMk/>
            <pc:sldMk cId="1637637549" sldId="1204"/>
            <ac:spMk id="12" creationId="{CC13EBE6-3AA6-6AFD-8351-CCE8E4B14AE9}"/>
          </ac:spMkLst>
        </pc:spChg>
        <pc:spChg chg="mod">
          <ac:chgData name="Feist, Ella" userId="992bbaf2-811d-42cb-a4d6-e7fc45e325e8" providerId="ADAL" clId="{A0741DA7-898F-4C16-9EBD-BB719830EF52}" dt="2025-05-28T07:58:34.787" v="498" actId="790"/>
          <ac:spMkLst>
            <pc:docMk/>
            <pc:sldMk cId="1637637549" sldId="1204"/>
            <ac:spMk id="13" creationId="{3C45E51E-EB7A-AFE4-331A-9C4C64859F3B}"/>
          </ac:spMkLst>
        </pc:spChg>
        <pc:spChg chg="mod">
          <ac:chgData name="Feist, Ella" userId="992bbaf2-811d-42cb-a4d6-e7fc45e325e8" providerId="ADAL" clId="{A0741DA7-898F-4C16-9EBD-BB719830EF52}" dt="2025-05-28T07:58:34.787" v="498" actId="790"/>
          <ac:spMkLst>
            <pc:docMk/>
            <pc:sldMk cId="1637637549" sldId="1204"/>
            <ac:spMk id="22" creationId="{72DCB795-C85F-F083-7CE1-5435657DBFE4}"/>
          </ac:spMkLst>
        </pc:spChg>
        <pc:spChg chg="mod">
          <ac:chgData name="Feist, Ella" userId="992bbaf2-811d-42cb-a4d6-e7fc45e325e8" providerId="ADAL" clId="{A0741DA7-898F-4C16-9EBD-BB719830EF52}" dt="2025-05-28T07:58:34.787" v="498" actId="790"/>
          <ac:spMkLst>
            <pc:docMk/>
            <pc:sldMk cId="1637637549" sldId="1204"/>
            <ac:spMk id="27" creationId="{90A24CE9-18EB-281F-C67B-3277AEDCD119}"/>
          </ac:spMkLst>
        </pc:spChg>
        <pc:spChg chg="mod">
          <ac:chgData name="Feist, Ella" userId="992bbaf2-811d-42cb-a4d6-e7fc45e325e8" providerId="ADAL" clId="{A0741DA7-898F-4C16-9EBD-BB719830EF52}" dt="2025-05-28T07:58:34.787" v="498" actId="790"/>
          <ac:spMkLst>
            <pc:docMk/>
            <pc:sldMk cId="1637637549" sldId="1204"/>
            <ac:spMk id="29" creationId="{A98D585E-8B8C-250B-1095-0B7B4F5AD6B0}"/>
          </ac:spMkLst>
        </pc:spChg>
        <pc:spChg chg="mod">
          <ac:chgData name="Feist, Ella" userId="992bbaf2-811d-42cb-a4d6-e7fc45e325e8" providerId="ADAL" clId="{A0741DA7-898F-4C16-9EBD-BB719830EF52}" dt="2025-05-28T07:58:50.395" v="502" actId="313"/>
          <ac:spMkLst>
            <pc:docMk/>
            <pc:sldMk cId="1637637549" sldId="1204"/>
            <ac:spMk id="30" creationId="{40738A18-25F3-32D2-AAC9-D7A626F65ABB}"/>
          </ac:spMkLst>
        </pc:spChg>
        <pc:spChg chg="mod">
          <ac:chgData name="Feist, Ella" userId="992bbaf2-811d-42cb-a4d6-e7fc45e325e8" providerId="ADAL" clId="{A0741DA7-898F-4C16-9EBD-BB719830EF52}" dt="2025-05-28T07:58:34.787" v="498" actId="790"/>
          <ac:spMkLst>
            <pc:docMk/>
            <pc:sldMk cId="1637637549" sldId="1204"/>
            <ac:spMk id="31" creationId="{E0F29AD0-5ECF-091A-336D-3EE2C9A41321}"/>
          </ac:spMkLst>
        </pc:spChg>
      </pc:sldChg>
      <pc:sldChg chg="modSp mod">
        <pc:chgData name="Feist, Ella" userId="992bbaf2-811d-42cb-a4d6-e7fc45e325e8" providerId="ADAL" clId="{A0741DA7-898F-4C16-9EBD-BB719830EF52}" dt="2025-05-28T07:58:34.787" v="498" actId="790"/>
        <pc:sldMkLst>
          <pc:docMk/>
          <pc:sldMk cId="1416166858" sldId="1205"/>
        </pc:sldMkLst>
        <pc:spChg chg="mod">
          <ac:chgData name="Feist, Ella" userId="992bbaf2-811d-42cb-a4d6-e7fc45e325e8" providerId="ADAL" clId="{A0741DA7-898F-4C16-9EBD-BB719830EF52}" dt="2025-05-28T07:58:34.787" v="498" actId="790"/>
          <ac:spMkLst>
            <pc:docMk/>
            <pc:sldMk cId="1416166858" sldId="1205"/>
            <ac:spMk id="2" creationId="{A9A6FF77-D641-4417-92E7-11CC6238BF20}"/>
          </ac:spMkLst>
        </pc:spChg>
        <pc:spChg chg="mod">
          <ac:chgData name="Feist, Ella" userId="992bbaf2-811d-42cb-a4d6-e7fc45e325e8" providerId="ADAL" clId="{A0741DA7-898F-4C16-9EBD-BB719830EF52}" dt="2025-05-28T07:58:34.787" v="498" actId="790"/>
          <ac:spMkLst>
            <pc:docMk/>
            <pc:sldMk cId="1416166858" sldId="1205"/>
            <ac:spMk id="5" creationId="{91A8ED3D-B755-43C9-BCB1-DCF495C0C9DB}"/>
          </ac:spMkLst>
        </pc:spChg>
        <pc:spChg chg="mod">
          <ac:chgData name="Feist, Ella" userId="992bbaf2-811d-42cb-a4d6-e7fc45e325e8" providerId="ADAL" clId="{A0741DA7-898F-4C16-9EBD-BB719830EF52}" dt="2025-05-28T07:58:34.787" v="498" actId="790"/>
          <ac:spMkLst>
            <pc:docMk/>
            <pc:sldMk cId="1416166858" sldId="1205"/>
            <ac:spMk id="6" creationId="{7F32B405-A40D-4185-7365-358A2C3964DF}"/>
          </ac:spMkLst>
        </pc:spChg>
        <pc:spChg chg="mod">
          <ac:chgData name="Feist, Ella" userId="992bbaf2-811d-42cb-a4d6-e7fc45e325e8" providerId="ADAL" clId="{A0741DA7-898F-4C16-9EBD-BB719830EF52}" dt="2025-05-28T07:58:34.787" v="498" actId="790"/>
          <ac:spMkLst>
            <pc:docMk/>
            <pc:sldMk cId="1416166858" sldId="1205"/>
            <ac:spMk id="9" creationId="{AB2DEA24-780D-0581-1603-A71C05129C17}"/>
          </ac:spMkLst>
        </pc:spChg>
        <pc:spChg chg="mod">
          <ac:chgData name="Feist, Ella" userId="992bbaf2-811d-42cb-a4d6-e7fc45e325e8" providerId="ADAL" clId="{A0741DA7-898F-4C16-9EBD-BB719830EF52}" dt="2025-05-28T07:58:34.787" v="498" actId="790"/>
          <ac:spMkLst>
            <pc:docMk/>
            <pc:sldMk cId="1416166858" sldId="1205"/>
            <ac:spMk id="10" creationId="{CC43CF82-42EC-F7B0-0A62-B7DC981EAA67}"/>
          </ac:spMkLst>
        </pc:spChg>
        <pc:spChg chg="mod">
          <ac:chgData name="Feist, Ella" userId="992bbaf2-811d-42cb-a4d6-e7fc45e325e8" providerId="ADAL" clId="{A0741DA7-898F-4C16-9EBD-BB719830EF52}" dt="2025-05-28T07:58:34.787" v="498" actId="790"/>
          <ac:spMkLst>
            <pc:docMk/>
            <pc:sldMk cId="1416166858" sldId="1205"/>
            <ac:spMk id="13" creationId="{91FB2C62-9FC3-C403-B2F8-2ECE72297715}"/>
          </ac:spMkLst>
        </pc:spChg>
        <pc:spChg chg="mod">
          <ac:chgData name="Feist, Ella" userId="992bbaf2-811d-42cb-a4d6-e7fc45e325e8" providerId="ADAL" clId="{A0741DA7-898F-4C16-9EBD-BB719830EF52}" dt="2025-05-28T07:58:34.787" v="498" actId="790"/>
          <ac:spMkLst>
            <pc:docMk/>
            <pc:sldMk cId="1416166858" sldId="1205"/>
            <ac:spMk id="15" creationId="{6BC7946B-F149-B23D-37C6-A95CDAC6AF84}"/>
          </ac:spMkLst>
        </pc:spChg>
        <pc:spChg chg="mod">
          <ac:chgData name="Feist, Ella" userId="992bbaf2-811d-42cb-a4d6-e7fc45e325e8" providerId="ADAL" clId="{A0741DA7-898F-4C16-9EBD-BB719830EF52}" dt="2025-05-28T07:58:34.787" v="498" actId="790"/>
          <ac:spMkLst>
            <pc:docMk/>
            <pc:sldMk cId="1416166858" sldId="1205"/>
            <ac:spMk id="16" creationId="{07BD6F79-55FA-EFCA-59CE-46567B56BD7C}"/>
          </ac:spMkLst>
        </pc:spChg>
        <pc:spChg chg="mod">
          <ac:chgData name="Feist, Ella" userId="992bbaf2-811d-42cb-a4d6-e7fc45e325e8" providerId="ADAL" clId="{A0741DA7-898F-4C16-9EBD-BB719830EF52}" dt="2025-05-28T07:58:34.787" v="498" actId="790"/>
          <ac:spMkLst>
            <pc:docMk/>
            <pc:sldMk cId="1416166858" sldId="1205"/>
            <ac:spMk id="18" creationId="{3547A9BC-9F6F-73E3-C849-9F063665893B}"/>
          </ac:spMkLst>
        </pc:spChg>
        <pc:spChg chg="mod">
          <ac:chgData name="Feist, Ella" userId="992bbaf2-811d-42cb-a4d6-e7fc45e325e8" providerId="ADAL" clId="{A0741DA7-898F-4C16-9EBD-BB719830EF52}" dt="2025-05-28T07:58:34.787" v="498" actId="790"/>
          <ac:spMkLst>
            <pc:docMk/>
            <pc:sldMk cId="1416166858" sldId="1205"/>
            <ac:spMk id="19" creationId="{7169F310-23E0-4823-227A-7F2220A21FB7}"/>
          </ac:spMkLst>
        </pc:spChg>
        <pc:graphicFrameChg chg="mod modGraphic">
          <ac:chgData name="Feist, Ella" userId="992bbaf2-811d-42cb-a4d6-e7fc45e325e8" providerId="ADAL" clId="{A0741DA7-898F-4C16-9EBD-BB719830EF52}" dt="2025-05-27T16:25:10.001" v="336" actId="2711"/>
          <ac:graphicFrameMkLst>
            <pc:docMk/>
            <pc:sldMk cId="1416166858" sldId="1205"/>
            <ac:graphicFrameMk id="3" creationId="{E5196236-6CC0-1C7F-601E-54CFE38928A8}"/>
          </ac:graphicFrameMkLst>
        </pc:graphicFrameChg>
      </pc:sldChg>
      <pc:sldChg chg="modSp mod">
        <pc:chgData name="Feist, Ella" userId="992bbaf2-811d-42cb-a4d6-e7fc45e325e8" providerId="ADAL" clId="{A0741DA7-898F-4C16-9EBD-BB719830EF52}" dt="2025-05-28T07:58:34.787" v="498" actId="790"/>
        <pc:sldMkLst>
          <pc:docMk/>
          <pc:sldMk cId="343238560" sldId="1206"/>
        </pc:sldMkLst>
        <pc:spChg chg="mod">
          <ac:chgData name="Feist, Ella" userId="992bbaf2-811d-42cb-a4d6-e7fc45e325e8" providerId="ADAL" clId="{A0741DA7-898F-4C16-9EBD-BB719830EF52}" dt="2025-05-28T07:58:34.787" v="498" actId="790"/>
          <ac:spMkLst>
            <pc:docMk/>
            <pc:sldMk cId="343238560" sldId="1206"/>
            <ac:spMk id="2" creationId="{A9A6FF77-D641-4417-92E7-11CC6238BF20}"/>
          </ac:spMkLst>
        </pc:spChg>
        <pc:spChg chg="mod">
          <ac:chgData name="Feist, Ella" userId="992bbaf2-811d-42cb-a4d6-e7fc45e325e8" providerId="ADAL" clId="{A0741DA7-898F-4C16-9EBD-BB719830EF52}" dt="2025-05-28T07:58:34.787" v="498" actId="790"/>
          <ac:spMkLst>
            <pc:docMk/>
            <pc:sldMk cId="343238560" sldId="1206"/>
            <ac:spMk id="3" creationId="{8BA5390B-A3BE-C400-94D2-4FB28D749D12}"/>
          </ac:spMkLst>
        </pc:spChg>
        <pc:spChg chg="mod">
          <ac:chgData name="Feist, Ella" userId="992bbaf2-811d-42cb-a4d6-e7fc45e325e8" providerId="ADAL" clId="{A0741DA7-898F-4C16-9EBD-BB719830EF52}" dt="2025-05-28T07:58:34.787" v="498" actId="790"/>
          <ac:spMkLst>
            <pc:docMk/>
            <pc:sldMk cId="343238560" sldId="1206"/>
            <ac:spMk id="4" creationId="{6830FF20-913A-C806-2131-1E8606004434}"/>
          </ac:spMkLst>
        </pc:spChg>
        <pc:spChg chg="mod">
          <ac:chgData name="Feist, Ella" userId="992bbaf2-811d-42cb-a4d6-e7fc45e325e8" providerId="ADAL" clId="{A0741DA7-898F-4C16-9EBD-BB719830EF52}" dt="2025-05-28T07:58:34.787" v="498" actId="790"/>
          <ac:spMkLst>
            <pc:docMk/>
            <pc:sldMk cId="343238560" sldId="1206"/>
            <ac:spMk id="5" creationId="{91A8ED3D-B755-43C9-BCB1-DCF495C0C9DB}"/>
          </ac:spMkLst>
        </pc:spChg>
        <pc:graphicFrameChg chg="mod modGraphic">
          <ac:chgData name="Feist, Ella" userId="992bbaf2-811d-42cb-a4d6-e7fc45e325e8" providerId="ADAL" clId="{A0741DA7-898F-4C16-9EBD-BB719830EF52}" dt="2025-05-28T07:58:34.787" v="498" actId="790"/>
          <ac:graphicFrameMkLst>
            <pc:docMk/>
            <pc:sldMk cId="343238560" sldId="1206"/>
            <ac:graphicFrameMk id="6" creationId="{C3573902-6193-BE5C-E35C-33D5ECDB0631}"/>
          </ac:graphicFrameMkLst>
        </pc:graphicFrameChg>
      </pc:sldChg>
      <pc:sldChg chg="modSp mod">
        <pc:chgData name="Feist, Ella" userId="992bbaf2-811d-42cb-a4d6-e7fc45e325e8" providerId="ADAL" clId="{A0741DA7-898F-4C16-9EBD-BB719830EF52}" dt="2025-05-28T07:58:34.787" v="498" actId="790"/>
        <pc:sldMkLst>
          <pc:docMk/>
          <pc:sldMk cId="2672206510" sldId="1207"/>
        </pc:sldMkLst>
        <pc:spChg chg="mod">
          <ac:chgData name="Feist, Ella" userId="992bbaf2-811d-42cb-a4d6-e7fc45e325e8" providerId="ADAL" clId="{A0741DA7-898F-4C16-9EBD-BB719830EF52}" dt="2025-05-28T07:58:34.787" v="498" actId="790"/>
          <ac:spMkLst>
            <pc:docMk/>
            <pc:sldMk cId="2672206510" sldId="1207"/>
            <ac:spMk id="2" creationId="{A9A6FF77-D641-4417-92E7-11CC6238BF20}"/>
          </ac:spMkLst>
        </pc:spChg>
        <pc:spChg chg="mod">
          <ac:chgData name="Feist, Ella" userId="992bbaf2-811d-42cb-a4d6-e7fc45e325e8" providerId="ADAL" clId="{A0741DA7-898F-4C16-9EBD-BB719830EF52}" dt="2025-05-27T16:09:01.527" v="119" actId="20577"/>
          <ac:spMkLst>
            <pc:docMk/>
            <pc:sldMk cId="2672206510" sldId="1207"/>
            <ac:spMk id="4" creationId="{F9F85AE6-0E3E-CDD0-7C11-9F07698B88C7}"/>
          </ac:spMkLst>
        </pc:spChg>
        <pc:spChg chg="mod">
          <ac:chgData name="Feist, Ella" userId="992bbaf2-811d-42cb-a4d6-e7fc45e325e8" providerId="ADAL" clId="{A0741DA7-898F-4C16-9EBD-BB719830EF52}" dt="2025-05-28T07:58:34.787" v="498" actId="790"/>
          <ac:spMkLst>
            <pc:docMk/>
            <pc:sldMk cId="2672206510" sldId="1207"/>
            <ac:spMk id="5" creationId="{91A8ED3D-B755-43C9-BCB1-DCF495C0C9DB}"/>
          </ac:spMkLst>
        </pc:spChg>
        <pc:spChg chg="mod">
          <ac:chgData name="Feist, Ella" userId="992bbaf2-811d-42cb-a4d6-e7fc45e325e8" providerId="ADAL" clId="{A0741DA7-898F-4C16-9EBD-BB719830EF52}" dt="2025-05-28T07:58:34.787" v="498" actId="790"/>
          <ac:spMkLst>
            <pc:docMk/>
            <pc:sldMk cId="2672206510" sldId="1207"/>
            <ac:spMk id="6" creationId="{5AA42BAD-6006-5322-3BA6-1104AAF92C59}"/>
          </ac:spMkLst>
        </pc:spChg>
        <pc:spChg chg="mod">
          <ac:chgData name="Feist, Ella" userId="992bbaf2-811d-42cb-a4d6-e7fc45e325e8" providerId="ADAL" clId="{A0741DA7-898F-4C16-9EBD-BB719830EF52}" dt="2025-05-28T07:58:34.787" v="498" actId="790"/>
          <ac:spMkLst>
            <pc:docMk/>
            <pc:sldMk cId="2672206510" sldId="1207"/>
            <ac:spMk id="8" creationId="{67A3C429-445A-61AD-DEA3-8A7C3929FBE1}"/>
          </ac:spMkLst>
        </pc:spChg>
        <pc:spChg chg="mod">
          <ac:chgData name="Feist, Ella" userId="992bbaf2-811d-42cb-a4d6-e7fc45e325e8" providerId="ADAL" clId="{A0741DA7-898F-4C16-9EBD-BB719830EF52}" dt="2025-05-28T07:58:34.787" v="498" actId="790"/>
          <ac:spMkLst>
            <pc:docMk/>
            <pc:sldMk cId="2672206510" sldId="1207"/>
            <ac:spMk id="9" creationId="{3F503943-E2A4-2A86-730D-5794C7C23CB2}"/>
          </ac:spMkLst>
        </pc:spChg>
        <pc:spChg chg="mod">
          <ac:chgData name="Feist, Ella" userId="992bbaf2-811d-42cb-a4d6-e7fc45e325e8" providerId="ADAL" clId="{A0741DA7-898F-4C16-9EBD-BB719830EF52}" dt="2025-05-28T07:58:34.787" v="498" actId="790"/>
          <ac:spMkLst>
            <pc:docMk/>
            <pc:sldMk cId="2672206510" sldId="1207"/>
            <ac:spMk id="10" creationId="{148DDD5C-83EC-D25F-B7C6-C1FBB7379D80}"/>
          </ac:spMkLst>
        </pc:spChg>
        <pc:spChg chg="mod">
          <ac:chgData name="Feist, Ella" userId="992bbaf2-811d-42cb-a4d6-e7fc45e325e8" providerId="ADAL" clId="{A0741DA7-898F-4C16-9EBD-BB719830EF52}" dt="2025-05-28T07:58:34.787" v="498" actId="790"/>
          <ac:spMkLst>
            <pc:docMk/>
            <pc:sldMk cId="2672206510" sldId="1207"/>
            <ac:spMk id="18" creationId="{63723107-1E74-74C9-DCE3-496511125C2D}"/>
          </ac:spMkLst>
        </pc:spChg>
        <pc:spChg chg="mod">
          <ac:chgData name="Feist, Ella" userId="992bbaf2-811d-42cb-a4d6-e7fc45e325e8" providerId="ADAL" clId="{A0741DA7-898F-4C16-9EBD-BB719830EF52}" dt="2025-05-28T07:58:34.787" v="498" actId="790"/>
          <ac:spMkLst>
            <pc:docMk/>
            <pc:sldMk cId="2672206510" sldId="1207"/>
            <ac:spMk id="21" creationId="{F6F06987-FDD0-DCA6-DB7E-80D578098183}"/>
          </ac:spMkLst>
        </pc:spChg>
        <pc:spChg chg="mod">
          <ac:chgData name="Feist, Ella" userId="992bbaf2-811d-42cb-a4d6-e7fc45e325e8" providerId="ADAL" clId="{A0741DA7-898F-4C16-9EBD-BB719830EF52}" dt="2025-05-28T07:58:34.787" v="498" actId="790"/>
          <ac:spMkLst>
            <pc:docMk/>
            <pc:sldMk cId="2672206510" sldId="1207"/>
            <ac:spMk id="22" creationId="{168B0456-2CEB-8968-9018-C9B42C2D10D5}"/>
          </ac:spMkLst>
        </pc:spChg>
        <pc:spChg chg="mod">
          <ac:chgData name="Feist, Ella" userId="992bbaf2-811d-42cb-a4d6-e7fc45e325e8" providerId="ADAL" clId="{A0741DA7-898F-4C16-9EBD-BB719830EF52}" dt="2025-05-28T07:58:34.787" v="498" actId="790"/>
          <ac:spMkLst>
            <pc:docMk/>
            <pc:sldMk cId="2672206510" sldId="1207"/>
            <ac:spMk id="23" creationId="{934BD0A8-E2B1-DE44-97D4-98A49569D15E}"/>
          </ac:spMkLst>
        </pc:spChg>
        <pc:graphicFrameChg chg="mod modGraphic">
          <ac:chgData name="Feist, Ella" userId="992bbaf2-811d-42cb-a4d6-e7fc45e325e8" providerId="ADAL" clId="{A0741DA7-898F-4C16-9EBD-BB719830EF52}" dt="2025-05-27T16:25:26.243" v="340" actId="2711"/>
          <ac:graphicFrameMkLst>
            <pc:docMk/>
            <pc:sldMk cId="2672206510" sldId="1207"/>
            <ac:graphicFrameMk id="3" creationId="{F8E59F2B-EE1C-16F1-E9DF-C77C1C550EB8}"/>
          </ac:graphicFrameMkLst>
        </pc:graphicFrameChg>
      </pc:sldChg>
      <pc:sldChg chg="modSp mod modNotesTx">
        <pc:chgData name="Feist, Ella" userId="992bbaf2-811d-42cb-a4d6-e7fc45e325e8" providerId="ADAL" clId="{A0741DA7-898F-4C16-9EBD-BB719830EF52}" dt="2025-05-28T07:58:34.787" v="498" actId="790"/>
        <pc:sldMkLst>
          <pc:docMk/>
          <pc:sldMk cId="1929171615" sldId="1208"/>
        </pc:sldMkLst>
        <pc:spChg chg="mod">
          <ac:chgData name="Feist, Ella" userId="992bbaf2-811d-42cb-a4d6-e7fc45e325e8" providerId="ADAL" clId="{A0741DA7-898F-4C16-9EBD-BB719830EF52}" dt="2025-05-28T07:58:34.787" v="498" actId="790"/>
          <ac:spMkLst>
            <pc:docMk/>
            <pc:sldMk cId="1929171615" sldId="1208"/>
            <ac:spMk id="2" creationId="{A9A6FF77-D641-4417-92E7-11CC6238BF20}"/>
          </ac:spMkLst>
        </pc:spChg>
        <pc:spChg chg="mod">
          <ac:chgData name="Feist, Ella" userId="992bbaf2-811d-42cb-a4d6-e7fc45e325e8" providerId="ADAL" clId="{A0741DA7-898F-4C16-9EBD-BB719830EF52}" dt="2025-05-28T07:58:34.787" v="498" actId="790"/>
          <ac:spMkLst>
            <pc:docMk/>
            <pc:sldMk cId="1929171615" sldId="1208"/>
            <ac:spMk id="3" creationId="{CB673546-9207-1FA4-01EB-EC02FFF9F945}"/>
          </ac:spMkLst>
        </pc:spChg>
        <pc:spChg chg="mod">
          <ac:chgData name="Feist, Ella" userId="992bbaf2-811d-42cb-a4d6-e7fc45e325e8" providerId="ADAL" clId="{A0741DA7-898F-4C16-9EBD-BB719830EF52}" dt="2025-05-28T07:58:34.787" v="498" actId="790"/>
          <ac:spMkLst>
            <pc:docMk/>
            <pc:sldMk cId="1929171615" sldId="1208"/>
            <ac:spMk id="5" creationId="{91A8ED3D-B755-43C9-BCB1-DCF495C0C9DB}"/>
          </ac:spMkLst>
        </pc:spChg>
        <pc:spChg chg="mod">
          <ac:chgData name="Feist, Ella" userId="992bbaf2-811d-42cb-a4d6-e7fc45e325e8" providerId="ADAL" clId="{A0741DA7-898F-4C16-9EBD-BB719830EF52}" dt="2025-05-28T07:58:34.787" v="498" actId="790"/>
          <ac:spMkLst>
            <pc:docMk/>
            <pc:sldMk cId="1929171615" sldId="1208"/>
            <ac:spMk id="7" creationId="{8BA5390B-A3BE-C400-94D2-4FB28D749D12}"/>
          </ac:spMkLst>
        </pc:spChg>
        <pc:graphicFrameChg chg="mod modGraphic">
          <ac:chgData name="Feist, Ella" userId="992bbaf2-811d-42cb-a4d6-e7fc45e325e8" providerId="ADAL" clId="{A0741DA7-898F-4C16-9EBD-BB719830EF52}" dt="2025-05-28T07:58:34.787" v="498" actId="790"/>
          <ac:graphicFrameMkLst>
            <pc:docMk/>
            <pc:sldMk cId="1929171615" sldId="1208"/>
            <ac:graphicFrameMk id="6" creationId="{D9FD56F7-67FD-8F5E-501F-99D7498BF13F}"/>
          </ac:graphicFrameMkLst>
        </pc:graphicFrameChg>
      </pc:sldChg>
      <pc:sldChg chg="delSp modSp mod">
        <pc:chgData name="Feist, Ella" userId="992bbaf2-811d-42cb-a4d6-e7fc45e325e8" providerId="ADAL" clId="{A0741DA7-898F-4C16-9EBD-BB719830EF52}" dt="2025-05-28T07:58:34.787" v="498" actId="790"/>
        <pc:sldMkLst>
          <pc:docMk/>
          <pc:sldMk cId="2814956492" sldId="1209"/>
        </pc:sldMkLst>
        <pc:spChg chg="mod">
          <ac:chgData name="Feist, Ella" userId="992bbaf2-811d-42cb-a4d6-e7fc45e325e8" providerId="ADAL" clId="{A0741DA7-898F-4C16-9EBD-BB719830EF52}" dt="2025-05-28T07:58:34.787" v="498" actId="790"/>
          <ac:spMkLst>
            <pc:docMk/>
            <pc:sldMk cId="2814956492" sldId="1209"/>
            <ac:spMk id="2" creationId="{A9A6FF77-D641-4417-92E7-11CC6238BF20}"/>
          </ac:spMkLst>
        </pc:spChg>
        <pc:spChg chg="mod">
          <ac:chgData name="Feist, Ella" userId="992bbaf2-811d-42cb-a4d6-e7fc45e325e8" providerId="ADAL" clId="{A0741DA7-898F-4C16-9EBD-BB719830EF52}" dt="2025-05-28T07:58:34.787" v="498" actId="790"/>
          <ac:spMkLst>
            <pc:docMk/>
            <pc:sldMk cId="2814956492" sldId="1209"/>
            <ac:spMk id="3" creationId="{20F50889-D135-FF2E-B358-E4DE1A1F95FD}"/>
          </ac:spMkLst>
        </pc:spChg>
        <pc:spChg chg="mod">
          <ac:chgData name="Feist, Ella" userId="992bbaf2-811d-42cb-a4d6-e7fc45e325e8" providerId="ADAL" clId="{A0741DA7-898F-4C16-9EBD-BB719830EF52}" dt="2025-05-28T07:58:34.787" v="498" actId="790"/>
          <ac:spMkLst>
            <pc:docMk/>
            <pc:sldMk cId="2814956492" sldId="1209"/>
            <ac:spMk id="7" creationId="{90B15789-B3B6-4872-2742-AB23AAFDA6E2}"/>
          </ac:spMkLst>
        </pc:spChg>
        <pc:graphicFrameChg chg="mod modGraphic">
          <ac:chgData name="Feist, Ella" userId="992bbaf2-811d-42cb-a4d6-e7fc45e325e8" providerId="ADAL" clId="{A0741DA7-898F-4C16-9EBD-BB719830EF52}" dt="2025-05-28T07:58:34.787" v="498" actId="790"/>
          <ac:graphicFrameMkLst>
            <pc:docMk/>
            <pc:sldMk cId="2814956492" sldId="1209"/>
            <ac:graphicFrameMk id="6" creationId="{3107BC7A-57D4-7490-19C5-8EFD5CFDC589}"/>
          </ac:graphicFrameMkLst>
        </pc:graphicFrameChg>
      </pc:sldChg>
      <pc:sldChg chg="modSp mod modNotesTx">
        <pc:chgData name="Feist, Ella" userId="992bbaf2-811d-42cb-a4d6-e7fc45e325e8" providerId="ADAL" clId="{A0741DA7-898F-4C16-9EBD-BB719830EF52}" dt="2025-05-28T07:58:34.787" v="498" actId="790"/>
        <pc:sldMkLst>
          <pc:docMk/>
          <pc:sldMk cId="922571186" sldId="1210"/>
        </pc:sldMkLst>
        <pc:spChg chg="mod">
          <ac:chgData name="Feist, Ella" userId="992bbaf2-811d-42cb-a4d6-e7fc45e325e8" providerId="ADAL" clId="{A0741DA7-898F-4C16-9EBD-BB719830EF52}" dt="2025-05-28T07:58:34.787" v="498" actId="790"/>
          <ac:spMkLst>
            <pc:docMk/>
            <pc:sldMk cId="922571186" sldId="1210"/>
            <ac:spMk id="2" creationId="{A9A6FF77-D641-4417-92E7-11CC6238BF20}"/>
          </ac:spMkLst>
        </pc:spChg>
        <pc:spChg chg="mod">
          <ac:chgData name="Feist, Ella" userId="992bbaf2-811d-42cb-a4d6-e7fc45e325e8" providerId="ADAL" clId="{A0741DA7-898F-4C16-9EBD-BB719830EF52}" dt="2025-05-28T07:58:34.787" v="498" actId="790"/>
          <ac:spMkLst>
            <pc:docMk/>
            <pc:sldMk cId="922571186" sldId="1210"/>
            <ac:spMk id="3" creationId="{4D9C2E53-780C-AE6B-CAB7-7153E4290A61}"/>
          </ac:spMkLst>
        </pc:spChg>
        <pc:spChg chg="mod">
          <ac:chgData name="Feist, Ella" userId="992bbaf2-811d-42cb-a4d6-e7fc45e325e8" providerId="ADAL" clId="{A0741DA7-898F-4C16-9EBD-BB719830EF52}" dt="2025-05-28T07:58:34.787" v="498" actId="790"/>
          <ac:spMkLst>
            <pc:docMk/>
            <pc:sldMk cId="922571186" sldId="1210"/>
            <ac:spMk id="5" creationId="{91A8ED3D-B755-43C9-BCB1-DCF495C0C9DB}"/>
          </ac:spMkLst>
        </pc:spChg>
        <pc:spChg chg="mod">
          <ac:chgData name="Feist, Ella" userId="992bbaf2-811d-42cb-a4d6-e7fc45e325e8" providerId="ADAL" clId="{A0741DA7-898F-4C16-9EBD-BB719830EF52}" dt="2025-05-28T07:58:34.787" v="498" actId="790"/>
          <ac:spMkLst>
            <pc:docMk/>
            <pc:sldMk cId="922571186" sldId="1210"/>
            <ac:spMk id="8" creationId="{6CBFE599-CDFE-6D25-589E-89505F6A3047}"/>
          </ac:spMkLst>
        </pc:spChg>
        <pc:graphicFrameChg chg="mod modGraphic">
          <ac:chgData name="Feist, Ella" userId="992bbaf2-811d-42cb-a4d6-e7fc45e325e8" providerId="ADAL" clId="{A0741DA7-898F-4C16-9EBD-BB719830EF52}" dt="2025-05-28T07:58:34.787" v="498" actId="790"/>
          <ac:graphicFrameMkLst>
            <pc:docMk/>
            <pc:sldMk cId="922571186" sldId="1210"/>
            <ac:graphicFrameMk id="6" creationId="{F2277554-031C-CB3B-F0D4-F09BF6EF1683}"/>
          </ac:graphicFrameMkLst>
        </pc:graphicFrameChg>
        <pc:picChg chg="mod">
          <ac:chgData name="Feist, Ella" userId="992bbaf2-811d-42cb-a4d6-e7fc45e325e8" providerId="ADAL" clId="{A0741DA7-898F-4C16-9EBD-BB719830EF52}" dt="2025-05-27T16:18:48.108" v="244" actId="1076"/>
          <ac:picMkLst>
            <pc:docMk/>
            <pc:sldMk cId="922571186" sldId="1210"/>
            <ac:picMk id="4" creationId="{456E3F4B-2FC5-3D31-212A-099441AEDCDB}"/>
          </ac:picMkLst>
        </pc:picChg>
        <pc:picChg chg="mod">
          <ac:chgData name="Feist, Ella" userId="992bbaf2-811d-42cb-a4d6-e7fc45e325e8" providerId="ADAL" clId="{A0741DA7-898F-4C16-9EBD-BB719830EF52}" dt="2025-05-27T16:18:54.342" v="245" actId="1076"/>
          <ac:picMkLst>
            <pc:docMk/>
            <pc:sldMk cId="922571186" sldId="1210"/>
            <ac:picMk id="13" creationId="{A7DFE778-61A7-D749-B5BD-6B93D12095CF}"/>
          </ac:picMkLst>
        </pc:picChg>
      </pc:sldChg>
      <pc:sldChg chg="modSp mod">
        <pc:chgData name="Feist, Ella" userId="992bbaf2-811d-42cb-a4d6-e7fc45e325e8" providerId="ADAL" clId="{A0741DA7-898F-4C16-9EBD-BB719830EF52}" dt="2025-05-28T07:58:34.787" v="498" actId="790"/>
        <pc:sldMkLst>
          <pc:docMk/>
          <pc:sldMk cId="1040356553" sldId="1211"/>
        </pc:sldMkLst>
        <pc:spChg chg="mod">
          <ac:chgData name="Feist, Ella" userId="992bbaf2-811d-42cb-a4d6-e7fc45e325e8" providerId="ADAL" clId="{A0741DA7-898F-4C16-9EBD-BB719830EF52}" dt="2025-05-28T07:58:34.787" v="498" actId="790"/>
          <ac:spMkLst>
            <pc:docMk/>
            <pc:sldMk cId="1040356553" sldId="1211"/>
            <ac:spMk id="2" creationId="{9B216265-20B3-4E21-0750-856C400FF8AC}"/>
          </ac:spMkLst>
        </pc:spChg>
        <pc:spChg chg="mod">
          <ac:chgData name="Feist, Ella" userId="992bbaf2-811d-42cb-a4d6-e7fc45e325e8" providerId="ADAL" clId="{A0741DA7-898F-4C16-9EBD-BB719830EF52}" dt="2025-05-28T07:58:34.787" v="498" actId="790"/>
          <ac:spMkLst>
            <pc:docMk/>
            <pc:sldMk cId="1040356553" sldId="1211"/>
            <ac:spMk id="4" creationId="{43B05374-7670-6D2B-B872-94DC3BBB9B90}"/>
          </ac:spMkLst>
        </pc:spChg>
        <pc:spChg chg="mod">
          <ac:chgData name="Feist, Ella" userId="992bbaf2-811d-42cb-a4d6-e7fc45e325e8" providerId="ADAL" clId="{A0741DA7-898F-4C16-9EBD-BB719830EF52}" dt="2025-05-28T07:58:34.787" v="498" actId="790"/>
          <ac:spMkLst>
            <pc:docMk/>
            <pc:sldMk cId="1040356553" sldId="1211"/>
            <ac:spMk id="7" creationId="{6CBFE599-CDFE-6D25-589E-89505F6A3047}"/>
          </ac:spMkLst>
        </pc:spChg>
        <pc:spChg chg="mod">
          <ac:chgData name="Feist, Ella" userId="992bbaf2-811d-42cb-a4d6-e7fc45e325e8" providerId="ADAL" clId="{A0741DA7-898F-4C16-9EBD-BB719830EF52}" dt="2025-05-28T07:58:34.787" v="498" actId="790"/>
          <ac:spMkLst>
            <pc:docMk/>
            <pc:sldMk cId="1040356553" sldId="1211"/>
            <ac:spMk id="8" creationId="{C8946749-ED42-7D8E-19A1-39388A3549C5}"/>
          </ac:spMkLst>
        </pc:spChg>
        <pc:graphicFrameChg chg="mod modGraphic">
          <ac:chgData name="Feist, Ella" userId="992bbaf2-811d-42cb-a4d6-e7fc45e325e8" providerId="ADAL" clId="{A0741DA7-898F-4C16-9EBD-BB719830EF52}" dt="2025-05-28T07:58:34.787" v="498" actId="790"/>
          <ac:graphicFrameMkLst>
            <pc:docMk/>
            <pc:sldMk cId="1040356553" sldId="1211"/>
            <ac:graphicFrameMk id="10" creationId="{CECD7FBD-60F3-5E28-8B98-6ECA11601874}"/>
          </ac:graphicFrameMkLst>
        </pc:graphicFrameChg>
        <pc:graphicFrameChg chg="mod modGraphic">
          <ac:chgData name="Feist, Ella" userId="992bbaf2-811d-42cb-a4d6-e7fc45e325e8" providerId="ADAL" clId="{A0741DA7-898F-4C16-9EBD-BB719830EF52}" dt="2025-05-28T07:58:34.787" v="498" actId="790"/>
          <ac:graphicFrameMkLst>
            <pc:docMk/>
            <pc:sldMk cId="1040356553" sldId="1211"/>
            <ac:graphicFrameMk id="11" creationId="{1AA23AA9-B31B-97E2-9AC9-F8F5D65296CA}"/>
          </ac:graphicFrameMkLst>
        </pc:graphicFrameChg>
      </pc:sldChg>
      <pc:sldChg chg="modSp mod">
        <pc:chgData name="Feist, Ella" userId="992bbaf2-811d-42cb-a4d6-e7fc45e325e8" providerId="ADAL" clId="{A0741DA7-898F-4C16-9EBD-BB719830EF52}" dt="2025-05-28T07:58:34.787" v="498" actId="790"/>
        <pc:sldMkLst>
          <pc:docMk/>
          <pc:sldMk cId="1630271437" sldId="1212"/>
        </pc:sldMkLst>
        <pc:spChg chg="mod">
          <ac:chgData name="Feist, Ella" userId="992bbaf2-811d-42cb-a4d6-e7fc45e325e8" providerId="ADAL" clId="{A0741DA7-898F-4C16-9EBD-BB719830EF52}" dt="2025-05-28T07:58:34.787" v="498" actId="790"/>
          <ac:spMkLst>
            <pc:docMk/>
            <pc:sldMk cId="1630271437" sldId="1212"/>
            <ac:spMk id="2" creationId="{A9A6FF77-D641-4417-92E7-11CC6238BF20}"/>
          </ac:spMkLst>
        </pc:spChg>
        <pc:spChg chg="mod">
          <ac:chgData name="Feist, Ella" userId="992bbaf2-811d-42cb-a4d6-e7fc45e325e8" providerId="ADAL" clId="{A0741DA7-898F-4C16-9EBD-BB719830EF52}" dt="2025-05-28T07:58:34.787" v="498" actId="790"/>
          <ac:spMkLst>
            <pc:docMk/>
            <pc:sldMk cId="1630271437" sldId="1212"/>
            <ac:spMk id="5" creationId="{91A8ED3D-B755-43C9-BCB1-DCF495C0C9DB}"/>
          </ac:spMkLst>
        </pc:spChg>
        <pc:spChg chg="mod">
          <ac:chgData name="Feist, Ella" userId="992bbaf2-811d-42cb-a4d6-e7fc45e325e8" providerId="ADAL" clId="{A0741DA7-898F-4C16-9EBD-BB719830EF52}" dt="2025-05-28T07:58:34.787" v="498" actId="790"/>
          <ac:spMkLst>
            <pc:docMk/>
            <pc:sldMk cId="1630271437" sldId="1212"/>
            <ac:spMk id="7" creationId="{E38C5A1E-436F-BBC7-904D-52E2C3BB5A04}"/>
          </ac:spMkLst>
        </pc:spChg>
        <pc:spChg chg="mod">
          <ac:chgData name="Feist, Ella" userId="992bbaf2-811d-42cb-a4d6-e7fc45e325e8" providerId="ADAL" clId="{A0741DA7-898F-4C16-9EBD-BB719830EF52}" dt="2025-05-28T07:58:34.787" v="498" actId="790"/>
          <ac:spMkLst>
            <pc:docMk/>
            <pc:sldMk cId="1630271437" sldId="1212"/>
            <ac:spMk id="8" creationId="{A999269D-05A7-71AF-3A2F-8A68ABCC6436}"/>
          </ac:spMkLst>
        </pc:spChg>
        <pc:graphicFrameChg chg="mod modGraphic">
          <ac:chgData name="Feist, Ella" userId="992bbaf2-811d-42cb-a4d6-e7fc45e325e8" providerId="ADAL" clId="{A0741DA7-898F-4C16-9EBD-BB719830EF52}" dt="2025-05-28T07:58:34.787" v="498" actId="790"/>
          <ac:graphicFrameMkLst>
            <pc:docMk/>
            <pc:sldMk cId="1630271437" sldId="1212"/>
            <ac:graphicFrameMk id="9" creationId="{D523AF26-692F-6C83-5080-3F6F325BA31C}"/>
          </ac:graphicFrameMkLst>
        </pc:graphicFrameChg>
      </pc:sldChg>
      <pc:sldChg chg="modSp mod">
        <pc:chgData name="Feist, Ella" userId="992bbaf2-811d-42cb-a4d6-e7fc45e325e8" providerId="ADAL" clId="{A0741DA7-898F-4C16-9EBD-BB719830EF52}" dt="2025-05-28T07:58:34.787" v="498" actId="790"/>
        <pc:sldMkLst>
          <pc:docMk/>
          <pc:sldMk cId="3195739920" sldId="1213"/>
        </pc:sldMkLst>
        <pc:spChg chg="mod">
          <ac:chgData name="Feist, Ella" userId="992bbaf2-811d-42cb-a4d6-e7fc45e325e8" providerId="ADAL" clId="{A0741DA7-898F-4C16-9EBD-BB719830EF52}" dt="2025-05-28T07:58:34.787" v="498" actId="790"/>
          <ac:spMkLst>
            <pc:docMk/>
            <pc:sldMk cId="3195739920" sldId="1213"/>
            <ac:spMk id="2" creationId="{A9A6FF77-D641-4417-92E7-11CC6238BF20}"/>
          </ac:spMkLst>
        </pc:spChg>
        <pc:spChg chg="mod">
          <ac:chgData name="Feist, Ella" userId="992bbaf2-811d-42cb-a4d6-e7fc45e325e8" providerId="ADAL" clId="{A0741DA7-898F-4C16-9EBD-BB719830EF52}" dt="2025-05-28T07:58:34.787" v="498" actId="790"/>
          <ac:spMkLst>
            <pc:docMk/>
            <pc:sldMk cId="3195739920" sldId="1213"/>
            <ac:spMk id="5" creationId="{91A8ED3D-B755-43C9-BCB1-DCF495C0C9DB}"/>
          </ac:spMkLst>
        </pc:spChg>
        <pc:spChg chg="mod">
          <ac:chgData name="Feist, Ella" userId="992bbaf2-811d-42cb-a4d6-e7fc45e325e8" providerId="ADAL" clId="{A0741DA7-898F-4C16-9EBD-BB719830EF52}" dt="2025-05-28T07:58:34.787" v="498" actId="790"/>
          <ac:spMkLst>
            <pc:docMk/>
            <pc:sldMk cId="3195739920" sldId="1213"/>
            <ac:spMk id="7" creationId="{3BE45891-6F2B-2544-B66C-B9A2F9777D47}"/>
          </ac:spMkLst>
        </pc:spChg>
        <pc:spChg chg="mod">
          <ac:chgData name="Feist, Ella" userId="992bbaf2-811d-42cb-a4d6-e7fc45e325e8" providerId="ADAL" clId="{A0741DA7-898F-4C16-9EBD-BB719830EF52}" dt="2025-05-28T07:58:34.787" v="498" actId="790"/>
          <ac:spMkLst>
            <pc:docMk/>
            <pc:sldMk cId="3195739920" sldId="1213"/>
            <ac:spMk id="8" creationId="{BBC067E8-7395-1ABC-48BE-2D592F697B56}"/>
          </ac:spMkLst>
        </pc:spChg>
        <pc:graphicFrameChg chg="mod modGraphic">
          <ac:chgData name="Feist, Ella" userId="992bbaf2-811d-42cb-a4d6-e7fc45e325e8" providerId="ADAL" clId="{A0741DA7-898F-4C16-9EBD-BB719830EF52}" dt="2025-05-28T07:58:34.787" v="498" actId="790"/>
          <ac:graphicFrameMkLst>
            <pc:docMk/>
            <pc:sldMk cId="3195739920" sldId="1213"/>
            <ac:graphicFrameMk id="9" creationId="{CE628013-0F2C-81D6-AED6-22DDDEF34774}"/>
          </ac:graphicFrameMkLst>
        </pc:graphicFrameChg>
      </pc:sldChg>
      <pc:sldChg chg="modSp mod">
        <pc:chgData name="Feist, Ella" userId="992bbaf2-811d-42cb-a4d6-e7fc45e325e8" providerId="ADAL" clId="{A0741DA7-898F-4C16-9EBD-BB719830EF52}" dt="2025-05-28T07:58:34.787" v="498" actId="790"/>
        <pc:sldMkLst>
          <pc:docMk/>
          <pc:sldMk cId="754147341" sldId="1214"/>
        </pc:sldMkLst>
        <pc:spChg chg="mod">
          <ac:chgData name="Feist, Ella" userId="992bbaf2-811d-42cb-a4d6-e7fc45e325e8" providerId="ADAL" clId="{A0741DA7-898F-4C16-9EBD-BB719830EF52}" dt="2025-05-28T07:58:34.787" v="498" actId="790"/>
          <ac:spMkLst>
            <pc:docMk/>
            <pc:sldMk cId="754147341" sldId="1214"/>
            <ac:spMk id="2" creationId="{9B216265-20B3-4E21-0750-856C400FF8AC}"/>
          </ac:spMkLst>
        </pc:spChg>
        <pc:spChg chg="mod">
          <ac:chgData name="Feist, Ella" userId="992bbaf2-811d-42cb-a4d6-e7fc45e325e8" providerId="ADAL" clId="{A0741DA7-898F-4C16-9EBD-BB719830EF52}" dt="2025-05-28T07:58:34.787" v="498" actId="790"/>
          <ac:spMkLst>
            <pc:docMk/>
            <pc:sldMk cId="754147341" sldId="1214"/>
            <ac:spMk id="4" creationId="{43B05374-7670-6D2B-B872-94DC3BBB9B90}"/>
          </ac:spMkLst>
        </pc:spChg>
        <pc:spChg chg="mod">
          <ac:chgData name="Feist, Ella" userId="992bbaf2-811d-42cb-a4d6-e7fc45e325e8" providerId="ADAL" clId="{A0741DA7-898F-4C16-9EBD-BB719830EF52}" dt="2025-05-28T07:58:34.787" v="498" actId="790"/>
          <ac:spMkLst>
            <pc:docMk/>
            <pc:sldMk cId="754147341" sldId="1214"/>
            <ac:spMk id="6" creationId="{13F2D3CF-8D52-B0EC-35E6-0D88A0778F22}"/>
          </ac:spMkLst>
        </pc:spChg>
        <pc:spChg chg="mod">
          <ac:chgData name="Feist, Ella" userId="992bbaf2-811d-42cb-a4d6-e7fc45e325e8" providerId="ADAL" clId="{A0741DA7-898F-4C16-9EBD-BB719830EF52}" dt="2025-05-28T07:58:34.787" v="498" actId="790"/>
          <ac:spMkLst>
            <pc:docMk/>
            <pc:sldMk cId="754147341" sldId="1214"/>
            <ac:spMk id="8" creationId="{BBC067E8-7395-1ABC-48BE-2D592F697B56}"/>
          </ac:spMkLst>
        </pc:spChg>
        <pc:graphicFrameChg chg="mod modGraphic">
          <ac:chgData name="Feist, Ella" userId="992bbaf2-811d-42cb-a4d6-e7fc45e325e8" providerId="ADAL" clId="{A0741DA7-898F-4C16-9EBD-BB719830EF52}" dt="2025-05-28T07:58:34.787" v="498" actId="790"/>
          <ac:graphicFrameMkLst>
            <pc:docMk/>
            <pc:sldMk cId="754147341" sldId="1214"/>
            <ac:graphicFrameMk id="10" creationId="{10FC5154-8DFF-D8F1-318A-28F1AC21342C}"/>
          </ac:graphicFrameMkLst>
        </pc:graphicFrameChg>
      </pc:sldChg>
      <pc:sldChg chg="modSp mod">
        <pc:chgData name="Feist, Ella" userId="992bbaf2-811d-42cb-a4d6-e7fc45e325e8" providerId="ADAL" clId="{A0741DA7-898F-4C16-9EBD-BB719830EF52}" dt="2025-05-28T07:58:34.787" v="498" actId="790"/>
        <pc:sldMkLst>
          <pc:docMk/>
          <pc:sldMk cId="1130952940" sldId="1215"/>
        </pc:sldMkLst>
        <pc:spChg chg="mod">
          <ac:chgData name="Feist, Ella" userId="992bbaf2-811d-42cb-a4d6-e7fc45e325e8" providerId="ADAL" clId="{A0741DA7-898F-4C16-9EBD-BB719830EF52}" dt="2025-05-28T07:58:34.787" v="498" actId="790"/>
          <ac:spMkLst>
            <pc:docMk/>
            <pc:sldMk cId="1130952940" sldId="1215"/>
            <ac:spMk id="2" creationId="{9B216265-20B3-4E21-0750-856C400FF8AC}"/>
          </ac:spMkLst>
        </pc:spChg>
        <pc:spChg chg="mod">
          <ac:chgData name="Feist, Ella" userId="992bbaf2-811d-42cb-a4d6-e7fc45e325e8" providerId="ADAL" clId="{A0741DA7-898F-4C16-9EBD-BB719830EF52}" dt="2025-05-28T07:58:34.787" v="498" actId="790"/>
          <ac:spMkLst>
            <pc:docMk/>
            <pc:sldMk cId="1130952940" sldId="1215"/>
            <ac:spMk id="4" creationId="{43B05374-7670-6D2B-B872-94DC3BBB9B90}"/>
          </ac:spMkLst>
        </pc:spChg>
        <pc:spChg chg="mod">
          <ac:chgData name="Feist, Ella" userId="992bbaf2-811d-42cb-a4d6-e7fc45e325e8" providerId="ADAL" clId="{A0741DA7-898F-4C16-9EBD-BB719830EF52}" dt="2025-05-28T07:58:34.787" v="498" actId="790"/>
          <ac:spMkLst>
            <pc:docMk/>
            <pc:sldMk cId="1130952940" sldId="1215"/>
            <ac:spMk id="7" creationId="{FF8AFF56-A5F4-685C-E640-CD802B16E658}"/>
          </ac:spMkLst>
        </pc:spChg>
        <pc:spChg chg="mod">
          <ac:chgData name="Feist, Ella" userId="992bbaf2-811d-42cb-a4d6-e7fc45e325e8" providerId="ADAL" clId="{A0741DA7-898F-4C16-9EBD-BB719830EF52}" dt="2025-05-28T07:58:34.787" v="498" actId="790"/>
          <ac:spMkLst>
            <pc:docMk/>
            <pc:sldMk cId="1130952940" sldId="1215"/>
            <ac:spMk id="8" creationId="{BBC067E8-7395-1ABC-48BE-2D592F697B56}"/>
          </ac:spMkLst>
        </pc:spChg>
        <pc:graphicFrameChg chg="mod modGraphic">
          <ac:chgData name="Feist, Ella" userId="992bbaf2-811d-42cb-a4d6-e7fc45e325e8" providerId="ADAL" clId="{A0741DA7-898F-4C16-9EBD-BB719830EF52}" dt="2025-05-28T07:58:34.787" v="498" actId="790"/>
          <ac:graphicFrameMkLst>
            <pc:docMk/>
            <pc:sldMk cId="1130952940" sldId="1215"/>
            <ac:graphicFrameMk id="9" creationId="{C40D9BE6-056A-352B-8ED4-071F676E8294}"/>
          </ac:graphicFrameMkLst>
        </pc:graphicFrameChg>
      </pc:sldChg>
      <pc:sldChg chg="addSp delSp modSp mod modClrScheme chgLayout">
        <pc:chgData name="Feist, Ella" userId="992bbaf2-811d-42cb-a4d6-e7fc45e325e8" providerId="ADAL" clId="{A0741DA7-898F-4C16-9EBD-BB719830EF52}" dt="2025-05-28T07:58:34.787" v="498" actId="790"/>
        <pc:sldMkLst>
          <pc:docMk/>
          <pc:sldMk cId="3744534961" sldId="1216"/>
        </pc:sldMkLst>
        <pc:spChg chg="mod ord">
          <ac:chgData name="Feist, Ella" userId="992bbaf2-811d-42cb-a4d6-e7fc45e325e8" providerId="ADAL" clId="{A0741DA7-898F-4C16-9EBD-BB719830EF52}" dt="2025-05-28T07:58:34.787" v="498" actId="790"/>
          <ac:spMkLst>
            <pc:docMk/>
            <pc:sldMk cId="3744534961" sldId="1216"/>
            <ac:spMk id="3" creationId="{E4ED7A81-F2C1-BCB2-B498-70DEC0C9BD3C}"/>
          </ac:spMkLst>
        </pc:spChg>
        <pc:spChg chg="mod ord">
          <ac:chgData name="Feist, Ella" userId="992bbaf2-811d-42cb-a4d6-e7fc45e325e8" providerId="ADAL" clId="{A0741DA7-898F-4C16-9EBD-BB719830EF52}" dt="2025-05-28T07:58:34.787" v="498" actId="790"/>
          <ac:spMkLst>
            <pc:docMk/>
            <pc:sldMk cId="3744534961" sldId="1216"/>
            <ac:spMk id="5" creationId="{91A8ED3D-B755-43C9-BCB1-DCF495C0C9DB}"/>
          </ac:spMkLst>
        </pc:spChg>
      </pc:sldChg>
      <pc:sldChg chg="modSp mod">
        <pc:chgData name="Feist, Ella" userId="992bbaf2-811d-42cb-a4d6-e7fc45e325e8" providerId="ADAL" clId="{A0741DA7-898F-4C16-9EBD-BB719830EF52}" dt="2025-05-28T07:58:34.787" v="498" actId="790"/>
        <pc:sldMkLst>
          <pc:docMk/>
          <pc:sldMk cId="2978139095" sldId="1217"/>
        </pc:sldMkLst>
        <pc:spChg chg="mod">
          <ac:chgData name="Feist, Ella" userId="992bbaf2-811d-42cb-a4d6-e7fc45e325e8" providerId="ADAL" clId="{A0741DA7-898F-4C16-9EBD-BB719830EF52}" dt="2025-05-28T07:58:34.787" v="498" actId="790"/>
          <ac:spMkLst>
            <pc:docMk/>
            <pc:sldMk cId="2978139095" sldId="1217"/>
            <ac:spMk id="2" creationId="{A9A6FF77-D641-4417-92E7-11CC6238BF20}"/>
          </ac:spMkLst>
        </pc:spChg>
        <pc:spChg chg="mod">
          <ac:chgData name="Feist, Ella" userId="992bbaf2-811d-42cb-a4d6-e7fc45e325e8" providerId="ADAL" clId="{A0741DA7-898F-4C16-9EBD-BB719830EF52}" dt="2025-05-28T07:58:34.787" v="498" actId="790"/>
          <ac:spMkLst>
            <pc:docMk/>
            <pc:sldMk cId="2978139095" sldId="1217"/>
            <ac:spMk id="3" creationId="{B1F21741-3B1E-830D-B014-87575C111F44}"/>
          </ac:spMkLst>
        </pc:spChg>
        <pc:spChg chg="mod">
          <ac:chgData name="Feist, Ella" userId="992bbaf2-811d-42cb-a4d6-e7fc45e325e8" providerId="ADAL" clId="{A0741DA7-898F-4C16-9EBD-BB719830EF52}" dt="2025-05-28T07:58:34.787" v="498" actId="790"/>
          <ac:spMkLst>
            <pc:docMk/>
            <pc:sldMk cId="2978139095" sldId="1217"/>
            <ac:spMk id="5" creationId="{91A8ED3D-B755-43C9-BCB1-DCF495C0C9DB}"/>
          </ac:spMkLst>
        </pc:spChg>
      </pc:sldChg>
      <pc:sldChg chg="modSp mod modClrScheme chgLayout">
        <pc:chgData name="Feist, Ella" userId="992bbaf2-811d-42cb-a4d6-e7fc45e325e8" providerId="ADAL" clId="{A0741DA7-898F-4C16-9EBD-BB719830EF52}" dt="2025-05-28T07:58:34.787" v="498" actId="790"/>
        <pc:sldMkLst>
          <pc:docMk/>
          <pc:sldMk cId="110274961" sldId="1218"/>
        </pc:sldMkLst>
        <pc:spChg chg="mod ord">
          <ac:chgData name="Feist, Ella" userId="992bbaf2-811d-42cb-a4d6-e7fc45e325e8" providerId="ADAL" clId="{A0741DA7-898F-4C16-9EBD-BB719830EF52}" dt="2025-05-28T07:58:34.787" v="498" actId="790"/>
          <ac:spMkLst>
            <pc:docMk/>
            <pc:sldMk cId="110274961" sldId="1218"/>
            <ac:spMk id="2" creationId="{A9A6FF77-D641-4417-92E7-11CC6238BF20}"/>
          </ac:spMkLst>
        </pc:spChg>
        <pc:spChg chg="mod ord">
          <ac:chgData name="Feist, Ella" userId="992bbaf2-811d-42cb-a4d6-e7fc45e325e8" providerId="ADAL" clId="{A0741DA7-898F-4C16-9EBD-BB719830EF52}" dt="2025-05-28T07:58:34.787" v="498" actId="790"/>
          <ac:spMkLst>
            <pc:docMk/>
            <pc:sldMk cId="110274961" sldId="1218"/>
            <ac:spMk id="3" creationId="{24ED94C1-F07E-F77B-1A86-E8B946397794}"/>
          </ac:spMkLst>
        </pc:spChg>
        <pc:spChg chg="mod ord">
          <ac:chgData name="Feist, Ella" userId="992bbaf2-811d-42cb-a4d6-e7fc45e325e8" providerId="ADAL" clId="{A0741DA7-898F-4C16-9EBD-BB719830EF52}" dt="2025-05-28T07:58:34.787" v="498" actId="790"/>
          <ac:spMkLst>
            <pc:docMk/>
            <pc:sldMk cId="110274961" sldId="1218"/>
            <ac:spMk id="5" creationId="{91A8ED3D-B755-43C9-BCB1-DCF495C0C9DB}"/>
          </ac:spMkLst>
        </pc:spChg>
        <pc:picChg chg="mod">
          <ac:chgData name="Feist, Ella" userId="992bbaf2-811d-42cb-a4d6-e7fc45e325e8" providerId="ADAL" clId="{A0741DA7-898F-4C16-9EBD-BB719830EF52}" dt="2025-05-28T07:56:44.498" v="442" actId="1076"/>
          <ac:picMkLst>
            <pc:docMk/>
            <pc:sldMk cId="110274961" sldId="1218"/>
            <ac:picMk id="6" creationId="{7F5CD1D8-9C60-F74E-6D3A-E27ADC15575F}"/>
          </ac:picMkLst>
        </pc:picChg>
      </pc:sldChg>
      <pc:sldChg chg="modSp mod modClrScheme chgLayout">
        <pc:chgData name="Feist, Ella" userId="992bbaf2-811d-42cb-a4d6-e7fc45e325e8" providerId="ADAL" clId="{A0741DA7-898F-4C16-9EBD-BB719830EF52}" dt="2025-05-28T07:58:34.787" v="498" actId="790"/>
        <pc:sldMkLst>
          <pc:docMk/>
          <pc:sldMk cId="1923953560" sldId="1219"/>
        </pc:sldMkLst>
        <pc:spChg chg="mod ord">
          <ac:chgData name="Feist, Ella" userId="992bbaf2-811d-42cb-a4d6-e7fc45e325e8" providerId="ADAL" clId="{A0741DA7-898F-4C16-9EBD-BB719830EF52}" dt="2025-05-28T07:58:34.787" v="498" actId="790"/>
          <ac:spMkLst>
            <pc:docMk/>
            <pc:sldMk cId="1923953560" sldId="1219"/>
            <ac:spMk id="2" creationId="{F111C5DB-635E-4576-A4C3-837B7E452E1E}"/>
          </ac:spMkLst>
        </pc:spChg>
        <pc:spChg chg="mod ord">
          <ac:chgData name="Feist, Ella" userId="992bbaf2-811d-42cb-a4d6-e7fc45e325e8" providerId="ADAL" clId="{A0741DA7-898F-4C16-9EBD-BB719830EF52}" dt="2025-05-28T07:58:34.787" v="498" actId="790"/>
          <ac:spMkLst>
            <pc:docMk/>
            <pc:sldMk cId="1923953560" sldId="1219"/>
            <ac:spMk id="3" creationId="{AD283921-BB22-6F27-7737-CD4777886FF5}"/>
          </ac:spMkLst>
        </pc:spChg>
        <pc:spChg chg="mod ord">
          <ac:chgData name="Feist, Ella" userId="992bbaf2-811d-42cb-a4d6-e7fc45e325e8" providerId="ADAL" clId="{A0741DA7-898F-4C16-9EBD-BB719830EF52}" dt="2025-05-28T07:58:34.787" v="498" actId="790"/>
          <ac:spMkLst>
            <pc:docMk/>
            <pc:sldMk cId="1923953560" sldId="1219"/>
            <ac:spMk id="6" creationId="{9ECDB192-E59C-C44D-B6D5-3E31ED8088B5}"/>
          </ac:spMkLst>
        </pc:spChg>
      </pc:sldChg>
      <pc:sldChg chg="delSp modSp mod">
        <pc:chgData name="Feist, Ella" userId="992bbaf2-811d-42cb-a4d6-e7fc45e325e8" providerId="ADAL" clId="{A0741DA7-898F-4C16-9EBD-BB719830EF52}" dt="2025-05-28T07:58:34.787" v="498" actId="790"/>
        <pc:sldMkLst>
          <pc:docMk/>
          <pc:sldMk cId="692221728" sldId="1220"/>
        </pc:sldMkLst>
        <pc:spChg chg="mod">
          <ac:chgData name="Feist, Ella" userId="992bbaf2-811d-42cb-a4d6-e7fc45e325e8" providerId="ADAL" clId="{A0741DA7-898F-4C16-9EBD-BB719830EF52}" dt="2025-05-28T07:58:34.787" v="498" actId="790"/>
          <ac:spMkLst>
            <pc:docMk/>
            <pc:sldMk cId="692221728" sldId="1220"/>
            <ac:spMk id="5" creationId="{15ED18AA-8D86-223E-0882-D303EE43079E}"/>
          </ac:spMkLst>
        </pc:spChg>
        <pc:spChg chg="mod">
          <ac:chgData name="Feist, Ella" userId="992bbaf2-811d-42cb-a4d6-e7fc45e325e8" providerId="ADAL" clId="{A0741DA7-898F-4C16-9EBD-BB719830EF52}" dt="2025-05-28T07:58:34.787" v="498" actId="790"/>
          <ac:spMkLst>
            <pc:docMk/>
            <pc:sldMk cId="692221728" sldId="1220"/>
            <ac:spMk id="6" creationId="{35E72B3C-E0F4-EFAE-3032-414C45C330AC}"/>
          </ac:spMkLst>
        </pc:spChg>
      </pc:sldChg>
      <pc:sldChg chg="delSp modSp mod">
        <pc:chgData name="Feist, Ella" userId="992bbaf2-811d-42cb-a4d6-e7fc45e325e8" providerId="ADAL" clId="{A0741DA7-898F-4C16-9EBD-BB719830EF52}" dt="2025-05-28T07:58:34.787" v="498" actId="790"/>
        <pc:sldMkLst>
          <pc:docMk/>
          <pc:sldMk cId="1858642930" sldId="1221"/>
        </pc:sldMkLst>
        <pc:spChg chg="mod">
          <ac:chgData name="Feist, Ella" userId="992bbaf2-811d-42cb-a4d6-e7fc45e325e8" providerId="ADAL" clId="{A0741DA7-898F-4C16-9EBD-BB719830EF52}" dt="2025-05-28T07:58:34.787" v="498" actId="790"/>
          <ac:spMkLst>
            <pc:docMk/>
            <pc:sldMk cId="1858642930" sldId="1221"/>
            <ac:spMk id="5" creationId="{00A23DB1-5C95-A823-9D3E-161CE775B8F5}"/>
          </ac:spMkLst>
        </pc:spChg>
        <pc:spChg chg="mod">
          <ac:chgData name="Feist, Ella" userId="992bbaf2-811d-42cb-a4d6-e7fc45e325e8" providerId="ADAL" clId="{A0741DA7-898F-4C16-9EBD-BB719830EF52}" dt="2025-05-28T07:58:34.787" v="498" actId="790"/>
          <ac:spMkLst>
            <pc:docMk/>
            <pc:sldMk cId="1858642930" sldId="1221"/>
            <ac:spMk id="6" creationId="{9E374D37-C774-EF7A-73B0-DA9E40CE63BD}"/>
          </ac:spMkLst>
        </pc:spChg>
      </pc:sldChg>
      <pc:sldChg chg="addSp delSp modSp mod chgLayout">
        <pc:chgData name="Feist, Ella" userId="992bbaf2-811d-42cb-a4d6-e7fc45e325e8" providerId="ADAL" clId="{A0741DA7-898F-4C16-9EBD-BB719830EF52}" dt="2025-05-28T07:58:34.787" v="498" actId="790"/>
        <pc:sldMkLst>
          <pc:docMk/>
          <pc:sldMk cId="203526778" sldId="1634"/>
        </pc:sldMkLst>
        <pc:spChg chg="mod ord">
          <ac:chgData name="Feist, Ella" userId="992bbaf2-811d-42cb-a4d6-e7fc45e325e8" providerId="ADAL" clId="{A0741DA7-898F-4C16-9EBD-BB719830EF52}" dt="2025-05-28T07:58:34.787" v="498" actId="790"/>
          <ac:spMkLst>
            <pc:docMk/>
            <pc:sldMk cId="203526778" sldId="1634"/>
            <ac:spMk id="2" creationId="{D7EC235F-614F-714E-A97F-4FF50EFF14FD}"/>
          </ac:spMkLst>
        </pc:spChg>
        <pc:spChg chg="mod ord">
          <ac:chgData name="Feist, Ella" userId="992bbaf2-811d-42cb-a4d6-e7fc45e325e8" providerId="ADAL" clId="{A0741DA7-898F-4C16-9EBD-BB719830EF52}" dt="2025-05-28T07:58:34.787" v="498" actId="790"/>
          <ac:spMkLst>
            <pc:docMk/>
            <pc:sldMk cId="203526778" sldId="1634"/>
            <ac:spMk id="4" creationId="{E9C5A723-C0B1-124B-8CB6-AA3105C9A4E6}"/>
          </ac:spMkLst>
        </pc:spChg>
        <pc:spChg chg="mod ord">
          <ac:chgData name="Feist, Ella" userId="992bbaf2-811d-42cb-a4d6-e7fc45e325e8" providerId="ADAL" clId="{A0741DA7-898F-4C16-9EBD-BB719830EF52}" dt="2025-05-28T07:58:34.787" v="498" actId="790"/>
          <ac:spMkLst>
            <pc:docMk/>
            <pc:sldMk cId="203526778" sldId="1634"/>
            <ac:spMk id="5" creationId="{979A5E23-6065-D476-460C-1C46CF38262F}"/>
          </ac:spMkLst>
        </pc:spChg>
      </pc:sldChg>
      <pc:sldMasterChg chg="del delSldLayout">
        <pc:chgData name="Feist, Ella" userId="992bbaf2-811d-42cb-a4d6-e7fc45e325e8" providerId="ADAL" clId="{A0741DA7-898F-4C16-9EBD-BB719830EF52}" dt="2025-05-27T16:02:41.962" v="1"/>
        <pc:sldMasterMkLst>
          <pc:docMk/>
          <pc:sldMasterMk cId="1433300368" sldId="2147483799"/>
        </pc:sldMasterMkLst>
        <pc:sldLayoutChg chg="del">
          <pc:chgData name="Feist, Ella" userId="992bbaf2-811d-42cb-a4d6-e7fc45e325e8" providerId="ADAL" clId="{A0741DA7-898F-4C16-9EBD-BB719830EF52}" dt="2025-05-27T16:02:41.962" v="1"/>
          <pc:sldLayoutMkLst>
            <pc:docMk/>
            <pc:sldMasterMk cId="1433300368" sldId="2147483799"/>
            <pc:sldLayoutMk cId="1527291370" sldId="2147483818"/>
          </pc:sldLayoutMkLst>
        </pc:sldLayoutChg>
        <pc:sldLayoutChg chg="del">
          <pc:chgData name="Feist, Ella" userId="992bbaf2-811d-42cb-a4d6-e7fc45e325e8" providerId="ADAL" clId="{A0741DA7-898F-4C16-9EBD-BB719830EF52}" dt="2025-05-27T16:02:41.962" v="1"/>
          <pc:sldLayoutMkLst>
            <pc:docMk/>
            <pc:sldMasterMk cId="1433300368" sldId="2147483799"/>
            <pc:sldLayoutMk cId="3562340024" sldId="2147483819"/>
          </pc:sldLayoutMkLst>
        </pc:sldLayoutChg>
        <pc:sldLayoutChg chg="del">
          <pc:chgData name="Feist, Ella" userId="992bbaf2-811d-42cb-a4d6-e7fc45e325e8" providerId="ADAL" clId="{A0741DA7-898F-4C16-9EBD-BB719830EF52}" dt="2025-05-27T16:02:41.962" v="1"/>
          <pc:sldLayoutMkLst>
            <pc:docMk/>
            <pc:sldMasterMk cId="1433300368" sldId="2147483799"/>
            <pc:sldLayoutMk cId="520181862" sldId="2147483820"/>
          </pc:sldLayoutMkLst>
        </pc:sldLayoutChg>
      </pc:sldMasterChg>
      <pc:sldMasterChg chg="del delSldLayout">
        <pc:chgData name="Feist, Ella" userId="992bbaf2-811d-42cb-a4d6-e7fc45e325e8" providerId="ADAL" clId="{A0741DA7-898F-4C16-9EBD-BB719830EF52}" dt="2025-05-27T16:02:41.962" v="1"/>
        <pc:sldMasterMkLst>
          <pc:docMk/>
          <pc:sldMasterMk cId="4045664613" sldId="2147483821"/>
        </pc:sldMasterMkLst>
        <pc:sldLayoutChg chg="del">
          <pc:chgData name="Feist, Ella" userId="992bbaf2-811d-42cb-a4d6-e7fc45e325e8" providerId="ADAL" clId="{A0741DA7-898F-4C16-9EBD-BB719830EF52}" dt="2025-05-27T16:02:41.962" v="1"/>
          <pc:sldLayoutMkLst>
            <pc:docMk/>
            <pc:sldMasterMk cId="4045664613" sldId="2147483821"/>
            <pc:sldLayoutMk cId="1659487629" sldId="2147483822"/>
          </pc:sldLayoutMkLst>
        </pc:sldLayoutChg>
        <pc:sldLayoutChg chg="del">
          <pc:chgData name="Feist, Ella" userId="992bbaf2-811d-42cb-a4d6-e7fc45e325e8" providerId="ADAL" clId="{A0741DA7-898F-4C16-9EBD-BB719830EF52}" dt="2025-05-27T16:02:41.962" v="1"/>
          <pc:sldLayoutMkLst>
            <pc:docMk/>
            <pc:sldMasterMk cId="4045664613" sldId="2147483821"/>
            <pc:sldLayoutMk cId="3209770388" sldId="2147483823"/>
          </pc:sldLayoutMkLst>
        </pc:sldLayoutChg>
        <pc:sldLayoutChg chg="del">
          <pc:chgData name="Feist, Ella" userId="992bbaf2-811d-42cb-a4d6-e7fc45e325e8" providerId="ADAL" clId="{A0741DA7-898F-4C16-9EBD-BB719830EF52}" dt="2025-05-27T16:02:41.962" v="1"/>
          <pc:sldLayoutMkLst>
            <pc:docMk/>
            <pc:sldMasterMk cId="4045664613" sldId="2147483821"/>
            <pc:sldLayoutMk cId="2989585299" sldId="2147483824"/>
          </pc:sldLayoutMkLst>
        </pc:sldLayoutChg>
        <pc:sldLayoutChg chg="del">
          <pc:chgData name="Feist, Ella" userId="992bbaf2-811d-42cb-a4d6-e7fc45e325e8" providerId="ADAL" clId="{A0741DA7-898F-4C16-9EBD-BB719830EF52}" dt="2025-05-27T16:02:41.962" v="1"/>
          <pc:sldLayoutMkLst>
            <pc:docMk/>
            <pc:sldMasterMk cId="4045664613" sldId="2147483821"/>
            <pc:sldLayoutMk cId="771702010" sldId="2147483825"/>
          </pc:sldLayoutMkLst>
        </pc:sldLayoutChg>
      </pc:sldMasterChg>
      <pc:sldMasterChg chg="del delSldLayout">
        <pc:chgData name="Feist, Ella" userId="992bbaf2-811d-42cb-a4d6-e7fc45e325e8" providerId="ADAL" clId="{A0741DA7-898F-4C16-9EBD-BB719830EF52}" dt="2025-05-27T16:02:41.962" v="1"/>
        <pc:sldMasterMkLst>
          <pc:docMk/>
          <pc:sldMasterMk cId="3391850710" sldId="2147483826"/>
        </pc:sldMasterMkLst>
        <pc:sldLayoutChg chg="del">
          <pc:chgData name="Feist, Ella" userId="992bbaf2-811d-42cb-a4d6-e7fc45e325e8" providerId="ADAL" clId="{A0741DA7-898F-4C16-9EBD-BB719830EF52}" dt="2025-05-27T16:02:41.962" v="1"/>
          <pc:sldLayoutMkLst>
            <pc:docMk/>
            <pc:sldMasterMk cId="3391850710" sldId="2147483826"/>
            <pc:sldLayoutMk cId="186167143" sldId="2147483827"/>
          </pc:sldLayoutMkLst>
        </pc:sldLayoutChg>
        <pc:sldLayoutChg chg="del">
          <pc:chgData name="Feist, Ella" userId="992bbaf2-811d-42cb-a4d6-e7fc45e325e8" providerId="ADAL" clId="{A0741DA7-898F-4C16-9EBD-BB719830EF52}" dt="2025-05-27T16:02:41.962" v="1"/>
          <pc:sldLayoutMkLst>
            <pc:docMk/>
            <pc:sldMasterMk cId="3391850710" sldId="2147483826"/>
            <pc:sldLayoutMk cId="4273777609" sldId="2147483828"/>
          </pc:sldLayoutMkLst>
        </pc:sldLayoutChg>
        <pc:sldLayoutChg chg="del">
          <pc:chgData name="Feist, Ella" userId="992bbaf2-811d-42cb-a4d6-e7fc45e325e8" providerId="ADAL" clId="{A0741DA7-898F-4C16-9EBD-BB719830EF52}" dt="2025-05-27T16:02:41.962" v="1"/>
          <pc:sldLayoutMkLst>
            <pc:docMk/>
            <pc:sldMasterMk cId="3391850710" sldId="2147483826"/>
            <pc:sldLayoutMk cId="928190420" sldId="2147483829"/>
          </pc:sldLayoutMkLst>
        </pc:sldLayoutChg>
        <pc:sldLayoutChg chg="del">
          <pc:chgData name="Feist, Ella" userId="992bbaf2-811d-42cb-a4d6-e7fc45e325e8" providerId="ADAL" clId="{A0741DA7-898F-4C16-9EBD-BB719830EF52}" dt="2025-05-27T16:02:41.962" v="1"/>
          <pc:sldLayoutMkLst>
            <pc:docMk/>
            <pc:sldMasterMk cId="3391850710" sldId="2147483826"/>
            <pc:sldLayoutMk cId="778525727" sldId="2147483830"/>
          </pc:sldLayoutMkLst>
        </pc:sldLayoutChg>
      </pc:sldMasterChg>
      <pc:sldMasterChg chg="del delSldLayout">
        <pc:chgData name="Feist, Ella" userId="992bbaf2-811d-42cb-a4d6-e7fc45e325e8" providerId="ADAL" clId="{A0741DA7-898F-4C16-9EBD-BB719830EF52}" dt="2025-05-27T16:02:41.962" v="1"/>
        <pc:sldMasterMkLst>
          <pc:docMk/>
          <pc:sldMasterMk cId="3899971177" sldId="2147483831"/>
        </pc:sldMasterMkLst>
        <pc:sldLayoutChg chg="del">
          <pc:chgData name="Feist, Ella" userId="992bbaf2-811d-42cb-a4d6-e7fc45e325e8" providerId="ADAL" clId="{A0741DA7-898F-4C16-9EBD-BB719830EF52}" dt="2025-05-27T16:02:41.962" v="1"/>
          <pc:sldLayoutMkLst>
            <pc:docMk/>
            <pc:sldMasterMk cId="3899971177" sldId="2147483831"/>
            <pc:sldLayoutMk cId="1296847754" sldId="2147483832"/>
          </pc:sldLayoutMkLst>
        </pc:sldLayoutChg>
        <pc:sldLayoutChg chg="del">
          <pc:chgData name="Feist, Ella" userId="992bbaf2-811d-42cb-a4d6-e7fc45e325e8" providerId="ADAL" clId="{A0741DA7-898F-4C16-9EBD-BB719830EF52}" dt="2025-05-27T16:02:41.962" v="1"/>
          <pc:sldLayoutMkLst>
            <pc:docMk/>
            <pc:sldMasterMk cId="3899971177" sldId="2147483831"/>
            <pc:sldLayoutMk cId="2124554007" sldId="2147483833"/>
          </pc:sldLayoutMkLst>
        </pc:sldLayoutChg>
        <pc:sldLayoutChg chg="del">
          <pc:chgData name="Feist, Ella" userId="992bbaf2-811d-42cb-a4d6-e7fc45e325e8" providerId="ADAL" clId="{A0741DA7-898F-4C16-9EBD-BB719830EF52}" dt="2025-05-27T16:02:41.962" v="1"/>
          <pc:sldLayoutMkLst>
            <pc:docMk/>
            <pc:sldMasterMk cId="3899971177" sldId="2147483831"/>
            <pc:sldLayoutMk cId="2692646997" sldId="2147483834"/>
          </pc:sldLayoutMkLst>
        </pc:sldLayoutChg>
        <pc:sldLayoutChg chg="del">
          <pc:chgData name="Feist, Ella" userId="992bbaf2-811d-42cb-a4d6-e7fc45e325e8" providerId="ADAL" clId="{A0741DA7-898F-4C16-9EBD-BB719830EF52}" dt="2025-05-27T16:02:41.962" v="1"/>
          <pc:sldLayoutMkLst>
            <pc:docMk/>
            <pc:sldMasterMk cId="3899971177" sldId="2147483831"/>
            <pc:sldLayoutMk cId="164223612" sldId="2147483835"/>
          </pc:sldLayoutMkLst>
        </pc:sldLayoutChg>
      </pc:sldMasterChg>
      <pc:sldMasterChg chg="del delSldLayout">
        <pc:chgData name="Feist, Ella" userId="992bbaf2-811d-42cb-a4d6-e7fc45e325e8" providerId="ADAL" clId="{A0741DA7-898F-4C16-9EBD-BB719830EF52}" dt="2025-05-27T16:02:41.962" v="1"/>
        <pc:sldMasterMkLst>
          <pc:docMk/>
          <pc:sldMasterMk cId="4061346496" sldId="2147483836"/>
        </pc:sldMasterMkLst>
        <pc:sldLayoutChg chg="del">
          <pc:chgData name="Feist, Ella" userId="992bbaf2-811d-42cb-a4d6-e7fc45e325e8" providerId="ADAL" clId="{A0741DA7-898F-4C16-9EBD-BB719830EF52}" dt="2025-05-27T16:02:41.962" v="1"/>
          <pc:sldLayoutMkLst>
            <pc:docMk/>
            <pc:sldMasterMk cId="4061346496" sldId="2147483836"/>
            <pc:sldLayoutMk cId="1342340652" sldId="2147483837"/>
          </pc:sldLayoutMkLst>
        </pc:sldLayoutChg>
        <pc:sldLayoutChg chg="del">
          <pc:chgData name="Feist, Ella" userId="992bbaf2-811d-42cb-a4d6-e7fc45e325e8" providerId="ADAL" clId="{A0741DA7-898F-4C16-9EBD-BB719830EF52}" dt="2025-05-27T16:02:41.962" v="1"/>
          <pc:sldLayoutMkLst>
            <pc:docMk/>
            <pc:sldMasterMk cId="4061346496" sldId="2147483836"/>
            <pc:sldLayoutMk cId="1129306061" sldId="2147483838"/>
          </pc:sldLayoutMkLst>
        </pc:sldLayoutChg>
        <pc:sldLayoutChg chg="del">
          <pc:chgData name="Feist, Ella" userId="992bbaf2-811d-42cb-a4d6-e7fc45e325e8" providerId="ADAL" clId="{A0741DA7-898F-4C16-9EBD-BB719830EF52}" dt="2025-05-27T16:02:41.962" v="1"/>
          <pc:sldLayoutMkLst>
            <pc:docMk/>
            <pc:sldMasterMk cId="4061346496" sldId="2147483836"/>
            <pc:sldLayoutMk cId="291058354" sldId="2147483839"/>
          </pc:sldLayoutMkLst>
        </pc:sldLayoutChg>
        <pc:sldLayoutChg chg="del">
          <pc:chgData name="Feist, Ella" userId="992bbaf2-811d-42cb-a4d6-e7fc45e325e8" providerId="ADAL" clId="{A0741DA7-898F-4C16-9EBD-BB719830EF52}" dt="2025-05-27T16:02:41.962" v="1"/>
          <pc:sldLayoutMkLst>
            <pc:docMk/>
            <pc:sldMasterMk cId="4061346496" sldId="2147483836"/>
            <pc:sldLayoutMk cId="1057880355" sldId="2147483840"/>
          </pc:sldLayoutMkLst>
        </pc:sldLayoutChg>
      </pc:sldMasterChg>
      <pc:sldMasterChg chg="del delSldLayout">
        <pc:chgData name="Feist, Ella" userId="992bbaf2-811d-42cb-a4d6-e7fc45e325e8" providerId="ADAL" clId="{A0741DA7-898F-4C16-9EBD-BB719830EF52}" dt="2025-05-27T16:02:41.962" v="1"/>
        <pc:sldMasterMkLst>
          <pc:docMk/>
          <pc:sldMasterMk cId="1513994161" sldId="2147483841"/>
        </pc:sldMasterMkLst>
        <pc:sldLayoutChg chg="del">
          <pc:chgData name="Feist, Ella" userId="992bbaf2-811d-42cb-a4d6-e7fc45e325e8" providerId="ADAL" clId="{A0741DA7-898F-4C16-9EBD-BB719830EF52}" dt="2025-05-27T16:02:41.962" v="1"/>
          <pc:sldLayoutMkLst>
            <pc:docMk/>
            <pc:sldMasterMk cId="1513994161" sldId="2147483841"/>
            <pc:sldLayoutMk cId="2408842378" sldId="2147483842"/>
          </pc:sldLayoutMkLst>
        </pc:sldLayoutChg>
        <pc:sldLayoutChg chg="del">
          <pc:chgData name="Feist, Ella" userId="992bbaf2-811d-42cb-a4d6-e7fc45e325e8" providerId="ADAL" clId="{A0741DA7-898F-4C16-9EBD-BB719830EF52}" dt="2025-05-27T16:02:41.962" v="1"/>
          <pc:sldLayoutMkLst>
            <pc:docMk/>
            <pc:sldMasterMk cId="1513994161" sldId="2147483841"/>
            <pc:sldLayoutMk cId="3257542985" sldId="2147483843"/>
          </pc:sldLayoutMkLst>
        </pc:sldLayoutChg>
        <pc:sldLayoutChg chg="del">
          <pc:chgData name="Feist, Ella" userId="992bbaf2-811d-42cb-a4d6-e7fc45e325e8" providerId="ADAL" clId="{A0741DA7-898F-4C16-9EBD-BB719830EF52}" dt="2025-05-27T16:02:41.962" v="1"/>
          <pc:sldLayoutMkLst>
            <pc:docMk/>
            <pc:sldMasterMk cId="1513994161" sldId="2147483841"/>
            <pc:sldLayoutMk cId="57802930" sldId="2147483844"/>
          </pc:sldLayoutMkLst>
        </pc:sldLayoutChg>
        <pc:sldLayoutChg chg="del">
          <pc:chgData name="Feist, Ella" userId="992bbaf2-811d-42cb-a4d6-e7fc45e325e8" providerId="ADAL" clId="{A0741DA7-898F-4C16-9EBD-BB719830EF52}" dt="2025-05-27T16:02:41.962" v="1"/>
          <pc:sldLayoutMkLst>
            <pc:docMk/>
            <pc:sldMasterMk cId="1513994161" sldId="2147483841"/>
            <pc:sldLayoutMk cId="892830820" sldId="2147483845"/>
          </pc:sldLayoutMkLst>
        </pc:sldLayoutChg>
      </pc:sldMasterChg>
      <pc:sldMasterChg chg="del delSldLayout">
        <pc:chgData name="Feist, Ella" userId="992bbaf2-811d-42cb-a4d6-e7fc45e325e8" providerId="ADAL" clId="{A0741DA7-898F-4C16-9EBD-BB719830EF52}" dt="2025-05-27T16:02:41.962" v="1"/>
        <pc:sldMasterMkLst>
          <pc:docMk/>
          <pc:sldMasterMk cId="1256176808" sldId="2147483846"/>
        </pc:sldMasterMkLst>
        <pc:sldLayoutChg chg="del">
          <pc:chgData name="Feist, Ella" userId="992bbaf2-811d-42cb-a4d6-e7fc45e325e8" providerId="ADAL" clId="{A0741DA7-898F-4C16-9EBD-BB719830EF52}" dt="2025-05-27T16:02:41.962" v="1"/>
          <pc:sldLayoutMkLst>
            <pc:docMk/>
            <pc:sldMasterMk cId="1256176808" sldId="2147483846"/>
            <pc:sldLayoutMk cId="1930662052" sldId="2147483847"/>
          </pc:sldLayoutMkLst>
        </pc:sldLayoutChg>
        <pc:sldLayoutChg chg="del">
          <pc:chgData name="Feist, Ella" userId="992bbaf2-811d-42cb-a4d6-e7fc45e325e8" providerId="ADAL" clId="{A0741DA7-898F-4C16-9EBD-BB719830EF52}" dt="2025-05-27T16:02:41.962" v="1"/>
          <pc:sldLayoutMkLst>
            <pc:docMk/>
            <pc:sldMasterMk cId="1256176808" sldId="2147483846"/>
            <pc:sldLayoutMk cId="2862166332" sldId="2147483848"/>
          </pc:sldLayoutMkLst>
        </pc:sldLayoutChg>
        <pc:sldLayoutChg chg="del">
          <pc:chgData name="Feist, Ella" userId="992bbaf2-811d-42cb-a4d6-e7fc45e325e8" providerId="ADAL" clId="{A0741DA7-898F-4C16-9EBD-BB719830EF52}" dt="2025-05-27T16:02:41.962" v="1"/>
          <pc:sldLayoutMkLst>
            <pc:docMk/>
            <pc:sldMasterMk cId="1256176808" sldId="2147483846"/>
            <pc:sldLayoutMk cId="4243011970" sldId="2147483849"/>
          </pc:sldLayoutMkLst>
        </pc:sldLayoutChg>
        <pc:sldLayoutChg chg="del">
          <pc:chgData name="Feist, Ella" userId="992bbaf2-811d-42cb-a4d6-e7fc45e325e8" providerId="ADAL" clId="{A0741DA7-898F-4C16-9EBD-BB719830EF52}" dt="2025-05-27T16:02:41.962" v="1"/>
          <pc:sldLayoutMkLst>
            <pc:docMk/>
            <pc:sldMasterMk cId="1256176808" sldId="2147483846"/>
            <pc:sldLayoutMk cId="787685289" sldId="2147483850"/>
          </pc:sldLayoutMkLst>
        </pc:sldLayoutChg>
      </pc:sldMasterChg>
      <pc:sldMasterChg chg="del delSldLayout">
        <pc:chgData name="Feist, Ella" userId="992bbaf2-811d-42cb-a4d6-e7fc45e325e8" providerId="ADAL" clId="{A0741DA7-898F-4C16-9EBD-BB719830EF52}" dt="2025-05-27T16:02:41.962" v="1"/>
        <pc:sldMasterMkLst>
          <pc:docMk/>
          <pc:sldMasterMk cId="4100756167" sldId="2147483897"/>
        </pc:sldMasterMkLst>
        <pc:sldLayoutChg chg="del">
          <pc:chgData name="Feist, Ella" userId="992bbaf2-811d-42cb-a4d6-e7fc45e325e8" providerId="ADAL" clId="{A0741DA7-898F-4C16-9EBD-BB719830EF52}" dt="2025-05-27T16:02:41.962" v="1"/>
          <pc:sldLayoutMkLst>
            <pc:docMk/>
            <pc:sldMasterMk cId="4100756167" sldId="2147483897"/>
            <pc:sldLayoutMk cId="3265297551" sldId="2147483898"/>
          </pc:sldLayoutMkLst>
        </pc:sldLayoutChg>
        <pc:sldLayoutChg chg="del">
          <pc:chgData name="Feist, Ella" userId="992bbaf2-811d-42cb-a4d6-e7fc45e325e8" providerId="ADAL" clId="{A0741DA7-898F-4C16-9EBD-BB719830EF52}" dt="2025-05-27T16:02:41.962" v="1"/>
          <pc:sldLayoutMkLst>
            <pc:docMk/>
            <pc:sldMasterMk cId="4100756167" sldId="2147483897"/>
            <pc:sldLayoutMk cId="3991041670" sldId="2147483899"/>
          </pc:sldLayoutMkLst>
        </pc:sldLayoutChg>
        <pc:sldLayoutChg chg="del">
          <pc:chgData name="Feist, Ella" userId="992bbaf2-811d-42cb-a4d6-e7fc45e325e8" providerId="ADAL" clId="{A0741DA7-898F-4C16-9EBD-BB719830EF52}" dt="2025-05-27T16:02:41.962" v="1"/>
          <pc:sldLayoutMkLst>
            <pc:docMk/>
            <pc:sldMasterMk cId="4100756167" sldId="2147483897"/>
            <pc:sldLayoutMk cId="2632637445" sldId="2147483900"/>
          </pc:sldLayoutMkLst>
        </pc:sldLayoutChg>
        <pc:sldLayoutChg chg="del">
          <pc:chgData name="Feist, Ella" userId="992bbaf2-811d-42cb-a4d6-e7fc45e325e8" providerId="ADAL" clId="{A0741DA7-898F-4C16-9EBD-BB719830EF52}" dt="2025-05-27T16:02:41.962" v="1"/>
          <pc:sldLayoutMkLst>
            <pc:docMk/>
            <pc:sldMasterMk cId="4100756167" sldId="2147483897"/>
            <pc:sldLayoutMk cId="2611431978" sldId="2147483901"/>
          </pc:sldLayoutMkLst>
        </pc:sldLayoutChg>
        <pc:sldLayoutChg chg="del">
          <pc:chgData name="Feist, Ella" userId="992bbaf2-811d-42cb-a4d6-e7fc45e325e8" providerId="ADAL" clId="{A0741DA7-898F-4C16-9EBD-BB719830EF52}" dt="2025-05-27T16:02:41.962" v="1"/>
          <pc:sldLayoutMkLst>
            <pc:docMk/>
            <pc:sldMasterMk cId="4100756167" sldId="2147483897"/>
            <pc:sldLayoutMk cId="2285155211" sldId="2147483902"/>
          </pc:sldLayoutMkLst>
        </pc:sldLayoutChg>
        <pc:sldLayoutChg chg="del">
          <pc:chgData name="Feist, Ella" userId="992bbaf2-811d-42cb-a4d6-e7fc45e325e8" providerId="ADAL" clId="{A0741DA7-898F-4C16-9EBD-BB719830EF52}" dt="2025-05-27T16:02:41.962" v="1"/>
          <pc:sldLayoutMkLst>
            <pc:docMk/>
            <pc:sldMasterMk cId="4100756167" sldId="2147483897"/>
            <pc:sldLayoutMk cId="3662927230" sldId="2147483903"/>
          </pc:sldLayoutMkLst>
        </pc:sldLayoutChg>
        <pc:sldLayoutChg chg="del">
          <pc:chgData name="Feist, Ella" userId="992bbaf2-811d-42cb-a4d6-e7fc45e325e8" providerId="ADAL" clId="{A0741DA7-898F-4C16-9EBD-BB719830EF52}" dt="2025-05-27T16:02:41.962" v="1"/>
          <pc:sldLayoutMkLst>
            <pc:docMk/>
            <pc:sldMasterMk cId="4100756167" sldId="2147483897"/>
            <pc:sldLayoutMk cId="1968557072" sldId="2147483904"/>
          </pc:sldLayoutMkLst>
        </pc:sldLayoutChg>
        <pc:sldLayoutChg chg="del">
          <pc:chgData name="Feist, Ella" userId="992bbaf2-811d-42cb-a4d6-e7fc45e325e8" providerId="ADAL" clId="{A0741DA7-898F-4C16-9EBD-BB719830EF52}" dt="2025-05-27T16:02:41.962" v="1"/>
          <pc:sldLayoutMkLst>
            <pc:docMk/>
            <pc:sldMasterMk cId="4100756167" sldId="2147483897"/>
            <pc:sldLayoutMk cId="41028302" sldId="2147483905"/>
          </pc:sldLayoutMkLst>
        </pc:sldLayoutChg>
        <pc:sldLayoutChg chg="del">
          <pc:chgData name="Feist, Ella" userId="992bbaf2-811d-42cb-a4d6-e7fc45e325e8" providerId="ADAL" clId="{A0741DA7-898F-4C16-9EBD-BB719830EF52}" dt="2025-05-27T16:02:41.962" v="1"/>
          <pc:sldLayoutMkLst>
            <pc:docMk/>
            <pc:sldMasterMk cId="4100756167" sldId="2147483897"/>
            <pc:sldLayoutMk cId="2312751237" sldId="2147483906"/>
          </pc:sldLayoutMkLst>
        </pc:sldLayoutChg>
        <pc:sldLayoutChg chg="del">
          <pc:chgData name="Feist, Ella" userId="992bbaf2-811d-42cb-a4d6-e7fc45e325e8" providerId="ADAL" clId="{A0741DA7-898F-4C16-9EBD-BB719830EF52}" dt="2025-05-27T16:02:41.962" v="1"/>
          <pc:sldLayoutMkLst>
            <pc:docMk/>
            <pc:sldMasterMk cId="4100756167" sldId="2147483897"/>
            <pc:sldLayoutMk cId="557095359" sldId="2147483907"/>
          </pc:sldLayoutMkLst>
        </pc:sldLayoutChg>
      </pc:sldMasterChg>
      <pc:sldMasterChg chg="del delSldLayout">
        <pc:chgData name="Feist, Ella" userId="992bbaf2-811d-42cb-a4d6-e7fc45e325e8" providerId="ADAL" clId="{A0741DA7-898F-4C16-9EBD-BB719830EF52}" dt="2025-05-27T16:02:41.962" v="1"/>
        <pc:sldMasterMkLst>
          <pc:docMk/>
          <pc:sldMasterMk cId="2711428093" sldId="2147483908"/>
        </pc:sldMasterMkLst>
        <pc:sldLayoutChg chg="del">
          <pc:chgData name="Feist, Ella" userId="992bbaf2-811d-42cb-a4d6-e7fc45e325e8" providerId="ADAL" clId="{A0741DA7-898F-4C16-9EBD-BB719830EF52}" dt="2025-05-27T16:02:41.962" v="1"/>
          <pc:sldLayoutMkLst>
            <pc:docMk/>
            <pc:sldMasterMk cId="2711428093" sldId="2147483908"/>
            <pc:sldLayoutMk cId="3375000662" sldId="2147483909"/>
          </pc:sldLayoutMkLst>
        </pc:sldLayoutChg>
        <pc:sldLayoutChg chg="del">
          <pc:chgData name="Feist, Ella" userId="992bbaf2-811d-42cb-a4d6-e7fc45e325e8" providerId="ADAL" clId="{A0741DA7-898F-4C16-9EBD-BB719830EF52}" dt="2025-05-27T16:02:41.962" v="1"/>
          <pc:sldLayoutMkLst>
            <pc:docMk/>
            <pc:sldMasterMk cId="2711428093" sldId="2147483908"/>
            <pc:sldLayoutMk cId="3170572682" sldId="2147483910"/>
          </pc:sldLayoutMkLst>
        </pc:sldLayoutChg>
        <pc:sldLayoutChg chg="del">
          <pc:chgData name="Feist, Ella" userId="992bbaf2-811d-42cb-a4d6-e7fc45e325e8" providerId="ADAL" clId="{A0741DA7-898F-4C16-9EBD-BB719830EF52}" dt="2025-05-27T16:02:41.962" v="1"/>
          <pc:sldLayoutMkLst>
            <pc:docMk/>
            <pc:sldMasterMk cId="2711428093" sldId="2147483908"/>
            <pc:sldLayoutMk cId="4075806154" sldId="2147483911"/>
          </pc:sldLayoutMkLst>
        </pc:sldLayoutChg>
        <pc:sldLayoutChg chg="del">
          <pc:chgData name="Feist, Ella" userId="992bbaf2-811d-42cb-a4d6-e7fc45e325e8" providerId="ADAL" clId="{A0741DA7-898F-4C16-9EBD-BB719830EF52}" dt="2025-05-27T16:02:41.962" v="1"/>
          <pc:sldLayoutMkLst>
            <pc:docMk/>
            <pc:sldMasterMk cId="2711428093" sldId="2147483908"/>
            <pc:sldLayoutMk cId="572188986" sldId="2147483912"/>
          </pc:sldLayoutMkLst>
        </pc:sldLayoutChg>
        <pc:sldLayoutChg chg="del">
          <pc:chgData name="Feist, Ella" userId="992bbaf2-811d-42cb-a4d6-e7fc45e325e8" providerId="ADAL" clId="{A0741DA7-898F-4C16-9EBD-BB719830EF52}" dt="2025-05-27T16:02:41.962" v="1"/>
          <pc:sldLayoutMkLst>
            <pc:docMk/>
            <pc:sldMasterMk cId="2711428093" sldId="2147483908"/>
            <pc:sldLayoutMk cId="3207332113" sldId="2147483913"/>
          </pc:sldLayoutMkLst>
        </pc:sldLayoutChg>
        <pc:sldLayoutChg chg="del">
          <pc:chgData name="Feist, Ella" userId="992bbaf2-811d-42cb-a4d6-e7fc45e325e8" providerId="ADAL" clId="{A0741DA7-898F-4C16-9EBD-BB719830EF52}" dt="2025-05-27T16:02:41.962" v="1"/>
          <pc:sldLayoutMkLst>
            <pc:docMk/>
            <pc:sldMasterMk cId="2711428093" sldId="2147483908"/>
            <pc:sldLayoutMk cId="1460219817" sldId="2147483914"/>
          </pc:sldLayoutMkLst>
        </pc:sldLayoutChg>
        <pc:sldLayoutChg chg="del">
          <pc:chgData name="Feist, Ella" userId="992bbaf2-811d-42cb-a4d6-e7fc45e325e8" providerId="ADAL" clId="{A0741DA7-898F-4C16-9EBD-BB719830EF52}" dt="2025-05-27T16:02:41.962" v="1"/>
          <pc:sldLayoutMkLst>
            <pc:docMk/>
            <pc:sldMasterMk cId="2711428093" sldId="2147483908"/>
            <pc:sldLayoutMk cId="994855307" sldId="2147483915"/>
          </pc:sldLayoutMkLst>
        </pc:sldLayoutChg>
        <pc:sldLayoutChg chg="del">
          <pc:chgData name="Feist, Ella" userId="992bbaf2-811d-42cb-a4d6-e7fc45e325e8" providerId="ADAL" clId="{A0741DA7-898F-4C16-9EBD-BB719830EF52}" dt="2025-05-27T16:02:41.962" v="1"/>
          <pc:sldLayoutMkLst>
            <pc:docMk/>
            <pc:sldMasterMk cId="2711428093" sldId="2147483908"/>
            <pc:sldLayoutMk cId="1060909352" sldId="2147483916"/>
          </pc:sldLayoutMkLst>
        </pc:sldLayoutChg>
        <pc:sldLayoutChg chg="del">
          <pc:chgData name="Feist, Ella" userId="992bbaf2-811d-42cb-a4d6-e7fc45e325e8" providerId="ADAL" clId="{A0741DA7-898F-4C16-9EBD-BB719830EF52}" dt="2025-05-27T16:02:41.962" v="1"/>
          <pc:sldLayoutMkLst>
            <pc:docMk/>
            <pc:sldMasterMk cId="2711428093" sldId="2147483908"/>
            <pc:sldLayoutMk cId="2650676527" sldId="2147483917"/>
          </pc:sldLayoutMkLst>
        </pc:sldLayoutChg>
        <pc:sldLayoutChg chg="del">
          <pc:chgData name="Feist, Ella" userId="992bbaf2-811d-42cb-a4d6-e7fc45e325e8" providerId="ADAL" clId="{A0741DA7-898F-4C16-9EBD-BB719830EF52}" dt="2025-05-27T16:02:41.962" v="1"/>
          <pc:sldLayoutMkLst>
            <pc:docMk/>
            <pc:sldMasterMk cId="2711428093" sldId="2147483908"/>
            <pc:sldLayoutMk cId="787982011" sldId="2147483918"/>
          </pc:sldLayoutMkLst>
        </pc:sldLayoutChg>
      </pc:sldMasterChg>
      <pc:sldMasterChg chg="del delSldLayout">
        <pc:chgData name="Feist, Ella" userId="992bbaf2-811d-42cb-a4d6-e7fc45e325e8" providerId="ADAL" clId="{A0741DA7-898F-4C16-9EBD-BB719830EF52}" dt="2025-05-27T16:02:41.962" v="1"/>
        <pc:sldMasterMkLst>
          <pc:docMk/>
          <pc:sldMasterMk cId="537580445" sldId="2147483941"/>
        </pc:sldMasterMkLst>
        <pc:sldLayoutChg chg="del">
          <pc:chgData name="Feist, Ella" userId="992bbaf2-811d-42cb-a4d6-e7fc45e325e8" providerId="ADAL" clId="{A0741DA7-898F-4C16-9EBD-BB719830EF52}" dt="2025-05-27T16:02:41.962" v="1"/>
          <pc:sldLayoutMkLst>
            <pc:docMk/>
            <pc:sldMasterMk cId="537580445" sldId="2147483941"/>
            <pc:sldLayoutMk cId="3655050728" sldId="2147483942"/>
          </pc:sldLayoutMkLst>
        </pc:sldLayoutChg>
        <pc:sldLayoutChg chg="del">
          <pc:chgData name="Feist, Ella" userId="992bbaf2-811d-42cb-a4d6-e7fc45e325e8" providerId="ADAL" clId="{A0741DA7-898F-4C16-9EBD-BB719830EF52}" dt="2025-05-27T16:02:41.962" v="1"/>
          <pc:sldLayoutMkLst>
            <pc:docMk/>
            <pc:sldMasterMk cId="537580445" sldId="2147483941"/>
            <pc:sldLayoutMk cId="191104469" sldId="2147483948"/>
          </pc:sldLayoutMkLst>
        </pc:sldLayoutChg>
        <pc:sldLayoutChg chg="del">
          <pc:chgData name="Feist, Ella" userId="992bbaf2-811d-42cb-a4d6-e7fc45e325e8" providerId="ADAL" clId="{A0741DA7-898F-4C16-9EBD-BB719830EF52}" dt="2025-05-27T16:02:41.962" v="1"/>
          <pc:sldLayoutMkLst>
            <pc:docMk/>
            <pc:sldMasterMk cId="537580445" sldId="2147483941"/>
            <pc:sldLayoutMk cId="3106673082" sldId="2147483949"/>
          </pc:sldLayoutMkLst>
        </pc:sldLayoutChg>
        <pc:sldLayoutChg chg="del">
          <pc:chgData name="Feist, Ella" userId="992bbaf2-811d-42cb-a4d6-e7fc45e325e8" providerId="ADAL" clId="{A0741DA7-898F-4C16-9EBD-BB719830EF52}" dt="2025-05-27T16:02:41.962" v="1"/>
          <pc:sldLayoutMkLst>
            <pc:docMk/>
            <pc:sldMasterMk cId="537580445" sldId="2147483941"/>
            <pc:sldLayoutMk cId="2883798060" sldId="2147483950"/>
          </pc:sldLayoutMkLst>
        </pc:sldLayoutChg>
        <pc:sldLayoutChg chg="del">
          <pc:chgData name="Feist, Ella" userId="992bbaf2-811d-42cb-a4d6-e7fc45e325e8" providerId="ADAL" clId="{A0741DA7-898F-4C16-9EBD-BB719830EF52}" dt="2025-05-27T16:02:41.962" v="1"/>
          <pc:sldLayoutMkLst>
            <pc:docMk/>
            <pc:sldMasterMk cId="537580445" sldId="2147483941"/>
            <pc:sldLayoutMk cId="4228679101" sldId="2147483951"/>
          </pc:sldLayoutMkLst>
        </pc:sldLayoutChg>
      </pc:sldMasterChg>
      <pc:sldMasterChg chg="del delSldLayout">
        <pc:chgData name="Feist, Ella" userId="992bbaf2-811d-42cb-a4d6-e7fc45e325e8" providerId="ADAL" clId="{A0741DA7-898F-4C16-9EBD-BB719830EF52}" dt="2025-05-27T16:02:41.962" v="1"/>
        <pc:sldMasterMkLst>
          <pc:docMk/>
          <pc:sldMasterMk cId="1502784078" sldId="2147483943"/>
        </pc:sldMasterMkLst>
        <pc:sldLayoutChg chg="del">
          <pc:chgData name="Feist, Ella" userId="992bbaf2-811d-42cb-a4d6-e7fc45e325e8" providerId="ADAL" clId="{A0741DA7-898F-4C16-9EBD-BB719830EF52}" dt="2025-05-27T16:02:41.962" v="1"/>
          <pc:sldLayoutMkLst>
            <pc:docMk/>
            <pc:sldMasterMk cId="1502784078" sldId="2147483943"/>
            <pc:sldLayoutMk cId="3733918436" sldId="2147483944"/>
          </pc:sldLayoutMkLst>
        </pc:sldLayoutChg>
        <pc:sldLayoutChg chg="del">
          <pc:chgData name="Feist, Ella" userId="992bbaf2-811d-42cb-a4d6-e7fc45e325e8" providerId="ADAL" clId="{A0741DA7-898F-4C16-9EBD-BB719830EF52}" dt="2025-05-27T16:02:41.962" v="1"/>
          <pc:sldLayoutMkLst>
            <pc:docMk/>
            <pc:sldMasterMk cId="1502784078" sldId="2147483943"/>
            <pc:sldLayoutMk cId="714599208" sldId="2147483952"/>
          </pc:sldLayoutMkLst>
        </pc:sldLayoutChg>
        <pc:sldLayoutChg chg="del">
          <pc:chgData name="Feist, Ella" userId="992bbaf2-811d-42cb-a4d6-e7fc45e325e8" providerId="ADAL" clId="{A0741DA7-898F-4C16-9EBD-BB719830EF52}" dt="2025-05-27T16:02:41.962" v="1"/>
          <pc:sldLayoutMkLst>
            <pc:docMk/>
            <pc:sldMasterMk cId="1502784078" sldId="2147483943"/>
            <pc:sldLayoutMk cId="785506021" sldId="2147483953"/>
          </pc:sldLayoutMkLst>
        </pc:sldLayoutChg>
        <pc:sldLayoutChg chg="del">
          <pc:chgData name="Feist, Ella" userId="992bbaf2-811d-42cb-a4d6-e7fc45e325e8" providerId="ADAL" clId="{A0741DA7-898F-4C16-9EBD-BB719830EF52}" dt="2025-05-27T16:02:41.962" v="1"/>
          <pc:sldLayoutMkLst>
            <pc:docMk/>
            <pc:sldMasterMk cId="1502784078" sldId="2147483943"/>
            <pc:sldLayoutMk cId="1326846653" sldId="2147483954"/>
          </pc:sldLayoutMkLst>
        </pc:sldLayoutChg>
        <pc:sldLayoutChg chg="del">
          <pc:chgData name="Feist, Ella" userId="992bbaf2-811d-42cb-a4d6-e7fc45e325e8" providerId="ADAL" clId="{A0741DA7-898F-4C16-9EBD-BB719830EF52}" dt="2025-05-27T16:02:41.962" v="1"/>
          <pc:sldLayoutMkLst>
            <pc:docMk/>
            <pc:sldMasterMk cId="1502784078" sldId="2147483943"/>
            <pc:sldLayoutMk cId="1638070405" sldId="2147483955"/>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08F72-D084-4C96-B297-285B2ED0D15C}" type="datetimeFigureOut">
              <a:rPr lang="en-GB" smtClean="0"/>
              <a:t>09/06/2026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E1F5F-BEC2-48D5-A890-C07C79853E26}" type="slidenum">
              <a:rPr lang="en-GB" smtClean="0"/>
              <a:t>‹#›</a:t>
            </a:fld>
            <a:endParaRPr lang="en-GB" dirty="0"/>
          </a:p>
        </p:txBody>
      </p:sp>
    </p:spTree>
    <p:extLst>
      <p:ext uri="{BB962C8B-B14F-4D97-AF65-F5344CB8AC3E}">
        <p14:creationId xmlns:p14="http://schemas.microsoft.com/office/powerpoint/2010/main" val="13943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fld id="{548901C6-1DA1-FB44-ABEE-06A0FEB7738E}" type="slidenum">
              <a:rPr lang="en-GB" smtClean="0"/>
              <a:pPr/>
              <a:t>1</a:t>
            </a:fld>
            <a:endParaRPr lang="en-GB" dirty="0"/>
          </a:p>
        </p:txBody>
      </p:sp>
      <p:sp>
        <p:nvSpPr>
          <p:cNvPr id="6" name="Slide Image Placeholder 5">
            <a:extLst>
              <a:ext uri="{FF2B5EF4-FFF2-40B4-BE49-F238E27FC236}">
                <a16:creationId xmlns:a16="http://schemas.microsoft.com/office/drawing/2014/main" id="{3DDB46D8-F250-4382-BB9F-ED8824C6D536}"/>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1DD67D11-198C-4FB2-8FBB-0C1DD9E26E0C}"/>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40403610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548901C6-1DA1-FB44-ABEE-06A0FEB7738E}" type="slidenum">
              <a:rPr lang="en-GB" smtClean="0"/>
              <a:pPr/>
              <a:t>2</a:t>
            </a:fld>
            <a:endParaRPr lang="en-GB" dirty="0"/>
          </a:p>
        </p:txBody>
      </p:sp>
      <p:sp>
        <p:nvSpPr>
          <p:cNvPr id="6" name="Slide Image Placeholder 5">
            <a:extLst>
              <a:ext uri="{FF2B5EF4-FFF2-40B4-BE49-F238E27FC236}">
                <a16:creationId xmlns:a16="http://schemas.microsoft.com/office/drawing/2014/main" id="{E9E46E42-99A9-42F8-996F-71F172C43209}"/>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AC7ABEA7-3AE7-4A57-B02A-AA99E2A56A4D}"/>
              </a:ext>
            </a:extLst>
          </p:cNvPr>
          <p:cNvSpPr>
            <a:spLocks noGrp="1"/>
          </p:cNvSpPr>
          <p:nvPr>
            <p:ph type="body" idx="1"/>
          </p:nvPr>
        </p:nvSpPr>
        <p:spPr/>
        <p:txBody>
          <a:bodyPr/>
          <a:lstStyle/>
          <a:p>
            <a:r>
              <a:rPr lang="en-GB" noProof="0" dirty="0">
                <a:latin typeface="+mn-lt"/>
              </a:rPr>
              <a:t>Editing text is an essential skill we will learn about vi and nano in this chapter.</a:t>
            </a:r>
          </a:p>
          <a:p>
            <a:endParaRPr lang="en-GB" noProof="0" dirty="0"/>
          </a:p>
        </p:txBody>
      </p:sp>
    </p:spTree>
    <p:extLst>
      <p:ext uri="{BB962C8B-B14F-4D97-AF65-F5344CB8AC3E}">
        <p14:creationId xmlns:p14="http://schemas.microsoft.com/office/powerpoint/2010/main" val="22992914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a:t>
            </a:fld>
            <a:endParaRPr lang="en-GB" dirty="0"/>
          </a:p>
        </p:txBody>
      </p:sp>
    </p:spTree>
    <p:extLst>
      <p:ext uri="{BB962C8B-B14F-4D97-AF65-F5344CB8AC3E}">
        <p14:creationId xmlns:p14="http://schemas.microsoft.com/office/powerpoint/2010/main" val="14465921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noProof="0" dirty="0" err="1"/>
              <a:t>qed</a:t>
            </a:r>
            <a:r>
              <a:rPr lang="en-GB" noProof="0" dirty="0"/>
              <a:t> (Quick Editor), developed in the mid-1960s at Berkeley, was designed for teleprinters rather than screens. In 1969, Ken Thompson, one of the creators of Unix at Bell Labs, developed ed, inspired by </a:t>
            </a:r>
            <a:r>
              <a:rPr lang="en-GB" noProof="0" dirty="0" err="1"/>
              <a:t>qed</a:t>
            </a:r>
            <a:r>
              <a:rPr lang="en-GB" noProof="0" dirty="0"/>
              <a:t>, adding support for regular expressions but keeping a line-based interface with minimal visual feedback.</a:t>
            </a:r>
          </a:p>
          <a:p>
            <a:pPr marL="12700">
              <a:lnSpc>
                <a:spcPct val="100000"/>
              </a:lnSpc>
              <a:spcBef>
                <a:spcPts val="105"/>
              </a:spcBef>
            </a:pPr>
            <a:endParaRPr lang="en-GB" dirty="0"/>
          </a:p>
          <a:p>
            <a:pPr marL="12700">
              <a:lnSpc>
                <a:spcPct val="100000"/>
              </a:lnSpc>
              <a:spcBef>
                <a:spcPts val="105"/>
              </a:spcBef>
            </a:pPr>
            <a:r>
              <a:rPr lang="en-GB" noProof="0" dirty="0"/>
              <a:t>In 1976, Bill Joy extended this with ex, which added more powerful commands but was still largely line-oriented. This evolved into vi (1979), a full-screen “visual” editor designed for video terminals, which became the standard Unix editor.</a:t>
            </a:r>
          </a:p>
          <a:p>
            <a:pPr marL="12700">
              <a:lnSpc>
                <a:spcPct val="100000"/>
              </a:lnSpc>
              <a:spcBef>
                <a:spcPts val="105"/>
              </a:spcBef>
            </a:pPr>
            <a:endParaRPr lang="en-GB" dirty="0"/>
          </a:p>
          <a:p>
            <a:pPr marL="12700">
              <a:lnSpc>
                <a:spcPct val="100000"/>
              </a:lnSpc>
              <a:spcBef>
                <a:spcPts val="105"/>
              </a:spcBef>
            </a:pPr>
            <a:r>
              <a:rPr lang="en-GB" noProof="0" dirty="0"/>
              <a:t>In 1991, Bram Moolenaar created vim (“Vi Improved”), inspired partly by the Atari ST editor Stevie. Vim added features such as syntax highlighting, split windows, plugins and extensive help, and remains widely used today.</a:t>
            </a:r>
          </a:p>
          <a:p>
            <a:pPr marL="12700">
              <a:lnSpc>
                <a:spcPct val="100000"/>
              </a:lnSpc>
              <a:spcBef>
                <a:spcPts val="105"/>
              </a:spcBef>
            </a:pPr>
            <a:endParaRPr lang="en-GB" dirty="0"/>
          </a:p>
          <a:p>
            <a:pPr marL="12700">
              <a:lnSpc>
                <a:spcPct val="100000"/>
              </a:lnSpc>
              <a:spcBef>
                <a:spcPts val="105"/>
              </a:spcBef>
            </a:pPr>
            <a:r>
              <a:rPr lang="en-GB" noProof="0" dirty="0"/>
              <a:t>Learning vim is often seen as a rite of passage for Linux users, although simpler alternatives like nano (GNU, 1999) are also available.</a:t>
            </a:r>
          </a:p>
        </p:txBody>
      </p:sp>
      <p:sp>
        <p:nvSpPr>
          <p:cNvPr id="4" name="Slide Number Placeholder 3"/>
          <p:cNvSpPr>
            <a:spLocks noGrp="1"/>
          </p:cNvSpPr>
          <p:nvPr>
            <p:ph type="sldNum" sz="quarter" idx="5"/>
          </p:nvPr>
        </p:nvSpPr>
        <p:spPr/>
        <p:txBody>
          <a:bodyPr/>
          <a:lstStyle/>
          <a:p>
            <a:fld id="{548901C6-1DA1-FB44-ABEE-06A0FEB7738E}" type="slidenum">
              <a:rPr lang="en-GB" smtClean="0"/>
              <a:pPr/>
              <a:t>4</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3843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5</a:t>
            </a:fld>
            <a:endParaRPr lang="en-GB" dirty="0"/>
          </a:p>
        </p:txBody>
      </p:sp>
    </p:spTree>
    <p:extLst>
      <p:ext uri="{BB962C8B-B14F-4D97-AF65-F5344CB8AC3E}">
        <p14:creationId xmlns:p14="http://schemas.microsoft.com/office/powerpoint/2010/main" val="24518588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noProof="0" dirty="0"/>
              <a:t>The vi editor is a classic text editor available on almost all Unix and Linux systems. It is lightweight and runs entirely in the terminal, making it especially useful when working on remote servers where graphical tools are not available. Most modern systems actually provide vim, which stands for “Vi Improved,” and includes many enhancements over the original vi, while maintaining the same core commands and behaviour.</a:t>
            </a:r>
          </a:p>
          <a:p>
            <a:pPr marL="12700">
              <a:lnSpc>
                <a:spcPct val="100000"/>
              </a:lnSpc>
              <a:spcBef>
                <a:spcPts val="105"/>
              </a:spcBef>
            </a:pPr>
            <a:endParaRPr lang="en-GB" noProof="0" dirty="0"/>
          </a:p>
          <a:p>
            <a:pPr marL="12700">
              <a:lnSpc>
                <a:spcPct val="100000"/>
              </a:lnSpc>
              <a:spcBef>
                <a:spcPts val="105"/>
              </a:spcBef>
            </a:pPr>
            <a:r>
              <a:rPr lang="en-GB" noProof="0" dirty="0"/>
              <a:t>One of the key reasons to learn Vim is its availability and efficiency. Once you become familiar with its modal editing style, it allows you to navigate and edit text very quickly without needing a mouse. This makes it an essential tool for system administrators and anyone working regularly in a Linux environment.</a:t>
            </a:r>
          </a:p>
          <a:p>
            <a:pPr marL="12700">
              <a:lnSpc>
                <a:spcPct val="100000"/>
              </a:lnSpc>
              <a:spcBef>
                <a:spcPts val="105"/>
              </a:spcBef>
            </a:pPr>
            <a:endParaRPr lang="en-GB" noProof="0" dirty="0"/>
          </a:p>
          <a:p>
            <a:pPr marL="12700">
              <a:lnSpc>
                <a:spcPct val="100000"/>
              </a:lnSpc>
              <a:spcBef>
                <a:spcPts val="105"/>
              </a:spcBef>
            </a:pPr>
            <a:r>
              <a:rPr lang="en-GB" noProof="0" dirty="0"/>
              <a:t>To start using Vim, you simply run vi or vim followed by a filename. If the file exists, it will be opened for editing; if not, a new file will be created. You can also use the view command to open a file in read-only mode.</a:t>
            </a:r>
          </a:p>
        </p:txBody>
      </p:sp>
      <p:sp>
        <p:nvSpPr>
          <p:cNvPr id="4" name="Slide Number Placeholder 3"/>
          <p:cNvSpPr>
            <a:spLocks noGrp="1"/>
          </p:cNvSpPr>
          <p:nvPr>
            <p:ph type="sldNum" sz="quarter" idx="5"/>
          </p:nvPr>
        </p:nvSpPr>
        <p:spPr/>
        <p:txBody>
          <a:bodyPr/>
          <a:lstStyle/>
          <a:p>
            <a:fld id="{548901C6-1DA1-FB44-ABEE-06A0FEB7738E}" type="slidenum">
              <a:rPr lang="en-GB" smtClean="0"/>
              <a:pPr/>
              <a:t>6</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9272139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E4CAC-9394-7779-FF9C-FD6B150C8873}"/>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EEB36C66-1B65-947D-A560-53DB3C12FBFD}"/>
              </a:ext>
            </a:extLst>
          </p:cNvPr>
          <p:cNvSpPr>
            <a:spLocks noGrp="1"/>
          </p:cNvSpPr>
          <p:nvPr>
            <p:ph type="body" idx="1"/>
          </p:nvPr>
        </p:nvSpPr>
        <p:spPr/>
        <p:txBody>
          <a:bodyPr/>
          <a:lstStyle/>
          <a:p>
            <a:pPr marL="12700">
              <a:lnSpc>
                <a:spcPct val="100000"/>
              </a:lnSpc>
              <a:spcBef>
                <a:spcPts val="105"/>
              </a:spcBef>
            </a:pPr>
            <a:r>
              <a:rPr lang="en-GB" noProof="0" dirty="0"/>
              <a:t>Vim can be started in several ways depending on what you want to do. The most common approach is to open an existing file by specifying its name, for example vim romeo.txt. If the file exists, it will be opened for editing. If it does not exist, Vim will create a new file with that name when you save it.</a:t>
            </a:r>
          </a:p>
          <a:p>
            <a:pPr marL="12700">
              <a:lnSpc>
                <a:spcPct val="100000"/>
              </a:lnSpc>
              <a:spcBef>
                <a:spcPts val="105"/>
              </a:spcBef>
            </a:pPr>
            <a:endParaRPr lang="en-GB" noProof="0" dirty="0"/>
          </a:p>
          <a:p>
            <a:pPr marL="12700">
              <a:lnSpc>
                <a:spcPct val="100000"/>
              </a:lnSpc>
              <a:spcBef>
                <a:spcPts val="105"/>
              </a:spcBef>
            </a:pPr>
            <a:r>
              <a:rPr lang="en-GB" noProof="0" dirty="0"/>
              <a:t>You can also create a new file directly by providing a filename that does not yet exist, such as vim </a:t>
            </a:r>
            <a:r>
              <a:rPr lang="en-GB" noProof="0" dirty="0" err="1"/>
              <a:t>newfile</a:t>
            </a:r>
            <a:r>
              <a:rPr lang="en-GB" noProof="0" dirty="0"/>
              <a:t>. Vim does not distinguish between opening and creating - it simply opens a buffer and associates it with the filename.</a:t>
            </a:r>
          </a:p>
          <a:p>
            <a:pPr marL="12700">
              <a:lnSpc>
                <a:spcPct val="100000"/>
              </a:lnSpc>
              <a:spcBef>
                <a:spcPts val="105"/>
              </a:spcBef>
            </a:pPr>
            <a:r>
              <a:rPr lang="en-GB" noProof="0" dirty="0"/>
              <a:t>If you run vim on its own without specifying a file, Vim opens an empty buffer. This can be useful if you want to start typing or paste content before deciding on a filename.</a:t>
            </a:r>
          </a:p>
          <a:p>
            <a:pPr marL="12700">
              <a:lnSpc>
                <a:spcPct val="100000"/>
              </a:lnSpc>
              <a:spcBef>
                <a:spcPts val="105"/>
              </a:spcBef>
            </a:pPr>
            <a:endParaRPr lang="en-GB" noProof="0" dirty="0"/>
          </a:p>
          <a:p>
            <a:pPr marL="12700">
              <a:lnSpc>
                <a:spcPct val="100000"/>
              </a:lnSpc>
              <a:spcBef>
                <a:spcPts val="105"/>
              </a:spcBef>
            </a:pPr>
            <a:r>
              <a:rPr lang="en-GB" noProof="0" dirty="0"/>
              <a:t>Vim also provides a recovery option using vim -r, which attempts to recover a file from a previous session, typically after a crash. This uses swap files created automatically by Vim to restore unsaved changes. To open a file in read-only mode, you can use the view command, for example view romeo.txt. This allows you to safely inspect a file without accidentally modifying it.</a:t>
            </a:r>
          </a:p>
          <a:p>
            <a:pPr marL="12700">
              <a:lnSpc>
                <a:spcPct val="100000"/>
              </a:lnSpc>
              <a:spcBef>
                <a:spcPts val="105"/>
              </a:spcBef>
            </a:pPr>
            <a:endParaRPr lang="en-GB" noProof="0" dirty="0"/>
          </a:p>
          <a:p>
            <a:pPr marL="12700">
              <a:lnSpc>
                <a:spcPct val="100000"/>
              </a:lnSpc>
              <a:spcBef>
                <a:spcPts val="105"/>
              </a:spcBef>
            </a:pPr>
            <a:r>
              <a:rPr lang="en-GB" noProof="0" dirty="0"/>
              <a:t>Finally, you can open a file and position the cursor immediately at the end using the + option, as shown in the example. This is useful when working with log files or when you want to jump straight to the most recent content.</a:t>
            </a:r>
          </a:p>
        </p:txBody>
      </p:sp>
      <p:sp>
        <p:nvSpPr>
          <p:cNvPr id="4" name="Slide Number Placeholder 3">
            <a:extLst>
              <a:ext uri="{FF2B5EF4-FFF2-40B4-BE49-F238E27FC236}">
                <a16:creationId xmlns:a16="http://schemas.microsoft.com/office/drawing/2014/main" id="{718C3E7B-611A-9A22-4130-68B770BB38E2}"/>
              </a:ext>
            </a:extLst>
          </p:cNvPr>
          <p:cNvSpPr>
            <a:spLocks noGrp="1"/>
          </p:cNvSpPr>
          <p:nvPr>
            <p:ph type="sldNum" sz="quarter" idx="5"/>
          </p:nvPr>
        </p:nvSpPr>
        <p:spPr/>
        <p:txBody>
          <a:bodyPr/>
          <a:lstStyle/>
          <a:p>
            <a:fld id="{548901C6-1DA1-FB44-ABEE-06A0FEB7738E}" type="slidenum">
              <a:rPr lang="en-GB" smtClean="0"/>
              <a:pPr/>
              <a:t>7</a:t>
            </a:fld>
            <a:endParaRPr lang="en-GB" dirty="0"/>
          </a:p>
        </p:txBody>
      </p:sp>
      <p:sp>
        <p:nvSpPr>
          <p:cNvPr id="7" name="Slide Image Placeholder 6">
            <a:extLst>
              <a:ext uri="{FF2B5EF4-FFF2-40B4-BE49-F238E27FC236}">
                <a16:creationId xmlns:a16="http://schemas.microsoft.com/office/drawing/2014/main" id="{F77DD25B-C829-3215-F71C-736C4530FFDB}"/>
              </a:ext>
            </a:extLst>
          </p:cNvPr>
          <p:cNvSpPr>
            <a:spLocks noGrp="1" noRot="1" noChangeAspect="1"/>
          </p:cNvSpPr>
          <p:nvPr>
            <p:ph type="sldImg"/>
          </p:nvPr>
        </p:nvSpPr>
        <p:spPr/>
      </p:sp>
    </p:spTree>
    <p:extLst>
      <p:ext uri="{BB962C8B-B14F-4D97-AF65-F5344CB8AC3E}">
        <p14:creationId xmlns:p14="http://schemas.microsoft.com/office/powerpoint/2010/main" val="9679299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noProof="0" dirty="0"/>
              <a:t>Vim is known as a modal editor, which means the keyboard behaves differently depending on the current mode. </a:t>
            </a:r>
          </a:p>
          <a:p>
            <a:pPr marL="12700">
              <a:lnSpc>
                <a:spcPct val="100000"/>
              </a:lnSpc>
              <a:spcBef>
                <a:spcPts val="105"/>
              </a:spcBef>
            </a:pPr>
            <a:endParaRPr lang="en-GB" noProof="0" dirty="0"/>
          </a:p>
          <a:p>
            <a:pPr marL="12700">
              <a:lnSpc>
                <a:spcPct val="100000"/>
              </a:lnSpc>
              <a:spcBef>
                <a:spcPts val="105"/>
              </a:spcBef>
            </a:pPr>
            <a:r>
              <a:rPr lang="en-GB" noProof="0" dirty="0"/>
              <a:t>The default mode when you open Vim is Command mode. In this mode, the keyboard is used for navigation and editing commands rather than inserting text. For example, keys such as h, j, k, and l are used to move the cursor, and other keys perform actions like deleting or changing text.</a:t>
            </a:r>
          </a:p>
          <a:p>
            <a:pPr marL="12700">
              <a:lnSpc>
                <a:spcPct val="100000"/>
              </a:lnSpc>
              <a:spcBef>
                <a:spcPts val="105"/>
              </a:spcBef>
            </a:pPr>
            <a:endParaRPr lang="en-GB" noProof="0" dirty="0"/>
          </a:p>
          <a:p>
            <a:pPr marL="12700">
              <a:lnSpc>
                <a:spcPct val="100000"/>
              </a:lnSpc>
              <a:spcBef>
                <a:spcPts val="105"/>
              </a:spcBef>
            </a:pPr>
            <a:r>
              <a:rPr lang="en-GB" noProof="0" dirty="0"/>
              <a:t>To start typing text, you must switch to Insert mode. This is done using commands such as </a:t>
            </a:r>
            <a:r>
              <a:rPr lang="en-GB" noProof="0" dirty="0" err="1"/>
              <a:t>i</a:t>
            </a:r>
            <a:r>
              <a:rPr lang="en-GB" noProof="0" dirty="0"/>
              <a:t>, a, or o. Once in Insert mode, Vim behaves more like a traditional text editor, allowing you to enter and modify text. To leave Insert mode and return to Command mode, press the ESC key. This is one of the most important keys to remember when using Vim.</a:t>
            </a:r>
          </a:p>
          <a:p>
            <a:pPr marL="12700">
              <a:lnSpc>
                <a:spcPct val="100000"/>
              </a:lnSpc>
              <a:spcBef>
                <a:spcPts val="105"/>
              </a:spcBef>
            </a:pPr>
            <a:endParaRPr lang="en-GB" noProof="0" dirty="0"/>
          </a:p>
          <a:p>
            <a:pPr marL="12700">
              <a:lnSpc>
                <a:spcPct val="100000"/>
              </a:lnSpc>
              <a:spcBef>
                <a:spcPts val="105"/>
              </a:spcBef>
            </a:pPr>
            <a:r>
              <a:rPr lang="en-GB" noProof="0" dirty="0"/>
              <a:t>The third mode is Ex mode, also known as last-line mode. This is accessed from Command mode by typing “:” - Ex mode is used to enter commands such as saving, quitting, and searching within a file. For example, :w saves changes, :q quits, and :</a:t>
            </a:r>
            <a:r>
              <a:rPr lang="en-GB" noProof="0" dirty="0" err="1"/>
              <a:t>wq</a:t>
            </a:r>
            <a:r>
              <a:rPr lang="en-GB" noProof="0" dirty="0"/>
              <a:t> saves and exits.</a:t>
            </a:r>
          </a:p>
          <a:p>
            <a:pPr marL="12700">
              <a:lnSpc>
                <a:spcPct val="100000"/>
              </a:lnSpc>
              <a:spcBef>
                <a:spcPts val="105"/>
              </a:spcBef>
            </a:pPr>
            <a:endParaRPr lang="en-GB" noProof="0" dirty="0"/>
          </a:p>
          <a:p>
            <a:pPr marL="12700">
              <a:lnSpc>
                <a:spcPct val="100000"/>
              </a:lnSpc>
              <a:spcBef>
                <a:spcPts val="105"/>
              </a:spcBef>
            </a:pPr>
            <a:r>
              <a:rPr lang="en-GB" noProof="0" dirty="0"/>
              <a:t>A good habit when working with Vim is to return to Command mode by pressing ESC before issuing any commands. If you are ever unsure which mode you are in, pressing ESC is a safe way to get back to a known state.</a:t>
            </a:r>
          </a:p>
        </p:txBody>
      </p:sp>
      <p:sp>
        <p:nvSpPr>
          <p:cNvPr id="4" name="Slide Number Placeholder 3"/>
          <p:cNvSpPr>
            <a:spLocks noGrp="1"/>
          </p:cNvSpPr>
          <p:nvPr>
            <p:ph type="sldNum" sz="quarter" idx="5"/>
          </p:nvPr>
        </p:nvSpPr>
        <p:spPr/>
        <p:txBody>
          <a:bodyPr/>
          <a:lstStyle/>
          <a:p>
            <a:fld id="{548901C6-1DA1-FB44-ABEE-06A0FEB7738E}" type="slidenum">
              <a:rPr lang="en-GB" smtClean="0"/>
              <a:pPr/>
              <a:t>8</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0658375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noProof="0" dirty="0"/>
              <a:t>Vim opens in </a:t>
            </a:r>
            <a:r>
              <a:rPr lang="en-GB" b="1" noProof="0" dirty="0"/>
              <a:t>Command</a:t>
            </a:r>
            <a:r>
              <a:rPr lang="en-GB" noProof="0" dirty="0"/>
              <a:t> </a:t>
            </a:r>
            <a:r>
              <a:rPr lang="en-GB" b="1" noProof="0" dirty="0"/>
              <a:t>Mode</a:t>
            </a:r>
            <a:r>
              <a:rPr lang="en-GB" noProof="0" dirty="0"/>
              <a:t>, which is the default working mode. In this mode, the keyboard is used to issue commands and move around the file, rather than to type text. This can feel unusual at first, but it allows for very fast editing once you get used to it.</a:t>
            </a:r>
          </a:p>
          <a:p>
            <a:pPr marL="12700">
              <a:lnSpc>
                <a:spcPct val="100000"/>
              </a:lnSpc>
              <a:spcBef>
                <a:spcPts val="105"/>
              </a:spcBef>
            </a:pPr>
            <a:endParaRPr lang="en-GB" dirty="0"/>
          </a:p>
          <a:p>
            <a:pPr marL="12700">
              <a:lnSpc>
                <a:spcPct val="100000"/>
              </a:lnSpc>
              <a:spcBef>
                <a:spcPts val="105"/>
              </a:spcBef>
            </a:pPr>
            <a:r>
              <a:rPr lang="en-GB" noProof="0" dirty="0"/>
              <a:t>Commands in Vim are keystrokes, not typed words, and many follow a simple structure: </a:t>
            </a:r>
            <a:r>
              <a:rPr lang="en-GB" b="1" noProof="0" dirty="0"/>
              <a:t>[count][command][motion]</a:t>
            </a:r>
          </a:p>
          <a:p>
            <a:pPr marL="12700">
              <a:lnSpc>
                <a:spcPct val="100000"/>
              </a:lnSpc>
              <a:spcBef>
                <a:spcPts val="105"/>
              </a:spcBef>
            </a:pPr>
            <a:endParaRPr lang="en-GB" dirty="0"/>
          </a:p>
          <a:p>
            <a:pPr marL="12700">
              <a:lnSpc>
                <a:spcPct val="100000"/>
              </a:lnSpc>
              <a:spcBef>
                <a:spcPts val="105"/>
              </a:spcBef>
            </a:pPr>
            <a:r>
              <a:rPr lang="en-GB" noProof="0" dirty="0"/>
              <a:t>This means you can combine actions with movement. </a:t>
            </a:r>
          </a:p>
          <a:p>
            <a:pPr marL="12700">
              <a:lnSpc>
                <a:spcPct val="100000"/>
              </a:lnSpc>
              <a:spcBef>
                <a:spcPts val="105"/>
              </a:spcBef>
            </a:pPr>
            <a:r>
              <a:rPr lang="en-GB" noProof="0" dirty="0"/>
              <a:t>For example:</a:t>
            </a:r>
          </a:p>
          <a:p>
            <a:pPr marL="469900" lvl="1">
              <a:lnSpc>
                <a:spcPct val="100000"/>
              </a:lnSpc>
              <a:spcBef>
                <a:spcPts val="105"/>
              </a:spcBef>
            </a:pPr>
            <a:r>
              <a:rPr lang="en-GB" noProof="0" dirty="0"/>
              <a:t>d = delete</a:t>
            </a:r>
          </a:p>
          <a:p>
            <a:pPr marL="469900" lvl="1">
              <a:lnSpc>
                <a:spcPct val="100000"/>
              </a:lnSpc>
              <a:spcBef>
                <a:spcPts val="105"/>
              </a:spcBef>
            </a:pPr>
            <a:r>
              <a:rPr lang="en-GB" noProof="0" dirty="0"/>
              <a:t>w = move by word</a:t>
            </a:r>
          </a:p>
          <a:p>
            <a:pPr marL="12700">
              <a:lnSpc>
                <a:spcPct val="100000"/>
              </a:lnSpc>
              <a:spcBef>
                <a:spcPts val="105"/>
              </a:spcBef>
            </a:pPr>
            <a:r>
              <a:rPr lang="en-GB" noProof="0" dirty="0"/>
              <a:t>So, </a:t>
            </a:r>
            <a:r>
              <a:rPr lang="en-GB" b="1" noProof="0" dirty="0" err="1"/>
              <a:t>dw</a:t>
            </a:r>
            <a:r>
              <a:rPr lang="en-GB" noProof="0" dirty="0"/>
              <a:t> deletes one word and </a:t>
            </a:r>
            <a:r>
              <a:rPr lang="en-GB" b="1" noProof="0" dirty="0"/>
              <a:t>10dw</a:t>
            </a:r>
            <a:r>
              <a:rPr lang="en-GB" noProof="0" dirty="0"/>
              <a:t> deletes 10 words. The number (count) simply repeats the command.</a:t>
            </a:r>
          </a:p>
          <a:p>
            <a:pPr marL="12700">
              <a:lnSpc>
                <a:spcPct val="100000"/>
              </a:lnSpc>
              <a:spcBef>
                <a:spcPts val="105"/>
              </a:spcBef>
            </a:pPr>
            <a:endParaRPr lang="en-GB" dirty="0"/>
          </a:p>
          <a:p>
            <a:pPr marL="12700">
              <a:lnSpc>
                <a:spcPct val="100000"/>
              </a:lnSpc>
              <a:spcBef>
                <a:spcPts val="105"/>
              </a:spcBef>
            </a:pPr>
            <a:r>
              <a:rPr lang="en-GB" noProof="0" dirty="0"/>
              <a:t>Navigation keystrokes (such as w, b, 0, $) define the scope of the command, in Vim documentation these are often called motions </a:t>
            </a:r>
            <a:r>
              <a:rPr lang="en-GB" dirty="0"/>
              <a:t>but are often just referred to as</a:t>
            </a:r>
            <a:r>
              <a:rPr lang="en-GB" noProof="0" dirty="0"/>
              <a:t> navigation by practitioners.</a:t>
            </a:r>
          </a:p>
          <a:p>
            <a:pPr marL="12700">
              <a:lnSpc>
                <a:spcPct val="100000"/>
              </a:lnSpc>
              <a:spcBef>
                <a:spcPts val="105"/>
              </a:spcBef>
            </a:pPr>
            <a:endParaRPr lang="en-GB" dirty="0"/>
          </a:p>
          <a:p>
            <a:pPr marL="12700">
              <a:lnSpc>
                <a:spcPct val="100000"/>
              </a:lnSpc>
              <a:spcBef>
                <a:spcPts val="105"/>
              </a:spcBef>
            </a:pPr>
            <a:r>
              <a:rPr lang="en-GB" noProof="0" dirty="0"/>
              <a:t>Some commands will switch you into Insert Mode, but you can always return safely to Command Mode by pressing ESC. A good habit is to press ESC regularly if you’re unsure - it gets you back to a known state. If this has been mentioned before – its because it’s a good tip! </a:t>
            </a:r>
          </a:p>
        </p:txBody>
      </p:sp>
      <p:sp>
        <p:nvSpPr>
          <p:cNvPr id="4" name="Slide Number Placeholder 3"/>
          <p:cNvSpPr>
            <a:spLocks noGrp="1"/>
          </p:cNvSpPr>
          <p:nvPr>
            <p:ph type="sldNum" sz="quarter" idx="5"/>
          </p:nvPr>
        </p:nvSpPr>
        <p:spPr/>
        <p:txBody>
          <a:bodyPr/>
          <a:lstStyle/>
          <a:p>
            <a:fld id="{548901C6-1DA1-FB44-ABEE-06A0FEB7738E}" type="slidenum">
              <a:rPr lang="en-GB" smtClean="0"/>
              <a:pPr/>
              <a:t>9</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4886491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visualises how Vim movement commands work together and how they can be combined with numbers to move efficiently through a file. Rather than moving one character or line at a time, you can prefix commands with a number, for example, 10k moves up ten lines and 5l moves right five characters. Similarly, w and b move between words and can also be combined with numbers for faster navigation.</a:t>
            </a:r>
          </a:p>
          <a:p>
            <a:endParaRPr lang="en-GB" dirty="0"/>
          </a:p>
          <a:p>
            <a:r>
              <a:rPr lang="en-GB" dirty="0"/>
              <a:t>Commands such as 0 and $ move to the beginning and end of a line, while G, gg, and </a:t>
            </a:r>
            <a:r>
              <a:rPr lang="en-GB" dirty="0" err="1"/>
              <a:t>nG</a:t>
            </a:r>
            <a:r>
              <a:rPr lang="en-GB" dirty="0"/>
              <a:t> allow quick movement to specific locations within the file. The diagram also introduces paragraph movement using { and }, and screen-based navigation using Ctrl commands like </a:t>
            </a:r>
            <a:r>
              <a:rPr lang="en-GB" dirty="0" err="1"/>
              <a:t>Ctrl+F</a:t>
            </a:r>
            <a:r>
              <a:rPr lang="en-GB" dirty="0"/>
              <a:t> and </a:t>
            </a:r>
            <a:r>
              <a:rPr lang="en-GB" dirty="0" err="1"/>
              <a:t>Ctrl+B</a:t>
            </a:r>
            <a:r>
              <a:rPr lang="en-GB" dirty="0"/>
              <a:t>.</a:t>
            </a:r>
          </a:p>
          <a:p>
            <a:endParaRPr lang="en-GB" dirty="0"/>
          </a:p>
          <a:p>
            <a:r>
              <a:rPr lang="en-GB" dirty="0"/>
              <a:t>The key idea is that Vim navigation is composable - you build more powerful movements by combining simple commands with counts. This is what makes Vim fast once you become comfortable with it.</a:t>
            </a:r>
          </a:p>
        </p:txBody>
      </p:sp>
      <p:sp>
        <p:nvSpPr>
          <p:cNvPr id="4" name="Slide Number Placeholder 3"/>
          <p:cNvSpPr>
            <a:spLocks noGrp="1"/>
          </p:cNvSpPr>
          <p:nvPr>
            <p:ph type="sldNum" sz="quarter" idx="5"/>
          </p:nvPr>
        </p:nvSpPr>
        <p:spPr/>
        <p:txBody>
          <a:bodyPr/>
          <a:lstStyle/>
          <a:p>
            <a:fld id="{35BE1F5F-BEC2-48D5-A890-C07C79853E26}" type="slidenum">
              <a:rPr lang="en-GB" smtClean="0"/>
              <a:t>10</a:t>
            </a:fld>
            <a:endParaRPr lang="en-GB" dirty="0"/>
          </a:p>
        </p:txBody>
      </p:sp>
    </p:spTree>
    <p:extLst>
      <p:ext uri="{BB962C8B-B14F-4D97-AF65-F5344CB8AC3E}">
        <p14:creationId xmlns:p14="http://schemas.microsoft.com/office/powerpoint/2010/main" val="7574524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In Vim, navigation is performed primarily in normal mode using keyboard shortcuts rather than the mouse or arrow keys. The keys </a:t>
            </a:r>
            <a:r>
              <a:rPr lang="en-GB" sz="1200" kern="1200" dirty="0">
                <a:solidFill>
                  <a:schemeClr val="tx1"/>
                </a:solidFill>
                <a:latin typeface="+mn-lt"/>
                <a:ea typeface="+mn-ea"/>
                <a:cs typeface="+mn-cs"/>
              </a:rPr>
              <a:t>h</a:t>
            </a:r>
            <a:r>
              <a:rPr lang="en-GB" dirty="0"/>
              <a:t>, </a:t>
            </a:r>
            <a:r>
              <a:rPr lang="en-GB" sz="1200" kern="1200" dirty="0">
                <a:solidFill>
                  <a:schemeClr val="tx1"/>
                </a:solidFill>
                <a:latin typeface="+mn-lt"/>
                <a:ea typeface="+mn-ea"/>
                <a:cs typeface="+mn-cs"/>
              </a:rPr>
              <a:t>j</a:t>
            </a:r>
            <a:r>
              <a:rPr lang="en-GB" dirty="0"/>
              <a:t>, </a:t>
            </a:r>
            <a:r>
              <a:rPr lang="en-GB" sz="1200" kern="1200" dirty="0">
                <a:solidFill>
                  <a:schemeClr val="tx1"/>
                </a:solidFill>
                <a:latin typeface="+mn-lt"/>
                <a:ea typeface="+mn-ea"/>
                <a:cs typeface="+mn-cs"/>
              </a:rPr>
              <a:t>k</a:t>
            </a:r>
            <a:r>
              <a:rPr lang="en-GB" dirty="0"/>
              <a:t>, and </a:t>
            </a:r>
            <a:r>
              <a:rPr lang="en-GB" sz="1200" kern="1200" dirty="0">
                <a:solidFill>
                  <a:schemeClr val="tx1"/>
                </a:solidFill>
                <a:latin typeface="+mn-lt"/>
                <a:ea typeface="+mn-ea"/>
                <a:cs typeface="+mn-cs"/>
              </a:rPr>
              <a:t>l</a:t>
            </a:r>
            <a:r>
              <a:rPr lang="en-GB" dirty="0"/>
              <a:t> are used to move left, down, up, and right respectively, and form the foundation of efficient movement within a file. Additional shortcuts such as </a:t>
            </a:r>
            <a:r>
              <a:rPr lang="en-GB" sz="1200" kern="1200" dirty="0">
                <a:solidFill>
                  <a:schemeClr val="tx1"/>
                </a:solidFill>
                <a:latin typeface="+mn-lt"/>
                <a:ea typeface="+mn-ea"/>
                <a:cs typeface="+mn-cs"/>
              </a:rPr>
              <a:t>w</a:t>
            </a:r>
            <a:r>
              <a:rPr lang="en-GB" dirty="0"/>
              <a:t>, </a:t>
            </a:r>
            <a:r>
              <a:rPr lang="en-GB" sz="1200" kern="1200" dirty="0">
                <a:solidFill>
                  <a:schemeClr val="tx1"/>
                </a:solidFill>
                <a:latin typeface="+mn-lt"/>
                <a:ea typeface="+mn-ea"/>
                <a:cs typeface="+mn-cs"/>
              </a:rPr>
              <a:t>b</a:t>
            </a:r>
            <a:r>
              <a:rPr lang="en-GB" dirty="0"/>
              <a:t>, and </a:t>
            </a:r>
            <a:r>
              <a:rPr lang="en-GB" sz="1200" kern="1200" dirty="0">
                <a:solidFill>
                  <a:schemeClr val="tx1"/>
                </a:solidFill>
                <a:latin typeface="+mn-lt"/>
                <a:ea typeface="+mn-ea"/>
                <a:cs typeface="+mn-cs"/>
              </a:rPr>
              <a:t>e</a:t>
            </a:r>
            <a:r>
              <a:rPr lang="en-GB" dirty="0"/>
              <a:t> allow movement between words, making it quick to navigate text without switching modes.</a:t>
            </a:r>
          </a:p>
          <a:p>
            <a:endParaRPr lang="en-GB" dirty="0"/>
          </a:p>
          <a:p>
            <a:r>
              <a:rPr lang="en-GB" dirty="0"/>
              <a:t>For moving within a line or across a file, Vim provides powerful shortcuts. Pressing </a:t>
            </a:r>
            <a:r>
              <a:rPr lang="en-GB" sz="1200" kern="1200" dirty="0">
                <a:solidFill>
                  <a:schemeClr val="tx1"/>
                </a:solidFill>
                <a:latin typeface="+mn-lt"/>
                <a:ea typeface="+mn-ea"/>
                <a:cs typeface="+mn-cs"/>
              </a:rPr>
              <a:t>0</a:t>
            </a:r>
            <a:r>
              <a:rPr lang="en-GB" dirty="0"/>
              <a:t> moves to the start of the current line, while </a:t>
            </a:r>
            <a:r>
              <a:rPr lang="en-GB" sz="1200" kern="1200" dirty="0">
                <a:solidFill>
                  <a:schemeClr val="tx1"/>
                </a:solidFill>
                <a:latin typeface="+mn-lt"/>
                <a:ea typeface="+mn-ea"/>
                <a:cs typeface="+mn-cs"/>
              </a:rPr>
              <a:t>$</a:t>
            </a:r>
            <a:r>
              <a:rPr lang="en-GB" dirty="0"/>
              <a:t> moves to the end. The command </a:t>
            </a:r>
            <a:r>
              <a:rPr lang="en-GB" sz="1200" kern="1200" dirty="0">
                <a:solidFill>
                  <a:schemeClr val="tx1"/>
                </a:solidFill>
                <a:latin typeface="+mn-lt"/>
                <a:ea typeface="+mn-ea"/>
                <a:cs typeface="+mn-cs"/>
              </a:rPr>
              <a:t>gg</a:t>
            </a:r>
            <a:r>
              <a:rPr lang="en-GB" dirty="0"/>
              <a:t> jumps to the beginning of the file, and </a:t>
            </a:r>
            <a:r>
              <a:rPr lang="en-GB" sz="1200" kern="1200" dirty="0">
                <a:solidFill>
                  <a:schemeClr val="tx1"/>
                </a:solidFill>
                <a:latin typeface="+mn-lt"/>
                <a:ea typeface="+mn-ea"/>
                <a:cs typeface="+mn-cs"/>
              </a:rPr>
              <a:t>G</a:t>
            </a:r>
            <a:r>
              <a:rPr lang="en-GB" dirty="0"/>
              <a:t> moves to the end. You can also jump directly to a specific line using </a:t>
            </a:r>
            <a:r>
              <a:rPr lang="en-GB" sz="1200" kern="1200" dirty="0" err="1">
                <a:solidFill>
                  <a:schemeClr val="tx1"/>
                </a:solidFill>
                <a:latin typeface="+mn-lt"/>
                <a:ea typeface="+mn-ea"/>
                <a:cs typeface="+mn-cs"/>
              </a:rPr>
              <a:t>nG</a:t>
            </a:r>
            <a:r>
              <a:rPr lang="en-GB" dirty="0"/>
              <a:t>, where </a:t>
            </a:r>
            <a:r>
              <a:rPr lang="en-GB" i="1" dirty="0"/>
              <a:t>n</a:t>
            </a:r>
            <a:r>
              <a:rPr lang="en-GB" dirty="0"/>
              <a:t> is the line number. Paragraph navigation is handled using </a:t>
            </a:r>
            <a:r>
              <a:rPr lang="en-GB" sz="1200" kern="1200" dirty="0">
                <a:solidFill>
                  <a:schemeClr val="tx1"/>
                </a:solidFill>
                <a:latin typeface="+mn-lt"/>
                <a:ea typeface="+mn-ea"/>
                <a:cs typeface="+mn-cs"/>
              </a:rPr>
              <a:t>{</a:t>
            </a:r>
            <a:r>
              <a:rPr lang="en-GB" dirty="0"/>
              <a:t> and </a:t>
            </a:r>
            <a:r>
              <a:rPr lang="en-GB" sz="1200" kern="1200" dirty="0">
                <a:solidFill>
                  <a:schemeClr val="tx1"/>
                </a:solidFill>
                <a:latin typeface="+mn-lt"/>
                <a:ea typeface="+mn-ea"/>
                <a:cs typeface="+mn-cs"/>
              </a:rPr>
              <a:t>}</a:t>
            </a:r>
            <a:r>
              <a:rPr lang="en-GB" dirty="0"/>
              <a:t>, which move to the previous and next blocks of text.</a:t>
            </a:r>
          </a:p>
          <a:p>
            <a:endParaRPr lang="en-GB" dirty="0"/>
          </a:p>
          <a:p>
            <a:r>
              <a:rPr lang="en-GB" dirty="0"/>
              <a:t>To move through larger sections of a file, screen-based navigation commands are used. </a:t>
            </a:r>
            <a:r>
              <a:rPr lang="en-GB" sz="1200" kern="1200" dirty="0" err="1">
                <a:solidFill>
                  <a:schemeClr val="tx1"/>
                </a:solidFill>
                <a:latin typeface="+mn-lt"/>
                <a:ea typeface="+mn-ea"/>
                <a:cs typeface="+mn-cs"/>
              </a:rPr>
              <a:t>Ctrl+F</a:t>
            </a:r>
            <a:r>
              <a:rPr lang="en-GB" dirty="0"/>
              <a:t> and </a:t>
            </a:r>
            <a:r>
              <a:rPr lang="en-GB" sz="1200" kern="1200" dirty="0" err="1">
                <a:solidFill>
                  <a:schemeClr val="tx1"/>
                </a:solidFill>
                <a:latin typeface="+mn-lt"/>
                <a:ea typeface="+mn-ea"/>
                <a:cs typeface="+mn-cs"/>
              </a:rPr>
              <a:t>Ctrl+B</a:t>
            </a:r>
            <a:r>
              <a:rPr lang="en-GB" dirty="0"/>
              <a:t> move forward and backward by a full screen, while </a:t>
            </a:r>
            <a:r>
              <a:rPr lang="en-GB" sz="1200" kern="1200" dirty="0" err="1">
                <a:solidFill>
                  <a:schemeClr val="tx1"/>
                </a:solidFill>
                <a:latin typeface="+mn-lt"/>
                <a:ea typeface="+mn-ea"/>
                <a:cs typeface="+mn-cs"/>
              </a:rPr>
              <a:t>Ctrl+D</a:t>
            </a:r>
            <a:r>
              <a:rPr lang="en-GB" dirty="0"/>
              <a:t> and </a:t>
            </a:r>
            <a:r>
              <a:rPr lang="en-GB" sz="1200" kern="1200" dirty="0" err="1">
                <a:solidFill>
                  <a:schemeClr val="tx1"/>
                </a:solidFill>
                <a:latin typeface="+mn-lt"/>
                <a:ea typeface="+mn-ea"/>
                <a:cs typeface="+mn-cs"/>
              </a:rPr>
              <a:t>Ctrl+U</a:t>
            </a:r>
            <a:r>
              <a:rPr lang="en-GB" dirty="0"/>
              <a:t> scroll by half a screen. The command </a:t>
            </a:r>
            <a:r>
              <a:rPr lang="en-GB" sz="1200" kern="1200" dirty="0" err="1">
                <a:solidFill>
                  <a:schemeClr val="tx1"/>
                </a:solidFill>
                <a:latin typeface="+mn-lt"/>
                <a:ea typeface="+mn-ea"/>
                <a:cs typeface="+mn-cs"/>
              </a:rPr>
              <a:t>Ctrl+G</a:t>
            </a:r>
            <a:r>
              <a:rPr lang="en-GB" dirty="0"/>
              <a:t> displays the current file position and status information, and </a:t>
            </a:r>
            <a:r>
              <a:rPr lang="en-GB" sz="1200" kern="1200" dirty="0" err="1">
                <a:solidFill>
                  <a:schemeClr val="tx1"/>
                </a:solidFill>
                <a:latin typeface="+mn-lt"/>
                <a:ea typeface="+mn-ea"/>
                <a:cs typeface="+mn-cs"/>
              </a:rPr>
              <a:t>Ctrl+L</a:t>
            </a:r>
            <a:r>
              <a:rPr lang="en-GB" dirty="0"/>
              <a:t> refreshes the screen if the display becomes cluttered. Mastering these navigation commands allows users to work quickly and efficiently within Vim, especially when editing large files.</a:t>
            </a:r>
          </a:p>
        </p:txBody>
      </p:sp>
      <p:sp>
        <p:nvSpPr>
          <p:cNvPr id="4" name="Slide Number Placeholder 3"/>
          <p:cNvSpPr>
            <a:spLocks noGrp="1"/>
          </p:cNvSpPr>
          <p:nvPr>
            <p:ph type="sldNum" sz="quarter" idx="5"/>
          </p:nvPr>
        </p:nvSpPr>
        <p:spPr/>
        <p:txBody>
          <a:bodyPr/>
          <a:lstStyle/>
          <a:p>
            <a:fld id="{548901C6-1DA1-FB44-ABEE-06A0FEB7738E}" type="slidenum">
              <a:rPr lang="en-GB" smtClean="0"/>
              <a:pPr/>
              <a:t>11</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2269207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Vim, text editing happens in insert mode, which is where you can type and modify content in a similar way to a standard text editor. You enter insert mode from normal mode using commands such as </a:t>
            </a:r>
            <a:r>
              <a:rPr lang="en-GB" dirty="0" err="1"/>
              <a:t>i</a:t>
            </a:r>
            <a:r>
              <a:rPr lang="en-GB" dirty="0"/>
              <a:t> (insert before the cursor), a (append after the cursor), I (insert at the start of the line), and A (append at the end of the line). These commands determine exactly where your text will be inserted relative to the cursor.</a:t>
            </a:r>
          </a:p>
          <a:p>
            <a:endParaRPr lang="en-GB" dirty="0"/>
          </a:p>
          <a:p>
            <a:r>
              <a:rPr lang="en-GB" dirty="0"/>
              <a:t>You can also create new lines and begin typing immediately using o (open a new line below) and O (open a new line above). These are particularly useful when adding new content without manually moving the cursor to a new line first.</a:t>
            </a:r>
          </a:p>
          <a:p>
            <a:endParaRPr lang="en-GB" dirty="0"/>
          </a:p>
          <a:p>
            <a:r>
              <a:rPr lang="en-GB" dirty="0"/>
              <a:t>While in insert mode, you can type freely and use keys such as Backspace to delete text. However, it’s important to remember that Vim has different modes, and to return to normal mode you must press ESC. Normal mode is where navigation and command-based editing take place, so switching between modes becomes a key part of working efficiently in Vim.</a:t>
            </a:r>
          </a:p>
          <a:p>
            <a:endParaRPr lang="en-GB" dirty="0"/>
          </a:p>
          <a:p>
            <a:r>
              <a:rPr lang="en-GB" dirty="0"/>
              <a:t>The key idea is that Vim separates navigation and editing into different modes. Insert mode is for typing, while normal mode is for controlling and moving around the file. Getting comfortable switching between these modes is essential to becoming effective with Vim.</a:t>
            </a:r>
          </a:p>
        </p:txBody>
      </p:sp>
      <p:sp>
        <p:nvSpPr>
          <p:cNvPr id="4" name="Slide Number Placeholder 3"/>
          <p:cNvSpPr>
            <a:spLocks noGrp="1"/>
          </p:cNvSpPr>
          <p:nvPr>
            <p:ph type="sldNum" sz="quarter" idx="5"/>
          </p:nvPr>
        </p:nvSpPr>
        <p:spPr/>
        <p:txBody>
          <a:bodyPr/>
          <a:lstStyle/>
          <a:p>
            <a:fld id="{35BE1F5F-BEC2-48D5-A890-C07C79853E26}" type="slidenum">
              <a:rPr lang="en-GB" smtClean="0"/>
              <a:t>12</a:t>
            </a:fld>
            <a:endParaRPr lang="en-GB" dirty="0"/>
          </a:p>
        </p:txBody>
      </p:sp>
    </p:spTree>
    <p:extLst>
      <p:ext uri="{BB962C8B-B14F-4D97-AF65-F5344CB8AC3E}">
        <p14:creationId xmlns:p14="http://schemas.microsoft.com/office/powerpoint/2010/main" val="42361999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lgn="l"/>
            <a:r>
              <a:rPr lang="en-GB" dirty="0">
                <a:latin typeface="+mn-lt"/>
              </a:rPr>
              <a:t>Insert mode is where text is entered and edited in Vim. You enter this mode using commands such as </a:t>
            </a:r>
            <a:r>
              <a:rPr lang="en-GB" dirty="0" err="1">
                <a:latin typeface="+mn-lt"/>
              </a:rPr>
              <a:t>i</a:t>
            </a:r>
            <a:r>
              <a:rPr lang="en-GB" dirty="0">
                <a:latin typeface="+mn-lt"/>
              </a:rPr>
              <a:t> and a, which insert text before or after the cursor, or I and A, which move to the beginning or end of the line before inserting. The commands o and O are particularly useful, as they create a new line below or above the current line and immediately place you into insert mode ready to type.</a:t>
            </a:r>
          </a:p>
          <a:p>
            <a:pPr algn="l"/>
            <a:endParaRPr lang="en-GB" dirty="0"/>
          </a:p>
          <a:p>
            <a:pPr algn="l"/>
            <a:r>
              <a:rPr lang="en-GB" dirty="0">
                <a:latin typeface="+mn-lt"/>
              </a:rPr>
              <a:t>While in insert mode, the editor behaves much like a standard text editor, allowing you to type freely and use keys such as Backspace and Delete. However, it is important to remember that you must press ESC to return to normal mode before using navigation or command-based editing features.</a:t>
            </a:r>
          </a:p>
          <a:p>
            <a:pPr algn="l"/>
            <a:endParaRPr lang="en-GB" dirty="0"/>
          </a:p>
          <a:p>
            <a:pPr algn="l"/>
            <a:r>
              <a:rPr lang="en-GB" dirty="0">
                <a:latin typeface="+mn-lt"/>
              </a:rPr>
              <a:t>For beginners, it can sometimes be unclear which mode Vim is currently in. The :set </a:t>
            </a:r>
            <a:r>
              <a:rPr lang="en-GB" dirty="0" err="1">
                <a:latin typeface="+mn-lt"/>
              </a:rPr>
              <a:t>showmode</a:t>
            </a:r>
            <a:r>
              <a:rPr lang="en-GB" dirty="0">
                <a:latin typeface="+mn-lt"/>
              </a:rPr>
              <a:t> command displays the current mode at the bottom of the screen, which can be helpful while learning. Over time, switching between normal and insert mode becomes second nature and is a key part of working efficiently in Vim.</a:t>
            </a:r>
          </a:p>
        </p:txBody>
      </p:sp>
      <p:sp>
        <p:nvSpPr>
          <p:cNvPr id="4" name="Slide Number Placeholder 3"/>
          <p:cNvSpPr>
            <a:spLocks noGrp="1"/>
          </p:cNvSpPr>
          <p:nvPr>
            <p:ph type="sldNum" sz="quarter" idx="5"/>
          </p:nvPr>
        </p:nvSpPr>
        <p:spPr/>
        <p:txBody>
          <a:bodyPr/>
          <a:lstStyle/>
          <a:p>
            <a:fld id="{548901C6-1DA1-FB44-ABEE-06A0FEB7738E}" type="slidenum">
              <a:rPr lang="en-GB" smtClean="0"/>
              <a:pPr/>
              <a:t>13</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0082200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Vim, changing text is done using the c (change) command, which combines deletion and insertion in a single step. When you use a change command, Vim removes the specified text and immediately switches to insert mode so you can type the replacement. For example, </a:t>
            </a:r>
            <a:r>
              <a:rPr lang="en-GB" dirty="0" err="1"/>
              <a:t>cw</a:t>
            </a:r>
            <a:r>
              <a:rPr lang="en-GB" dirty="0"/>
              <a:t> changes a word, c$ changes from the cursor to the end of the line, and cc replaces the entire current line.</a:t>
            </a:r>
          </a:p>
          <a:p>
            <a:endParaRPr lang="en-GB" dirty="0"/>
          </a:p>
          <a:p>
            <a:r>
              <a:rPr lang="en-GB" dirty="0"/>
              <a:t>The c command works in combination with navigation commands, which makes it very powerful. For example, c5l changes the next five characters, c2w changes the next two words, and c10k would change multiple lines above the cursor. This follows the same pattern as navigation, command + movement, but instead of just moving, it replaces the selected text.</a:t>
            </a:r>
          </a:p>
          <a:p>
            <a:endParaRPr lang="en-GB" dirty="0"/>
          </a:p>
          <a:p>
            <a:r>
              <a:rPr lang="en-GB" dirty="0"/>
              <a:t>The key idea is that Vim editing commands are composable. By combining c with different movements, you can quickly replace anything from a single character to large sections of a file, all without needing to manually delete text first.</a:t>
            </a:r>
          </a:p>
        </p:txBody>
      </p:sp>
      <p:sp>
        <p:nvSpPr>
          <p:cNvPr id="4" name="Slide Number Placeholder 3"/>
          <p:cNvSpPr>
            <a:spLocks noGrp="1"/>
          </p:cNvSpPr>
          <p:nvPr>
            <p:ph type="sldNum" sz="quarter" idx="5"/>
          </p:nvPr>
        </p:nvSpPr>
        <p:spPr/>
        <p:txBody>
          <a:bodyPr/>
          <a:lstStyle/>
          <a:p>
            <a:fld id="{35BE1F5F-BEC2-48D5-A890-C07C79853E26}" type="slidenum">
              <a:rPr lang="en-GB" smtClean="0"/>
              <a:t>14</a:t>
            </a:fld>
            <a:endParaRPr lang="en-GB" dirty="0"/>
          </a:p>
        </p:txBody>
      </p:sp>
    </p:spTree>
    <p:extLst>
      <p:ext uri="{BB962C8B-B14F-4D97-AF65-F5344CB8AC3E}">
        <p14:creationId xmlns:p14="http://schemas.microsoft.com/office/powerpoint/2010/main" val="36567748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lgn="l"/>
            <a:r>
              <a:rPr lang="en-GB" dirty="0"/>
              <a:t>This slide summarises the most common ways to change text in Vim using the c command. The key idea is that c works together with movement commands to define what text should be replaced. For example, </a:t>
            </a:r>
            <a:r>
              <a:rPr lang="en-GB" dirty="0" err="1"/>
              <a:t>cw</a:t>
            </a:r>
            <a:r>
              <a:rPr lang="en-GB" dirty="0"/>
              <a:t> changes a word, c$ changes from the cursor to the end of the line, and cc replaces the entire current line. You can also use numbers to extend the scope, such as c3l to change three characters or </a:t>
            </a:r>
            <a:r>
              <a:rPr lang="en-GB" dirty="0" err="1"/>
              <a:t>ncc</a:t>
            </a:r>
            <a:r>
              <a:rPr lang="en-GB" dirty="0"/>
              <a:t> to change multiple lines.</a:t>
            </a:r>
          </a:p>
          <a:p>
            <a:pPr algn="l"/>
            <a:endParaRPr lang="en-GB" dirty="0"/>
          </a:p>
          <a:p>
            <a:pPr algn="l"/>
            <a:r>
              <a:rPr lang="en-GB" dirty="0"/>
              <a:t>This follows the same pattern used for navigation, </a:t>
            </a:r>
            <a:r>
              <a:rPr lang="en-GB" b="1" dirty="0"/>
              <a:t>command plus movement</a:t>
            </a:r>
            <a:r>
              <a:rPr lang="en-GB" dirty="0"/>
              <a:t>, but instead of simply moving the cursor, the selected text is deleted and Vim immediately enters insert mode so you can type a replacement. This makes editing much faster than deleting and inserting separately.</a:t>
            </a:r>
          </a:p>
          <a:p>
            <a:pPr algn="l"/>
            <a:endParaRPr lang="en-GB" dirty="0"/>
          </a:p>
          <a:p>
            <a:pPr algn="l"/>
            <a:r>
              <a:rPr lang="en-GB" dirty="0"/>
              <a:t>The slide also introduces simple replace operations. The r command replaces a single character without entering insert mode, while R enters replace mode, where typed characters overwrite existing text. As with other editing commands, pressing ESC exits back to normal mode.</a:t>
            </a:r>
          </a:p>
        </p:txBody>
      </p:sp>
      <p:sp>
        <p:nvSpPr>
          <p:cNvPr id="4" name="Slide Number Placeholder 3"/>
          <p:cNvSpPr>
            <a:spLocks noGrp="1"/>
          </p:cNvSpPr>
          <p:nvPr>
            <p:ph type="sldNum" sz="quarter" idx="5"/>
          </p:nvPr>
        </p:nvSpPr>
        <p:spPr/>
        <p:txBody>
          <a:bodyPr/>
          <a:lstStyle/>
          <a:p>
            <a:fld id="{548901C6-1DA1-FB44-ABEE-06A0FEB7738E}" type="slidenum">
              <a:rPr lang="en-GB" smtClean="0"/>
              <a:pPr/>
              <a:t>15</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6281687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Vim, deleting text is done using the d (delete) command, which works in combination with movement commands to define what should be removed. This follows the same pattern as navigation and changing text, </a:t>
            </a:r>
            <a:r>
              <a:rPr lang="en-GB" b="1" dirty="0"/>
              <a:t>command plus movement</a:t>
            </a:r>
            <a:r>
              <a:rPr lang="en-GB" dirty="0"/>
              <a:t>. For example, </a:t>
            </a:r>
            <a:r>
              <a:rPr lang="en-GB" dirty="0" err="1"/>
              <a:t>dw</a:t>
            </a:r>
            <a:r>
              <a:rPr lang="en-GB" dirty="0"/>
              <a:t> deletes a word, d$ deletes from the cursor to the end of the line, and dd deletes the entire current line.</a:t>
            </a:r>
          </a:p>
          <a:p>
            <a:endParaRPr lang="en-GB" dirty="0"/>
          </a:p>
          <a:p>
            <a:r>
              <a:rPr lang="en-GB" dirty="0"/>
              <a:t>You can also use numbers to extend the scope of deletion. For example, d5l deletes five characters, d2w deletes two words, and d10k deletes multiple lines above the cursor. Larger movements such as { and } can be used to delete entire paragraphs, and screen-based movements like </a:t>
            </a:r>
            <a:r>
              <a:rPr lang="en-GB" dirty="0" err="1"/>
              <a:t>Ctrl+U</a:t>
            </a:r>
            <a:r>
              <a:rPr lang="en-GB" dirty="0"/>
              <a:t> and </a:t>
            </a:r>
            <a:r>
              <a:rPr lang="en-GB" dirty="0" err="1"/>
              <a:t>Ctrl+D</a:t>
            </a:r>
            <a:r>
              <a:rPr lang="en-GB" dirty="0"/>
              <a:t> can delete larger sections of text.</a:t>
            </a:r>
          </a:p>
          <a:p>
            <a:endParaRPr lang="en-GB" dirty="0"/>
          </a:p>
          <a:p>
            <a:r>
              <a:rPr lang="en-GB" dirty="0"/>
              <a:t>Unlike the c command, which deletes and then enters insert mode, the d command simply removes the text and keeps you in normal mode. This makes it useful when you want to remove content without immediately replacing it.</a:t>
            </a:r>
          </a:p>
          <a:p>
            <a:endParaRPr lang="en-GB" dirty="0"/>
          </a:p>
          <a:p>
            <a:r>
              <a:rPr lang="en-GB" dirty="0"/>
              <a:t>Deleted text is stored in Vim’s registers (similar to a clipboard), meaning it can be pasted later using commands like p. This makes deletion part of a broader editing workflow rather than just removing text permanently.</a:t>
            </a:r>
          </a:p>
        </p:txBody>
      </p:sp>
      <p:sp>
        <p:nvSpPr>
          <p:cNvPr id="4" name="Slide Number Placeholder 3"/>
          <p:cNvSpPr>
            <a:spLocks noGrp="1"/>
          </p:cNvSpPr>
          <p:nvPr>
            <p:ph type="sldNum" sz="quarter" idx="5"/>
          </p:nvPr>
        </p:nvSpPr>
        <p:spPr/>
        <p:txBody>
          <a:bodyPr/>
          <a:lstStyle/>
          <a:p>
            <a:fld id="{35BE1F5F-BEC2-48D5-A890-C07C79853E26}" type="slidenum">
              <a:rPr lang="en-GB" smtClean="0"/>
              <a:t>16</a:t>
            </a:fld>
            <a:endParaRPr lang="en-GB" dirty="0"/>
          </a:p>
        </p:txBody>
      </p:sp>
    </p:spTree>
    <p:extLst>
      <p:ext uri="{BB962C8B-B14F-4D97-AF65-F5344CB8AC3E}">
        <p14:creationId xmlns:p14="http://schemas.microsoft.com/office/powerpoint/2010/main" val="17060514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lgn="l"/>
            <a:r>
              <a:rPr lang="en-GB" dirty="0">
                <a:latin typeface="+mn-lt"/>
              </a:rPr>
              <a:t>Deleting text does a cut (as in cut and paste</a:t>
            </a:r>
            <a:r>
              <a:rPr lang="en-GB">
                <a:latin typeface="+mn-lt"/>
              </a:rPr>
              <a:t>) of the </a:t>
            </a:r>
            <a:r>
              <a:rPr lang="en-GB" dirty="0">
                <a:latin typeface="+mn-lt"/>
              </a:rPr>
              <a:t>selected characters.</a:t>
            </a:r>
          </a:p>
          <a:p>
            <a:pPr algn="l"/>
            <a:endParaRPr lang="en-GB" dirty="0">
              <a:latin typeface="+mn-lt"/>
            </a:endParaRPr>
          </a:p>
          <a:p>
            <a:pPr algn="l"/>
            <a:r>
              <a:rPr lang="en-US" dirty="0">
                <a:latin typeface="+mn-lt"/>
              </a:rPr>
              <a:t>The delete command operates on a so-called “scope”, which describes an object to be operated on.</a:t>
            </a:r>
          </a:p>
          <a:p>
            <a:pPr algn="l"/>
            <a:endParaRPr lang="en-US" dirty="0">
              <a:latin typeface="+mn-lt"/>
            </a:endParaRPr>
          </a:p>
          <a:p>
            <a:pPr algn="l"/>
            <a:r>
              <a:rPr lang="en-US" dirty="0">
                <a:latin typeface="+mn-lt"/>
              </a:rPr>
              <a:t>When doubled up, the d (delete) command applies to whole lines. Thus, dd will delete one line and 10dd will delete 10 lines.</a:t>
            </a:r>
          </a:p>
          <a:p>
            <a:pPr algn="l"/>
            <a:endParaRPr lang="en-US" dirty="0">
              <a:latin typeface="+mn-lt"/>
            </a:endParaRPr>
          </a:p>
          <a:p>
            <a:pPr algn="l"/>
            <a:r>
              <a:rPr lang="en-US" dirty="0">
                <a:latin typeface="+mn-lt"/>
              </a:rPr>
              <a:t>delete saves the removed text in the paste buffer. It can be retrieved by using the p or P commands (providing no other text has been changed).</a:t>
            </a:r>
          </a:p>
          <a:p>
            <a:pPr algn="l"/>
            <a:endParaRPr lang="en-US" dirty="0">
              <a:latin typeface="+mn-lt"/>
            </a:endParaRPr>
          </a:p>
          <a:p>
            <a:pPr algn="l"/>
            <a:r>
              <a:rPr lang="en-US" dirty="0">
                <a:latin typeface="+mn-lt"/>
              </a:rPr>
              <a:t>vi remembers nine deletions, each of which can be brought back individually.</a:t>
            </a:r>
          </a:p>
          <a:p>
            <a:pPr algn="l"/>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17</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6851032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6D1C1-C61E-61D3-334C-FED0C465F4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7193E3-B6BF-0AAE-37B8-6546B32A1C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5D7A73-D5EE-0EEE-A01F-F8446443069B}"/>
              </a:ext>
            </a:extLst>
          </p:cNvPr>
          <p:cNvSpPr>
            <a:spLocks noGrp="1"/>
          </p:cNvSpPr>
          <p:nvPr>
            <p:ph type="body" idx="1"/>
          </p:nvPr>
        </p:nvSpPr>
        <p:spPr/>
        <p:txBody>
          <a:bodyPr/>
          <a:lstStyle/>
          <a:p>
            <a:r>
              <a:rPr lang="en-GB" dirty="0"/>
              <a:t>The yank command is Vim's equivalent of copy. Like many Vim commands, it follows the pattern:</a:t>
            </a:r>
          </a:p>
          <a:p>
            <a:r>
              <a:rPr lang="en-GB" dirty="0"/>
              <a:t>	y&lt;navigation&gt;</a:t>
            </a:r>
          </a:p>
          <a:p>
            <a:endParaRPr lang="en-GB" dirty="0"/>
          </a:p>
          <a:p>
            <a:r>
              <a:rPr lang="en-GB" dirty="0"/>
              <a:t>The y command copies text into Vim's unnamed register, while the navigation keystroke determines how much text is copied. For example, </a:t>
            </a:r>
            <a:r>
              <a:rPr lang="en-GB" dirty="0" err="1"/>
              <a:t>yw</a:t>
            </a:r>
            <a:r>
              <a:rPr lang="en-GB" dirty="0"/>
              <a:t> copies to the end of the current word, y$ copies to the end of the line, and </a:t>
            </a:r>
            <a:r>
              <a:rPr lang="en-GB" dirty="0" err="1"/>
              <a:t>yG</a:t>
            </a:r>
            <a:r>
              <a:rPr lang="en-GB" dirty="0"/>
              <a:t> copies from the current position to the end of the file.</a:t>
            </a:r>
          </a:p>
          <a:p>
            <a:endParaRPr lang="en-GB" dirty="0"/>
          </a:p>
          <a:p>
            <a:r>
              <a:rPr lang="en-GB" dirty="0"/>
              <a:t>A special form is </a:t>
            </a:r>
            <a:r>
              <a:rPr lang="en-GB" dirty="0" err="1"/>
              <a:t>yy</a:t>
            </a:r>
            <a:r>
              <a:rPr lang="en-GB" dirty="0"/>
              <a:t>, which copies the entire current line. Prefixing a count copies multiple lines, for example 5yy copies five lines.</a:t>
            </a:r>
          </a:p>
          <a:p>
            <a:endParaRPr lang="en-GB" dirty="0"/>
          </a:p>
          <a:p>
            <a:r>
              <a:rPr lang="en-GB" dirty="0"/>
              <a:t>To paste copied text, use p to paste after the current cursor position or P to paste before it. Unlike many GUI editors, Vim stores copied text in registers and allows text to be copied and pasted entirely from the keyboard. The combination of </a:t>
            </a:r>
            <a:r>
              <a:rPr lang="en-GB" b="1" dirty="0"/>
              <a:t>yank</a:t>
            </a:r>
            <a:r>
              <a:rPr lang="en-GB" dirty="0"/>
              <a:t>, </a:t>
            </a:r>
            <a:r>
              <a:rPr lang="en-GB" b="1" dirty="0"/>
              <a:t>delete</a:t>
            </a:r>
            <a:r>
              <a:rPr lang="en-GB" dirty="0"/>
              <a:t>, and </a:t>
            </a:r>
            <a:r>
              <a:rPr lang="en-GB" b="1" dirty="0"/>
              <a:t>paste</a:t>
            </a:r>
            <a:r>
              <a:rPr lang="en-GB" dirty="0"/>
              <a:t> commands makes it easy to reorganise text quickly without leaving Command Mode.</a:t>
            </a:r>
          </a:p>
          <a:p>
            <a:endParaRPr lang="en-GB" dirty="0"/>
          </a:p>
          <a:p>
            <a:r>
              <a:rPr lang="en-GB" b="1" dirty="0"/>
              <a:t>Remember</a:t>
            </a:r>
            <a:r>
              <a:rPr lang="en-GB" dirty="0"/>
              <a:t>: yank follows the same approach as many Vim commands — the command defines the action, while the navigation keystroke defines the scope of that action.</a:t>
            </a:r>
          </a:p>
        </p:txBody>
      </p:sp>
      <p:sp>
        <p:nvSpPr>
          <p:cNvPr id="4" name="Slide Number Placeholder 3">
            <a:extLst>
              <a:ext uri="{FF2B5EF4-FFF2-40B4-BE49-F238E27FC236}">
                <a16:creationId xmlns:a16="http://schemas.microsoft.com/office/drawing/2014/main" id="{6F3A8DA2-1829-2BDF-7AEE-E8BDED0AB132}"/>
              </a:ext>
            </a:extLst>
          </p:cNvPr>
          <p:cNvSpPr>
            <a:spLocks noGrp="1"/>
          </p:cNvSpPr>
          <p:nvPr>
            <p:ph type="sldNum" sz="quarter" idx="5"/>
          </p:nvPr>
        </p:nvSpPr>
        <p:spPr/>
        <p:txBody>
          <a:bodyPr/>
          <a:lstStyle/>
          <a:p>
            <a:fld id="{35BE1F5F-BEC2-48D5-A890-C07C79853E26}" type="slidenum">
              <a:rPr lang="en-GB" smtClean="0"/>
              <a:t>18</a:t>
            </a:fld>
            <a:endParaRPr lang="en-GB" dirty="0"/>
          </a:p>
        </p:txBody>
      </p:sp>
    </p:spTree>
    <p:extLst>
      <p:ext uri="{BB962C8B-B14F-4D97-AF65-F5344CB8AC3E}">
        <p14:creationId xmlns:p14="http://schemas.microsoft.com/office/powerpoint/2010/main" val="4906843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lgn="l"/>
            <a:r>
              <a:rPr lang="en-GB" dirty="0"/>
              <a:t>The y command performs the copy operation, while the navigation keystroke determines how much text is copied. For example, </a:t>
            </a:r>
            <a:r>
              <a:rPr lang="en-GB" dirty="0" err="1"/>
              <a:t>yw</a:t>
            </a:r>
            <a:r>
              <a:rPr lang="en-GB" dirty="0"/>
              <a:t> copies to the end of the current word, y$ copies to the end of the line, and </a:t>
            </a:r>
            <a:r>
              <a:rPr lang="en-GB" dirty="0" err="1"/>
              <a:t>yG</a:t>
            </a:r>
            <a:r>
              <a:rPr lang="en-GB" dirty="0"/>
              <a:t> copies from the current position to the end of the file.</a:t>
            </a:r>
          </a:p>
          <a:p>
            <a:pPr algn="l"/>
            <a:endParaRPr lang="en-GB" dirty="0"/>
          </a:p>
          <a:p>
            <a:pPr algn="l"/>
            <a:r>
              <a:rPr lang="en-GB" dirty="0"/>
              <a:t>The special command </a:t>
            </a:r>
            <a:r>
              <a:rPr lang="en-GB" dirty="0" err="1"/>
              <a:t>yy</a:t>
            </a:r>
            <a:r>
              <a:rPr lang="en-GB" dirty="0"/>
              <a:t> copies the entire current line. A numeric prefix can be used to copy multiple lines, for example 5yy copies five lines.</a:t>
            </a:r>
          </a:p>
          <a:p>
            <a:pPr algn="l"/>
            <a:endParaRPr lang="en-GB" dirty="0"/>
          </a:p>
          <a:p>
            <a:pPr algn="l"/>
            <a:r>
              <a:rPr lang="en-GB" dirty="0"/>
              <a:t>To paste copied text, use p to paste after the current cursor position or P to paste before it. These commands allow text to be copied and moved entirely from the keyboard without entering Insert Mode.</a:t>
            </a:r>
          </a:p>
          <a:p>
            <a:pPr algn="l"/>
            <a:endParaRPr lang="en-GB" dirty="0"/>
          </a:p>
          <a:p>
            <a:pPr algn="l"/>
            <a:r>
              <a:rPr lang="en-GB" dirty="0"/>
              <a:t>Remember: yank uses the same command structure as delete commands, the command (y) defines the action, while the navigation keystroke defines the amount of text affected.</a:t>
            </a:r>
          </a:p>
        </p:txBody>
      </p:sp>
      <p:sp>
        <p:nvSpPr>
          <p:cNvPr id="4" name="Slide Number Placeholder 3"/>
          <p:cNvSpPr>
            <a:spLocks noGrp="1"/>
          </p:cNvSpPr>
          <p:nvPr>
            <p:ph type="sldNum" sz="quarter" idx="5"/>
          </p:nvPr>
        </p:nvSpPr>
        <p:spPr/>
        <p:txBody>
          <a:bodyPr/>
          <a:lstStyle/>
          <a:p>
            <a:fld id="{548901C6-1DA1-FB44-ABEE-06A0FEB7738E}" type="slidenum">
              <a:rPr lang="en-GB" smtClean="0"/>
              <a:pPr/>
              <a:t>19</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4116468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FED31-391E-E3C6-CB34-30A28DAD1F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0C6BD5-58C9-136F-98C1-0EDF1623AC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2003C3-603B-28E6-3B5C-F07F91EF59E1}"/>
              </a:ext>
            </a:extLst>
          </p:cNvPr>
          <p:cNvSpPr>
            <a:spLocks noGrp="1"/>
          </p:cNvSpPr>
          <p:nvPr>
            <p:ph type="body" idx="1"/>
          </p:nvPr>
        </p:nvSpPr>
        <p:spPr/>
        <p:txBody>
          <a:bodyPr/>
          <a:lstStyle/>
          <a:p>
            <a:r>
              <a:rPr lang="en-GB" dirty="0"/>
              <a:t>Vim provides powerful search capabilities directly from Command Mode. To search forwards through a file, type / followed by the search pattern and press &lt;CR&gt;. To search backwards, use ? followed by the pattern and press &lt;CR&gt;.</a:t>
            </a:r>
          </a:p>
          <a:p>
            <a:endParaRPr lang="en-GB" dirty="0"/>
          </a:p>
          <a:p>
            <a:r>
              <a:rPr lang="en-GB" dirty="0"/>
              <a:t>After a successful search, press n to move to the next matching occurrence in the same search direction, or N to move to the previous match. Searches can use regular expression patterns, allowing you to search for variations of text rather than exact words.</a:t>
            </a:r>
          </a:p>
          <a:p>
            <a:endParaRPr lang="en-GB" dirty="0"/>
          </a:p>
          <a:p>
            <a:r>
              <a:rPr lang="en-GB" dirty="0"/>
              <a:t>In the examples shown, /^[Tt]op [Ss]</a:t>
            </a:r>
            <a:r>
              <a:rPr lang="en-GB" dirty="0" err="1"/>
              <a:t>ecret</a:t>
            </a:r>
            <a:r>
              <a:rPr lang="en-GB" dirty="0"/>
              <a:t>$ searches for lines containing "Top Secret" regardless of capitalisation, while ?bash$ searches backwards for lines ending with the word "bash". Search is one of the most useful navigation features in vim, particularly when working with large configuration files or scripts.</a:t>
            </a:r>
          </a:p>
        </p:txBody>
      </p:sp>
      <p:sp>
        <p:nvSpPr>
          <p:cNvPr id="4" name="Slide Number Placeholder 3">
            <a:extLst>
              <a:ext uri="{FF2B5EF4-FFF2-40B4-BE49-F238E27FC236}">
                <a16:creationId xmlns:a16="http://schemas.microsoft.com/office/drawing/2014/main" id="{0D2C3B9B-0D7D-BBB7-37B1-325719627212}"/>
              </a:ext>
            </a:extLst>
          </p:cNvPr>
          <p:cNvSpPr>
            <a:spLocks noGrp="1"/>
          </p:cNvSpPr>
          <p:nvPr>
            <p:ph type="sldNum" sz="quarter" idx="5"/>
          </p:nvPr>
        </p:nvSpPr>
        <p:spPr/>
        <p:txBody>
          <a:bodyPr/>
          <a:lstStyle/>
          <a:p>
            <a:fld id="{35BE1F5F-BEC2-48D5-A890-C07C79853E26}" type="slidenum">
              <a:rPr lang="en-GB" smtClean="0"/>
              <a:t>20</a:t>
            </a:fld>
            <a:endParaRPr lang="en-GB" dirty="0"/>
          </a:p>
        </p:txBody>
      </p:sp>
    </p:spTree>
    <p:extLst>
      <p:ext uri="{BB962C8B-B14F-4D97-AF65-F5344CB8AC3E}">
        <p14:creationId xmlns:p14="http://schemas.microsoft.com/office/powerpoint/2010/main" val="32917043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lgn="l"/>
            <a:r>
              <a:rPr lang="en-GB" dirty="0"/>
              <a:t>This slide summarises the most commonly used search commands in Vim.</a:t>
            </a:r>
          </a:p>
          <a:p>
            <a:pPr algn="l"/>
            <a:endParaRPr lang="en-GB" dirty="0"/>
          </a:p>
          <a:p>
            <a:pPr algn="l"/>
            <a:r>
              <a:rPr lang="en-GB" dirty="0"/>
              <a:t>Use </a:t>
            </a:r>
            <a:r>
              <a:rPr lang="en-GB" b="1" dirty="0"/>
              <a:t>/pattern </a:t>
            </a:r>
            <a:r>
              <a:rPr lang="en-GB" dirty="0"/>
              <a:t>to search forwards and </a:t>
            </a:r>
            <a:r>
              <a:rPr lang="en-GB" b="1" dirty="0"/>
              <a:t>?pattern </a:t>
            </a:r>
            <a:r>
              <a:rPr lang="en-GB" dirty="0"/>
              <a:t>to search backwards. The search pattern can be plain text or a regular expression.</a:t>
            </a:r>
          </a:p>
          <a:p>
            <a:pPr algn="l"/>
            <a:endParaRPr lang="en-GB" dirty="0"/>
          </a:p>
          <a:p>
            <a:pPr algn="l"/>
            <a:r>
              <a:rPr lang="en-GB" dirty="0"/>
              <a:t>After a search has been performed, press n to move to the next match in the same direction as the original search, or N to move to the next match in the opposite direction.</a:t>
            </a:r>
          </a:p>
          <a:p>
            <a:pPr algn="l"/>
            <a:endParaRPr lang="en-GB" dirty="0"/>
          </a:p>
          <a:p>
            <a:pPr algn="l"/>
            <a:r>
              <a:rPr lang="en-GB" dirty="0"/>
              <a:t>These commands are particularly useful when working with large configuration files, scripts and log files where manually navigating through the file would be slow and inefficient.</a:t>
            </a:r>
          </a:p>
          <a:p>
            <a:pPr algn="l"/>
            <a:endParaRPr lang="en-GB" dirty="0"/>
          </a:p>
          <a:p>
            <a:pPr algn="l"/>
            <a:r>
              <a:rPr lang="en-GB" dirty="0"/>
              <a:t>Tip: Most users only need four commands to search effectively in Vim:</a:t>
            </a:r>
          </a:p>
          <a:p>
            <a:pPr marL="628650" lvl="1" indent="-171450">
              <a:buFont typeface="Arial" panose="020B0604020202020204" pitchFamily="34" charset="0"/>
              <a:buChar char="•"/>
            </a:pPr>
            <a:r>
              <a:rPr lang="en-GB" dirty="0"/>
              <a:t>/pattern   	Search forwards</a:t>
            </a:r>
          </a:p>
          <a:p>
            <a:pPr marL="628650" lvl="1" indent="-171450">
              <a:buFont typeface="Arial" panose="020B0604020202020204" pitchFamily="34" charset="0"/>
              <a:buChar char="•"/>
            </a:pPr>
            <a:r>
              <a:rPr lang="en-GB" dirty="0"/>
              <a:t>?pattern  	Search backwards</a:t>
            </a:r>
          </a:p>
          <a:p>
            <a:pPr marL="628650" lvl="1" indent="-171450">
              <a:buFont typeface="Arial" panose="020B0604020202020204" pitchFamily="34" charset="0"/>
              <a:buChar char="•"/>
            </a:pPr>
            <a:r>
              <a:rPr lang="en-GB" dirty="0"/>
              <a:t>n          	Next match</a:t>
            </a:r>
          </a:p>
          <a:p>
            <a:pPr marL="628650" lvl="1" indent="-171450">
              <a:buFont typeface="Arial" panose="020B0604020202020204" pitchFamily="34" charset="0"/>
              <a:buChar char="•"/>
            </a:pPr>
            <a:r>
              <a:rPr lang="en-GB" dirty="0"/>
              <a:t>N          	Previous match</a:t>
            </a:r>
          </a:p>
        </p:txBody>
      </p:sp>
      <p:sp>
        <p:nvSpPr>
          <p:cNvPr id="4" name="Slide Number Placeholder 3"/>
          <p:cNvSpPr>
            <a:spLocks noGrp="1"/>
          </p:cNvSpPr>
          <p:nvPr>
            <p:ph type="sldNum" sz="quarter" idx="5"/>
          </p:nvPr>
        </p:nvSpPr>
        <p:spPr/>
        <p:txBody>
          <a:bodyPr/>
          <a:lstStyle/>
          <a:p>
            <a:fld id="{548901C6-1DA1-FB44-ABEE-06A0FEB7738E}" type="slidenum">
              <a:rPr lang="en-GB" smtClean="0"/>
              <a:pPr/>
              <a:t>21</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2421657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Marks allow you to place named bookmarks within a file and quickly return to important locations later. A mark is created using m followed by a letter, for example ma creates a mark called a at the current line.</a:t>
            </a:r>
          </a:p>
          <a:p>
            <a:endParaRPr lang="en-GB" dirty="0"/>
          </a:p>
          <a:p>
            <a:r>
              <a:rPr lang="en-GB" dirty="0"/>
              <a:t>To return to a mark, use an apostrophe followed by the mark name, for example 'a. This moves the cursor to the beginning of the line containing that mark.</a:t>
            </a:r>
          </a:p>
          <a:p>
            <a:endParaRPr lang="en-GB" dirty="0"/>
          </a:p>
          <a:p>
            <a:r>
              <a:rPr lang="en-GB" dirty="0"/>
              <a:t>Marks can also be used as targets for other commands. For example, </a:t>
            </a:r>
            <a:r>
              <a:rPr lang="en-GB" dirty="0" err="1"/>
              <a:t>d'a</a:t>
            </a:r>
            <a:r>
              <a:rPr lang="en-GB" dirty="0"/>
              <a:t> deletes from the current cursor position to mark a, while </a:t>
            </a:r>
            <a:r>
              <a:rPr lang="en-GB" dirty="0" err="1"/>
              <a:t>y'a</a:t>
            </a:r>
            <a:r>
              <a:rPr lang="en-GB" dirty="0"/>
              <a:t> copies (yanks) text from the current position to mark a.</a:t>
            </a:r>
          </a:p>
          <a:p>
            <a:endParaRPr lang="en-GB" dirty="0"/>
          </a:p>
          <a:p>
            <a:r>
              <a:rPr lang="en-GB" dirty="0"/>
              <a:t>Marks are particularly useful when editing large files, allowing you to jump between related sections without repeatedly searching or scrolling. Remember that mark names are case-sensitive, so a and A are treated as different marks.</a:t>
            </a:r>
          </a:p>
        </p:txBody>
      </p:sp>
      <p:sp>
        <p:nvSpPr>
          <p:cNvPr id="4" name="Slide Number Placeholder 3"/>
          <p:cNvSpPr>
            <a:spLocks noGrp="1"/>
          </p:cNvSpPr>
          <p:nvPr>
            <p:ph type="sldNum" sz="quarter" idx="5"/>
          </p:nvPr>
        </p:nvSpPr>
        <p:spPr/>
        <p:txBody>
          <a:bodyPr/>
          <a:lstStyle/>
          <a:p>
            <a:fld id="{548901C6-1DA1-FB44-ABEE-06A0FEB7738E}" type="slidenum">
              <a:rPr lang="en-GB" smtClean="0"/>
              <a:pPr/>
              <a:t>22</a:t>
            </a:fld>
            <a:endParaRPr lang="en-GB" dirty="0"/>
          </a:p>
        </p:txBody>
      </p:sp>
    </p:spTree>
    <p:extLst>
      <p:ext uri="{BB962C8B-B14F-4D97-AF65-F5344CB8AC3E}">
        <p14:creationId xmlns:p14="http://schemas.microsoft.com/office/powerpoint/2010/main" val="10175198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introduces a selection of useful editing commands that do not fit neatly into the navigation, search or copy-and-paste categories.</a:t>
            </a:r>
          </a:p>
          <a:p>
            <a:endParaRPr lang="en-GB" dirty="0"/>
          </a:p>
          <a:p>
            <a:r>
              <a:rPr lang="en-GB" dirty="0"/>
              <a:t>The </a:t>
            </a:r>
            <a:r>
              <a:rPr lang="en-GB" b="1" dirty="0"/>
              <a:t>undo commands </a:t>
            </a:r>
            <a:r>
              <a:rPr lang="en-GB" dirty="0"/>
              <a:t>are particularly important. Press </a:t>
            </a:r>
            <a:r>
              <a:rPr lang="en-GB" b="1" dirty="0"/>
              <a:t>u</a:t>
            </a:r>
            <a:r>
              <a:rPr lang="en-GB" dirty="0"/>
              <a:t> to undo the most recent change, while </a:t>
            </a:r>
            <a:r>
              <a:rPr lang="en-GB" b="1" dirty="0"/>
              <a:t>U</a:t>
            </a:r>
            <a:r>
              <a:rPr lang="en-GB" dirty="0"/>
              <a:t> restores the current line to its original state. The </a:t>
            </a:r>
            <a:r>
              <a:rPr lang="en-GB" b="1" dirty="0"/>
              <a:t>. </a:t>
            </a:r>
            <a:r>
              <a:rPr lang="en-GB" dirty="0"/>
              <a:t>(dot) command is also extremely useful because it repeats the last editing action, saving you from retyping commands.</a:t>
            </a:r>
          </a:p>
          <a:p>
            <a:endParaRPr lang="en-GB" dirty="0"/>
          </a:p>
          <a:p>
            <a:r>
              <a:rPr lang="en-GB" dirty="0"/>
              <a:t>Other useful commands include </a:t>
            </a:r>
            <a:r>
              <a:rPr lang="en-GB" b="1" dirty="0"/>
              <a:t>J</a:t>
            </a:r>
            <a:r>
              <a:rPr lang="en-GB" dirty="0"/>
              <a:t> to join lines together, </a:t>
            </a:r>
            <a:r>
              <a:rPr lang="en-GB" b="1" dirty="0"/>
              <a:t>~</a:t>
            </a:r>
            <a:r>
              <a:rPr lang="en-GB" dirty="0"/>
              <a:t> to change the case of a character, and </a:t>
            </a:r>
            <a:r>
              <a:rPr lang="en-GB" b="1" dirty="0" err="1"/>
              <a:t>xp</a:t>
            </a:r>
            <a:r>
              <a:rPr lang="en-GB" dirty="0"/>
              <a:t> to swap two adjacent characters. The </a:t>
            </a:r>
            <a:r>
              <a:rPr lang="en-GB" b="1" dirty="0" err="1"/>
              <a:t>yyp</a:t>
            </a:r>
            <a:r>
              <a:rPr lang="en-GB" dirty="0"/>
              <a:t> command is often used to duplicate lines, while </a:t>
            </a:r>
            <a:r>
              <a:rPr lang="en-GB" b="1" dirty="0"/>
              <a:t>ZZ</a:t>
            </a:r>
            <a:r>
              <a:rPr lang="en-GB" dirty="0"/>
              <a:t> provides a quick way to save changes and exit Vim without entering Ex Mode.</a:t>
            </a:r>
          </a:p>
          <a:p>
            <a:endParaRPr lang="en-GB" dirty="0"/>
          </a:p>
          <a:p>
            <a:r>
              <a:rPr lang="en-GB" b="1" dirty="0"/>
              <a:t>Tip</a:t>
            </a:r>
            <a:r>
              <a:rPr lang="en-GB" dirty="0"/>
              <a:t>: Many experienced Vim users rely heavily on just four commands from this slide: </a:t>
            </a:r>
            <a:r>
              <a:rPr lang="en-GB" b="1" dirty="0"/>
              <a:t>.</a:t>
            </a:r>
            <a:r>
              <a:rPr lang="en-GB" dirty="0"/>
              <a:t>, </a:t>
            </a:r>
            <a:r>
              <a:rPr lang="en-GB" b="1" dirty="0"/>
              <a:t>u</a:t>
            </a:r>
            <a:r>
              <a:rPr lang="en-GB" dirty="0"/>
              <a:t>, </a:t>
            </a:r>
            <a:r>
              <a:rPr lang="en-GB" b="1" dirty="0" err="1"/>
              <a:t>yyp</a:t>
            </a:r>
            <a:r>
              <a:rPr lang="en-GB" dirty="0"/>
              <a:t>, and </a:t>
            </a:r>
            <a:r>
              <a:rPr lang="en-GB" b="1" dirty="0"/>
              <a:t>ZZ</a:t>
            </a:r>
            <a:r>
              <a:rPr lang="en-GB" dirty="0"/>
              <a:t>. These alone can significantly speed up everyday editing tasks.</a:t>
            </a:r>
          </a:p>
        </p:txBody>
      </p:sp>
      <p:sp>
        <p:nvSpPr>
          <p:cNvPr id="4" name="Slide Number Placeholder 3"/>
          <p:cNvSpPr>
            <a:spLocks noGrp="1"/>
          </p:cNvSpPr>
          <p:nvPr>
            <p:ph type="sldNum" sz="quarter" idx="5"/>
          </p:nvPr>
        </p:nvSpPr>
        <p:spPr/>
        <p:txBody>
          <a:bodyPr/>
          <a:lstStyle/>
          <a:p>
            <a:fld id="{548901C6-1DA1-FB44-ABEE-06A0FEB7738E}" type="slidenum">
              <a:rPr lang="en-GB" smtClean="0"/>
              <a:pPr/>
              <a:t>23</a:t>
            </a:fld>
            <a:endParaRPr lang="en-GB" dirty="0"/>
          </a:p>
        </p:txBody>
      </p:sp>
    </p:spTree>
    <p:extLst>
      <p:ext uri="{BB962C8B-B14F-4D97-AF65-F5344CB8AC3E}">
        <p14:creationId xmlns:p14="http://schemas.microsoft.com/office/powerpoint/2010/main" val="39104448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noProof="0" dirty="0"/>
              <a:t>Ex Mode comes from the older </a:t>
            </a:r>
            <a:r>
              <a:rPr lang="en-GB" b="1" noProof="0" dirty="0"/>
              <a:t>ex editor</a:t>
            </a:r>
            <a:r>
              <a:rPr lang="en-GB" noProof="0" dirty="0"/>
              <a:t>, which was the predecessor to vi. In Vim, Ex Mode is used whenever a command begins with a colon (:).</a:t>
            </a:r>
          </a:p>
          <a:p>
            <a:pPr marL="12700">
              <a:lnSpc>
                <a:spcPct val="100000"/>
              </a:lnSpc>
              <a:spcBef>
                <a:spcPts val="105"/>
              </a:spcBef>
            </a:pPr>
            <a:endParaRPr lang="en-GB" dirty="0"/>
          </a:p>
          <a:p>
            <a:pPr marL="12700">
              <a:lnSpc>
                <a:spcPct val="100000"/>
              </a:lnSpc>
              <a:spcBef>
                <a:spcPts val="105"/>
              </a:spcBef>
            </a:pPr>
            <a:r>
              <a:rPr lang="en-GB" noProof="0" dirty="0"/>
              <a:t>When you press :, the cursor moves to the command line at the bottom of the screen. You then type a command and press &lt;CR&gt; (Enter) to execute it. Once the command completes, Vim automatically returns to Command Mode.</a:t>
            </a:r>
          </a:p>
          <a:p>
            <a:pPr marL="12700">
              <a:lnSpc>
                <a:spcPct val="100000"/>
              </a:lnSpc>
              <a:spcBef>
                <a:spcPts val="105"/>
              </a:spcBef>
            </a:pPr>
            <a:endParaRPr lang="en-GB" noProof="0" dirty="0"/>
          </a:p>
          <a:p>
            <a:pPr marL="12700">
              <a:lnSpc>
                <a:spcPct val="100000"/>
              </a:lnSpc>
              <a:spcBef>
                <a:spcPts val="105"/>
              </a:spcBef>
            </a:pPr>
            <a:r>
              <a:rPr lang="en-GB" noProof="0" dirty="0"/>
              <a:t>Ex commands are commonly used for tasks that affect the whole file rather than a small area of text. Examples include saving files (:w), quitting (:q), saving and quitting (:</a:t>
            </a:r>
            <a:r>
              <a:rPr lang="en-GB" noProof="0" dirty="0" err="1"/>
              <a:t>wq</a:t>
            </a:r>
            <a:r>
              <a:rPr lang="en-GB" noProof="0" dirty="0"/>
              <a:t>), performing search-and-replace operations, and changing editor settings such as displaying line numbers (:set number).</a:t>
            </a:r>
          </a:p>
          <a:p>
            <a:pPr marL="12700">
              <a:lnSpc>
                <a:spcPct val="100000"/>
              </a:lnSpc>
              <a:spcBef>
                <a:spcPts val="105"/>
              </a:spcBef>
            </a:pPr>
            <a:endParaRPr lang="en-GB" dirty="0"/>
          </a:p>
          <a:p>
            <a:pPr marL="12700">
              <a:lnSpc>
                <a:spcPct val="100000"/>
              </a:lnSpc>
              <a:spcBef>
                <a:spcPts val="105"/>
              </a:spcBef>
            </a:pPr>
            <a:r>
              <a:rPr lang="en-GB" noProof="0" dirty="0"/>
              <a:t>Many Ex commands work on the current line by default, but they can also be applied to a range of lines. This makes Ex Mode particularly useful for file-wide editing and configuration tasks.</a:t>
            </a:r>
          </a:p>
          <a:p>
            <a:pPr marL="12700">
              <a:lnSpc>
                <a:spcPct val="100000"/>
              </a:lnSpc>
              <a:spcBef>
                <a:spcPts val="105"/>
              </a:spcBef>
            </a:pPr>
            <a:endParaRPr lang="en-GB" dirty="0"/>
          </a:p>
          <a:p>
            <a:pPr marL="12700">
              <a:lnSpc>
                <a:spcPct val="100000"/>
              </a:lnSpc>
              <a:spcBef>
                <a:spcPts val="105"/>
              </a:spcBef>
            </a:pPr>
            <a:r>
              <a:rPr lang="en-GB" b="1" noProof="0" dirty="0"/>
              <a:t>Tip: </a:t>
            </a:r>
            <a:r>
              <a:rPr lang="en-GB" noProof="0" dirty="0"/>
              <a:t>If learners only remember three Ex commands, make them :w, :q, and :</a:t>
            </a:r>
            <a:r>
              <a:rPr lang="en-GB" noProof="0" dirty="0" err="1"/>
              <a:t>wq</a:t>
            </a:r>
            <a:r>
              <a:rPr lang="en-GB" noProof="0" dirty="0"/>
              <a:t>. These are the commands they will use most often.</a:t>
            </a:r>
          </a:p>
        </p:txBody>
      </p:sp>
      <p:sp>
        <p:nvSpPr>
          <p:cNvPr id="4" name="Slide Number Placeholder 3"/>
          <p:cNvSpPr>
            <a:spLocks noGrp="1"/>
          </p:cNvSpPr>
          <p:nvPr>
            <p:ph type="sldNum" sz="quarter" idx="5"/>
          </p:nvPr>
        </p:nvSpPr>
        <p:spPr/>
        <p:txBody>
          <a:bodyPr/>
          <a:lstStyle/>
          <a:p>
            <a:fld id="{548901C6-1DA1-FB44-ABEE-06A0FEB7738E}" type="slidenum">
              <a:rPr lang="en-GB" smtClean="0"/>
              <a:pPr/>
              <a:t>24</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3603333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noProof="0" dirty="0"/>
              <a:t>Vim contains many configurable options that control how the editor behaves. These options are managed using Ex Mode commands beginning with :set.</a:t>
            </a:r>
          </a:p>
          <a:p>
            <a:pPr marL="12700">
              <a:lnSpc>
                <a:spcPct val="100000"/>
              </a:lnSpc>
              <a:spcBef>
                <a:spcPts val="105"/>
              </a:spcBef>
            </a:pPr>
            <a:endParaRPr lang="en-GB" dirty="0"/>
          </a:p>
          <a:p>
            <a:pPr marL="12700">
              <a:lnSpc>
                <a:spcPct val="100000"/>
              </a:lnSpc>
              <a:spcBef>
                <a:spcPts val="105"/>
              </a:spcBef>
            </a:pPr>
            <a:r>
              <a:rPr lang="en-GB" noProof="0" dirty="0"/>
              <a:t>Most Vim settings follow a simple convention. To enable a feature, use </a:t>
            </a:r>
            <a:r>
              <a:rPr lang="en-GB" b="1" noProof="0" dirty="0"/>
              <a:t>:set option</a:t>
            </a:r>
            <a:r>
              <a:rPr lang="en-GB" noProof="0" dirty="0"/>
              <a:t>. To disable the same feature, use </a:t>
            </a:r>
            <a:r>
              <a:rPr lang="en-GB" b="1" noProof="0" dirty="0"/>
              <a:t>:set </a:t>
            </a:r>
            <a:r>
              <a:rPr lang="en-GB" b="1" noProof="0" dirty="0" err="1"/>
              <a:t>nooption</a:t>
            </a:r>
            <a:r>
              <a:rPr lang="en-GB" noProof="0" dirty="0"/>
              <a:t>. For example, :set number displays line numbers, while :set </a:t>
            </a:r>
            <a:r>
              <a:rPr lang="en-GB" noProof="0" dirty="0" err="1"/>
              <a:t>nonumber</a:t>
            </a:r>
            <a:r>
              <a:rPr lang="en-GB" noProof="0" dirty="0"/>
              <a:t> hides them again.</a:t>
            </a:r>
          </a:p>
          <a:p>
            <a:pPr marL="12700">
              <a:lnSpc>
                <a:spcPct val="100000"/>
              </a:lnSpc>
              <a:spcBef>
                <a:spcPts val="105"/>
              </a:spcBef>
            </a:pPr>
            <a:endParaRPr lang="en-GB" dirty="0"/>
          </a:p>
          <a:p>
            <a:pPr marL="12700">
              <a:lnSpc>
                <a:spcPct val="100000"/>
              </a:lnSpc>
              <a:spcBef>
                <a:spcPts val="105"/>
              </a:spcBef>
            </a:pPr>
            <a:r>
              <a:rPr lang="en-GB" noProof="0" dirty="0"/>
              <a:t>The command :set all displays all available Vim options and their current values. Because there are many settings, the output is paged and can be exited by pressing q.</a:t>
            </a:r>
          </a:p>
          <a:p>
            <a:pPr marL="12700">
              <a:lnSpc>
                <a:spcPct val="100000"/>
              </a:lnSpc>
              <a:spcBef>
                <a:spcPts val="105"/>
              </a:spcBef>
            </a:pPr>
            <a:endParaRPr lang="en-GB" dirty="0"/>
          </a:p>
          <a:p>
            <a:pPr marL="12700">
              <a:lnSpc>
                <a:spcPct val="100000"/>
              </a:lnSpc>
              <a:spcBef>
                <a:spcPts val="105"/>
              </a:spcBef>
            </a:pPr>
            <a:r>
              <a:rPr lang="en-GB" noProof="0" dirty="0"/>
              <a:t>Some options are useful when editing scripts and configuration files. For example, :set </a:t>
            </a:r>
            <a:r>
              <a:rPr lang="en-GB" noProof="0" dirty="0" err="1"/>
              <a:t>autoindent</a:t>
            </a:r>
            <a:r>
              <a:rPr lang="en-GB" noProof="0" dirty="0"/>
              <a:t> helps maintain indentation, while :set </a:t>
            </a:r>
            <a:r>
              <a:rPr lang="en-GB" noProof="0" dirty="0" err="1"/>
              <a:t>ignorecase</a:t>
            </a:r>
            <a:r>
              <a:rPr lang="en-GB" noProof="0" dirty="0"/>
              <a:t> makes text searches case-insensitive.</a:t>
            </a:r>
          </a:p>
          <a:p>
            <a:pPr marL="12700">
              <a:lnSpc>
                <a:spcPct val="100000"/>
              </a:lnSpc>
              <a:spcBef>
                <a:spcPts val="105"/>
              </a:spcBef>
            </a:pPr>
            <a:endParaRPr lang="en-GB" dirty="0"/>
          </a:p>
          <a:p>
            <a:pPr marL="12700">
              <a:lnSpc>
                <a:spcPct val="100000"/>
              </a:lnSpc>
              <a:spcBef>
                <a:spcPts val="105"/>
              </a:spcBef>
            </a:pPr>
            <a:r>
              <a:rPr lang="en-GB" noProof="0" dirty="0"/>
              <a:t>For a fundamentals course, the most useful option to remember is </a:t>
            </a:r>
            <a:r>
              <a:rPr lang="en-GB" b="1" noProof="0" dirty="0"/>
              <a:t>:set number</a:t>
            </a:r>
            <a:r>
              <a:rPr lang="en-GB" noProof="0" dirty="0"/>
              <a:t>, as line numbers make navigating and discussing files much easier.</a:t>
            </a:r>
          </a:p>
        </p:txBody>
      </p:sp>
      <p:sp>
        <p:nvSpPr>
          <p:cNvPr id="4" name="Slide Number Placeholder 3"/>
          <p:cNvSpPr>
            <a:spLocks noGrp="1"/>
          </p:cNvSpPr>
          <p:nvPr>
            <p:ph type="sldNum" sz="quarter" idx="5"/>
          </p:nvPr>
        </p:nvSpPr>
        <p:spPr/>
        <p:txBody>
          <a:bodyPr/>
          <a:lstStyle/>
          <a:p>
            <a:fld id="{548901C6-1DA1-FB44-ABEE-06A0FEB7738E}" type="slidenum">
              <a:rPr lang="en-GB" smtClean="0"/>
              <a:pPr/>
              <a:t>25</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0890384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latin typeface="+mn-lt"/>
              </a:rPr>
              <a:t>By default, Ex commands operate on the current line. However, Vim allows commands to be directed at a specific line or a range of lines by placing an address before the command.</a:t>
            </a:r>
          </a:p>
          <a:p>
            <a:endParaRPr lang="en-GB" dirty="0"/>
          </a:p>
          <a:p>
            <a:r>
              <a:rPr lang="en-GB" dirty="0">
                <a:latin typeface="+mn-lt"/>
              </a:rPr>
              <a:t>Single-line addressing uses a line number. For example, :</a:t>
            </a:r>
            <a:r>
              <a:rPr lang="en-GB" b="1" dirty="0">
                <a:latin typeface="+mn-lt"/>
              </a:rPr>
              <a:t>1command</a:t>
            </a:r>
            <a:r>
              <a:rPr lang="en-GB" dirty="0">
                <a:latin typeface="+mn-lt"/>
              </a:rPr>
              <a:t> executes the command on the first line of the file, while </a:t>
            </a:r>
            <a:r>
              <a:rPr lang="en-GB" b="1" dirty="0">
                <a:latin typeface="+mn-lt"/>
              </a:rPr>
              <a:t>:$command </a:t>
            </a:r>
            <a:r>
              <a:rPr lang="en-GB" dirty="0">
                <a:latin typeface="+mn-lt"/>
              </a:rPr>
              <a:t>executes it on the last line. A specific line number can also be used, such as :</a:t>
            </a:r>
            <a:r>
              <a:rPr lang="en-GB" b="1" dirty="0">
                <a:latin typeface="+mn-lt"/>
              </a:rPr>
              <a:t>25command</a:t>
            </a:r>
            <a:r>
              <a:rPr lang="en-GB" dirty="0">
                <a:latin typeface="+mn-lt"/>
              </a:rPr>
              <a:t>.</a:t>
            </a:r>
          </a:p>
          <a:p>
            <a:endParaRPr lang="en-GB" dirty="0"/>
          </a:p>
          <a:p>
            <a:r>
              <a:rPr lang="en-GB" dirty="0">
                <a:latin typeface="+mn-lt"/>
              </a:rPr>
              <a:t>Ranges are specified using two addresses separated by a comma. For example, :10,20command executes the command on lines 10 through 20 inclusive. The range :1,$command applies the command to every line in the file.</a:t>
            </a:r>
          </a:p>
          <a:p>
            <a:endParaRPr lang="en-GB" dirty="0"/>
          </a:p>
          <a:p>
            <a:r>
              <a:rPr lang="en-GB" dirty="0">
                <a:latin typeface="+mn-lt"/>
              </a:rPr>
              <a:t>Vim can also use search patterns as addresses. The command :/RE1/,/RE2/command applies the command to all lines between the first line matching RE1 and the next line matching RE2.</a:t>
            </a:r>
          </a:p>
          <a:p>
            <a:endParaRPr lang="en-GB" dirty="0"/>
          </a:p>
          <a:p>
            <a:r>
              <a:rPr lang="en-GB" dirty="0">
                <a:latin typeface="+mn-lt"/>
              </a:rPr>
              <a:t>Understanding line addressing is important because many powerful Ex commands, particularly search-and-replace operations, can be restricted to selected sections of a file rather than affecting the entire document.</a:t>
            </a:r>
          </a:p>
        </p:txBody>
      </p:sp>
      <p:sp>
        <p:nvSpPr>
          <p:cNvPr id="4" name="Slide Number Placeholder 3"/>
          <p:cNvSpPr>
            <a:spLocks noGrp="1"/>
          </p:cNvSpPr>
          <p:nvPr>
            <p:ph type="sldNum" sz="quarter" idx="5"/>
          </p:nvPr>
        </p:nvSpPr>
        <p:spPr/>
        <p:txBody>
          <a:bodyPr/>
          <a:lstStyle/>
          <a:p>
            <a:fld id="{548901C6-1DA1-FB44-ABEE-06A0FEB7738E}" type="slidenum">
              <a:rPr lang="en-GB" smtClean="0"/>
              <a:pPr/>
              <a:t>26</a:t>
            </a:fld>
            <a:endParaRPr lang="en-GB" dirty="0"/>
          </a:p>
        </p:txBody>
      </p:sp>
    </p:spTree>
    <p:extLst>
      <p:ext uri="{BB962C8B-B14F-4D97-AF65-F5344CB8AC3E}">
        <p14:creationId xmlns:p14="http://schemas.microsoft.com/office/powerpoint/2010/main" val="22958772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lgn="l"/>
            <a:r>
              <a:rPr lang="en-GB" dirty="0">
                <a:latin typeface="+mn-lt"/>
              </a:rPr>
              <a:t>The s command performs search-and-replace operations in Ex mode. The general syntax is::</a:t>
            </a:r>
          </a:p>
          <a:p>
            <a:pPr lvl="2"/>
            <a:r>
              <a:rPr lang="en-GB" dirty="0">
                <a:latin typeface="+mn-lt"/>
              </a:rPr>
              <a:t>[range]s/search/replace/[flags]</a:t>
            </a:r>
          </a:p>
          <a:p>
            <a:pPr algn="l"/>
            <a:endParaRPr lang="en-GB" dirty="0"/>
          </a:p>
          <a:p>
            <a:pPr algn="l"/>
            <a:r>
              <a:rPr lang="en-GB" dirty="0">
                <a:latin typeface="+mn-lt"/>
              </a:rPr>
              <a:t>If no range is specified, the command applies to the current line. A range can be a line number range such as </a:t>
            </a:r>
            <a:r>
              <a:rPr lang="en-GB" b="1" dirty="0">
                <a:latin typeface="+mn-lt"/>
              </a:rPr>
              <a:t>14,20</a:t>
            </a:r>
            <a:r>
              <a:rPr lang="en-GB" dirty="0">
                <a:latin typeface="+mn-lt"/>
              </a:rPr>
              <a:t>, the entire file using </a:t>
            </a:r>
            <a:r>
              <a:rPr lang="en-GB" b="1" dirty="0">
                <a:latin typeface="+mn-lt"/>
              </a:rPr>
              <a:t>1,$,</a:t>
            </a:r>
            <a:r>
              <a:rPr lang="en-GB" dirty="0">
                <a:latin typeface="+mn-lt"/>
              </a:rPr>
              <a:t> or lines selected using search patterns.</a:t>
            </a:r>
          </a:p>
          <a:p>
            <a:pPr algn="l"/>
            <a:endParaRPr lang="en-GB" dirty="0"/>
          </a:p>
          <a:p>
            <a:pPr algn="l"/>
            <a:r>
              <a:rPr lang="en-GB" dirty="0">
                <a:latin typeface="+mn-lt"/>
              </a:rPr>
              <a:t>The </a:t>
            </a:r>
            <a:r>
              <a:rPr lang="en-GB" b="1" dirty="0">
                <a:latin typeface="+mn-lt"/>
              </a:rPr>
              <a:t>g</a:t>
            </a:r>
            <a:r>
              <a:rPr lang="en-GB" dirty="0">
                <a:latin typeface="+mn-lt"/>
              </a:rPr>
              <a:t> flag replaces all matching occurrences on each line, while the </a:t>
            </a:r>
            <a:r>
              <a:rPr lang="en-GB" b="1" dirty="0">
                <a:latin typeface="+mn-lt"/>
              </a:rPr>
              <a:t>c</a:t>
            </a:r>
            <a:r>
              <a:rPr lang="en-GB" dirty="0">
                <a:latin typeface="+mn-lt"/>
              </a:rPr>
              <a:t> flag asks for confirmation before making each change.</a:t>
            </a:r>
          </a:p>
          <a:p>
            <a:pPr algn="l"/>
            <a:endParaRPr lang="en-GB" dirty="0"/>
          </a:p>
          <a:p>
            <a:pPr algn="l"/>
            <a:r>
              <a:rPr lang="en-GB" dirty="0">
                <a:latin typeface="+mn-lt"/>
              </a:rPr>
              <a:t>For most day-to-day editing, the commands learners are most likely to use are:</a:t>
            </a:r>
          </a:p>
          <a:p>
            <a:pPr marL="628650" lvl="1" indent="-171450">
              <a:buFont typeface="Arial" panose="020B0604020202020204" pitchFamily="34" charset="0"/>
              <a:buChar char="•"/>
            </a:pPr>
            <a:r>
              <a:rPr lang="en-GB" b="1" dirty="0">
                <a:latin typeface="+mn-lt"/>
              </a:rPr>
              <a:t>:s/old/new/</a:t>
            </a:r>
          </a:p>
          <a:p>
            <a:pPr marL="628650" lvl="1" indent="-171450">
              <a:buFont typeface="Arial" panose="020B0604020202020204" pitchFamily="34" charset="0"/>
              <a:buChar char="•"/>
            </a:pPr>
            <a:r>
              <a:rPr lang="en-GB" b="1" dirty="0">
                <a:latin typeface="+mn-lt"/>
              </a:rPr>
              <a:t>:1,$s/old/new/g</a:t>
            </a:r>
          </a:p>
          <a:p>
            <a:pPr marL="628650" lvl="1" indent="-171450">
              <a:buFont typeface="Arial" panose="020B0604020202020204" pitchFamily="34" charset="0"/>
              <a:buChar char="•"/>
            </a:pPr>
            <a:r>
              <a:rPr lang="en-GB" b="1" dirty="0">
                <a:latin typeface="+mn-lt"/>
              </a:rPr>
              <a:t>:1,$s/old/new/</a:t>
            </a:r>
            <a:r>
              <a:rPr lang="en-GB" b="1" dirty="0" err="1">
                <a:latin typeface="+mn-lt"/>
              </a:rPr>
              <a:t>gc</a:t>
            </a:r>
            <a:endParaRPr lang="en-GB" b="1" dirty="0">
              <a:latin typeface="+mn-lt"/>
            </a:endParaRPr>
          </a:p>
          <a:p>
            <a:pPr algn="l"/>
            <a:endParaRPr lang="en-GB" dirty="0"/>
          </a:p>
          <a:p>
            <a:pPr algn="l"/>
            <a:r>
              <a:rPr lang="en-GB" dirty="0">
                <a:latin typeface="+mn-lt"/>
              </a:rPr>
              <a:t>These cover replacing text on the current line, throughout the file, and throughout the file with confirmation.</a:t>
            </a:r>
          </a:p>
        </p:txBody>
      </p:sp>
      <p:sp>
        <p:nvSpPr>
          <p:cNvPr id="4" name="Slide Number Placeholder 3"/>
          <p:cNvSpPr>
            <a:spLocks noGrp="1"/>
          </p:cNvSpPr>
          <p:nvPr>
            <p:ph type="sldNum" sz="quarter" idx="5"/>
          </p:nvPr>
        </p:nvSpPr>
        <p:spPr/>
        <p:txBody>
          <a:bodyPr/>
          <a:lstStyle/>
          <a:p>
            <a:fld id="{548901C6-1DA1-FB44-ABEE-06A0FEB7738E}" type="slidenum">
              <a:rPr lang="en-GB" smtClean="0"/>
              <a:pPr/>
              <a:t>27</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1393745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:r command reads external content into the current document. When used with a filename, the contents of the file are inserted after the current line.</a:t>
            </a:r>
          </a:p>
          <a:p>
            <a:endParaRPr lang="en-GB" dirty="0"/>
          </a:p>
          <a:p>
            <a:r>
              <a:rPr lang="en-GB" dirty="0"/>
              <a:t>The :! command temporarily runs a shell command and displays its output. After reviewing the output, press &lt;Enter&gt; to return to Vim.</a:t>
            </a:r>
          </a:p>
          <a:p>
            <a:endParaRPr lang="en-GB" dirty="0"/>
          </a:p>
          <a:p>
            <a:r>
              <a:rPr lang="en-GB" dirty="0"/>
              <a:t>Combining the two commands allows the output of a shell command to be inserted directly into the file. For example, :r !date inserts the current date and time into the document.</a:t>
            </a:r>
          </a:p>
          <a:p>
            <a:endParaRPr lang="en-GB" dirty="0"/>
          </a:p>
          <a:p>
            <a:r>
              <a:rPr lang="en-GB" dirty="0"/>
              <a:t>This feature is useful for importing file contents or command output without leaving the editor.</a:t>
            </a:r>
          </a:p>
        </p:txBody>
      </p:sp>
      <p:sp>
        <p:nvSpPr>
          <p:cNvPr id="4" name="Slide Number Placeholder 3"/>
          <p:cNvSpPr>
            <a:spLocks noGrp="1"/>
          </p:cNvSpPr>
          <p:nvPr>
            <p:ph type="sldNum" sz="quarter" idx="5"/>
          </p:nvPr>
        </p:nvSpPr>
        <p:spPr/>
        <p:txBody>
          <a:bodyPr/>
          <a:lstStyle/>
          <a:p>
            <a:fld id="{548901C6-1DA1-FB44-ABEE-06A0FEB7738E}" type="slidenum">
              <a:rPr lang="en-GB" smtClean="0"/>
              <a:pPr/>
              <a:t>28</a:t>
            </a:fld>
            <a:endParaRPr lang="en-GB" dirty="0"/>
          </a:p>
        </p:txBody>
      </p:sp>
    </p:spTree>
    <p:extLst>
      <p:ext uri="{BB962C8B-B14F-4D97-AF65-F5344CB8AC3E}">
        <p14:creationId xmlns:p14="http://schemas.microsoft.com/office/powerpoint/2010/main" val="2852638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 mode commands provide a convenient way to save files and leave Vim. They are entered by pressing : from Command Mode, followed by the required command.</a:t>
            </a:r>
          </a:p>
          <a:p>
            <a:endParaRPr lang="en-GB" dirty="0"/>
          </a:p>
          <a:p>
            <a:r>
              <a:rPr lang="en-GB" dirty="0"/>
              <a:t>The most commonly used command is :</a:t>
            </a:r>
            <a:r>
              <a:rPr lang="en-GB" dirty="0" err="1"/>
              <a:t>wq</a:t>
            </a:r>
            <a:r>
              <a:rPr lang="en-GB" dirty="0"/>
              <a:t>, which saves any changes and exits the editor. If you decide not to keep your changes, :q! discards them and quits immediately. A normal :q only works if the file has not been modified since the last save.</a:t>
            </a:r>
          </a:p>
          <a:p>
            <a:endParaRPr lang="en-GB" dirty="0"/>
          </a:p>
          <a:p>
            <a:r>
              <a:rPr lang="en-GB" dirty="0"/>
              <a:t>Ex commands can also save content in different ways. For example, :w file creates a copy of the current file using a new filename, while commands such as :10,20w data.txt write a selected range of lines to another file. This can be useful when extracting part of a configuration file, script or document.</a:t>
            </a:r>
          </a:p>
          <a:p>
            <a:endParaRPr lang="en-GB" dirty="0"/>
          </a:p>
          <a:p>
            <a:r>
              <a:rPr lang="en-GB" dirty="0"/>
              <a:t>Although several save-and-exit commands exist, most users rely on just three:</a:t>
            </a:r>
          </a:p>
          <a:p>
            <a:pPr marL="628650" lvl="1" indent="-171450">
              <a:buFont typeface="Arial" panose="020B0604020202020204" pitchFamily="34" charset="0"/>
              <a:buChar char="•"/>
              <a:tabLst>
                <a:tab pos="987425" algn="l"/>
                <a:tab pos="1077913" algn="l"/>
                <a:tab pos="1165225" algn="l"/>
              </a:tabLst>
            </a:pPr>
            <a:r>
              <a:rPr lang="en-GB" b="1" dirty="0"/>
              <a:t>:</a:t>
            </a:r>
            <a:r>
              <a:rPr lang="en-GB" b="1" dirty="0" err="1"/>
              <a:t>wq</a:t>
            </a:r>
            <a:r>
              <a:rPr lang="en-GB" b="1" dirty="0"/>
              <a:t>  		</a:t>
            </a:r>
            <a:r>
              <a:rPr lang="en-GB" dirty="0"/>
              <a:t>Save and quit</a:t>
            </a:r>
          </a:p>
          <a:p>
            <a:pPr marL="628650" lvl="1" indent="-171450">
              <a:buFont typeface="Arial" panose="020B0604020202020204" pitchFamily="34" charset="0"/>
              <a:buChar char="•"/>
              <a:tabLst>
                <a:tab pos="987425" algn="l"/>
                <a:tab pos="1077913" algn="l"/>
                <a:tab pos="1165225" algn="l"/>
              </a:tabLst>
            </a:pPr>
            <a:r>
              <a:rPr lang="en-GB" b="1" dirty="0"/>
              <a:t>:q!    		</a:t>
            </a:r>
            <a:r>
              <a:rPr lang="en-GB" dirty="0"/>
              <a:t>Quit without saving</a:t>
            </a:r>
          </a:p>
          <a:p>
            <a:pPr marL="628650" lvl="1" indent="-171450">
              <a:buFont typeface="Arial" panose="020B0604020202020204" pitchFamily="34" charset="0"/>
              <a:buChar char="•"/>
              <a:tabLst>
                <a:tab pos="987425" algn="l"/>
                <a:tab pos="1077913" algn="l"/>
                <a:tab pos="1165225" algn="l"/>
              </a:tabLst>
            </a:pPr>
            <a:r>
              <a:rPr lang="en-GB" b="1" dirty="0"/>
              <a:t>:q     		</a:t>
            </a:r>
            <a:r>
              <a:rPr lang="en-GB" dirty="0"/>
              <a:t>Quit</a:t>
            </a:r>
          </a:p>
          <a:p>
            <a:endParaRPr lang="en-GB" dirty="0"/>
          </a:p>
          <a:p>
            <a:r>
              <a:rPr lang="en-GB" dirty="0"/>
              <a:t>Experienced Vim users may also use ZZ from Command Mode, which saves changes (if required) and exits without entering Ex mode.</a:t>
            </a:r>
          </a:p>
        </p:txBody>
      </p:sp>
      <p:sp>
        <p:nvSpPr>
          <p:cNvPr id="4" name="Slide Number Placeholder 3"/>
          <p:cNvSpPr>
            <a:spLocks noGrp="1"/>
          </p:cNvSpPr>
          <p:nvPr>
            <p:ph type="sldNum" sz="quarter" idx="5"/>
          </p:nvPr>
        </p:nvSpPr>
        <p:spPr/>
        <p:txBody>
          <a:bodyPr/>
          <a:lstStyle/>
          <a:p>
            <a:fld id="{548901C6-1DA1-FB44-ABEE-06A0FEB7738E}" type="slidenum">
              <a:rPr lang="en-GB" smtClean="0"/>
              <a:pPr/>
              <a:t>29</a:t>
            </a:fld>
            <a:endParaRPr lang="en-GB" dirty="0"/>
          </a:p>
        </p:txBody>
      </p:sp>
    </p:spTree>
    <p:extLst>
      <p:ext uri="{BB962C8B-B14F-4D97-AF65-F5344CB8AC3E}">
        <p14:creationId xmlns:p14="http://schemas.microsoft.com/office/powerpoint/2010/main" val="14522680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31AAD-CD25-66C1-358B-716B25F8A3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1A6964-EBC0-EE2C-6E96-E59CC78448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117857-6FC4-3157-498C-5B9BB441FD5E}"/>
              </a:ext>
            </a:extLst>
          </p:cNvPr>
          <p:cNvSpPr>
            <a:spLocks noGrp="1"/>
          </p:cNvSpPr>
          <p:nvPr>
            <p:ph type="body" idx="1"/>
          </p:nvPr>
        </p:nvSpPr>
        <p:spPr/>
        <p:txBody>
          <a:bodyPr/>
          <a:lstStyle/>
          <a:p>
            <a:r>
              <a:rPr lang="en-GB" dirty="0"/>
              <a:t>Vim supports multiple editing windows within a single editing session. This allows users to work with more than one file at a time, or view different parts of the same file simultaneously.</a:t>
            </a:r>
          </a:p>
          <a:p>
            <a:endParaRPr lang="en-GB" dirty="0"/>
          </a:p>
          <a:p>
            <a:r>
              <a:rPr lang="en-GB" dirty="0"/>
              <a:t>The </a:t>
            </a:r>
            <a:r>
              <a:rPr lang="en-GB" b="1" dirty="0"/>
              <a:t>:split</a:t>
            </a:r>
            <a:r>
              <a:rPr lang="en-GB" dirty="0"/>
              <a:t> command divides the screen into horizontal windows, while </a:t>
            </a:r>
            <a:r>
              <a:rPr lang="en-GB" b="1" dirty="0"/>
              <a:t>:</a:t>
            </a:r>
            <a:r>
              <a:rPr lang="en-GB" b="1" dirty="0" err="1"/>
              <a:t>vsplit</a:t>
            </a:r>
            <a:r>
              <a:rPr lang="en-GB" dirty="0"/>
              <a:t> creates vertical windows. A filename can optionally be specified to open a different file in the new window.</a:t>
            </a:r>
          </a:p>
          <a:p>
            <a:endParaRPr lang="en-GB" dirty="0"/>
          </a:p>
          <a:p>
            <a:r>
              <a:rPr lang="en-GB" dirty="0"/>
              <a:t>Once multiple windows are open, use </a:t>
            </a:r>
            <a:r>
              <a:rPr lang="en-GB" b="1" dirty="0" err="1"/>
              <a:t>Ctrl+w</a:t>
            </a:r>
            <a:r>
              <a:rPr lang="en-GB" dirty="0"/>
              <a:t> followed by a direction key (</a:t>
            </a:r>
            <a:r>
              <a:rPr lang="en-GB" b="1" dirty="0"/>
              <a:t>h, j, k, or l</a:t>
            </a:r>
            <a:r>
              <a:rPr lang="en-GB" dirty="0"/>
              <a:t>) to move between windows. These correspond to left, down, up, and right respectively.</a:t>
            </a:r>
          </a:p>
          <a:p>
            <a:endParaRPr lang="en-GB" dirty="0"/>
          </a:p>
          <a:p>
            <a:r>
              <a:rPr lang="en-GB" dirty="0"/>
              <a:t>Window splitting is particularly useful when comparing configuration files, reviewing changes, copying information between files, or viewing different sections of a large document.</a:t>
            </a:r>
          </a:p>
          <a:p>
            <a:endParaRPr lang="en-GB" dirty="0"/>
          </a:p>
          <a:p>
            <a:r>
              <a:rPr lang="en-GB" dirty="0"/>
              <a:t>This is one of Vim's most powerful productivity features and demonstrates how multiple files can be managed without leaving the editor or opening additional terminal sessions.</a:t>
            </a:r>
          </a:p>
        </p:txBody>
      </p:sp>
      <p:sp>
        <p:nvSpPr>
          <p:cNvPr id="4" name="Slide Number Placeholder 3">
            <a:extLst>
              <a:ext uri="{FF2B5EF4-FFF2-40B4-BE49-F238E27FC236}">
                <a16:creationId xmlns:a16="http://schemas.microsoft.com/office/drawing/2014/main" id="{E45141EB-8310-2F95-F696-27614F9F9D88}"/>
              </a:ext>
            </a:extLst>
          </p:cNvPr>
          <p:cNvSpPr>
            <a:spLocks noGrp="1"/>
          </p:cNvSpPr>
          <p:nvPr>
            <p:ph type="sldNum" sz="quarter" idx="5"/>
          </p:nvPr>
        </p:nvSpPr>
        <p:spPr/>
        <p:txBody>
          <a:bodyPr/>
          <a:lstStyle/>
          <a:p>
            <a:fld id="{548901C6-1DA1-FB44-ABEE-06A0FEB7738E}" type="slidenum">
              <a:rPr lang="en-GB" smtClean="0"/>
              <a:pPr/>
              <a:t>30</a:t>
            </a:fld>
            <a:endParaRPr lang="en-GB" dirty="0"/>
          </a:p>
        </p:txBody>
      </p:sp>
    </p:spTree>
    <p:extLst>
      <p:ext uri="{BB962C8B-B14F-4D97-AF65-F5344CB8AC3E}">
        <p14:creationId xmlns:p14="http://schemas.microsoft.com/office/powerpoint/2010/main" val="10349778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31</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22602085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32</a:t>
            </a:fld>
            <a:endParaRPr lang="en-GB" dirty="0"/>
          </a:p>
        </p:txBody>
      </p:sp>
    </p:spTree>
    <p:extLst>
      <p:ext uri="{BB962C8B-B14F-4D97-AF65-F5344CB8AC3E}">
        <p14:creationId xmlns:p14="http://schemas.microsoft.com/office/powerpoint/2010/main" val="40081374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noProof="0" dirty="0"/>
              <a:t>Nano is a simple terminal-based text editor that is designed to be easy to learn and use. Unlike Vim, Nano does not have separate command and insert modes. As soon as the editor opens, you can begin typing and editing text immediately.</a:t>
            </a:r>
          </a:p>
          <a:p>
            <a:pPr marL="12700">
              <a:lnSpc>
                <a:spcPct val="100000"/>
              </a:lnSpc>
              <a:spcBef>
                <a:spcPts val="105"/>
              </a:spcBef>
            </a:pPr>
            <a:endParaRPr lang="en-GB" dirty="0"/>
          </a:p>
          <a:p>
            <a:pPr marL="12700">
              <a:lnSpc>
                <a:spcPct val="100000"/>
              </a:lnSpc>
              <a:spcBef>
                <a:spcPts val="105"/>
              </a:spcBef>
            </a:pPr>
            <a:r>
              <a:rPr lang="en-GB" noProof="0" dirty="0"/>
              <a:t>One of Nano's most useful features for beginners is that the most common commands are displayed at the bottom of the screen. Commands are activated using the Ctrl key, shown as the ^ symbol in the menu. For example, ^X means </a:t>
            </a:r>
            <a:r>
              <a:rPr lang="en-GB" noProof="0" dirty="0" err="1"/>
              <a:t>Ctrl+X</a:t>
            </a:r>
            <a:r>
              <a:rPr lang="en-GB" noProof="0" dirty="0"/>
              <a:t>. To edit a file, simply start Nano followed by a filename:     </a:t>
            </a:r>
            <a:r>
              <a:rPr lang="en-GB" b="1" noProof="0" dirty="0"/>
              <a:t>nano romeo.txt</a:t>
            </a:r>
          </a:p>
          <a:p>
            <a:pPr marL="12700">
              <a:lnSpc>
                <a:spcPct val="100000"/>
              </a:lnSpc>
              <a:spcBef>
                <a:spcPts val="105"/>
              </a:spcBef>
            </a:pPr>
            <a:endParaRPr lang="en-GB" dirty="0"/>
          </a:p>
          <a:p>
            <a:pPr marL="12700">
              <a:lnSpc>
                <a:spcPct val="100000"/>
              </a:lnSpc>
              <a:spcBef>
                <a:spcPts val="105"/>
              </a:spcBef>
            </a:pPr>
            <a:r>
              <a:rPr lang="en-GB" noProof="0" dirty="0"/>
              <a:t>If the file exists, Nano opens it for editing. If the file does not exist, Nano creates a new file when it is saved. Standard editing keys such as the arrow keys, Backspace, Delete, Home and End work as expected, making Nano feel familiar to users coming from Windows editors such as Notepad. For many Linux administrators, Nano is the preferred editor for quick configuration changes because it requires very little knowledge to get started. While Vim offers far more advanced editing capabilities, Nano is often the easiest way to make simple changes to files.</a:t>
            </a:r>
          </a:p>
          <a:p>
            <a:pPr marL="12700">
              <a:lnSpc>
                <a:spcPct val="100000"/>
              </a:lnSpc>
              <a:spcBef>
                <a:spcPts val="105"/>
              </a:spcBef>
            </a:pPr>
            <a:endParaRPr lang="en-GB" dirty="0"/>
          </a:p>
          <a:p>
            <a:pPr marL="12700">
              <a:lnSpc>
                <a:spcPct val="100000"/>
              </a:lnSpc>
              <a:spcBef>
                <a:spcPts val="105"/>
              </a:spcBef>
            </a:pPr>
            <a:r>
              <a:rPr lang="en-GB" b="1" noProof="0" dirty="0"/>
              <a:t>Tip: </a:t>
            </a:r>
            <a:r>
              <a:rPr lang="en-GB" noProof="0" dirty="0"/>
              <a:t>If you only remember one Nano command, remember </a:t>
            </a:r>
            <a:r>
              <a:rPr lang="en-GB" b="1" noProof="0" dirty="0" err="1"/>
              <a:t>Ctrl+X</a:t>
            </a:r>
            <a:r>
              <a:rPr lang="en-GB" b="1" noProof="0" dirty="0"/>
              <a:t>.</a:t>
            </a:r>
            <a:r>
              <a:rPr lang="en-GB" noProof="0" dirty="0"/>
              <a:t> It exits Nano and will automatically prompt you to save any unsaved changes. This is often all a new user needs to get started.</a:t>
            </a:r>
          </a:p>
        </p:txBody>
      </p:sp>
      <p:sp>
        <p:nvSpPr>
          <p:cNvPr id="4" name="Slide Number Placeholder 3"/>
          <p:cNvSpPr>
            <a:spLocks noGrp="1"/>
          </p:cNvSpPr>
          <p:nvPr>
            <p:ph type="sldNum" sz="quarter" idx="5"/>
          </p:nvPr>
        </p:nvSpPr>
        <p:spPr/>
        <p:txBody>
          <a:bodyPr/>
          <a:lstStyle/>
          <a:p>
            <a:fld id="{548901C6-1DA1-FB44-ABEE-06A0FEB7738E}" type="slidenum">
              <a:rPr lang="en-GB" smtClean="0"/>
              <a:pPr/>
              <a:t>33</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787426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noProof="0" dirty="0"/>
              <a:t>Nano behaves much like a traditional text editor, so the arrow keys, Home, End, Page Up and Page Down keys can be used for most navigation tasks.</a:t>
            </a:r>
          </a:p>
          <a:p>
            <a:pPr marL="12700">
              <a:lnSpc>
                <a:spcPct val="100000"/>
              </a:lnSpc>
              <a:spcBef>
                <a:spcPts val="105"/>
              </a:spcBef>
            </a:pPr>
            <a:endParaRPr lang="en-GB" noProof="0" dirty="0"/>
          </a:p>
          <a:p>
            <a:pPr marL="12700">
              <a:lnSpc>
                <a:spcPct val="100000"/>
              </a:lnSpc>
              <a:spcBef>
                <a:spcPts val="105"/>
              </a:spcBef>
            </a:pPr>
            <a:r>
              <a:rPr lang="en-GB" noProof="0" dirty="0"/>
              <a:t>Additional shortcuts are available using the Ctrl key. The most useful are </a:t>
            </a:r>
            <a:r>
              <a:rPr lang="en-GB" noProof="0" dirty="0" err="1"/>
              <a:t>Ctrl+W</a:t>
            </a:r>
            <a:r>
              <a:rPr lang="en-GB" noProof="0" dirty="0"/>
              <a:t> to search for text and Ctrl+_ to jump directly to a specific line number. These are particularly helpful when working with larger configuration files or scripts.</a:t>
            </a:r>
          </a:p>
          <a:p>
            <a:pPr marL="12700">
              <a:lnSpc>
                <a:spcPct val="100000"/>
              </a:lnSpc>
              <a:spcBef>
                <a:spcPts val="105"/>
              </a:spcBef>
            </a:pPr>
            <a:endParaRPr lang="en-GB" noProof="0" dirty="0"/>
          </a:p>
          <a:p>
            <a:pPr marL="12700">
              <a:lnSpc>
                <a:spcPct val="100000"/>
              </a:lnSpc>
              <a:spcBef>
                <a:spcPts val="105"/>
              </a:spcBef>
            </a:pPr>
            <a:r>
              <a:rPr lang="en-GB" noProof="0" dirty="0" err="1"/>
              <a:t>Ctrl+C</a:t>
            </a:r>
            <a:r>
              <a:rPr lang="en-GB" noProof="0" dirty="0"/>
              <a:t> displays the current cursor position, including the line and column number. This can be useful when following troubleshooting instructions that reference specific lines within a file.</a:t>
            </a:r>
          </a:p>
          <a:p>
            <a:pPr marL="12700">
              <a:lnSpc>
                <a:spcPct val="100000"/>
              </a:lnSpc>
              <a:spcBef>
                <a:spcPts val="105"/>
              </a:spcBef>
            </a:pPr>
            <a:endParaRPr lang="en-GB" noProof="0" dirty="0"/>
          </a:p>
          <a:p>
            <a:pPr marL="12700">
              <a:lnSpc>
                <a:spcPct val="100000"/>
              </a:lnSpc>
              <a:spcBef>
                <a:spcPts val="105"/>
              </a:spcBef>
            </a:pPr>
            <a:r>
              <a:rPr lang="en-GB" noProof="0" dirty="0"/>
              <a:t>Unlike Vim, Nano does not require users to remember different modes or complex navigation commands. Most users can become productive with Nano after learning only a handful of keyboard shortcuts.</a:t>
            </a:r>
          </a:p>
        </p:txBody>
      </p:sp>
      <p:sp>
        <p:nvSpPr>
          <p:cNvPr id="4" name="Slide Number Placeholder 3"/>
          <p:cNvSpPr>
            <a:spLocks noGrp="1"/>
          </p:cNvSpPr>
          <p:nvPr>
            <p:ph type="sldNum" sz="quarter" idx="5"/>
          </p:nvPr>
        </p:nvSpPr>
        <p:spPr/>
        <p:txBody>
          <a:bodyPr/>
          <a:lstStyle/>
          <a:p>
            <a:fld id="{548901C6-1DA1-FB44-ABEE-06A0FEB7738E}" type="slidenum">
              <a:rPr lang="en-GB" smtClean="0"/>
              <a:pPr/>
              <a:t>34</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193224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Nano provides a simple cut-and-paste mechanism using keyboard shortcuts. Pressing </a:t>
            </a:r>
            <a:r>
              <a:rPr lang="en-GB" b="1" dirty="0" err="1"/>
              <a:t>Ctrl+K</a:t>
            </a:r>
            <a:r>
              <a:rPr lang="en-GB" dirty="0"/>
              <a:t> removes the current line and stores it in Nano's cut buffer. Pressing </a:t>
            </a:r>
            <a:r>
              <a:rPr lang="en-GB" b="1" dirty="0" err="1"/>
              <a:t>Ctrl+U</a:t>
            </a:r>
            <a:r>
              <a:rPr lang="en-GB" dirty="0"/>
              <a:t> pastes the stored text at the current cursor position.</a:t>
            </a:r>
          </a:p>
          <a:p>
            <a:endParaRPr lang="en-GB" dirty="0"/>
          </a:p>
          <a:p>
            <a:r>
              <a:rPr lang="en-GB" dirty="0"/>
              <a:t>Unlike graphical editors, Nano does not require a mouse for basic editing tasks. Repeatedly pressing </a:t>
            </a:r>
            <a:r>
              <a:rPr lang="en-GB" b="1" dirty="0" err="1"/>
              <a:t>Ctrl+K</a:t>
            </a:r>
            <a:r>
              <a:rPr lang="en-GB" dirty="0"/>
              <a:t> allows multiple consecutive lines to be cut and then pasted together elsewhere in the file.</a:t>
            </a:r>
          </a:p>
          <a:p>
            <a:endParaRPr lang="en-GB" dirty="0"/>
          </a:p>
          <a:p>
            <a:r>
              <a:rPr lang="en-GB" dirty="0"/>
              <a:t>For most administration work, </a:t>
            </a:r>
            <a:r>
              <a:rPr lang="en-GB" b="1" dirty="0" err="1"/>
              <a:t>Ctrl+K</a:t>
            </a:r>
            <a:r>
              <a:rPr lang="en-GB" dirty="0"/>
              <a:t> and </a:t>
            </a:r>
            <a:r>
              <a:rPr lang="en-GB" b="1" dirty="0" err="1"/>
              <a:t>Ctrl+U</a:t>
            </a:r>
            <a:r>
              <a:rPr lang="en-GB" dirty="0"/>
              <a:t> are sufficient for moving configuration entries or reorganising text. More advanced text selection features exist but are rarely required for everyday Linux administration.</a:t>
            </a:r>
          </a:p>
          <a:p>
            <a:pPr marL="12700">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35</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068066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noProof="0" dirty="0"/>
              <a:t>Nano is designed to be simple and approachable. Unlike Vim, there are no modes to remember; you can begin typing immediately when the editor opens.</a:t>
            </a:r>
          </a:p>
          <a:p>
            <a:pPr marL="12700">
              <a:lnSpc>
                <a:spcPct val="100000"/>
              </a:lnSpc>
              <a:spcBef>
                <a:spcPts val="105"/>
              </a:spcBef>
            </a:pPr>
            <a:endParaRPr lang="en-GB" dirty="0"/>
          </a:p>
          <a:p>
            <a:pPr marL="12700">
              <a:lnSpc>
                <a:spcPct val="100000"/>
              </a:lnSpc>
              <a:spcBef>
                <a:spcPts val="105"/>
              </a:spcBef>
            </a:pPr>
            <a:r>
              <a:rPr lang="en-GB" noProof="0" dirty="0"/>
              <a:t>For most day-to-day administration tasks, only two commands are essential:</a:t>
            </a:r>
          </a:p>
          <a:p>
            <a:pPr marL="641350" lvl="1" indent="-171450">
              <a:spcBef>
                <a:spcPts val="105"/>
              </a:spcBef>
              <a:buFont typeface="Arial" panose="020B0604020202020204" pitchFamily="34" charset="0"/>
              <a:buChar char="•"/>
              <a:tabLst>
                <a:tab pos="1438275" algn="l"/>
              </a:tabLst>
            </a:pPr>
            <a:r>
              <a:rPr lang="en-GB" b="1" noProof="0" dirty="0" err="1"/>
              <a:t>Ctrl+O</a:t>
            </a:r>
            <a:r>
              <a:rPr lang="en-GB" b="1" noProof="0" dirty="0"/>
              <a:t> </a:t>
            </a:r>
            <a:r>
              <a:rPr lang="en-GB" noProof="0" dirty="0"/>
              <a:t>	saves the file (Write Out)</a:t>
            </a:r>
          </a:p>
          <a:p>
            <a:pPr marL="641350" lvl="1" indent="-171450">
              <a:spcBef>
                <a:spcPts val="105"/>
              </a:spcBef>
              <a:buFont typeface="Arial" panose="020B0604020202020204" pitchFamily="34" charset="0"/>
              <a:buChar char="•"/>
              <a:tabLst>
                <a:tab pos="1438275" algn="l"/>
              </a:tabLst>
            </a:pPr>
            <a:r>
              <a:rPr lang="en-GB" b="1" noProof="0" dirty="0" err="1"/>
              <a:t>Ctrl+X</a:t>
            </a:r>
            <a:r>
              <a:rPr lang="en-GB" b="1" noProof="0" dirty="0"/>
              <a:t> </a:t>
            </a:r>
            <a:r>
              <a:rPr lang="en-GB" noProof="0" dirty="0"/>
              <a:t>	exits Nano</a:t>
            </a:r>
          </a:p>
          <a:p>
            <a:pPr marL="12700">
              <a:lnSpc>
                <a:spcPct val="100000"/>
              </a:lnSpc>
              <a:spcBef>
                <a:spcPts val="105"/>
              </a:spcBef>
            </a:pPr>
            <a:endParaRPr lang="en-GB" dirty="0"/>
          </a:p>
          <a:p>
            <a:pPr marL="12700">
              <a:lnSpc>
                <a:spcPct val="100000"/>
              </a:lnSpc>
              <a:spcBef>
                <a:spcPts val="105"/>
              </a:spcBef>
            </a:pPr>
            <a:r>
              <a:rPr lang="en-GB" noProof="0" dirty="0"/>
              <a:t>If changes have not been saved, Nano will prompt you before exiting, helping prevent accidental data loss.</a:t>
            </a:r>
          </a:p>
          <a:p>
            <a:pPr marL="12700">
              <a:lnSpc>
                <a:spcPct val="100000"/>
              </a:lnSpc>
              <a:spcBef>
                <a:spcPts val="105"/>
              </a:spcBef>
            </a:pPr>
            <a:endParaRPr lang="en-GB" dirty="0"/>
          </a:p>
          <a:p>
            <a:pPr marL="12700">
              <a:lnSpc>
                <a:spcPct val="100000"/>
              </a:lnSpc>
              <a:spcBef>
                <a:spcPts val="105"/>
              </a:spcBef>
            </a:pPr>
            <a:r>
              <a:rPr lang="en-GB" noProof="0" dirty="0"/>
              <a:t>Nano also provides a few useful editing shortcuts. </a:t>
            </a:r>
            <a:r>
              <a:rPr lang="en-GB" noProof="0" dirty="0" err="1"/>
              <a:t>Ctrl+K</a:t>
            </a:r>
            <a:r>
              <a:rPr lang="en-GB" noProof="0" dirty="0"/>
              <a:t> cuts the current line and </a:t>
            </a:r>
            <a:r>
              <a:rPr lang="en-GB" noProof="0" dirty="0" err="1"/>
              <a:t>Ctrl+U</a:t>
            </a:r>
            <a:r>
              <a:rPr lang="en-GB" noProof="0" dirty="0"/>
              <a:t> pastes previously cut text, making it easy to move configuration entries or blocks of text. Ctrl+\ performs search and replace operations within the file.</a:t>
            </a:r>
          </a:p>
          <a:p>
            <a:pPr marL="12700">
              <a:lnSpc>
                <a:spcPct val="100000"/>
              </a:lnSpc>
              <a:spcBef>
                <a:spcPts val="105"/>
              </a:spcBef>
            </a:pPr>
            <a:endParaRPr lang="en-GB" dirty="0"/>
          </a:p>
          <a:p>
            <a:pPr marL="12700">
              <a:lnSpc>
                <a:spcPct val="100000"/>
              </a:lnSpc>
              <a:spcBef>
                <a:spcPts val="105"/>
              </a:spcBef>
            </a:pPr>
            <a:r>
              <a:rPr lang="en-GB" noProof="0" dirty="0"/>
              <a:t>One of Nano's biggest advantages for new Linux users is that the available commands are displayed at the bottom of the screen at all times, providing a built-in reminder of the most common shortcuts.</a:t>
            </a:r>
          </a:p>
        </p:txBody>
      </p:sp>
      <p:sp>
        <p:nvSpPr>
          <p:cNvPr id="4" name="Slide Number Placeholder 3"/>
          <p:cNvSpPr>
            <a:spLocks noGrp="1"/>
          </p:cNvSpPr>
          <p:nvPr>
            <p:ph type="sldNum" sz="quarter" idx="5"/>
          </p:nvPr>
        </p:nvSpPr>
        <p:spPr/>
        <p:txBody>
          <a:bodyPr/>
          <a:lstStyle/>
          <a:p>
            <a:fld id="{548901C6-1DA1-FB44-ABEE-06A0FEB7738E}" type="slidenum">
              <a:rPr lang="en-GB" smtClean="0"/>
              <a:pPr/>
              <a:t>36</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65267948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Linux provides a wide range of text editors, each designed for different styles of working. During this module, we focused on </a:t>
            </a:r>
            <a:r>
              <a:rPr lang="en-GB" b="1" dirty="0"/>
              <a:t>Vim</a:t>
            </a:r>
            <a:r>
              <a:rPr lang="en-GB" dirty="0"/>
              <a:t> and </a:t>
            </a:r>
            <a:r>
              <a:rPr lang="en-GB" b="1" dirty="0"/>
              <a:t>Nano</a:t>
            </a:r>
            <a:r>
              <a:rPr lang="en-GB" dirty="0"/>
              <a:t> because they are commonly available on Linux systems and can be used directly from a terminal session.</a:t>
            </a:r>
          </a:p>
          <a:p>
            <a:endParaRPr lang="en-GB" dirty="0"/>
          </a:p>
          <a:p>
            <a:r>
              <a:rPr lang="en-GB" b="1" dirty="0"/>
              <a:t>Nano</a:t>
            </a:r>
            <a:r>
              <a:rPr lang="en-GB" dirty="0"/>
              <a:t> is generally easier for new users to learn. It provides on-screen reminders of common commands and is well suited to quick configuration changes or occasional file editing.</a:t>
            </a:r>
          </a:p>
          <a:p>
            <a:endParaRPr lang="en-GB" dirty="0"/>
          </a:p>
          <a:p>
            <a:r>
              <a:rPr lang="en-GB" b="1" dirty="0"/>
              <a:t>Vim</a:t>
            </a:r>
            <a:r>
              <a:rPr lang="en-GB" dirty="0"/>
              <a:t> has a steeper learning curve but offers powerful editing, navigation and automation features. It is widely used by system administrators and is particularly useful when working remotely over SSH, where graphical tools may not be available.</a:t>
            </a:r>
          </a:p>
          <a:p>
            <a:endParaRPr lang="en-GB" dirty="0"/>
          </a:p>
          <a:p>
            <a:r>
              <a:rPr lang="en-GB" dirty="0"/>
              <a:t>Desktop Linux environments often provide graphical editors such as </a:t>
            </a:r>
            <a:r>
              <a:rPr lang="en-GB" b="1" dirty="0" err="1"/>
              <a:t>gedit</a:t>
            </a:r>
            <a:r>
              <a:rPr lang="en-GB" dirty="0"/>
              <a:t> or </a:t>
            </a:r>
            <a:r>
              <a:rPr lang="en-GB" b="1" dirty="0"/>
              <a:t>Kate</a:t>
            </a:r>
            <a:r>
              <a:rPr lang="en-GB" dirty="0"/>
              <a:t>. These work much like editors found on Windows and can be convenient when working in a graphical session.</a:t>
            </a:r>
          </a:p>
          <a:p>
            <a:endParaRPr lang="en-GB" dirty="0"/>
          </a:p>
          <a:p>
            <a:r>
              <a:rPr lang="en-GB" dirty="0"/>
              <a:t>There is no universally "best" editor. The most important factor is choosing a tool that allows you to work efficiently and confidently. Many experienced Linux users know both Nano and Vim, using Nano for quick changes and Vim when more advanced editing capabilities are required.</a:t>
            </a:r>
          </a:p>
          <a:p>
            <a:pPr marL="12700">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37</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15173968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38</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423805958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39</a:t>
            </a:fld>
            <a:endParaRPr lang="en-GB" dirty="0"/>
          </a:p>
        </p:txBody>
      </p:sp>
      <p:sp>
        <p:nvSpPr>
          <p:cNvPr id="7" name="Slide Image Placeholder 6">
            <a:extLst>
              <a:ext uri="{FF2B5EF4-FFF2-40B4-BE49-F238E27FC236}">
                <a16:creationId xmlns:a16="http://schemas.microsoft.com/office/drawing/2014/main" id="{37E3CDF4-8151-4C72-9D24-AEAE185BC411}"/>
              </a:ext>
            </a:extLst>
          </p:cNvPr>
          <p:cNvSpPr>
            <a:spLocks noGrp="1" noRot="1" noChangeAspect="1"/>
          </p:cNvSpPr>
          <p:nvPr>
            <p:ph type="sldImg"/>
          </p:nvPr>
        </p:nvSpPr>
        <p:spPr/>
      </p:sp>
    </p:spTree>
    <p:extLst>
      <p:ext uri="{BB962C8B-B14F-4D97-AF65-F5344CB8AC3E}">
        <p14:creationId xmlns:p14="http://schemas.microsoft.com/office/powerpoint/2010/main" val="356731835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2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Master" Target="../slideMasters/slideMaster3.xml"/><Relationship Id="rId5" Type="http://schemas.openxmlformats.org/officeDocument/2006/relationships/image" Target="../media/image26.png"/><Relationship Id="rId4" Type="http://schemas.openxmlformats.org/officeDocument/2006/relationships/image" Target="../media/image30.emf"/></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2.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3.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png"/><Relationship Id="rId1" Type="http://schemas.openxmlformats.org/officeDocument/2006/relationships/slideMaster" Target="../slideMasters/slideMaster4.xml"/><Relationship Id="rId5" Type="http://schemas.openxmlformats.org/officeDocument/2006/relationships/image" Target="../media/image26.png"/><Relationship Id="rId4" Type="http://schemas.openxmlformats.org/officeDocument/2006/relationships/image" Target="../media/image36.emf"/></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7.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8.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9.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png"/><Relationship Id="rId1" Type="http://schemas.openxmlformats.org/officeDocument/2006/relationships/slideMaster" Target="../slideMasters/slideMaster5.xml"/><Relationship Id="rId5" Type="http://schemas.openxmlformats.org/officeDocument/2006/relationships/image" Target="../media/image26.png"/><Relationship Id="rId4" Type="http://schemas.openxmlformats.org/officeDocument/2006/relationships/image" Target="../media/image42.emf"/></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3.pn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4.pn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5.pn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46.png"/><Relationship Id="rId1" Type="http://schemas.openxmlformats.org/officeDocument/2006/relationships/slideMaster" Target="../slideMasters/slideMaster6.xml"/><Relationship Id="rId5" Type="http://schemas.openxmlformats.org/officeDocument/2006/relationships/image" Target="../media/image26.png"/><Relationship Id="rId4" Type="http://schemas.openxmlformats.org/officeDocument/2006/relationships/image" Target="../media/image48.emf"/></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9.png"/><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0.pn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1.pn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image" Target="../media/image52.png"/><Relationship Id="rId1" Type="http://schemas.openxmlformats.org/officeDocument/2006/relationships/slideMaster" Target="../slideMasters/slideMaster7.xml"/><Relationship Id="rId5" Type="http://schemas.openxmlformats.org/officeDocument/2006/relationships/image" Target="../media/image26.png"/><Relationship Id="rId4" Type="http://schemas.openxmlformats.org/officeDocument/2006/relationships/image" Target="../media/image54.emf"/></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5.png"/><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6.png"/><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7.png"/><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8.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8.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8.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8.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8.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image" Target="../media/image58.png"/><Relationship Id="rId1" Type="http://schemas.openxmlformats.org/officeDocument/2006/relationships/slideMaster" Target="../slideMasters/slideMaster8.xml"/><Relationship Id="rId5" Type="http://schemas.openxmlformats.org/officeDocument/2006/relationships/image" Target="../media/image26.png"/><Relationship Id="rId4" Type="http://schemas.openxmlformats.org/officeDocument/2006/relationships/image" Target="../media/image60.emf"/></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1.png"/><Relationship Id="rId1" Type="http://schemas.openxmlformats.org/officeDocument/2006/relationships/slideMaster" Target="../slideMasters/slideMaster8.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2.png"/><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3.png"/><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usiness/Marketing - 1">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10" name="Picture 9" descr="A person holding an orange paper&#10;&#10;Description automatically generated">
            <a:extLst>
              <a:ext uri="{FF2B5EF4-FFF2-40B4-BE49-F238E27FC236}">
                <a16:creationId xmlns:a16="http://schemas.microsoft.com/office/drawing/2014/main" id="{04697691-3082-2ECF-DAB8-FE29E8E66DDD}"/>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49922"/>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91237393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usiness/Marketing - 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talking to another person&#10;&#10;Description automatically generated">
            <a:extLst>
              <a:ext uri="{FF2B5EF4-FFF2-40B4-BE49-F238E27FC236}">
                <a16:creationId xmlns:a16="http://schemas.microsoft.com/office/drawing/2014/main" id="{BD578162-5FB4-6C6D-006A-D95E9BA25FA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59064"/>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547826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usiness/Marketing - 3">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8" name="Picture 7" descr="A person and person standing in an office&#10;&#10;Description automatically generated">
            <a:extLst>
              <a:ext uri="{FF2B5EF4-FFF2-40B4-BE49-F238E27FC236}">
                <a16:creationId xmlns:a16="http://schemas.microsoft.com/office/drawing/2014/main" id="{5A656440-781D-FF89-A173-6F135D6EB40D}"/>
              </a:ext>
            </a:extLst>
          </p:cNvPr>
          <p:cNvPicPr>
            <a:picLocks noChangeAspect="1"/>
          </p:cNvPicPr>
          <p:nvPr userDrawn="1"/>
        </p:nvPicPr>
        <p:blipFill>
          <a:blip r:embed="rId2">
            <a:extLst>
              <a:ext uri="{28A0092B-C50C-407E-A947-70E740481C1C}">
                <a14:useLocalDpi xmlns:a14="http://schemas.microsoft.com/office/drawing/2010/main" val="0"/>
              </a:ext>
            </a:extLst>
          </a:blip>
          <a:srcRect t="-118"/>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8146165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Business/Marketing - 4">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67CEBF45-943F-B807-5DB4-2E9C2442F67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89" y="0"/>
            <a:ext cx="5663609"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322034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Business/Marketing - 5">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10FDA179-75B5-61CF-9CC0-8277D61F403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79371051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Blu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900B100-2687-1806-91A0-1745BAAE233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3"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811363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Yello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85F22E-218E-4306-C170-579CCBF0BB8A}"/>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54975612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Red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217865-0F45-7305-80EA-583FC42047A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162475033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5275451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Orang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C7FB40-8E4C-9F3C-39E4-77F63BEB70F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17498587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Green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4CAA40E-1785-77D1-B497-23C4B7D0F1D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77020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CB853B-6666-2B54-6421-F982E0932E7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5" name="Picture 4">
            <a:extLst>
              <a:ext uri="{FF2B5EF4-FFF2-40B4-BE49-F238E27FC236}">
                <a16:creationId xmlns:a16="http://schemas.microsoft.com/office/drawing/2014/main" id="{D526B79A-062B-09A4-399F-9A4F4ABCAA8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7"/>
            <a:ext cx="1972082" cy="650979"/>
          </a:xfrm>
          <a:prstGeom prst="rect">
            <a:avLst/>
          </a:prstGeom>
        </p:spPr>
      </p:pic>
    </p:spTree>
    <p:extLst>
      <p:ext uri="{BB962C8B-B14F-4D97-AF65-F5344CB8AC3E}">
        <p14:creationId xmlns:p14="http://schemas.microsoft.com/office/powerpoint/2010/main" val="304424972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lack_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923268F-18BB-EA9A-A601-DD97D746AC7D}"/>
              </a:ext>
            </a:extLst>
          </p:cNvPr>
          <p:cNvSpPr/>
          <p:nvPr userDrawn="1"/>
        </p:nvSpPr>
        <p:spPr>
          <a:xfrm flipH="1">
            <a:off x="0" y="512763"/>
            <a:ext cx="3863975" cy="6153213"/>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573B24FD-F975-8AFC-9607-A7F61051FCED}"/>
              </a:ext>
            </a:extLst>
          </p:cNvPr>
          <p:cNvSpPr>
            <a:spLocks noGrp="1"/>
          </p:cNvSpPr>
          <p:nvPr>
            <p:ph type="title" hasCustomPrompt="1"/>
          </p:nvPr>
        </p:nvSpPr>
        <p:spPr>
          <a:xfrm>
            <a:off x="515940" y="1094400"/>
            <a:ext cx="2914134" cy="1166400"/>
          </a:xfrm>
          <a:ln>
            <a:noFill/>
          </a:ln>
        </p:spPr>
        <p:txBody>
          <a:bodyPr tIns="126000" bIns="46800" anchor="t"/>
          <a:lstStyle>
            <a:lvl1pPr algn="l">
              <a:defRPr>
                <a:solidFill>
                  <a:schemeClr val="bg1"/>
                </a:solidFill>
              </a:defRPr>
            </a:lvl1pPr>
          </a:lstStyle>
          <a:p>
            <a:r>
              <a:rPr lang="en-US" dirty="0"/>
              <a:t>Click to edit Agenda/ TOC title style</a:t>
            </a:r>
            <a:endParaRPr lang="en-GB" dirty="0"/>
          </a:p>
        </p:txBody>
      </p:sp>
      <p:sp>
        <p:nvSpPr>
          <p:cNvPr id="14" name="Text Placeholder 13">
            <a:extLst>
              <a:ext uri="{FF2B5EF4-FFF2-40B4-BE49-F238E27FC236}">
                <a16:creationId xmlns:a16="http://schemas.microsoft.com/office/drawing/2014/main" id="{8E7018EA-03DA-0C52-42A5-298818F40F63}"/>
              </a:ext>
            </a:extLst>
          </p:cNvPr>
          <p:cNvSpPr>
            <a:spLocks noGrp="1"/>
          </p:cNvSpPr>
          <p:nvPr>
            <p:ph type="body" sz="quarter" idx="10" hasCustomPrompt="1"/>
          </p:nvPr>
        </p:nvSpPr>
        <p:spPr>
          <a:xfrm>
            <a:off x="4403725" y="1093788"/>
            <a:ext cx="7272338" cy="5214937"/>
          </a:xfrm>
        </p:spPr>
        <p:txBody>
          <a:bodyPr/>
          <a:lstStyle>
            <a:lvl1pPr marL="0" indent="0">
              <a:lnSpc>
                <a:spcPct val="150000"/>
              </a:lnSpc>
              <a:buNone/>
              <a:tabLst>
                <a:tab pos="5740400" algn="l"/>
              </a:tabLst>
              <a:defRPr/>
            </a:lvl1pPr>
            <a:lvl2pPr marL="457200" indent="0">
              <a:buNone/>
              <a:tabLst/>
              <a:defRPr/>
            </a:lvl2pPr>
            <a:lvl3pPr marL="914400" indent="0">
              <a:buNone/>
              <a:tabLst/>
              <a:defRPr/>
            </a:lvl3pPr>
            <a:lvl4pPr marL="1371600" indent="0">
              <a:buNone/>
              <a:tabLst/>
              <a:defRPr/>
            </a:lvl4pPr>
          </a:lstStyle>
          <a:p>
            <a:pPr lvl="0"/>
            <a:r>
              <a:rPr lang="en-US" dirty="0"/>
              <a:t>Click to edit Agenda/TOC styles</a:t>
            </a:r>
          </a:p>
        </p:txBody>
      </p:sp>
    </p:spTree>
    <p:extLst>
      <p:ext uri="{BB962C8B-B14F-4D97-AF65-F5344CB8AC3E}">
        <p14:creationId xmlns:p14="http://schemas.microsoft.com/office/powerpoint/2010/main" val="16486665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Green - Plus Symbol">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1F750EB8-8B5E-27BB-F5B5-15E38895D8B5}"/>
              </a:ext>
            </a:extLst>
          </p:cNvPr>
          <p:cNvSpPr/>
          <p:nvPr userDrawn="1"/>
        </p:nvSpPr>
        <p:spPr>
          <a:xfrm>
            <a:off x="0" y="6663189"/>
            <a:ext cx="12192000" cy="194811"/>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3147293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Blue - Plai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2466573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Blue - Plus Symbol">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3pPr>
              <a:defRPr/>
            </a:lvl3pPr>
            <a:lvl4pPr>
              <a:defRPr/>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1F750EB8-8B5E-27BB-F5B5-15E38895D8B5}"/>
              </a:ext>
            </a:extLst>
          </p:cNvPr>
          <p:cNvSpPr/>
          <p:nvPr userDrawn="1"/>
        </p:nvSpPr>
        <p:spPr>
          <a:xfrm>
            <a:off x="0" y="6663189"/>
            <a:ext cx="12192000" cy="1948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404805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Red - Plai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2617920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Red - Plus Symbol">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1F750EB8-8B5E-27BB-F5B5-15E38895D8B5}"/>
              </a:ext>
            </a:extLst>
          </p:cNvPr>
          <p:cNvSpPr/>
          <p:nvPr userDrawn="1"/>
        </p:nvSpPr>
        <p:spPr>
          <a:xfrm>
            <a:off x="0" y="6663189"/>
            <a:ext cx="12192000" cy="19481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7287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u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D2F0620-6E87-D078-F005-280481B46EF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7852307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u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8" name="Picture 7">
            <a:extLst>
              <a:ext uri="{FF2B5EF4-FFF2-40B4-BE49-F238E27FC236}">
                <a16:creationId xmlns:a16="http://schemas.microsoft.com/office/drawing/2014/main" id="{95D8961C-132F-4F5B-9513-3BEEB7EC740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22380720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u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C30AB-4BD7-1BEE-D547-04278C77F57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1510911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u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A4A0AF7-E60F-D26C-223A-64972B70308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E784AA55-C870-2115-4570-2D8A771D8E82}"/>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33E9731A-D775-7881-2ADE-9A501C24649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704220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u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2A10433-18F2-F019-2A4C-866AA14AE49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7851615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u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8" name="Picture 7">
            <a:extLst>
              <a:ext uri="{FF2B5EF4-FFF2-40B4-BE49-F238E27FC236}">
                <a16:creationId xmlns:a16="http://schemas.microsoft.com/office/drawing/2014/main" id="{5C022282-7C40-5A57-692E-44D409C5BF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0" cy="881899"/>
          </a:xfrm>
          <a:prstGeom prst="rect">
            <a:avLst/>
          </a:prstGeom>
        </p:spPr>
      </p:pic>
      <p:pic>
        <p:nvPicPr>
          <p:cNvPr id="12" name="Picture 11">
            <a:extLst>
              <a:ext uri="{FF2B5EF4-FFF2-40B4-BE49-F238E27FC236}">
                <a16:creationId xmlns:a16="http://schemas.microsoft.com/office/drawing/2014/main" id="{2BCAA29C-63B0-9448-5C14-96920038F1B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022344C5-2C6A-6968-FC4F-D7A4F001B0B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5852089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u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F4AB0FA7-2EA8-46CD-3DD8-9A8AB864529F}"/>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1081213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u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696AA4DE-F380-3C2D-4A19-3FFC6A6A497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8985427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u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 uri="{C183D7F6-B498-43B3-948B-1728B52AA6E4}">
                <adec:decorative xmlns:adec="http://schemas.microsoft.com/office/drawing/2017/decorative" val="0"/>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39219E7-A5DF-DCFC-ECD4-D3B7C588338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722513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u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5" name="Picture 4">
            <a:extLst>
              <a:ext uri="{FF2B5EF4-FFF2-40B4-BE49-F238E27FC236}">
                <a16:creationId xmlns:a16="http://schemas.microsoft.com/office/drawing/2014/main" id="{C8E707AA-EFC2-FC0D-980D-5A04483F54C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4440488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Yello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C19CFEDB-1653-0EED-46D8-475B98465B4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351191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Yello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C3730F2-6DEC-D896-1430-33605078FC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8029478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Yello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E2A2D6B-ABC5-BCE1-3725-0A105BCE6E1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7456875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Yellow_image+text_v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02858F-B20D-C124-765A-91E5E5C4916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id="{75DA1C70-139A-A7C6-8271-6F38BBB4B959}"/>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7" name="Content Placeholder 5">
            <a:extLst>
              <a:ext uri="{FF2B5EF4-FFF2-40B4-BE49-F238E27FC236}">
                <a16:creationId xmlns:a16="http://schemas.microsoft.com/office/drawing/2014/main" id="{080A5B11-85BD-B494-600D-3402BBF9D8B0}"/>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2" name="Text Placeholder 6">
            <a:extLst>
              <a:ext uri="{FF2B5EF4-FFF2-40B4-BE49-F238E27FC236}">
                <a16:creationId xmlns:a16="http://schemas.microsoft.com/office/drawing/2014/main" id="{0EA56FB2-667C-DAC6-0BC5-0F43E110DB83}"/>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2FD56FE-21A4-046E-1FD0-FA742B41035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965661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Yello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8B625F-2939-0076-EE39-F5E9774F09E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48190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Yello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03CEB9C0-B1BF-F2F0-CFBD-DBAA3B7E832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4" name="Picture 3">
            <a:extLst>
              <a:ext uri="{FF2B5EF4-FFF2-40B4-BE49-F238E27FC236}">
                <a16:creationId xmlns:a16="http://schemas.microsoft.com/office/drawing/2014/main" id="{351BCE8B-B415-2BED-F4E1-46E84CF60B1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pic>
        <p:nvPicPr>
          <p:cNvPr id="3" name="Picture 2">
            <a:extLst>
              <a:ext uri="{FF2B5EF4-FFF2-40B4-BE49-F238E27FC236}">
                <a16:creationId xmlns:a16="http://schemas.microsoft.com/office/drawing/2014/main" id="{D96D993C-5A39-AF81-154F-95170C32DF08}"/>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4879838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Yello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4D6264FC-E45E-4A65-ECA6-F6E6C78FF5C5}"/>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125063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Yello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5DBBE13A-E1A6-9F15-F402-BD17E71929A8}"/>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2735521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Yello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86B467-B6E6-07FD-82C2-C8A720A2FAA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0843026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Yello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FE50924B-6CC7-5CA4-2459-E85A3EB990A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23128021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Red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B9174DD2-79E4-DA24-0FFC-AA922A467A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51754207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Red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pic>
        <p:nvPicPr>
          <p:cNvPr id="6" name="Picture 5">
            <a:extLst>
              <a:ext uri="{FF2B5EF4-FFF2-40B4-BE49-F238E27FC236}">
                <a16:creationId xmlns:a16="http://schemas.microsoft.com/office/drawing/2014/main" id="{0DCA14C3-7ED5-46A2-17DF-41AE41BFC37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9450891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Red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41A2384-AB6C-1FB5-35F0-9F0E3D0A4E6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0190811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Red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5E7C4392-7068-04E6-20E1-4BBCA1386C0A}"/>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5F91432-260F-83D5-486C-E3B551E2ACBF}"/>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9FEABEF-5D6F-38BC-0E0A-DA96D9716C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54840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Red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6063FAD-08EF-BC2C-950C-16B3F0DE190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5982617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Red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96FEF6-B591-9B6F-F783-763A926B77E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8" name="Picture 7">
            <a:extLst>
              <a:ext uri="{FF2B5EF4-FFF2-40B4-BE49-F238E27FC236}">
                <a16:creationId xmlns:a16="http://schemas.microsoft.com/office/drawing/2014/main" id="{5ADEBD8F-B578-3E5F-0F06-192614975472}"/>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81EE01A-23C2-F8D5-2384-023AC8FA97E0}"/>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9848582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Red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85256DBB-84CC-C614-857B-C35C00C4AB1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22719890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ed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3D5CAE40-06A7-714E-722E-1EB095B8FE1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372833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Red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6B6BAC1-D792-8826-2337-B6A97D9A6F6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819918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Red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4B1F8BED-FE48-CDF0-DEFB-8F7954964A9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7424434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Green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D630461-FF09-AE3A-830B-60852F9A836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89304766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Green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3BBDAFE-3463-2F49-E910-428222427573}"/>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101860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Green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F5DD92F-2C07-73B9-B390-73B00479653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965548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Green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F8C62C48-B4FC-0C92-2FD2-2D4AACC4DD15}"/>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0AD711B9-F295-7F9C-3A4F-1116B45B62C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55278A0-C5E7-0F91-FA5D-B53388E5F65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2402766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Green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C364825-0C99-1A6F-72FE-EBD3B38BDD1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36556119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Green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C243CC-3824-5807-3C69-6EEB0749E73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2" name="Picture 1">
            <a:extLst>
              <a:ext uri="{FF2B5EF4-FFF2-40B4-BE49-F238E27FC236}">
                <a16:creationId xmlns:a16="http://schemas.microsoft.com/office/drawing/2014/main" id="{480F448F-030F-0DD7-92C5-68D5DB7D0C9F}"/>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36002736-0B0C-97D2-6858-41E62A667891}"/>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09289571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Green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34FE57C0-8EB6-2F8A-9E5B-3DC9F8E1DE5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04417228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Green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14E64E92-AD3E-BA76-4490-B706C44AC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76037272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Green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5363842-446F-A21D-AB60-B1E5997B0E0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262530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Green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C4EBBC7E-E4F7-506B-BF90-CAA82E82041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4147224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66FDA6DA-A09B-E661-C701-83631A4422D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9475224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FB6E4D2-0D65-2FC1-182E-9DA3C208A6B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1532740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1008DA0-5295-D75C-0FE0-632E0C11E4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127985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W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6AB3388-802E-7B9B-7386-5AF80CDF16C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473B3AC-AF7F-86D1-5DB4-7B53B835C9BE}"/>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B49F0CE-684B-DB8B-145F-C329BD62D35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638146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4E39C6B-D41F-5AD8-64AA-312B1C2E436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5824270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B/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CCA076-EDFD-D91F-15A9-688C5B09155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E343ED6A-BB5E-C793-4091-0F75D5BF67CD}"/>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9638542B-692B-0B4A-EA75-7BC9459A2E46}"/>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6699012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A4F6843B-CBB4-1F01-0AEC-1BDA76C02CE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2141813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C6084BB7-FD33-E999-BB00-95C0B46F38A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55453986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B/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87CA38A-68D0-CAE1-B333-86E61211039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3525073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B/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E21EB1F4-036A-EB96-EB90-23B4F28871BA}"/>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2169294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Purpl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FAF83E-84C1-EB63-2AE6-A697F4B2314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4734632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Purpl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A9F038F-3F25-E2F9-C87A-21E6BA0347E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5396634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Purpl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D058DBC-ECFC-992C-B787-CF026CF7FC2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5615888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Purpl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3EADF05-6147-C359-65E0-0B6C167D1B0D}"/>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4A3EF1E2-21DA-1F1B-ED20-1E0CA140086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FF1A10E-9321-C019-89DF-4455D521905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69127333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Purpl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E63F0D2-F250-3107-1483-DBDD26CD5D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12158531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Purpl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10531E-8BB5-02D6-AFEC-E5A33795F5F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2" name="Picture 1">
            <a:extLst>
              <a:ext uri="{FF2B5EF4-FFF2-40B4-BE49-F238E27FC236}">
                <a16:creationId xmlns:a16="http://schemas.microsoft.com/office/drawing/2014/main" id="{56DA6B95-D3C8-78E5-07B4-FD97F67B4DA4}"/>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D9A27BC2-2F18-5323-A182-B58E5988F64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5218282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Purpl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764599EA-33A9-714A-71F9-C9917BED559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00062051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Purpl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4ED66C63-7725-D0B5-A2BA-B83166EDE7E9}"/>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2598413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Purpl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25625-45A1-4974-9E2F-ACF1457967F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03864472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Purpl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8A974466-2D86-293F-6B05-5E0EFB38430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46661064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image" Target="../media/image25.png"/><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theme" Target="../theme/theme3.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image" Target="../media/image25.png"/><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theme" Target="../theme/theme4.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image" Target="../media/image25.png"/><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theme" Target="../theme/theme5.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6.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image" Target="../media/image25.png"/><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theme" Target="../theme/theme6.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6.xml"/><Relationship Id="rId3" Type="http://schemas.openxmlformats.org/officeDocument/2006/relationships/slideLayout" Target="../slideLayouts/slideLayout61.xml"/><Relationship Id="rId7" Type="http://schemas.openxmlformats.org/officeDocument/2006/relationships/slideLayout" Target="../slideLayouts/slideLayout65.xml"/><Relationship Id="rId12" Type="http://schemas.openxmlformats.org/officeDocument/2006/relationships/image" Target="../media/image25.png"/><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theme" Target="../theme/theme7.xml"/><Relationship Id="rId5" Type="http://schemas.openxmlformats.org/officeDocument/2006/relationships/slideLayout" Target="../slideLayouts/slideLayout63.xml"/><Relationship Id="rId10" Type="http://schemas.openxmlformats.org/officeDocument/2006/relationships/slideLayout" Target="../slideLayouts/slideLayout68.xml"/><Relationship Id="rId4" Type="http://schemas.openxmlformats.org/officeDocument/2006/relationships/slideLayout" Target="../slideLayouts/slideLayout62.xml"/><Relationship Id="rId9" Type="http://schemas.openxmlformats.org/officeDocument/2006/relationships/slideLayout" Target="../slideLayouts/slideLayout6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76.xml"/><Relationship Id="rId3" Type="http://schemas.openxmlformats.org/officeDocument/2006/relationships/slideLayout" Target="../slideLayouts/slideLayout71.xml"/><Relationship Id="rId7" Type="http://schemas.openxmlformats.org/officeDocument/2006/relationships/slideLayout" Target="../slideLayouts/slideLayout75.xml"/><Relationship Id="rId12" Type="http://schemas.openxmlformats.org/officeDocument/2006/relationships/image" Target="../media/image25.png"/><Relationship Id="rId2" Type="http://schemas.openxmlformats.org/officeDocument/2006/relationships/slideLayout" Target="../slideLayouts/slideLayout70.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theme" Target="../theme/theme8.xml"/><Relationship Id="rId5" Type="http://schemas.openxmlformats.org/officeDocument/2006/relationships/slideLayout" Target="../slideLayouts/slideLayout73.xml"/><Relationship Id="rId10" Type="http://schemas.openxmlformats.org/officeDocument/2006/relationships/slideLayout" Target="../slideLayouts/slideLayout78.xml"/><Relationship Id="rId4" Type="http://schemas.openxmlformats.org/officeDocument/2006/relationships/slideLayout" Target="../slideLayouts/slideLayout72.xml"/><Relationship Id="rId9" Type="http://schemas.openxmlformats.org/officeDocument/2006/relationships/slideLayout" Target="../slideLayouts/slideLayout7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7193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945" r:id="rId3"/>
    <p:sldLayoutId id="2147483946" r:id="rId4"/>
    <p:sldLayoutId id="2147483947"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guide id="9" pos="325" userDrawn="1">
          <p15:clr>
            <a:srgbClr val="F26B43"/>
          </p15:clr>
        </p15:guide>
        <p15:guide id="10" orient="horz" pos="2478" userDrawn="1">
          <p15:clr>
            <a:srgbClr val="F26B43"/>
          </p15:clr>
        </p15:guide>
        <p15:guide id="11" orient="horz" pos="32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850972"/>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956" r:id="rId8"/>
    <p:sldLayoutId id="2147483957" r:id="rId9"/>
    <p:sldLayoutId id="2147483958" r:id="rId10"/>
    <p:sldLayoutId id="2147483959" r:id="rId11"/>
    <p:sldLayoutId id="2147483960" r:id="rId12"/>
    <p:sldLayoutId id="214748396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F334A430-5193-9483-EEDE-569F4A32A8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217866481"/>
      </p:ext>
    </p:extLst>
  </p:cSld>
  <p:clrMap bg1="lt1" tx1="dk1" bg2="lt2" tx2="dk2" accent1="accent1" accent2="accent2" accent3="accent3" accent4="accent4" accent5="accent5" accent6="accent6" hlink="hlink" folHlink="folHlink"/>
  <p:sldLayoutIdLst>
    <p:sldLayoutId id="2147483777" r:id="rId1"/>
    <p:sldLayoutId id="2147483797" r:id="rId2"/>
    <p:sldLayoutId id="2147483780" r:id="rId3"/>
    <p:sldLayoutId id="2147483781" r:id="rId4"/>
    <p:sldLayoutId id="2147483798" r:id="rId5"/>
    <p:sldLayoutId id="2147483872" r:id="rId6"/>
    <p:sldLayoutId id="2147483786" r:id="rId7"/>
    <p:sldLayoutId id="2147483788" r:id="rId8"/>
    <p:sldLayoutId id="2147483873" r:id="rId9"/>
    <p:sldLayoutId id="21474837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848A3F5E-1236-23F6-5236-3FAD012CBE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684537100"/>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59" r:id="rId4"/>
    <p:sldLayoutId id="2147483879" r:id="rId5"/>
    <p:sldLayoutId id="2147483880" r:id="rId6"/>
    <p:sldLayoutId id="2147483881" r:id="rId7"/>
    <p:sldLayoutId id="2147483882" r:id="rId8"/>
    <p:sldLayoutId id="2147483883" r:id="rId9"/>
    <p:sldLayoutId id="2147483884"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1683F0D5-4147-71E2-B2A7-09736BD6E1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175251079"/>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1" r:id="rId5"/>
    <p:sldLayoutId id="2147483892" r:id="rId6"/>
    <p:sldLayoutId id="2147483893" r:id="rId7"/>
    <p:sldLayoutId id="2147483894" r:id="rId8"/>
    <p:sldLayoutId id="2147483895" r:id="rId9"/>
    <p:sldLayoutId id="21474838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EF2D64E5-DE40-8B2B-7400-731C8C1F4B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031503955"/>
      </p:ext>
    </p:extLst>
  </p:cSld>
  <p:clrMap bg1="lt1" tx1="dk1" bg2="lt2" tx2="dk2" accent1="accent1" accent2="accent2" accent3="accent3" accent4="accent4" accent5="accent5" accent6="accent6" hlink="hlink" folHlink="folHlink"/>
  <p:sldLayoutIdLst>
    <p:sldLayoutId id="2147483920" r:id="rId1"/>
    <p:sldLayoutId id="2147483921" r:id="rId2"/>
    <p:sldLayoutId id="2147483922" r:id="rId3"/>
    <p:sldLayoutId id="2147483923" r:id="rId4"/>
    <p:sldLayoutId id="2147483924" r:id="rId5"/>
    <p:sldLayoutId id="2147483925" r:id="rId6"/>
    <p:sldLayoutId id="2147483926" r:id="rId7"/>
    <p:sldLayoutId id="2147483927" r:id="rId8"/>
    <p:sldLayoutId id="2147483928" r:id="rId9"/>
    <p:sldLayoutId id="2147483929"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053B8D01-33E2-B6D7-43AD-647436D96C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6447705"/>
      </p:ext>
    </p:extLst>
  </p:cSld>
  <p:clrMap bg1="lt1" tx1="dk1" bg2="lt2" tx2="dk2" accent1="accent1" accent2="accent2" accent3="accent3" accent4="accent4" accent5="accent5" accent6="accent6" hlink="hlink" folHlink="folHlink"/>
  <p:sldLayoutIdLst>
    <p:sldLayoutId id="2147483931" r:id="rId1"/>
    <p:sldLayoutId id="2147483932" r:id="rId2"/>
    <p:sldLayoutId id="2147483933" r:id="rId3"/>
    <p:sldLayoutId id="2147483934" r:id="rId4"/>
    <p:sldLayoutId id="2147483935" r:id="rId5"/>
    <p:sldLayoutId id="2147483936" r:id="rId6"/>
    <p:sldLayoutId id="2147483937" r:id="rId7"/>
    <p:sldLayoutId id="2147483938" r:id="rId8"/>
    <p:sldLayoutId id="2147483939" r:id="rId9"/>
    <p:sldLayoutId id="2147483940"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5DA4E335-689A-BB63-649D-BD74FAB557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971128060"/>
      </p:ext>
    </p:extLst>
  </p:cSld>
  <p:clrMap bg1="lt1" tx1="dk1" bg2="lt2" tx2="dk2" accent1="accent1" accent2="accent2" accent3="accent3" accent4="accent4" accent5="accent5" accent6="accent6" hlink="hlink" folHlink="folHlink"/>
  <p:sldLayoutIdLst>
    <p:sldLayoutId id="2147483964" r:id="rId1"/>
    <p:sldLayoutId id="2147483965" r:id="rId2"/>
    <p:sldLayoutId id="2147483966" r:id="rId3"/>
    <p:sldLayoutId id="2147483967" r:id="rId4"/>
    <p:sldLayoutId id="2147483968" r:id="rId5"/>
    <p:sldLayoutId id="2147483969" r:id="rId6"/>
    <p:sldLayoutId id="2147483970" r:id="rId7"/>
    <p:sldLayoutId id="2147483971" r:id="rId8"/>
    <p:sldLayoutId id="2147483972" r:id="rId9"/>
    <p:sldLayoutId id="2147483973"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p15:clr>
            <a:srgbClr val="F26B43"/>
          </p15:clr>
        </p15:guide>
        <p15:guide id="2" pos="325">
          <p15:clr>
            <a:srgbClr val="F26B43"/>
          </p15:clr>
        </p15:guide>
        <p15:guide id="3" pos="2434">
          <p15:clr>
            <a:srgbClr val="F26B43"/>
          </p15:clr>
        </p15:guide>
        <p15:guide id="4" pos="2774">
          <p15:clr>
            <a:srgbClr val="F26B43"/>
          </p15:clr>
        </p15:guide>
        <p15:guide id="5" pos="4906">
          <p15:clr>
            <a:srgbClr val="F26B43"/>
          </p15:clr>
        </p15:guide>
        <p15:guide id="6" pos="5246">
          <p15:clr>
            <a:srgbClr val="F26B43"/>
          </p15:clr>
        </p15:guide>
        <p15:guide id="7" pos="7355">
          <p15:clr>
            <a:srgbClr val="F26B43"/>
          </p15:clr>
        </p15:guide>
        <p15:guide id="8" orient="horz" pos="397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64.jpeg"/><Relationship Id="rId7" Type="http://schemas.openxmlformats.org/officeDocument/2006/relationships/image" Target="../media/image68.jpeg"/><Relationship Id="rId2" Type="http://schemas.openxmlformats.org/officeDocument/2006/relationships/notesSlide" Target="../notesSlides/notesSlide4.xml"/><Relationship Id="rId1" Type="http://schemas.openxmlformats.org/officeDocument/2006/relationships/slideLayout" Target="../slideLayouts/slideLayout51.xml"/><Relationship Id="rId6" Type="http://schemas.openxmlformats.org/officeDocument/2006/relationships/image" Target="../media/image67.jpeg"/><Relationship Id="rId5" Type="http://schemas.openxmlformats.org/officeDocument/2006/relationships/image" Target="../media/image66.jpeg"/><Relationship Id="rId4" Type="http://schemas.openxmlformats.org/officeDocument/2006/relationships/image" Target="../media/image65.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6.xml"/><Relationship Id="rId1" Type="http://schemas.openxmlformats.org/officeDocument/2006/relationships/slideLayout" Target="../slideLayouts/slideLayout51.xml"/></Relationships>
</file>

<file path=ppt/slides/_rels/slide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7.xml"/><Relationship Id="rId1" Type="http://schemas.openxmlformats.org/officeDocument/2006/relationships/slideLayout" Target="../slideLayouts/slideLayout49.xml"/></Relationships>
</file>

<file path=ppt/slides/_rels/slide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8.xml"/><Relationship Id="rId1" Type="http://schemas.openxmlformats.org/officeDocument/2006/relationships/slideLayout" Target="../slideLayouts/slideLayout4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0.xml"/></Relationships>
</file>

<file path=ppt/slides/_rels/slide1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0.xml"/><Relationship Id="rId1" Type="http://schemas.openxmlformats.org/officeDocument/2006/relationships/slideLayout" Target="../slideLayouts/slideLayout5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1.xml"/></Relationships>
</file>

<file path=ppt/slides/_rels/slide1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2.xml"/><Relationship Id="rId1" Type="http://schemas.openxmlformats.org/officeDocument/2006/relationships/slideLayout" Target="../slideLayouts/slideLayout5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7.xml"/></Relationships>
</file>

<file path=ppt/slides/_rels/slide1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4.xml"/><Relationship Id="rId1" Type="http://schemas.openxmlformats.org/officeDocument/2006/relationships/slideLayout" Target="../slideLayouts/slideLayout5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1.xml"/></Relationships>
</file>

<file path=ppt/slides/_rels/slide1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6.xml"/><Relationship Id="rId1" Type="http://schemas.openxmlformats.org/officeDocument/2006/relationships/slideLayout" Target="../slideLayouts/slideLayout4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1.xml"/></Relationships>
</file>

<file path=ppt/slides/_rels/slide1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8.xml"/><Relationship Id="rId1" Type="http://schemas.openxmlformats.org/officeDocument/2006/relationships/slideLayout" Target="../slideLayouts/slideLayout4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1.xml"/></Relationships>
</file>

<file path=ppt/slides/_rels/slide2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0.xml"/><Relationship Id="rId1" Type="http://schemas.openxmlformats.org/officeDocument/2006/relationships/slideLayout" Target="../slideLayouts/slideLayout4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0.xml"/></Relationships>
</file>

<file path=ppt/slides/_rels/slide2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5.xml"/><Relationship Id="rId1" Type="http://schemas.openxmlformats.org/officeDocument/2006/relationships/slideLayout" Target="../slideLayouts/slideLayout51.xml"/><Relationship Id="rId4" Type="http://schemas.openxmlformats.org/officeDocument/2006/relationships/image" Target="../media/image7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7.xml"/></Relationships>
</file>

<file path=ppt/slides/_rels/slide2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8.xml"/><Relationship Id="rId1" Type="http://schemas.openxmlformats.org/officeDocument/2006/relationships/slideLayout" Target="../slideLayouts/slideLayout5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7.xml"/></Relationships>
</file>

<file path=ppt/slides/_rels/slide3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30.xml"/><Relationship Id="rId1" Type="http://schemas.openxmlformats.org/officeDocument/2006/relationships/slideLayout" Target="../slideLayouts/slideLayout4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3.xml"/><Relationship Id="rId1" Type="http://schemas.openxmlformats.org/officeDocument/2006/relationships/slideLayout" Target="../slideLayouts/slideLayout4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1.xml"/></Relationships>
</file>

<file path=ppt/slides/_rels/slide3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35.xml"/><Relationship Id="rId1" Type="http://schemas.openxmlformats.org/officeDocument/2006/relationships/slideLayout" Target="../slideLayouts/slideLayout5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1B5810-8C67-B742-B639-848419728702}"/>
              </a:ext>
            </a:extLst>
          </p:cNvPr>
          <p:cNvSpPr>
            <a:spLocks noGrp="1"/>
          </p:cNvSpPr>
          <p:nvPr>
            <p:ph type="ctrTitle"/>
          </p:nvPr>
        </p:nvSpPr>
        <p:spPr/>
        <p:txBody>
          <a:bodyPr/>
          <a:lstStyle/>
          <a:p>
            <a:r>
              <a:rPr lang="en-US" noProof="0" dirty="0"/>
              <a:t>Module 4: Editing text</a:t>
            </a:r>
          </a:p>
        </p:txBody>
      </p:sp>
      <p:sp>
        <p:nvSpPr>
          <p:cNvPr id="5" name="Subtitle 4">
            <a:extLst>
              <a:ext uri="{FF2B5EF4-FFF2-40B4-BE49-F238E27FC236}">
                <a16:creationId xmlns:a16="http://schemas.microsoft.com/office/drawing/2014/main" id="{4907F6E4-8AF3-3B29-16D1-0EFE08F3A5B3}"/>
              </a:ext>
            </a:extLst>
          </p:cNvPr>
          <p:cNvSpPr>
            <a:spLocks noGrp="1"/>
          </p:cNvSpPr>
          <p:nvPr>
            <p:ph type="subTitle" idx="1"/>
          </p:nvPr>
        </p:nvSpPr>
        <p:spPr/>
        <p:txBody>
          <a:bodyPr/>
          <a:lstStyle/>
          <a:p>
            <a:endParaRPr lang="en-GB"/>
          </a:p>
        </p:txBody>
      </p:sp>
      <p:graphicFrame>
        <p:nvGraphicFramePr>
          <p:cNvPr id="3" name="Table 2">
            <a:extLst>
              <a:ext uri="{FF2B5EF4-FFF2-40B4-BE49-F238E27FC236}">
                <a16:creationId xmlns:a16="http://schemas.microsoft.com/office/drawing/2014/main" id="{9C46BCAD-FE68-831A-5041-D3EB2643935B}"/>
              </a:ext>
            </a:extLst>
          </p:cNvPr>
          <p:cNvGraphicFramePr>
            <a:graphicFrameLocks noGrp="1"/>
          </p:cNvGraphicFramePr>
          <p:nvPr>
            <p:extLst>
              <p:ext uri="{D42A27DB-BD31-4B8C-83A1-F6EECF244321}">
                <p14:modId xmlns:p14="http://schemas.microsoft.com/office/powerpoint/2010/main" val="3134447080"/>
              </p:ext>
            </p:extLst>
          </p:nvPr>
        </p:nvGraphicFramePr>
        <p:xfrm>
          <a:off x="473407" y="4029632"/>
          <a:ext cx="4687874" cy="1112520"/>
        </p:xfrm>
        <a:graphic>
          <a:graphicData uri="http://schemas.openxmlformats.org/drawingml/2006/table">
            <a:tbl>
              <a:tblPr firstRow="1" bandRow="1">
                <a:tableStyleId>{7DF18680-E054-41AD-8BC1-D1AEF772440D}</a:tableStyleId>
              </a:tblPr>
              <a:tblGrid>
                <a:gridCol w="4687874">
                  <a:extLst>
                    <a:ext uri="{9D8B030D-6E8A-4147-A177-3AD203B41FA5}">
                      <a16:colId xmlns:a16="http://schemas.microsoft.com/office/drawing/2014/main" val="2961166630"/>
                    </a:ext>
                  </a:extLst>
                </a:gridCol>
              </a:tblGrid>
              <a:tr h="37084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rPr>
                        <a:t>4: Editing Text</a:t>
                      </a:r>
                      <a:endParaRPr lang="en-US" sz="1800" noProof="0" dirty="0">
                        <a:solidFill>
                          <a:schemeClr val="tx1"/>
                        </a:solidFill>
                        <a:latin typeface="+mn-lt"/>
                      </a:endParaRPr>
                    </a:p>
                  </a:txBody>
                  <a:tcPr/>
                </a:tc>
                <a:extLst>
                  <a:ext uri="{0D108BD9-81ED-4DB2-BD59-A6C34878D82A}">
                    <a16:rowId xmlns:a16="http://schemas.microsoft.com/office/drawing/2014/main" val="1661260948"/>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rPr>
                        <a:t>5: Working with Bash</a:t>
                      </a:r>
                      <a:endParaRPr lang="en-US" sz="1800" noProof="0" dirty="0">
                        <a:solidFill>
                          <a:schemeClr val="tx1"/>
                        </a:solidFill>
                        <a:latin typeface="+mn-lt"/>
                      </a:endParaRPr>
                    </a:p>
                  </a:txBody>
                  <a:tcPr/>
                </a:tc>
                <a:extLst>
                  <a:ext uri="{0D108BD9-81ED-4DB2-BD59-A6C34878D82A}">
                    <a16:rowId xmlns:a16="http://schemas.microsoft.com/office/drawing/2014/main" val="4257274740"/>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rPr>
                        <a:t>6: </a:t>
                      </a:r>
                      <a:r>
                        <a:rPr lang="en-US" sz="1800" noProof="0" dirty="0" err="1">
                          <a:solidFill>
                            <a:schemeClr val="tx1"/>
                          </a:solidFill>
                        </a:rPr>
                        <a:t>Customising</a:t>
                      </a:r>
                      <a:r>
                        <a:rPr lang="en-US" sz="1800" noProof="0">
                          <a:solidFill>
                            <a:schemeClr val="tx1"/>
                          </a:solidFill>
                        </a:rPr>
                        <a:t> the Bash Environment</a:t>
                      </a:r>
                      <a:endParaRPr lang="en-US" sz="1800" noProof="0" dirty="0">
                        <a:solidFill>
                          <a:schemeClr val="tx1"/>
                        </a:solidFill>
                        <a:latin typeface="+mn-lt"/>
                      </a:endParaRPr>
                    </a:p>
                  </a:txBody>
                  <a:tcPr/>
                </a:tc>
                <a:extLst>
                  <a:ext uri="{0D108BD9-81ED-4DB2-BD59-A6C34878D82A}">
                    <a16:rowId xmlns:a16="http://schemas.microsoft.com/office/drawing/2014/main" val="1554429816"/>
                  </a:ext>
                </a:extLst>
              </a:tr>
            </a:tbl>
          </a:graphicData>
        </a:graphic>
      </p:graphicFrame>
    </p:spTree>
    <p:extLst>
      <p:ext uri="{BB962C8B-B14F-4D97-AF65-F5344CB8AC3E}">
        <p14:creationId xmlns:p14="http://schemas.microsoft.com/office/powerpoint/2010/main" val="30244774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p:cNvSpPr>
            <a:spLocks noGrp="1"/>
          </p:cNvSpPr>
          <p:nvPr>
            <p:ph type="ctrTitle"/>
          </p:nvPr>
        </p:nvSpPr>
        <p:spPr/>
        <p:txBody>
          <a:bodyPr/>
          <a:lstStyle/>
          <a:p>
            <a:r>
              <a:rPr lang="en-US" noProof="0" dirty="0"/>
              <a:t>Contents</a:t>
            </a:r>
          </a:p>
        </p:txBody>
      </p:sp>
      <p:sp>
        <p:nvSpPr>
          <p:cNvPr id="6" name="Text Placeholder 5"/>
          <p:cNvSpPr>
            <a:spLocks noGrp="1"/>
          </p:cNvSpPr>
          <p:nvPr>
            <p:ph type="body" sz="quarter" idx="13"/>
          </p:nvPr>
        </p:nvSpPr>
        <p:spPr/>
        <p:txBody>
          <a:bodyPr/>
          <a:lstStyle/>
          <a:p>
            <a:pPr marL="285750" indent="-285750">
              <a:buFont typeface="Arial" panose="020B0604020202020204" pitchFamily="34" charset="0"/>
              <a:buChar char="•"/>
            </a:pPr>
            <a:r>
              <a:rPr lang="en-US" noProof="0" dirty="0"/>
              <a:t>Evolution of text editors</a:t>
            </a:r>
          </a:p>
          <a:p>
            <a:pPr marL="285750" indent="-285750">
              <a:buFont typeface="Arial" panose="020B0604020202020204" pitchFamily="34" charset="0"/>
              <a:buChar char="•"/>
            </a:pPr>
            <a:r>
              <a:rPr lang="en-US" noProof="0" dirty="0"/>
              <a:t>Using vi/vim</a:t>
            </a:r>
          </a:p>
          <a:p>
            <a:pPr marL="285750" indent="-285750">
              <a:buFont typeface="Arial" panose="020B0604020202020204" pitchFamily="34" charset="0"/>
              <a:buChar char="•"/>
            </a:pPr>
            <a:r>
              <a:rPr lang="en-US" noProof="0" dirty="0"/>
              <a:t>Nano</a:t>
            </a:r>
          </a:p>
          <a:p>
            <a:pPr marL="285750" indent="-285750">
              <a:buFont typeface="Arial" panose="020B0604020202020204" pitchFamily="34" charset="0"/>
              <a:buChar char="•"/>
            </a:pPr>
            <a:endParaRPr lang="en-US" noProof="0" dirty="0"/>
          </a:p>
        </p:txBody>
      </p:sp>
    </p:spTree>
    <p:extLst>
      <p:ext uri="{BB962C8B-B14F-4D97-AF65-F5344CB8AC3E}">
        <p14:creationId xmlns:p14="http://schemas.microsoft.com/office/powerpoint/2010/main" val="2800211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Evolution of text editors (Reference)</a:t>
            </a:r>
          </a:p>
        </p:txBody>
      </p:sp>
      <p:sp>
        <p:nvSpPr>
          <p:cNvPr id="2" name="Subtitle 1">
            <a:extLst>
              <a:ext uri="{FF2B5EF4-FFF2-40B4-BE49-F238E27FC236}">
                <a16:creationId xmlns:a16="http://schemas.microsoft.com/office/drawing/2014/main" id="{14E37CFA-2730-DAE4-8797-2E57917299A8}"/>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913041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DFEFD15-9F2B-B719-2C2F-3BFD7F83C0E4}"/>
              </a:ext>
            </a:extLst>
          </p:cNvPr>
          <p:cNvSpPr>
            <a:spLocks noGrp="1"/>
          </p:cNvSpPr>
          <p:nvPr>
            <p:ph type="ctrTitle"/>
          </p:nvPr>
        </p:nvSpPr>
        <p:spPr/>
        <p:txBody>
          <a:bodyPr/>
          <a:lstStyle/>
          <a:p>
            <a:r>
              <a:rPr lang="en-US" sz="2800" noProof="0" dirty="0"/>
              <a:t>Evolution of Editors – from </a:t>
            </a:r>
            <a:r>
              <a:rPr lang="en-US" sz="2800" noProof="0" dirty="0" err="1"/>
              <a:t>qed</a:t>
            </a:r>
            <a:r>
              <a:rPr lang="en-US" sz="2800" noProof="0" dirty="0"/>
              <a:t> to vim</a:t>
            </a:r>
            <a:endParaRPr lang="en-US" sz="1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a:xfrm>
            <a:off x="443921" y="1398297"/>
            <a:ext cx="5135800" cy="4061405"/>
          </a:xfrm>
        </p:spPr>
        <p:txBody>
          <a:bodyPr/>
          <a:lstStyle/>
          <a:p>
            <a:pPr marL="0" indent="0">
              <a:buNone/>
            </a:pPr>
            <a:r>
              <a:rPr lang="en-US" sz="1800" b="1" noProof="0" dirty="0">
                <a:solidFill>
                  <a:schemeClr val="tx1"/>
                </a:solidFill>
              </a:rPr>
              <a:t>The </a:t>
            </a:r>
            <a:r>
              <a:rPr lang="en-US" sz="1800" b="1" noProof="0" dirty="0" err="1">
                <a:solidFill>
                  <a:schemeClr val="tx1"/>
                </a:solidFill>
              </a:rPr>
              <a:t>qed</a:t>
            </a:r>
            <a:r>
              <a:rPr lang="en-US" sz="1800" b="1" noProof="0" dirty="0">
                <a:solidFill>
                  <a:schemeClr val="tx1"/>
                </a:solidFill>
              </a:rPr>
              <a:t> editor (1966)</a:t>
            </a:r>
          </a:p>
          <a:p>
            <a:pPr marL="285750" indent="-285750">
              <a:buFont typeface="Arial" panose="020B0604020202020204" pitchFamily="34" charset="0"/>
              <a:buChar char="•"/>
            </a:pPr>
            <a:r>
              <a:rPr lang="en-US" sz="1800" noProof="0" dirty="0">
                <a:solidFill>
                  <a:schemeClr val="tx1"/>
                </a:solidFill>
              </a:rPr>
              <a:t>“Quick Editor” developed at Berkeley</a:t>
            </a:r>
          </a:p>
          <a:p>
            <a:pPr marL="285750" indent="-285750">
              <a:buFont typeface="Arial" panose="020B0604020202020204" pitchFamily="34" charset="0"/>
              <a:buChar char="•"/>
            </a:pPr>
            <a:r>
              <a:rPr lang="en-US" sz="1800" noProof="0" dirty="0">
                <a:solidFill>
                  <a:schemeClr val="tx1"/>
                </a:solidFill>
              </a:rPr>
              <a:t>Designed for teleprinters (no screen)</a:t>
            </a:r>
          </a:p>
          <a:p>
            <a:pPr marL="285750" indent="-285750">
              <a:buFont typeface="Arial" panose="020B0604020202020204" pitchFamily="34" charset="0"/>
              <a:buChar char="•"/>
            </a:pPr>
            <a:r>
              <a:rPr lang="en-US" sz="1800" noProof="0" dirty="0">
                <a:solidFill>
                  <a:schemeClr val="tx1"/>
                </a:solidFill>
              </a:rPr>
              <a:t>Foundation for UNIX editors</a:t>
            </a:r>
          </a:p>
          <a:p>
            <a:pPr marL="0" indent="0">
              <a:buNone/>
            </a:pPr>
            <a:r>
              <a:rPr lang="en-US" sz="1800" b="1" noProof="0" dirty="0">
                <a:solidFill>
                  <a:schemeClr val="tx1"/>
                </a:solidFill>
              </a:rPr>
              <a:t>The ed editor (1969)</a:t>
            </a:r>
          </a:p>
          <a:p>
            <a:pPr marL="285750" indent="-285750">
              <a:buFont typeface="Arial" panose="020B0604020202020204" pitchFamily="34" charset="0"/>
              <a:buChar char="•"/>
            </a:pPr>
            <a:r>
              <a:rPr lang="en-US" sz="1800" noProof="0" dirty="0">
                <a:solidFill>
                  <a:schemeClr val="tx1"/>
                </a:solidFill>
              </a:rPr>
              <a:t>First standard UNIX text editor</a:t>
            </a:r>
          </a:p>
          <a:p>
            <a:pPr marL="285750" indent="-285750">
              <a:buFont typeface="Arial" panose="020B0604020202020204" pitchFamily="34" charset="0"/>
              <a:buChar char="•"/>
            </a:pPr>
            <a:r>
              <a:rPr lang="en-US" sz="1800" noProof="0" dirty="0">
                <a:solidFill>
                  <a:schemeClr val="tx1"/>
                </a:solidFill>
              </a:rPr>
              <a:t>Line-based (not full screen)</a:t>
            </a:r>
          </a:p>
          <a:p>
            <a:pPr marL="285750" indent="-285750">
              <a:buFont typeface="Arial" panose="020B0604020202020204" pitchFamily="34" charset="0"/>
              <a:buChar char="•"/>
            </a:pPr>
            <a:r>
              <a:rPr lang="en-US" sz="1800" noProof="0" dirty="0">
                <a:solidFill>
                  <a:schemeClr val="tx1"/>
                </a:solidFill>
              </a:rPr>
              <a:t>Very minimal visual feedback</a:t>
            </a:r>
          </a:p>
          <a:p>
            <a:pPr marL="0" indent="0">
              <a:buNone/>
            </a:pPr>
            <a:r>
              <a:rPr lang="en-US" sz="1800" b="1" noProof="0" dirty="0">
                <a:solidFill>
                  <a:schemeClr val="tx1"/>
                </a:solidFill>
              </a:rPr>
              <a:t>The ex editor (1976)</a:t>
            </a:r>
          </a:p>
          <a:p>
            <a:pPr marL="285750" indent="-285750">
              <a:buFont typeface="Arial" panose="020B0604020202020204" pitchFamily="34" charset="0"/>
              <a:buChar char="•"/>
            </a:pPr>
            <a:r>
              <a:rPr lang="en-US" sz="1800" noProof="0" dirty="0">
                <a:solidFill>
                  <a:schemeClr val="tx1"/>
                </a:solidFill>
              </a:rPr>
              <a:t>Extended version of ed</a:t>
            </a:r>
          </a:p>
          <a:p>
            <a:pPr marL="285750" indent="-285750">
              <a:buFont typeface="Arial" panose="020B0604020202020204" pitchFamily="34" charset="0"/>
              <a:buChar char="•"/>
            </a:pPr>
            <a:r>
              <a:rPr lang="en-US" sz="1800" noProof="0" dirty="0">
                <a:solidFill>
                  <a:schemeClr val="tx1"/>
                </a:solidFill>
              </a:rPr>
              <a:t>Added more powerful commands</a:t>
            </a:r>
          </a:p>
          <a:p>
            <a:pPr marL="285750" indent="-285750">
              <a:buFont typeface="Arial" panose="020B0604020202020204" pitchFamily="34" charset="0"/>
              <a:buChar char="•"/>
            </a:pPr>
            <a:r>
              <a:rPr lang="en-US" sz="1800" noProof="0" dirty="0">
                <a:solidFill>
                  <a:schemeClr val="tx1"/>
                </a:solidFill>
              </a:rPr>
              <a:t>Introduced visual mode (visual)</a:t>
            </a:r>
          </a:p>
        </p:txBody>
      </p:sp>
      <p:sp>
        <p:nvSpPr>
          <p:cNvPr id="20" name="Text Placeholder 19">
            <a:extLst>
              <a:ext uri="{FF2B5EF4-FFF2-40B4-BE49-F238E27FC236}">
                <a16:creationId xmlns:a16="http://schemas.microsoft.com/office/drawing/2014/main" id="{1A91848B-3685-9917-BA94-65DF08F1B774}"/>
              </a:ext>
            </a:extLst>
          </p:cNvPr>
          <p:cNvSpPr>
            <a:spLocks noGrp="1"/>
          </p:cNvSpPr>
          <p:nvPr>
            <p:ph type="body" sz="quarter" idx="15"/>
          </p:nvPr>
        </p:nvSpPr>
        <p:spPr>
          <a:xfrm>
            <a:off x="6789420" y="1398297"/>
            <a:ext cx="3840480" cy="4061405"/>
          </a:xfrm>
        </p:spPr>
        <p:txBody>
          <a:bodyPr/>
          <a:lstStyle/>
          <a:p>
            <a:r>
              <a:rPr lang="en-US" b="1" dirty="0"/>
              <a:t>The vi editor (1979)</a:t>
            </a:r>
          </a:p>
          <a:p>
            <a:pPr marL="285750" indent="-285750">
              <a:buFont typeface="Arial" panose="020B0604020202020204" pitchFamily="34" charset="0"/>
              <a:buChar char="•"/>
            </a:pPr>
            <a:r>
              <a:rPr lang="en-US" dirty="0"/>
              <a:t>Full-screen visual editor</a:t>
            </a:r>
          </a:p>
          <a:p>
            <a:pPr marL="285750" indent="-285750">
              <a:buFont typeface="Arial" panose="020B0604020202020204" pitchFamily="34" charset="0"/>
              <a:buChar char="•"/>
            </a:pPr>
            <a:r>
              <a:rPr lang="en-US" dirty="0"/>
              <a:t>Built on ex visual mode</a:t>
            </a:r>
          </a:p>
          <a:p>
            <a:pPr marL="285750" indent="-285750">
              <a:buFont typeface="Arial" panose="020B0604020202020204" pitchFamily="34" charset="0"/>
              <a:buChar char="•"/>
            </a:pPr>
            <a:r>
              <a:rPr lang="en-US" dirty="0"/>
              <a:t>Became standard UNIX editor</a:t>
            </a:r>
          </a:p>
          <a:p>
            <a:r>
              <a:rPr lang="en-US" b="1" dirty="0"/>
              <a:t>The vim editor (1991)</a:t>
            </a:r>
          </a:p>
          <a:p>
            <a:pPr marL="285750" indent="-285750">
              <a:buFont typeface="Arial" panose="020B0604020202020204" pitchFamily="34" charset="0"/>
              <a:buChar char="•"/>
            </a:pPr>
            <a:r>
              <a:rPr lang="en-US" dirty="0"/>
              <a:t>“Vi Improved”</a:t>
            </a:r>
          </a:p>
          <a:p>
            <a:pPr marL="285750" indent="-285750">
              <a:buFont typeface="Arial" panose="020B0604020202020204" pitchFamily="34" charset="0"/>
              <a:buChar char="•"/>
            </a:pPr>
            <a:r>
              <a:rPr lang="en-US" dirty="0"/>
              <a:t>Adds features such as syntax highlighting, undo, plugins</a:t>
            </a:r>
          </a:p>
          <a:p>
            <a:pPr marL="285750" indent="-285750">
              <a:buFont typeface="Arial" panose="020B0604020202020204" pitchFamily="34" charset="0"/>
              <a:buChar char="•"/>
            </a:pPr>
            <a:r>
              <a:rPr lang="en-US" dirty="0"/>
              <a:t>Widely used today</a:t>
            </a:r>
          </a:p>
          <a:p>
            <a:endParaRPr lang="en-GB"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4</a:t>
            </a:fld>
            <a:endParaRPr lang="en-US" noProof="0" dirty="0"/>
          </a:p>
        </p:txBody>
      </p:sp>
      <p:pic>
        <p:nvPicPr>
          <p:cNvPr id="1026" name="Picture 2" descr="Peter Deutsch - Wikipedia">
            <a:extLst>
              <a:ext uri="{FF2B5EF4-FFF2-40B4-BE49-F238E27FC236}">
                <a16:creationId xmlns:a16="http://schemas.microsoft.com/office/drawing/2014/main" id="{910F4D50-DF62-B1AD-0185-8BBA5A51D6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9581" y="1505026"/>
            <a:ext cx="913986" cy="94048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 timeline of MIT computing milestones | MIT Technology Review">
            <a:extLst>
              <a:ext uri="{FF2B5EF4-FFF2-40B4-BE49-F238E27FC236}">
                <a16:creationId xmlns:a16="http://schemas.microsoft.com/office/drawing/2014/main" id="{B8F30416-855B-8FAA-DC91-DE9B6FC7E2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91711" y="1515669"/>
            <a:ext cx="934669" cy="91920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Ken Thompson - Faces of Open Source">
            <a:extLst>
              <a:ext uri="{FF2B5EF4-FFF2-40B4-BE49-F238E27FC236}">
                <a16:creationId xmlns:a16="http://schemas.microsoft.com/office/drawing/2014/main" id="{39F9FCA3-4B46-9E74-B6D1-099F3A9252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75531" y="3045462"/>
            <a:ext cx="934669" cy="97167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Bill Joy | Speaker | TED">
            <a:extLst>
              <a:ext uri="{FF2B5EF4-FFF2-40B4-BE49-F238E27FC236}">
                <a16:creationId xmlns:a16="http://schemas.microsoft.com/office/drawing/2014/main" id="{CEF51D2E-8EB5-E925-CF57-03A98A6BD3A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15841" y="1515669"/>
            <a:ext cx="929814" cy="92984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Bram Moolenaar Facts for Kids">
            <a:extLst>
              <a:ext uri="{FF2B5EF4-FFF2-40B4-BE49-F238E27FC236}">
                <a16:creationId xmlns:a16="http://schemas.microsoft.com/office/drawing/2014/main" id="{5AB7EC7A-0F33-4B5A-A315-699697E8233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415841" y="3045462"/>
            <a:ext cx="929814" cy="945807"/>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DFF60E9F-152C-1573-AFCF-B2CE10D00FFA}"/>
              </a:ext>
            </a:extLst>
          </p:cNvPr>
          <p:cNvSpPr txBox="1"/>
          <p:nvPr/>
        </p:nvSpPr>
        <p:spPr>
          <a:xfrm>
            <a:off x="2255520" y="6357806"/>
            <a:ext cx="7849307" cy="400110"/>
          </a:xfrm>
          <a:prstGeom prst="rect">
            <a:avLst/>
          </a:prstGeom>
          <a:solidFill>
            <a:schemeClr val="accent4">
              <a:lumMod val="40000"/>
              <a:lumOff val="60000"/>
            </a:schemeClr>
          </a:solidFill>
          <a:ln>
            <a:noFill/>
          </a:ln>
        </p:spPr>
        <p:txBody>
          <a:bodyPr wrap="square" rtlCol="0">
            <a:spAutoFit/>
          </a:bodyPr>
          <a:lstStyle/>
          <a:p>
            <a:r>
              <a:rPr lang="en-GB" sz="2000" dirty="0"/>
              <a:t>From line-based editing → full-screen editing → modern extensible editor</a:t>
            </a:r>
          </a:p>
        </p:txBody>
      </p:sp>
      <p:pic>
        <p:nvPicPr>
          <p:cNvPr id="24" name="Picture 2" descr="Bill Joy | Speaker | TED">
            <a:extLst>
              <a:ext uri="{FF2B5EF4-FFF2-40B4-BE49-F238E27FC236}">
                <a16:creationId xmlns:a16="http://schemas.microsoft.com/office/drawing/2014/main" id="{9B0C24E9-8828-8729-681C-6B23F13AAD5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79767" y="4734454"/>
            <a:ext cx="929814" cy="9298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68382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Using vi / vim</a:t>
            </a:r>
          </a:p>
        </p:txBody>
      </p:sp>
      <p:sp>
        <p:nvSpPr>
          <p:cNvPr id="2" name="Subtitle 1">
            <a:extLst>
              <a:ext uri="{FF2B5EF4-FFF2-40B4-BE49-F238E27FC236}">
                <a16:creationId xmlns:a16="http://schemas.microsoft.com/office/drawing/2014/main" id="{D068BD06-4256-911E-C2A9-70A0C706331B}"/>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2040744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76457F-1FFD-D5E8-21BF-6DB7F40BB86E}"/>
              </a:ext>
            </a:extLst>
          </p:cNvPr>
          <p:cNvSpPr>
            <a:spLocks noGrp="1"/>
          </p:cNvSpPr>
          <p:nvPr>
            <p:ph type="ctrTitle"/>
          </p:nvPr>
        </p:nvSpPr>
        <p:spPr/>
        <p:txBody>
          <a:bodyPr/>
          <a:lstStyle/>
          <a:p>
            <a:r>
              <a:rPr lang="en-US" noProof="0" dirty="0"/>
              <a:t>Why use vi and vim?</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a:xfrm>
            <a:off x="443921" y="1733108"/>
            <a:ext cx="5365012" cy="4061405"/>
          </a:xfrm>
        </p:spPr>
        <p:txBody>
          <a:bodyPr/>
          <a:lstStyle/>
          <a:p>
            <a:r>
              <a:rPr lang="en-GB" b="1" dirty="0"/>
              <a:t>Why use vi and vim?</a:t>
            </a:r>
          </a:p>
          <a:p>
            <a:pPr marL="285750" indent="-285750">
              <a:buFont typeface="Arial" panose="020B0604020202020204" pitchFamily="34" charset="0"/>
              <a:buChar char="•"/>
            </a:pPr>
            <a:r>
              <a:rPr lang="en-GB" sz="1800" noProof="0" dirty="0">
                <a:solidFill>
                  <a:schemeClr val="tx1"/>
                </a:solidFill>
              </a:rPr>
              <a:t>vim (Vi Improved) is the modern version of vi, a lightweight terminal-based editor</a:t>
            </a:r>
          </a:p>
          <a:p>
            <a:r>
              <a:rPr lang="en-GB" sz="1800" b="1" noProof="0" dirty="0">
                <a:solidFill>
                  <a:schemeClr val="tx1"/>
                </a:solidFill>
              </a:rPr>
              <a:t>Why learn vim?</a:t>
            </a:r>
          </a:p>
          <a:p>
            <a:pPr marL="285750" indent="-285750">
              <a:buFont typeface="Arial" panose="020B0604020202020204" pitchFamily="34" charset="0"/>
              <a:buChar char="•"/>
            </a:pPr>
            <a:r>
              <a:rPr lang="en-GB" sz="1800" noProof="0" dirty="0">
                <a:solidFill>
                  <a:schemeClr val="tx1"/>
                </a:solidFill>
              </a:rPr>
              <a:t>Available on almost every Linux/Unix system</a:t>
            </a:r>
          </a:p>
          <a:p>
            <a:pPr marL="285750" indent="-285750">
              <a:buFont typeface="Arial" panose="020B0604020202020204" pitchFamily="34" charset="0"/>
              <a:buChar char="•"/>
            </a:pPr>
            <a:r>
              <a:rPr lang="en-GB" sz="1800" noProof="0" dirty="0">
                <a:solidFill>
                  <a:schemeClr val="tx1"/>
                </a:solidFill>
              </a:rPr>
              <a:t>Fast and highly efficient once learned</a:t>
            </a:r>
          </a:p>
          <a:p>
            <a:pPr marL="285750" indent="-285750">
              <a:buFont typeface="Arial" panose="020B0604020202020204" pitchFamily="34" charset="0"/>
              <a:buChar char="•"/>
            </a:pPr>
            <a:r>
              <a:rPr lang="en-GB" sz="1800" noProof="0" dirty="0">
                <a:solidFill>
                  <a:schemeClr val="tx1"/>
                </a:solidFill>
              </a:rPr>
              <a:t>Essential for server administration and remote work</a:t>
            </a:r>
            <a:endParaRPr lang="en-US" sz="1800" noProof="0" dirty="0">
              <a:solidFill>
                <a:schemeClr val="tx1"/>
              </a:solidFill>
            </a:endParaRPr>
          </a:p>
        </p:txBody>
      </p:sp>
      <p:sp>
        <p:nvSpPr>
          <p:cNvPr id="14" name="Text Placeholder 13">
            <a:extLst>
              <a:ext uri="{FF2B5EF4-FFF2-40B4-BE49-F238E27FC236}">
                <a16:creationId xmlns:a16="http://schemas.microsoft.com/office/drawing/2014/main" id="{909ACA77-69C3-D2A4-79F5-0D3438BB3D86}"/>
              </a:ext>
            </a:extLst>
          </p:cNvPr>
          <p:cNvSpPr>
            <a:spLocks noGrp="1"/>
          </p:cNvSpPr>
          <p:nvPr>
            <p:ph type="body" sz="quarter" idx="15"/>
          </p:nvPr>
        </p:nvSpPr>
        <p:spPr>
          <a:xfrm>
            <a:off x="6108121" y="1733108"/>
            <a:ext cx="5639958" cy="4061405"/>
          </a:xfrm>
        </p:spPr>
        <p:txBody>
          <a:bodyPr/>
          <a:lstStyle/>
          <a:p>
            <a:r>
              <a:rPr lang="en-US" b="1" dirty="0"/>
              <a:t>Ways to learn vim:</a:t>
            </a:r>
          </a:p>
          <a:p>
            <a:pPr marL="285750" indent="-285750">
              <a:buFont typeface="Arial" panose="020B0604020202020204" pitchFamily="34" charset="0"/>
              <a:buChar char="•"/>
            </a:pPr>
            <a:r>
              <a:rPr lang="en-US" dirty="0"/>
              <a:t>Interactive learning: </a:t>
            </a:r>
            <a:r>
              <a:rPr lang="en-GB" b="1" dirty="0"/>
              <a:t>https://vim-adventures.com/</a:t>
            </a:r>
          </a:p>
          <a:p>
            <a:pPr marL="285750" indent="-285750">
              <a:buFont typeface="Arial" panose="020B0604020202020204" pitchFamily="34" charset="0"/>
              <a:buChar char="•"/>
            </a:pPr>
            <a:r>
              <a:rPr lang="en-US" dirty="0"/>
              <a:t>Built-in tutorial:</a:t>
            </a:r>
            <a:endParaRPr lang="en-GB"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6</a:t>
            </a:fld>
            <a:endParaRPr lang="en-US" noProof="0" dirty="0"/>
          </a:p>
        </p:txBody>
      </p:sp>
      <p:sp>
        <p:nvSpPr>
          <p:cNvPr id="6" name="TextBox 5">
            <a:extLst>
              <a:ext uri="{FF2B5EF4-FFF2-40B4-BE49-F238E27FC236}">
                <a16:creationId xmlns:a16="http://schemas.microsoft.com/office/drawing/2014/main" id="{6B3CD385-F63F-509D-76A7-1E17DED73747}"/>
              </a:ext>
            </a:extLst>
          </p:cNvPr>
          <p:cNvSpPr txBox="1"/>
          <p:nvPr/>
        </p:nvSpPr>
        <p:spPr>
          <a:xfrm>
            <a:off x="3413203" y="6198800"/>
            <a:ext cx="5365013" cy="400110"/>
          </a:xfrm>
          <a:prstGeom prst="rect">
            <a:avLst/>
          </a:prstGeom>
          <a:solidFill>
            <a:schemeClr val="accent4">
              <a:lumMod val="40000"/>
              <a:lumOff val="60000"/>
            </a:schemeClr>
          </a:solidFill>
          <a:ln>
            <a:noFill/>
          </a:ln>
        </p:spPr>
        <p:txBody>
          <a:bodyPr wrap="square" rtlCol="0">
            <a:spAutoFit/>
          </a:bodyPr>
          <a:lstStyle/>
          <a:p>
            <a:pPr algn="ctr"/>
            <a:r>
              <a:rPr lang="en-GB" sz="2000" dirty="0"/>
              <a:t>It feels strange at first… but becomes very fast</a:t>
            </a:r>
          </a:p>
        </p:txBody>
      </p:sp>
      <p:sp>
        <p:nvSpPr>
          <p:cNvPr id="13" name="Rectangle 3">
            <a:extLst>
              <a:ext uri="{FF2B5EF4-FFF2-40B4-BE49-F238E27FC236}">
                <a16:creationId xmlns:a16="http://schemas.microsoft.com/office/drawing/2014/main" id="{C708648E-4F4C-5657-99E2-0C23B8A971B9}"/>
              </a:ext>
            </a:extLst>
          </p:cNvPr>
          <p:cNvSpPr>
            <a:spLocks noChangeArrowheads="1"/>
          </p:cNvSpPr>
          <p:nvPr/>
        </p:nvSpPr>
        <p:spPr bwMode="auto">
          <a:xfrm>
            <a:off x="6517186" y="2884367"/>
            <a:ext cx="1706946"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4"/>
              </a:spcBef>
            </a:pPr>
            <a:r>
              <a:rPr lang="fr-FR" b="1" spc="-4" dirty="0">
                <a:solidFill>
                  <a:srgbClr val="FFFF00"/>
                </a:solidFill>
                <a:latin typeface="Consolas" panose="020B0609020204030204" pitchFamily="49" charset="0"/>
                <a:ea typeface="Hack" panose="020B0609030202020204" pitchFamily="49" charset="0"/>
                <a:cs typeface="Hack" panose="020B0609030202020204" pitchFamily="49" charset="0"/>
              </a:rPr>
              <a:t>$</a:t>
            </a:r>
            <a:r>
              <a:rPr lang="fr-FR" b="1" spc="-4" dirty="0">
                <a:solidFill>
                  <a:schemeClr val="bg1"/>
                </a:solidFill>
                <a:latin typeface="Consolas" panose="020B0609020204030204" pitchFamily="49" charset="0"/>
                <a:ea typeface="Hack" panose="020B0609030202020204" pitchFamily="49" charset="0"/>
                <a:cs typeface="Hack" panose="020B0609030202020204" pitchFamily="49" charset="0"/>
              </a:rPr>
              <a:t> </a:t>
            </a:r>
            <a:r>
              <a:rPr lang="fr-FR" b="1" spc="-4" dirty="0" err="1">
                <a:solidFill>
                  <a:schemeClr val="bg1"/>
                </a:solidFill>
                <a:latin typeface="Consolas" panose="020B0609020204030204" pitchFamily="49" charset="0"/>
                <a:ea typeface="Hack" panose="020B0609030202020204" pitchFamily="49" charset="0"/>
                <a:cs typeface="Hack" panose="020B0609030202020204" pitchFamily="49" charset="0"/>
              </a:rPr>
              <a:t>vimtutor</a:t>
            </a:r>
            <a:endParaRPr lang="fr-FR" b="1" spc="-4" dirty="0">
              <a:solidFill>
                <a:schemeClr val="bg1"/>
              </a:solidFill>
              <a:latin typeface="Consolas" panose="020B0609020204030204" pitchFamily="49" charset="0"/>
              <a:ea typeface="Hack" panose="020B0609030202020204" pitchFamily="49" charset="0"/>
              <a:cs typeface="Hack" panose="020B0609030202020204" pitchFamily="49" charset="0"/>
            </a:endParaRPr>
          </a:p>
        </p:txBody>
      </p:sp>
      <p:pic>
        <p:nvPicPr>
          <p:cNvPr id="22" name="Picture 21">
            <a:extLst>
              <a:ext uri="{FF2B5EF4-FFF2-40B4-BE49-F238E27FC236}">
                <a16:creationId xmlns:a16="http://schemas.microsoft.com/office/drawing/2014/main" id="{D150D12F-838D-B376-0164-403350E63A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7186" y="3408744"/>
            <a:ext cx="3795214" cy="2387881"/>
          </a:xfrm>
          <a:prstGeom prst="rect">
            <a:avLst/>
          </a:prstGeom>
        </p:spPr>
      </p:pic>
    </p:spTree>
    <p:extLst>
      <p:ext uri="{BB962C8B-B14F-4D97-AF65-F5344CB8AC3E}">
        <p14:creationId xmlns:p14="http://schemas.microsoft.com/office/powerpoint/2010/main" val="2668307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9B60D-F443-3480-05BB-9C12081B432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2C7C73D-6886-0524-7BB8-FD27F7A5EEF1}"/>
              </a:ext>
            </a:extLst>
          </p:cNvPr>
          <p:cNvSpPr>
            <a:spLocks noGrp="1"/>
          </p:cNvSpPr>
          <p:nvPr>
            <p:ph type="ctrTitle"/>
          </p:nvPr>
        </p:nvSpPr>
        <p:spPr/>
        <p:txBody>
          <a:bodyPr/>
          <a:lstStyle/>
          <a:p>
            <a:r>
              <a:rPr lang="en-US" noProof="0" dirty="0"/>
              <a:t>Opening Files in Vim</a:t>
            </a:r>
          </a:p>
        </p:txBody>
      </p:sp>
      <p:sp>
        <p:nvSpPr>
          <p:cNvPr id="36" name="Text Placeholder 35">
            <a:extLst>
              <a:ext uri="{FF2B5EF4-FFF2-40B4-BE49-F238E27FC236}">
                <a16:creationId xmlns:a16="http://schemas.microsoft.com/office/drawing/2014/main" id="{04BE86D4-0FEA-11F9-DDE4-30582F83EC62}"/>
              </a:ext>
            </a:extLst>
          </p:cNvPr>
          <p:cNvSpPr>
            <a:spLocks noGrp="1"/>
          </p:cNvSpPr>
          <p:nvPr>
            <p:ph type="body" sz="quarter" idx="13"/>
          </p:nvPr>
        </p:nvSpPr>
        <p:spPr>
          <a:xfrm>
            <a:off x="443922" y="1493520"/>
            <a:ext cx="5744228" cy="4588303"/>
          </a:xfrm>
        </p:spPr>
        <p:txBody>
          <a:bodyPr/>
          <a:lstStyle/>
          <a:p>
            <a:pPr marL="285750" indent="-285750">
              <a:buFont typeface="Arial" panose="020B0604020202020204" pitchFamily="34" charset="0"/>
              <a:buChar char="•"/>
            </a:pPr>
            <a:r>
              <a:rPr lang="en-GB" dirty="0"/>
              <a:t>Open and edit an existing file: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Open and edit a new file: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Open vim without a file: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Recover last file edited:</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Open and view a file (</a:t>
            </a:r>
            <a:r>
              <a:rPr lang="en-GB" dirty="0" err="1"/>
              <a:t>readonly</a:t>
            </a:r>
            <a:r>
              <a:rPr lang="en-GB" dirty="0"/>
              <a:t>):</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Open at end of file:</a:t>
            </a:r>
          </a:p>
          <a:p>
            <a:pPr marL="285750" indent="-285750">
              <a:buFont typeface="Arial" panose="020B0604020202020204" pitchFamily="34" charset="0"/>
              <a:buChar char="•"/>
            </a:pPr>
            <a:endParaRPr lang="en-GB" dirty="0"/>
          </a:p>
        </p:txBody>
      </p:sp>
      <p:sp>
        <p:nvSpPr>
          <p:cNvPr id="2" name="Slide Number Placeholder 1">
            <a:extLst>
              <a:ext uri="{FF2B5EF4-FFF2-40B4-BE49-F238E27FC236}">
                <a16:creationId xmlns:a16="http://schemas.microsoft.com/office/drawing/2014/main" id="{F1994004-0B2F-F5CB-29B7-3B2BDC9BF85D}"/>
              </a:ext>
            </a:extLst>
          </p:cNvPr>
          <p:cNvSpPr>
            <a:spLocks noGrp="1"/>
          </p:cNvSpPr>
          <p:nvPr>
            <p:ph type="sldNum" sz="quarter" idx="12"/>
          </p:nvPr>
        </p:nvSpPr>
        <p:spPr>
          <a:prstGeom prst="rect">
            <a:avLst/>
          </a:prstGeom>
        </p:spPr>
        <p:txBody>
          <a:bodyPr/>
          <a:lstStyle/>
          <a:p>
            <a:fld id="{EF892D59-8F09-EF4B-AD6D-DA609442F868}" type="slidenum">
              <a:rPr lang="en-US" noProof="0" smtClean="0"/>
              <a:pPr/>
              <a:t>7</a:t>
            </a:fld>
            <a:endParaRPr lang="en-US" noProof="0" dirty="0"/>
          </a:p>
        </p:txBody>
      </p:sp>
      <p:sp>
        <p:nvSpPr>
          <p:cNvPr id="39" name="Rectangle 3">
            <a:extLst>
              <a:ext uri="{FF2B5EF4-FFF2-40B4-BE49-F238E27FC236}">
                <a16:creationId xmlns:a16="http://schemas.microsoft.com/office/drawing/2014/main" id="{62FA2339-8DD2-E222-C3A0-54A008752AD8}"/>
              </a:ext>
            </a:extLst>
          </p:cNvPr>
          <p:cNvSpPr>
            <a:spLocks noChangeArrowheads="1"/>
          </p:cNvSpPr>
          <p:nvPr/>
        </p:nvSpPr>
        <p:spPr bwMode="auto">
          <a:xfrm>
            <a:off x="819843" y="3432991"/>
            <a:ext cx="1124704"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4"/>
              </a:spcBef>
            </a:pPr>
            <a:r>
              <a:rPr lang="fr-FR" spc="-4" dirty="0">
                <a:solidFill>
                  <a:srgbClr val="FFFF00"/>
                </a:solidFill>
                <a:latin typeface="Consolas" panose="020B0609020204030204" pitchFamily="49" charset="0"/>
                <a:ea typeface="Hack" panose="020B0609030202020204" pitchFamily="49" charset="0"/>
                <a:cs typeface="Hack" panose="020B0609030202020204" pitchFamily="49" charset="0"/>
              </a:rPr>
              <a:t>$</a:t>
            </a:r>
            <a:r>
              <a:rPr lang="fr-FR" spc="-33" dirty="0">
                <a:solidFill>
                  <a:schemeClr val="bg1"/>
                </a:solidFill>
                <a:latin typeface="Consolas" panose="020B0609020204030204" pitchFamily="49" charset="0"/>
                <a:ea typeface="Hack" panose="020B0609030202020204" pitchFamily="49" charset="0"/>
                <a:cs typeface="Hack" panose="020B0609030202020204" pitchFamily="49" charset="0"/>
              </a:rPr>
              <a:t> </a:t>
            </a:r>
            <a:r>
              <a:rPr lang="fr-FR" b="1" spc="-4" dirty="0" err="1">
                <a:solidFill>
                  <a:schemeClr val="bg1"/>
                </a:solidFill>
                <a:latin typeface="Consolas" panose="020B0609020204030204" pitchFamily="49" charset="0"/>
                <a:ea typeface="Hack" panose="020B0609030202020204" pitchFamily="49" charset="0"/>
                <a:cs typeface="Hack" panose="020B0609030202020204" pitchFamily="49" charset="0"/>
              </a:rPr>
              <a:t>vim</a:t>
            </a:r>
            <a:endParaRPr lang="fr-FR" b="1" spc="-4" dirty="0">
              <a:solidFill>
                <a:srgbClr val="92D050"/>
              </a:solidFill>
              <a:latin typeface="Consolas" panose="020B0609020204030204" pitchFamily="49" charset="0"/>
              <a:ea typeface="Hack" panose="020B0609030202020204" pitchFamily="49" charset="0"/>
              <a:cs typeface="Hack" panose="020B0609030202020204" pitchFamily="49" charset="0"/>
            </a:endParaRPr>
          </a:p>
        </p:txBody>
      </p:sp>
      <p:sp>
        <p:nvSpPr>
          <p:cNvPr id="40" name="Rectangle 3">
            <a:extLst>
              <a:ext uri="{FF2B5EF4-FFF2-40B4-BE49-F238E27FC236}">
                <a16:creationId xmlns:a16="http://schemas.microsoft.com/office/drawing/2014/main" id="{770B4306-952F-EDA6-21F0-3225C954C094}"/>
              </a:ext>
            </a:extLst>
          </p:cNvPr>
          <p:cNvSpPr>
            <a:spLocks noChangeArrowheads="1"/>
          </p:cNvSpPr>
          <p:nvPr/>
        </p:nvSpPr>
        <p:spPr bwMode="auto">
          <a:xfrm>
            <a:off x="819843" y="4227548"/>
            <a:ext cx="1415357"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4"/>
              </a:spcBef>
            </a:pPr>
            <a:r>
              <a:rPr lang="fr-FR" spc="-4" dirty="0">
                <a:solidFill>
                  <a:srgbClr val="FFFF00"/>
                </a:solidFill>
                <a:latin typeface="Consolas" panose="020B0609020204030204" pitchFamily="49" charset="0"/>
                <a:ea typeface="Hack" panose="020B0609030202020204" pitchFamily="49" charset="0"/>
                <a:cs typeface="Hack" panose="020B0609030202020204" pitchFamily="49" charset="0"/>
              </a:rPr>
              <a:t>$</a:t>
            </a:r>
            <a:r>
              <a:rPr lang="fr-FR" spc="-33" dirty="0">
                <a:solidFill>
                  <a:schemeClr val="bg1"/>
                </a:solidFill>
                <a:latin typeface="Consolas" panose="020B0609020204030204" pitchFamily="49" charset="0"/>
                <a:ea typeface="Hack" panose="020B0609030202020204" pitchFamily="49" charset="0"/>
                <a:cs typeface="Hack" panose="020B0609030202020204" pitchFamily="49" charset="0"/>
              </a:rPr>
              <a:t> </a:t>
            </a:r>
            <a:r>
              <a:rPr lang="fr-FR" b="1" spc="-4" dirty="0" err="1">
                <a:solidFill>
                  <a:schemeClr val="bg1"/>
                </a:solidFill>
                <a:latin typeface="Consolas" panose="020B0609020204030204" pitchFamily="49" charset="0"/>
                <a:ea typeface="Hack" panose="020B0609030202020204" pitchFamily="49" charset="0"/>
                <a:cs typeface="Hack" panose="020B0609030202020204" pitchFamily="49" charset="0"/>
              </a:rPr>
              <a:t>vim</a:t>
            </a:r>
            <a:r>
              <a:rPr lang="fr-FR" b="1" spc="-4" dirty="0">
                <a:solidFill>
                  <a:schemeClr val="bg1"/>
                </a:solidFill>
                <a:latin typeface="Consolas" panose="020B0609020204030204" pitchFamily="49" charset="0"/>
                <a:ea typeface="Hack" panose="020B0609030202020204" pitchFamily="49" charset="0"/>
                <a:cs typeface="Hack" panose="020B0609030202020204" pitchFamily="49" charset="0"/>
              </a:rPr>
              <a:t> –r</a:t>
            </a:r>
            <a:endParaRPr lang="fr-FR" b="1" spc="-4" dirty="0">
              <a:solidFill>
                <a:srgbClr val="92D050"/>
              </a:solidFill>
              <a:latin typeface="Consolas" panose="020B0609020204030204" pitchFamily="49" charset="0"/>
              <a:ea typeface="Hack" panose="020B0609030202020204" pitchFamily="49" charset="0"/>
              <a:cs typeface="Hack" panose="020B0609030202020204" pitchFamily="49" charset="0"/>
            </a:endParaRPr>
          </a:p>
        </p:txBody>
      </p:sp>
      <p:sp>
        <p:nvSpPr>
          <p:cNvPr id="41" name="Rectangle 3">
            <a:extLst>
              <a:ext uri="{FF2B5EF4-FFF2-40B4-BE49-F238E27FC236}">
                <a16:creationId xmlns:a16="http://schemas.microsoft.com/office/drawing/2014/main" id="{4598E286-F7CD-1C30-15A2-9D7CE498C470}"/>
              </a:ext>
            </a:extLst>
          </p:cNvPr>
          <p:cNvSpPr>
            <a:spLocks noChangeArrowheads="1"/>
          </p:cNvSpPr>
          <p:nvPr/>
        </p:nvSpPr>
        <p:spPr bwMode="auto">
          <a:xfrm>
            <a:off x="819842" y="5022105"/>
            <a:ext cx="2421197"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4"/>
              </a:spcBef>
            </a:pPr>
            <a:r>
              <a:rPr lang="fr-FR" spc="-4" dirty="0">
                <a:solidFill>
                  <a:srgbClr val="FFFF00"/>
                </a:solidFill>
                <a:latin typeface="Consolas" panose="020B0609020204030204" pitchFamily="49" charset="0"/>
                <a:ea typeface="Hack" panose="020B0609030202020204" pitchFamily="49" charset="0"/>
                <a:cs typeface="Hack" panose="020B0609030202020204" pitchFamily="49" charset="0"/>
              </a:rPr>
              <a:t>$</a:t>
            </a:r>
            <a:r>
              <a:rPr lang="fr-FR" spc="-33" dirty="0">
                <a:solidFill>
                  <a:schemeClr val="bg1"/>
                </a:solidFill>
                <a:latin typeface="Consolas" panose="020B0609020204030204" pitchFamily="49" charset="0"/>
                <a:ea typeface="Hack" panose="020B0609030202020204" pitchFamily="49" charset="0"/>
                <a:cs typeface="Hack" panose="020B0609030202020204" pitchFamily="49" charset="0"/>
              </a:rPr>
              <a:t> </a:t>
            </a:r>
            <a:r>
              <a:rPr lang="fr-FR" b="1" spc="-4" dirty="0" err="1">
                <a:solidFill>
                  <a:schemeClr val="bg1"/>
                </a:solidFill>
                <a:latin typeface="Consolas" panose="020B0609020204030204" pitchFamily="49" charset="0"/>
                <a:ea typeface="Hack" panose="020B0609030202020204" pitchFamily="49" charset="0"/>
                <a:cs typeface="Hack" panose="020B0609030202020204" pitchFamily="49" charset="0"/>
              </a:rPr>
              <a:t>view</a:t>
            </a:r>
            <a:r>
              <a:rPr lang="fr-FR" b="1" spc="-4" dirty="0">
                <a:solidFill>
                  <a:schemeClr val="bg1"/>
                </a:solidFill>
                <a:latin typeface="Consolas" panose="020B0609020204030204" pitchFamily="49" charset="0"/>
                <a:ea typeface="Hack" panose="020B0609030202020204" pitchFamily="49" charset="0"/>
                <a:cs typeface="Hack" panose="020B0609030202020204" pitchFamily="49" charset="0"/>
              </a:rPr>
              <a:t> romeo.txt</a:t>
            </a:r>
            <a:endParaRPr lang="fr-FR" b="1" spc="-4" dirty="0">
              <a:solidFill>
                <a:srgbClr val="92D050"/>
              </a:solidFill>
              <a:latin typeface="Consolas" panose="020B0609020204030204" pitchFamily="49" charset="0"/>
              <a:ea typeface="Hack" panose="020B0609030202020204" pitchFamily="49" charset="0"/>
              <a:cs typeface="Hack" panose="020B0609030202020204" pitchFamily="49" charset="0"/>
            </a:endParaRPr>
          </a:p>
        </p:txBody>
      </p:sp>
      <p:sp>
        <p:nvSpPr>
          <p:cNvPr id="4" name="Rectangle 3">
            <a:extLst>
              <a:ext uri="{FF2B5EF4-FFF2-40B4-BE49-F238E27FC236}">
                <a16:creationId xmlns:a16="http://schemas.microsoft.com/office/drawing/2014/main" id="{B93309AB-461A-9247-455E-313A5FF599CD}"/>
              </a:ext>
            </a:extLst>
          </p:cNvPr>
          <p:cNvSpPr>
            <a:spLocks noChangeArrowheads="1"/>
          </p:cNvSpPr>
          <p:nvPr/>
        </p:nvSpPr>
        <p:spPr bwMode="auto">
          <a:xfrm>
            <a:off x="819843" y="2637934"/>
            <a:ext cx="2075757"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4"/>
              </a:spcBef>
            </a:pPr>
            <a:r>
              <a:rPr lang="fr-FR" spc="-4" dirty="0">
                <a:solidFill>
                  <a:srgbClr val="FFFF00"/>
                </a:solidFill>
                <a:latin typeface="Consolas" panose="020B0609020204030204" pitchFamily="49" charset="0"/>
                <a:ea typeface="Hack" panose="020B0609030202020204" pitchFamily="49" charset="0"/>
                <a:cs typeface="Hack" panose="020B0609030202020204" pitchFamily="49" charset="0"/>
              </a:rPr>
              <a:t>$</a:t>
            </a:r>
            <a:r>
              <a:rPr lang="fr-FR" spc="-33" dirty="0">
                <a:solidFill>
                  <a:schemeClr val="bg1"/>
                </a:solidFill>
                <a:latin typeface="Consolas" panose="020B0609020204030204" pitchFamily="49" charset="0"/>
                <a:ea typeface="Hack" panose="020B0609030202020204" pitchFamily="49" charset="0"/>
                <a:cs typeface="Hack" panose="020B0609030202020204" pitchFamily="49" charset="0"/>
              </a:rPr>
              <a:t> </a:t>
            </a:r>
            <a:r>
              <a:rPr lang="fr-FR" b="1" spc="-4" dirty="0" err="1">
                <a:solidFill>
                  <a:schemeClr val="bg1"/>
                </a:solidFill>
                <a:latin typeface="Consolas" panose="020B0609020204030204" pitchFamily="49" charset="0"/>
                <a:ea typeface="Hack" panose="020B0609030202020204" pitchFamily="49" charset="0"/>
                <a:cs typeface="Hack" panose="020B0609030202020204" pitchFamily="49" charset="0"/>
              </a:rPr>
              <a:t>vim</a:t>
            </a:r>
            <a:r>
              <a:rPr lang="fr-FR" b="1" spc="-4" dirty="0">
                <a:solidFill>
                  <a:schemeClr val="bg1"/>
                </a:solidFill>
                <a:latin typeface="Consolas" panose="020B0609020204030204" pitchFamily="49" charset="0"/>
                <a:ea typeface="Hack" panose="020B0609030202020204" pitchFamily="49" charset="0"/>
                <a:cs typeface="Hack" panose="020B0609030202020204" pitchFamily="49" charset="0"/>
              </a:rPr>
              <a:t> </a:t>
            </a:r>
            <a:r>
              <a:rPr lang="fr-FR" b="1" spc="-4" dirty="0" err="1">
                <a:solidFill>
                  <a:schemeClr val="bg1"/>
                </a:solidFill>
                <a:latin typeface="Consolas" panose="020B0609020204030204" pitchFamily="49" charset="0"/>
                <a:ea typeface="Hack" panose="020B0609030202020204" pitchFamily="49" charset="0"/>
                <a:cs typeface="Hack" panose="020B0609030202020204" pitchFamily="49" charset="0"/>
              </a:rPr>
              <a:t>newfile</a:t>
            </a:r>
            <a:endParaRPr lang="fr-FR" b="1" spc="-4" dirty="0">
              <a:solidFill>
                <a:srgbClr val="92D050"/>
              </a:solidFill>
              <a:latin typeface="Consolas" panose="020B0609020204030204" pitchFamily="49" charset="0"/>
              <a:ea typeface="Hack" panose="020B0609030202020204" pitchFamily="49" charset="0"/>
              <a:cs typeface="Hack" panose="020B0609030202020204" pitchFamily="49" charset="0"/>
            </a:endParaRPr>
          </a:p>
        </p:txBody>
      </p:sp>
      <p:sp>
        <p:nvSpPr>
          <p:cNvPr id="6" name="Rectangle 3">
            <a:extLst>
              <a:ext uri="{FF2B5EF4-FFF2-40B4-BE49-F238E27FC236}">
                <a16:creationId xmlns:a16="http://schemas.microsoft.com/office/drawing/2014/main" id="{3AC273A4-30D6-B6EF-4CA8-49A23339DC6C}"/>
              </a:ext>
            </a:extLst>
          </p:cNvPr>
          <p:cNvSpPr>
            <a:spLocks noChangeArrowheads="1"/>
          </p:cNvSpPr>
          <p:nvPr/>
        </p:nvSpPr>
        <p:spPr bwMode="auto">
          <a:xfrm>
            <a:off x="819842" y="1819778"/>
            <a:ext cx="2245937"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4"/>
              </a:spcBef>
            </a:pPr>
            <a:r>
              <a:rPr lang="fr-FR" spc="-4" dirty="0">
                <a:solidFill>
                  <a:srgbClr val="FFFF00"/>
                </a:solidFill>
                <a:latin typeface="Consolas" panose="020B0609020204030204" pitchFamily="49" charset="0"/>
                <a:ea typeface="Hack" panose="020B0609030202020204" pitchFamily="49" charset="0"/>
                <a:cs typeface="Hack" panose="020B0609030202020204" pitchFamily="49" charset="0"/>
              </a:rPr>
              <a:t>$</a:t>
            </a:r>
            <a:r>
              <a:rPr lang="fr-FR" spc="-33" dirty="0">
                <a:solidFill>
                  <a:schemeClr val="bg1"/>
                </a:solidFill>
                <a:latin typeface="Consolas" panose="020B0609020204030204" pitchFamily="49" charset="0"/>
                <a:ea typeface="Hack" panose="020B0609030202020204" pitchFamily="49" charset="0"/>
                <a:cs typeface="Hack" panose="020B0609030202020204" pitchFamily="49" charset="0"/>
              </a:rPr>
              <a:t> </a:t>
            </a:r>
            <a:r>
              <a:rPr lang="fr-FR" b="1" spc="-4" dirty="0" err="1">
                <a:solidFill>
                  <a:schemeClr val="bg1"/>
                </a:solidFill>
                <a:latin typeface="Consolas" panose="020B0609020204030204" pitchFamily="49" charset="0"/>
                <a:ea typeface="Hack" panose="020B0609030202020204" pitchFamily="49" charset="0"/>
                <a:cs typeface="Hack" panose="020B0609030202020204" pitchFamily="49" charset="0"/>
              </a:rPr>
              <a:t>vim</a:t>
            </a:r>
            <a:r>
              <a:rPr lang="fr-FR" b="1" spc="-4" dirty="0">
                <a:solidFill>
                  <a:schemeClr val="bg1"/>
                </a:solidFill>
                <a:latin typeface="Consolas" panose="020B0609020204030204" pitchFamily="49" charset="0"/>
                <a:ea typeface="Hack" panose="020B0609030202020204" pitchFamily="49" charset="0"/>
                <a:cs typeface="Hack" panose="020B0609030202020204" pitchFamily="49" charset="0"/>
              </a:rPr>
              <a:t> romeo.txt</a:t>
            </a:r>
            <a:endParaRPr lang="fr-FR" b="1" spc="-4" dirty="0">
              <a:solidFill>
                <a:srgbClr val="92D050"/>
              </a:solidFill>
              <a:latin typeface="Consolas" panose="020B0609020204030204" pitchFamily="49" charset="0"/>
              <a:ea typeface="Hack" panose="020B0609030202020204" pitchFamily="49" charset="0"/>
              <a:cs typeface="Hack" panose="020B0609030202020204" pitchFamily="49" charset="0"/>
            </a:endParaRPr>
          </a:p>
        </p:txBody>
      </p:sp>
      <p:sp>
        <p:nvSpPr>
          <p:cNvPr id="17" name="Rectangle 3">
            <a:extLst>
              <a:ext uri="{FF2B5EF4-FFF2-40B4-BE49-F238E27FC236}">
                <a16:creationId xmlns:a16="http://schemas.microsoft.com/office/drawing/2014/main" id="{643F5D35-497A-E9B9-317B-C82E70A2C481}"/>
              </a:ext>
            </a:extLst>
          </p:cNvPr>
          <p:cNvSpPr>
            <a:spLocks noChangeArrowheads="1"/>
          </p:cNvSpPr>
          <p:nvPr/>
        </p:nvSpPr>
        <p:spPr bwMode="auto">
          <a:xfrm>
            <a:off x="819842" y="5871509"/>
            <a:ext cx="2878398"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4"/>
              </a:spcBef>
            </a:pPr>
            <a:r>
              <a:rPr lang="fr-FR" spc="-4" dirty="0">
                <a:solidFill>
                  <a:srgbClr val="FFFF00"/>
                </a:solidFill>
                <a:latin typeface="Consolas" panose="020B0609020204030204" pitchFamily="49" charset="0"/>
                <a:ea typeface="Hack" panose="020B0609030202020204" pitchFamily="49" charset="0"/>
                <a:cs typeface="Hack" panose="020B0609030202020204" pitchFamily="49" charset="0"/>
              </a:rPr>
              <a:t>$</a:t>
            </a:r>
            <a:r>
              <a:rPr lang="fr-FR" spc="-33" dirty="0">
                <a:solidFill>
                  <a:schemeClr val="bg1"/>
                </a:solidFill>
                <a:latin typeface="Consolas" panose="020B0609020204030204" pitchFamily="49" charset="0"/>
                <a:ea typeface="Hack" panose="020B0609030202020204" pitchFamily="49" charset="0"/>
                <a:cs typeface="Hack" panose="020B0609030202020204" pitchFamily="49" charset="0"/>
              </a:rPr>
              <a:t> </a:t>
            </a:r>
            <a:r>
              <a:rPr lang="fr-FR" b="1" spc="-4" dirty="0" err="1">
                <a:solidFill>
                  <a:schemeClr val="bg1"/>
                </a:solidFill>
                <a:latin typeface="Consolas" panose="020B0609020204030204" pitchFamily="49" charset="0"/>
                <a:ea typeface="Hack" panose="020B0609030202020204" pitchFamily="49" charset="0"/>
                <a:cs typeface="Hack" panose="020B0609030202020204" pitchFamily="49" charset="0"/>
              </a:rPr>
              <a:t>view</a:t>
            </a:r>
            <a:r>
              <a:rPr lang="fr-FR" b="1" spc="-4" dirty="0">
                <a:solidFill>
                  <a:schemeClr val="bg1"/>
                </a:solidFill>
                <a:latin typeface="Consolas" panose="020B0609020204030204" pitchFamily="49" charset="0"/>
                <a:ea typeface="Hack" panose="020B0609030202020204" pitchFamily="49" charset="0"/>
                <a:cs typeface="Hack" panose="020B0609030202020204" pitchFamily="49" charset="0"/>
              </a:rPr>
              <a:t> + /</a:t>
            </a:r>
            <a:r>
              <a:rPr lang="fr-FR" b="1" spc="-4" dirty="0" err="1">
                <a:solidFill>
                  <a:schemeClr val="bg1"/>
                </a:solidFill>
                <a:latin typeface="Consolas" panose="020B0609020204030204" pitchFamily="49" charset="0"/>
                <a:ea typeface="Hack" panose="020B0609030202020204" pitchFamily="49" charset="0"/>
                <a:cs typeface="Hack" panose="020B0609030202020204" pitchFamily="49" charset="0"/>
              </a:rPr>
              <a:t>etc</a:t>
            </a:r>
            <a:r>
              <a:rPr lang="fr-FR" b="1" spc="-4" dirty="0">
                <a:solidFill>
                  <a:schemeClr val="bg1"/>
                </a:solidFill>
                <a:latin typeface="Consolas" panose="020B0609020204030204" pitchFamily="49" charset="0"/>
                <a:ea typeface="Hack" panose="020B0609030202020204" pitchFamily="49" charset="0"/>
                <a:cs typeface="Hack" panose="020B0609030202020204" pitchFamily="49" charset="0"/>
              </a:rPr>
              <a:t>/</a:t>
            </a:r>
            <a:r>
              <a:rPr lang="fr-FR" b="1" spc="-4" dirty="0" err="1">
                <a:solidFill>
                  <a:schemeClr val="bg1"/>
                </a:solidFill>
                <a:latin typeface="Consolas" panose="020B0609020204030204" pitchFamily="49" charset="0"/>
                <a:ea typeface="Hack" panose="020B0609030202020204" pitchFamily="49" charset="0"/>
                <a:cs typeface="Hack" panose="020B0609030202020204" pitchFamily="49" charset="0"/>
              </a:rPr>
              <a:t>passwd</a:t>
            </a:r>
            <a:endParaRPr lang="fr-FR" b="1" spc="-4" dirty="0">
              <a:solidFill>
                <a:srgbClr val="92D050"/>
              </a:solidFill>
              <a:latin typeface="Consolas" panose="020B0609020204030204" pitchFamily="49" charset="0"/>
              <a:ea typeface="Hack" panose="020B0609030202020204" pitchFamily="49" charset="0"/>
              <a:cs typeface="Hack" panose="020B0609030202020204" pitchFamily="49" charset="0"/>
            </a:endParaRPr>
          </a:p>
        </p:txBody>
      </p:sp>
      <p:pic>
        <p:nvPicPr>
          <p:cNvPr id="21" name="Content Placeholder 20">
            <a:extLst>
              <a:ext uri="{FF2B5EF4-FFF2-40B4-BE49-F238E27FC236}">
                <a16:creationId xmlns:a16="http://schemas.microsoft.com/office/drawing/2014/main" id="{FD2E28C5-58E2-B850-3EDA-F4FFA9CCAFC1}"/>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096000" y="2106344"/>
            <a:ext cx="5869778" cy="3765165"/>
          </a:xfrm>
          <a:prstGeom prst="rect">
            <a:avLst/>
          </a:prstGeom>
        </p:spPr>
      </p:pic>
    </p:spTree>
    <p:extLst>
      <p:ext uri="{BB962C8B-B14F-4D97-AF65-F5344CB8AC3E}">
        <p14:creationId xmlns:p14="http://schemas.microsoft.com/office/powerpoint/2010/main" val="2400340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B596164-E3A6-05BB-40FC-130979DECA54}"/>
              </a:ext>
            </a:extLst>
          </p:cNvPr>
          <p:cNvSpPr>
            <a:spLocks noGrp="1"/>
          </p:cNvSpPr>
          <p:nvPr>
            <p:ph type="ctrTitle"/>
          </p:nvPr>
        </p:nvSpPr>
        <p:spPr/>
        <p:txBody>
          <a:bodyPr/>
          <a:lstStyle/>
          <a:p>
            <a:r>
              <a:rPr lang="en-US" noProof="0" dirty="0"/>
              <a:t>Vim has 3 Modes</a:t>
            </a:r>
          </a:p>
        </p:txBody>
      </p:sp>
      <p:sp>
        <p:nvSpPr>
          <p:cNvPr id="36" name="Text Placeholder 35">
            <a:extLst>
              <a:ext uri="{FF2B5EF4-FFF2-40B4-BE49-F238E27FC236}">
                <a16:creationId xmlns:a16="http://schemas.microsoft.com/office/drawing/2014/main" id="{0329E432-554C-7B4B-D731-1503D0E71DFC}"/>
              </a:ext>
            </a:extLst>
          </p:cNvPr>
          <p:cNvSpPr>
            <a:spLocks noGrp="1"/>
          </p:cNvSpPr>
          <p:nvPr>
            <p:ph type="body" sz="quarter" idx="13"/>
          </p:nvPr>
        </p:nvSpPr>
        <p:spPr>
          <a:xfrm>
            <a:off x="443922" y="1733108"/>
            <a:ext cx="5001838" cy="4348715"/>
          </a:xfrm>
        </p:spPr>
        <p:txBody>
          <a:bodyPr/>
          <a:lstStyle/>
          <a:p>
            <a:r>
              <a:rPr lang="en-GB" b="1" dirty="0"/>
              <a:t>Vim is a modal editor</a:t>
            </a:r>
          </a:p>
          <a:p>
            <a:pPr marL="285750" indent="-285750">
              <a:buFont typeface="Arial" panose="020B0604020202020204" pitchFamily="34" charset="0"/>
              <a:buChar char="•"/>
            </a:pPr>
            <a:r>
              <a:rPr lang="en-GB" dirty="0"/>
              <a:t>Keys behave differently depending on mode</a:t>
            </a:r>
          </a:p>
          <a:p>
            <a:r>
              <a:rPr lang="en-GB" b="1" dirty="0"/>
              <a:t>Modes</a:t>
            </a:r>
          </a:p>
          <a:p>
            <a:pPr marL="285750" indent="-285750">
              <a:buFont typeface="Arial" panose="020B0604020202020204" pitchFamily="34" charset="0"/>
              <a:buChar char="•"/>
            </a:pPr>
            <a:r>
              <a:rPr lang="en-GB" b="1" dirty="0"/>
              <a:t>Command mode:</a:t>
            </a:r>
            <a:r>
              <a:rPr lang="en-GB" dirty="0"/>
              <a:t> navigate and issue commands</a:t>
            </a:r>
          </a:p>
          <a:p>
            <a:pPr marL="285750" indent="-285750">
              <a:buFont typeface="Arial" panose="020B0604020202020204" pitchFamily="34" charset="0"/>
              <a:buChar char="•"/>
            </a:pPr>
            <a:r>
              <a:rPr lang="en-GB" b="1" dirty="0"/>
              <a:t>Insert mode:</a:t>
            </a:r>
            <a:r>
              <a:rPr lang="en-GB" dirty="0"/>
              <a:t> enter and edit text</a:t>
            </a:r>
          </a:p>
          <a:p>
            <a:pPr marL="285750" indent="-285750">
              <a:buFont typeface="Arial" panose="020B0604020202020204" pitchFamily="34" charset="0"/>
              <a:buChar char="•"/>
            </a:pPr>
            <a:r>
              <a:rPr lang="en-GB" b="1" dirty="0"/>
              <a:t>Ex/Last-line mode:</a:t>
            </a:r>
            <a:r>
              <a:rPr lang="en-GB" dirty="0"/>
              <a:t> save quit, search and run commands</a:t>
            </a:r>
          </a:p>
          <a:p>
            <a:endParaRPr lang="en-GB" dirty="0"/>
          </a:p>
          <a:p>
            <a:pPr marL="285750" indent="-285750">
              <a:buFont typeface="Arial" panose="020B0604020202020204" pitchFamily="34" charset="0"/>
              <a:buChar char="•"/>
            </a:pPr>
            <a:endParaRPr lang="en-GB" dirty="0"/>
          </a:p>
        </p:txBody>
      </p:sp>
      <p:pic>
        <p:nvPicPr>
          <p:cNvPr id="13" name="Content Placeholder 12">
            <a:extLst>
              <a:ext uri="{FF2B5EF4-FFF2-40B4-BE49-F238E27FC236}">
                <a16:creationId xmlns:a16="http://schemas.microsoft.com/office/drawing/2014/main" id="{EE9C0FC6-B9B5-DE24-3AF9-1AA636EB75A6}"/>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5689601" y="1788658"/>
            <a:ext cx="6339840" cy="4792759"/>
          </a:xfrm>
          <a:prstGeom prst="rect">
            <a:avLst/>
          </a:prstGeom>
        </p:spPr>
      </p:pic>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8</a:t>
            </a:fld>
            <a:endParaRPr lang="en-US" noProof="0" dirty="0"/>
          </a:p>
        </p:txBody>
      </p:sp>
    </p:spTree>
    <p:extLst>
      <p:ext uri="{BB962C8B-B14F-4D97-AF65-F5344CB8AC3E}">
        <p14:creationId xmlns:p14="http://schemas.microsoft.com/office/powerpoint/2010/main" val="1637637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2CC1E74-B63C-6589-6B08-A4C6216FE5C1}"/>
              </a:ext>
            </a:extLst>
          </p:cNvPr>
          <p:cNvSpPr>
            <a:spLocks noGrp="1"/>
          </p:cNvSpPr>
          <p:nvPr>
            <p:ph type="ctrTitle"/>
          </p:nvPr>
        </p:nvSpPr>
        <p:spPr/>
        <p:txBody>
          <a:bodyPr/>
          <a:lstStyle/>
          <a:p>
            <a:r>
              <a:rPr lang="en-US" noProof="0" dirty="0"/>
              <a:t>Command Mode and Structure</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r>
              <a:rPr lang="en-GB" b="1" noProof="0" dirty="0"/>
              <a:t>Command Mode:</a:t>
            </a:r>
          </a:p>
          <a:p>
            <a:pPr marL="285750" indent="-285750">
              <a:buFont typeface="Arial" panose="020B0604020202020204" pitchFamily="34" charset="0"/>
              <a:buChar char="•"/>
            </a:pPr>
            <a:r>
              <a:rPr lang="en-GB" noProof="0" dirty="0"/>
              <a:t>Default mode when Vim opens</a:t>
            </a:r>
          </a:p>
          <a:p>
            <a:pPr marL="285750" indent="-285750">
              <a:buFont typeface="Arial" panose="020B0604020202020204" pitchFamily="34" charset="0"/>
              <a:buChar char="•"/>
            </a:pPr>
            <a:r>
              <a:rPr lang="en-GB" noProof="0" dirty="0"/>
              <a:t>Used for navigation and commands</a:t>
            </a:r>
          </a:p>
          <a:p>
            <a:pPr marL="285750" indent="-285750">
              <a:buFont typeface="Arial" panose="020B0604020202020204" pitchFamily="34" charset="0"/>
              <a:buChar char="•"/>
            </a:pPr>
            <a:r>
              <a:rPr lang="en-GB" noProof="0" dirty="0"/>
              <a:t>Commands are keystrokes, not typed text</a:t>
            </a:r>
          </a:p>
          <a:p>
            <a:pPr marL="285750" indent="-285750">
              <a:buFont typeface="Arial" panose="020B0604020202020204" pitchFamily="34" charset="0"/>
              <a:buChar char="•"/>
            </a:pPr>
            <a:r>
              <a:rPr lang="en-GB" noProof="0" dirty="0"/>
              <a:t>Press ESC to return to command mode</a:t>
            </a:r>
          </a:p>
          <a:p>
            <a:r>
              <a:rPr lang="en-GB" b="1" dirty="0"/>
              <a:t>Command Structure:</a:t>
            </a:r>
          </a:p>
          <a:p>
            <a:pPr marL="285750" indent="-285750">
              <a:buFont typeface="Arial" panose="020B0604020202020204" pitchFamily="34" charset="0"/>
              <a:buChar char="•"/>
            </a:pPr>
            <a:r>
              <a:rPr lang="en-GB" noProof="0" dirty="0"/>
              <a:t>Many commands follow this pattern:</a:t>
            </a:r>
          </a:p>
          <a:p>
            <a:pPr marL="285750" indent="-285750">
              <a:buFont typeface="Arial" panose="020B0604020202020204" pitchFamily="34" charset="0"/>
              <a:buChar char="•"/>
            </a:pPr>
            <a:r>
              <a:rPr lang="en-GB" noProof="0" dirty="0"/>
              <a:t>Example:</a:t>
            </a:r>
          </a:p>
          <a:p>
            <a:pPr marL="285750" indent="-285750">
              <a:buFont typeface="Arial" panose="020B0604020202020204" pitchFamily="34" charset="0"/>
              <a:buChar char="•"/>
            </a:pPr>
            <a:endParaRPr lang="en-GB" noProof="0" dirty="0"/>
          </a:p>
          <a:p>
            <a:pPr marL="971550" lvl="1" indent="-285750"/>
            <a:r>
              <a:rPr lang="en-GB" b="1" dirty="0"/>
              <a:t>10 -&gt; repeat 10 times</a:t>
            </a:r>
          </a:p>
          <a:p>
            <a:pPr marL="971550" lvl="1" indent="-285750"/>
            <a:r>
              <a:rPr lang="en-GB" b="1" dirty="0"/>
              <a:t>d</a:t>
            </a:r>
            <a:r>
              <a:rPr lang="en-GB" b="1" noProof="0" dirty="0"/>
              <a:t> -&gt; delete</a:t>
            </a:r>
          </a:p>
          <a:p>
            <a:pPr marL="971550" lvl="1" indent="-285750"/>
            <a:r>
              <a:rPr lang="en-GB" b="1" dirty="0"/>
              <a:t>w -&gt; word</a:t>
            </a:r>
            <a:endParaRPr lang="en-US" b="1"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9</a:t>
            </a:fld>
            <a:endParaRPr lang="en-US" noProof="0" dirty="0"/>
          </a:p>
        </p:txBody>
      </p:sp>
      <p:sp>
        <p:nvSpPr>
          <p:cNvPr id="7" name="Rectangle 3">
            <a:extLst>
              <a:ext uri="{FF2B5EF4-FFF2-40B4-BE49-F238E27FC236}">
                <a16:creationId xmlns:a16="http://schemas.microsoft.com/office/drawing/2014/main" id="{20B1A61A-AF89-D98B-DB3D-85A956E24AB5}"/>
              </a:ext>
            </a:extLst>
          </p:cNvPr>
          <p:cNvSpPr>
            <a:spLocks noChangeArrowheads="1"/>
          </p:cNvSpPr>
          <p:nvPr/>
        </p:nvSpPr>
        <p:spPr bwMode="auto">
          <a:xfrm>
            <a:off x="4301520" y="4122001"/>
            <a:ext cx="3828688"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4"/>
              </a:spcBef>
            </a:pPr>
            <a:r>
              <a:rPr lang="fr-FR" b="1" spc="-4" dirty="0">
                <a:solidFill>
                  <a:schemeClr val="accent1"/>
                </a:solidFill>
                <a:latin typeface="Consolas" panose="020B0609020204030204" pitchFamily="49" charset="0"/>
                <a:ea typeface="Hack" panose="020B0609030202020204" pitchFamily="49" charset="0"/>
                <a:cs typeface="Hack" panose="020B0609030202020204" pitchFamily="49" charset="0"/>
              </a:rPr>
              <a:t>[count]</a:t>
            </a:r>
            <a:r>
              <a:rPr lang="fr-FR" b="1" spc="-4" dirty="0">
                <a:solidFill>
                  <a:schemeClr val="accent3"/>
                </a:solidFill>
                <a:latin typeface="Consolas" panose="020B0609020204030204" pitchFamily="49" charset="0"/>
                <a:ea typeface="Hack" panose="020B0609030202020204" pitchFamily="49" charset="0"/>
                <a:cs typeface="Hack" panose="020B0609030202020204" pitchFamily="49" charset="0"/>
              </a:rPr>
              <a:t>[command]</a:t>
            </a:r>
            <a:r>
              <a:rPr lang="fr-FR" b="1" spc="-4" dirty="0">
                <a:solidFill>
                  <a:srgbClr val="FFFF00"/>
                </a:solidFill>
                <a:latin typeface="Consolas" panose="020B0609020204030204" pitchFamily="49" charset="0"/>
                <a:ea typeface="Hack" panose="020B0609030202020204" pitchFamily="49" charset="0"/>
                <a:cs typeface="Hack" panose="020B0609030202020204" pitchFamily="49" charset="0"/>
              </a:rPr>
              <a:t>[navigation]</a:t>
            </a:r>
          </a:p>
        </p:txBody>
      </p:sp>
      <p:sp>
        <p:nvSpPr>
          <p:cNvPr id="8" name="Rectangle 3">
            <a:extLst>
              <a:ext uri="{FF2B5EF4-FFF2-40B4-BE49-F238E27FC236}">
                <a16:creationId xmlns:a16="http://schemas.microsoft.com/office/drawing/2014/main" id="{60FED8C4-24D6-E385-9EE2-F7E146131CBA}"/>
              </a:ext>
            </a:extLst>
          </p:cNvPr>
          <p:cNvSpPr>
            <a:spLocks noChangeArrowheads="1"/>
          </p:cNvSpPr>
          <p:nvPr/>
        </p:nvSpPr>
        <p:spPr bwMode="auto">
          <a:xfrm>
            <a:off x="1216204" y="4862669"/>
            <a:ext cx="839672"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4"/>
              </a:spcBef>
            </a:pPr>
            <a:r>
              <a:rPr lang="fr-FR" b="1" spc="-4" dirty="0">
                <a:solidFill>
                  <a:schemeClr val="accent1"/>
                </a:solidFill>
                <a:latin typeface="Consolas" panose="020B0609020204030204" pitchFamily="49" charset="0"/>
                <a:ea typeface="Hack" panose="020B0609030202020204" pitchFamily="49" charset="0"/>
                <a:cs typeface="Hack" panose="020B0609030202020204" pitchFamily="49" charset="0"/>
              </a:rPr>
              <a:t>10</a:t>
            </a:r>
            <a:r>
              <a:rPr lang="fr-FR" b="1" spc="-4" dirty="0">
                <a:solidFill>
                  <a:schemeClr val="accent3"/>
                </a:solidFill>
                <a:latin typeface="Consolas" panose="020B0609020204030204" pitchFamily="49" charset="0"/>
                <a:ea typeface="Hack" panose="020B0609030202020204" pitchFamily="49" charset="0"/>
                <a:cs typeface="Hack" panose="020B0609030202020204" pitchFamily="49" charset="0"/>
              </a:rPr>
              <a:t>d</a:t>
            </a:r>
            <a:r>
              <a:rPr lang="fr-FR" b="1" spc="-4" dirty="0">
                <a:solidFill>
                  <a:srgbClr val="FFFF00"/>
                </a:solidFill>
                <a:latin typeface="Consolas" panose="020B0609020204030204" pitchFamily="49" charset="0"/>
                <a:ea typeface="Hack" panose="020B0609030202020204" pitchFamily="49" charset="0"/>
                <a:cs typeface="Hack" panose="020B0609030202020204" pitchFamily="49" charset="0"/>
              </a:rPr>
              <a:t>w</a:t>
            </a:r>
          </a:p>
        </p:txBody>
      </p:sp>
      <p:sp>
        <p:nvSpPr>
          <p:cNvPr id="9" name="TextBox 8">
            <a:extLst>
              <a:ext uri="{FF2B5EF4-FFF2-40B4-BE49-F238E27FC236}">
                <a16:creationId xmlns:a16="http://schemas.microsoft.com/office/drawing/2014/main" id="{B0E6DF4D-4534-1E93-D3B1-11FB6CA452A4}"/>
              </a:ext>
            </a:extLst>
          </p:cNvPr>
          <p:cNvSpPr txBox="1"/>
          <p:nvPr/>
        </p:nvSpPr>
        <p:spPr>
          <a:xfrm>
            <a:off x="3762992" y="6220400"/>
            <a:ext cx="4905744" cy="400110"/>
          </a:xfrm>
          <a:prstGeom prst="rect">
            <a:avLst/>
          </a:prstGeom>
          <a:solidFill>
            <a:schemeClr val="accent4">
              <a:lumMod val="40000"/>
              <a:lumOff val="60000"/>
            </a:schemeClr>
          </a:solidFill>
          <a:ln>
            <a:noFill/>
          </a:ln>
        </p:spPr>
        <p:txBody>
          <a:bodyPr wrap="square" rtlCol="0">
            <a:spAutoFit/>
          </a:bodyPr>
          <a:lstStyle/>
          <a:p>
            <a:pPr algn="ctr"/>
            <a:r>
              <a:rPr lang="en-GB" sz="2000" dirty="0"/>
              <a:t>Press &lt;ESC&gt; often – it gets you back to safety</a:t>
            </a:r>
          </a:p>
        </p:txBody>
      </p:sp>
    </p:spTree>
    <p:extLst>
      <p:ext uri="{BB962C8B-B14F-4D97-AF65-F5344CB8AC3E}">
        <p14:creationId xmlns:p14="http://schemas.microsoft.com/office/powerpoint/2010/main" val="2320680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0CD98-5B95-EF33-148A-F1B3EB09B138}"/>
              </a:ext>
            </a:extLst>
          </p:cNvPr>
          <p:cNvSpPr>
            <a:spLocks noGrp="1"/>
          </p:cNvSpPr>
          <p:nvPr>
            <p:ph type="ctrTitle"/>
          </p:nvPr>
        </p:nvSpPr>
        <p:spPr/>
        <p:txBody>
          <a:bodyPr/>
          <a:lstStyle/>
          <a:p>
            <a:r>
              <a:rPr lang="en-GB" dirty="0"/>
              <a:t>Navigation</a:t>
            </a:r>
          </a:p>
        </p:txBody>
      </p:sp>
      <p:pic>
        <p:nvPicPr>
          <p:cNvPr id="6" name="Content Placeholder 5">
            <a:extLst>
              <a:ext uri="{FF2B5EF4-FFF2-40B4-BE49-F238E27FC236}">
                <a16:creationId xmlns:a16="http://schemas.microsoft.com/office/drawing/2014/main" id="{DCE96683-AD07-7F5A-C82D-DCC97F618915}"/>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1811643" y="1821167"/>
            <a:ext cx="8568134" cy="4260657"/>
          </a:xfrm>
          <a:prstGeom prst="rect">
            <a:avLst/>
          </a:prstGeom>
        </p:spPr>
      </p:pic>
      <p:sp>
        <p:nvSpPr>
          <p:cNvPr id="4" name="Slide Number Placeholder 3">
            <a:extLst>
              <a:ext uri="{FF2B5EF4-FFF2-40B4-BE49-F238E27FC236}">
                <a16:creationId xmlns:a16="http://schemas.microsoft.com/office/drawing/2014/main" id="{31294A07-FFCB-7CBD-5BDE-11D8EC1E167B}"/>
              </a:ext>
            </a:extLst>
          </p:cNvPr>
          <p:cNvSpPr>
            <a:spLocks noGrp="1"/>
          </p:cNvSpPr>
          <p:nvPr>
            <p:ph type="sldNum" sz="quarter" idx="12"/>
          </p:nvPr>
        </p:nvSpPr>
        <p:spPr/>
        <p:txBody>
          <a:bodyPr/>
          <a:lstStyle/>
          <a:p>
            <a:fld id="{F3469444-D02B-D446-9CF8-19DEDDE073D1}" type="slidenum">
              <a:rPr lang="en-US" smtClean="0"/>
              <a:pPr/>
              <a:t>10</a:t>
            </a:fld>
            <a:endParaRPr lang="en-US" dirty="0"/>
          </a:p>
        </p:txBody>
      </p:sp>
      <p:sp>
        <p:nvSpPr>
          <p:cNvPr id="7" name="Text Placeholder 4">
            <a:extLst>
              <a:ext uri="{FF2B5EF4-FFF2-40B4-BE49-F238E27FC236}">
                <a16:creationId xmlns:a16="http://schemas.microsoft.com/office/drawing/2014/main" id="{C9220E9E-2C3D-DD01-BDF5-B9C90D72F7DB}"/>
              </a:ext>
            </a:extLst>
          </p:cNvPr>
          <p:cNvSpPr txBox="1">
            <a:spLocks/>
          </p:cNvSpPr>
          <p:nvPr/>
        </p:nvSpPr>
        <p:spPr>
          <a:xfrm>
            <a:off x="443922" y="1359180"/>
            <a:ext cx="11303578" cy="47226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no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r>
              <a:rPr lang="en-US" dirty="0">
                <a:solidFill>
                  <a:schemeClr val="tx1"/>
                </a:solidFill>
              </a:rPr>
              <a:t>Your instructor will guide you through these actions:</a:t>
            </a:r>
          </a:p>
          <a:p>
            <a:pPr marL="0" indent="0">
              <a:buNone/>
            </a:pPr>
            <a:endParaRPr lang="en-US" sz="3200" dirty="0"/>
          </a:p>
        </p:txBody>
      </p:sp>
    </p:spTree>
    <p:extLst>
      <p:ext uri="{BB962C8B-B14F-4D97-AF65-F5344CB8AC3E}">
        <p14:creationId xmlns:p14="http://schemas.microsoft.com/office/powerpoint/2010/main" val="2554793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C03145CB-C3C7-718C-F389-65BBA560C8F6}"/>
              </a:ext>
            </a:extLst>
          </p:cNvPr>
          <p:cNvSpPr>
            <a:spLocks noGrp="1"/>
          </p:cNvSpPr>
          <p:nvPr>
            <p:ph type="ctrTitle"/>
          </p:nvPr>
        </p:nvSpPr>
        <p:spPr/>
        <p:txBody>
          <a:bodyPr/>
          <a:lstStyle/>
          <a:p>
            <a:r>
              <a:rPr lang="en-US" noProof="0" dirty="0"/>
              <a:t>Navigation - Keystrokes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pPr marL="0" indent="0">
              <a:buNone/>
            </a:pPr>
            <a:r>
              <a:rPr lang="en-US" sz="1800" b="1" noProof="0" dirty="0">
                <a:solidFill>
                  <a:schemeClr val="tx1"/>
                </a:solidFill>
              </a:rPr>
              <a:t>Basic movements (command mode):</a:t>
            </a:r>
          </a:p>
          <a:p>
            <a:pPr marL="0" indent="0">
              <a:buNone/>
            </a:pPr>
            <a:endParaRPr lang="en-US" dirty="0">
              <a:solidFill>
                <a:schemeClr val="tx1"/>
              </a:solidFill>
            </a:endParaRPr>
          </a:p>
          <a:p>
            <a:pPr marL="0" indent="0">
              <a:buNone/>
            </a:pPr>
            <a:endParaRPr lang="en-US" sz="1800" noProof="0" dirty="0">
              <a:solidFill>
                <a:schemeClr val="tx1"/>
              </a:solidFill>
            </a:endParaRPr>
          </a:p>
          <a:p>
            <a:pPr marL="0" indent="0">
              <a:buNone/>
            </a:pPr>
            <a:endParaRPr lang="en-US" dirty="0">
              <a:solidFill>
                <a:schemeClr val="tx1"/>
              </a:solidFill>
            </a:endParaRPr>
          </a:p>
          <a:p>
            <a:pPr marL="0" indent="0">
              <a:buNone/>
            </a:pPr>
            <a:endParaRPr lang="en-US" sz="1800" noProof="0" dirty="0">
              <a:solidFill>
                <a:schemeClr val="tx1"/>
              </a:solidFill>
            </a:endParaRPr>
          </a:p>
          <a:p>
            <a:pPr marL="0" indent="0">
              <a:buNone/>
            </a:pPr>
            <a:endParaRPr lang="en-US" sz="1800" noProof="0" dirty="0">
              <a:solidFill>
                <a:schemeClr val="tx1"/>
              </a:solidFill>
            </a:endParaRPr>
          </a:p>
          <a:p>
            <a:pPr marL="0" indent="0">
              <a:buNone/>
            </a:pPr>
            <a:endParaRPr lang="en-US" sz="1800" noProof="0" dirty="0">
              <a:solidFill>
                <a:schemeClr val="tx1"/>
              </a:solidFill>
            </a:endParaRPr>
          </a:p>
        </p:txBody>
      </p:sp>
      <p:sp>
        <p:nvSpPr>
          <p:cNvPr id="24" name="Text Placeholder 23">
            <a:extLst>
              <a:ext uri="{FF2B5EF4-FFF2-40B4-BE49-F238E27FC236}">
                <a16:creationId xmlns:a16="http://schemas.microsoft.com/office/drawing/2014/main" id="{DE2ECCE8-B97D-5367-8DFE-D2325E7451FF}"/>
              </a:ext>
            </a:extLst>
          </p:cNvPr>
          <p:cNvSpPr>
            <a:spLocks noGrp="1"/>
          </p:cNvSpPr>
          <p:nvPr>
            <p:ph type="body" sz="quarter" idx="15"/>
          </p:nvPr>
        </p:nvSpPr>
        <p:spPr>
          <a:xfrm>
            <a:off x="4609152" y="1749176"/>
            <a:ext cx="3465671" cy="4061405"/>
          </a:xfrm>
        </p:spPr>
        <p:txBody>
          <a:bodyPr/>
          <a:lstStyle/>
          <a:p>
            <a:r>
              <a:rPr lang="en-GB" b="1" dirty="0"/>
              <a:t>Line navigation:</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11</a:t>
            </a:fld>
            <a:endParaRPr lang="en-US" noProof="0" dirty="0"/>
          </a:p>
        </p:txBody>
      </p:sp>
      <p:graphicFrame>
        <p:nvGraphicFramePr>
          <p:cNvPr id="3" name="Table 19">
            <a:extLst>
              <a:ext uri="{FF2B5EF4-FFF2-40B4-BE49-F238E27FC236}">
                <a16:creationId xmlns:a16="http://schemas.microsoft.com/office/drawing/2014/main" id="{E5196236-6CC0-1C7F-601E-54CFE38928A8}"/>
              </a:ext>
            </a:extLst>
          </p:cNvPr>
          <p:cNvGraphicFramePr>
            <a:graphicFrameLocks noGrp="1"/>
          </p:cNvGraphicFramePr>
          <p:nvPr>
            <p:extLst>
              <p:ext uri="{D42A27DB-BD31-4B8C-83A1-F6EECF244321}">
                <p14:modId xmlns:p14="http://schemas.microsoft.com/office/powerpoint/2010/main" val="2438752777"/>
              </p:ext>
            </p:extLst>
          </p:nvPr>
        </p:nvGraphicFramePr>
        <p:xfrm>
          <a:off x="521205" y="2133755"/>
          <a:ext cx="3237996" cy="3234566"/>
        </p:xfrm>
        <a:graphic>
          <a:graphicData uri="http://schemas.openxmlformats.org/drawingml/2006/table">
            <a:tbl>
              <a:tblPr firstRow="1" bandRow="1">
                <a:tableStyleId>{7DF18680-E054-41AD-8BC1-D1AEF772440D}</a:tableStyleId>
              </a:tblPr>
              <a:tblGrid>
                <a:gridCol w="734509">
                  <a:extLst>
                    <a:ext uri="{9D8B030D-6E8A-4147-A177-3AD203B41FA5}">
                      <a16:colId xmlns:a16="http://schemas.microsoft.com/office/drawing/2014/main" val="1082218737"/>
                    </a:ext>
                  </a:extLst>
                </a:gridCol>
                <a:gridCol w="2503487">
                  <a:extLst>
                    <a:ext uri="{9D8B030D-6E8A-4147-A177-3AD203B41FA5}">
                      <a16:colId xmlns:a16="http://schemas.microsoft.com/office/drawing/2014/main" val="174019287"/>
                    </a:ext>
                  </a:extLst>
                </a:gridCol>
              </a:tblGrid>
              <a:tr h="399926">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Keys</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Action</a:t>
                      </a:r>
                    </a:p>
                  </a:txBody>
                  <a:tcPr/>
                </a:tc>
                <a:extLst>
                  <a:ext uri="{0D108BD9-81ED-4DB2-BD59-A6C34878D82A}">
                    <a16:rowId xmlns:a16="http://schemas.microsoft.com/office/drawing/2014/main" val="3136054277"/>
                  </a:ext>
                </a:extLst>
              </a:tr>
              <a:tr h="3615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b="1" noProof="0" dirty="0">
                          <a:solidFill>
                            <a:schemeClr val="tx1"/>
                          </a:solidFill>
                          <a:latin typeface="Hack" panose="020B0609030202020204"/>
                        </a:rPr>
                        <a:t>h</a:t>
                      </a:r>
                      <a:endParaRPr lang="en-US" sz="1800" noProof="0" dirty="0">
                        <a:solidFill>
                          <a:schemeClr val="tx1"/>
                        </a:solidFill>
                        <a:latin typeface="Hack" panose="020B0609030202020204"/>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Left cursor move</a:t>
                      </a:r>
                    </a:p>
                  </a:txBody>
                  <a:tcPr/>
                </a:tc>
                <a:extLst>
                  <a:ext uri="{0D108BD9-81ED-4DB2-BD59-A6C34878D82A}">
                    <a16:rowId xmlns:a16="http://schemas.microsoft.com/office/drawing/2014/main" val="928027646"/>
                  </a:ext>
                </a:extLst>
              </a:tr>
              <a:tr h="3615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b="1" noProof="0" dirty="0">
                          <a:solidFill>
                            <a:schemeClr val="tx1"/>
                          </a:solidFill>
                          <a:latin typeface="Hack" panose="020B0609030202020204"/>
                        </a:rPr>
                        <a:t>l</a:t>
                      </a:r>
                      <a:endParaRPr lang="en-US" sz="1800" noProof="0" dirty="0">
                        <a:solidFill>
                          <a:schemeClr val="tx1"/>
                        </a:solidFill>
                        <a:latin typeface="Hack" panose="020B0609030202020204"/>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Right cursor move</a:t>
                      </a:r>
                    </a:p>
                  </a:txBody>
                  <a:tcPr/>
                </a:tc>
                <a:extLst>
                  <a:ext uri="{0D108BD9-81ED-4DB2-BD59-A6C34878D82A}">
                    <a16:rowId xmlns:a16="http://schemas.microsoft.com/office/drawing/2014/main" val="2020423711"/>
                  </a:ext>
                </a:extLst>
              </a:tr>
              <a:tr h="3615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b="1" noProof="0" dirty="0">
                          <a:solidFill>
                            <a:schemeClr val="tx1"/>
                          </a:solidFill>
                          <a:latin typeface="Hack" panose="020B0609030202020204"/>
                        </a:rPr>
                        <a:t>k</a:t>
                      </a:r>
                      <a:endParaRPr lang="en-US" sz="1800" noProof="0" dirty="0">
                        <a:solidFill>
                          <a:schemeClr val="tx1"/>
                        </a:solidFill>
                        <a:latin typeface="Hack" panose="020B0609030202020204"/>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Up cursor move</a:t>
                      </a:r>
                    </a:p>
                  </a:txBody>
                  <a:tcPr/>
                </a:tc>
                <a:extLst>
                  <a:ext uri="{0D108BD9-81ED-4DB2-BD59-A6C34878D82A}">
                    <a16:rowId xmlns:a16="http://schemas.microsoft.com/office/drawing/2014/main" val="728371441"/>
                  </a:ext>
                </a:extLst>
              </a:tr>
              <a:tr h="3615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b="1" noProof="0" dirty="0">
                          <a:solidFill>
                            <a:schemeClr val="tx1"/>
                          </a:solidFill>
                          <a:latin typeface="Hack" panose="020B0609030202020204"/>
                        </a:rPr>
                        <a:t>j</a:t>
                      </a:r>
                      <a:endParaRPr lang="en-US" sz="1800" noProof="0" dirty="0">
                        <a:solidFill>
                          <a:schemeClr val="tx1"/>
                        </a:solidFill>
                        <a:latin typeface="Hack" panose="020B0609030202020204"/>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Down cursor move</a:t>
                      </a:r>
                    </a:p>
                  </a:txBody>
                  <a:tcPr/>
                </a:tc>
                <a:extLst>
                  <a:ext uri="{0D108BD9-81ED-4DB2-BD59-A6C34878D82A}">
                    <a16:rowId xmlns:a16="http://schemas.microsoft.com/office/drawing/2014/main" val="563213437"/>
                  </a:ext>
                </a:extLst>
              </a:tr>
              <a:tr h="3615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b="1" noProof="0" dirty="0">
                          <a:solidFill>
                            <a:schemeClr val="tx1"/>
                          </a:solidFill>
                          <a:latin typeface="Hack" panose="020B0609030202020204"/>
                        </a:rPr>
                        <a:t>w</a:t>
                      </a:r>
                      <a:endParaRPr lang="en-US" sz="1800" noProof="0" dirty="0">
                        <a:solidFill>
                          <a:schemeClr val="tx1"/>
                        </a:solidFill>
                        <a:latin typeface="Hack" panose="020B0609030202020204"/>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Forward to start of next </a:t>
                      </a:r>
                      <a:r>
                        <a:rPr lang="en-US" sz="1800" b="1" noProof="0" dirty="0">
                          <a:solidFill>
                            <a:schemeClr val="tx1"/>
                          </a:solidFill>
                          <a:latin typeface="+mn-lt"/>
                        </a:rPr>
                        <a:t>w</a:t>
                      </a:r>
                      <a:r>
                        <a:rPr lang="en-US" sz="1800" noProof="0" dirty="0">
                          <a:solidFill>
                            <a:schemeClr val="tx1"/>
                          </a:solidFill>
                          <a:latin typeface="+mn-lt"/>
                        </a:rPr>
                        <a:t>ord </a:t>
                      </a:r>
                    </a:p>
                  </a:txBody>
                  <a:tcPr/>
                </a:tc>
                <a:extLst>
                  <a:ext uri="{0D108BD9-81ED-4DB2-BD59-A6C34878D82A}">
                    <a16:rowId xmlns:a16="http://schemas.microsoft.com/office/drawing/2014/main" val="1668085576"/>
                  </a:ext>
                </a:extLst>
              </a:tr>
              <a:tr h="3615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b="1" noProof="0" dirty="0">
                          <a:solidFill>
                            <a:schemeClr val="tx1"/>
                          </a:solidFill>
                          <a:latin typeface="Hack" panose="020B0609030202020204"/>
                        </a:rPr>
                        <a:t>b</a:t>
                      </a:r>
                      <a:endParaRPr lang="en-US" sz="1800" noProof="0" dirty="0">
                        <a:solidFill>
                          <a:schemeClr val="tx1"/>
                        </a:solidFill>
                        <a:latin typeface="Hack" panose="020B0609030202020204"/>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mn-lt"/>
                        </a:rPr>
                        <a:t>B</a:t>
                      </a:r>
                      <a:r>
                        <a:rPr lang="en-US" sz="1800" noProof="0" dirty="0">
                          <a:solidFill>
                            <a:schemeClr val="tx1"/>
                          </a:solidFill>
                          <a:latin typeface="+mn-lt"/>
                        </a:rPr>
                        <a:t>ack to start of word</a:t>
                      </a:r>
                    </a:p>
                  </a:txBody>
                  <a:tcPr/>
                </a:tc>
                <a:extLst>
                  <a:ext uri="{0D108BD9-81ED-4DB2-BD59-A6C34878D82A}">
                    <a16:rowId xmlns:a16="http://schemas.microsoft.com/office/drawing/2014/main" val="2444882701"/>
                  </a:ext>
                </a:extLst>
              </a:tr>
              <a:tr h="3615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b="1" noProof="0" dirty="0">
                          <a:solidFill>
                            <a:schemeClr val="tx1"/>
                          </a:solidFill>
                          <a:latin typeface="Hack" panose="020B0609030202020204"/>
                        </a:rPr>
                        <a:t>e</a:t>
                      </a:r>
                      <a:endParaRPr lang="en-US" sz="1800" noProof="0" dirty="0">
                        <a:solidFill>
                          <a:schemeClr val="tx1"/>
                        </a:solidFill>
                        <a:latin typeface="Hack" panose="020B0609030202020204"/>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solidFill>
                            <a:schemeClr val="tx1"/>
                          </a:solidFill>
                          <a:latin typeface="+mn-lt"/>
                        </a:rPr>
                        <a:t>Forward to </a:t>
                      </a:r>
                      <a:r>
                        <a:rPr lang="en-US" sz="1800" b="1" noProof="0" dirty="0">
                          <a:solidFill>
                            <a:schemeClr val="tx1"/>
                          </a:solidFill>
                          <a:latin typeface="+mn-lt"/>
                        </a:rPr>
                        <a:t>e</a:t>
                      </a:r>
                      <a:r>
                        <a:rPr lang="en-US" sz="1800" noProof="0" dirty="0">
                          <a:solidFill>
                            <a:schemeClr val="tx1"/>
                          </a:solidFill>
                          <a:latin typeface="+mn-lt"/>
                        </a:rPr>
                        <a:t>nd of word</a:t>
                      </a:r>
                    </a:p>
                  </a:txBody>
                  <a:tcPr/>
                </a:tc>
                <a:extLst>
                  <a:ext uri="{0D108BD9-81ED-4DB2-BD59-A6C34878D82A}">
                    <a16:rowId xmlns:a16="http://schemas.microsoft.com/office/drawing/2014/main" val="3736121711"/>
                  </a:ext>
                </a:extLst>
              </a:tr>
            </a:tbl>
          </a:graphicData>
        </a:graphic>
      </p:graphicFrame>
      <p:graphicFrame>
        <p:nvGraphicFramePr>
          <p:cNvPr id="22" name="Table 21">
            <a:extLst>
              <a:ext uri="{FF2B5EF4-FFF2-40B4-BE49-F238E27FC236}">
                <a16:creationId xmlns:a16="http://schemas.microsoft.com/office/drawing/2014/main" id="{1B7FA8F3-1BF2-A008-D25E-F82C11DFE15E}"/>
              </a:ext>
            </a:extLst>
          </p:cNvPr>
          <p:cNvGraphicFramePr>
            <a:graphicFrameLocks noGrp="1"/>
          </p:cNvGraphicFramePr>
          <p:nvPr>
            <p:extLst>
              <p:ext uri="{D42A27DB-BD31-4B8C-83A1-F6EECF244321}">
                <p14:modId xmlns:p14="http://schemas.microsoft.com/office/powerpoint/2010/main" val="1991666610"/>
              </p:ext>
            </p:extLst>
          </p:nvPr>
        </p:nvGraphicFramePr>
        <p:xfrm>
          <a:off x="4685963" y="2123750"/>
          <a:ext cx="3109298" cy="2926080"/>
        </p:xfrm>
        <a:graphic>
          <a:graphicData uri="http://schemas.openxmlformats.org/drawingml/2006/table">
            <a:tbl>
              <a:tblPr firstRow="1" bandRow="1">
                <a:tableStyleId>{7DF18680-E054-41AD-8BC1-D1AEF772440D}</a:tableStyleId>
              </a:tblPr>
              <a:tblGrid>
                <a:gridCol w="701377">
                  <a:extLst>
                    <a:ext uri="{9D8B030D-6E8A-4147-A177-3AD203B41FA5}">
                      <a16:colId xmlns:a16="http://schemas.microsoft.com/office/drawing/2014/main" val="1640743491"/>
                    </a:ext>
                  </a:extLst>
                </a:gridCol>
                <a:gridCol w="2407921">
                  <a:extLst>
                    <a:ext uri="{9D8B030D-6E8A-4147-A177-3AD203B41FA5}">
                      <a16:colId xmlns:a16="http://schemas.microsoft.com/office/drawing/2014/main" val="891591229"/>
                    </a:ext>
                  </a:extLst>
                </a:gridCol>
              </a:tblGrid>
              <a:tr h="293351">
                <a:tc>
                  <a:txBody>
                    <a:bodyPr/>
                    <a:lstStyle/>
                    <a:p>
                      <a:pPr algn="ctr"/>
                      <a:r>
                        <a:rPr lang="en-US" sz="1800" noProof="0" dirty="0">
                          <a:solidFill>
                            <a:schemeClr val="tx1"/>
                          </a:solidFill>
                          <a:latin typeface="+mn-lt"/>
                        </a:rPr>
                        <a:t>Keys</a:t>
                      </a:r>
                    </a:p>
                  </a:txBody>
                  <a:tcPr/>
                </a:tc>
                <a:tc>
                  <a:txBody>
                    <a:bodyPr/>
                    <a:lstStyle/>
                    <a:p>
                      <a:pPr algn="ctr"/>
                      <a:r>
                        <a:rPr lang="en-US" sz="1800" noProof="0" dirty="0">
                          <a:solidFill>
                            <a:schemeClr val="tx1"/>
                          </a:solidFill>
                          <a:latin typeface="+mn-lt"/>
                        </a:rPr>
                        <a:t>Action</a:t>
                      </a:r>
                    </a:p>
                  </a:txBody>
                  <a:tcPr/>
                </a:tc>
                <a:extLst>
                  <a:ext uri="{0D108BD9-81ED-4DB2-BD59-A6C34878D82A}">
                    <a16:rowId xmlns:a16="http://schemas.microsoft.com/office/drawing/2014/main" val="2910346486"/>
                  </a:ext>
                </a:extLst>
              </a:tr>
              <a:tr h="293351">
                <a:tc>
                  <a:txBody>
                    <a:bodyPr/>
                    <a:lstStyle/>
                    <a:p>
                      <a:pPr algn="ctr"/>
                      <a:r>
                        <a:rPr lang="en-US" sz="1800" b="1" noProof="0" dirty="0">
                          <a:solidFill>
                            <a:schemeClr val="tx1"/>
                          </a:solidFill>
                          <a:latin typeface="Hack" panose="020B0609030202020204"/>
                        </a:rPr>
                        <a:t>0</a:t>
                      </a:r>
                      <a:endParaRPr lang="en-US" sz="1800" noProof="0" dirty="0">
                        <a:solidFill>
                          <a:schemeClr val="tx1"/>
                        </a:solidFill>
                        <a:latin typeface="Hack" panose="020B0609030202020204"/>
                      </a:endParaRPr>
                    </a:p>
                  </a:txBody>
                  <a:tcPr/>
                </a:tc>
                <a:tc>
                  <a:txBody>
                    <a:bodyPr/>
                    <a:lstStyle/>
                    <a:p>
                      <a:r>
                        <a:rPr lang="en-US" sz="1800" noProof="0" dirty="0">
                          <a:solidFill>
                            <a:schemeClr val="tx1"/>
                          </a:solidFill>
                          <a:latin typeface="+mn-lt"/>
                        </a:rPr>
                        <a:t>Start of line</a:t>
                      </a:r>
                    </a:p>
                  </a:txBody>
                  <a:tcPr/>
                </a:tc>
                <a:extLst>
                  <a:ext uri="{0D108BD9-81ED-4DB2-BD59-A6C34878D82A}">
                    <a16:rowId xmlns:a16="http://schemas.microsoft.com/office/drawing/2014/main" val="3715812743"/>
                  </a:ext>
                </a:extLst>
              </a:tr>
              <a:tr h="293351">
                <a:tc>
                  <a:txBody>
                    <a:bodyPr/>
                    <a:lstStyle/>
                    <a:p>
                      <a:pPr algn="ctr"/>
                      <a:r>
                        <a:rPr lang="en-US" sz="1800" b="1" noProof="0" dirty="0">
                          <a:solidFill>
                            <a:schemeClr val="tx1"/>
                          </a:solidFill>
                          <a:latin typeface="Hack" panose="020B0609030202020204"/>
                        </a:rPr>
                        <a:t>$</a:t>
                      </a:r>
                      <a:endParaRPr lang="en-US" sz="1800" noProof="0" dirty="0">
                        <a:solidFill>
                          <a:schemeClr val="tx1"/>
                        </a:solidFill>
                        <a:latin typeface="Hack" panose="020B0609030202020204"/>
                      </a:endParaRPr>
                    </a:p>
                  </a:txBody>
                  <a:tcPr/>
                </a:tc>
                <a:tc>
                  <a:txBody>
                    <a:bodyPr/>
                    <a:lstStyle/>
                    <a:p>
                      <a:r>
                        <a:rPr lang="en-US" sz="1800" noProof="0" dirty="0">
                          <a:solidFill>
                            <a:schemeClr val="tx1"/>
                          </a:solidFill>
                          <a:latin typeface="+mn-lt"/>
                        </a:rPr>
                        <a:t>End of line</a:t>
                      </a:r>
                    </a:p>
                  </a:txBody>
                  <a:tcPr/>
                </a:tc>
                <a:extLst>
                  <a:ext uri="{0D108BD9-81ED-4DB2-BD59-A6C34878D82A}">
                    <a16:rowId xmlns:a16="http://schemas.microsoft.com/office/drawing/2014/main" val="392250733"/>
                  </a:ext>
                </a:extLst>
              </a:tr>
              <a:tr h="293351">
                <a:tc>
                  <a:txBody>
                    <a:bodyPr/>
                    <a:lstStyle/>
                    <a:p>
                      <a:pPr algn="ctr"/>
                      <a:r>
                        <a:rPr lang="en-US" sz="1800" b="1" noProof="0" dirty="0">
                          <a:solidFill>
                            <a:schemeClr val="tx1"/>
                          </a:solidFill>
                          <a:latin typeface="Hack" panose="020B0609030202020204"/>
                        </a:rPr>
                        <a:t>gg</a:t>
                      </a:r>
                      <a:endParaRPr lang="en-US" sz="1800" noProof="0" dirty="0">
                        <a:solidFill>
                          <a:schemeClr val="tx1"/>
                        </a:solidFill>
                        <a:latin typeface="Hack" panose="020B0609030202020204"/>
                      </a:endParaRPr>
                    </a:p>
                  </a:txBody>
                  <a:tcPr/>
                </a:tc>
                <a:tc>
                  <a:txBody>
                    <a:bodyPr/>
                    <a:lstStyle/>
                    <a:p>
                      <a:r>
                        <a:rPr lang="en-US" sz="1800" b="1" noProof="0" dirty="0">
                          <a:solidFill>
                            <a:schemeClr val="tx1"/>
                          </a:solidFill>
                          <a:latin typeface="+mn-lt"/>
                        </a:rPr>
                        <a:t>G</a:t>
                      </a:r>
                      <a:r>
                        <a:rPr lang="en-US" sz="1800" noProof="0" dirty="0">
                          <a:solidFill>
                            <a:schemeClr val="tx1"/>
                          </a:solidFill>
                          <a:latin typeface="+mn-lt"/>
                        </a:rPr>
                        <a:t>o to first line</a:t>
                      </a:r>
                    </a:p>
                  </a:txBody>
                  <a:tcPr/>
                </a:tc>
                <a:extLst>
                  <a:ext uri="{0D108BD9-81ED-4DB2-BD59-A6C34878D82A}">
                    <a16:rowId xmlns:a16="http://schemas.microsoft.com/office/drawing/2014/main" val="3212233761"/>
                  </a:ext>
                </a:extLst>
              </a:tr>
              <a:tr h="293351">
                <a:tc>
                  <a:txBody>
                    <a:bodyPr/>
                    <a:lstStyle/>
                    <a:p>
                      <a:pPr algn="ctr"/>
                      <a:r>
                        <a:rPr lang="en-US" sz="1800" b="1" noProof="0" dirty="0">
                          <a:solidFill>
                            <a:schemeClr val="tx1"/>
                          </a:solidFill>
                          <a:latin typeface="Hack" panose="020B0609030202020204"/>
                        </a:rPr>
                        <a:t>G</a:t>
                      </a:r>
                      <a:endParaRPr lang="en-US" sz="1800" noProof="0" dirty="0">
                        <a:solidFill>
                          <a:schemeClr val="tx1"/>
                        </a:solidFill>
                        <a:latin typeface="Hack" panose="020B0609030202020204"/>
                      </a:endParaRPr>
                    </a:p>
                  </a:txBody>
                  <a:tcPr/>
                </a:tc>
                <a:tc>
                  <a:txBody>
                    <a:bodyPr/>
                    <a:lstStyle/>
                    <a:p>
                      <a:r>
                        <a:rPr lang="en-US" sz="1800" b="1" noProof="0" dirty="0">
                          <a:solidFill>
                            <a:schemeClr val="tx1"/>
                          </a:solidFill>
                          <a:latin typeface="+mn-lt"/>
                        </a:rPr>
                        <a:t>G</a:t>
                      </a:r>
                      <a:r>
                        <a:rPr lang="en-US" sz="1800" noProof="0" dirty="0">
                          <a:solidFill>
                            <a:schemeClr val="tx1"/>
                          </a:solidFill>
                          <a:latin typeface="+mn-lt"/>
                        </a:rPr>
                        <a:t>o to last line</a:t>
                      </a:r>
                    </a:p>
                  </a:txBody>
                  <a:tcPr/>
                </a:tc>
                <a:extLst>
                  <a:ext uri="{0D108BD9-81ED-4DB2-BD59-A6C34878D82A}">
                    <a16:rowId xmlns:a16="http://schemas.microsoft.com/office/drawing/2014/main" val="1258256293"/>
                  </a:ext>
                </a:extLst>
              </a:tr>
              <a:tr h="293351">
                <a:tc>
                  <a:txBody>
                    <a:bodyPr/>
                    <a:lstStyle/>
                    <a:p>
                      <a:pPr algn="ctr"/>
                      <a:r>
                        <a:rPr lang="en-US" sz="1800" b="1" noProof="0" dirty="0" err="1">
                          <a:solidFill>
                            <a:schemeClr val="tx1"/>
                          </a:solidFill>
                          <a:latin typeface="Hack" panose="020B0609030202020204"/>
                        </a:rPr>
                        <a:t>nG</a:t>
                      </a:r>
                      <a:endParaRPr lang="en-US" sz="1800" b="1" noProof="0" dirty="0">
                        <a:solidFill>
                          <a:schemeClr val="tx1"/>
                        </a:solidFill>
                        <a:latin typeface="Hack" panose="020B0609030202020204"/>
                      </a:endParaRPr>
                    </a:p>
                  </a:txBody>
                  <a:tcPr/>
                </a:tc>
                <a:tc>
                  <a:txBody>
                    <a:bodyPr/>
                    <a:lstStyle/>
                    <a:p>
                      <a:r>
                        <a:rPr lang="en-US" sz="1800" b="1" noProof="0" dirty="0">
                          <a:solidFill>
                            <a:schemeClr val="tx1"/>
                          </a:solidFill>
                          <a:latin typeface="+mn-lt"/>
                        </a:rPr>
                        <a:t>G</a:t>
                      </a:r>
                      <a:r>
                        <a:rPr lang="en-US" sz="1800" noProof="0" dirty="0">
                          <a:solidFill>
                            <a:schemeClr val="tx1"/>
                          </a:solidFill>
                          <a:latin typeface="+mn-lt"/>
                        </a:rPr>
                        <a:t>o to line n</a:t>
                      </a:r>
                    </a:p>
                  </a:txBody>
                  <a:tcPr/>
                </a:tc>
                <a:extLst>
                  <a:ext uri="{0D108BD9-81ED-4DB2-BD59-A6C34878D82A}">
                    <a16:rowId xmlns:a16="http://schemas.microsoft.com/office/drawing/2014/main" val="1258646938"/>
                  </a:ext>
                </a:extLst>
              </a:tr>
              <a:tr h="293351">
                <a:tc>
                  <a:txBody>
                    <a:bodyPr/>
                    <a:lstStyle/>
                    <a:p>
                      <a:pPr algn="ctr"/>
                      <a:r>
                        <a:rPr lang="en-US" sz="1800" b="1" noProof="0" dirty="0">
                          <a:solidFill>
                            <a:schemeClr val="tx1"/>
                          </a:solidFill>
                          <a:latin typeface="Hack" panose="020B0609030202020204"/>
                          <a:ea typeface="Hack" panose="020B0609030202020204" pitchFamily="49" charset="0"/>
                          <a:cs typeface="Hack" panose="020B0609030202020204" pitchFamily="49" charset="0"/>
                        </a:rPr>
                        <a:t>{</a:t>
                      </a:r>
                    </a:p>
                  </a:txBody>
                  <a:tcPr/>
                </a:tc>
                <a:tc>
                  <a:txBody>
                    <a:bodyPr/>
                    <a:lstStyle/>
                    <a:p>
                      <a:r>
                        <a:rPr lang="en-US" sz="1800" noProof="0" dirty="0">
                          <a:solidFill>
                            <a:schemeClr val="tx1"/>
                          </a:solidFill>
                          <a:latin typeface="+mn-lt"/>
                        </a:rPr>
                        <a:t>Previous paragraph</a:t>
                      </a:r>
                    </a:p>
                  </a:txBody>
                  <a:tcPr/>
                </a:tc>
                <a:extLst>
                  <a:ext uri="{0D108BD9-81ED-4DB2-BD59-A6C34878D82A}">
                    <a16:rowId xmlns:a16="http://schemas.microsoft.com/office/drawing/2014/main" val="2120356518"/>
                  </a:ext>
                </a:extLst>
              </a:tr>
              <a:tr h="293351">
                <a:tc>
                  <a:txBody>
                    <a:bodyPr/>
                    <a:lstStyle/>
                    <a:p>
                      <a:pPr algn="ctr"/>
                      <a:r>
                        <a:rPr lang="en-US" sz="1800" b="1" noProof="0" dirty="0">
                          <a:solidFill>
                            <a:schemeClr val="tx1"/>
                          </a:solidFill>
                          <a:latin typeface="Hack" panose="020B0609030202020204"/>
                          <a:ea typeface="Hack" panose="020B0609030202020204" pitchFamily="49" charset="0"/>
                          <a:cs typeface="Hack" panose="020B0609030202020204" pitchFamily="49" charset="0"/>
                        </a:rPr>
                        <a:t>}</a:t>
                      </a:r>
                    </a:p>
                  </a:txBody>
                  <a:tcPr/>
                </a:tc>
                <a:tc>
                  <a:txBody>
                    <a:bodyPr/>
                    <a:lstStyle/>
                    <a:p>
                      <a:r>
                        <a:rPr lang="en-US" sz="1800" noProof="0" dirty="0">
                          <a:solidFill>
                            <a:schemeClr val="tx1"/>
                          </a:solidFill>
                          <a:latin typeface="+mn-lt"/>
                        </a:rPr>
                        <a:t>Next paragraph</a:t>
                      </a:r>
                    </a:p>
                  </a:txBody>
                  <a:tcPr/>
                </a:tc>
                <a:extLst>
                  <a:ext uri="{0D108BD9-81ED-4DB2-BD59-A6C34878D82A}">
                    <a16:rowId xmlns:a16="http://schemas.microsoft.com/office/drawing/2014/main" val="3611775872"/>
                  </a:ext>
                </a:extLst>
              </a:tr>
            </a:tbl>
          </a:graphicData>
        </a:graphic>
      </p:graphicFrame>
      <p:graphicFrame>
        <p:nvGraphicFramePr>
          <p:cNvPr id="25" name="Table 20">
            <a:extLst>
              <a:ext uri="{FF2B5EF4-FFF2-40B4-BE49-F238E27FC236}">
                <a16:creationId xmlns:a16="http://schemas.microsoft.com/office/drawing/2014/main" id="{A7D01E70-F130-29DD-96ED-0F1AFCBB789E}"/>
              </a:ext>
            </a:extLst>
          </p:cNvPr>
          <p:cNvGraphicFramePr>
            <a:graphicFrameLocks noGrp="1"/>
          </p:cNvGraphicFramePr>
          <p:nvPr>
            <p:extLst>
              <p:ext uri="{D42A27DB-BD31-4B8C-83A1-F6EECF244321}">
                <p14:modId xmlns:p14="http://schemas.microsoft.com/office/powerpoint/2010/main" val="1601195297"/>
              </p:ext>
            </p:extLst>
          </p:nvPr>
        </p:nvGraphicFramePr>
        <p:xfrm>
          <a:off x="8442071" y="2138680"/>
          <a:ext cx="3227596" cy="2580640"/>
        </p:xfrm>
        <a:graphic>
          <a:graphicData uri="http://schemas.openxmlformats.org/drawingml/2006/table">
            <a:tbl>
              <a:tblPr firstRow="1" bandRow="1">
                <a:tableStyleId>{7DF18680-E054-41AD-8BC1-D1AEF772440D}</a:tableStyleId>
              </a:tblPr>
              <a:tblGrid>
                <a:gridCol w="798821">
                  <a:extLst>
                    <a:ext uri="{9D8B030D-6E8A-4147-A177-3AD203B41FA5}">
                      <a16:colId xmlns:a16="http://schemas.microsoft.com/office/drawing/2014/main" val="3047155951"/>
                    </a:ext>
                  </a:extLst>
                </a:gridCol>
                <a:gridCol w="2428775">
                  <a:extLst>
                    <a:ext uri="{9D8B030D-6E8A-4147-A177-3AD203B41FA5}">
                      <a16:colId xmlns:a16="http://schemas.microsoft.com/office/drawing/2014/main" val="687507750"/>
                    </a:ext>
                  </a:extLst>
                </a:gridCol>
              </a:tblGrid>
              <a:tr h="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Key</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Action</a:t>
                      </a:r>
                    </a:p>
                  </a:txBody>
                  <a:tcPr/>
                </a:tc>
                <a:extLst>
                  <a:ext uri="{0D108BD9-81ED-4DB2-BD59-A6C34878D82A}">
                    <a16:rowId xmlns:a16="http://schemas.microsoft.com/office/drawing/2014/main" val="2108827222"/>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b="1" noProof="0" dirty="0" err="1">
                          <a:solidFill>
                            <a:schemeClr val="tx1"/>
                          </a:solidFill>
                          <a:latin typeface="Hack"/>
                        </a:rPr>
                        <a:t>Ctrl+F</a:t>
                      </a:r>
                      <a:endParaRPr lang="en-US" sz="1800" noProof="0" dirty="0">
                        <a:solidFill>
                          <a:schemeClr val="tx1"/>
                        </a:solidFill>
                        <a:latin typeface="Hack"/>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mn-lt"/>
                        </a:rPr>
                        <a:t>F</a:t>
                      </a:r>
                      <a:r>
                        <a:rPr lang="en-US" sz="1800" noProof="0" dirty="0">
                          <a:solidFill>
                            <a:schemeClr val="tx1"/>
                          </a:solidFill>
                          <a:latin typeface="+mn-lt"/>
                        </a:rPr>
                        <a:t>orward one screen</a:t>
                      </a:r>
                    </a:p>
                  </a:txBody>
                  <a:tcPr/>
                </a:tc>
                <a:extLst>
                  <a:ext uri="{0D108BD9-81ED-4DB2-BD59-A6C34878D82A}">
                    <a16:rowId xmlns:a16="http://schemas.microsoft.com/office/drawing/2014/main" val="1174057002"/>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b="1" noProof="0" dirty="0" err="1">
                          <a:solidFill>
                            <a:schemeClr val="tx1"/>
                          </a:solidFill>
                          <a:latin typeface="Hack"/>
                        </a:rPr>
                        <a:t>Ctrl+B</a:t>
                      </a:r>
                      <a:endParaRPr lang="en-US" sz="1800" noProof="0" dirty="0">
                        <a:solidFill>
                          <a:schemeClr val="tx1"/>
                        </a:solidFill>
                        <a:latin typeface="Hack"/>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mn-lt"/>
                        </a:rPr>
                        <a:t>B</a:t>
                      </a:r>
                      <a:r>
                        <a:rPr lang="en-US" sz="1800" noProof="0" dirty="0">
                          <a:solidFill>
                            <a:schemeClr val="tx1"/>
                          </a:solidFill>
                          <a:latin typeface="+mn-lt"/>
                        </a:rPr>
                        <a:t>ack one screen</a:t>
                      </a:r>
                    </a:p>
                  </a:txBody>
                  <a:tcPr/>
                </a:tc>
                <a:extLst>
                  <a:ext uri="{0D108BD9-81ED-4DB2-BD59-A6C34878D82A}">
                    <a16:rowId xmlns:a16="http://schemas.microsoft.com/office/drawing/2014/main" val="204981646"/>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b="1" noProof="0" dirty="0" err="1">
                          <a:solidFill>
                            <a:schemeClr val="tx1"/>
                          </a:solidFill>
                          <a:latin typeface="Hack"/>
                        </a:rPr>
                        <a:t>Ctrl+D</a:t>
                      </a:r>
                      <a:endParaRPr lang="en-US" sz="1800" noProof="0" dirty="0">
                        <a:solidFill>
                          <a:schemeClr val="tx1"/>
                        </a:solidFill>
                        <a:latin typeface="Hack"/>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noProof="0" dirty="0">
                          <a:solidFill>
                            <a:schemeClr val="tx1"/>
                          </a:solidFill>
                          <a:latin typeface="+mn-lt"/>
                        </a:rPr>
                        <a:t>D</a:t>
                      </a:r>
                      <a:r>
                        <a:rPr lang="en-US" sz="1800" noProof="0" dirty="0">
                          <a:solidFill>
                            <a:schemeClr val="tx1"/>
                          </a:solidFill>
                          <a:latin typeface="+mn-lt"/>
                        </a:rPr>
                        <a:t>own half screen</a:t>
                      </a:r>
                    </a:p>
                  </a:txBody>
                  <a:tcPr/>
                </a:tc>
                <a:extLst>
                  <a:ext uri="{0D108BD9-81ED-4DB2-BD59-A6C34878D82A}">
                    <a16:rowId xmlns:a16="http://schemas.microsoft.com/office/drawing/2014/main" val="455920708"/>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b="1" noProof="0" dirty="0" err="1">
                          <a:solidFill>
                            <a:schemeClr val="tx1"/>
                          </a:solidFill>
                          <a:latin typeface="Hack"/>
                        </a:rPr>
                        <a:t>Ctrl+U</a:t>
                      </a:r>
                      <a:endParaRPr lang="en-US" sz="1800" noProof="0" dirty="0">
                        <a:solidFill>
                          <a:schemeClr val="tx1"/>
                        </a:solidFill>
                        <a:latin typeface="Hack"/>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noProof="0" dirty="0">
                          <a:solidFill>
                            <a:schemeClr val="tx1"/>
                          </a:solidFill>
                          <a:latin typeface="+mn-lt"/>
                        </a:rPr>
                        <a:t>U</a:t>
                      </a:r>
                      <a:r>
                        <a:rPr lang="en-US" sz="1800" noProof="0" dirty="0">
                          <a:solidFill>
                            <a:schemeClr val="tx1"/>
                          </a:solidFill>
                          <a:latin typeface="+mn-lt"/>
                        </a:rPr>
                        <a:t>p half screen</a:t>
                      </a:r>
                    </a:p>
                  </a:txBody>
                  <a:tcPr/>
                </a:tc>
                <a:extLst>
                  <a:ext uri="{0D108BD9-81ED-4DB2-BD59-A6C34878D82A}">
                    <a16:rowId xmlns:a16="http://schemas.microsoft.com/office/drawing/2014/main" val="2521168707"/>
                  </a:ext>
                </a:extLst>
              </a:tr>
              <a:tr h="18542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b="1" noProof="0" dirty="0" err="1">
                          <a:solidFill>
                            <a:schemeClr val="tx1"/>
                          </a:solidFill>
                          <a:latin typeface="Hack"/>
                        </a:rPr>
                        <a:t>Ctrl+G</a:t>
                      </a:r>
                      <a:endParaRPr lang="en-US" sz="1800" noProof="0" dirty="0">
                        <a:solidFill>
                          <a:schemeClr val="tx1"/>
                        </a:solidFill>
                        <a:latin typeface="Hack"/>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Show position/status</a:t>
                      </a:r>
                    </a:p>
                  </a:txBody>
                  <a:tcPr/>
                </a:tc>
                <a:extLst>
                  <a:ext uri="{0D108BD9-81ED-4DB2-BD59-A6C34878D82A}">
                    <a16:rowId xmlns:a16="http://schemas.microsoft.com/office/drawing/2014/main" val="501432150"/>
                  </a:ext>
                </a:extLst>
              </a:tr>
              <a:tr h="18542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b="1" noProof="0" dirty="0" err="1">
                          <a:solidFill>
                            <a:schemeClr val="tx1"/>
                          </a:solidFill>
                          <a:latin typeface="Hack"/>
                        </a:rPr>
                        <a:t>Ctrl+L</a:t>
                      </a:r>
                      <a:endParaRPr lang="en-US" sz="1800" noProof="0" dirty="0">
                        <a:solidFill>
                          <a:schemeClr val="tx1"/>
                        </a:solidFill>
                        <a:latin typeface="Hack"/>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solidFill>
                            <a:schemeClr val="tx1"/>
                          </a:solidFill>
                          <a:latin typeface="+mn-lt"/>
                        </a:rPr>
                        <a:t>Redraw screen</a:t>
                      </a:r>
                    </a:p>
                  </a:txBody>
                  <a:tcPr/>
                </a:tc>
                <a:extLst>
                  <a:ext uri="{0D108BD9-81ED-4DB2-BD59-A6C34878D82A}">
                    <a16:rowId xmlns:a16="http://schemas.microsoft.com/office/drawing/2014/main" val="2423750234"/>
                  </a:ext>
                </a:extLst>
              </a:tr>
            </a:tbl>
          </a:graphicData>
        </a:graphic>
      </p:graphicFrame>
      <p:sp>
        <p:nvSpPr>
          <p:cNvPr id="26" name="Text Placeholder 23">
            <a:extLst>
              <a:ext uri="{FF2B5EF4-FFF2-40B4-BE49-F238E27FC236}">
                <a16:creationId xmlns:a16="http://schemas.microsoft.com/office/drawing/2014/main" id="{F4C3C25A-D174-D8B2-4826-663B2160CB89}"/>
              </a:ext>
            </a:extLst>
          </p:cNvPr>
          <p:cNvSpPr txBox="1">
            <a:spLocks/>
          </p:cNvSpPr>
          <p:nvPr/>
        </p:nvSpPr>
        <p:spPr>
          <a:xfrm>
            <a:off x="8354386" y="1733108"/>
            <a:ext cx="3465671" cy="4061405"/>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Screen movement:</a:t>
            </a:r>
          </a:p>
        </p:txBody>
      </p:sp>
    </p:spTree>
    <p:extLst>
      <p:ext uri="{BB962C8B-B14F-4D97-AF65-F5344CB8AC3E}">
        <p14:creationId xmlns:p14="http://schemas.microsoft.com/office/powerpoint/2010/main" val="1416166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F9252-F9B1-D8B1-AA4F-B351AF76FC6D}"/>
              </a:ext>
            </a:extLst>
          </p:cNvPr>
          <p:cNvSpPr>
            <a:spLocks noGrp="1"/>
          </p:cNvSpPr>
          <p:nvPr>
            <p:ph type="ctrTitle"/>
          </p:nvPr>
        </p:nvSpPr>
        <p:spPr/>
        <p:txBody>
          <a:bodyPr/>
          <a:lstStyle/>
          <a:p>
            <a:r>
              <a:rPr lang="en-GB" dirty="0"/>
              <a:t>Insert, Append and Open Mode </a:t>
            </a:r>
          </a:p>
        </p:txBody>
      </p:sp>
      <p:sp>
        <p:nvSpPr>
          <p:cNvPr id="5" name="Slide Number Placeholder 4">
            <a:extLst>
              <a:ext uri="{FF2B5EF4-FFF2-40B4-BE49-F238E27FC236}">
                <a16:creationId xmlns:a16="http://schemas.microsoft.com/office/drawing/2014/main" id="{914A3C0C-1A89-0896-B4D7-A210EF36073A}"/>
              </a:ext>
            </a:extLst>
          </p:cNvPr>
          <p:cNvSpPr>
            <a:spLocks noGrp="1"/>
          </p:cNvSpPr>
          <p:nvPr>
            <p:ph type="sldNum" sz="quarter" idx="12"/>
          </p:nvPr>
        </p:nvSpPr>
        <p:spPr/>
        <p:txBody>
          <a:bodyPr/>
          <a:lstStyle/>
          <a:p>
            <a:fld id="{F3469444-D02B-D446-9CF8-19DEDDE073D1}" type="slidenum">
              <a:rPr lang="en-US" smtClean="0"/>
              <a:pPr/>
              <a:t>12</a:t>
            </a:fld>
            <a:endParaRPr lang="en-US" dirty="0"/>
          </a:p>
        </p:txBody>
      </p:sp>
      <p:sp>
        <p:nvSpPr>
          <p:cNvPr id="7" name="Text Placeholder 4">
            <a:extLst>
              <a:ext uri="{FF2B5EF4-FFF2-40B4-BE49-F238E27FC236}">
                <a16:creationId xmlns:a16="http://schemas.microsoft.com/office/drawing/2014/main" id="{77AC4F35-3468-EA60-9B4A-7370D756F56F}"/>
              </a:ext>
            </a:extLst>
          </p:cNvPr>
          <p:cNvSpPr txBox="1">
            <a:spLocks/>
          </p:cNvSpPr>
          <p:nvPr/>
        </p:nvSpPr>
        <p:spPr>
          <a:xfrm>
            <a:off x="443922" y="1359180"/>
            <a:ext cx="11303578" cy="47226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no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r>
              <a:rPr lang="en-US" dirty="0">
                <a:solidFill>
                  <a:schemeClr val="tx1"/>
                </a:solidFill>
              </a:rPr>
              <a:t>Your instructor will guide you through these actions:</a:t>
            </a:r>
          </a:p>
          <a:p>
            <a:pPr marL="0" indent="0">
              <a:buNone/>
            </a:pPr>
            <a:endParaRPr lang="en-US" sz="3200" dirty="0"/>
          </a:p>
        </p:txBody>
      </p:sp>
      <p:pic>
        <p:nvPicPr>
          <p:cNvPr id="13" name="Picture 12">
            <a:extLst>
              <a:ext uri="{FF2B5EF4-FFF2-40B4-BE49-F238E27FC236}">
                <a16:creationId xmlns:a16="http://schemas.microsoft.com/office/drawing/2014/main" id="{D09C8367-656E-1B86-DBC9-D81FB7FE9A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7907" y="1971040"/>
            <a:ext cx="9516185" cy="4110784"/>
          </a:xfrm>
          <a:prstGeom prst="rect">
            <a:avLst/>
          </a:prstGeom>
        </p:spPr>
      </p:pic>
    </p:spTree>
    <p:extLst>
      <p:ext uri="{BB962C8B-B14F-4D97-AF65-F5344CB8AC3E}">
        <p14:creationId xmlns:p14="http://schemas.microsoft.com/office/powerpoint/2010/main" val="3198196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9F85AE6-0E3E-CDD0-7C11-9F07698B88C7}"/>
              </a:ext>
            </a:extLst>
          </p:cNvPr>
          <p:cNvSpPr>
            <a:spLocks noGrp="1"/>
          </p:cNvSpPr>
          <p:nvPr>
            <p:ph type="ctrTitle"/>
          </p:nvPr>
        </p:nvSpPr>
        <p:spPr/>
        <p:txBody>
          <a:bodyPr/>
          <a:lstStyle/>
          <a:p>
            <a:r>
              <a:rPr lang="en-US" noProof="0" dirty="0"/>
              <a:t>Insert, Append and Open Mode - keystrokes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a:xfrm>
            <a:off x="443922" y="1733108"/>
            <a:ext cx="11303578" cy="4789612"/>
          </a:xfrm>
        </p:spPr>
        <p:txBody>
          <a:bodyPr>
            <a:normAutofit fontScale="92500" lnSpcReduction="10000"/>
          </a:bodyPr>
          <a:lstStyle/>
          <a:p>
            <a:pPr marL="0" indent="0">
              <a:buNone/>
            </a:pPr>
            <a:r>
              <a:rPr lang="en-US" sz="1900" b="1" noProof="0" dirty="0">
                <a:solidFill>
                  <a:schemeClr val="tx1"/>
                </a:solidFill>
              </a:rPr>
              <a:t>Each of these commands enters Insert mode;</a:t>
            </a:r>
          </a:p>
          <a:p>
            <a:pPr marL="285750" lvl="1" indent="-285750"/>
            <a:r>
              <a:rPr lang="en-US" sz="1900" noProof="0" dirty="0"/>
              <a:t>Type text until </a:t>
            </a:r>
            <a:r>
              <a:rPr lang="en-US" sz="1900" b="1" noProof="0" dirty="0">
                <a:solidFill>
                  <a:srgbClr val="002060"/>
                </a:solidFill>
                <a:latin typeface="Hack" panose="020B0609030202020204" pitchFamily="49" charset="0"/>
                <a:ea typeface="Hack" panose="020B0609030202020204" pitchFamily="49" charset="0"/>
                <a:cs typeface="Hack" panose="020B0609030202020204" pitchFamily="49" charset="0"/>
              </a:rPr>
              <a:t>&lt;ESC&gt; (</a:t>
            </a:r>
            <a:r>
              <a:rPr lang="en-US" sz="1900" noProof="0" dirty="0"/>
              <a:t>or Ctrl-</a:t>
            </a:r>
            <a:r>
              <a:rPr lang="en-US" sz="1900" b="1" noProof="0" dirty="0">
                <a:solidFill>
                  <a:schemeClr val="tx1"/>
                </a:solidFill>
                <a:latin typeface="Hack" panose="020B0609030202020204" pitchFamily="49" charset="0"/>
                <a:ea typeface="Hack" panose="020B0609030202020204" pitchFamily="49" charset="0"/>
                <a:cs typeface="Hack" panose="020B0609030202020204" pitchFamily="49" charset="0"/>
              </a:rPr>
              <a:t>[</a:t>
            </a:r>
            <a:r>
              <a:rPr lang="en-US" sz="1900" noProof="0" dirty="0"/>
              <a:t>) is pressed to return to </a:t>
            </a:r>
            <a:r>
              <a:rPr lang="en-US" sz="1900" b="1" noProof="0" dirty="0"/>
              <a:t>Normal mode</a:t>
            </a:r>
          </a:p>
          <a:p>
            <a:pPr marL="465746" lvl="1" indent="-285750"/>
            <a:endParaRPr lang="en-US" sz="1900" noProof="0" dirty="0"/>
          </a:p>
          <a:p>
            <a:pPr marL="465746" lvl="1" indent="-285750"/>
            <a:endParaRPr lang="en-US" sz="1900" noProof="0" dirty="0"/>
          </a:p>
          <a:p>
            <a:pPr marL="465746" lvl="1" indent="-285750"/>
            <a:endParaRPr lang="en-US" sz="1900" noProof="0" dirty="0"/>
          </a:p>
          <a:p>
            <a:pPr marL="465746" lvl="1" indent="-285750"/>
            <a:endParaRPr lang="en-US" sz="1900" noProof="0" dirty="0"/>
          </a:p>
          <a:p>
            <a:pPr marL="465746" lvl="1" indent="-285750"/>
            <a:endParaRPr lang="en-US" sz="1900" noProof="0" dirty="0"/>
          </a:p>
          <a:p>
            <a:pPr marL="465746" lvl="1" indent="-285750"/>
            <a:endParaRPr lang="en-US" sz="1900" noProof="0" dirty="0"/>
          </a:p>
          <a:p>
            <a:pPr marL="465746" lvl="1" indent="-285750"/>
            <a:endParaRPr lang="en-US" sz="1900" noProof="0" dirty="0"/>
          </a:p>
          <a:p>
            <a:pPr marL="465746" lvl="1" indent="-285750"/>
            <a:endParaRPr lang="en-US" sz="1900" noProof="0" dirty="0"/>
          </a:p>
          <a:p>
            <a:pPr marL="465746" lvl="1" indent="-285750"/>
            <a:endParaRPr lang="en-US" sz="1900" noProof="0" dirty="0"/>
          </a:p>
          <a:p>
            <a:pPr marL="465746" lvl="1" indent="-285750"/>
            <a:endParaRPr lang="en-US" sz="1900" noProof="0" dirty="0"/>
          </a:p>
          <a:p>
            <a:pPr marL="285750" indent="-285750"/>
            <a:r>
              <a:rPr lang="en-US" sz="1900" noProof="0" dirty="0">
                <a:solidFill>
                  <a:schemeClr val="tx1"/>
                </a:solidFill>
              </a:rPr>
              <a:t>In Insert mode, </a:t>
            </a:r>
            <a:r>
              <a:rPr lang="en-US" sz="1900" b="1" noProof="0" dirty="0">
                <a:solidFill>
                  <a:schemeClr val="tx1"/>
                </a:solidFill>
              </a:rPr>
              <a:t>Backspace</a:t>
            </a:r>
            <a:r>
              <a:rPr lang="en-US" sz="1900" noProof="0" dirty="0">
                <a:solidFill>
                  <a:schemeClr val="tx1"/>
                </a:solidFill>
              </a:rPr>
              <a:t> and </a:t>
            </a:r>
            <a:r>
              <a:rPr lang="en-US" sz="1900" b="1" noProof="0" dirty="0">
                <a:solidFill>
                  <a:schemeClr val="tx1"/>
                </a:solidFill>
              </a:rPr>
              <a:t>Delete</a:t>
            </a:r>
            <a:r>
              <a:rPr lang="en-US" sz="1900" noProof="0" dirty="0">
                <a:solidFill>
                  <a:schemeClr val="tx1"/>
                </a:solidFill>
              </a:rPr>
              <a:t> behave normally</a:t>
            </a:r>
          </a:p>
          <a:p>
            <a:pPr marL="285750" indent="-285750"/>
            <a:r>
              <a:rPr lang="en-US" sz="1900" noProof="0" dirty="0">
                <a:solidFill>
                  <a:schemeClr val="tx1"/>
                </a:solidFill>
              </a:rPr>
              <a:t>To display current mode:</a:t>
            </a:r>
            <a:endParaRPr lang="en-US" sz="18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13</a:t>
            </a:fld>
            <a:endParaRPr lang="en-US" noProof="0" dirty="0"/>
          </a:p>
        </p:txBody>
      </p:sp>
      <p:graphicFrame>
        <p:nvGraphicFramePr>
          <p:cNvPr id="3" name="Table 7">
            <a:extLst>
              <a:ext uri="{FF2B5EF4-FFF2-40B4-BE49-F238E27FC236}">
                <a16:creationId xmlns:a16="http://schemas.microsoft.com/office/drawing/2014/main" id="{F8E59F2B-EE1C-16F1-E9DF-C77C1C550EB8}"/>
              </a:ext>
            </a:extLst>
          </p:cNvPr>
          <p:cNvGraphicFramePr>
            <a:graphicFrameLocks noGrp="1"/>
          </p:cNvGraphicFramePr>
          <p:nvPr>
            <p:extLst>
              <p:ext uri="{D42A27DB-BD31-4B8C-83A1-F6EECF244321}">
                <p14:modId xmlns:p14="http://schemas.microsoft.com/office/powerpoint/2010/main" val="1406650896"/>
              </p:ext>
            </p:extLst>
          </p:nvPr>
        </p:nvGraphicFramePr>
        <p:xfrm>
          <a:off x="876234" y="2366676"/>
          <a:ext cx="4198686" cy="2560320"/>
        </p:xfrm>
        <a:graphic>
          <a:graphicData uri="http://schemas.openxmlformats.org/drawingml/2006/table">
            <a:tbl>
              <a:tblPr firstRow="1" bandRow="1">
                <a:tableStyleId>{7DF18680-E054-41AD-8BC1-D1AEF772440D}</a:tableStyleId>
              </a:tblPr>
              <a:tblGrid>
                <a:gridCol w="591935">
                  <a:extLst>
                    <a:ext uri="{9D8B030D-6E8A-4147-A177-3AD203B41FA5}">
                      <a16:colId xmlns:a16="http://schemas.microsoft.com/office/drawing/2014/main" val="3642817644"/>
                    </a:ext>
                  </a:extLst>
                </a:gridCol>
                <a:gridCol w="3606751">
                  <a:extLst>
                    <a:ext uri="{9D8B030D-6E8A-4147-A177-3AD203B41FA5}">
                      <a16:colId xmlns:a16="http://schemas.microsoft.com/office/drawing/2014/main" val="2335216656"/>
                    </a:ext>
                  </a:extLst>
                </a:gridCol>
              </a:tblGrid>
              <a:tr h="363924">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Key</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Action</a:t>
                      </a:r>
                    </a:p>
                  </a:txBody>
                  <a:tcPr/>
                </a:tc>
                <a:extLst>
                  <a:ext uri="{0D108BD9-81ED-4DB2-BD59-A6C34878D82A}">
                    <a16:rowId xmlns:a16="http://schemas.microsoft.com/office/drawing/2014/main" val="2383928961"/>
                  </a:ext>
                </a:extLst>
              </a:tr>
              <a:tr h="312106">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b="1" noProof="0" dirty="0" err="1">
                          <a:solidFill>
                            <a:schemeClr val="tx1"/>
                          </a:solidFill>
                          <a:latin typeface="Hack" panose="020B0609030202020204"/>
                        </a:rPr>
                        <a:t>i</a:t>
                      </a:r>
                      <a:endParaRPr lang="en-US" sz="1800" noProof="0" dirty="0">
                        <a:solidFill>
                          <a:schemeClr val="tx1"/>
                        </a:solidFill>
                        <a:latin typeface="Hack" panose="020B0609030202020204"/>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mn-lt"/>
                        </a:rPr>
                        <a:t>I</a:t>
                      </a:r>
                      <a:r>
                        <a:rPr lang="en-US" sz="1800" noProof="0" dirty="0">
                          <a:solidFill>
                            <a:schemeClr val="tx1"/>
                          </a:solidFill>
                          <a:latin typeface="+mn-lt"/>
                        </a:rPr>
                        <a:t>nsert before cursor</a:t>
                      </a:r>
                    </a:p>
                  </a:txBody>
                  <a:tcPr/>
                </a:tc>
                <a:extLst>
                  <a:ext uri="{0D108BD9-81ED-4DB2-BD59-A6C34878D82A}">
                    <a16:rowId xmlns:a16="http://schemas.microsoft.com/office/drawing/2014/main" val="2377183140"/>
                  </a:ext>
                </a:extLst>
              </a:tr>
              <a:tr h="312106">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b="1" noProof="0" dirty="0">
                          <a:solidFill>
                            <a:schemeClr val="tx1"/>
                          </a:solidFill>
                          <a:latin typeface="Hack" panose="020B0609030202020204"/>
                        </a:rPr>
                        <a:t>a</a:t>
                      </a:r>
                      <a:endParaRPr lang="en-US" sz="1800" noProof="0" dirty="0">
                        <a:solidFill>
                          <a:schemeClr val="tx1"/>
                        </a:solidFill>
                        <a:latin typeface="Hack" panose="020B0609030202020204"/>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noProof="0" dirty="0">
                          <a:solidFill>
                            <a:schemeClr val="tx1"/>
                          </a:solidFill>
                          <a:latin typeface="+mn-lt"/>
                        </a:rPr>
                        <a:t>A</a:t>
                      </a:r>
                      <a:r>
                        <a:rPr lang="en-US" sz="1800" noProof="0" dirty="0">
                          <a:solidFill>
                            <a:schemeClr val="tx1"/>
                          </a:solidFill>
                          <a:latin typeface="+mn-lt"/>
                        </a:rPr>
                        <a:t>ppend after cursor</a:t>
                      </a:r>
                    </a:p>
                  </a:txBody>
                  <a:tcPr/>
                </a:tc>
                <a:extLst>
                  <a:ext uri="{0D108BD9-81ED-4DB2-BD59-A6C34878D82A}">
                    <a16:rowId xmlns:a16="http://schemas.microsoft.com/office/drawing/2014/main" val="2436635471"/>
                  </a:ext>
                </a:extLst>
              </a:tr>
              <a:tr h="312106">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b="1" noProof="0" dirty="0">
                          <a:solidFill>
                            <a:schemeClr val="tx1"/>
                          </a:solidFill>
                          <a:latin typeface="Hack" panose="020B0609030202020204"/>
                        </a:rPr>
                        <a:t>I</a:t>
                      </a:r>
                      <a:endParaRPr lang="en-US" sz="1800" noProof="0" dirty="0">
                        <a:solidFill>
                          <a:schemeClr val="tx1"/>
                        </a:solidFill>
                        <a:latin typeface="Hack" panose="020B0609030202020204"/>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mn-lt"/>
                        </a:rPr>
                        <a:t>I</a:t>
                      </a:r>
                      <a:r>
                        <a:rPr lang="en-US" sz="1800" noProof="0" dirty="0">
                          <a:solidFill>
                            <a:schemeClr val="tx1"/>
                          </a:solidFill>
                          <a:latin typeface="+mn-lt"/>
                        </a:rPr>
                        <a:t>nsert at start of line</a:t>
                      </a:r>
                    </a:p>
                  </a:txBody>
                  <a:tcPr/>
                </a:tc>
                <a:extLst>
                  <a:ext uri="{0D108BD9-81ED-4DB2-BD59-A6C34878D82A}">
                    <a16:rowId xmlns:a16="http://schemas.microsoft.com/office/drawing/2014/main" val="1507317714"/>
                  </a:ext>
                </a:extLst>
              </a:tr>
              <a:tr h="312106">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b="1" noProof="0" dirty="0">
                          <a:solidFill>
                            <a:schemeClr val="tx1"/>
                          </a:solidFill>
                          <a:latin typeface="Hack" panose="020B0609030202020204"/>
                        </a:rPr>
                        <a:t>A</a:t>
                      </a:r>
                      <a:endParaRPr lang="en-US" sz="1800" noProof="0" dirty="0">
                        <a:solidFill>
                          <a:schemeClr val="tx1"/>
                        </a:solidFill>
                        <a:latin typeface="Hack" panose="020B0609030202020204"/>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noProof="0" dirty="0">
                          <a:solidFill>
                            <a:schemeClr val="tx1"/>
                          </a:solidFill>
                          <a:latin typeface="+mn-lt"/>
                        </a:rPr>
                        <a:t>A</a:t>
                      </a:r>
                      <a:r>
                        <a:rPr lang="en-US" sz="1800" noProof="0" dirty="0">
                          <a:solidFill>
                            <a:schemeClr val="tx1"/>
                          </a:solidFill>
                          <a:latin typeface="+mn-lt"/>
                        </a:rPr>
                        <a:t>ppend at end of line</a:t>
                      </a:r>
                    </a:p>
                  </a:txBody>
                  <a:tcPr/>
                </a:tc>
                <a:extLst>
                  <a:ext uri="{0D108BD9-81ED-4DB2-BD59-A6C34878D82A}">
                    <a16:rowId xmlns:a16="http://schemas.microsoft.com/office/drawing/2014/main" val="2268532361"/>
                  </a:ext>
                </a:extLst>
              </a:tr>
              <a:tr h="312106">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b="1" noProof="0" dirty="0">
                          <a:solidFill>
                            <a:schemeClr val="tx1"/>
                          </a:solidFill>
                          <a:latin typeface="Hack" panose="020B0609030202020204"/>
                        </a:rPr>
                        <a:t>O</a:t>
                      </a:r>
                      <a:endParaRPr lang="en-US" sz="1800" noProof="0" dirty="0">
                        <a:solidFill>
                          <a:schemeClr val="tx1"/>
                        </a:solidFill>
                        <a:latin typeface="Hack" panose="020B0609030202020204"/>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mn-lt"/>
                        </a:rPr>
                        <a:t>O</a:t>
                      </a:r>
                      <a:r>
                        <a:rPr lang="en-US" sz="1800" noProof="0" dirty="0">
                          <a:solidFill>
                            <a:schemeClr val="tx1"/>
                          </a:solidFill>
                          <a:latin typeface="+mn-lt"/>
                        </a:rPr>
                        <a:t>pen new line above this one</a:t>
                      </a:r>
                    </a:p>
                  </a:txBody>
                  <a:tcPr/>
                </a:tc>
                <a:extLst>
                  <a:ext uri="{0D108BD9-81ED-4DB2-BD59-A6C34878D82A}">
                    <a16:rowId xmlns:a16="http://schemas.microsoft.com/office/drawing/2014/main" val="2356509480"/>
                  </a:ext>
                </a:extLst>
              </a:tr>
              <a:tr h="312106">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b="1" noProof="0" dirty="0">
                          <a:solidFill>
                            <a:schemeClr val="tx1"/>
                          </a:solidFill>
                          <a:latin typeface="Hack" panose="020B0609030202020204"/>
                        </a:rPr>
                        <a:t>o</a:t>
                      </a:r>
                      <a:endParaRPr lang="en-US" sz="1800" noProof="0" dirty="0">
                        <a:solidFill>
                          <a:schemeClr val="tx1"/>
                        </a:solidFill>
                        <a:latin typeface="Hack" panose="020B0609030202020204"/>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mn-lt"/>
                        </a:rPr>
                        <a:t>O</a:t>
                      </a:r>
                      <a:r>
                        <a:rPr lang="en-US" sz="1800" noProof="0" dirty="0">
                          <a:solidFill>
                            <a:schemeClr val="tx1"/>
                          </a:solidFill>
                          <a:latin typeface="+mn-lt"/>
                        </a:rPr>
                        <a:t>pen new line below this one</a:t>
                      </a:r>
                    </a:p>
                  </a:txBody>
                  <a:tcPr/>
                </a:tc>
                <a:extLst>
                  <a:ext uri="{0D108BD9-81ED-4DB2-BD59-A6C34878D82A}">
                    <a16:rowId xmlns:a16="http://schemas.microsoft.com/office/drawing/2014/main" val="985615824"/>
                  </a:ext>
                </a:extLst>
              </a:tr>
            </a:tbl>
          </a:graphicData>
        </a:graphic>
      </p:graphicFrame>
      <p:sp>
        <p:nvSpPr>
          <p:cNvPr id="7" name="Rectangle 3">
            <a:extLst>
              <a:ext uri="{FF2B5EF4-FFF2-40B4-BE49-F238E27FC236}">
                <a16:creationId xmlns:a16="http://schemas.microsoft.com/office/drawing/2014/main" id="{2A9A4A18-9762-35E2-C8CE-8A836B4F1D1E}"/>
              </a:ext>
            </a:extLst>
          </p:cNvPr>
          <p:cNvSpPr>
            <a:spLocks noChangeArrowheads="1"/>
          </p:cNvSpPr>
          <p:nvPr/>
        </p:nvSpPr>
        <p:spPr bwMode="auto">
          <a:xfrm>
            <a:off x="822894" y="5844315"/>
            <a:ext cx="2245938"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4"/>
              </a:spcBef>
            </a:pPr>
            <a:r>
              <a:rPr lang="fr-FR" spc="-4" dirty="0">
                <a:solidFill>
                  <a:schemeClr val="bg1"/>
                </a:solidFill>
                <a:latin typeface="Consolas" panose="020B0609020204030204" pitchFamily="49" charset="0"/>
                <a:ea typeface="Hack" panose="020B0609030202020204" pitchFamily="49" charset="0"/>
                <a:cs typeface="Hack" panose="020B0609030202020204" pitchFamily="49" charset="0"/>
              </a:rPr>
              <a:t>: set </a:t>
            </a:r>
            <a:r>
              <a:rPr lang="fr-FR" spc="-4" dirty="0" err="1">
                <a:solidFill>
                  <a:schemeClr val="bg1"/>
                </a:solidFill>
                <a:latin typeface="Consolas" panose="020B0609020204030204" pitchFamily="49" charset="0"/>
                <a:ea typeface="Hack" panose="020B0609030202020204" pitchFamily="49" charset="0"/>
                <a:cs typeface="Hack" panose="020B0609030202020204" pitchFamily="49" charset="0"/>
              </a:rPr>
              <a:t>showmode</a:t>
            </a:r>
            <a:endParaRPr lang="fr-FR" b="1" spc="-4" dirty="0">
              <a:solidFill>
                <a:schemeClr val="bg1"/>
              </a:solidFill>
              <a:latin typeface="Consolas" panose="020B060902020403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2672206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F7628-FAE3-4CD7-D1C3-7D19FD5DAFC2}"/>
              </a:ext>
            </a:extLst>
          </p:cNvPr>
          <p:cNvSpPr>
            <a:spLocks noGrp="1"/>
          </p:cNvSpPr>
          <p:nvPr>
            <p:ph type="ctrTitle"/>
          </p:nvPr>
        </p:nvSpPr>
        <p:spPr/>
        <p:txBody>
          <a:bodyPr/>
          <a:lstStyle/>
          <a:p>
            <a:r>
              <a:rPr lang="en-GB" dirty="0"/>
              <a:t>Changing Text</a:t>
            </a:r>
          </a:p>
        </p:txBody>
      </p:sp>
      <p:pic>
        <p:nvPicPr>
          <p:cNvPr id="7" name="Content Placeholder 6">
            <a:extLst>
              <a:ext uri="{FF2B5EF4-FFF2-40B4-BE49-F238E27FC236}">
                <a16:creationId xmlns:a16="http://schemas.microsoft.com/office/drawing/2014/main" id="{A0A82221-B0B3-7DA0-866D-AC4AB7AC8FFC}"/>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1418368" y="2332931"/>
            <a:ext cx="8666001" cy="4248486"/>
          </a:xfrm>
          <a:prstGeom prst="rect">
            <a:avLst/>
          </a:prstGeom>
        </p:spPr>
      </p:pic>
      <p:sp>
        <p:nvSpPr>
          <p:cNvPr id="4" name="Slide Number Placeholder 3">
            <a:extLst>
              <a:ext uri="{FF2B5EF4-FFF2-40B4-BE49-F238E27FC236}">
                <a16:creationId xmlns:a16="http://schemas.microsoft.com/office/drawing/2014/main" id="{E3C2F66B-E5BF-C47B-32D5-2B572451B442}"/>
              </a:ext>
            </a:extLst>
          </p:cNvPr>
          <p:cNvSpPr>
            <a:spLocks noGrp="1"/>
          </p:cNvSpPr>
          <p:nvPr>
            <p:ph type="sldNum" sz="quarter" idx="12"/>
          </p:nvPr>
        </p:nvSpPr>
        <p:spPr/>
        <p:txBody>
          <a:bodyPr/>
          <a:lstStyle/>
          <a:p>
            <a:fld id="{F3469444-D02B-D446-9CF8-19DEDDE073D1}" type="slidenum">
              <a:rPr lang="en-US" smtClean="0"/>
              <a:pPr/>
              <a:t>14</a:t>
            </a:fld>
            <a:endParaRPr lang="en-US" dirty="0"/>
          </a:p>
        </p:txBody>
      </p:sp>
      <p:sp>
        <p:nvSpPr>
          <p:cNvPr id="5" name="Text Placeholder 4">
            <a:extLst>
              <a:ext uri="{FF2B5EF4-FFF2-40B4-BE49-F238E27FC236}">
                <a16:creationId xmlns:a16="http://schemas.microsoft.com/office/drawing/2014/main" id="{CEE55CFB-9A7C-92A8-2946-E9F5709EBC59}"/>
              </a:ext>
            </a:extLst>
          </p:cNvPr>
          <p:cNvSpPr txBox="1">
            <a:spLocks/>
          </p:cNvSpPr>
          <p:nvPr/>
        </p:nvSpPr>
        <p:spPr>
          <a:xfrm>
            <a:off x="443922" y="1359180"/>
            <a:ext cx="11303578" cy="47226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no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r>
              <a:rPr lang="en-US" dirty="0">
                <a:solidFill>
                  <a:schemeClr val="tx1"/>
                </a:solidFill>
              </a:rPr>
              <a:t>Your instructor will guide you through these actions:</a:t>
            </a:r>
          </a:p>
          <a:p>
            <a:pPr marL="0" indent="0">
              <a:buNone/>
            </a:pPr>
            <a:endParaRPr lang="en-US" sz="3200" dirty="0"/>
          </a:p>
        </p:txBody>
      </p:sp>
      <p:sp>
        <p:nvSpPr>
          <p:cNvPr id="3" name="Rectangle 3">
            <a:extLst>
              <a:ext uri="{FF2B5EF4-FFF2-40B4-BE49-F238E27FC236}">
                <a16:creationId xmlns:a16="http://schemas.microsoft.com/office/drawing/2014/main" id="{9AA4DDC7-E0C5-6B1E-3A42-17C6B2D05788}"/>
              </a:ext>
            </a:extLst>
          </p:cNvPr>
          <p:cNvSpPr>
            <a:spLocks noChangeArrowheads="1"/>
          </p:cNvSpPr>
          <p:nvPr/>
        </p:nvSpPr>
        <p:spPr bwMode="auto">
          <a:xfrm>
            <a:off x="4275681" y="1705631"/>
            <a:ext cx="2482568" cy="512961"/>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4"/>
              </a:spcBef>
            </a:pPr>
            <a:r>
              <a:rPr lang="fr-FR" sz="2400" b="1" spc="-4" dirty="0">
                <a:solidFill>
                  <a:schemeClr val="accent1"/>
                </a:solidFill>
                <a:latin typeface="Consolas" panose="020B0609020204030204" pitchFamily="49" charset="0"/>
                <a:ea typeface="Hack" panose="020B0609030202020204" pitchFamily="49" charset="0"/>
                <a:cs typeface="Hack" panose="020B0609030202020204" pitchFamily="49" charset="0"/>
              </a:rPr>
              <a:t>c</a:t>
            </a:r>
            <a:r>
              <a:rPr lang="fr-FR" sz="2400" b="1" spc="-4" dirty="0">
                <a:solidFill>
                  <a:srgbClr val="FFFF00"/>
                </a:solidFill>
                <a:latin typeface="Consolas" panose="020B0609020204030204" pitchFamily="49" charset="0"/>
                <a:ea typeface="Hack" panose="020B0609030202020204" pitchFamily="49" charset="0"/>
                <a:cs typeface="Hack" panose="020B0609030202020204" pitchFamily="49" charset="0"/>
              </a:rPr>
              <a:t>&lt;navigation&gt;</a:t>
            </a:r>
          </a:p>
        </p:txBody>
      </p:sp>
    </p:spTree>
    <p:extLst>
      <p:ext uri="{BB962C8B-B14F-4D97-AF65-F5344CB8AC3E}">
        <p14:creationId xmlns:p14="http://schemas.microsoft.com/office/powerpoint/2010/main" val="15656762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40FB08-8EB5-E217-E91C-401A5AA86916}"/>
              </a:ext>
            </a:extLst>
          </p:cNvPr>
          <p:cNvSpPr>
            <a:spLocks noGrp="1"/>
          </p:cNvSpPr>
          <p:nvPr>
            <p:ph type="ctrTitle"/>
          </p:nvPr>
        </p:nvSpPr>
        <p:spPr/>
        <p:txBody>
          <a:bodyPr/>
          <a:lstStyle/>
          <a:p>
            <a:r>
              <a:rPr lang="en-US" noProof="0" dirty="0"/>
              <a:t>Changing Text - Keystrokes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r>
              <a:rPr lang="en-GB" sz="1600" b="1" dirty="0"/>
              <a:t>Changing text:</a:t>
            </a:r>
          </a:p>
        </p:txBody>
      </p:sp>
      <p:sp>
        <p:nvSpPr>
          <p:cNvPr id="10" name="Text Placeholder 9">
            <a:extLst>
              <a:ext uri="{FF2B5EF4-FFF2-40B4-BE49-F238E27FC236}">
                <a16:creationId xmlns:a16="http://schemas.microsoft.com/office/drawing/2014/main" id="{79B83672-CA9C-536A-87A2-09D59428CA9E}"/>
              </a:ext>
            </a:extLst>
          </p:cNvPr>
          <p:cNvSpPr>
            <a:spLocks noGrp="1"/>
          </p:cNvSpPr>
          <p:nvPr>
            <p:ph type="body" sz="quarter" idx="15"/>
          </p:nvPr>
        </p:nvSpPr>
        <p:spPr/>
        <p:txBody>
          <a:bodyPr/>
          <a:lstStyle/>
          <a:p>
            <a:r>
              <a:rPr lang="en-GB" b="1" dirty="0"/>
              <a:t>Replacing text:</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15</a:t>
            </a:fld>
            <a:endParaRPr lang="en-US" noProof="0" dirty="0"/>
          </a:p>
        </p:txBody>
      </p:sp>
      <p:graphicFrame>
        <p:nvGraphicFramePr>
          <p:cNvPr id="6" name="Table 6">
            <a:extLst>
              <a:ext uri="{FF2B5EF4-FFF2-40B4-BE49-F238E27FC236}">
                <a16:creationId xmlns:a16="http://schemas.microsoft.com/office/drawing/2014/main" id="{76EDC389-3376-D6DE-EA08-095892BD0937}"/>
              </a:ext>
            </a:extLst>
          </p:cNvPr>
          <p:cNvGraphicFramePr>
            <a:graphicFrameLocks noGrp="1"/>
          </p:cNvGraphicFramePr>
          <p:nvPr>
            <p:extLst>
              <p:ext uri="{D42A27DB-BD31-4B8C-83A1-F6EECF244321}">
                <p14:modId xmlns:p14="http://schemas.microsoft.com/office/powerpoint/2010/main" val="2080203731"/>
              </p:ext>
            </p:extLst>
          </p:nvPr>
        </p:nvGraphicFramePr>
        <p:xfrm>
          <a:off x="782603" y="2202432"/>
          <a:ext cx="4906628" cy="3708400"/>
        </p:xfrm>
        <a:graphic>
          <a:graphicData uri="http://schemas.openxmlformats.org/drawingml/2006/table">
            <a:tbl>
              <a:tblPr firstRow="1" bandRow="1">
                <a:tableStyleId>{7DF18680-E054-41AD-8BC1-D1AEF772440D}</a:tableStyleId>
              </a:tblPr>
              <a:tblGrid>
                <a:gridCol w="1195454">
                  <a:extLst>
                    <a:ext uri="{9D8B030D-6E8A-4147-A177-3AD203B41FA5}">
                      <a16:colId xmlns:a16="http://schemas.microsoft.com/office/drawing/2014/main" val="486271511"/>
                    </a:ext>
                  </a:extLst>
                </a:gridCol>
                <a:gridCol w="3711174">
                  <a:extLst>
                    <a:ext uri="{9D8B030D-6E8A-4147-A177-3AD203B41FA5}">
                      <a16:colId xmlns:a16="http://schemas.microsoft.com/office/drawing/2014/main" val="2434936820"/>
                    </a:ext>
                  </a:extLst>
                </a:gridCol>
              </a:tblGrid>
              <a:tr h="37084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Keys</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Action</a:t>
                      </a:r>
                    </a:p>
                  </a:txBody>
                  <a:tcPr/>
                </a:tc>
                <a:extLst>
                  <a:ext uri="{0D108BD9-81ED-4DB2-BD59-A6C34878D82A}">
                    <a16:rowId xmlns:a16="http://schemas.microsoft.com/office/drawing/2014/main" val="929909580"/>
                  </a:ext>
                </a:extLst>
              </a:tr>
              <a:tr h="370840">
                <a:tc>
                  <a:txBody>
                    <a:bodyPr/>
                    <a:lstStyle/>
                    <a:p>
                      <a:pPr algn="ctr"/>
                      <a:r>
                        <a:rPr lang="en-US" sz="1800" b="1" noProof="0" dirty="0" err="1">
                          <a:solidFill>
                            <a:schemeClr val="accent1"/>
                          </a:solidFill>
                          <a:latin typeface="Hack"/>
                        </a:rPr>
                        <a:t>c</a:t>
                      </a:r>
                      <a:r>
                        <a:rPr lang="en-US" sz="1800" b="1" noProof="0" dirty="0" err="1">
                          <a:solidFill>
                            <a:schemeClr val="tx1"/>
                          </a:solidFill>
                          <a:latin typeface="Hack"/>
                        </a:rPr>
                        <a:t>w</a:t>
                      </a:r>
                      <a:endParaRPr lang="en-US" sz="1800" noProof="0" dirty="0">
                        <a:solidFill>
                          <a:schemeClr val="tx1"/>
                        </a:solidFill>
                        <a:latin typeface="Hack"/>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solidFill>
                            <a:schemeClr val="tx1"/>
                          </a:solidFill>
                          <a:latin typeface="+mn-lt"/>
                        </a:rPr>
                        <a:t>Change from cursor to end of word</a:t>
                      </a:r>
                    </a:p>
                  </a:txBody>
                  <a:tcPr/>
                </a:tc>
                <a:extLst>
                  <a:ext uri="{0D108BD9-81ED-4DB2-BD59-A6C34878D82A}">
                    <a16:rowId xmlns:a16="http://schemas.microsoft.com/office/drawing/2014/main" val="3237119252"/>
                  </a:ext>
                </a:extLst>
              </a:tr>
              <a:tr h="370840">
                <a:tc>
                  <a:txBody>
                    <a:bodyPr/>
                    <a:lstStyle/>
                    <a:p>
                      <a:pPr algn="ctr"/>
                      <a:r>
                        <a:rPr lang="en-US" sz="1800" b="1" noProof="0" dirty="0" err="1">
                          <a:solidFill>
                            <a:schemeClr val="tx1"/>
                          </a:solidFill>
                          <a:latin typeface="Hack"/>
                        </a:rPr>
                        <a:t>n</a:t>
                      </a:r>
                      <a:r>
                        <a:rPr lang="en-US" sz="1800" b="1" noProof="0" dirty="0" err="1">
                          <a:solidFill>
                            <a:schemeClr val="accent1"/>
                          </a:solidFill>
                          <a:latin typeface="Hack"/>
                        </a:rPr>
                        <a:t>c</a:t>
                      </a:r>
                      <a:r>
                        <a:rPr lang="en-US" sz="1800" b="1" noProof="0" dirty="0" err="1">
                          <a:solidFill>
                            <a:schemeClr val="tx1"/>
                          </a:solidFill>
                          <a:latin typeface="Hack"/>
                        </a:rPr>
                        <a:t>w</a:t>
                      </a:r>
                      <a:endParaRPr lang="en-US" sz="1800" noProof="0" dirty="0">
                        <a:solidFill>
                          <a:schemeClr val="tx1"/>
                        </a:solidFill>
                        <a:latin typeface="Hack"/>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solidFill>
                            <a:schemeClr val="tx1"/>
                          </a:solidFill>
                          <a:latin typeface="+mn-lt"/>
                        </a:rPr>
                        <a:t>Change n words</a:t>
                      </a:r>
                    </a:p>
                  </a:txBody>
                  <a:tcPr/>
                </a:tc>
                <a:extLst>
                  <a:ext uri="{0D108BD9-81ED-4DB2-BD59-A6C34878D82A}">
                    <a16:rowId xmlns:a16="http://schemas.microsoft.com/office/drawing/2014/main" val="1540397052"/>
                  </a:ext>
                </a:extLst>
              </a:tr>
              <a:tr h="370840">
                <a:tc>
                  <a:txBody>
                    <a:bodyPr/>
                    <a:lstStyle/>
                    <a:p>
                      <a:pPr algn="ctr"/>
                      <a:r>
                        <a:rPr lang="en-US" sz="1800" b="1" noProof="0" dirty="0">
                          <a:solidFill>
                            <a:schemeClr val="accent1"/>
                          </a:solidFill>
                          <a:latin typeface="Hack"/>
                        </a:rPr>
                        <a:t>c</a:t>
                      </a:r>
                      <a:r>
                        <a:rPr lang="en-US" sz="1800" b="1" noProof="0" dirty="0">
                          <a:solidFill>
                            <a:schemeClr val="tx1"/>
                          </a:solidFill>
                          <a:latin typeface="Hack"/>
                        </a:rPr>
                        <a:t>3l</a:t>
                      </a:r>
                      <a:endParaRPr lang="en-US" sz="1800" noProof="0" dirty="0">
                        <a:solidFill>
                          <a:schemeClr val="tx1"/>
                        </a:solidFill>
                        <a:latin typeface="Hack"/>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solidFill>
                            <a:schemeClr val="tx1"/>
                          </a:solidFill>
                          <a:latin typeface="+mn-lt"/>
                        </a:rPr>
                        <a:t>Change next 3 characters</a:t>
                      </a:r>
                    </a:p>
                  </a:txBody>
                  <a:tcPr/>
                </a:tc>
                <a:extLst>
                  <a:ext uri="{0D108BD9-81ED-4DB2-BD59-A6C34878D82A}">
                    <a16:rowId xmlns:a16="http://schemas.microsoft.com/office/drawing/2014/main" val="2762095098"/>
                  </a:ext>
                </a:extLst>
              </a:tr>
              <a:tr h="370840">
                <a:tc>
                  <a:txBody>
                    <a:bodyPr/>
                    <a:lstStyle/>
                    <a:p>
                      <a:pPr algn="ctr"/>
                      <a:r>
                        <a:rPr lang="en-US" sz="1800" b="1" noProof="0" dirty="0">
                          <a:solidFill>
                            <a:schemeClr val="accent1"/>
                          </a:solidFill>
                          <a:latin typeface="Hack"/>
                        </a:rPr>
                        <a:t>c</a:t>
                      </a:r>
                      <a:r>
                        <a:rPr lang="en-US" sz="1800" b="1" noProof="0" dirty="0">
                          <a:solidFill>
                            <a:schemeClr val="tx1"/>
                          </a:solidFill>
                          <a:latin typeface="Hack"/>
                        </a:rPr>
                        <a:t>0</a:t>
                      </a:r>
                      <a:endParaRPr lang="en-US" sz="1800" noProof="0" dirty="0">
                        <a:solidFill>
                          <a:schemeClr val="tx1"/>
                        </a:solidFill>
                        <a:latin typeface="Hack"/>
                      </a:endParaRPr>
                    </a:p>
                  </a:txBody>
                  <a:tcPr/>
                </a:tc>
                <a:tc>
                  <a:txBody>
                    <a:bodyPr/>
                    <a:lstStyle/>
                    <a:p>
                      <a:r>
                        <a:rPr lang="en-US" sz="1800" noProof="0" dirty="0">
                          <a:solidFill>
                            <a:schemeClr val="tx1"/>
                          </a:solidFill>
                          <a:latin typeface="+mn-lt"/>
                        </a:rPr>
                        <a:t>Change to start of line</a:t>
                      </a:r>
                    </a:p>
                  </a:txBody>
                  <a:tcPr/>
                </a:tc>
                <a:extLst>
                  <a:ext uri="{0D108BD9-81ED-4DB2-BD59-A6C34878D82A}">
                    <a16:rowId xmlns:a16="http://schemas.microsoft.com/office/drawing/2014/main" val="1373484478"/>
                  </a:ext>
                </a:extLst>
              </a:tr>
              <a:tr h="370840">
                <a:tc>
                  <a:txBody>
                    <a:bodyPr/>
                    <a:lstStyle/>
                    <a:p>
                      <a:pPr algn="ctr"/>
                      <a:r>
                        <a:rPr lang="en-US" sz="1800" b="1" noProof="0" dirty="0">
                          <a:solidFill>
                            <a:schemeClr val="accent1"/>
                          </a:solidFill>
                          <a:latin typeface="Hack"/>
                        </a:rPr>
                        <a:t>c</a:t>
                      </a:r>
                      <a:r>
                        <a:rPr lang="en-US" sz="1800" b="1" noProof="0" dirty="0">
                          <a:solidFill>
                            <a:schemeClr val="tx1"/>
                          </a:solidFill>
                          <a:latin typeface="Hack"/>
                        </a:rPr>
                        <a:t>$ or </a:t>
                      </a:r>
                      <a:r>
                        <a:rPr lang="en-US" sz="1800" b="1" noProof="0" dirty="0">
                          <a:solidFill>
                            <a:schemeClr val="accent1"/>
                          </a:solidFill>
                          <a:latin typeface="Hack"/>
                        </a:rPr>
                        <a:t>C</a:t>
                      </a:r>
                      <a:endParaRPr lang="en-US" sz="1800" noProof="0" dirty="0">
                        <a:solidFill>
                          <a:schemeClr val="accent1"/>
                        </a:solidFill>
                        <a:latin typeface="Hack"/>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solidFill>
                            <a:schemeClr val="tx1"/>
                          </a:solidFill>
                          <a:latin typeface="+mn-lt"/>
                        </a:rPr>
                        <a:t>Change to end of line</a:t>
                      </a:r>
                    </a:p>
                  </a:txBody>
                  <a:tcPr/>
                </a:tc>
                <a:extLst>
                  <a:ext uri="{0D108BD9-81ED-4DB2-BD59-A6C34878D82A}">
                    <a16:rowId xmlns:a16="http://schemas.microsoft.com/office/drawing/2014/main" val="2321212625"/>
                  </a:ext>
                </a:extLst>
              </a:tr>
              <a:tr h="370840">
                <a:tc>
                  <a:txBody>
                    <a:bodyPr/>
                    <a:lstStyle/>
                    <a:p>
                      <a:pPr algn="ctr"/>
                      <a:r>
                        <a:rPr lang="en-US" sz="1800" b="1" noProof="0" dirty="0">
                          <a:solidFill>
                            <a:schemeClr val="accent1"/>
                          </a:solidFill>
                          <a:latin typeface="Hack"/>
                        </a:rPr>
                        <a:t>c</a:t>
                      </a:r>
                      <a:r>
                        <a:rPr lang="en-US" sz="1800" b="1" noProof="0" dirty="0">
                          <a:solidFill>
                            <a:schemeClr val="tx1"/>
                          </a:solidFill>
                          <a:latin typeface="Hack"/>
                        </a:rPr>
                        <a:t>1G or </a:t>
                      </a:r>
                      <a:r>
                        <a:rPr lang="en-US" sz="1800" b="1" noProof="0" dirty="0" err="1">
                          <a:solidFill>
                            <a:schemeClr val="accent1"/>
                          </a:solidFill>
                          <a:latin typeface="Hack"/>
                        </a:rPr>
                        <a:t>c</a:t>
                      </a:r>
                      <a:r>
                        <a:rPr lang="en-US" sz="1800" b="1" noProof="0" dirty="0" err="1">
                          <a:solidFill>
                            <a:schemeClr val="tx1"/>
                          </a:solidFill>
                          <a:latin typeface="Hack"/>
                        </a:rPr>
                        <a:t>gg</a:t>
                      </a:r>
                      <a:endParaRPr lang="en-US" sz="1800" noProof="0" dirty="0">
                        <a:solidFill>
                          <a:schemeClr val="tx1"/>
                        </a:solidFill>
                        <a:latin typeface="Hack"/>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solidFill>
                            <a:schemeClr val="tx1"/>
                          </a:solidFill>
                          <a:latin typeface="+mn-lt"/>
                        </a:rPr>
                        <a:t>Change to the start of file</a:t>
                      </a:r>
                    </a:p>
                  </a:txBody>
                  <a:tcPr/>
                </a:tc>
                <a:extLst>
                  <a:ext uri="{0D108BD9-81ED-4DB2-BD59-A6C34878D82A}">
                    <a16:rowId xmlns:a16="http://schemas.microsoft.com/office/drawing/2014/main" val="240832991"/>
                  </a:ext>
                </a:extLst>
              </a:tr>
              <a:tr h="370840">
                <a:tc>
                  <a:txBody>
                    <a:bodyPr/>
                    <a:lstStyle/>
                    <a:p>
                      <a:pPr algn="ctr"/>
                      <a:r>
                        <a:rPr lang="en-US" sz="1800" b="1" noProof="0" dirty="0" err="1">
                          <a:solidFill>
                            <a:schemeClr val="accent1"/>
                          </a:solidFill>
                          <a:latin typeface="Hack"/>
                        </a:rPr>
                        <a:t>c</a:t>
                      </a:r>
                      <a:r>
                        <a:rPr lang="en-US" sz="1800" b="1" noProof="0" dirty="0" err="1">
                          <a:solidFill>
                            <a:schemeClr val="tx1"/>
                          </a:solidFill>
                          <a:latin typeface="Hack"/>
                        </a:rPr>
                        <a:t>G</a:t>
                      </a:r>
                      <a:endParaRPr lang="en-US" sz="1800" noProof="0" dirty="0">
                        <a:solidFill>
                          <a:schemeClr val="tx1"/>
                        </a:solidFill>
                        <a:latin typeface="Hack"/>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solidFill>
                            <a:schemeClr val="tx1"/>
                          </a:solidFill>
                          <a:latin typeface="+mn-lt"/>
                        </a:rPr>
                        <a:t>Change to end of file</a:t>
                      </a:r>
                    </a:p>
                  </a:txBody>
                  <a:tcPr/>
                </a:tc>
                <a:extLst>
                  <a:ext uri="{0D108BD9-81ED-4DB2-BD59-A6C34878D82A}">
                    <a16:rowId xmlns:a16="http://schemas.microsoft.com/office/drawing/2014/main" val="3890765304"/>
                  </a:ext>
                </a:extLst>
              </a:tr>
              <a:tr h="370840">
                <a:tc>
                  <a:txBody>
                    <a:bodyPr/>
                    <a:lstStyle/>
                    <a:p>
                      <a:pPr algn="ctr"/>
                      <a:r>
                        <a:rPr lang="en-US" sz="1800" b="1" noProof="0" dirty="0">
                          <a:solidFill>
                            <a:schemeClr val="accent1"/>
                          </a:solidFill>
                          <a:latin typeface="Hack"/>
                        </a:rPr>
                        <a:t>c</a:t>
                      </a:r>
                      <a:r>
                        <a:rPr lang="en-US" sz="1800" b="1" noProof="0" dirty="0">
                          <a:solidFill>
                            <a:schemeClr val="tx1"/>
                          </a:solidFill>
                          <a:latin typeface="Hack"/>
                        </a:rPr>
                        <a:t>c</a:t>
                      </a:r>
                      <a:endParaRPr lang="en-US" sz="1800" noProof="0" dirty="0">
                        <a:solidFill>
                          <a:schemeClr val="tx1"/>
                        </a:solidFill>
                        <a:latin typeface="Hack"/>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solidFill>
                            <a:schemeClr val="tx1"/>
                          </a:solidFill>
                          <a:latin typeface="+mn-lt"/>
                        </a:rPr>
                        <a:t>Change current line</a:t>
                      </a:r>
                    </a:p>
                  </a:txBody>
                  <a:tcPr/>
                </a:tc>
                <a:extLst>
                  <a:ext uri="{0D108BD9-81ED-4DB2-BD59-A6C34878D82A}">
                    <a16:rowId xmlns:a16="http://schemas.microsoft.com/office/drawing/2014/main" val="2063402434"/>
                  </a:ext>
                </a:extLst>
              </a:tr>
              <a:tr h="370840">
                <a:tc>
                  <a:txBody>
                    <a:bodyPr/>
                    <a:lstStyle/>
                    <a:p>
                      <a:pPr algn="ctr"/>
                      <a:r>
                        <a:rPr lang="en-US" sz="1800" b="1" noProof="0" dirty="0" err="1">
                          <a:solidFill>
                            <a:schemeClr val="tx1"/>
                          </a:solidFill>
                          <a:latin typeface="Hack"/>
                        </a:rPr>
                        <a:t>n</a:t>
                      </a:r>
                      <a:r>
                        <a:rPr lang="en-US" sz="1800" b="1" noProof="0" dirty="0" err="1">
                          <a:solidFill>
                            <a:schemeClr val="accent1"/>
                          </a:solidFill>
                          <a:latin typeface="Hack"/>
                        </a:rPr>
                        <a:t>c</a:t>
                      </a:r>
                      <a:r>
                        <a:rPr lang="en-US" sz="1800" b="1" noProof="0" dirty="0" err="1">
                          <a:solidFill>
                            <a:schemeClr val="tx1"/>
                          </a:solidFill>
                          <a:latin typeface="Hack"/>
                        </a:rPr>
                        <a:t>c</a:t>
                      </a:r>
                      <a:endParaRPr lang="en-US" sz="1800" noProof="0" dirty="0">
                        <a:solidFill>
                          <a:schemeClr val="tx1"/>
                        </a:solidFill>
                        <a:latin typeface="Hack"/>
                      </a:endParaRPr>
                    </a:p>
                  </a:txBody>
                  <a:tcPr/>
                </a:tc>
                <a:tc>
                  <a:txBody>
                    <a:bodyPr/>
                    <a:lstStyle/>
                    <a:p>
                      <a:r>
                        <a:rPr lang="en-US" sz="1800" noProof="0" dirty="0">
                          <a:solidFill>
                            <a:schemeClr val="tx1"/>
                          </a:solidFill>
                          <a:latin typeface="+mn-lt"/>
                        </a:rPr>
                        <a:t>Change n lines</a:t>
                      </a:r>
                    </a:p>
                  </a:txBody>
                  <a:tcPr/>
                </a:tc>
                <a:extLst>
                  <a:ext uri="{0D108BD9-81ED-4DB2-BD59-A6C34878D82A}">
                    <a16:rowId xmlns:a16="http://schemas.microsoft.com/office/drawing/2014/main" val="1077954161"/>
                  </a:ext>
                </a:extLst>
              </a:tr>
            </a:tbl>
          </a:graphicData>
        </a:graphic>
      </p:graphicFrame>
      <p:graphicFrame>
        <p:nvGraphicFramePr>
          <p:cNvPr id="4" name="Table 6">
            <a:extLst>
              <a:ext uri="{FF2B5EF4-FFF2-40B4-BE49-F238E27FC236}">
                <a16:creationId xmlns:a16="http://schemas.microsoft.com/office/drawing/2014/main" id="{B123E88A-5E3A-1707-4ECC-1592D27A60C1}"/>
              </a:ext>
            </a:extLst>
          </p:cNvPr>
          <p:cNvGraphicFramePr>
            <a:graphicFrameLocks noGrp="1"/>
          </p:cNvGraphicFramePr>
          <p:nvPr>
            <p:extLst>
              <p:ext uri="{D42A27DB-BD31-4B8C-83A1-F6EECF244321}">
                <p14:modId xmlns:p14="http://schemas.microsoft.com/office/powerpoint/2010/main" val="2500942147"/>
              </p:ext>
            </p:extLst>
          </p:nvPr>
        </p:nvGraphicFramePr>
        <p:xfrm>
          <a:off x="6217631" y="2202432"/>
          <a:ext cx="3482629" cy="1097280"/>
        </p:xfrm>
        <a:graphic>
          <a:graphicData uri="http://schemas.openxmlformats.org/drawingml/2006/table">
            <a:tbl>
              <a:tblPr firstRow="1" bandRow="1">
                <a:tableStyleId>{7DF18680-E054-41AD-8BC1-D1AEF772440D}</a:tableStyleId>
              </a:tblPr>
              <a:tblGrid>
                <a:gridCol w="792769">
                  <a:extLst>
                    <a:ext uri="{9D8B030D-6E8A-4147-A177-3AD203B41FA5}">
                      <a16:colId xmlns:a16="http://schemas.microsoft.com/office/drawing/2014/main" val="486271511"/>
                    </a:ext>
                  </a:extLst>
                </a:gridCol>
                <a:gridCol w="2689860">
                  <a:extLst>
                    <a:ext uri="{9D8B030D-6E8A-4147-A177-3AD203B41FA5}">
                      <a16:colId xmlns:a16="http://schemas.microsoft.com/office/drawing/2014/main" val="2434936820"/>
                    </a:ext>
                  </a:extLst>
                </a:gridCol>
              </a:tblGrid>
              <a:tr h="311203">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Hack" panose="020B0609030202020204"/>
                        </a:rPr>
                        <a:t>Keys</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Action</a:t>
                      </a:r>
                    </a:p>
                  </a:txBody>
                  <a:tcPr/>
                </a:tc>
                <a:extLst>
                  <a:ext uri="{0D108BD9-81ED-4DB2-BD59-A6C34878D82A}">
                    <a16:rowId xmlns:a16="http://schemas.microsoft.com/office/drawing/2014/main" val="929909580"/>
                  </a:ext>
                </a:extLst>
              </a:tr>
              <a:tr h="22257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b="1" noProof="0" dirty="0">
                          <a:solidFill>
                            <a:schemeClr val="tx1"/>
                          </a:solidFill>
                          <a:latin typeface="Hack" panose="020B0609030202020204"/>
                        </a:rPr>
                        <a:t>r</a:t>
                      </a:r>
                      <a:endParaRPr lang="en-US" sz="1800" noProof="0" dirty="0">
                        <a:solidFill>
                          <a:schemeClr val="tx1"/>
                        </a:solidFill>
                        <a:latin typeface="Hack" panose="020B0609030202020204"/>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mn-lt"/>
                        </a:rPr>
                        <a:t>R</a:t>
                      </a:r>
                      <a:r>
                        <a:rPr lang="en-US" sz="1800" noProof="0" dirty="0">
                          <a:solidFill>
                            <a:schemeClr val="tx1"/>
                          </a:solidFill>
                          <a:latin typeface="+mn-lt"/>
                        </a:rPr>
                        <a:t>eplace one character</a:t>
                      </a:r>
                    </a:p>
                  </a:txBody>
                  <a:tcPr/>
                </a:tc>
                <a:extLst>
                  <a:ext uri="{0D108BD9-81ED-4DB2-BD59-A6C34878D82A}">
                    <a16:rowId xmlns:a16="http://schemas.microsoft.com/office/drawing/2014/main" val="3969326946"/>
                  </a:ext>
                </a:extLst>
              </a:tr>
              <a:tr h="354919">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b="1" noProof="0" dirty="0">
                          <a:solidFill>
                            <a:schemeClr val="tx1"/>
                          </a:solidFill>
                          <a:latin typeface="Hack" panose="020B0609030202020204"/>
                        </a:rPr>
                        <a:t>R</a:t>
                      </a:r>
                      <a:r>
                        <a:rPr lang="en-US" sz="1800" noProof="0" dirty="0">
                          <a:solidFill>
                            <a:schemeClr val="tx1"/>
                          </a:solidFill>
                          <a:latin typeface="Hack" panose="020B0609030202020204"/>
                        </a:rPr>
                        <a:t> </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solidFill>
                            <a:schemeClr val="tx1"/>
                          </a:solidFill>
                          <a:latin typeface="+mn-lt"/>
                        </a:rPr>
                        <a:t>Replace mode (overwrite)</a:t>
                      </a:r>
                    </a:p>
                  </a:txBody>
                  <a:tcPr/>
                </a:tc>
                <a:extLst>
                  <a:ext uri="{0D108BD9-81ED-4DB2-BD59-A6C34878D82A}">
                    <a16:rowId xmlns:a16="http://schemas.microsoft.com/office/drawing/2014/main" val="826807348"/>
                  </a:ext>
                </a:extLst>
              </a:tr>
            </a:tbl>
          </a:graphicData>
        </a:graphic>
      </p:graphicFrame>
      <p:sp>
        <p:nvSpPr>
          <p:cNvPr id="11" name="Rectangle 3">
            <a:extLst>
              <a:ext uri="{FF2B5EF4-FFF2-40B4-BE49-F238E27FC236}">
                <a16:creationId xmlns:a16="http://schemas.microsoft.com/office/drawing/2014/main" id="{9AFB6C6F-7381-6049-5BDB-B07C085BEEA9}"/>
              </a:ext>
            </a:extLst>
          </p:cNvPr>
          <p:cNvSpPr>
            <a:spLocks noChangeArrowheads="1"/>
          </p:cNvSpPr>
          <p:nvPr/>
        </p:nvSpPr>
        <p:spPr bwMode="auto">
          <a:xfrm>
            <a:off x="2000900" y="1632910"/>
            <a:ext cx="2504598" cy="512961"/>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4"/>
              </a:spcBef>
            </a:pPr>
            <a:r>
              <a:rPr lang="fr-FR" sz="2400" b="1" spc="-4" dirty="0">
                <a:solidFill>
                  <a:schemeClr val="accent1"/>
                </a:solidFill>
                <a:latin typeface="Consolas" panose="020B0609020204030204" pitchFamily="49" charset="0"/>
                <a:ea typeface="Hack" panose="020B0609030202020204" pitchFamily="49" charset="0"/>
                <a:cs typeface="Hack" panose="020B0609030202020204" pitchFamily="49" charset="0"/>
              </a:rPr>
              <a:t>c</a:t>
            </a:r>
            <a:r>
              <a:rPr lang="fr-FR" sz="2400" b="1" spc="-4" dirty="0">
                <a:solidFill>
                  <a:srgbClr val="FFFF00"/>
                </a:solidFill>
                <a:latin typeface="Consolas" panose="020B0609020204030204" pitchFamily="49" charset="0"/>
                <a:ea typeface="Hack" panose="020B0609030202020204" pitchFamily="49" charset="0"/>
                <a:cs typeface="Hack" panose="020B0609030202020204" pitchFamily="49" charset="0"/>
              </a:rPr>
              <a:t>&lt;navigation&gt;</a:t>
            </a:r>
          </a:p>
        </p:txBody>
      </p:sp>
    </p:spTree>
    <p:extLst>
      <p:ext uri="{BB962C8B-B14F-4D97-AF65-F5344CB8AC3E}">
        <p14:creationId xmlns:p14="http://schemas.microsoft.com/office/powerpoint/2010/main" val="12569969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C6647-BFFA-3A4B-D99C-E5AC572204B0}"/>
              </a:ext>
            </a:extLst>
          </p:cNvPr>
          <p:cNvSpPr>
            <a:spLocks noGrp="1"/>
          </p:cNvSpPr>
          <p:nvPr>
            <p:ph type="ctrTitle"/>
          </p:nvPr>
        </p:nvSpPr>
        <p:spPr/>
        <p:txBody>
          <a:bodyPr/>
          <a:lstStyle/>
          <a:p>
            <a:r>
              <a:rPr lang="en-GB" dirty="0"/>
              <a:t>Deleting Text</a:t>
            </a:r>
          </a:p>
        </p:txBody>
      </p:sp>
      <p:sp>
        <p:nvSpPr>
          <p:cNvPr id="5" name="Slide Number Placeholder 4">
            <a:extLst>
              <a:ext uri="{FF2B5EF4-FFF2-40B4-BE49-F238E27FC236}">
                <a16:creationId xmlns:a16="http://schemas.microsoft.com/office/drawing/2014/main" id="{9F30B759-F49E-4A48-DA36-8B2985F844BB}"/>
              </a:ext>
            </a:extLst>
          </p:cNvPr>
          <p:cNvSpPr>
            <a:spLocks noGrp="1"/>
          </p:cNvSpPr>
          <p:nvPr>
            <p:ph type="sldNum" sz="quarter" idx="12"/>
          </p:nvPr>
        </p:nvSpPr>
        <p:spPr/>
        <p:txBody>
          <a:bodyPr/>
          <a:lstStyle/>
          <a:p>
            <a:fld id="{F3469444-D02B-D446-9CF8-19DEDDE073D1}" type="slidenum">
              <a:rPr lang="en-US" smtClean="0"/>
              <a:pPr/>
              <a:t>16</a:t>
            </a:fld>
            <a:endParaRPr lang="en-US" dirty="0"/>
          </a:p>
        </p:txBody>
      </p:sp>
      <p:sp>
        <p:nvSpPr>
          <p:cNvPr id="6" name="Text Placeholder 4">
            <a:extLst>
              <a:ext uri="{FF2B5EF4-FFF2-40B4-BE49-F238E27FC236}">
                <a16:creationId xmlns:a16="http://schemas.microsoft.com/office/drawing/2014/main" id="{661B11E9-2CEF-E7CD-ED18-CB602A4668A2}"/>
              </a:ext>
            </a:extLst>
          </p:cNvPr>
          <p:cNvSpPr txBox="1">
            <a:spLocks/>
          </p:cNvSpPr>
          <p:nvPr/>
        </p:nvSpPr>
        <p:spPr>
          <a:xfrm>
            <a:off x="443922" y="1359180"/>
            <a:ext cx="11303578" cy="47226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no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r>
              <a:rPr lang="en-US" dirty="0">
                <a:solidFill>
                  <a:schemeClr val="tx1"/>
                </a:solidFill>
              </a:rPr>
              <a:t>Your instructor will guide you through these actions:</a:t>
            </a:r>
          </a:p>
          <a:p>
            <a:pPr marL="0" indent="0">
              <a:buNone/>
            </a:pPr>
            <a:endParaRPr lang="en-US" sz="3200" dirty="0"/>
          </a:p>
        </p:txBody>
      </p:sp>
      <p:pic>
        <p:nvPicPr>
          <p:cNvPr id="11" name="Picture 10">
            <a:extLst>
              <a:ext uri="{FF2B5EF4-FFF2-40B4-BE49-F238E27FC236}">
                <a16:creationId xmlns:a16="http://schemas.microsoft.com/office/drawing/2014/main" id="{3DD25E4E-C87F-884B-6DDD-894E80926B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3201" y="2349431"/>
            <a:ext cx="8382000" cy="4230914"/>
          </a:xfrm>
          <a:prstGeom prst="rect">
            <a:avLst/>
          </a:prstGeom>
        </p:spPr>
      </p:pic>
      <p:sp>
        <p:nvSpPr>
          <p:cNvPr id="3" name="Rectangle 3">
            <a:extLst>
              <a:ext uri="{FF2B5EF4-FFF2-40B4-BE49-F238E27FC236}">
                <a16:creationId xmlns:a16="http://schemas.microsoft.com/office/drawing/2014/main" id="{4E7DF7F2-E25C-42CD-BFF3-CC942C3B3A58}"/>
              </a:ext>
            </a:extLst>
          </p:cNvPr>
          <p:cNvSpPr>
            <a:spLocks noChangeArrowheads="1"/>
          </p:cNvSpPr>
          <p:nvPr/>
        </p:nvSpPr>
        <p:spPr bwMode="auto">
          <a:xfrm>
            <a:off x="4225804" y="1775919"/>
            <a:ext cx="2549071" cy="512961"/>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4"/>
              </a:spcBef>
            </a:pPr>
            <a:r>
              <a:rPr lang="fr-FR" sz="2400" b="1" spc="-4" dirty="0">
                <a:solidFill>
                  <a:schemeClr val="accent1"/>
                </a:solidFill>
                <a:latin typeface="Consolas" panose="020B0609020204030204" pitchFamily="49" charset="0"/>
                <a:ea typeface="Hack" panose="020B0609030202020204" pitchFamily="49" charset="0"/>
                <a:cs typeface="Hack" panose="020B0609030202020204" pitchFamily="49" charset="0"/>
              </a:rPr>
              <a:t>d</a:t>
            </a:r>
            <a:r>
              <a:rPr lang="fr-FR" sz="2400" b="1" spc="-4" dirty="0">
                <a:solidFill>
                  <a:srgbClr val="FFFF00"/>
                </a:solidFill>
                <a:latin typeface="Consolas" panose="020B0609020204030204" pitchFamily="49" charset="0"/>
                <a:ea typeface="Hack" panose="020B0609030202020204" pitchFamily="49" charset="0"/>
                <a:cs typeface="Hack" panose="020B0609030202020204" pitchFamily="49" charset="0"/>
              </a:rPr>
              <a:t>&lt;navigation&gt;</a:t>
            </a:r>
          </a:p>
        </p:txBody>
      </p:sp>
    </p:spTree>
    <p:extLst>
      <p:ext uri="{BB962C8B-B14F-4D97-AF65-F5344CB8AC3E}">
        <p14:creationId xmlns:p14="http://schemas.microsoft.com/office/powerpoint/2010/main" val="34496206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1435418-2A86-3643-C26D-FA2F92E06BC0}"/>
              </a:ext>
            </a:extLst>
          </p:cNvPr>
          <p:cNvSpPr>
            <a:spLocks noGrp="1"/>
          </p:cNvSpPr>
          <p:nvPr>
            <p:ph type="ctrTitle"/>
          </p:nvPr>
        </p:nvSpPr>
        <p:spPr/>
        <p:txBody>
          <a:bodyPr/>
          <a:lstStyle/>
          <a:p>
            <a:r>
              <a:rPr lang="en-US" noProof="0" dirty="0"/>
              <a:t>Deleting Text - Keystrokes</a:t>
            </a:r>
          </a:p>
        </p:txBody>
      </p:sp>
      <p:sp>
        <p:nvSpPr>
          <p:cNvPr id="10" name="Text Placeholder 9">
            <a:extLst>
              <a:ext uri="{FF2B5EF4-FFF2-40B4-BE49-F238E27FC236}">
                <a16:creationId xmlns:a16="http://schemas.microsoft.com/office/drawing/2014/main" id="{CE9DEB1F-2481-5AE6-643D-CC9B95AC34C8}"/>
              </a:ext>
            </a:extLst>
          </p:cNvPr>
          <p:cNvSpPr>
            <a:spLocks noGrp="1"/>
          </p:cNvSpPr>
          <p:nvPr>
            <p:ph type="body" sz="quarter" idx="14"/>
          </p:nvPr>
        </p:nvSpPr>
        <p:spPr/>
        <p:txBody>
          <a:bodyPr/>
          <a:lstStyle/>
          <a:p>
            <a:r>
              <a:rPr lang="en-GB" b="1" dirty="0"/>
              <a:t>Deleting text:</a:t>
            </a:r>
          </a:p>
        </p:txBody>
      </p:sp>
      <p:sp>
        <p:nvSpPr>
          <p:cNvPr id="11" name="Text Placeholder 10">
            <a:extLst>
              <a:ext uri="{FF2B5EF4-FFF2-40B4-BE49-F238E27FC236}">
                <a16:creationId xmlns:a16="http://schemas.microsoft.com/office/drawing/2014/main" id="{4D75B6AB-415E-222A-3512-4183591DB0C3}"/>
              </a:ext>
            </a:extLst>
          </p:cNvPr>
          <p:cNvSpPr>
            <a:spLocks noGrp="1"/>
          </p:cNvSpPr>
          <p:nvPr>
            <p:ph type="body" sz="quarter" idx="15"/>
          </p:nvPr>
        </p:nvSpPr>
        <p:spPr/>
        <p:txBody>
          <a:bodyPr/>
          <a:lstStyle/>
          <a:p>
            <a:r>
              <a:rPr lang="en-GB" b="1" dirty="0"/>
              <a:t>Deleting characters:</a:t>
            </a:r>
          </a:p>
          <a:p>
            <a:endParaRPr lang="en-GB"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17</a:t>
            </a:fld>
            <a:endParaRPr lang="en-US" noProof="0" dirty="0"/>
          </a:p>
        </p:txBody>
      </p:sp>
      <p:graphicFrame>
        <p:nvGraphicFramePr>
          <p:cNvPr id="6" name="Table 5">
            <a:extLst>
              <a:ext uri="{FF2B5EF4-FFF2-40B4-BE49-F238E27FC236}">
                <a16:creationId xmlns:a16="http://schemas.microsoft.com/office/drawing/2014/main" id="{4AC8918B-6B55-039D-5732-DB2A4A4ADA14}"/>
              </a:ext>
            </a:extLst>
          </p:cNvPr>
          <p:cNvGraphicFramePr>
            <a:graphicFrameLocks noGrp="1"/>
          </p:cNvGraphicFramePr>
          <p:nvPr>
            <p:extLst>
              <p:ext uri="{D42A27DB-BD31-4B8C-83A1-F6EECF244321}">
                <p14:modId xmlns:p14="http://schemas.microsoft.com/office/powerpoint/2010/main" val="3445301816"/>
              </p:ext>
            </p:extLst>
          </p:nvPr>
        </p:nvGraphicFramePr>
        <p:xfrm>
          <a:off x="831923" y="2246069"/>
          <a:ext cx="5135800" cy="3703320"/>
        </p:xfrm>
        <a:graphic>
          <a:graphicData uri="http://schemas.openxmlformats.org/drawingml/2006/table">
            <a:tbl>
              <a:tblPr firstRow="1" bandRow="1">
                <a:tableStyleId>{7DF18680-E054-41AD-8BC1-D1AEF772440D}</a:tableStyleId>
              </a:tblPr>
              <a:tblGrid>
                <a:gridCol w="1587081">
                  <a:extLst>
                    <a:ext uri="{9D8B030D-6E8A-4147-A177-3AD203B41FA5}">
                      <a16:colId xmlns:a16="http://schemas.microsoft.com/office/drawing/2014/main" val="1663231481"/>
                    </a:ext>
                  </a:extLst>
                </a:gridCol>
                <a:gridCol w="3548719">
                  <a:extLst>
                    <a:ext uri="{9D8B030D-6E8A-4147-A177-3AD203B41FA5}">
                      <a16:colId xmlns:a16="http://schemas.microsoft.com/office/drawing/2014/main" val="3488250917"/>
                    </a:ext>
                  </a:extLst>
                </a:gridCol>
              </a:tblGrid>
              <a:tr h="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Keys</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Action</a:t>
                      </a:r>
                    </a:p>
                  </a:txBody>
                  <a:tcPr/>
                </a:tc>
                <a:extLst>
                  <a:ext uri="{0D108BD9-81ED-4DB2-BD59-A6C34878D82A}">
                    <a16:rowId xmlns:a16="http://schemas.microsoft.com/office/drawing/2014/main" val="2847172565"/>
                  </a:ext>
                </a:extLst>
              </a:tr>
              <a:tr h="370840">
                <a:tc>
                  <a:txBody>
                    <a:bodyPr/>
                    <a:lstStyle/>
                    <a:p>
                      <a:pPr algn="ctr"/>
                      <a:r>
                        <a:rPr lang="en-US" sz="1800" b="1" noProof="0" dirty="0" err="1">
                          <a:solidFill>
                            <a:schemeClr val="accent1"/>
                          </a:solidFill>
                          <a:latin typeface="Hack"/>
                        </a:rPr>
                        <a:t>d</a:t>
                      </a:r>
                      <a:r>
                        <a:rPr lang="en-US" sz="1800" b="1" noProof="0" dirty="0" err="1">
                          <a:latin typeface="Hack"/>
                        </a:rPr>
                        <a:t>w</a:t>
                      </a:r>
                      <a:endParaRPr lang="en-US" sz="1800" noProof="0" dirty="0">
                        <a:latin typeface="Hack"/>
                      </a:endParaRPr>
                    </a:p>
                  </a:txBody>
                  <a:tcPr/>
                </a:tc>
                <a:tc>
                  <a:txBody>
                    <a:bodyPr/>
                    <a:lstStyle/>
                    <a:p>
                      <a:r>
                        <a:rPr lang="en-US" sz="1800" noProof="0" dirty="0">
                          <a:latin typeface="+mn-lt"/>
                        </a:rPr>
                        <a:t>Delete word (cursor to end of word)</a:t>
                      </a:r>
                    </a:p>
                  </a:txBody>
                  <a:tcPr/>
                </a:tc>
                <a:extLst>
                  <a:ext uri="{0D108BD9-81ED-4DB2-BD59-A6C34878D82A}">
                    <a16:rowId xmlns:a16="http://schemas.microsoft.com/office/drawing/2014/main" val="3254915924"/>
                  </a:ext>
                </a:extLst>
              </a:tr>
              <a:tr h="370840">
                <a:tc>
                  <a:txBody>
                    <a:bodyPr/>
                    <a:lstStyle/>
                    <a:p>
                      <a:pPr algn="ctr"/>
                      <a:r>
                        <a:rPr lang="en-US" sz="1800" b="1" noProof="0" dirty="0" err="1">
                          <a:latin typeface="Hack"/>
                        </a:rPr>
                        <a:t>n</a:t>
                      </a:r>
                      <a:r>
                        <a:rPr lang="en-US" sz="1800" b="1" noProof="0" dirty="0" err="1">
                          <a:solidFill>
                            <a:schemeClr val="accent1"/>
                          </a:solidFill>
                          <a:latin typeface="Hack"/>
                        </a:rPr>
                        <a:t>d</a:t>
                      </a:r>
                      <a:r>
                        <a:rPr lang="en-US" sz="1800" b="1" noProof="0" dirty="0" err="1">
                          <a:latin typeface="Hack"/>
                        </a:rPr>
                        <a:t>w</a:t>
                      </a:r>
                      <a:endParaRPr lang="en-US" sz="1800" noProof="0" dirty="0">
                        <a:latin typeface="Hack"/>
                      </a:endParaRPr>
                    </a:p>
                  </a:txBody>
                  <a:tcPr/>
                </a:tc>
                <a:tc>
                  <a:txBody>
                    <a:bodyPr/>
                    <a:lstStyle/>
                    <a:p>
                      <a:r>
                        <a:rPr lang="en-US" sz="1800" noProof="0" dirty="0">
                          <a:latin typeface="+mn-lt"/>
                        </a:rPr>
                        <a:t>Delete n words</a:t>
                      </a:r>
                      <a:endParaRPr lang="en-US" sz="1800" i="1" noProof="0" dirty="0">
                        <a:solidFill>
                          <a:srgbClr val="FF0000"/>
                        </a:solidFill>
                        <a:latin typeface="+mn-lt"/>
                      </a:endParaRPr>
                    </a:p>
                  </a:txBody>
                  <a:tcPr/>
                </a:tc>
                <a:extLst>
                  <a:ext uri="{0D108BD9-81ED-4DB2-BD59-A6C34878D82A}">
                    <a16:rowId xmlns:a16="http://schemas.microsoft.com/office/drawing/2014/main" val="4112350784"/>
                  </a:ext>
                </a:extLst>
              </a:tr>
              <a:tr h="370840">
                <a:tc>
                  <a:txBody>
                    <a:bodyPr/>
                    <a:lstStyle/>
                    <a:p>
                      <a:pPr algn="ctr"/>
                      <a:r>
                        <a:rPr lang="en-US" sz="1800" b="1" noProof="0" dirty="0">
                          <a:solidFill>
                            <a:schemeClr val="accent1"/>
                          </a:solidFill>
                          <a:latin typeface="Hack"/>
                        </a:rPr>
                        <a:t>d</a:t>
                      </a:r>
                      <a:r>
                        <a:rPr lang="en-US" sz="1800" b="1" noProof="0" dirty="0">
                          <a:latin typeface="Hack"/>
                        </a:rPr>
                        <a:t>3l</a:t>
                      </a:r>
                      <a:endParaRPr lang="en-US" sz="1800" noProof="0" dirty="0">
                        <a:latin typeface="Hack"/>
                      </a:endParaRPr>
                    </a:p>
                  </a:txBody>
                  <a:tcPr/>
                </a:tc>
                <a:tc>
                  <a:txBody>
                    <a:bodyPr/>
                    <a:lstStyle/>
                    <a:p>
                      <a:r>
                        <a:rPr lang="en-US" sz="1800" noProof="0" dirty="0">
                          <a:latin typeface="+mn-lt"/>
                        </a:rPr>
                        <a:t>Delete next 3 characters	</a:t>
                      </a:r>
                      <a:endParaRPr lang="en-US" sz="1800" i="1" noProof="0" dirty="0">
                        <a:solidFill>
                          <a:srgbClr val="FF0000"/>
                        </a:solidFill>
                        <a:latin typeface="+mn-lt"/>
                      </a:endParaRPr>
                    </a:p>
                  </a:txBody>
                  <a:tcPr/>
                </a:tc>
                <a:extLst>
                  <a:ext uri="{0D108BD9-81ED-4DB2-BD59-A6C34878D82A}">
                    <a16:rowId xmlns:a16="http://schemas.microsoft.com/office/drawing/2014/main" val="1901031025"/>
                  </a:ext>
                </a:extLst>
              </a:tr>
              <a:tr h="370840">
                <a:tc>
                  <a:txBody>
                    <a:bodyPr/>
                    <a:lstStyle/>
                    <a:p>
                      <a:pPr algn="ctr"/>
                      <a:r>
                        <a:rPr lang="en-US" sz="1800" b="1" noProof="0" dirty="0">
                          <a:solidFill>
                            <a:schemeClr val="accent1"/>
                          </a:solidFill>
                          <a:latin typeface="Hack"/>
                        </a:rPr>
                        <a:t>d</a:t>
                      </a:r>
                      <a:r>
                        <a:rPr lang="en-US" sz="1800" b="1" noProof="0" dirty="0">
                          <a:latin typeface="Hack"/>
                        </a:rPr>
                        <a:t>0</a:t>
                      </a:r>
                      <a:endParaRPr lang="en-US" sz="1800" noProof="0" dirty="0">
                        <a:latin typeface="Hack"/>
                      </a:endParaRPr>
                    </a:p>
                  </a:txBody>
                  <a:tcPr/>
                </a:tc>
                <a:tc>
                  <a:txBody>
                    <a:bodyPr/>
                    <a:lstStyle/>
                    <a:p>
                      <a:r>
                        <a:rPr lang="en-US" sz="1800" noProof="0" dirty="0">
                          <a:latin typeface="+mn-lt"/>
                        </a:rPr>
                        <a:t>Delete to start of line</a:t>
                      </a:r>
                    </a:p>
                  </a:txBody>
                  <a:tcPr/>
                </a:tc>
                <a:extLst>
                  <a:ext uri="{0D108BD9-81ED-4DB2-BD59-A6C34878D82A}">
                    <a16:rowId xmlns:a16="http://schemas.microsoft.com/office/drawing/2014/main" val="3474111839"/>
                  </a:ext>
                </a:extLst>
              </a:tr>
              <a:tr h="370840">
                <a:tc>
                  <a:txBody>
                    <a:bodyPr/>
                    <a:lstStyle/>
                    <a:p>
                      <a:pPr algn="ctr"/>
                      <a:r>
                        <a:rPr lang="en-US" sz="1800" b="1" noProof="0" dirty="0">
                          <a:solidFill>
                            <a:schemeClr val="accent1"/>
                          </a:solidFill>
                          <a:latin typeface="Hack"/>
                        </a:rPr>
                        <a:t>d</a:t>
                      </a:r>
                      <a:r>
                        <a:rPr lang="en-US" sz="1800" b="1" noProof="0" dirty="0">
                          <a:latin typeface="Hack"/>
                        </a:rPr>
                        <a:t>$ </a:t>
                      </a:r>
                      <a:r>
                        <a:rPr lang="en-US" sz="1800" b="0" noProof="0" dirty="0">
                          <a:latin typeface="Hack"/>
                        </a:rPr>
                        <a:t>or</a:t>
                      </a:r>
                      <a:r>
                        <a:rPr lang="en-US" sz="1800" b="1" noProof="0" dirty="0">
                          <a:latin typeface="Hack"/>
                        </a:rPr>
                        <a:t> </a:t>
                      </a:r>
                      <a:r>
                        <a:rPr lang="en-US" sz="1800" b="1" noProof="0" dirty="0">
                          <a:solidFill>
                            <a:schemeClr val="accent1"/>
                          </a:solidFill>
                          <a:latin typeface="Hack"/>
                        </a:rPr>
                        <a:t>D</a:t>
                      </a:r>
                      <a:endParaRPr lang="en-US" sz="1800" noProof="0" dirty="0">
                        <a:solidFill>
                          <a:schemeClr val="accent1"/>
                        </a:solidFill>
                        <a:latin typeface="Hack"/>
                      </a:endParaRPr>
                    </a:p>
                  </a:txBody>
                  <a:tcPr/>
                </a:tc>
                <a:tc>
                  <a:txBody>
                    <a:bodyPr/>
                    <a:lstStyle/>
                    <a:p>
                      <a:r>
                        <a:rPr lang="en-US" sz="1800" noProof="0" dirty="0">
                          <a:latin typeface="+mn-lt"/>
                        </a:rPr>
                        <a:t>Delete to end of line</a:t>
                      </a:r>
                      <a:endParaRPr lang="en-US" sz="1800" i="1" noProof="0" dirty="0">
                        <a:solidFill>
                          <a:srgbClr val="FF0000"/>
                        </a:solidFill>
                        <a:latin typeface="+mn-lt"/>
                      </a:endParaRPr>
                    </a:p>
                  </a:txBody>
                  <a:tcPr/>
                </a:tc>
                <a:extLst>
                  <a:ext uri="{0D108BD9-81ED-4DB2-BD59-A6C34878D82A}">
                    <a16:rowId xmlns:a16="http://schemas.microsoft.com/office/drawing/2014/main" val="1807802062"/>
                  </a:ext>
                </a:extLst>
              </a:tr>
              <a:tr h="370840">
                <a:tc>
                  <a:txBody>
                    <a:bodyPr/>
                    <a:lstStyle/>
                    <a:p>
                      <a:pPr algn="ctr"/>
                      <a:r>
                        <a:rPr lang="en-US" sz="1800" b="1" noProof="0" dirty="0">
                          <a:solidFill>
                            <a:schemeClr val="accent1"/>
                          </a:solidFill>
                          <a:latin typeface="Hack"/>
                        </a:rPr>
                        <a:t>d</a:t>
                      </a:r>
                      <a:r>
                        <a:rPr lang="en-US" sz="1800" b="1" noProof="0" dirty="0">
                          <a:latin typeface="Hack"/>
                        </a:rPr>
                        <a:t>1G </a:t>
                      </a:r>
                      <a:r>
                        <a:rPr lang="en-US" sz="1800" b="0" noProof="0" dirty="0">
                          <a:latin typeface="Hack"/>
                        </a:rPr>
                        <a:t>or</a:t>
                      </a:r>
                      <a:r>
                        <a:rPr lang="en-US" sz="1800" b="1" noProof="0" dirty="0">
                          <a:latin typeface="Hack"/>
                        </a:rPr>
                        <a:t> </a:t>
                      </a:r>
                      <a:r>
                        <a:rPr lang="en-US" sz="1800" b="1" noProof="0" dirty="0" err="1">
                          <a:solidFill>
                            <a:schemeClr val="accent1"/>
                          </a:solidFill>
                          <a:latin typeface="Hack"/>
                        </a:rPr>
                        <a:t>d</a:t>
                      </a:r>
                      <a:r>
                        <a:rPr lang="en-US" sz="1800" b="1" noProof="0" dirty="0" err="1">
                          <a:latin typeface="Hack"/>
                        </a:rPr>
                        <a:t>gg</a:t>
                      </a:r>
                      <a:endParaRPr lang="en-US" sz="1800" noProof="0" dirty="0">
                        <a:latin typeface="Hack"/>
                      </a:endParaRPr>
                    </a:p>
                  </a:txBody>
                  <a:tcPr/>
                </a:tc>
                <a:tc>
                  <a:txBody>
                    <a:bodyPr/>
                    <a:lstStyle/>
                    <a:p>
                      <a:r>
                        <a:rPr lang="en-US" sz="1800" noProof="0" dirty="0">
                          <a:latin typeface="+mn-lt"/>
                        </a:rPr>
                        <a:t>Delete to start of file</a:t>
                      </a:r>
                    </a:p>
                  </a:txBody>
                  <a:tcPr/>
                </a:tc>
                <a:extLst>
                  <a:ext uri="{0D108BD9-81ED-4DB2-BD59-A6C34878D82A}">
                    <a16:rowId xmlns:a16="http://schemas.microsoft.com/office/drawing/2014/main" val="1960058151"/>
                  </a:ext>
                </a:extLst>
              </a:tr>
              <a:tr h="370840">
                <a:tc>
                  <a:txBody>
                    <a:bodyPr/>
                    <a:lstStyle/>
                    <a:p>
                      <a:pPr algn="ctr"/>
                      <a:r>
                        <a:rPr lang="en-US" sz="1800" b="1" noProof="0" dirty="0" err="1">
                          <a:solidFill>
                            <a:schemeClr val="accent1"/>
                          </a:solidFill>
                          <a:latin typeface="Hack"/>
                        </a:rPr>
                        <a:t>d</a:t>
                      </a:r>
                      <a:r>
                        <a:rPr lang="en-US" sz="1800" b="1" noProof="0" dirty="0" err="1">
                          <a:latin typeface="Hack"/>
                        </a:rPr>
                        <a:t>G</a:t>
                      </a:r>
                      <a:endParaRPr lang="en-US" sz="1800" noProof="0" dirty="0">
                        <a:latin typeface="Hack"/>
                      </a:endParaRPr>
                    </a:p>
                  </a:txBody>
                  <a:tcPr/>
                </a:tc>
                <a:tc>
                  <a:txBody>
                    <a:bodyPr/>
                    <a:lstStyle/>
                    <a:p>
                      <a:r>
                        <a:rPr lang="en-US" sz="1800" noProof="0" dirty="0">
                          <a:latin typeface="+mn-lt"/>
                        </a:rPr>
                        <a:t>Delete to end of file</a:t>
                      </a:r>
                      <a:endParaRPr lang="en-US" sz="1800" i="1" noProof="0" dirty="0">
                        <a:solidFill>
                          <a:srgbClr val="FF0000"/>
                        </a:solidFill>
                        <a:latin typeface="+mn-lt"/>
                      </a:endParaRPr>
                    </a:p>
                  </a:txBody>
                  <a:tcPr/>
                </a:tc>
                <a:extLst>
                  <a:ext uri="{0D108BD9-81ED-4DB2-BD59-A6C34878D82A}">
                    <a16:rowId xmlns:a16="http://schemas.microsoft.com/office/drawing/2014/main" val="3183526663"/>
                  </a:ext>
                </a:extLst>
              </a:tr>
              <a:tr h="370840">
                <a:tc>
                  <a:txBody>
                    <a:bodyPr/>
                    <a:lstStyle/>
                    <a:p>
                      <a:pPr algn="ctr"/>
                      <a:r>
                        <a:rPr lang="en-US" sz="1800" b="1" noProof="0" dirty="0">
                          <a:solidFill>
                            <a:schemeClr val="accent1"/>
                          </a:solidFill>
                          <a:latin typeface="Hack"/>
                        </a:rPr>
                        <a:t>d</a:t>
                      </a:r>
                      <a:r>
                        <a:rPr lang="en-US" sz="1800" b="1" noProof="0" dirty="0">
                          <a:latin typeface="Hack"/>
                        </a:rPr>
                        <a:t>d</a:t>
                      </a:r>
                      <a:endParaRPr lang="en-US" sz="1800" noProof="0" dirty="0">
                        <a:latin typeface="Hack"/>
                      </a:endParaRPr>
                    </a:p>
                  </a:txBody>
                  <a:tcPr/>
                </a:tc>
                <a:tc>
                  <a:txBody>
                    <a:bodyPr/>
                    <a:lstStyle/>
                    <a:p>
                      <a:r>
                        <a:rPr lang="en-US" sz="1800" noProof="0" dirty="0">
                          <a:latin typeface="+mn-lt"/>
                        </a:rPr>
                        <a:t>Delete current line</a:t>
                      </a:r>
                    </a:p>
                  </a:txBody>
                  <a:tcPr/>
                </a:tc>
                <a:extLst>
                  <a:ext uri="{0D108BD9-81ED-4DB2-BD59-A6C34878D82A}">
                    <a16:rowId xmlns:a16="http://schemas.microsoft.com/office/drawing/2014/main" val="1549765420"/>
                  </a:ext>
                </a:extLst>
              </a:tr>
              <a:tr h="37084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800" b="1" noProof="0" dirty="0" err="1">
                          <a:latin typeface="Hack"/>
                        </a:rPr>
                        <a:t>n</a:t>
                      </a:r>
                      <a:r>
                        <a:rPr lang="en-US" sz="1800" b="1" noProof="0" dirty="0" err="1">
                          <a:solidFill>
                            <a:schemeClr val="accent1"/>
                          </a:solidFill>
                          <a:latin typeface="Hack"/>
                        </a:rPr>
                        <a:t>d</a:t>
                      </a:r>
                      <a:r>
                        <a:rPr lang="en-US" sz="1800" b="1" noProof="0" dirty="0" err="1">
                          <a:latin typeface="Hack"/>
                        </a:rPr>
                        <a:t>d</a:t>
                      </a:r>
                      <a:endParaRPr lang="en-US" sz="1800" noProof="0" dirty="0">
                        <a:latin typeface="Hack"/>
                      </a:endParaRPr>
                    </a:p>
                  </a:txBody>
                  <a:tcPr/>
                </a:tc>
                <a:tc>
                  <a:txBody>
                    <a:bodyPr/>
                    <a:lstStyle/>
                    <a:p>
                      <a:r>
                        <a:rPr lang="en-US" sz="1800" noProof="0" dirty="0">
                          <a:latin typeface="+mn-lt"/>
                        </a:rPr>
                        <a:t>Delete n lines</a:t>
                      </a:r>
                    </a:p>
                  </a:txBody>
                  <a:tcPr/>
                </a:tc>
                <a:extLst>
                  <a:ext uri="{0D108BD9-81ED-4DB2-BD59-A6C34878D82A}">
                    <a16:rowId xmlns:a16="http://schemas.microsoft.com/office/drawing/2014/main" val="1870190349"/>
                  </a:ext>
                </a:extLst>
              </a:tr>
            </a:tbl>
          </a:graphicData>
        </a:graphic>
      </p:graphicFrame>
      <p:graphicFrame>
        <p:nvGraphicFramePr>
          <p:cNvPr id="4" name="Table 3">
            <a:extLst>
              <a:ext uri="{FF2B5EF4-FFF2-40B4-BE49-F238E27FC236}">
                <a16:creationId xmlns:a16="http://schemas.microsoft.com/office/drawing/2014/main" id="{FD138B58-26A6-ED4C-6C2A-B918F6A669B3}"/>
              </a:ext>
            </a:extLst>
          </p:cNvPr>
          <p:cNvGraphicFramePr>
            <a:graphicFrameLocks noGrp="1"/>
          </p:cNvGraphicFramePr>
          <p:nvPr>
            <p:extLst>
              <p:ext uri="{D42A27DB-BD31-4B8C-83A1-F6EECF244321}">
                <p14:modId xmlns:p14="http://schemas.microsoft.com/office/powerpoint/2010/main" val="351078842"/>
              </p:ext>
            </p:extLst>
          </p:nvPr>
        </p:nvGraphicFramePr>
        <p:xfrm>
          <a:off x="6355725" y="2246069"/>
          <a:ext cx="4095697" cy="1102360"/>
        </p:xfrm>
        <a:graphic>
          <a:graphicData uri="http://schemas.openxmlformats.org/drawingml/2006/table">
            <a:tbl>
              <a:tblPr firstRow="1" bandRow="1">
                <a:tableStyleId>{7DF18680-E054-41AD-8BC1-D1AEF772440D}</a:tableStyleId>
              </a:tblPr>
              <a:tblGrid>
                <a:gridCol w="665734">
                  <a:extLst>
                    <a:ext uri="{9D8B030D-6E8A-4147-A177-3AD203B41FA5}">
                      <a16:colId xmlns:a16="http://schemas.microsoft.com/office/drawing/2014/main" val="1663231481"/>
                    </a:ext>
                  </a:extLst>
                </a:gridCol>
                <a:gridCol w="3429963">
                  <a:extLst>
                    <a:ext uri="{9D8B030D-6E8A-4147-A177-3AD203B41FA5}">
                      <a16:colId xmlns:a16="http://schemas.microsoft.com/office/drawing/2014/main" val="3488250917"/>
                    </a:ext>
                  </a:extLst>
                </a:gridCol>
              </a:tblGrid>
              <a:tr h="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Keys</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Action</a:t>
                      </a:r>
                    </a:p>
                  </a:txBody>
                  <a:tcPr/>
                </a:tc>
                <a:extLst>
                  <a:ext uri="{0D108BD9-81ED-4DB2-BD59-A6C34878D82A}">
                    <a16:rowId xmlns:a16="http://schemas.microsoft.com/office/drawing/2014/main" val="2847172565"/>
                  </a:ext>
                </a:extLst>
              </a:tr>
              <a:tr h="322143">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b="1" noProof="0" dirty="0">
                          <a:solidFill>
                            <a:schemeClr val="tx1"/>
                          </a:solidFill>
                          <a:latin typeface="Hack"/>
                        </a:rPr>
                        <a:t>x</a:t>
                      </a:r>
                      <a:endParaRPr lang="en-US" sz="1800" noProof="0" dirty="0">
                        <a:solidFill>
                          <a:schemeClr val="tx1"/>
                        </a:solidFill>
                        <a:latin typeface="Hack"/>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Delete character under cursor </a:t>
                      </a:r>
                    </a:p>
                  </a:txBody>
                  <a:tcPr/>
                </a:tc>
                <a:extLst>
                  <a:ext uri="{0D108BD9-81ED-4DB2-BD59-A6C34878D82A}">
                    <a16:rowId xmlns:a16="http://schemas.microsoft.com/office/drawing/2014/main" val="408678749"/>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b="1" noProof="0" dirty="0">
                          <a:solidFill>
                            <a:schemeClr val="tx1"/>
                          </a:solidFill>
                          <a:latin typeface="Hack"/>
                        </a:rPr>
                        <a:t>X</a:t>
                      </a:r>
                      <a:endParaRPr lang="en-US" sz="1800" noProof="0" dirty="0">
                        <a:solidFill>
                          <a:schemeClr val="tx1"/>
                        </a:solidFill>
                        <a:latin typeface="Hack"/>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Delete character before cursor</a:t>
                      </a:r>
                    </a:p>
                  </a:txBody>
                  <a:tcPr/>
                </a:tc>
                <a:extLst>
                  <a:ext uri="{0D108BD9-81ED-4DB2-BD59-A6C34878D82A}">
                    <a16:rowId xmlns:a16="http://schemas.microsoft.com/office/drawing/2014/main" val="1244673226"/>
                  </a:ext>
                </a:extLst>
              </a:tr>
            </a:tbl>
          </a:graphicData>
        </a:graphic>
      </p:graphicFrame>
      <p:sp>
        <p:nvSpPr>
          <p:cNvPr id="12" name="Rectangle 3">
            <a:extLst>
              <a:ext uri="{FF2B5EF4-FFF2-40B4-BE49-F238E27FC236}">
                <a16:creationId xmlns:a16="http://schemas.microsoft.com/office/drawing/2014/main" id="{D27D7E6C-5F98-9364-2FAD-32FEC6879B16}"/>
              </a:ext>
            </a:extLst>
          </p:cNvPr>
          <p:cNvSpPr>
            <a:spLocks noChangeArrowheads="1"/>
          </p:cNvSpPr>
          <p:nvPr/>
        </p:nvSpPr>
        <p:spPr bwMode="auto">
          <a:xfrm>
            <a:off x="2000900" y="1632910"/>
            <a:ext cx="2554475" cy="512961"/>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4"/>
              </a:spcBef>
            </a:pPr>
            <a:r>
              <a:rPr lang="fr-FR" sz="2400" b="1" spc="-4" dirty="0">
                <a:solidFill>
                  <a:schemeClr val="accent1"/>
                </a:solidFill>
                <a:latin typeface="Consolas" panose="020B0609020204030204" pitchFamily="49" charset="0"/>
                <a:ea typeface="Hack" panose="020B0609030202020204" pitchFamily="49" charset="0"/>
                <a:cs typeface="Hack" panose="020B0609030202020204" pitchFamily="49" charset="0"/>
              </a:rPr>
              <a:t>d</a:t>
            </a:r>
            <a:r>
              <a:rPr lang="fr-FR" sz="2400" b="1" spc="-4" dirty="0">
                <a:solidFill>
                  <a:srgbClr val="FFFF00"/>
                </a:solidFill>
                <a:latin typeface="Consolas" panose="020B0609020204030204" pitchFamily="49" charset="0"/>
                <a:ea typeface="Hack" panose="020B0609030202020204" pitchFamily="49" charset="0"/>
                <a:cs typeface="Hack" panose="020B0609030202020204" pitchFamily="49" charset="0"/>
              </a:rPr>
              <a:t>&lt;navigation&gt;</a:t>
            </a:r>
          </a:p>
        </p:txBody>
      </p:sp>
    </p:spTree>
    <p:extLst>
      <p:ext uri="{BB962C8B-B14F-4D97-AF65-F5344CB8AC3E}">
        <p14:creationId xmlns:p14="http://schemas.microsoft.com/office/powerpoint/2010/main" val="31708129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96D9A-C0B6-C6DB-2820-48012D2136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7C9D9C-C072-9DAF-035E-26D3AC0FBA10}"/>
              </a:ext>
            </a:extLst>
          </p:cNvPr>
          <p:cNvSpPr>
            <a:spLocks noGrp="1"/>
          </p:cNvSpPr>
          <p:nvPr>
            <p:ph type="ctrTitle"/>
          </p:nvPr>
        </p:nvSpPr>
        <p:spPr/>
        <p:txBody>
          <a:bodyPr/>
          <a:lstStyle/>
          <a:p>
            <a:r>
              <a:rPr lang="en-GB" dirty="0"/>
              <a:t>Yank (Copy) and Paste Text</a:t>
            </a:r>
          </a:p>
        </p:txBody>
      </p:sp>
      <p:sp>
        <p:nvSpPr>
          <p:cNvPr id="5" name="Slide Number Placeholder 4">
            <a:extLst>
              <a:ext uri="{FF2B5EF4-FFF2-40B4-BE49-F238E27FC236}">
                <a16:creationId xmlns:a16="http://schemas.microsoft.com/office/drawing/2014/main" id="{BFC6E141-9295-E36B-DB8D-E576E83DA819}"/>
              </a:ext>
            </a:extLst>
          </p:cNvPr>
          <p:cNvSpPr>
            <a:spLocks noGrp="1"/>
          </p:cNvSpPr>
          <p:nvPr>
            <p:ph type="sldNum" sz="quarter" idx="12"/>
          </p:nvPr>
        </p:nvSpPr>
        <p:spPr/>
        <p:txBody>
          <a:bodyPr/>
          <a:lstStyle/>
          <a:p>
            <a:fld id="{F3469444-D02B-D446-9CF8-19DEDDE073D1}" type="slidenum">
              <a:rPr lang="en-US" smtClean="0"/>
              <a:pPr/>
              <a:t>18</a:t>
            </a:fld>
            <a:endParaRPr lang="en-US" dirty="0"/>
          </a:p>
        </p:txBody>
      </p:sp>
      <p:sp>
        <p:nvSpPr>
          <p:cNvPr id="6" name="Text Placeholder 4">
            <a:extLst>
              <a:ext uri="{FF2B5EF4-FFF2-40B4-BE49-F238E27FC236}">
                <a16:creationId xmlns:a16="http://schemas.microsoft.com/office/drawing/2014/main" id="{4964BF47-80BC-08E6-A6A0-1C26B2A7DA49}"/>
              </a:ext>
            </a:extLst>
          </p:cNvPr>
          <p:cNvSpPr txBox="1">
            <a:spLocks/>
          </p:cNvSpPr>
          <p:nvPr/>
        </p:nvSpPr>
        <p:spPr>
          <a:xfrm>
            <a:off x="443922" y="1359180"/>
            <a:ext cx="11303578" cy="47226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no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r>
              <a:rPr lang="en-US" dirty="0">
                <a:solidFill>
                  <a:schemeClr val="tx1"/>
                </a:solidFill>
              </a:rPr>
              <a:t>Your instructor will guide you through these actions:</a:t>
            </a:r>
          </a:p>
          <a:p>
            <a:pPr marL="0" indent="0">
              <a:buNone/>
            </a:pPr>
            <a:endParaRPr lang="en-US" sz="3200" dirty="0"/>
          </a:p>
        </p:txBody>
      </p:sp>
      <p:sp>
        <p:nvSpPr>
          <p:cNvPr id="3" name="Rectangle 3">
            <a:extLst>
              <a:ext uri="{FF2B5EF4-FFF2-40B4-BE49-F238E27FC236}">
                <a16:creationId xmlns:a16="http://schemas.microsoft.com/office/drawing/2014/main" id="{66DED884-F1E1-E3E7-3367-509CA666F7C3}"/>
              </a:ext>
            </a:extLst>
          </p:cNvPr>
          <p:cNvSpPr>
            <a:spLocks noChangeArrowheads="1"/>
          </p:cNvSpPr>
          <p:nvPr/>
        </p:nvSpPr>
        <p:spPr bwMode="auto">
          <a:xfrm>
            <a:off x="4167613" y="1713023"/>
            <a:ext cx="2490881" cy="512961"/>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4"/>
              </a:spcBef>
            </a:pPr>
            <a:r>
              <a:rPr lang="fr-FR" sz="2400" b="1" spc="-4" dirty="0">
                <a:solidFill>
                  <a:schemeClr val="accent1"/>
                </a:solidFill>
                <a:latin typeface="Consolas" panose="020B0609020204030204" pitchFamily="49" charset="0"/>
                <a:ea typeface="Hack" panose="020B0609030202020204" pitchFamily="49" charset="0"/>
                <a:cs typeface="Hack" panose="020B0609030202020204" pitchFamily="49" charset="0"/>
              </a:rPr>
              <a:t>y</a:t>
            </a:r>
            <a:r>
              <a:rPr lang="fr-FR" sz="2400" b="1" spc="-4" dirty="0">
                <a:solidFill>
                  <a:srgbClr val="FFFF00"/>
                </a:solidFill>
                <a:latin typeface="Consolas" panose="020B0609020204030204" pitchFamily="49" charset="0"/>
                <a:ea typeface="Hack" panose="020B0609030202020204" pitchFamily="49" charset="0"/>
                <a:cs typeface="Hack" panose="020B0609030202020204" pitchFamily="49" charset="0"/>
              </a:rPr>
              <a:t>&lt;navigation&gt;</a:t>
            </a:r>
          </a:p>
        </p:txBody>
      </p:sp>
      <p:pic>
        <p:nvPicPr>
          <p:cNvPr id="7" name="Picture 6">
            <a:extLst>
              <a:ext uri="{FF2B5EF4-FFF2-40B4-BE49-F238E27FC236}">
                <a16:creationId xmlns:a16="http://schemas.microsoft.com/office/drawing/2014/main" id="{8FD1DBB8-B56F-D027-9EEA-AF210A27FC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1649" y="2384500"/>
            <a:ext cx="10465851" cy="3855840"/>
          </a:xfrm>
          <a:prstGeom prst="rect">
            <a:avLst/>
          </a:prstGeom>
        </p:spPr>
      </p:pic>
    </p:spTree>
    <p:extLst>
      <p:ext uri="{BB962C8B-B14F-4D97-AF65-F5344CB8AC3E}">
        <p14:creationId xmlns:p14="http://schemas.microsoft.com/office/powerpoint/2010/main" val="4330351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0F50889-D135-FF2E-B358-E4DE1A1F95FD}"/>
              </a:ext>
            </a:extLst>
          </p:cNvPr>
          <p:cNvSpPr>
            <a:spLocks noGrp="1"/>
          </p:cNvSpPr>
          <p:nvPr>
            <p:ph type="ctrTitle"/>
          </p:nvPr>
        </p:nvSpPr>
        <p:spPr/>
        <p:txBody>
          <a:bodyPr/>
          <a:lstStyle/>
          <a:p>
            <a:r>
              <a:rPr lang="en-GB" dirty="0"/>
              <a:t>Yank (Copy) and Paste Text - Keystrokes</a:t>
            </a:r>
            <a:endParaRPr lang="en-US" noProof="0" dirty="0"/>
          </a:p>
        </p:txBody>
      </p:sp>
      <p:sp>
        <p:nvSpPr>
          <p:cNvPr id="4" name="Text Placeholder 3">
            <a:extLst>
              <a:ext uri="{FF2B5EF4-FFF2-40B4-BE49-F238E27FC236}">
                <a16:creationId xmlns:a16="http://schemas.microsoft.com/office/drawing/2014/main" id="{E5550042-3524-7CF3-8B1C-38AF855CBCB4}"/>
              </a:ext>
            </a:extLst>
          </p:cNvPr>
          <p:cNvSpPr>
            <a:spLocks noGrp="1"/>
          </p:cNvSpPr>
          <p:nvPr>
            <p:ph type="body" sz="quarter" idx="14"/>
          </p:nvPr>
        </p:nvSpPr>
        <p:spPr/>
        <p:txBody>
          <a:bodyPr/>
          <a:lstStyle/>
          <a:p>
            <a:r>
              <a:rPr lang="en-GB" b="1" dirty="0"/>
              <a:t>Copying text:</a:t>
            </a:r>
          </a:p>
          <a:p>
            <a:endParaRPr lang="en-GB" dirty="0"/>
          </a:p>
        </p:txBody>
      </p:sp>
      <p:sp>
        <p:nvSpPr>
          <p:cNvPr id="5" name="Text Placeholder 4">
            <a:extLst>
              <a:ext uri="{FF2B5EF4-FFF2-40B4-BE49-F238E27FC236}">
                <a16:creationId xmlns:a16="http://schemas.microsoft.com/office/drawing/2014/main" id="{B12F3C4C-643D-3732-E5C4-D6804C2E6DF2}"/>
              </a:ext>
            </a:extLst>
          </p:cNvPr>
          <p:cNvSpPr>
            <a:spLocks noGrp="1"/>
          </p:cNvSpPr>
          <p:nvPr>
            <p:ph type="body" sz="quarter" idx="15"/>
          </p:nvPr>
        </p:nvSpPr>
        <p:spPr/>
        <p:txBody>
          <a:bodyPr/>
          <a:lstStyle/>
          <a:p>
            <a:r>
              <a:rPr lang="en-GB" b="1" dirty="0"/>
              <a:t>Pasting text:</a:t>
            </a:r>
          </a:p>
          <a:p>
            <a:endParaRPr lang="en-GB"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19</a:t>
            </a:fld>
            <a:endParaRPr lang="en-US" noProof="0" dirty="0"/>
          </a:p>
        </p:txBody>
      </p:sp>
      <p:graphicFrame>
        <p:nvGraphicFramePr>
          <p:cNvPr id="6" name="Table 5">
            <a:extLst>
              <a:ext uri="{FF2B5EF4-FFF2-40B4-BE49-F238E27FC236}">
                <a16:creationId xmlns:a16="http://schemas.microsoft.com/office/drawing/2014/main" id="{3107BC7A-57D4-7490-19C5-8EFD5CFDC589}"/>
              </a:ext>
            </a:extLst>
          </p:cNvPr>
          <p:cNvGraphicFramePr>
            <a:graphicFrameLocks noGrp="1"/>
          </p:cNvGraphicFramePr>
          <p:nvPr>
            <p:extLst>
              <p:ext uri="{D42A27DB-BD31-4B8C-83A1-F6EECF244321}">
                <p14:modId xmlns:p14="http://schemas.microsoft.com/office/powerpoint/2010/main" val="1608996014"/>
              </p:ext>
            </p:extLst>
          </p:nvPr>
        </p:nvGraphicFramePr>
        <p:xfrm>
          <a:off x="860569" y="2259065"/>
          <a:ext cx="4995945" cy="3657600"/>
        </p:xfrm>
        <a:graphic>
          <a:graphicData uri="http://schemas.openxmlformats.org/drawingml/2006/table">
            <a:tbl>
              <a:tblPr firstRow="1" bandRow="1">
                <a:tableStyleId>{7DF18680-E054-41AD-8BC1-D1AEF772440D}</a:tableStyleId>
              </a:tblPr>
              <a:tblGrid>
                <a:gridCol w="1207717">
                  <a:extLst>
                    <a:ext uri="{9D8B030D-6E8A-4147-A177-3AD203B41FA5}">
                      <a16:colId xmlns:a16="http://schemas.microsoft.com/office/drawing/2014/main" val="1663231481"/>
                    </a:ext>
                  </a:extLst>
                </a:gridCol>
                <a:gridCol w="3788228">
                  <a:extLst>
                    <a:ext uri="{9D8B030D-6E8A-4147-A177-3AD203B41FA5}">
                      <a16:colId xmlns:a16="http://schemas.microsoft.com/office/drawing/2014/main" val="3488250917"/>
                    </a:ext>
                  </a:extLst>
                </a:gridCol>
              </a:tblGrid>
              <a:tr h="330282">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Keys</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Action</a:t>
                      </a:r>
                    </a:p>
                  </a:txBody>
                  <a:tcPr/>
                </a:tc>
                <a:extLst>
                  <a:ext uri="{0D108BD9-81ED-4DB2-BD59-A6C34878D82A}">
                    <a16:rowId xmlns:a16="http://schemas.microsoft.com/office/drawing/2014/main" val="2847172565"/>
                  </a:ext>
                </a:extLst>
              </a:tr>
              <a:tr h="334869">
                <a:tc>
                  <a:txBody>
                    <a:bodyPr/>
                    <a:lstStyle/>
                    <a:p>
                      <a:pPr algn="ctr"/>
                      <a:r>
                        <a:rPr lang="en-US" sz="1800" b="1" noProof="0" dirty="0" err="1">
                          <a:solidFill>
                            <a:schemeClr val="accent1"/>
                          </a:solidFill>
                          <a:latin typeface="Hack"/>
                        </a:rPr>
                        <a:t>y</a:t>
                      </a:r>
                      <a:r>
                        <a:rPr lang="en-US" sz="1800" b="1" noProof="0" dirty="0" err="1">
                          <a:latin typeface="Hack"/>
                        </a:rPr>
                        <a:t>w</a:t>
                      </a:r>
                      <a:endParaRPr lang="en-US" sz="1800" noProof="0" dirty="0">
                        <a:latin typeface="Hack"/>
                      </a:endParaRPr>
                    </a:p>
                  </a:txBody>
                  <a:tcPr/>
                </a:tc>
                <a:tc>
                  <a:txBody>
                    <a:bodyPr/>
                    <a:lstStyle/>
                    <a:p>
                      <a:r>
                        <a:rPr lang="en-US" sz="1800" noProof="0" dirty="0">
                          <a:latin typeface="+mn-lt"/>
                        </a:rPr>
                        <a:t>Yank to end of word</a:t>
                      </a:r>
                    </a:p>
                  </a:txBody>
                  <a:tcPr/>
                </a:tc>
                <a:extLst>
                  <a:ext uri="{0D108BD9-81ED-4DB2-BD59-A6C34878D82A}">
                    <a16:rowId xmlns:a16="http://schemas.microsoft.com/office/drawing/2014/main" val="1244673226"/>
                  </a:ext>
                </a:extLst>
              </a:tr>
              <a:tr h="334869">
                <a:tc>
                  <a:txBody>
                    <a:bodyPr/>
                    <a:lstStyle/>
                    <a:p>
                      <a:pPr algn="ctr"/>
                      <a:r>
                        <a:rPr lang="en-US" sz="1800" b="1" noProof="0" dirty="0" err="1">
                          <a:latin typeface="Hack"/>
                        </a:rPr>
                        <a:t>n</a:t>
                      </a:r>
                      <a:r>
                        <a:rPr lang="en-US" sz="1800" b="1" noProof="0" dirty="0" err="1">
                          <a:solidFill>
                            <a:schemeClr val="accent1"/>
                          </a:solidFill>
                          <a:latin typeface="Hack"/>
                        </a:rPr>
                        <a:t>y</a:t>
                      </a:r>
                      <a:r>
                        <a:rPr lang="en-US" sz="1800" b="1" noProof="0" dirty="0" err="1">
                          <a:latin typeface="Hack"/>
                        </a:rPr>
                        <a:t>w</a:t>
                      </a:r>
                      <a:endParaRPr lang="en-US" sz="1800" noProof="0" dirty="0">
                        <a:latin typeface="Hack"/>
                      </a:endParaRPr>
                    </a:p>
                  </a:txBody>
                  <a:tcPr/>
                </a:tc>
                <a:tc>
                  <a:txBody>
                    <a:bodyPr/>
                    <a:lstStyle/>
                    <a:p>
                      <a:r>
                        <a:rPr lang="en-US" sz="1800" noProof="0" dirty="0">
                          <a:latin typeface="+mn-lt"/>
                        </a:rPr>
                        <a:t>Yank to end of nth word</a:t>
                      </a:r>
                      <a:endParaRPr lang="en-US" sz="1800" i="1" noProof="0" dirty="0">
                        <a:solidFill>
                          <a:srgbClr val="FF0000"/>
                        </a:solidFill>
                        <a:latin typeface="+mn-lt"/>
                      </a:endParaRPr>
                    </a:p>
                  </a:txBody>
                  <a:tcPr/>
                </a:tc>
                <a:extLst>
                  <a:ext uri="{0D108BD9-81ED-4DB2-BD59-A6C34878D82A}">
                    <a16:rowId xmlns:a16="http://schemas.microsoft.com/office/drawing/2014/main" val="109840362"/>
                  </a:ext>
                </a:extLst>
              </a:tr>
              <a:tr h="334869">
                <a:tc>
                  <a:txBody>
                    <a:bodyPr/>
                    <a:lstStyle/>
                    <a:p>
                      <a:pPr algn="ctr"/>
                      <a:r>
                        <a:rPr lang="en-US" sz="1800" b="1" noProof="0" dirty="0">
                          <a:solidFill>
                            <a:schemeClr val="accent1"/>
                          </a:solidFill>
                          <a:latin typeface="Hack"/>
                        </a:rPr>
                        <a:t>y</a:t>
                      </a:r>
                      <a:r>
                        <a:rPr lang="en-US" sz="1800" b="1" noProof="0" dirty="0">
                          <a:latin typeface="Hack"/>
                        </a:rPr>
                        <a:t>3l</a:t>
                      </a:r>
                      <a:endParaRPr lang="en-US" sz="1800" noProof="0" dirty="0">
                        <a:latin typeface="Hack"/>
                      </a:endParaRPr>
                    </a:p>
                  </a:txBody>
                  <a:tcPr/>
                </a:tc>
                <a:tc>
                  <a:txBody>
                    <a:bodyPr/>
                    <a:lstStyle/>
                    <a:p>
                      <a:r>
                        <a:rPr lang="en-US" sz="1800" noProof="0" dirty="0">
                          <a:latin typeface="+mn-lt"/>
                        </a:rPr>
                        <a:t>Yank the next three character	</a:t>
                      </a:r>
                      <a:endParaRPr lang="en-US" sz="1800" i="1" noProof="0" dirty="0">
                        <a:solidFill>
                          <a:srgbClr val="FF0000"/>
                        </a:solidFill>
                        <a:latin typeface="+mn-lt"/>
                      </a:endParaRPr>
                    </a:p>
                  </a:txBody>
                  <a:tcPr/>
                </a:tc>
                <a:extLst>
                  <a:ext uri="{0D108BD9-81ED-4DB2-BD59-A6C34878D82A}">
                    <a16:rowId xmlns:a16="http://schemas.microsoft.com/office/drawing/2014/main" val="3254915924"/>
                  </a:ext>
                </a:extLst>
              </a:tr>
              <a:tr h="334869">
                <a:tc>
                  <a:txBody>
                    <a:bodyPr/>
                    <a:lstStyle/>
                    <a:p>
                      <a:pPr algn="ctr"/>
                      <a:r>
                        <a:rPr lang="en-US" sz="1800" b="1" noProof="0" dirty="0">
                          <a:solidFill>
                            <a:schemeClr val="accent1"/>
                          </a:solidFill>
                          <a:latin typeface="Hack"/>
                        </a:rPr>
                        <a:t>y</a:t>
                      </a:r>
                      <a:r>
                        <a:rPr lang="en-US" sz="1800" b="1" noProof="0" dirty="0">
                          <a:latin typeface="Hack"/>
                        </a:rPr>
                        <a:t>0</a:t>
                      </a:r>
                      <a:endParaRPr lang="en-US" sz="1800" noProof="0" dirty="0">
                        <a:latin typeface="Hack"/>
                      </a:endParaRPr>
                    </a:p>
                  </a:txBody>
                  <a:tcPr/>
                </a:tc>
                <a:tc>
                  <a:txBody>
                    <a:bodyPr/>
                    <a:lstStyle/>
                    <a:p>
                      <a:r>
                        <a:rPr lang="en-US" sz="1800" noProof="0" dirty="0">
                          <a:latin typeface="+mn-lt"/>
                        </a:rPr>
                        <a:t>Yank to the beginning of the line</a:t>
                      </a:r>
                    </a:p>
                  </a:txBody>
                  <a:tcPr/>
                </a:tc>
                <a:extLst>
                  <a:ext uri="{0D108BD9-81ED-4DB2-BD59-A6C34878D82A}">
                    <a16:rowId xmlns:a16="http://schemas.microsoft.com/office/drawing/2014/main" val="4112350784"/>
                  </a:ext>
                </a:extLst>
              </a:tr>
              <a:tr h="334869">
                <a:tc>
                  <a:txBody>
                    <a:bodyPr/>
                    <a:lstStyle/>
                    <a:p>
                      <a:pPr algn="ctr"/>
                      <a:r>
                        <a:rPr lang="en-US" sz="1800" b="1" noProof="0" dirty="0">
                          <a:solidFill>
                            <a:schemeClr val="accent1"/>
                          </a:solidFill>
                          <a:latin typeface="Hack"/>
                        </a:rPr>
                        <a:t>y</a:t>
                      </a:r>
                      <a:r>
                        <a:rPr lang="en-US" sz="1800" b="1" noProof="0" dirty="0">
                          <a:latin typeface="Hack"/>
                        </a:rPr>
                        <a:t>$</a:t>
                      </a:r>
                      <a:endParaRPr lang="en-US" sz="1800" noProof="0" dirty="0">
                        <a:latin typeface="Hack"/>
                      </a:endParaRPr>
                    </a:p>
                  </a:txBody>
                  <a:tcPr/>
                </a:tc>
                <a:tc>
                  <a:txBody>
                    <a:bodyPr/>
                    <a:lstStyle/>
                    <a:p>
                      <a:r>
                        <a:rPr lang="en-US" sz="1800" noProof="0" dirty="0">
                          <a:latin typeface="+mn-lt"/>
                        </a:rPr>
                        <a:t>Yank to end of the line</a:t>
                      </a:r>
                      <a:endParaRPr lang="en-US" sz="1800" i="1" noProof="0" dirty="0">
                        <a:solidFill>
                          <a:srgbClr val="FF0000"/>
                        </a:solidFill>
                        <a:latin typeface="+mn-lt"/>
                      </a:endParaRPr>
                    </a:p>
                  </a:txBody>
                  <a:tcPr/>
                </a:tc>
                <a:extLst>
                  <a:ext uri="{0D108BD9-81ED-4DB2-BD59-A6C34878D82A}">
                    <a16:rowId xmlns:a16="http://schemas.microsoft.com/office/drawing/2014/main" val="1901031025"/>
                  </a:ext>
                </a:extLst>
              </a:tr>
              <a:tr h="334869">
                <a:tc>
                  <a:txBody>
                    <a:bodyPr/>
                    <a:lstStyle/>
                    <a:p>
                      <a:pPr algn="ctr"/>
                      <a:r>
                        <a:rPr lang="en-US" sz="1800" b="1" noProof="0" dirty="0">
                          <a:solidFill>
                            <a:schemeClr val="accent1"/>
                          </a:solidFill>
                          <a:latin typeface="Hack"/>
                        </a:rPr>
                        <a:t>y</a:t>
                      </a:r>
                      <a:r>
                        <a:rPr lang="en-US" sz="1800" b="1" noProof="0" dirty="0">
                          <a:latin typeface="Hack"/>
                        </a:rPr>
                        <a:t>1G </a:t>
                      </a:r>
                      <a:r>
                        <a:rPr lang="en-US" sz="1800" b="0" noProof="0" dirty="0">
                          <a:latin typeface="Hack"/>
                        </a:rPr>
                        <a:t>or</a:t>
                      </a:r>
                      <a:r>
                        <a:rPr lang="en-US" sz="1800" b="1" noProof="0" dirty="0">
                          <a:latin typeface="Hack"/>
                        </a:rPr>
                        <a:t> </a:t>
                      </a:r>
                      <a:r>
                        <a:rPr lang="en-US" sz="1800" b="1" noProof="0" dirty="0" err="1">
                          <a:solidFill>
                            <a:schemeClr val="accent1"/>
                          </a:solidFill>
                          <a:latin typeface="Hack"/>
                        </a:rPr>
                        <a:t>y</a:t>
                      </a:r>
                      <a:r>
                        <a:rPr lang="en-US" sz="1800" b="1" noProof="0" dirty="0" err="1">
                          <a:latin typeface="Hack"/>
                        </a:rPr>
                        <a:t>gg</a:t>
                      </a:r>
                      <a:endParaRPr lang="en-US" sz="1800" noProof="0" dirty="0">
                        <a:latin typeface="Hack"/>
                      </a:endParaRPr>
                    </a:p>
                  </a:txBody>
                  <a:tcPr/>
                </a:tc>
                <a:tc>
                  <a:txBody>
                    <a:bodyPr/>
                    <a:lstStyle/>
                    <a:p>
                      <a:r>
                        <a:rPr lang="en-US" sz="1800" noProof="0" dirty="0">
                          <a:latin typeface="+mn-lt"/>
                        </a:rPr>
                        <a:t>Yank to the beginning of the file</a:t>
                      </a:r>
                    </a:p>
                  </a:txBody>
                  <a:tcPr/>
                </a:tc>
                <a:extLst>
                  <a:ext uri="{0D108BD9-81ED-4DB2-BD59-A6C34878D82A}">
                    <a16:rowId xmlns:a16="http://schemas.microsoft.com/office/drawing/2014/main" val="3474111839"/>
                  </a:ext>
                </a:extLst>
              </a:tr>
              <a:tr h="334869">
                <a:tc>
                  <a:txBody>
                    <a:bodyPr/>
                    <a:lstStyle/>
                    <a:p>
                      <a:pPr algn="ctr"/>
                      <a:r>
                        <a:rPr lang="en-US" sz="1800" b="1" noProof="0" dirty="0" err="1">
                          <a:solidFill>
                            <a:schemeClr val="accent1"/>
                          </a:solidFill>
                          <a:latin typeface="Hack"/>
                        </a:rPr>
                        <a:t>y</a:t>
                      </a:r>
                      <a:r>
                        <a:rPr lang="en-US" sz="1800" b="1" noProof="0" dirty="0" err="1">
                          <a:latin typeface="Hack"/>
                        </a:rPr>
                        <a:t>G</a:t>
                      </a:r>
                      <a:endParaRPr lang="en-US" sz="1800" noProof="0" dirty="0">
                        <a:latin typeface="Hack"/>
                      </a:endParaRPr>
                    </a:p>
                  </a:txBody>
                  <a:tcPr/>
                </a:tc>
                <a:tc>
                  <a:txBody>
                    <a:bodyPr/>
                    <a:lstStyle/>
                    <a:p>
                      <a:r>
                        <a:rPr lang="en-US" sz="1800" noProof="0" dirty="0">
                          <a:latin typeface="+mn-lt"/>
                        </a:rPr>
                        <a:t>Yank to end of the file</a:t>
                      </a:r>
                      <a:endParaRPr lang="en-US" sz="1800" i="1" noProof="0" dirty="0">
                        <a:solidFill>
                          <a:srgbClr val="FF0000"/>
                        </a:solidFill>
                        <a:latin typeface="+mn-lt"/>
                      </a:endParaRPr>
                    </a:p>
                  </a:txBody>
                  <a:tcPr/>
                </a:tc>
                <a:extLst>
                  <a:ext uri="{0D108BD9-81ED-4DB2-BD59-A6C34878D82A}">
                    <a16:rowId xmlns:a16="http://schemas.microsoft.com/office/drawing/2014/main" val="1807802062"/>
                  </a:ext>
                </a:extLst>
              </a:tr>
              <a:tr h="334869">
                <a:tc>
                  <a:txBody>
                    <a:bodyPr/>
                    <a:lstStyle/>
                    <a:p>
                      <a:pPr algn="ctr"/>
                      <a:r>
                        <a:rPr lang="en-US" sz="1800" b="1" noProof="0" dirty="0" err="1">
                          <a:solidFill>
                            <a:schemeClr val="accent1"/>
                          </a:solidFill>
                          <a:latin typeface="Hack"/>
                        </a:rPr>
                        <a:t>yy</a:t>
                      </a:r>
                      <a:endParaRPr lang="en-US" sz="1800" noProof="0" dirty="0">
                        <a:solidFill>
                          <a:schemeClr val="accent1"/>
                        </a:solidFill>
                        <a:latin typeface="Hack"/>
                      </a:endParaRPr>
                    </a:p>
                  </a:txBody>
                  <a:tcPr/>
                </a:tc>
                <a:tc>
                  <a:txBody>
                    <a:bodyPr/>
                    <a:lstStyle/>
                    <a:p>
                      <a:r>
                        <a:rPr lang="en-US" sz="1800" noProof="0" dirty="0">
                          <a:latin typeface="+mn-lt"/>
                        </a:rPr>
                        <a:t>Yank current line into buffer</a:t>
                      </a:r>
                    </a:p>
                  </a:txBody>
                  <a:tcPr/>
                </a:tc>
                <a:extLst>
                  <a:ext uri="{0D108BD9-81ED-4DB2-BD59-A6C34878D82A}">
                    <a16:rowId xmlns:a16="http://schemas.microsoft.com/office/drawing/2014/main" val="1960058151"/>
                  </a:ext>
                </a:extLst>
              </a:tr>
              <a:tr h="334869">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800" b="1" noProof="0" dirty="0" err="1">
                          <a:latin typeface="Hack"/>
                        </a:rPr>
                        <a:t>n</a:t>
                      </a:r>
                      <a:r>
                        <a:rPr lang="en-US" sz="1800" b="1" noProof="0" dirty="0" err="1">
                          <a:solidFill>
                            <a:schemeClr val="accent1"/>
                          </a:solidFill>
                          <a:latin typeface="Hack"/>
                        </a:rPr>
                        <a:t>yy</a:t>
                      </a:r>
                      <a:endParaRPr lang="en-US" sz="1800" noProof="0" dirty="0">
                        <a:solidFill>
                          <a:schemeClr val="accent1"/>
                        </a:solidFill>
                        <a:latin typeface="Hack"/>
                      </a:endParaRPr>
                    </a:p>
                  </a:txBody>
                  <a:tcPr/>
                </a:tc>
                <a:tc>
                  <a:txBody>
                    <a:bodyPr/>
                    <a:lstStyle/>
                    <a:p>
                      <a:r>
                        <a:rPr lang="en-US" sz="1800" noProof="0" dirty="0">
                          <a:latin typeface="+mn-lt"/>
                        </a:rPr>
                        <a:t>Yank n lines into buffer</a:t>
                      </a:r>
                    </a:p>
                  </a:txBody>
                  <a:tcPr/>
                </a:tc>
                <a:extLst>
                  <a:ext uri="{0D108BD9-81ED-4DB2-BD59-A6C34878D82A}">
                    <a16:rowId xmlns:a16="http://schemas.microsoft.com/office/drawing/2014/main" val="3183526663"/>
                  </a:ext>
                </a:extLst>
              </a:tr>
            </a:tbl>
          </a:graphicData>
        </a:graphic>
      </p:graphicFrame>
      <p:sp>
        <p:nvSpPr>
          <p:cNvPr id="7" name="Rectangle 3">
            <a:extLst>
              <a:ext uri="{FF2B5EF4-FFF2-40B4-BE49-F238E27FC236}">
                <a16:creationId xmlns:a16="http://schemas.microsoft.com/office/drawing/2014/main" id="{7B17D0E1-F1C8-4ABB-9F73-365851623DC9}"/>
              </a:ext>
            </a:extLst>
          </p:cNvPr>
          <p:cNvSpPr>
            <a:spLocks noChangeArrowheads="1"/>
          </p:cNvSpPr>
          <p:nvPr/>
        </p:nvSpPr>
        <p:spPr bwMode="auto">
          <a:xfrm>
            <a:off x="2000900" y="1632910"/>
            <a:ext cx="2554475" cy="512961"/>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4"/>
              </a:spcBef>
            </a:pPr>
            <a:r>
              <a:rPr lang="fr-FR" sz="2400" b="1" spc="-4" dirty="0">
                <a:solidFill>
                  <a:schemeClr val="accent1"/>
                </a:solidFill>
                <a:latin typeface="Consolas" panose="020B0609020204030204" pitchFamily="49" charset="0"/>
                <a:ea typeface="Hack" panose="020B0609030202020204" pitchFamily="49" charset="0"/>
                <a:cs typeface="Hack" panose="020B0609030202020204" pitchFamily="49" charset="0"/>
              </a:rPr>
              <a:t>y</a:t>
            </a:r>
            <a:r>
              <a:rPr lang="fr-FR" sz="2400" b="1" spc="-4" dirty="0">
                <a:solidFill>
                  <a:srgbClr val="FFFF00"/>
                </a:solidFill>
                <a:latin typeface="Consolas" panose="020B0609020204030204" pitchFamily="49" charset="0"/>
                <a:ea typeface="Hack" panose="020B0609030202020204" pitchFamily="49" charset="0"/>
                <a:cs typeface="Hack" panose="020B0609030202020204" pitchFamily="49" charset="0"/>
              </a:rPr>
              <a:t>&lt;navigation&gt;</a:t>
            </a:r>
          </a:p>
        </p:txBody>
      </p:sp>
      <p:graphicFrame>
        <p:nvGraphicFramePr>
          <p:cNvPr id="8" name="Table 7">
            <a:extLst>
              <a:ext uri="{FF2B5EF4-FFF2-40B4-BE49-F238E27FC236}">
                <a16:creationId xmlns:a16="http://schemas.microsoft.com/office/drawing/2014/main" id="{5C7CC6EC-1B93-BB2E-1DDD-5FC8DC59A945}"/>
              </a:ext>
            </a:extLst>
          </p:cNvPr>
          <p:cNvGraphicFramePr>
            <a:graphicFrameLocks noGrp="1"/>
          </p:cNvGraphicFramePr>
          <p:nvPr>
            <p:extLst>
              <p:ext uri="{D42A27DB-BD31-4B8C-83A1-F6EECF244321}">
                <p14:modId xmlns:p14="http://schemas.microsoft.com/office/powerpoint/2010/main" val="2396988671"/>
              </p:ext>
            </p:extLst>
          </p:nvPr>
        </p:nvGraphicFramePr>
        <p:xfrm>
          <a:off x="6243537" y="2259065"/>
          <a:ext cx="5504542" cy="1097280"/>
        </p:xfrm>
        <a:graphic>
          <a:graphicData uri="http://schemas.openxmlformats.org/drawingml/2006/table">
            <a:tbl>
              <a:tblPr firstRow="1" bandRow="1">
                <a:tableStyleId>{7DF18680-E054-41AD-8BC1-D1AEF772440D}</a:tableStyleId>
              </a:tblPr>
              <a:tblGrid>
                <a:gridCol w="1027649">
                  <a:extLst>
                    <a:ext uri="{9D8B030D-6E8A-4147-A177-3AD203B41FA5}">
                      <a16:colId xmlns:a16="http://schemas.microsoft.com/office/drawing/2014/main" val="2825722749"/>
                    </a:ext>
                  </a:extLst>
                </a:gridCol>
                <a:gridCol w="4476893">
                  <a:extLst>
                    <a:ext uri="{9D8B030D-6E8A-4147-A177-3AD203B41FA5}">
                      <a16:colId xmlns:a16="http://schemas.microsoft.com/office/drawing/2014/main" val="3155449171"/>
                    </a:ext>
                  </a:extLst>
                </a:gridCol>
              </a:tblGrid>
              <a:tr h="330282">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Keys</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Action</a:t>
                      </a:r>
                    </a:p>
                  </a:txBody>
                  <a:tcPr/>
                </a:tc>
                <a:extLst>
                  <a:ext uri="{0D108BD9-81ED-4DB2-BD59-A6C34878D82A}">
                    <a16:rowId xmlns:a16="http://schemas.microsoft.com/office/drawing/2014/main" val="1501897341"/>
                  </a:ext>
                </a:extLst>
              </a:tr>
              <a:tr h="334869">
                <a:tc>
                  <a:txBody>
                    <a:bodyPr/>
                    <a:lstStyle/>
                    <a:p>
                      <a:pPr algn="ctr"/>
                      <a:r>
                        <a:rPr lang="en-US" sz="1800" b="1" noProof="0">
                          <a:latin typeface="Hack"/>
                        </a:rPr>
                        <a:t>p</a:t>
                      </a:r>
                      <a:endParaRPr lang="en-US" sz="1800" noProof="0" dirty="0">
                        <a:latin typeface="Hack"/>
                      </a:endParaRPr>
                    </a:p>
                  </a:txBody>
                  <a:tcPr/>
                </a:tc>
                <a:tc>
                  <a:txBody>
                    <a:bodyPr/>
                    <a:lstStyle/>
                    <a:p>
                      <a:r>
                        <a:rPr lang="en-US" sz="1800" b="1" noProof="0" dirty="0">
                          <a:latin typeface="+mn-lt"/>
                        </a:rPr>
                        <a:t>P</a:t>
                      </a:r>
                      <a:r>
                        <a:rPr lang="en-US" sz="1800" noProof="0" dirty="0">
                          <a:latin typeface="+mn-lt"/>
                        </a:rPr>
                        <a:t>aste current buffer after current position</a:t>
                      </a:r>
                      <a:endParaRPr lang="en-US" sz="1800" b="1" noProof="0" dirty="0">
                        <a:latin typeface="+mn-lt"/>
                      </a:endParaRPr>
                    </a:p>
                  </a:txBody>
                  <a:tcPr/>
                </a:tc>
                <a:extLst>
                  <a:ext uri="{0D108BD9-81ED-4DB2-BD59-A6C34878D82A}">
                    <a16:rowId xmlns:a16="http://schemas.microsoft.com/office/drawing/2014/main" val="3523221304"/>
                  </a:ext>
                </a:extLst>
              </a:tr>
              <a:tr h="334869">
                <a:tc>
                  <a:txBody>
                    <a:bodyPr/>
                    <a:lstStyle/>
                    <a:p>
                      <a:pPr algn="ctr"/>
                      <a:r>
                        <a:rPr lang="en-US" sz="1800" b="1" noProof="0" dirty="0">
                          <a:latin typeface="Hack"/>
                        </a:rPr>
                        <a:t>P</a:t>
                      </a:r>
                      <a:endParaRPr lang="en-US" sz="1800" noProof="0" dirty="0">
                        <a:latin typeface="Hack"/>
                      </a:endParaRPr>
                    </a:p>
                  </a:txBody>
                  <a:tcPr/>
                </a:tc>
                <a:tc>
                  <a:txBody>
                    <a:bodyPr/>
                    <a:lstStyle/>
                    <a:p>
                      <a:r>
                        <a:rPr lang="en-US" sz="1800" b="1" noProof="0" dirty="0">
                          <a:latin typeface="+mn-lt"/>
                        </a:rPr>
                        <a:t>P</a:t>
                      </a:r>
                      <a:r>
                        <a:rPr lang="en-US" sz="1800" noProof="0" dirty="0">
                          <a:latin typeface="+mn-lt"/>
                        </a:rPr>
                        <a:t>aste current buffer before current position</a:t>
                      </a:r>
                    </a:p>
                  </a:txBody>
                  <a:tcPr/>
                </a:tc>
                <a:extLst>
                  <a:ext uri="{0D108BD9-81ED-4DB2-BD59-A6C34878D82A}">
                    <a16:rowId xmlns:a16="http://schemas.microsoft.com/office/drawing/2014/main" val="544642840"/>
                  </a:ext>
                </a:extLst>
              </a:tr>
            </a:tbl>
          </a:graphicData>
        </a:graphic>
      </p:graphicFrame>
    </p:spTree>
    <p:extLst>
      <p:ext uri="{BB962C8B-B14F-4D97-AF65-F5344CB8AC3E}">
        <p14:creationId xmlns:p14="http://schemas.microsoft.com/office/powerpoint/2010/main" val="28149564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7DABD-75C6-06AF-6F8F-40DD3234E6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E92F56-E202-19ED-8A0E-A6397DA7C021}"/>
              </a:ext>
            </a:extLst>
          </p:cNvPr>
          <p:cNvSpPr>
            <a:spLocks noGrp="1"/>
          </p:cNvSpPr>
          <p:nvPr>
            <p:ph type="ctrTitle"/>
          </p:nvPr>
        </p:nvSpPr>
        <p:spPr/>
        <p:txBody>
          <a:bodyPr/>
          <a:lstStyle/>
          <a:p>
            <a:r>
              <a:rPr lang="en-GB" dirty="0"/>
              <a:t>Search for Text</a:t>
            </a:r>
          </a:p>
        </p:txBody>
      </p:sp>
      <p:sp>
        <p:nvSpPr>
          <p:cNvPr id="5" name="Slide Number Placeholder 4">
            <a:extLst>
              <a:ext uri="{FF2B5EF4-FFF2-40B4-BE49-F238E27FC236}">
                <a16:creationId xmlns:a16="http://schemas.microsoft.com/office/drawing/2014/main" id="{D8481EB3-C999-04E6-EE5D-B4353C74C1B8}"/>
              </a:ext>
            </a:extLst>
          </p:cNvPr>
          <p:cNvSpPr>
            <a:spLocks noGrp="1"/>
          </p:cNvSpPr>
          <p:nvPr>
            <p:ph type="sldNum" sz="quarter" idx="12"/>
          </p:nvPr>
        </p:nvSpPr>
        <p:spPr/>
        <p:txBody>
          <a:bodyPr/>
          <a:lstStyle/>
          <a:p>
            <a:fld id="{F3469444-D02B-D446-9CF8-19DEDDE073D1}" type="slidenum">
              <a:rPr lang="en-US" smtClean="0"/>
              <a:pPr/>
              <a:t>20</a:t>
            </a:fld>
            <a:endParaRPr lang="en-US" dirty="0"/>
          </a:p>
        </p:txBody>
      </p:sp>
      <p:sp>
        <p:nvSpPr>
          <p:cNvPr id="6" name="Text Placeholder 4">
            <a:extLst>
              <a:ext uri="{FF2B5EF4-FFF2-40B4-BE49-F238E27FC236}">
                <a16:creationId xmlns:a16="http://schemas.microsoft.com/office/drawing/2014/main" id="{66A2141B-6E1C-74F9-212D-67783EE510D7}"/>
              </a:ext>
            </a:extLst>
          </p:cNvPr>
          <p:cNvSpPr txBox="1">
            <a:spLocks/>
          </p:cNvSpPr>
          <p:nvPr/>
        </p:nvSpPr>
        <p:spPr>
          <a:xfrm>
            <a:off x="443922" y="1359180"/>
            <a:ext cx="11303578" cy="47226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no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r>
              <a:rPr lang="en-US" dirty="0">
                <a:solidFill>
                  <a:schemeClr val="tx1"/>
                </a:solidFill>
              </a:rPr>
              <a:t>Your instructor will guide you through these actions:</a:t>
            </a:r>
          </a:p>
          <a:p>
            <a:pPr marL="0" indent="0">
              <a:buNone/>
            </a:pPr>
            <a:endParaRPr lang="en-US" sz="3200" dirty="0"/>
          </a:p>
        </p:txBody>
      </p:sp>
      <p:pic>
        <p:nvPicPr>
          <p:cNvPr id="10" name="Picture 9">
            <a:extLst>
              <a:ext uri="{FF2B5EF4-FFF2-40B4-BE49-F238E27FC236}">
                <a16:creationId xmlns:a16="http://schemas.microsoft.com/office/drawing/2014/main" id="{ED8AC7F2-0127-9087-9D62-76110605B6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9782" y="1855085"/>
            <a:ext cx="8871857" cy="4726332"/>
          </a:xfrm>
          <a:prstGeom prst="rect">
            <a:avLst/>
          </a:prstGeom>
        </p:spPr>
      </p:pic>
    </p:spTree>
    <p:extLst>
      <p:ext uri="{BB962C8B-B14F-4D97-AF65-F5344CB8AC3E}">
        <p14:creationId xmlns:p14="http://schemas.microsoft.com/office/powerpoint/2010/main" val="7873198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EEF8D47-51AA-7306-A4EC-DCBC6F523AFD}"/>
              </a:ext>
            </a:extLst>
          </p:cNvPr>
          <p:cNvSpPr>
            <a:spLocks noGrp="1"/>
          </p:cNvSpPr>
          <p:nvPr>
            <p:ph type="ctrTitle"/>
          </p:nvPr>
        </p:nvSpPr>
        <p:spPr/>
        <p:txBody>
          <a:bodyPr/>
          <a:lstStyle/>
          <a:p>
            <a:r>
              <a:rPr lang="en-US" noProof="0" dirty="0"/>
              <a:t>Search for </a:t>
            </a:r>
            <a:r>
              <a:rPr lang="en-US" dirty="0"/>
              <a:t>Text - Keystrokes</a:t>
            </a:r>
            <a:endParaRPr lang="en-US"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endParaRPr lang="en-US" sz="32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21</a:t>
            </a:fld>
            <a:endParaRPr lang="en-US" noProof="0" dirty="0"/>
          </a:p>
        </p:txBody>
      </p:sp>
      <p:graphicFrame>
        <p:nvGraphicFramePr>
          <p:cNvPr id="9" name="Table 8">
            <a:extLst>
              <a:ext uri="{FF2B5EF4-FFF2-40B4-BE49-F238E27FC236}">
                <a16:creationId xmlns:a16="http://schemas.microsoft.com/office/drawing/2014/main" id="{E9A6E870-D414-1E4C-8196-3BA737866162}"/>
              </a:ext>
            </a:extLst>
          </p:cNvPr>
          <p:cNvGraphicFramePr>
            <a:graphicFrameLocks noGrp="1"/>
          </p:cNvGraphicFramePr>
          <p:nvPr>
            <p:extLst>
              <p:ext uri="{D42A27DB-BD31-4B8C-83A1-F6EECF244321}">
                <p14:modId xmlns:p14="http://schemas.microsoft.com/office/powerpoint/2010/main" val="1771113078"/>
              </p:ext>
            </p:extLst>
          </p:nvPr>
        </p:nvGraphicFramePr>
        <p:xfrm>
          <a:off x="798951" y="3542280"/>
          <a:ext cx="6691745" cy="2590800"/>
        </p:xfrm>
        <a:graphic>
          <a:graphicData uri="http://schemas.openxmlformats.org/drawingml/2006/table">
            <a:tbl>
              <a:tblPr firstRow="1" bandRow="1">
                <a:tableStyleId>{7DF18680-E054-41AD-8BC1-D1AEF772440D}</a:tableStyleId>
              </a:tblPr>
              <a:tblGrid>
                <a:gridCol w="1411061">
                  <a:extLst>
                    <a:ext uri="{9D8B030D-6E8A-4147-A177-3AD203B41FA5}">
                      <a16:colId xmlns:a16="http://schemas.microsoft.com/office/drawing/2014/main" val="982864294"/>
                    </a:ext>
                  </a:extLst>
                </a:gridCol>
                <a:gridCol w="5280684">
                  <a:extLst>
                    <a:ext uri="{9D8B030D-6E8A-4147-A177-3AD203B41FA5}">
                      <a16:colId xmlns:a16="http://schemas.microsoft.com/office/drawing/2014/main" val="1764922706"/>
                    </a:ext>
                  </a:extLst>
                </a:gridCol>
              </a:tblGrid>
              <a:tr h="327403">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Keys</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Action</a:t>
                      </a:r>
                    </a:p>
                  </a:txBody>
                  <a:tcPr/>
                </a:tc>
                <a:extLst>
                  <a:ext uri="{0D108BD9-81ED-4DB2-BD59-A6C34878D82A}">
                    <a16:rowId xmlns:a16="http://schemas.microsoft.com/office/drawing/2014/main" val="846131210"/>
                  </a:ext>
                </a:extLst>
              </a:tr>
              <a:tr h="370840">
                <a:tc>
                  <a:txBody>
                    <a:bodyPr/>
                    <a:lstStyle/>
                    <a:p>
                      <a:pPr algn="ctr"/>
                      <a:r>
                        <a:rPr lang="en-US" sz="1800" b="1" noProof="0" dirty="0">
                          <a:latin typeface="Hack" panose="020B0609030202020204"/>
                        </a:rPr>
                        <a:t>/</a:t>
                      </a:r>
                      <a:r>
                        <a:rPr lang="en-US" sz="1800" b="1" noProof="0" dirty="0">
                          <a:solidFill>
                            <a:srgbClr val="FF0000"/>
                          </a:solidFill>
                          <a:latin typeface="Hack" panose="020B0609030202020204"/>
                        </a:rPr>
                        <a:t>pattern</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latin typeface="+mn-lt"/>
                        </a:rPr>
                        <a:t>Search forward for pattern (regular expression)</a:t>
                      </a:r>
                      <a:endParaRPr lang="en-US" sz="1800" i="1" noProof="0" dirty="0">
                        <a:latin typeface="+mn-lt"/>
                      </a:endParaRPr>
                    </a:p>
                  </a:txBody>
                  <a:tcPr/>
                </a:tc>
                <a:extLst>
                  <a:ext uri="{0D108BD9-81ED-4DB2-BD59-A6C34878D82A}">
                    <a16:rowId xmlns:a16="http://schemas.microsoft.com/office/drawing/2014/main" val="1064658431"/>
                  </a:ext>
                </a:extLst>
              </a:tr>
              <a:tr h="370840">
                <a:tc>
                  <a:txBody>
                    <a:bodyPr/>
                    <a:lstStyle/>
                    <a:p>
                      <a:pPr algn="ctr"/>
                      <a:r>
                        <a:rPr lang="en-US" sz="1800" b="1" noProof="0" dirty="0">
                          <a:latin typeface="Hack" panose="020B0609030202020204"/>
                        </a:rPr>
                        <a:t>?</a:t>
                      </a:r>
                      <a:r>
                        <a:rPr lang="en-US" sz="1800" b="1" noProof="0" dirty="0">
                          <a:solidFill>
                            <a:srgbClr val="FF0000"/>
                          </a:solidFill>
                          <a:latin typeface="Hack" panose="020B0609030202020204"/>
                        </a:rPr>
                        <a:t>pattern</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latin typeface="+mn-lt"/>
                        </a:rPr>
                        <a:t>Search backwards (regular expression)</a:t>
                      </a:r>
                      <a:endParaRPr lang="en-US" sz="1800" i="1" noProof="0" dirty="0">
                        <a:latin typeface="+mn-lt"/>
                      </a:endParaRPr>
                    </a:p>
                  </a:txBody>
                  <a:tcPr/>
                </a:tc>
                <a:extLst>
                  <a:ext uri="{0D108BD9-81ED-4DB2-BD59-A6C34878D82A}">
                    <a16:rowId xmlns:a16="http://schemas.microsoft.com/office/drawing/2014/main" val="2938640569"/>
                  </a:ext>
                </a:extLst>
              </a:tr>
              <a:tr h="370840">
                <a:tc>
                  <a:txBody>
                    <a:bodyPr/>
                    <a:lstStyle/>
                    <a:p>
                      <a:pPr algn="ctr"/>
                      <a:r>
                        <a:rPr lang="en-US" sz="1800" b="1" noProof="0" dirty="0">
                          <a:latin typeface="Hack" panose="020B0609030202020204"/>
                        </a:rPr>
                        <a:t>/</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latin typeface="+mn-lt"/>
                        </a:rPr>
                        <a:t>Repeat last search forwards</a:t>
                      </a:r>
                    </a:p>
                  </a:txBody>
                  <a:tcPr/>
                </a:tc>
                <a:extLst>
                  <a:ext uri="{0D108BD9-81ED-4DB2-BD59-A6C34878D82A}">
                    <a16:rowId xmlns:a16="http://schemas.microsoft.com/office/drawing/2014/main" val="710823796"/>
                  </a:ext>
                </a:extLst>
              </a:tr>
              <a:tr h="370840">
                <a:tc>
                  <a:txBody>
                    <a:bodyPr/>
                    <a:lstStyle/>
                    <a:p>
                      <a:pPr algn="ctr"/>
                      <a:r>
                        <a:rPr lang="en-US" sz="1800" b="1" noProof="0" dirty="0">
                          <a:latin typeface="Hack" panose="020B0609030202020204"/>
                        </a:rPr>
                        <a:t>?</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latin typeface="+mn-lt"/>
                        </a:rPr>
                        <a:t>Repeat last search backwards</a:t>
                      </a:r>
                    </a:p>
                  </a:txBody>
                  <a:tcPr/>
                </a:tc>
                <a:extLst>
                  <a:ext uri="{0D108BD9-81ED-4DB2-BD59-A6C34878D82A}">
                    <a16:rowId xmlns:a16="http://schemas.microsoft.com/office/drawing/2014/main" val="4028028797"/>
                  </a:ext>
                </a:extLst>
              </a:tr>
              <a:tr h="370840">
                <a:tc>
                  <a:txBody>
                    <a:bodyPr/>
                    <a:lstStyle/>
                    <a:p>
                      <a:pPr algn="ctr"/>
                      <a:r>
                        <a:rPr lang="en-US" sz="1800" b="1" noProof="0" dirty="0">
                          <a:latin typeface="Hack" panose="020B0609030202020204"/>
                        </a:rPr>
                        <a:t>n</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latin typeface="+mn-lt"/>
                        </a:rPr>
                        <a:t>Repeat last search in same direction (</a:t>
                      </a:r>
                      <a:r>
                        <a:rPr lang="en-US" sz="1800" b="1" noProof="0" dirty="0">
                          <a:latin typeface="+mn-lt"/>
                        </a:rPr>
                        <a:t>n</a:t>
                      </a:r>
                      <a:r>
                        <a:rPr lang="en-US" sz="1800" noProof="0" dirty="0">
                          <a:latin typeface="+mn-lt"/>
                        </a:rPr>
                        <a:t>ext)</a:t>
                      </a:r>
                    </a:p>
                  </a:txBody>
                  <a:tcPr/>
                </a:tc>
                <a:extLst>
                  <a:ext uri="{0D108BD9-81ED-4DB2-BD59-A6C34878D82A}">
                    <a16:rowId xmlns:a16="http://schemas.microsoft.com/office/drawing/2014/main" val="2317707533"/>
                  </a:ext>
                </a:extLst>
              </a:tr>
              <a:tr h="370840">
                <a:tc>
                  <a:txBody>
                    <a:bodyPr/>
                    <a:lstStyle/>
                    <a:p>
                      <a:pPr algn="ctr"/>
                      <a:r>
                        <a:rPr lang="en-US" sz="1800" b="1" noProof="0" dirty="0">
                          <a:latin typeface="Hack" panose="020B0609030202020204"/>
                        </a:rPr>
                        <a:t>N</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latin typeface="+mn-lt"/>
                        </a:rPr>
                        <a:t>Repeat last search in opposite direction (</a:t>
                      </a:r>
                      <a:r>
                        <a:rPr lang="en-US" sz="1800" b="1" noProof="0" dirty="0">
                          <a:latin typeface="+mn-lt"/>
                        </a:rPr>
                        <a:t>n</a:t>
                      </a:r>
                      <a:r>
                        <a:rPr lang="en-US" sz="1800" noProof="0" dirty="0">
                          <a:latin typeface="+mn-lt"/>
                        </a:rPr>
                        <a:t>ext)</a:t>
                      </a:r>
                    </a:p>
                  </a:txBody>
                  <a:tcPr/>
                </a:tc>
                <a:extLst>
                  <a:ext uri="{0D108BD9-81ED-4DB2-BD59-A6C34878D82A}">
                    <a16:rowId xmlns:a16="http://schemas.microsoft.com/office/drawing/2014/main" val="2629419762"/>
                  </a:ext>
                </a:extLst>
              </a:tr>
            </a:tbl>
          </a:graphicData>
        </a:graphic>
      </p:graphicFrame>
      <p:sp>
        <p:nvSpPr>
          <p:cNvPr id="11" name="Text Placeholder 1">
            <a:extLst>
              <a:ext uri="{FF2B5EF4-FFF2-40B4-BE49-F238E27FC236}">
                <a16:creationId xmlns:a16="http://schemas.microsoft.com/office/drawing/2014/main" id="{90FAD145-CA1B-1F08-D4F6-8B5406DD1D7B}"/>
              </a:ext>
            </a:extLst>
          </p:cNvPr>
          <p:cNvSpPr txBox="1">
            <a:spLocks/>
          </p:cNvSpPr>
          <p:nvPr/>
        </p:nvSpPr>
        <p:spPr>
          <a:xfrm>
            <a:off x="443921" y="1511578"/>
            <a:ext cx="7686287" cy="4061405"/>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Searching</a:t>
            </a:r>
          </a:p>
          <a:p>
            <a:pPr marL="285750" indent="-285750">
              <a:buFont typeface="Arial" panose="020B0604020202020204" pitchFamily="34" charset="0"/>
              <a:buChar char="•"/>
            </a:pPr>
            <a:r>
              <a:rPr lang="en-GB" dirty="0"/>
              <a:t>Find text quickly within a file</a:t>
            </a:r>
          </a:p>
          <a:p>
            <a:pPr marL="285750" indent="-285750">
              <a:buFont typeface="Arial" panose="020B0604020202020204" pitchFamily="34" charset="0"/>
              <a:buChar char="•"/>
            </a:pPr>
            <a:r>
              <a:rPr lang="en-GB" dirty="0"/>
              <a:t>Search forwards or backwards</a:t>
            </a:r>
          </a:p>
          <a:p>
            <a:pPr marL="285750" indent="-285750">
              <a:buFont typeface="Arial" panose="020B0604020202020204" pitchFamily="34" charset="0"/>
              <a:buChar char="•"/>
            </a:pPr>
            <a:r>
              <a:rPr lang="en-GB" dirty="0"/>
              <a:t>Jump between matching results</a:t>
            </a:r>
          </a:p>
          <a:p>
            <a:pPr marL="285750" indent="-285750">
              <a:buFont typeface="Arial" panose="020B0604020202020204" pitchFamily="34" charset="0"/>
              <a:buChar char="•"/>
            </a:pPr>
            <a:r>
              <a:rPr lang="en-GB" dirty="0"/>
              <a:t>Supports regular expression patterns</a:t>
            </a:r>
          </a:p>
        </p:txBody>
      </p:sp>
    </p:spTree>
    <p:extLst>
      <p:ext uri="{BB962C8B-B14F-4D97-AF65-F5344CB8AC3E}">
        <p14:creationId xmlns:p14="http://schemas.microsoft.com/office/powerpoint/2010/main" val="23481026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CE6EAF3-7585-07C7-67C3-8AE702CAC6DC}"/>
              </a:ext>
            </a:extLst>
          </p:cNvPr>
          <p:cNvSpPr>
            <a:spLocks noGrp="1"/>
          </p:cNvSpPr>
          <p:nvPr>
            <p:ph type="ctrTitle"/>
          </p:nvPr>
        </p:nvSpPr>
        <p:spPr/>
        <p:txBody>
          <a:bodyPr/>
          <a:lstStyle/>
          <a:p>
            <a:r>
              <a:rPr lang="en-US" noProof="0" dirty="0"/>
              <a:t>Marks (Bookmarks)</a:t>
            </a:r>
          </a:p>
        </p:txBody>
      </p:sp>
      <p:sp>
        <p:nvSpPr>
          <p:cNvPr id="2" name="Text Placeholder 1">
            <a:extLst>
              <a:ext uri="{FF2B5EF4-FFF2-40B4-BE49-F238E27FC236}">
                <a16:creationId xmlns:a16="http://schemas.microsoft.com/office/drawing/2014/main" id="{8A5E08A5-A522-C71C-D263-2904D5EEBA9D}"/>
              </a:ext>
            </a:extLst>
          </p:cNvPr>
          <p:cNvSpPr>
            <a:spLocks noGrp="1"/>
          </p:cNvSpPr>
          <p:nvPr>
            <p:ph type="body" sz="quarter" idx="14"/>
          </p:nvPr>
        </p:nvSpPr>
        <p:spPr/>
        <p:txBody>
          <a:bodyPr/>
          <a:lstStyle/>
          <a:p>
            <a:r>
              <a:rPr lang="en-GB" b="1" dirty="0"/>
              <a:t>Create bookmarks and jump quickly around large files</a:t>
            </a:r>
          </a:p>
          <a:p>
            <a:pPr marL="285750" indent="-285750">
              <a:buFont typeface="Arial" panose="020B0604020202020204" pitchFamily="34" charset="0"/>
              <a:buChar char="•"/>
            </a:pPr>
            <a:r>
              <a:rPr lang="en-GB" dirty="0"/>
              <a:t>Create named bookmarks within a file</a:t>
            </a:r>
          </a:p>
          <a:p>
            <a:pPr marL="285750" indent="-285750">
              <a:buFont typeface="Arial" panose="020B0604020202020204" pitchFamily="34" charset="0"/>
              <a:buChar char="•"/>
            </a:pPr>
            <a:r>
              <a:rPr lang="en-GB" dirty="0"/>
              <a:t>Jump quickly between important locations</a:t>
            </a:r>
          </a:p>
        </p:txBody>
      </p:sp>
      <p:sp>
        <p:nvSpPr>
          <p:cNvPr id="4" name="Slide Number Placeholder 3">
            <a:extLst>
              <a:ext uri="{FF2B5EF4-FFF2-40B4-BE49-F238E27FC236}">
                <a16:creationId xmlns:a16="http://schemas.microsoft.com/office/drawing/2014/main" id="{43B05374-7670-6D2B-B872-94DC3BBB9B90}"/>
              </a:ext>
            </a:extLst>
          </p:cNvPr>
          <p:cNvSpPr>
            <a:spLocks noGrp="1"/>
          </p:cNvSpPr>
          <p:nvPr>
            <p:ph type="sldNum" sz="quarter" idx="12"/>
          </p:nvPr>
        </p:nvSpPr>
        <p:spPr>
          <a:prstGeom prst="rect">
            <a:avLst/>
          </a:prstGeom>
        </p:spPr>
        <p:txBody>
          <a:bodyPr/>
          <a:lstStyle/>
          <a:p>
            <a:fld id="{EF892D59-8F09-EF4B-AD6D-DA609442F868}" type="slidenum">
              <a:rPr lang="en-US" noProof="0" smtClean="0"/>
              <a:pPr/>
              <a:t>22</a:t>
            </a:fld>
            <a:endParaRPr lang="en-US" noProof="0" dirty="0"/>
          </a:p>
        </p:txBody>
      </p:sp>
      <p:graphicFrame>
        <p:nvGraphicFramePr>
          <p:cNvPr id="7" name="Table 6">
            <a:extLst>
              <a:ext uri="{FF2B5EF4-FFF2-40B4-BE49-F238E27FC236}">
                <a16:creationId xmlns:a16="http://schemas.microsoft.com/office/drawing/2014/main" id="{C191BC27-BCE2-DBB2-2D51-B20EBF7C248C}"/>
              </a:ext>
            </a:extLst>
          </p:cNvPr>
          <p:cNvGraphicFramePr>
            <a:graphicFrameLocks noGrp="1"/>
          </p:cNvGraphicFramePr>
          <p:nvPr>
            <p:extLst>
              <p:ext uri="{D42A27DB-BD31-4B8C-83A1-F6EECF244321}">
                <p14:modId xmlns:p14="http://schemas.microsoft.com/office/powerpoint/2010/main" val="1214116207"/>
              </p:ext>
            </p:extLst>
          </p:nvPr>
        </p:nvGraphicFramePr>
        <p:xfrm>
          <a:off x="806335" y="2984142"/>
          <a:ext cx="5635106" cy="1849120"/>
        </p:xfrm>
        <a:graphic>
          <a:graphicData uri="http://schemas.openxmlformats.org/drawingml/2006/table">
            <a:tbl>
              <a:tblPr firstRow="1" bandRow="1">
                <a:tableStyleId>{7DF18680-E054-41AD-8BC1-D1AEF772440D}</a:tableStyleId>
              </a:tblPr>
              <a:tblGrid>
                <a:gridCol w="1343357">
                  <a:extLst>
                    <a:ext uri="{9D8B030D-6E8A-4147-A177-3AD203B41FA5}">
                      <a16:colId xmlns:a16="http://schemas.microsoft.com/office/drawing/2014/main" val="3907761723"/>
                    </a:ext>
                  </a:extLst>
                </a:gridCol>
                <a:gridCol w="4291749">
                  <a:extLst>
                    <a:ext uri="{9D8B030D-6E8A-4147-A177-3AD203B41FA5}">
                      <a16:colId xmlns:a16="http://schemas.microsoft.com/office/drawing/2014/main" val="2077337563"/>
                    </a:ext>
                  </a:extLst>
                </a:gridCol>
              </a:tblGrid>
              <a:tr h="37084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Keys</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Action</a:t>
                      </a:r>
                    </a:p>
                  </a:txBody>
                  <a:tcPr/>
                </a:tc>
                <a:extLst>
                  <a:ext uri="{0D108BD9-81ED-4DB2-BD59-A6C34878D82A}">
                    <a16:rowId xmlns:a16="http://schemas.microsoft.com/office/drawing/2014/main" val="3626613293"/>
                  </a:ext>
                </a:extLst>
              </a:tr>
              <a:tr h="370840">
                <a:tc>
                  <a:txBody>
                    <a:bodyPr/>
                    <a:lstStyle/>
                    <a:p>
                      <a:pPr algn="ctr"/>
                      <a:r>
                        <a:rPr lang="en-US" sz="1800" b="1" noProof="0" dirty="0">
                          <a:latin typeface="Hack" panose="020B0609030202020204"/>
                        </a:rPr>
                        <a:t>m</a:t>
                      </a:r>
                      <a:r>
                        <a:rPr lang="en-US" sz="1800" b="1" noProof="0" dirty="0">
                          <a:solidFill>
                            <a:srgbClr val="FF0000"/>
                          </a:solidFill>
                          <a:latin typeface="Hack" panose="020B0609030202020204"/>
                        </a:rPr>
                        <a:t>&lt;letter&gt;</a:t>
                      </a:r>
                      <a:endParaRPr lang="en-US" sz="1800" noProof="0" dirty="0">
                        <a:solidFill>
                          <a:srgbClr val="FF0000"/>
                        </a:solidFill>
                        <a:latin typeface="Hack" panose="020B0609030202020204"/>
                        <a:ea typeface="Hack" panose="020B0609030202020204" pitchFamily="49" charset="0"/>
                        <a:cs typeface="Hack" panose="020B0609030202020204" pitchFamily="49" charset="0"/>
                      </a:endParaRPr>
                    </a:p>
                  </a:txBody>
                  <a:tcPr/>
                </a:tc>
                <a:tc>
                  <a:txBody>
                    <a:bodyPr/>
                    <a:lstStyle/>
                    <a:p>
                      <a:r>
                        <a:rPr lang="en-GB" sz="1800" noProof="0" dirty="0">
                          <a:latin typeface="+mn-lt"/>
                        </a:rPr>
                        <a:t>Create a mark at the current line</a:t>
                      </a:r>
                      <a:endParaRPr lang="en-US" sz="1800" noProof="0" dirty="0">
                        <a:latin typeface="+mn-lt"/>
                      </a:endParaRPr>
                    </a:p>
                  </a:txBody>
                  <a:tcPr/>
                </a:tc>
                <a:extLst>
                  <a:ext uri="{0D108BD9-81ED-4DB2-BD59-A6C34878D82A}">
                    <a16:rowId xmlns:a16="http://schemas.microsoft.com/office/drawing/2014/main" val="748638838"/>
                  </a:ext>
                </a:extLst>
              </a:tr>
              <a:tr h="370840">
                <a:tc>
                  <a:txBody>
                    <a:bodyPr/>
                    <a:lstStyle/>
                    <a:p>
                      <a:pPr algn="ctr"/>
                      <a:r>
                        <a:rPr lang="en-US" sz="1800" b="1" noProof="0" dirty="0">
                          <a:latin typeface="Hack" panose="020B0609030202020204"/>
                        </a:rPr>
                        <a:t>‘</a:t>
                      </a:r>
                      <a:r>
                        <a:rPr lang="en-US" sz="1800" b="1" noProof="0" dirty="0">
                          <a:solidFill>
                            <a:srgbClr val="FF0000"/>
                          </a:solidFill>
                          <a:latin typeface="Hack" panose="020B0609030202020204"/>
                        </a:rPr>
                        <a:t>&lt;letter&gt;</a:t>
                      </a:r>
                      <a:endParaRPr lang="en-US" sz="1800" noProof="0" dirty="0">
                        <a:solidFill>
                          <a:srgbClr val="FF0000"/>
                        </a:solidFill>
                        <a:latin typeface="Hack" panose="020B0609030202020204"/>
                        <a:ea typeface="Hack" panose="020B0609030202020204" pitchFamily="49" charset="0"/>
                        <a:cs typeface="Hack" panose="020B0609030202020204" pitchFamily="49" charset="0"/>
                      </a:endParaRPr>
                    </a:p>
                  </a:txBody>
                  <a:tcPr/>
                </a:tc>
                <a:tc>
                  <a:txBody>
                    <a:bodyPr/>
                    <a:lstStyle/>
                    <a:p>
                      <a:r>
                        <a:rPr lang="en-GB" sz="1800" noProof="0" dirty="0">
                          <a:latin typeface="+mn-lt"/>
                        </a:rPr>
                        <a:t>Jump to the marked line</a:t>
                      </a:r>
                      <a:endParaRPr lang="en-US" sz="1800" noProof="0" dirty="0">
                        <a:latin typeface="+mn-lt"/>
                      </a:endParaRPr>
                    </a:p>
                  </a:txBody>
                  <a:tcPr/>
                </a:tc>
                <a:extLst>
                  <a:ext uri="{0D108BD9-81ED-4DB2-BD59-A6C34878D82A}">
                    <a16:rowId xmlns:a16="http://schemas.microsoft.com/office/drawing/2014/main" val="1804541751"/>
                  </a:ext>
                </a:extLst>
              </a:tr>
              <a:tr h="370840">
                <a:tc>
                  <a:txBody>
                    <a:bodyPr/>
                    <a:lstStyle/>
                    <a:p>
                      <a:pPr algn="ctr"/>
                      <a:r>
                        <a:rPr lang="en-US" sz="1800" b="1" noProof="0" dirty="0">
                          <a:latin typeface="Hack" panose="020B0609030202020204"/>
                        </a:rPr>
                        <a:t>d’</a:t>
                      </a:r>
                      <a:r>
                        <a:rPr lang="en-US" sz="1800" b="1" noProof="0" dirty="0">
                          <a:solidFill>
                            <a:srgbClr val="FF0000"/>
                          </a:solidFill>
                          <a:latin typeface="Hack" panose="020B0609030202020204"/>
                        </a:rPr>
                        <a:t>&lt;letter&gt;</a:t>
                      </a:r>
                      <a:endParaRPr lang="en-US" sz="1800" noProof="0" dirty="0">
                        <a:solidFill>
                          <a:srgbClr val="FF0000"/>
                        </a:solidFill>
                        <a:latin typeface="Hack" panose="020B0609030202020204"/>
                        <a:ea typeface="Hack" panose="020B0609030202020204" pitchFamily="49" charset="0"/>
                        <a:cs typeface="Hack" panose="020B0609030202020204" pitchFamily="49" charset="0"/>
                      </a:endParaRPr>
                    </a:p>
                  </a:txBody>
                  <a:tcPr/>
                </a:tc>
                <a:tc>
                  <a:txBody>
                    <a:bodyPr/>
                    <a:lstStyle/>
                    <a:p>
                      <a:r>
                        <a:rPr lang="en-GB" sz="1800" noProof="0" dirty="0">
                          <a:latin typeface="+mn-lt"/>
                        </a:rPr>
                        <a:t>Delete from current position to mark</a:t>
                      </a:r>
                      <a:endParaRPr lang="en-US" sz="1800" noProof="0" dirty="0">
                        <a:latin typeface="+mn-lt"/>
                      </a:endParaRPr>
                    </a:p>
                  </a:txBody>
                  <a:tcPr/>
                </a:tc>
                <a:extLst>
                  <a:ext uri="{0D108BD9-81ED-4DB2-BD59-A6C34878D82A}">
                    <a16:rowId xmlns:a16="http://schemas.microsoft.com/office/drawing/2014/main" val="2441073864"/>
                  </a:ext>
                </a:extLst>
              </a:tr>
              <a:tr h="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800" b="1" noProof="0" dirty="0">
                          <a:latin typeface="Hack" panose="020B0609030202020204"/>
                        </a:rPr>
                        <a:t>y’</a:t>
                      </a:r>
                      <a:r>
                        <a:rPr lang="en-US" sz="1800" b="1" noProof="0" dirty="0">
                          <a:solidFill>
                            <a:srgbClr val="FF0000"/>
                          </a:solidFill>
                          <a:latin typeface="Hack" panose="020B0609030202020204"/>
                        </a:rPr>
                        <a:t>&lt;letter&gt;</a:t>
                      </a:r>
                      <a:endParaRPr lang="en-US" sz="1800" noProof="0" dirty="0">
                        <a:solidFill>
                          <a:srgbClr val="FF0000"/>
                        </a:solidFill>
                        <a:latin typeface="Hack" panose="020B0609030202020204"/>
                        <a:ea typeface="Hack" panose="020B0609030202020204" pitchFamily="49" charset="0"/>
                        <a:cs typeface="Hack" panose="020B0609030202020204" pitchFamily="49" charset="0"/>
                      </a:endParaRPr>
                    </a:p>
                  </a:txBody>
                  <a:tcPr/>
                </a:tc>
                <a:tc>
                  <a:txBody>
                    <a:bodyPr/>
                    <a:lstStyle/>
                    <a:p>
                      <a:r>
                        <a:rPr lang="en-GB" sz="1800" noProof="0" dirty="0">
                          <a:latin typeface="+mn-lt"/>
                        </a:rPr>
                        <a:t>Copy (yank) from current position to mark</a:t>
                      </a:r>
                      <a:endParaRPr lang="en-US" sz="1800" noProof="0" dirty="0">
                        <a:latin typeface="+mn-lt"/>
                      </a:endParaRPr>
                    </a:p>
                  </a:txBody>
                  <a:tcPr/>
                </a:tc>
                <a:extLst>
                  <a:ext uri="{0D108BD9-81ED-4DB2-BD59-A6C34878D82A}">
                    <a16:rowId xmlns:a16="http://schemas.microsoft.com/office/drawing/2014/main" val="879342897"/>
                  </a:ext>
                </a:extLst>
              </a:tr>
            </a:tbl>
          </a:graphicData>
        </a:graphic>
      </p:graphicFrame>
    </p:spTree>
    <p:extLst>
      <p:ext uri="{BB962C8B-B14F-4D97-AF65-F5344CB8AC3E}">
        <p14:creationId xmlns:p14="http://schemas.microsoft.com/office/powerpoint/2010/main" val="684015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C7DD1C5-B307-98BF-841D-A953A5D8E910}"/>
              </a:ext>
            </a:extLst>
          </p:cNvPr>
          <p:cNvSpPr>
            <a:spLocks noGrp="1"/>
          </p:cNvSpPr>
          <p:nvPr>
            <p:ph type="ctrTitle"/>
          </p:nvPr>
        </p:nvSpPr>
        <p:spPr/>
        <p:txBody>
          <a:bodyPr/>
          <a:lstStyle/>
          <a:p>
            <a:r>
              <a:rPr lang="en-US" noProof="0" dirty="0"/>
              <a:t>Common Editing Commands</a:t>
            </a:r>
          </a:p>
        </p:txBody>
      </p:sp>
      <p:sp>
        <p:nvSpPr>
          <p:cNvPr id="2" name="Text Placeholder 1">
            <a:extLst>
              <a:ext uri="{FF2B5EF4-FFF2-40B4-BE49-F238E27FC236}">
                <a16:creationId xmlns:a16="http://schemas.microsoft.com/office/drawing/2014/main" id="{AB65A50A-C493-AC73-BC91-56109CB395C7}"/>
              </a:ext>
            </a:extLst>
          </p:cNvPr>
          <p:cNvSpPr>
            <a:spLocks noGrp="1"/>
          </p:cNvSpPr>
          <p:nvPr>
            <p:ph type="body" sz="quarter" idx="14"/>
          </p:nvPr>
        </p:nvSpPr>
        <p:spPr/>
        <p:txBody>
          <a:bodyPr/>
          <a:lstStyle/>
          <a:p>
            <a:r>
              <a:rPr lang="en-GB" b="1" dirty="0"/>
              <a:t>Useful Editing Commands</a:t>
            </a:r>
          </a:p>
          <a:p>
            <a:pPr marL="285750" indent="-285750">
              <a:buFont typeface="Arial" panose="020B0604020202020204" pitchFamily="34" charset="0"/>
              <a:buChar char="•"/>
            </a:pPr>
            <a:r>
              <a:rPr lang="en-GB" dirty="0"/>
              <a:t>Frequently used commands for editing and correcting text</a:t>
            </a:r>
          </a:p>
          <a:p>
            <a:pPr marL="285750" indent="-285750">
              <a:buFont typeface="Arial" panose="020B0604020202020204" pitchFamily="34" charset="0"/>
              <a:buChar char="•"/>
            </a:pPr>
            <a:r>
              <a:rPr lang="en-GB" dirty="0"/>
              <a:t>Useful shortcuts that save time when working in Vim</a:t>
            </a:r>
          </a:p>
        </p:txBody>
      </p:sp>
      <p:sp>
        <p:nvSpPr>
          <p:cNvPr id="4" name="Slide Number Placeholder 3">
            <a:extLst>
              <a:ext uri="{FF2B5EF4-FFF2-40B4-BE49-F238E27FC236}">
                <a16:creationId xmlns:a16="http://schemas.microsoft.com/office/drawing/2014/main" id="{43B05374-7670-6D2B-B872-94DC3BBB9B90}"/>
              </a:ext>
            </a:extLst>
          </p:cNvPr>
          <p:cNvSpPr>
            <a:spLocks noGrp="1"/>
          </p:cNvSpPr>
          <p:nvPr>
            <p:ph type="sldNum" sz="quarter" idx="12"/>
          </p:nvPr>
        </p:nvSpPr>
        <p:spPr>
          <a:prstGeom prst="rect">
            <a:avLst/>
          </a:prstGeom>
        </p:spPr>
        <p:txBody>
          <a:bodyPr/>
          <a:lstStyle/>
          <a:p>
            <a:fld id="{EF892D59-8F09-EF4B-AD6D-DA609442F868}" type="slidenum">
              <a:rPr lang="en-US" noProof="0" smtClean="0"/>
              <a:pPr/>
              <a:t>23</a:t>
            </a:fld>
            <a:endParaRPr lang="en-US" noProof="0" dirty="0"/>
          </a:p>
        </p:txBody>
      </p:sp>
      <p:graphicFrame>
        <p:nvGraphicFramePr>
          <p:cNvPr id="6" name="Table 6">
            <a:extLst>
              <a:ext uri="{FF2B5EF4-FFF2-40B4-BE49-F238E27FC236}">
                <a16:creationId xmlns:a16="http://schemas.microsoft.com/office/drawing/2014/main" id="{131EE048-4BA9-7FDB-BAFA-1C47F49F5F01}"/>
              </a:ext>
            </a:extLst>
          </p:cNvPr>
          <p:cNvGraphicFramePr>
            <a:graphicFrameLocks noGrp="1"/>
          </p:cNvGraphicFramePr>
          <p:nvPr>
            <p:extLst>
              <p:ext uri="{D42A27DB-BD31-4B8C-83A1-F6EECF244321}">
                <p14:modId xmlns:p14="http://schemas.microsoft.com/office/powerpoint/2010/main" val="1328946947"/>
              </p:ext>
            </p:extLst>
          </p:nvPr>
        </p:nvGraphicFramePr>
        <p:xfrm>
          <a:off x="836385" y="2952865"/>
          <a:ext cx="5632335" cy="3328585"/>
        </p:xfrm>
        <a:graphic>
          <a:graphicData uri="http://schemas.openxmlformats.org/drawingml/2006/table">
            <a:tbl>
              <a:tblPr firstRow="1" bandRow="1">
                <a:tableStyleId>{7DF18680-E054-41AD-8BC1-D1AEF772440D}</a:tableStyleId>
              </a:tblPr>
              <a:tblGrid>
                <a:gridCol w="1300481">
                  <a:extLst>
                    <a:ext uri="{9D8B030D-6E8A-4147-A177-3AD203B41FA5}">
                      <a16:colId xmlns:a16="http://schemas.microsoft.com/office/drawing/2014/main" val="3330466420"/>
                    </a:ext>
                  </a:extLst>
                </a:gridCol>
                <a:gridCol w="4331854">
                  <a:extLst>
                    <a:ext uri="{9D8B030D-6E8A-4147-A177-3AD203B41FA5}">
                      <a16:colId xmlns:a16="http://schemas.microsoft.com/office/drawing/2014/main" val="2710135698"/>
                    </a:ext>
                  </a:extLst>
                </a:gridCol>
              </a:tblGrid>
              <a:tr h="381483">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Keys</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Action</a:t>
                      </a:r>
                    </a:p>
                  </a:txBody>
                  <a:tcPr/>
                </a:tc>
                <a:extLst>
                  <a:ext uri="{0D108BD9-81ED-4DB2-BD59-A6C34878D82A}">
                    <a16:rowId xmlns:a16="http://schemas.microsoft.com/office/drawing/2014/main" val="52731549"/>
                  </a:ext>
                </a:extLst>
              </a:tr>
              <a:tr h="354818">
                <a:tc>
                  <a:txBody>
                    <a:bodyPr/>
                    <a:lstStyle/>
                    <a:p>
                      <a:pPr algn="ctr"/>
                      <a:r>
                        <a:rPr lang="en-US" sz="1800" b="1" noProof="0" dirty="0">
                          <a:solidFill>
                            <a:schemeClr val="tx1"/>
                          </a:solidFill>
                          <a:latin typeface="Hack" panose="020B0609030202020204"/>
                        </a:rPr>
                        <a:t>.</a:t>
                      </a:r>
                      <a:endParaRPr lang="en-US" sz="1800" noProof="0"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solidFill>
                            <a:schemeClr val="tx1"/>
                          </a:solidFill>
                          <a:latin typeface="+mn-lt"/>
                        </a:rPr>
                        <a:t>Repeat last editing command</a:t>
                      </a:r>
                    </a:p>
                  </a:txBody>
                  <a:tcPr/>
                </a:tc>
                <a:extLst>
                  <a:ext uri="{0D108BD9-81ED-4DB2-BD59-A6C34878D82A}">
                    <a16:rowId xmlns:a16="http://schemas.microsoft.com/office/drawing/2014/main" val="2637912825"/>
                  </a:ext>
                </a:extLst>
              </a:tr>
              <a:tr h="354818">
                <a:tc>
                  <a:txBody>
                    <a:bodyPr/>
                    <a:lstStyle/>
                    <a:p>
                      <a:pPr algn="ctr"/>
                      <a:r>
                        <a:rPr lang="en-US" sz="1800" b="1" noProof="0" dirty="0">
                          <a:solidFill>
                            <a:schemeClr val="tx1"/>
                          </a:solidFill>
                          <a:latin typeface="Hack" panose="020B0609030202020204"/>
                        </a:rPr>
                        <a:t>u</a:t>
                      </a:r>
                      <a:endParaRPr lang="en-US" sz="1800" noProof="0"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chemeClr val="tx1"/>
                          </a:solidFill>
                          <a:latin typeface="+mn-lt"/>
                        </a:rPr>
                        <a:t>U</a:t>
                      </a:r>
                      <a:r>
                        <a:rPr lang="en-US" sz="1800" noProof="0" dirty="0">
                          <a:solidFill>
                            <a:schemeClr val="tx1"/>
                          </a:solidFill>
                          <a:latin typeface="+mn-lt"/>
                        </a:rPr>
                        <a:t>ndo last change</a:t>
                      </a:r>
                    </a:p>
                  </a:txBody>
                  <a:tcPr/>
                </a:tc>
                <a:extLst>
                  <a:ext uri="{0D108BD9-81ED-4DB2-BD59-A6C34878D82A}">
                    <a16:rowId xmlns:a16="http://schemas.microsoft.com/office/drawing/2014/main" val="3017760156"/>
                  </a:ext>
                </a:extLst>
              </a:tr>
              <a:tr h="354818">
                <a:tc>
                  <a:txBody>
                    <a:bodyPr/>
                    <a:lstStyle/>
                    <a:p>
                      <a:pPr algn="ctr"/>
                      <a:r>
                        <a:rPr lang="en-US" sz="1800" b="1" noProof="0" dirty="0">
                          <a:solidFill>
                            <a:schemeClr val="tx1"/>
                          </a:solidFill>
                          <a:latin typeface="Hack" panose="020B0609030202020204"/>
                        </a:rPr>
                        <a:t>U</a:t>
                      </a:r>
                      <a:endParaRPr lang="en-US" sz="1800" noProof="0"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chemeClr val="tx1"/>
                          </a:solidFill>
                          <a:latin typeface="+mn-lt"/>
                        </a:rPr>
                        <a:t>U</a:t>
                      </a:r>
                      <a:r>
                        <a:rPr lang="en-US" sz="1800" noProof="0" dirty="0">
                          <a:solidFill>
                            <a:schemeClr val="tx1"/>
                          </a:solidFill>
                          <a:latin typeface="+mn-lt"/>
                        </a:rPr>
                        <a:t>ndo all changes to current line</a:t>
                      </a:r>
                    </a:p>
                  </a:txBody>
                  <a:tcPr/>
                </a:tc>
                <a:extLst>
                  <a:ext uri="{0D108BD9-81ED-4DB2-BD59-A6C34878D82A}">
                    <a16:rowId xmlns:a16="http://schemas.microsoft.com/office/drawing/2014/main" val="3384889707"/>
                  </a:ext>
                </a:extLst>
              </a:tr>
              <a:tr h="354818">
                <a:tc>
                  <a:txBody>
                    <a:bodyPr/>
                    <a:lstStyle/>
                    <a:p>
                      <a:pPr algn="ctr"/>
                      <a:r>
                        <a:rPr lang="en-US" sz="1800" b="1" noProof="0" dirty="0">
                          <a:solidFill>
                            <a:schemeClr val="tx1"/>
                          </a:solidFill>
                          <a:latin typeface="Hack" panose="020B0609030202020204"/>
                        </a:rPr>
                        <a:t>J</a:t>
                      </a:r>
                      <a:endParaRPr lang="en-US" sz="1800" noProof="0"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chemeClr val="tx1"/>
                          </a:solidFill>
                          <a:latin typeface="+mn-lt"/>
                        </a:rPr>
                        <a:t>J</a:t>
                      </a:r>
                      <a:r>
                        <a:rPr lang="en-US" sz="1800" noProof="0" dirty="0">
                          <a:solidFill>
                            <a:schemeClr val="tx1"/>
                          </a:solidFill>
                          <a:latin typeface="+mn-lt"/>
                        </a:rPr>
                        <a:t>oin the next line to current line</a:t>
                      </a:r>
                    </a:p>
                  </a:txBody>
                  <a:tcPr/>
                </a:tc>
                <a:extLst>
                  <a:ext uri="{0D108BD9-81ED-4DB2-BD59-A6C34878D82A}">
                    <a16:rowId xmlns:a16="http://schemas.microsoft.com/office/drawing/2014/main" val="1409722484"/>
                  </a:ext>
                </a:extLst>
              </a:tr>
              <a:tr h="354818">
                <a:tc>
                  <a:txBody>
                    <a:bodyPr/>
                    <a:lstStyle/>
                    <a:p>
                      <a:pPr algn="ctr"/>
                      <a:r>
                        <a:rPr lang="en-US" sz="1800" b="1" noProof="0" dirty="0">
                          <a:solidFill>
                            <a:schemeClr val="tx1"/>
                          </a:solidFill>
                          <a:latin typeface="Hack" panose="020B0609030202020204"/>
                        </a:rPr>
                        <a:t>~</a:t>
                      </a:r>
                      <a:endParaRPr lang="en-US" sz="1800" noProof="0"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solidFill>
                            <a:schemeClr val="tx1"/>
                          </a:solidFill>
                          <a:latin typeface="+mn-lt"/>
                        </a:rPr>
                        <a:t>Toggle character case and move right</a:t>
                      </a:r>
                    </a:p>
                  </a:txBody>
                  <a:tcPr/>
                </a:tc>
                <a:extLst>
                  <a:ext uri="{0D108BD9-81ED-4DB2-BD59-A6C34878D82A}">
                    <a16:rowId xmlns:a16="http://schemas.microsoft.com/office/drawing/2014/main" val="309855484"/>
                  </a:ext>
                </a:extLst>
              </a:tr>
              <a:tr h="354818">
                <a:tc>
                  <a:txBody>
                    <a:bodyPr/>
                    <a:lstStyle/>
                    <a:p>
                      <a:pPr algn="ctr"/>
                      <a:r>
                        <a:rPr lang="en-US" sz="1800" b="1" noProof="0" dirty="0" err="1">
                          <a:solidFill>
                            <a:schemeClr val="tx1"/>
                          </a:solidFill>
                          <a:latin typeface="Hack" panose="020B0609030202020204"/>
                        </a:rPr>
                        <a:t>yyp</a:t>
                      </a:r>
                      <a:r>
                        <a:rPr lang="en-US" sz="1800" b="1" noProof="0" dirty="0">
                          <a:solidFill>
                            <a:schemeClr val="tx1"/>
                          </a:solidFill>
                          <a:latin typeface="Hack" panose="020B0609030202020204"/>
                        </a:rPr>
                        <a:t> or </a:t>
                      </a:r>
                      <a:r>
                        <a:rPr lang="en-US" sz="1800" b="1" noProof="0" dirty="0" err="1">
                          <a:solidFill>
                            <a:schemeClr val="tx1"/>
                          </a:solidFill>
                          <a:latin typeface="Hack" panose="020B0609030202020204"/>
                        </a:rPr>
                        <a:t>yyP</a:t>
                      </a:r>
                      <a:endParaRPr lang="en-US" sz="1800" noProof="0"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solidFill>
                            <a:schemeClr val="tx1"/>
                          </a:solidFill>
                          <a:latin typeface="+mn-lt"/>
                        </a:rPr>
                        <a:t>Duplicate current line</a:t>
                      </a:r>
                    </a:p>
                  </a:txBody>
                  <a:tcPr/>
                </a:tc>
                <a:extLst>
                  <a:ext uri="{0D108BD9-81ED-4DB2-BD59-A6C34878D82A}">
                    <a16:rowId xmlns:a16="http://schemas.microsoft.com/office/drawing/2014/main" val="975863363"/>
                  </a:ext>
                </a:extLst>
              </a:tr>
              <a:tr h="354818">
                <a:tc>
                  <a:txBody>
                    <a:bodyPr/>
                    <a:lstStyle/>
                    <a:p>
                      <a:pPr algn="ctr"/>
                      <a:r>
                        <a:rPr lang="en-US" sz="1800" b="1" noProof="0" dirty="0" err="1">
                          <a:solidFill>
                            <a:schemeClr val="tx1"/>
                          </a:solidFill>
                          <a:latin typeface="Hack" panose="020B0609030202020204"/>
                        </a:rPr>
                        <a:t>xp</a:t>
                      </a:r>
                      <a:endParaRPr lang="en-US" sz="1800" noProof="0"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solidFill>
                            <a:schemeClr val="tx1"/>
                          </a:solidFill>
                          <a:latin typeface="+mn-lt"/>
                        </a:rPr>
                        <a:t>Swap current and next character</a:t>
                      </a:r>
                    </a:p>
                  </a:txBody>
                  <a:tcPr/>
                </a:tc>
                <a:extLst>
                  <a:ext uri="{0D108BD9-81ED-4DB2-BD59-A6C34878D82A}">
                    <a16:rowId xmlns:a16="http://schemas.microsoft.com/office/drawing/2014/main" val="4165499709"/>
                  </a:ext>
                </a:extLst>
              </a:tr>
              <a:tr h="386782">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800" b="1" noProof="0" dirty="0">
                          <a:solidFill>
                            <a:schemeClr val="tx1"/>
                          </a:solidFill>
                          <a:latin typeface="Hack" panose="020B0609030202020204"/>
                        </a:rPr>
                        <a:t>ZZ</a:t>
                      </a:r>
                      <a:endParaRPr lang="en-US" sz="1800" noProof="0"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solidFill>
                            <a:schemeClr val="tx1"/>
                          </a:solidFill>
                          <a:latin typeface="+mn-lt"/>
                        </a:rPr>
                        <a:t>Save file and exit</a:t>
                      </a:r>
                    </a:p>
                  </a:txBody>
                  <a:tcPr/>
                </a:tc>
                <a:extLst>
                  <a:ext uri="{0D108BD9-81ED-4DB2-BD59-A6C34878D82A}">
                    <a16:rowId xmlns:a16="http://schemas.microsoft.com/office/drawing/2014/main" val="2739976254"/>
                  </a:ext>
                </a:extLst>
              </a:tr>
            </a:tbl>
          </a:graphicData>
        </a:graphic>
      </p:graphicFrame>
    </p:spTree>
    <p:extLst>
      <p:ext uri="{BB962C8B-B14F-4D97-AF65-F5344CB8AC3E}">
        <p14:creationId xmlns:p14="http://schemas.microsoft.com/office/powerpoint/2010/main" val="30345699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B25E87D6-90DB-5EEC-D1D6-CE57A533E774}"/>
              </a:ext>
            </a:extLst>
          </p:cNvPr>
          <p:cNvSpPr>
            <a:spLocks noGrp="1"/>
          </p:cNvSpPr>
          <p:nvPr>
            <p:ph type="ctrTitle"/>
          </p:nvPr>
        </p:nvSpPr>
        <p:spPr/>
        <p:txBody>
          <a:bodyPr/>
          <a:lstStyle/>
          <a:p>
            <a:r>
              <a:rPr lang="en-US" dirty="0"/>
              <a:t>E</a:t>
            </a:r>
            <a:r>
              <a:rPr lang="en-US" noProof="0" dirty="0"/>
              <a:t>x mode</a:t>
            </a:r>
          </a:p>
        </p:txBody>
      </p:sp>
      <p:sp>
        <p:nvSpPr>
          <p:cNvPr id="13" name="Text Placeholder 12">
            <a:extLst>
              <a:ext uri="{FF2B5EF4-FFF2-40B4-BE49-F238E27FC236}">
                <a16:creationId xmlns:a16="http://schemas.microsoft.com/office/drawing/2014/main" id="{6DC8918C-2FB5-984F-2946-A7905433F59A}"/>
              </a:ext>
            </a:extLst>
          </p:cNvPr>
          <p:cNvSpPr>
            <a:spLocks noGrp="1"/>
          </p:cNvSpPr>
          <p:nvPr>
            <p:ph type="body" sz="quarter" idx="14"/>
          </p:nvPr>
        </p:nvSpPr>
        <p:spPr/>
        <p:txBody>
          <a:bodyPr/>
          <a:lstStyle/>
          <a:p>
            <a:r>
              <a:rPr lang="en-GB" b="1" dirty="0"/>
              <a:t>Entering Ex Mode</a:t>
            </a:r>
          </a:p>
          <a:p>
            <a:pPr marL="285750" indent="-285750">
              <a:buFont typeface="Arial" panose="020B0604020202020204" pitchFamily="34" charset="0"/>
              <a:buChar char="•"/>
            </a:pPr>
            <a:r>
              <a:rPr lang="en-GB" dirty="0"/>
              <a:t>Ex commands begin with :</a:t>
            </a:r>
          </a:p>
          <a:p>
            <a:pPr marL="285750" indent="-285750">
              <a:buFont typeface="Arial" panose="020B0604020202020204" pitchFamily="34" charset="0"/>
              <a:buChar char="•"/>
            </a:pPr>
            <a:r>
              <a:rPr lang="en-GB" dirty="0"/>
              <a:t>The command line appears at the bottom of the screen</a:t>
            </a:r>
          </a:p>
          <a:p>
            <a:pPr marL="285750" indent="-285750">
              <a:buFont typeface="Arial" panose="020B0604020202020204" pitchFamily="34" charset="0"/>
              <a:buChar char="•"/>
            </a:pPr>
            <a:r>
              <a:rPr lang="en-GB" dirty="0"/>
              <a:t>Type the command and press &lt;CR&gt; to execute</a:t>
            </a:r>
          </a:p>
          <a:p>
            <a:pPr marL="285750" indent="-285750">
              <a:buFont typeface="Arial" panose="020B0604020202020204" pitchFamily="34" charset="0"/>
              <a:buChar char="•"/>
            </a:pPr>
            <a:r>
              <a:rPr lang="en-GB" dirty="0"/>
              <a:t>After execution, Vim returns to Command Mode</a:t>
            </a:r>
          </a:p>
          <a:p>
            <a:r>
              <a:rPr lang="en-GB" b="1" dirty="0"/>
              <a:t>Common Uses</a:t>
            </a:r>
          </a:p>
          <a:p>
            <a:pPr marL="285750" indent="-285750">
              <a:buFont typeface="Arial" panose="020B0604020202020204" pitchFamily="34" charset="0"/>
              <a:buChar char="•"/>
            </a:pPr>
            <a:r>
              <a:rPr lang="en-GB" dirty="0"/>
              <a:t>Save and quit files (:w, :q, :</a:t>
            </a:r>
            <a:r>
              <a:rPr lang="en-GB" dirty="0" err="1"/>
              <a:t>wq</a:t>
            </a:r>
            <a:r>
              <a:rPr lang="en-GB" dirty="0"/>
              <a:t>)</a:t>
            </a:r>
          </a:p>
          <a:p>
            <a:pPr marL="285750" indent="-285750">
              <a:buFont typeface="Arial" panose="020B0604020202020204" pitchFamily="34" charset="0"/>
              <a:buChar char="•"/>
            </a:pPr>
            <a:r>
              <a:rPr lang="en-GB" dirty="0"/>
              <a:t>Search and replace text</a:t>
            </a:r>
          </a:p>
          <a:p>
            <a:pPr marL="285750" indent="-285750">
              <a:buFont typeface="Arial" panose="020B0604020202020204" pitchFamily="34" charset="0"/>
              <a:buChar char="•"/>
            </a:pPr>
            <a:r>
              <a:rPr lang="en-GB" dirty="0"/>
              <a:t>Configure Vim settings (:set number)</a:t>
            </a:r>
          </a:p>
          <a:p>
            <a:pPr marL="285750" indent="-285750">
              <a:buFont typeface="Arial" panose="020B0604020202020204" pitchFamily="34" charset="0"/>
              <a:buChar char="•"/>
            </a:pPr>
            <a:r>
              <a:rPr lang="en-GB" dirty="0"/>
              <a:t>Perform commands on specific lines or ranges</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24</a:t>
            </a:fld>
            <a:endParaRPr lang="en-US" noProof="0" dirty="0"/>
          </a:p>
        </p:txBody>
      </p:sp>
      <p:sp>
        <p:nvSpPr>
          <p:cNvPr id="3" name="TextBox 2">
            <a:extLst>
              <a:ext uri="{FF2B5EF4-FFF2-40B4-BE49-F238E27FC236}">
                <a16:creationId xmlns:a16="http://schemas.microsoft.com/office/drawing/2014/main" id="{590AE8E0-D1B2-758F-0D09-6ED6E9DB5E4E}"/>
              </a:ext>
            </a:extLst>
          </p:cNvPr>
          <p:cNvSpPr txBox="1"/>
          <p:nvPr/>
        </p:nvSpPr>
        <p:spPr>
          <a:xfrm>
            <a:off x="2512435" y="6198800"/>
            <a:ext cx="7167130" cy="400110"/>
          </a:xfrm>
          <a:prstGeom prst="rect">
            <a:avLst/>
          </a:prstGeom>
          <a:solidFill>
            <a:schemeClr val="accent4">
              <a:lumMod val="40000"/>
              <a:lumOff val="60000"/>
            </a:schemeClr>
          </a:solidFill>
          <a:ln>
            <a:noFill/>
          </a:ln>
        </p:spPr>
        <p:txBody>
          <a:bodyPr wrap="square" rtlCol="0">
            <a:spAutoFit/>
          </a:bodyPr>
          <a:lstStyle/>
          <a:p>
            <a:pPr algn="ctr"/>
            <a:r>
              <a:rPr lang="en-GB" sz="2000"/>
              <a:t>Commands operate on the current line unless a range is specified</a:t>
            </a:r>
            <a:endParaRPr lang="en-GB" sz="2000" dirty="0"/>
          </a:p>
        </p:txBody>
      </p:sp>
    </p:spTree>
    <p:extLst>
      <p:ext uri="{BB962C8B-B14F-4D97-AF65-F5344CB8AC3E}">
        <p14:creationId xmlns:p14="http://schemas.microsoft.com/office/powerpoint/2010/main" val="5053103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D9C2E53-780C-AE6B-CAB7-7153E4290A61}"/>
              </a:ext>
            </a:extLst>
          </p:cNvPr>
          <p:cNvSpPr>
            <a:spLocks noGrp="1"/>
          </p:cNvSpPr>
          <p:nvPr>
            <p:ph type="ctrTitle"/>
          </p:nvPr>
        </p:nvSpPr>
        <p:spPr/>
        <p:txBody>
          <a:bodyPr/>
          <a:lstStyle/>
          <a:p>
            <a:r>
              <a:rPr lang="en-US" noProof="0" dirty="0"/>
              <a:t>Configuring Vim Options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endParaRPr lang="en-US" sz="3200" noProof="0" dirty="0"/>
          </a:p>
          <a:p>
            <a:endParaRPr lang="en-US" sz="3200" noProof="0" dirty="0"/>
          </a:p>
        </p:txBody>
      </p:sp>
      <p:sp>
        <p:nvSpPr>
          <p:cNvPr id="10" name="Text Placeholder 9">
            <a:extLst>
              <a:ext uri="{FF2B5EF4-FFF2-40B4-BE49-F238E27FC236}">
                <a16:creationId xmlns:a16="http://schemas.microsoft.com/office/drawing/2014/main" id="{4DD5D65A-1762-2069-E2DD-CE8E387CFEE7}"/>
              </a:ext>
            </a:extLst>
          </p:cNvPr>
          <p:cNvSpPr>
            <a:spLocks noGrp="1"/>
          </p:cNvSpPr>
          <p:nvPr>
            <p:ph type="body" sz="quarter" idx="15"/>
          </p:nvPr>
        </p:nvSpPr>
        <p:spPr>
          <a:xfrm>
            <a:off x="620842" y="1733108"/>
            <a:ext cx="5135800" cy="4061405"/>
          </a:xfrm>
        </p:spPr>
        <p:txBody>
          <a:bodyPr/>
          <a:lstStyle/>
          <a:p>
            <a:r>
              <a:rPr lang="en-GB" b="1" dirty="0"/>
              <a:t>Most Vim settings follow this pattern:</a:t>
            </a:r>
          </a:p>
          <a:p>
            <a:r>
              <a:rPr lang="en-GB" b="1" dirty="0"/>
              <a:t>Turn an option on:</a:t>
            </a:r>
          </a:p>
          <a:p>
            <a:endParaRPr lang="en-GB" b="1" dirty="0"/>
          </a:p>
          <a:p>
            <a:r>
              <a:rPr lang="en-GB" b="1" dirty="0"/>
              <a:t>Turn an option off:</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25</a:t>
            </a:fld>
            <a:endParaRPr lang="en-US" noProof="0" dirty="0"/>
          </a:p>
        </p:txBody>
      </p:sp>
      <p:pic>
        <p:nvPicPr>
          <p:cNvPr id="4" name="Picture 3" descr="A screenshot of a computer&#10;&#10;Description automatically generated with medium confidence">
            <a:extLst>
              <a:ext uri="{FF2B5EF4-FFF2-40B4-BE49-F238E27FC236}">
                <a16:creationId xmlns:a16="http://schemas.microsoft.com/office/drawing/2014/main" id="{456E3F4B-2FC5-3D31-212A-099441AEDCDB}"/>
              </a:ext>
            </a:extLst>
          </p:cNvPr>
          <p:cNvPicPr>
            <a:picLocks noChangeAspect="1"/>
          </p:cNvPicPr>
          <p:nvPr/>
        </p:nvPicPr>
        <p:blipFill>
          <a:blip r:embed="rId3"/>
          <a:srcRect t="-10597" r="39444" b="34860"/>
          <a:stretch>
            <a:fillRect/>
          </a:stretch>
        </p:blipFill>
        <p:spPr>
          <a:xfrm>
            <a:off x="6544232" y="1680505"/>
            <a:ext cx="5395121" cy="4061404"/>
          </a:xfrm>
          <a:prstGeom prst="rect">
            <a:avLst/>
          </a:prstGeom>
        </p:spPr>
      </p:pic>
      <p:graphicFrame>
        <p:nvGraphicFramePr>
          <p:cNvPr id="6" name="Table 7">
            <a:extLst>
              <a:ext uri="{FF2B5EF4-FFF2-40B4-BE49-F238E27FC236}">
                <a16:creationId xmlns:a16="http://schemas.microsoft.com/office/drawing/2014/main" id="{F2277554-031C-CB3B-F0D4-F09BF6EF1683}"/>
              </a:ext>
            </a:extLst>
          </p:cNvPr>
          <p:cNvGraphicFramePr>
            <a:graphicFrameLocks noGrp="1"/>
          </p:cNvGraphicFramePr>
          <p:nvPr>
            <p:extLst>
              <p:ext uri="{D42A27DB-BD31-4B8C-83A1-F6EECF244321}">
                <p14:modId xmlns:p14="http://schemas.microsoft.com/office/powerpoint/2010/main" val="2750735755"/>
              </p:ext>
            </p:extLst>
          </p:nvPr>
        </p:nvGraphicFramePr>
        <p:xfrm>
          <a:off x="948079" y="3763810"/>
          <a:ext cx="4808562" cy="2225040"/>
        </p:xfrm>
        <a:graphic>
          <a:graphicData uri="http://schemas.openxmlformats.org/drawingml/2006/table">
            <a:tbl>
              <a:tblPr firstRow="1" bandRow="1">
                <a:tableStyleId>{7DF18680-E054-41AD-8BC1-D1AEF772440D}</a:tableStyleId>
              </a:tblPr>
              <a:tblGrid>
                <a:gridCol w="1876764">
                  <a:extLst>
                    <a:ext uri="{9D8B030D-6E8A-4147-A177-3AD203B41FA5}">
                      <a16:colId xmlns:a16="http://schemas.microsoft.com/office/drawing/2014/main" val="933050691"/>
                    </a:ext>
                  </a:extLst>
                </a:gridCol>
                <a:gridCol w="2931798">
                  <a:extLst>
                    <a:ext uri="{9D8B030D-6E8A-4147-A177-3AD203B41FA5}">
                      <a16:colId xmlns:a16="http://schemas.microsoft.com/office/drawing/2014/main" val="710989049"/>
                    </a:ext>
                  </a:extLst>
                </a:gridCol>
              </a:tblGrid>
              <a:tr h="37084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Option</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Result</a:t>
                      </a:r>
                    </a:p>
                  </a:txBody>
                  <a:tcPr/>
                </a:tc>
                <a:extLst>
                  <a:ext uri="{0D108BD9-81ED-4DB2-BD59-A6C34878D82A}">
                    <a16:rowId xmlns:a16="http://schemas.microsoft.com/office/drawing/2014/main" val="31313035"/>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0" noProof="0" dirty="0">
                          <a:latin typeface="Hack" panose="020B0609030202020204"/>
                        </a:rPr>
                        <a:t>:set number</a:t>
                      </a:r>
                      <a:endParaRPr lang="en-US" sz="1800" b="0" noProof="0" dirty="0">
                        <a:latin typeface="Hack" panose="020B0609030202020204"/>
                        <a:ea typeface="Hack" panose="020B0609030202020204" pitchFamily="49" charset="0"/>
                        <a:cs typeface="Hack" panose="020B0609030202020204" pitchFamily="49"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latin typeface="+mn-lt"/>
                        </a:rPr>
                        <a:t>Show line numbers</a:t>
                      </a:r>
                    </a:p>
                  </a:txBody>
                  <a:tcPr/>
                </a:tc>
                <a:extLst>
                  <a:ext uri="{0D108BD9-81ED-4DB2-BD59-A6C34878D82A}">
                    <a16:rowId xmlns:a16="http://schemas.microsoft.com/office/drawing/2014/main" val="4101725966"/>
                  </a:ext>
                </a:extLst>
              </a:tr>
              <a:tr h="370840">
                <a:tc>
                  <a:txBody>
                    <a:bodyPr/>
                    <a:lstStyle/>
                    <a:p>
                      <a:pPr marL="0" indent="0">
                        <a:buFont typeface="Arial" panose="020B0604020202020204" pitchFamily="34" charset="0"/>
                        <a:buNone/>
                      </a:pPr>
                      <a:r>
                        <a:rPr lang="en-US" sz="1800" noProof="0" dirty="0">
                          <a:latin typeface="Hack" panose="020B0609030202020204"/>
                        </a:rPr>
                        <a:t>:set </a:t>
                      </a:r>
                      <a:r>
                        <a:rPr lang="en-US" sz="1800" b="1" noProof="0" dirty="0" err="1">
                          <a:solidFill>
                            <a:srgbClr val="FF0000"/>
                          </a:solidFill>
                          <a:latin typeface="Hack" panose="020B0609030202020204"/>
                        </a:rPr>
                        <a:t>no</a:t>
                      </a:r>
                      <a:r>
                        <a:rPr lang="en-US" sz="1800" noProof="0" dirty="0" err="1">
                          <a:latin typeface="Hack" panose="020B0609030202020204"/>
                        </a:rPr>
                        <a:t>number</a:t>
                      </a:r>
                      <a:endParaRPr lang="en-US" sz="1800" noProof="0" dirty="0">
                        <a:solidFill>
                          <a:srgbClr val="FF0000"/>
                        </a:solidFill>
                        <a:latin typeface="Hack" panose="020B0609030202020204"/>
                        <a:ea typeface="Hack" panose="020B0609030202020204" pitchFamily="49" charset="0"/>
                        <a:cs typeface="Hack" panose="020B0609030202020204" pitchFamily="49"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latin typeface="+mn-lt"/>
                        </a:rPr>
                        <a:t>Hide line numbers</a:t>
                      </a:r>
                    </a:p>
                  </a:txBody>
                  <a:tcPr/>
                </a:tc>
                <a:extLst>
                  <a:ext uri="{0D108BD9-81ED-4DB2-BD59-A6C34878D82A}">
                    <a16:rowId xmlns:a16="http://schemas.microsoft.com/office/drawing/2014/main" val="3945440434"/>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latin typeface="Hack" panose="020B0609030202020204"/>
                        </a:rPr>
                        <a:t>:set </a:t>
                      </a:r>
                      <a:r>
                        <a:rPr lang="en-US" sz="1800" noProof="0" dirty="0" err="1">
                          <a:solidFill>
                            <a:schemeClr val="tx1"/>
                          </a:solidFill>
                          <a:latin typeface="Hack" panose="020B0609030202020204"/>
                        </a:rPr>
                        <a:t>autoindent</a:t>
                      </a:r>
                      <a:endParaRPr lang="en-US" sz="1800" noProof="0"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latin typeface="+mn-lt"/>
                        </a:rPr>
                        <a:t>Enable auto-indent</a:t>
                      </a:r>
                    </a:p>
                  </a:txBody>
                  <a:tcPr/>
                </a:tc>
                <a:extLst>
                  <a:ext uri="{0D108BD9-81ED-4DB2-BD59-A6C34878D82A}">
                    <a16:rowId xmlns:a16="http://schemas.microsoft.com/office/drawing/2014/main" val="3868070628"/>
                  </a:ext>
                </a:extLst>
              </a:tr>
              <a:tr h="370840">
                <a:tc>
                  <a:txBody>
                    <a:bodyPr/>
                    <a:lstStyle/>
                    <a:p>
                      <a:pPr marL="0" indent="0">
                        <a:buFont typeface="Arial" panose="020B0604020202020204" pitchFamily="34" charset="0"/>
                        <a:buNone/>
                      </a:pPr>
                      <a:r>
                        <a:rPr lang="en-US" sz="1800" noProof="0" dirty="0">
                          <a:latin typeface="Hack" panose="020B0609030202020204"/>
                        </a:rPr>
                        <a:t>:set </a:t>
                      </a:r>
                      <a:r>
                        <a:rPr lang="en-US" sz="1800" b="1" noProof="0" dirty="0" err="1">
                          <a:solidFill>
                            <a:srgbClr val="FF0000"/>
                          </a:solidFill>
                          <a:latin typeface="Hack" panose="020B0609030202020204"/>
                        </a:rPr>
                        <a:t>no</a:t>
                      </a:r>
                      <a:r>
                        <a:rPr lang="en-US" sz="1800" noProof="0" dirty="0" err="1">
                          <a:latin typeface="Hack" panose="020B0609030202020204"/>
                        </a:rPr>
                        <a:t>autoindent</a:t>
                      </a:r>
                      <a:endParaRPr lang="en-US" sz="1800" noProof="0" dirty="0">
                        <a:solidFill>
                          <a:srgbClr val="FF0000"/>
                        </a:solidFill>
                        <a:latin typeface="Hack" panose="020B0609030202020204"/>
                        <a:ea typeface="Hack" panose="020B0609030202020204" pitchFamily="49" charset="0"/>
                        <a:cs typeface="Hack" panose="020B0609030202020204" pitchFamily="49"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latin typeface="+mn-lt"/>
                        </a:rPr>
                        <a:t>Disable auto-indent</a:t>
                      </a:r>
                    </a:p>
                  </a:txBody>
                  <a:tcPr/>
                </a:tc>
                <a:extLst>
                  <a:ext uri="{0D108BD9-81ED-4DB2-BD59-A6C34878D82A}">
                    <a16:rowId xmlns:a16="http://schemas.microsoft.com/office/drawing/2014/main" val="2676931458"/>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latin typeface="Hack" panose="020B0609030202020204"/>
                        </a:rPr>
                        <a:t>:set </a:t>
                      </a:r>
                      <a:r>
                        <a:rPr lang="en-US" sz="1800" noProof="0" dirty="0" err="1">
                          <a:solidFill>
                            <a:schemeClr val="tx1"/>
                          </a:solidFill>
                          <a:latin typeface="Hack" panose="020B0609030202020204"/>
                        </a:rPr>
                        <a:t>ignorecase</a:t>
                      </a:r>
                      <a:endParaRPr lang="en-US" sz="1800" noProof="0"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latin typeface="+mn-lt"/>
                        </a:rPr>
                        <a:t>Ignore case when searching</a:t>
                      </a:r>
                    </a:p>
                  </a:txBody>
                  <a:tcPr/>
                </a:tc>
                <a:extLst>
                  <a:ext uri="{0D108BD9-81ED-4DB2-BD59-A6C34878D82A}">
                    <a16:rowId xmlns:a16="http://schemas.microsoft.com/office/drawing/2014/main" val="2882581932"/>
                  </a:ext>
                </a:extLst>
              </a:tr>
            </a:tbl>
          </a:graphicData>
        </a:graphic>
      </p:graphicFrame>
      <p:sp>
        <p:nvSpPr>
          <p:cNvPr id="11" name="Rectangle 3">
            <a:extLst>
              <a:ext uri="{FF2B5EF4-FFF2-40B4-BE49-F238E27FC236}">
                <a16:creationId xmlns:a16="http://schemas.microsoft.com/office/drawing/2014/main" id="{F1418B6A-6BEA-69AF-329B-5FBF17B73263}"/>
              </a:ext>
            </a:extLst>
          </p:cNvPr>
          <p:cNvSpPr>
            <a:spLocks noChangeArrowheads="1"/>
          </p:cNvSpPr>
          <p:nvPr/>
        </p:nvSpPr>
        <p:spPr bwMode="auto">
          <a:xfrm>
            <a:off x="948078" y="2497924"/>
            <a:ext cx="2002939"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4"/>
              </a:spcBef>
            </a:pPr>
            <a:r>
              <a:rPr lang="fr-FR" b="1" spc="-4" dirty="0">
                <a:solidFill>
                  <a:schemeClr val="bg1"/>
                </a:solidFill>
                <a:latin typeface="Consolas" panose="020B0609020204030204" pitchFamily="49" charset="0"/>
                <a:ea typeface="Hack" panose="020B0609030202020204" pitchFamily="49" charset="0"/>
                <a:cs typeface="Hack" panose="020B0609030202020204" pitchFamily="49" charset="0"/>
              </a:rPr>
              <a:t>:set </a:t>
            </a:r>
            <a:r>
              <a:rPr lang="fr-FR" b="1" spc="-4" dirty="0" err="1">
                <a:solidFill>
                  <a:schemeClr val="bg1"/>
                </a:solidFill>
                <a:latin typeface="Consolas" panose="020B0609020204030204" pitchFamily="49" charset="0"/>
                <a:ea typeface="Hack" panose="020B0609030202020204" pitchFamily="49" charset="0"/>
                <a:cs typeface="Hack" panose="020B0609030202020204" pitchFamily="49" charset="0"/>
              </a:rPr>
              <a:t>showmode</a:t>
            </a:r>
            <a:endParaRPr lang="fr-FR" b="1" spc="-4" dirty="0">
              <a:solidFill>
                <a:schemeClr val="bg1"/>
              </a:solidFill>
              <a:latin typeface="Consolas" panose="020B0609020204030204" pitchFamily="49" charset="0"/>
              <a:ea typeface="Hack" panose="020B0609030202020204" pitchFamily="49" charset="0"/>
              <a:cs typeface="Hack" panose="020B0609030202020204" pitchFamily="49" charset="0"/>
            </a:endParaRPr>
          </a:p>
        </p:txBody>
      </p:sp>
      <p:sp>
        <p:nvSpPr>
          <p:cNvPr id="12" name="Rectangle 3">
            <a:extLst>
              <a:ext uri="{FF2B5EF4-FFF2-40B4-BE49-F238E27FC236}">
                <a16:creationId xmlns:a16="http://schemas.microsoft.com/office/drawing/2014/main" id="{F59DF47A-FD10-D05B-12CC-9B845391ED25}"/>
              </a:ext>
            </a:extLst>
          </p:cNvPr>
          <p:cNvSpPr>
            <a:spLocks noChangeArrowheads="1"/>
          </p:cNvSpPr>
          <p:nvPr/>
        </p:nvSpPr>
        <p:spPr bwMode="auto">
          <a:xfrm>
            <a:off x="948078" y="3262740"/>
            <a:ext cx="2202445"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4"/>
              </a:spcBef>
            </a:pPr>
            <a:r>
              <a:rPr lang="fr-FR" b="1" spc="-4" dirty="0">
                <a:solidFill>
                  <a:schemeClr val="bg1"/>
                </a:solidFill>
                <a:latin typeface="Consolas" panose="020B0609020204030204" pitchFamily="49" charset="0"/>
                <a:ea typeface="Hack" panose="020B0609030202020204" pitchFamily="49" charset="0"/>
                <a:cs typeface="Hack" panose="020B0609030202020204" pitchFamily="49" charset="0"/>
              </a:rPr>
              <a:t>:set </a:t>
            </a:r>
            <a:r>
              <a:rPr lang="fr-FR" b="1" spc="-4" dirty="0" err="1">
                <a:solidFill>
                  <a:schemeClr val="accent4"/>
                </a:solidFill>
                <a:latin typeface="Consolas" panose="020B0609020204030204" pitchFamily="49" charset="0"/>
                <a:ea typeface="Hack" panose="020B0609030202020204" pitchFamily="49" charset="0"/>
                <a:cs typeface="Hack" panose="020B0609030202020204" pitchFamily="49" charset="0"/>
              </a:rPr>
              <a:t>no</a:t>
            </a:r>
            <a:r>
              <a:rPr lang="fr-FR" b="1" spc="-4" dirty="0" err="1">
                <a:solidFill>
                  <a:schemeClr val="bg1"/>
                </a:solidFill>
                <a:latin typeface="Consolas" panose="020B0609020204030204" pitchFamily="49" charset="0"/>
                <a:ea typeface="Hack" panose="020B0609030202020204" pitchFamily="49" charset="0"/>
                <a:cs typeface="Hack" panose="020B0609030202020204" pitchFamily="49" charset="0"/>
              </a:rPr>
              <a:t>showmode</a:t>
            </a:r>
            <a:endParaRPr lang="fr-FR" b="1" spc="-4" dirty="0">
              <a:solidFill>
                <a:schemeClr val="bg1"/>
              </a:solidFill>
              <a:latin typeface="Consolas" panose="020B0609020204030204" pitchFamily="49" charset="0"/>
              <a:ea typeface="Hack" panose="020B0609030202020204" pitchFamily="49" charset="0"/>
              <a:cs typeface="Hack" panose="020B0609030202020204" pitchFamily="49" charset="0"/>
            </a:endParaRPr>
          </a:p>
        </p:txBody>
      </p:sp>
      <p:sp>
        <p:nvSpPr>
          <p:cNvPr id="13" name="TextBox 12">
            <a:extLst>
              <a:ext uri="{FF2B5EF4-FFF2-40B4-BE49-F238E27FC236}">
                <a16:creationId xmlns:a16="http://schemas.microsoft.com/office/drawing/2014/main" id="{9D0B9CAF-44D0-2CC5-AEA8-B1BE47969AB9}"/>
              </a:ext>
            </a:extLst>
          </p:cNvPr>
          <p:cNvSpPr txBox="1"/>
          <p:nvPr/>
        </p:nvSpPr>
        <p:spPr>
          <a:xfrm>
            <a:off x="1911262" y="6311267"/>
            <a:ext cx="8369475" cy="400110"/>
          </a:xfrm>
          <a:prstGeom prst="rect">
            <a:avLst/>
          </a:prstGeom>
          <a:solidFill>
            <a:schemeClr val="accent4">
              <a:lumMod val="40000"/>
              <a:lumOff val="60000"/>
            </a:schemeClr>
          </a:solidFill>
          <a:ln>
            <a:noFill/>
          </a:ln>
        </p:spPr>
        <p:txBody>
          <a:bodyPr wrap="square" rtlCol="0">
            <a:spAutoFit/>
          </a:bodyPr>
          <a:lstStyle/>
          <a:p>
            <a:pPr algn="ctr"/>
            <a:r>
              <a:rPr lang="en-GB" sz="2000" dirty="0"/>
              <a:t>Most Vim options are enabled with </a:t>
            </a:r>
            <a:r>
              <a:rPr lang="en-GB" sz="2000" b="1" dirty="0"/>
              <a:t>:set option </a:t>
            </a:r>
            <a:r>
              <a:rPr lang="en-GB" sz="2000" dirty="0"/>
              <a:t>and disabled with :</a:t>
            </a:r>
            <a:r>
              <a:rPr lang="en-GB" sz="2000" b="1" dirty="0"/>
              <a:t>set </a:t>
            </a:r>
            <a:r>
              <a:rPr lang="en-GB" sz="2000" b="1" dirty="0" err="1"/>
              <a:t>nooption</a:t>
            </a:r>
            <a:endParaRPr lang="en-GB" sz="2000" b="1" dirty="0"/>
          </a:p>
        </p:txBody>
      </p:sp>
      <p:sp>
        <p:nvSpPr>
          <p:cNvPr id="16" name="Text Placeholder 9">
            <a:extLst>
              <a:ext uri="{FF2B5EF4-FFF2-40B4-BE49-F238E27FC236}">
                <a16:creationId xmlns:a16="http://schemas.microsoft.com/office/drawing/2014/main" id="{B3C39875-8E94-D9D6-9FAF-FC43BCAC21BD}"/>
              </a:ext>
            </a:extLst>
          </p:cNvPr>
          <p:cNvSpPr txBox="1">
            <a:spLocks/>
          </p:cNvSpPr>
          <p:nvPr/>
        </p:nvSpPr>
        <p:spPr>
          <a:xfrm>
            <a:off x="6435358" y="1733108"/>
            <a:ext cx="5135800" cy="4061405"/>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Show all vim settings:</a:t>
            </a:r>
          </a:p>
        </p:txBody>
      </p:sp>
      <p:sp>
        <p:nvSpPr>
          <p:cNvPr id="17" name="Rectangle 3">
            <a:extLst>
              <a:ext uri="{FF2B5EF4-FFF2-40B4-BE49-F238E27FC236}">
                <a16:creationId xmlns:a16="http://schemas.microsoft.com/office/drawing/2014/main" id="{5F7B22C8-C51F-FEE6-47C6-1099FA5C8942}"/>
              </a:ext>
            </a:extLst>
          </p:cNvPr>
          <p:cNvSpPr>
            <a:spLocks noChangeArrowheads="1"/>
          </p:cNvSpPr>
          <p:nvPr/>
        </p:nvSpPr>
        <p:spPr bwMode="auto">
          <a:xfrm>
            <a:off x="8655912" y="1686410"/>
            <a:ext cx="1419201"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4"/>
              </a:spcBef>
            </a:pPr>
            <a:r>
              <a:rPr lang="fr-FR" b="1" spc="-4" dirty="0">
                <a:solidFill>
                  <a:schemeClr val="bg1"/>
                </a:solidFill>
                <a:latin typeface="Consolas" panose="020B0609020204030204" pitchFamily="49" charset="0"/>
                <a:ea typeface="Hack" panose="020B0609030202020204" pitchFamily="49" charset="0"/>
                <a:cs typeface="Hack" panose="020B0609030202020204" pitchFamily="49" charset="0"/>
              </a:rPr>
              <a:t>:set all</a:t>
            </a:r>
          </a:p>
        </p:txBody>
      </p:sp>
      <p:pic>
        <p:nvPicPr>
          <p:cNvPr id="8" name="Picture 7">
            <a:extLst>
              <a:ext uri="{FF2B5EF4-FFF2-40B4-BE49-F238E27FC236}">
                <a16:creationId xmlns:a16="http://schemas.microsoft.com/office/drawing/2014/main" id="{AD40154A-4AE4-D437-D5BB-E55F18FE7E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6357" y="4142638"/>
            <a:ext cx="358432" cy="490322"/>
          </a:xfrm>
          <a:prstGeom prst="rect">
            <a:avLst/>
          </a:prstGeom>
        </p:spPr>
      </p:pic>
    </p:spTree>
    <p:extLst>
      <p:ext uri="{BB962C8B-B14F-4D97-AF65-F5344CB8AC3E}">
        <p14:creationId xmlns:p14="http://schemas.microsoft.com/office/powerpoint/2010/main" val="9225711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8946749-ED42-7D8E-19A1-39388A3549C5}"/>
              </a:ext>
            </a:extLst>
          </p:cNvPr>
          <p:cNvSpPr>
            <a:spLocks noGrp="1"/>
          </p:cNvSpPr>
          <p:nvPr>
            <p:ph type="ctrTitle"/>
          </p:nvPr>
        </p:nvSpPr>
        <p:spPr/>
        <p:txBody>
          <a:bodyPr/>
          <a:lstStyle/>
          <a:p>
            <a:r>
              <a:rPr lang="en-US" noProof="0" dirty="0"/>
              <a:t>Applying Commands to Specific Lines/Ranges</a:t>
            </a:r>
          </a:p>
        </p:txBody>
      </p:sp>
      <p:sp>
        <p:nvSpPr>
          <p:cNvPr id="2" name="Text Placeholder 1">
            <a:extLst>
              <a:ext uri="{FF2B5EF4-FFF2-40B4-BE49-F238E27FC236}">
                <a16:creationId xmlns:a16="http://schemas.microsoft.com/office/drawing/2014/main" id="{9B216265-20B3-4E21-0750-856C400FF8AC}"/>
              </a:ext>
            </a:extLst>
          </p:cNvPr>
          <p:cNvSpPr>
            <a:spLocks noGrp="1"/>
          </p:cNvSpPr>
          <p:nvPr>
            <p:ph sz="quarter" idx="4"/>
          </p:nvPr>
        </p:nvSpPr>
        <p:spPr/>
        <p:txBody>
          <a:bodyPr/>
          <a:lstStyle/>
          <a:p>
            <a:r>
              <a:rPr lang="en-US" b="1" noProof="0" dirty="0">
                <a:solidFill>
                  <a:schemeClr val="tx1"/>
                </a:solidFill>
              </a:rPr>
              <a:t>Single line addressing:</a:t>
            </a:r>
          </a:p>
          <a:p>
            <a:endParaRPr lang="en-US" b="1" noProof="0" dirty="0">
              <a:solidFill>
                <a:schemeClr val="tx1"/>
              </a:solidFill>
            </a:endParaRPr>
          </a:p>
          <a:p>
            <a:endParaRPr lang="en-US" b="1" noProof="0" dirty="0">
              <a:solidFill>
                <a:schemeClr val="tx1"/>
              </a:solidFill>
            </a:endParaRPr>
          </a:p>
          <a:p>
            <a:endParaRPr lang="en-US" b="1" noProof="0" dirty="0">
              <a:solidFill>
                <a:schemeClr val="tx1"/>
              </a:solidFill>
            </a:endParaRPr>
          </a:p>
          <a:p>
            <a:endParaRPr lang="en-US" b="1" noProof="0" dirty="0">
              <a:solidFill>
                <a:schemeClr val="tx1"/>
              </a:solidFill>
            </a:endParaRPr>
          </a:p>
          <a:p>
            <a:endParaRPr lang="en-US" b="1" noProof="0" dirty="0">
              <a:solidFill>
                <a:schemeClr val="tx1"/>
              </a:solidFill>
            </a:endParaRPr>
          </a:p>
          <a:p>
            <a:r>
              <a:rPr lang="en-US" b="1" noProof="0" dirty="0">
                <a:solidFill>
                  <a:schemeClr val="tx1"/>
                </a:solidFill>
              </a:rPr>
              <a:t>Range addressing:</a:t>
            </a:r>
          </a:p>
          <a:p>
            <a:endParaRPr lang="en-US" noProof="0" dirty="0"/>
          </a:p>
        </p:txBody>
      </p:sp>
      <p:sp>
        <p:nvSpPr>
          <p:cNvPr id="4" name="Slide Number Placeholder 3">
            <a:extLst>
              <a:ext uri="{FF2B5EF4-FFF2-40B4-BE49-F238E27FC236}">
                <a16:creationId xmlns:a16="http://schemas.microsoft.com/office/drawing/2014/main" id="{43B05374-7670-6D2B-B872-94DC3BBB9B90}"/>
              </a:ext>
            </a:extLst>
          </p:cNvPr>
          <p:cNvSpPr>
            <a:spLocks noGrp="1"/>
          </p:cNvSpPr>
          <p:nvPr>
            <p:ph type="sldNum" sz="quarter" idx="12"/>
          </p:nvPr>
        </p:nvSpPr>
        <p:spPr>
          <a:prstGeom prst="rect">
            <a:avLst/>
          </a:prstGeom>
        </p:spPr>
        <p:txBody>
          <a:bodyPr/>
          <a:lstStyle/>
          <a:p>
            <a:fld id="{EF892D59-8F09-EF4B-AD6D-DA609442F868}" type="slidenum">
              <a:rPr lang="en-US" noProof="0" smtClean="0"/>
              <a:pPr/>
              <a:t>26</a:t>
            </a:fld>
            <a:endParaRPr lang="en-US" noProof="0" dirty="0"/>
          </a:p>
        </p:txBody>
      </p:sp>
      <p:graphicFrame>
        <p:nvGraphicFramePr>
          <p:cNvPr id="10" name="Table 5">
            <a:extLst>
              <a:ext uri="{FF2B5EF4-FFF2-40B4-BE49-F238E27FC236}">
                <a16:creationId xmlns:a16="http://schemas.microsoft.com/office/drawing/2014/main" id="{CECD7FBD-60F3-5E28-8B98-6ECA11601874}"/>
              </a:ext>
            </a:extLst>
          </p:cNvPr>
          <p:cNvGraphicFramePr>
            <a:graphicFrameLocks noGrp="1"/>
          </p:cNvGraphicFramePr>
          <p:nvPr>
            <p:extLst>
              <p:ext uri="{D42A27DB-BD31-4B8C-83A1-F6EECF244321}">
                <p14:modId xmlns:p14="http://schemas.microsoft.com/office/powerpoint/2010/main" val="933090644"/>
              </p:ext>
            </p:extLst>
          </p:nvPr>
        </p:nvGraphicFramePr>
        <p:xfrm>
          <a:off x="826124" y="2139431"/>
          <a:ext cx="4426182" cy="1849120"/>
        </p:xfrm>
        <a:graphic>
          <a:graphicData uri="http://schemas.openxmlformats.org/drawingml/2006/table">
            <a:tbl>
              <a:tblPr firstRow="1" bandRow="1">
                <a:tableStyleId>{7DF18680-E054-41AD-8BC1-D1AEF772440D}</a:tableStyleId>
              </a:tblPr>
              <a:tblGrid>
                <a:gridCol w="1448562">
                  <a:extLst>
                    <a:ext uri="{9D8B030D-6E8A-4147-A177-3AD203B41FA5}">
                      <a16:colId xmlns:a16="http://schemas.microsoft.com/office/drawing/2014/main" val="2183185518"/>
                    </a:ext>
                  </a:extLst>
                </a:gridCol>
                <a:gridCol w="2977620">
                  <a:extLst>
                    <a:ext uri="{9D8B030D-6E8A-4147-A177-3AD203B41FA5}">
                      <a16:colId xmlns:a16="http://schemas.microsoft.com/office/drawing/2014/main" val="2073615317"/>
                    </a:ext>
                  </a:extLst>
                </a:gridCol>
              </a:tblGrid>
              <a:tr h="197777">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Ex command</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Action</a:t>
                      </a:r>
                    </a:p>
                  </a:txBody>
                  <a:tcPr/>
                </a:tc>
                <a:extLst>
                  <a:ext uri="{0D108BD9-81ED-4DB2-BD59-A6C34878D82A}">
                    <a16:rowId xmlns:a16="http://schemas.microsoft.com/office/drawing/2014/main" val="2242857144"/>
                  </a:ext>
                </a:extLst>
              </a:tr>
              <a:tr h="370840">
                <a:tc>
                  <a:txBody>
                    <a:bodyPr/>
                    <a:lstStyle/>
                    <a:p>
                      <a:r>
                        <a:rPr lang="en-US" sz="1800" b="1" noProof="0" dirty="0">
                          <a:latin typeface="Hack" panose="020B0609030202020204"/>
                        </a:rPr>
                        <a:t>:</a:t>
                      </a:r>
                      <a:r>
                        <a:rPr lang="en-US" sz="1800" b="1" noProof="0" dirty="0">
                          <a:solidFill>
                            <a:srgbClr val="FF0000"/>
                          </a:solidFill>
                          <a:latin typeface="Hack" panose="020B0609030202020204"/>
                        </a:rPr>
                        <a:t>command</a:t>
                      </a:r>
                      <a:endParaRPr lang="en-US" sz="1800" b="1" noProof="0" dirty="0">
                        <a:latin typeface="Hack" panose="020B0609030202020204"/>
                      </a:endParaRPr>
                    </a:p>
                  </a:txBody>
                  <a:tcPr/>
                </a:tc>
                <a:tc>
                  <a:txBody>
                    <a:bodyPr/>
                    <a:lstStyle/>
                    <a:p>
                      <a:r>
                        <a:rPr lang="en-US" sz="1800" noProof="0" dirty="0">
                          <a:latin typeface="+mn-lt"/>
                        </a:rPr>
                        <a:t>Execute to current line</a:t>
                      </a:r>
                      <a:endParaRPr lang="en-US" sz="1800" b="1" noProof="0" dirty="0">
                        <a:latin typeface="+mn-lt"/>
                      </a:endParaRPr>
                    </a:p>
                  </a:txBody>
                  <a:tcPr/>
                </a:tc>
                <a:extLst>
                  <a:ext uri="{0D108BD9-81ED-4DB2-BD59-A6C34878D82A}">
                    <a16:rowId xmlns:a16="http://schemas.microsoft.com/office/drawing/2014/main" val="4047315940"/>
                  </a:ext>
                </a:extLst>
              </a:tr>
              <a:tr h="370840">
                <a:tc>
                  <a:txBody>
                    <a:bodyPr/>
                    <a:lstStyle/>
                    <a:p>
                      <a:r>
                        <a:rPr lang="en-US" sz="1800" b="1" noProof="0" dirty="0">
                          <a:latin typeface="Hack" panose="020B0609030202020204"/>
                        </a:rPr>
                        <a:t>:</a:t>
                      </a:r>
                      <a:r>
                        <a:rPr lang="en-US" sz="1800" b="1" noProof="0" dirty="0" err="1">
                          <a:latin typeface="Hack" panose="020B0609030202020204"/>
                        </a:rPr>
                        <a:t>n</a:t>
                      </a:r>
                      <a:r>
                        <a:rPr lang="en-US" sz="1800" b="1" noProof="0" dirty="0" err="1">
                          <a:solidFill>
                            <a:srgbClr val="FF0000"/>
                          </a:solidFill>
                          <a:latin typeface="Hack" panose="020B0609030202020204"/>
                        </a:rPr>
                        <a:t>command</a:t>
                      </a:r>
                      <a:endParaRPr lang="en-US" sz="1800" b="1" noProof="0" dirty="0">
                        <a:latin typeface="Hack" panose="020B0609030202020204"/>
                      </a:endParaRPr>
                    </a:p>
                  </a:txBody>
                  <a:tcPr/>
                </a:tc>
                <a:tc>
                  <a:txBody>
                    <a:bodyPr/>
                    <a:lstStyle/>
                    <a:p>
                      <a:r>
                        <a:rPr lang="en-US" sz="1800" noProof="0" dirty="0">
                          <a:latin typeface="+mn-lt"/>
                        </a:rPr>
                        <a:t>Execute to line </a:t>
                      </a:r>
                      <a:r>
                        <a:rPr lang="en-US" sz="1800" b="1" noProof="0" dirty="0">
                          <a:latin typeface="+mn-lt"/>
                        </a:rPr>
                        <a:t>n</a:t>
                      </a:r>
                    </a:p>
                  </a:txBody>
                  <a:tcPr/>
                </a:tc>
                <a:extLst>
                  <a:ext uri="{0D108BD9-81ED-4DB2-BD59-A6C34878D82A}">
                    <a16:rowId xmlns:a16="http://schemas.microsoft.com/office/drawing/2014/main" val="3729469966"/>
                  </a:ext>
                </a:extLst>
              </a:tr>
              <a:tr h="370840">
                <a:tc>
                  <a:txBody>
                    <a:bodyPr/>
                    <a:lstStyle/>
                    <a:p>
                      <a:r>
                        <a:rPr lang="en-US" sz="1800" b="1" noProof="0" dirty="0">
                          <a:latin typeface="Hack" panose="020B0609030202020204"/>
                        </a:rPr>
                        <a:t>:1</a:t>
                      </a:r>
                      <a:r>
                        <a:rPr lang="en-US" sz="1800" b="1" noProof="0" dirty="0">
                          <a:solidFill>
                            <a:srgbClr val="FF0000"/>
                          </a:solidFill>
                          <a:latin typeface="Hack" panose="020B0609030202020204"/>
                        </a:rPr>
                        <a:t>command</a:t>
                      </a:r>
                      <a:endParaRPr lang="en-US" sz="1800" noProof="0" dirty="0">
                        <a:latin typeface="Hack" panose="020B0609030202020204"/>
                      </a:endParaRPr>
                    </a:p>
                  </a:txBody>
                  <a:tcPr/>
                </a:tc>
                <a:tc>
                  <a:txBody>
                    <a:bodyPr/>
                    <a:lstStyle/>
                    <a:p>
                      <a:r>
                        <a:rPr lang="en-US" sz="1800" noProof="0" dirty="0">
                          <a:latin typeface="+mn-lt"/>
                        </a:rPr>
                        <a:t>Execute to first line</a:t>
                      </a:r>
                    </a:p>
                  </a:txBody>
                  <a:tcPr/>
                </a:tc>
                <a:extLst>
                  <a:ext uri="{0D108BD9-81ED-4DB2-BD59-A6C34878D82A}">
                    <a16:rowId xmlns:a16="http://schemas.microsoft.com/office/drawing/2014/main" val="1861502600"/>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noProof="0" dirty="0">
                          <a:latin typeface="Hack" panose="020B0609030202020204"/>
                        </a:rPr>
                        <a:t>:$</a:t>
                      </a:r>
                      <a:r>
                        <a:rPr lang="en-US" sz="1800" b="1" noProof="0" dirty="0">
                          <a:solidFill>
                            <a:srgbClr val="FF0000"/>
                          </a:solidFill>
                          <a:latin typeface="Hack" panose="020B0609030202020204"/>
                        </a:rPr>
                        <a:t>command</a:t>
                      </a:r>
                      <a:endParaRPr lang="en-US" sz="1800" noProof="0" dirty="0">
                        <a:latin typeface="Hack" panose="020B0609030202020204"/>
                      </a:endParaRPr>
                    </a:p>
                  </a:txBody>
                  <a:tcPr/>
                </a:tc>
                <a:tc>
                  <a:txBody>
                    <a:bodyPr/>
                    <a:lstStyle/>
                    <a:p>
                      <a:r>
                        <a:rPr lang="en-US" sz="1800" noProof="0" dirty="0">
                          <a:latin typeface="+mn-lt"/>
                        </a:rPr>
                        <a:t>Execute to last line</a:t>
                      </a:r>
                    </a:p>
                  </a:txBody>
                  <a:tcPr/>
                </a:tc>
                <a:extLst>
                  <a:ext uri="{0D108BD9-81ED-4DB2-BD59-A6C34878D82A}">
                    <a16:rowId xmlns:a16="http://schemas.microsoft.com/office/drawing/2014/main" val="446752320"/>
                  </a:ext>
                </a:extLst>
              </a:tr>
            </a:tbl>
          </a:graphicData>
        </a:graphic>
      </p:graphicFrame>
      <p:graphicFrame>
        <p:nvGraphicFramePr>
          <p:cNvPr id="11" name="Table 10">
            <a:extLst>
              <a:ext uri="{FF2B5EF4-FFF2-40B4-BE49-F238E27FC236}">
                <a16:creationId xmlns:a16="http://schemas.microsoft.com/office/drawing/2014/main" id="{1AA23AA9-B31B-97E2-9AC9-F8F5D65296CA}"/>
              </a:ext>
            </a:extLst>
          </p:cNvPr>
          <p:cNvGraphicFramePr>
            <a:graphicFrameLocks noGrp="1"/>
          </p:cNvGraphicFramePr>
          <p:nvPr>
            <p:extLst>
              <p:ext uri="{D42A27DB-BD31-4B8C-83A1-F6EECF244321}">
                <p14:modId xmlns:p14="http://schemas.microsoft.com/office/powerpoint/2010/main" val="2645768253"/>
              </p:ext>
            </p:extLst>
          </p:nvPr>
        </p:nvGraphicFramePr>
        <p:xfrm>
          <a:off x="826124" y="4394873"/>
          <a:ext cx="6293133" cy="1478280"/>
        </p:xfrm>
        <a:graphic>
          <a:graphicData uri="http://schemas.openxmlformats.org/drawingml/2006/table">
            <a:tbl>
              <a:tblPr firstRow="1" bandRow="1">
                <a:tableStyleId>{7DF18680-E054-41AD-8BC1-D1AEF772440D}</a:tableStyleId>
              </a:tblPr>
              <a:tblGrid>
                <a:gridCol w="2374276">
                  <a:extLst>
                    <a:ext uri="{9D8B030D-6E8A-4147-A177-3AD203B41FA5}">
                      <a16:colId xmlns:a16="http://schemas.microsoft.com/office/drawing/2014/main" val="2183185518"/>
                    </a:ext>
                  </a:extLst>
                </a:gridCol>
                <a:gridCol w="3918857">
                  <a:extLst>
                    <a:ext uri="{9D8B030D-6E8A-4147-A177-3AD203B41FA5}">
                      <a16:colId xmlns:a16="http://schemas.microsoft.com/office/drawing/2014/main" val="2073615317"/>
                    </a:ext>
                  </a:extLst>
                </a:gridCol>
              </a:tblGrid>
              <a:tr h="22188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Ex command</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Action</a:t>
                      </a:r>
                    </a:p>
                  </a:txBody>
                  <a:tcPr/>
                </a:tc>
                <a:extLst>
                  <a:ext uri="{0D108BD9-81ED-4DB2-BD59-A6C34878D82A}">
                    <a16:rowId xmlns:a16="http://schemas.microsoft.com/office/drawing/2014/main" val="2242857144"/>
                  </a:ext>
                </a:extLst>
              </a:tr>
              <a:tr h="370840">
                <a:tc>
                  <a:txBody>
                    <a:bodyPr/>
                    <a:lstStyle/>
                    <a:p>
                      <a:r>
                        <a:rPr lang="en-US" sz="1800" b="1" noProof="0" dirty="0">
                          <a:latin typeface="Hack" panose="020B0609030202020204"/>
                        </a:rPr>
                        <a:t>:</a:t>
                      </a:r>
                      <a:r>
                        <a:rPr lang="en-US" sz="1800" b="1" noProof="0" dirty="0" err="1">
                          <a:latin typeface="Hack" panose="020B0609030202020204"/>
                        </a:rPr>
                        <a:t>n,m</a:t>
                      </a:r>
                      <a:r>
                        <a:rPr lang="en-US" sz="1800" b="1" noProof="0" dirty="0" err="1">
                          <a:solidFill>
                            <a:srgbClr val="FF0000"/>
                          </a:solidFill>
                          <a:latin typeface="Hack" panose="020B0609030202020204"/>
                        </a:rPr>
                        <a:t>command</a:t>
                      </a:r>
                      <a:endParaRPr lang="en-US" sz="1800" b="1" noProof="0" dirty="0">
                        <a:latin typeface="Hack" panose="020B0609030202020204"/>
                      </a:endParaRPr>
                    </a:p>
                  </a:txBody>
                  <a:tcPr/>
                </a:tc>
                <a:tc>
                  <a:txBody>
                    <a:bodyPr/>
                    <a:lstStyle/>
                    <a:p>
                      <a:r>
                        <a:rPr lang="en-US" sz="1800" noProof="0" dirty="0">
                          <a:latin typeface="+mn-lt"/>
                        </a:rPr>
                        <a:t>Execute on lines </a:t>
                      </a:r>
                      <a:r>
                        <a:rPr lang="en-US" sz="1800" b="1" noProof="0" dirty="0">
                          <a:latin typeface="+mn-lt"/>
                        </a:rPr>
                        <a:t>n</a:t>
                      </a:r>
                      <a:r>
                        <a:rPr lang="en-US" sz="1800" noProof="0" dirty="0">
                          <a:latin typeface="+mn-lt"/>
                        </a:rPr>
                        <a:t> to </a:t>
                      </a:r>
                      <a:r>
                        <a:rPr lang="en-US" sz="1800" b="1" noProof="0" dirty="0">
                          <a:latin typeface="+mn-lt"/>
                        </a:rPr>
                        <a:t>m</a:t>
                      </a:r>
                      <a:r>
                        <a:rPr lang="en-US" sz="1800" noProof="0" dirty="0">
                          <a:latin typeface="+mn-lt"/>
                        </a:rPr>
                        <a:t> (inclusively)</a:t>
                      </a:r>
                    </a:p>
                  </a:txBody>
                  <a:tcPr/>
                </a:tc>
                <a:extLst>
                  <a:ext uri="{0D108BD9-81ED-4DB2-BD59-A6C34878D82A}">
                    <a16:rowId xmlns:a16="http://schemas.microsoft.com/office/drawing/2014/main" val="3729469966"/>
                  </a:ext>
                </a:extLst>
              </a:tr>
              <a:tr h="370840">
                <a:tc>
                  <a:txBody>
                    <a:bodyPr/>
                    <a:lstStyle/>
                    <a:p>
                      <a:r>
                        <a:rPr lang="en-US" sz="1800" b="1" noProof="0" dirty="0">
                          <a:latin typeface="Hack" panose="020B0609030202020204"/>
                        </a:rPr>
                        <a:t>:1,$</a:t>
                      </a:r>
                      <a:r>
                        <a:rPr lang="en-US" sz="1800" b="1" noProof="0" dirty="0">
                          <a:solidFill>
                            <a:srgbClr val="FF0000"/>
                          </a:solidFill>
                          <a:latin typeface="Hack" panose="020B0609030202020204"/>
                        </a:rPr>
                        <a:t>command</a:t>
                      </a:r>
                      <a:endParaRPr lang="en-US" sz="1800" noProof="0" dirty="0">
                        <a:latin typeface="Hack" panose="020B0609030202020204"/>
                      </a:endParaRPr>
                    </a:p>
                  </a:txBody>
                  <a:tcPr/>
                </a:tc>
                <a:tc>
                  <a:txBody>
                    <a:bodyPr/>
                    <a:lstStyle/>
                    <a:p>
                      <a:r>
                        <a:rPr lang="en-US" sz="1800" noProof="0" dirty="0">
                          <a:latin typeface="+mn-lt"/>
                        </a:rPr>
                        <a:t>Execute on all lines</a:t>
                      </a:r>
                    </a:p>
                  </a:txBody>
                  <a:tcPr/>
                </a:tc>
                <a:extLst>
                  <a:ext uri="{0D108BD9-81ED-4DB2-BD59-A6C34878D82A}">
                    <a16:rowId xmlns:a16="http://schemas.microsoft.com/office/drawing/2014/main" val="1861502600"/>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noProof="0" dirty="0">
                          <a:latin typeface="Hack" panose="020B0609030202020204"/>
                        </a:rPr>
                        <a:t>:/RE1/,/RE2/</a:t>
                      </a:r>
                      <a:r>
                        <a:rPr lang="en-US" sz="1800" b="1" noProof="0" dirty="0">
                          <a:solidFill>
                            <a:srgbClr val="FF0000"/>
                          </a:solidFill>
                          <a:latin typeface="Hack" panose="020B0609030202020204"/>
                        </a:rPr>
                        <a:t>command</a:t>
                      </a:r>
                      <a:endParaRPr lang="en-US" sz="1800" noProof="0" dirty="0">
                        <a:latin typeface="Hack" panose="020B0609030202020204"/>
                      </a:endParaRPr>
                    </a:p>
                  </a:txBody>
                  <a:tcPr/>
                </a:tc>
                <a:tc>
                  <a:txBody>
                    <a:bodyPr/>
                    <a:lstStyle/>
                    <a:p>
                      <a:r>
                        <a:rPr lang="en-US" sz="1800" noProof="0" dirty="0">
                          <a:latin typeface="+mn-lt"/>
                        </a:rPr>
                        <a:t>Execute on matching range</a:t>
                      </a:r>
                      <a:endParaRPr lang="en-US" sz="1800" i="1" noProof="0" dirty="0">
                        <a:latin typeface="+mn-lt"/>
                      </a:endParaRPr>
                    </a:p>
                  </a:txBody>
                  <a:tcPr/>
                </a:tc>
                <a:extLst>
                  <a:ext uri="{0D108BD9-81ED-4DB2-BD59-A6C34878D82A}">
                    <a16:rowId xmlns:a16="http://schemas.microsoft.com/office/drawing/2014/main" val="446752320"/>
                  </a:ext>
                </a:extLst>
              </a:tr>
            </a:tbl>
          </a:graphicData>
        </a:graphic>
      </p:graphicFrame>
      <p:sp>
        <p:nvSpPr>
          <p:cNvPr id="3" name="TextBox 2">
            <a:extLst>
              <a:ext uri="{FF2B5EF4-FFF2-40B4-BE49-F238E27FC236}">
                <a16:creationId xmlns:a16="http://schemas.microsoft.com/office/drawing/2014/main" id="{1652D694-F3A9-4975-95AB-A7BEF022BC1B}"/>
              </a:ext>
            </a:extLst>
          </p:cNvPr>
          <p:cNvSpPr txBox="1"/>
          <p:nvPr/>
        </p:nvSpPr>
        <p:spPr>
          <a:xfrm>
            <a:off x="2512145" y="6250206"/>
            <a:ext cx="7167130" cy="400110"/>
          </a:xfrm>
          <a:prstGeom prst="rect">
            <a:avLst/>
          </a:prstGeom>
          <a:solidFill>
            <a:schemeClr val="accent4">
              <a:lumMod val="40000"/>
              <a:lumOff val="60000"/>
            </a:schemeClr>
          </a:solidFill>
          <a:ln>
            <a:noFill/>
          </a:ln>
        </p:spPr>
        <p:txBody>
          <a:bodyPr wrap="square" rtlCol="0">
            <a:spAutoFit/>
          </a:bodyPr>
          <a:lstStyle/>
          <a:p>
            <a:pPr algn="ctr"/>
            <a:r>
              <a:rPr lang="en-GB" sz="2000" dirty="0"/>
              <a:t>By default, Ex commands operate on current line unless specified</a:t>
            </a:r>
          </a:p>
        </p:txBody>
      </p:sp>
    </p:spTree>
    <p:extLst>
      <p:ext uri="{BB962C8B-B14F-4D97-AF65-F5344CB8AC3E}">
        <p14:creationId xmlns:p14="http://schemas.microsoft.com/office/powerpoint/2010/main" val="10403565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10B6FDC-0E33-67E3-504E-95D1850665D3}"/>
              </a:ext>
            </a:extLst>
          </p:cNvPr>
          <p:cNvSpPr>
            <a:spLocks noGrp="1"/>
          </p:cNvSpPr>
          <p:nvPr>
            <p:ph type="ctrTitle"/>
          </p:nvPr>
        </p:nvSpPr>
        <p:spPr/>
        <p:txBody>
          <a:bodyPr/>
          <a:lstStyle/>
          <a:p>
            <a:r>
              <a:rPr lang="en-US" noProof="0" dirty="0"/>
              <a:t>Search and Replace Text</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0" indent="0">
              <a:buNone/>
            </a:pPr>
            <a:r>
              <a:rPr lang="en-US" b="1" noProof="0" dirty="0">
                <a:solidFill>
                  <a:schemeClr val="tx1"/>
                </a:solidFill>
              </a:rPr>
              <a:t>Command Syntax</a:t>
            </a:r>
          </a:p>
          <a:p>
            <a:pPr marL="0" indent="0">
              <a:buNone/>
            </a:pPr>
            <a:endParaRPr lang="en-US" b="1" dirty="0">
              <a:solidFill>
                <a:schemeClr val="tx1"/>
              </a:solidFill>
            </a:endParaRPr>
          </a:p>
          <a:p>
            <a:pPr marL="0" indent="0">
              <a:buNone/>
            </a:pPr>
            <a:r>
              <a:rPr lang="en-US" b="1" noProof="0" dirty="0">
                <a:solidFill>
                  <a:schemeClr val="tx1"/>
                </a:solidFill>
              </a:rPr>
              <a:t>Flags:</a:t>
            </a:r>
          </a:p>
          <a:p>
            <a:pPr marL="0" indent="0">
              <a:buNone/>
            </a:pPr>
            <a:endParaRPr lang="en-US" b="1" noProof="0" dirty="0">
              <a:solidFill>
                <a:schemeClr val="tx1"/>
              </a:solidFill>
            </a:endParaRPr>
          </a:p>
          <a:p>
            <a:pPr marL="0" indent="0">
              <a:buNone/>
            </a:pPr>
            <a:endParaRPr lang="en-US" b="1" dirty="0">
              <a:solidFill>
                <a:schemeClr val="tx1"/>
              </a:solidFill>
            </a:endParaRPr>
          </a:p>
          <a:p>
            <a:pPr marL="0" indent="0">
              <a:buNone/>
            </a:pPr>
            <a:endParaRPr lang="en-US" b="1" noProof="0" dirty="0">
              <a:solidFill>
                <a:schemeClr val="tx1"/>
              </a:solidFill>
            </a:endParaRPr>
          </a:p>
          <a:p>
            <a:pPr marL="0" indent="0">
              <a:buNone/>
            </a:pPr>
            <a:endParaRPr lang="en-US" b="1" noProof="0" dirty="0">
              <a:solidFill>
                <a:schemeClr val="tx1"/>
              </a:solidFill>
            </a:endParaRPr>
          </a:p>
          <a:p>
            <a:pPr marL="0" indent="0">
              <a:buNone/>
            </a:pPr>
            <a:r>
              <a:rPr lang="en-US" b="1" noProof="0" dirty="0">
                <a:solidFill>
                  <a:schemeClr val="tx1"/>
                </a:solidFill>
              </a:rPr>
              <a:t>Examples</a:t>
            </a:r>
            <a:r>
              <a:rPr lang="en-US" noProof="0" dirty="0">
                <a:solidFill>
                  <a:schemeClr val="tx1"/>
                </a:solidFill>
              </a:rPr>
              <a:t>:</a:t>
            </a:r>
          </a:p>
          <a:p>
            <a:endParaRPr lang="en-US" sz="32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27</a:t>
            </a:fld>
            <a:endParaRPr lang="en-US" noProof="0" dirty="0"/>
          </a:p>
        </p:txBody>
      </p:sp>
      <p:graphicFrame>
        <p:nvGraphicFramePr>
          <p:cNvPr id="9" name="Table 5">
            <a:extLst>
              <a:ext uri="{FF2B5EF4-FFF2-40B4-BE49-F238E27FC236}">
                <a16:creationId xmlns:a16="http://schemas.microsoft.com/office/drawing/2014/main" id="{CD75CFB4-49E9-1F55-4C7C-C8471874063C}"/>
              </a:ext>
            </a:extLst>
          </p:cNvPr>
          <p:cNvGraphicFramePr>
            <a:graphicFrameLocks noGrp="1"/>
          </p:cNvGraphicFramePr>
          <p:nvPr>
            <p:extLst>
              <p:ext uri="{D42A27DB-BD31-4B8C-83A1-F6EECF244321}">
                <p14:modId xmlns:p14="http://schemas.microsoft.com/office/powerpoint/2010/main" val="56582716"/>
              </p:ext>
            </p:extLst>
          </p:nvPr>
        </p:nvGraphicFramePr>
        <p:xfrm>
          <a:off x="1556494" y="4361663"/>
          <a:ext cx="9025211" cy="2318853"/>
        </p:xfrm>
        <a:graphic>
          <a:graphicData uri="http://schemas.openxmlformats.org/drawingml/2006/table">
            <a:tbl>
              <a:tblPr firstRow="1" bandRow="1">
                <a:tableStyleId>{7DF18680-E054-41AD-8BC1-D1AEF772440D}</a:tableStyleId>
              </a:tblPr>
              <a:tblGrid>
                <a:gridCol w="2180868">
                  <a:extLst>
                    <a:ext uri="{9D8B030D-6E8A-4147-A177-3AD203B41FA5}">
                      <a16:colId xmlns:a16="http://schemas.microsoft.com/office/drawing/2014/main" val="574467707"/>
                    </a:ext>
                  </a:extLst>
                </a:gridCol>
                <a:gridCol w="6844343">
                  <a:extLst>
                    <a:ext uri="{9D8B030D-6E8A-4147-A177-3AD203B41FA5}">
                      <a16:colId xmlns:a16="http://schemas.microsoft.com/office/drawing/2014/main" val="1543793797"/>
                    </a:ext>
                  </a:extLst>
                </a:gridCol>
              </a:tblGrid>
              <a:tr h="334755">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marL="0" indent="0" algn="ctr">
                        <a:buFont typeface="Arial" panose="020B0604020202020204" pitchFamily="34" charset="0"/>
                        <a:buNone/>
                      </a:pPr>
                      <a:r>
                        <a:rPr lang="en-US" sz="1800" noProof="0" dirty="0">
                          <a:solidFill>
                            <a:schemeClr val="tx1"/>
                          </a:solidFill>
                          <a:latin typeface="+mn-lt"/>
                        </a:rPr>
                        <a:t>Ex command</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marL="0" indent="0" algn="ctr">
                        <a:buFont typeface="Arial" panose="020B0604020202020204" pitchFamily="34" charset="0"/>
                        <a:buNone/>
                      </a:pPr>
                      <a:r>
                        <a:rPr lang="en-US" sz="1800" noProof="0" dirty="0">
                          <a:solidFill>
                            <a:schemeClr val="tx1"/>
                          </a:solidFill>
                          <a:latin typeface="+mn-lt"/>
                        </a:rPr>
                        <a:t>Result</a:t>
                      </a:r>
                    </a:p>
                  </a:txBody>
                  <a:tcPr/>
                </a:tc>
                <a:extLst>
                  <a:ext uri="{0D108BD9-81ED-4DB2-BD59-A6C34878D82A}">
                    <a16:rowId xmlns:a16="http://schemas.microsoft.com/office/drawing/2014/main" val="3168188515"/>
                  </a:ext>
                </a:extLst>
              </a:tr>
              <a:tr h="334755">
                <a:tc>
                  <a:txBody>
                    <a:bodyPr/>
                    <a:lstStyle/>
                    <a:p>
                      <a:r>
                        <a:rPr lang="en-US" sz="1800" b="1" noProof="0" dirty="0">
                          <a:solidFill>
                            <a:schemeClr val="tx1"/>
                          </a:solidFill>
                          <a:latin typeface="Hack"/>
                        </a:rPr>
                        <a:t>:s/old/new/</a:t>
                      </a:r>
                      <a:endParaRPr lang="en-US" sz="1800" noProof="0" dirty="0">
                        <a:solidFill>
                          <a:schemeClr val="tx1"/>
                        </a:solidFill>
                        <a:latin typeface="Hack"/>
                      </a:endParaRPr>
                    </a:p>
                  </a:txBody>
                  <a:tcPr/>
                </a:tc>
                <a:tc>
                  <a:txBody>
                    <a:bodyPr/>
                    <a:lstStyle/>
                    <a:p>
                      <a:r>
                        <a:rPr lang="en-GB" dirty="0"/>
                        <a:t>Replace first match on current line</a:t>
                      </a:r>
                      <a:endParaRPr lang="en-US" sz="1800" noProof="0" dirty="0">
                        <a:latin typeface="+mn-lt"/>
                      </a:endParaRPr>
                    </a:p>
                  </a:txBody>
                  <a:tcPr/>
                </a:tc>
                <a:extLst>
                  <a:ext uri="{0D108BD9-81ED-4DB2-BD59-A6C34878D82A}">
                    <a16:rowId xmlns:a16="http://schemas.microsoft.com/office/drawing/2014/main" val="3687238724"/>
                  </a:ext>
                </a:extLst>
              </a:tr>
              <a:tr h="334755">
                <a:tc>
                  <a:txBody>
                    <a:bodyPr/>
                    <a:lstStyle/>
                    <a:p>
                      <a:r>
                        <a:rPr lang="en-US" sz="1800" b="1" noProof="0" dirty="0">
                          <a:solidFill>
                            <a:schemeClr val="tx1"/>
                          </a:solidFill>
                          <a:latin typeface="Hack"/>
                        </a:rPr>
                        <a:t>:s/old/new/g</a:t>
                      </a:r>
                      <a:endParaRPr lang="en-US" sz="1800" noProof="0" dirty="0">
                        <a:solidFill>
                          <a:schemeClr val="tx1"/>
                        </a:solidFill>
                        <a:latin typeface="Hack"/>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Replace all matches on current line</a:t>
                      </a:r>
                      <a:endParaRPr lang="en-US" sz="1800" noProof="0" dirty="0">
                        <a:latin typeface="+mn-lt"/>
                      </a:endParaRPr>
                    </a:p>
                  </a:txBody>
                  <a:tcPr/>
                </a:tc>
                <a:extLst>
                  <a:ext uri="{0D108BD9-81ED-4DB2-BD59-A6C34878D82A}">
                    <a16:rowId xmlns:a16="http://schemas.microsoft.com/office/drawing/2014/main" val="3903260496"/>
                  </a:ext>
                </a:extLst>
              </a:tr>
              <a:tr h="334755">
                <a:tc>
                  <a:txBody>
                    <a:bodyPr/>
                    <a:lstStyle/>
                    <a:p>
                      <a:r>
                        <a:rPr lang="en-US" sz="1800" b="1" noProof="0" dirty="0">
                          <a:solidFill>
                            <a:schemeClr val="tx1"/>
                          </a:solidFill>
                          <a:latin typeface="Hack"/>
                        </a:rPr>
                        <a:t>:1,$s/old/new/g</a:t>
                      </a:r>
                      <a:endParaRPr lang="en-US" sz="1800" noProof="0" dirty="0">
                        <a:solidFill>
                          <a:schemeClr val="tx1"/>
                        </a:solidFill>
                        <a:latin typeface="Hack"/>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Replace all matches in entire file</a:t>
                      </a:r>
                      <a:endParaRPr lang="en-US" sz="1800" noProof="0" dirty="0">
                        <a:latin typeface="+mn-lt"/>
                      </a:endParaRPr>
                    </a:p>
                  </a:txBody>
                  <a:tcPr/>
                </a:tc>
                <a:extLst>
                  <a:ext uri="{0D108BD9-81ED-4DB2-BD59-A6C34878D82A}">
                    <a16:rowId xmlns:a16="http://schemas.microsoft.com/office/drawing/2014/main" val="3751613463"/>
                  </a:ext>
                </a:extLst>
              </a:tr>
              <a:tr h="334755">
                <a:tc>
                  <a:txBody>
                    <a:bodyPr/>
                    <a:lstStyle/>
                    <a:p>
                      <a:r>
                        <a:rPr lang="en-US" sz="1800" b="1" noProof="0" dirty="0">
                          <a:solidFill>
                            <a:schemeClr val="tx1"/>
                          </a:solidFill>
                          <a:latin typeface="Hack"/>
                        </a:rPr>
                        <a:t>:1,$s/old/new/</a:t>
                      </a:r>
                      <a:r>
                        <a:rPr lang="en-US" sz="1800" b="1" noProof="0" dirty="0" err="1">
                          <a:solidFill>
                            <a:schemeClr val="tx1"/>
                          </a:solidFill>
                          <a:latin typeface="Hack"/>
                        </a:rPr>
                        <a:t>gc</a:t>
                      </a:r>
                      <a:endParaRPr lang="en-US" sz="1800" noProof="0" dirty="0">
                        <a:solidFill>
                          <a:schemeClr val="tx1"/>
                        </a:solidFill>
                        <a:latin typeface="Hack"/>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Replace all matches in entire file, confirming each change</a:t>
                      </a:r>
                      <a:endParaRPr lang="en-US" sz="1800" noProof="0" dirty="0">
                        <a:latin typeface="+mn-lt"/>
                      </a:endParaRPr>
                    </a:p>
                  </a:txBody>
                  <a:tcPr/>
                </a:tc>
                <a:extLst>
                  <a:ext uri="{0D108BD9-81ED-4DB2-BD59-A6C34878D82A}">
                    <a16:rowId xmlns:a16="http://schemas.microsoft.com/office/drawing/2014/main" val="3936310487"/>
                  </a:ext>
                </a:extLst>
              </a:tr>
              <a:tr h="4900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noProof="0" dirty="0">
                          <a:solidFill>
                            <a:schemeClr val="tx1"/>
                          </a:solidFill>
                          <a:latin typeface="Hack"/>
                        </a:rPr>
                        <a:t>:14,20s/old/new/</a:t>
                      </a:r>
                      <a:r>
                        <a:rPr lang="en-US" sz="1800" b="1" noProof="0" dirty="0" err="1">
                          <a:solidFill>
                            <a:schemeClr val="tx1"/>
                          </a:solidFill>
                          <a:latin typeface="Hack"/>
                        </a:rPr>
                        <a:t>gc</a:t>
                      </a:r>
                      <a:endParaRPr lang="en-US" sz="1800" noProof="0" dirty="0">
                        <a:solidFill>
                          <a:schemeClr val="tx1"/>
                        </a:solidFill>
                        <a:latin typeface="Hack"/>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Replace all matches between lines 14 and 20, confirming each change</a:t>
                      </a:r>
                      <a:endParaRPr lang="en-US" sz="1800" noProof="0" dirty="0">
                        <a:latin typeface="+mn-lt"/>
                      </a:endParaRPr>
                    </a:p>
                  </a:txBody>
                  <a:tcPr/>
                </a:tc>
                <a:extLst>
                  <a:ext uri="{0D108BD9-81ED-4DB2-BD59-A6C34878D82A}">
                    <a16:rowId xmlns:a16="http://schemas.microsoft.com/office/drawing/2014/main" val="1401937279"/>
                  </a:ext>
                </a:extLst>
              </a:tr>
            </a:tbl>
          </a:graphicData>
        </a:graphic>
      </p:graphicFrame>
      <p:sp>
        <p:nvSpPr>
          <p:cNvPr id="3" name="Rectangle 3">
            <a:extLst>
              <a:ext uri="{FF2B5EF4-FFF2-40B4-BE49-F238E27FC236}">
                <a16:creationId xmlns:a16="http://schemas.microsoft.com/office/drawing/2014/main" id="{411779D4-C024-42BE-FFFF-05FFCB1BFAAB}"/>
              </a:ext>
            </a:extLst>
          </p:cNvPr>
          <p:cNvSpPr>
            <a:spLocks noChangeArrowheads="1"/>
          </p:cNvSpPr>
          <p:nvPr/>
        </p:nvSpPr>
        <p:spPr bwMode="auto">
          <a:xfrm>
            <a:off x="2379454" y="1657904"/>
            <a:ext cx="5738253" cy="512961"/>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4"/>
              </a:spcBef>
            </a:pPr>
            <a:r>
              <a:rPr lang="fr-FR" sz="2400" b="1" spc="-4" dirty="0">
                <a:solidFill>
                  <a:schemeClr val="bg1"/>
                </a:solidFill>
                <a:latin typeface="Consolas" panose="020B0609020204030204" pitchFamily="49" charset="0"/>
                <a:ea typeface="Hack" panose="020B0609030202020204" pitchFamily="49" charset="0"/>
                <a:cs typeface="Hack" panose="020B0609030202020204" pitchFamily="49" charset="0"/>
              </a:rPr>
              <a:t>:[range]</a:t>
            </a:r>
            <a:r>
              <a:rPr lang="fr-FR" sz="2400" b="1" spc="-4" dirty="0">
                <a:solidFill>
                  <a:schemeClr val="accent1"/>
                </a:solidFill>
                <a:latin typeface="Consolas" panose="020B0609020204030204" pitchFamily="49" charset="0"/>
                <a:ea typeface="Hack" panose="020B0609030202020204" pitchFamily="49" charset="0"/>
                <a:cs typeface="Hack" panose="020B0609030202020204" pitchFamily="49" charset="0"/>
              </a:rPr>
              <a:t>s</a:t>
            </a:r>
            <a:r>
              <a:rPr lang="fr-FR" sz="2400" b="1" spc="-4" dirty="0">
                <a:solidFill>
                  <a:srgbClr val="FFFF00"/>
                </a:solidFill>
                <a:latin typeface="Consolas" panose="020B0609020204030204" pitchFamily="49" charset="0"/>
                <a:ea typeface="Hack" panose="020B0609030202020204" pitchFamily="49" charset="0"/>
                <a:cs typeface="Hack" panose="020B0609030202020204" pitchFamily="49" charset="0"/>
              </a:rPr>
              <a:t>/</a:t>
            </a:r>
            <a:r>
              <a:rPr lang="fr-FR" sz="2400" b="1" spc="-4" dirty="0" err="1">
                <a:solidFill>
                  <a:srgbClr val="FFFF00"/>
                </a:solidFill>
                <a:latin typeface="Consolas" panose="020B0609020204030204" pitchFamily="49" charset="0"/>
                <a:ea typeface="Hack" panose="020B0609030202020204" pitchFamily="49" charset="0"/>
                <a:cs typeface="Hack" panose="020B0609030202020204" pitchFamily="49" charset="0"/>
              </a:rPr>
              <a:t>search</a:t>
            </a:r>
            <a:r>
              <a:rPr lang="fr-FR" sz="2400" b="1" spc="-4" dirty="0">
                <a:solidFill>
                  <a:srgbClr val="FFFF00"/>
                </a:solidFill>
                <a:latin typeface="Consolas" panose="020B0609020204030204" pitchFamily="49" charset="0"/>
                <a:ea typeface="Hack" panose="020B0609030202020204" pitchFamily="49" charset="0"/>
                <a:cs typeface="Hack" panose="020B0609030202020204" pitchFamily="49" charset="0"/>
              </a:rPr>
              <a:t>/replace/[flags]</a:t>
            </a:r>
          </a:p>
        </p:txBody>
      </p:sp>
      <p:graphicFrame>
        <p:nvGraphicFramePr>
          <p:cNvPr id="4" name="Table 5">
            <a:extLst>
              <a:ext uri="{FF2B5EF4-FFF2-40B4-BE49-F238E27FC236}">
                <a16:creationId xmlns:a16="http://schemas.microsoft.com/office/drawing/2014/main" id="{B93DAA64-7CCC-59AA-533E-F9AC721E8F23}"/>
              </a:ext>
            </a:extLst>
          </p:cNvPr>
          <p:cNvGraphicFramePr>
            <a:graphicFrameLocks noGrp="1"/>
          </p:cNvGraphicFramePr>
          <p:nvPr>
            <p:extLst>
              <p:ext uri="{D42A27DB-BD31-4B8C-83A1-F6EECF244321}">
                <p14:modId xmlns:p14="http://schemas.microsoft.com/office/powerpoint/2010/main" val="4239238930"/>
              </p:ext>
            </p:extLst>
          </p:nvPr>
        </p:nvGraphicFramePr>
        <p:xfrm>
          <a:off x="1556494" y="2469590"/>
          <a:ext cx="4936760" cy="1463040"/>
        </p:xfrm>
        <a:graphic>
          <a:graphicData uri="http://schemas.openxmlformats.org/drawingml/2006/table">
            <a:tbl>
              <a:tblPr firstRow="1" bandRow="1">
                <a:tableStyleId>{7DF18680-E054-41AD-8BC1-D1AEF772440D}</a:tableStyleId>
              </a:tblPr>
              <a:tblGrid>
                <a:gridCol w="1155789">
                  <a:extLst>
                    <a:ext uri="{9D8B030D-6E8A-4147-A177-3AD203B41FA5}">
                      <a16:colId xmlns:a16="http://schemas.microsoft.com/office/drawing/2014/main" val="574467707"/>
                    </a:ext>
                  </a:extLst>
                </a:gridCol>
                <a:gridCol w="3780971">
                  <a:extLst>
                    <a:ext uri="{9D8B030D-6E8A-4147-A177-3AD203B41FA5}">
                      <a16:colId xmlns:a16="http://schemas.microsoft.com/office/drawing/2014/main" val="1543793797"/>
                    </a:ext>
                  </a:extLst>
                </a:gridCol>
              </a:tblGrid>
              <a:tr h="342446">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Flags</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Meaning</a:t>
                      </a:r>
                    </a:p>
                  </a:txBody>
                  <a:tcPr/>
                </a:tc>
                <a:extLst>
                  <a:ext uri="{0D108BD9-81ED-4DB2-BD59-A6C34878D82A}">
                    <a16:rowId xmlns:a16="http://schemas.microsoft.com/office/drawing/2014/main" val="3168188515"/>
                  </a:ext>
                </a:extLst>
              </a:tr>
              <a:tr h="342446">
                <a:tc>
                  <a:txBody>
                    <a:bodyPr/>
                    <a:lstStyle/>
                    <a:p>
                      <a:pPr algn="ctr"/>
                      <a:r>
                        <a:rPr lang="en-US" sz="1800" b="1" noProof="0" dirty="0">
                          <a:solidFill>
                            <a:schemeClr val="tx1"/>
                          </a:solidFill>
                          <a:latin typeface="Hack"/>
                        </a:rPr>
                        <a:t>g</a:t>
                      </a:r>
                      <a:endParaRPr lang="en-US" sz="1800" noProof="0" dirty="0">
                        <a:solidFill>
                          <a:schemeClr val="tx1"/>
                        </a:solidFill>
                        <a:latin typeface="Hack"/>
                      </a:endParaRPr>
                    </a:p>
                  </a:txBody>
                  <a:tcPr/>
                </a:tc>
                <a:tc>
                  <a:txBody>
                    <a:bodyPr/>
                    <a:lstStyle/>
                    <a:p>
                      <a:r>
                        <a:rPr lang="en-US" sz="1800" noProof="0" dirty="0">
                          <a:latin typeface="+mn-lt"/>
                        </a:rPr>
                        <a:t>Replace all matches</a:t>
                      </a:r>
                    </a:p>
                  </a:txBody>
                  <a:tcPr/>
                </a:tc>
                <a:extLst>
                  <a:ext uri="{0D108BD9-81ED-4DB2-BD59-A6C34878D82A}">
                    <a16:rowId xmlns:a16="http://schemas.microsoft.com/office/drawing/2014/main" val="3687238724"/>
                  </a:ext>
                </a:extLst>
              </a:tr>
              <a:tr h="342446">
                <a:tc>
                  <a:txBody>
                    <a:bodyPr/>
                    <a:lstStyle/>
                    <a:p>
                      <a:pPr algn="ctr"/>
                      <a:r>
                        <a:rPr lang="en-US" sz="1800" b="1" noProof="0" dirty="0">
                          <a:solidFill>
                            <a:schemeClr val="tx1"/>
                          </a:solidFill>
                          <a:latin typeface="Hack"/>
                        </a:rPr>
                        <a:t>c</a:t>
                      </a:r>
                      <a:endParaRPr lang="en-US" sz="1800" noProof="0" dirty="0">
                        <a:solidFill>
                          <a:schemeClr val="tx1"/>
                        </a:solidFill>
                        <a:latin typeface="Hack"/>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latin typeface="+mn-lt"/>
                        </a:rPr>
                        <a:t>Confirm each replacement</a:t>
                      </a:r>
                    </a:p>
                  </a:txBody>
                  <a:tcPr/>
                </a:tc>
                <a:extLst>
                  <a:ext uri="{0D108BD9-81ED-4DB2-BD59-A6C34878D82A}">
                    <a16:rowId xmlns:a16="http://schemas.microsoft.com/office/drawing/2014/main" val="3903260496"/>
                  </a:ext>
                </a:extLst>
              </a:tr>
              <a:tr h="342446">
                <a:tc>
                  <a:txBody>
                    <a:bodyPr/>
                    <a:lstStyle/>
                    <a:p>
                      <a:pPr algn="ctr"/>
                      <a:r>
                        <a:rPr lang="en-US" sz="1800" b="1" noProof="0" dirty="0" err="1">
                          <a:solidFill>
                            <a:schemeClr val="tx1"/>
                          </a:solidFill>
                          <a:latin typeface="Hack"/>
                        </a:rPr>
                        <a:t>i</a:t>
                      </a:r>
                      <a:endParaRPr lang="en-US" sz="1800" noProof="0" dirty="0">
                        <a:solidFill>
                          <a:schemeClr val="tx1"/>
                        </a:solidFill>
                        <a:latin typeface="Hack"/>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latin typeface="+mn-lt"/>
                        </a:rPr>
                        <a:t>Ignore case when searching</a:t>
                      </a:r>
                    </a:p>
                  </a:txBody>
                  <a:tcPr/>
                </a:tc>
                <a:extLst>
                  <a:ext uri="{0D108BD9-81ED-4DB2-BD59-A6C34878D82A}">
                    <a16:rowId xmlns:a16="http://schemas.microsoft.com/office/drawing/2014/main" val="3751613463"/>
                  </a:ext>
                </a:extLst>
              </a:tr>
            </a:tbl>
          </a:graphicData>
        </a:graphic>
      </p:graphicFrame>
    </p:spTree>
    <p:extLst>
      <p:ext uri="{BB962C8B-B14F-4D97-AF65-F5344CB8AC3E}">
        <p14:creationId xmlns:p14="http://schemas.microsoft.com/office/powerpoint/2010/main" val="34960316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3F2D3CF-8D52-B0EC-35E6-0D88A0778F22}"/>
              </a:ext>
            </a:extLst>
          </p:cNvPr>
          <p:cNvSpPr>
            <a:spLocks noGrp="1"/>
          </p:cNvSpPr>
          <p:nvPr>
            <p:ph type="ctrTitle"/>
          </p:nvPr>
        </p:nvSpPr>
        <p:spPr/>
        <p:txBody>
          <a:bodyPr/>
          <a:lstStyle/>
          <a:p>
            <a:r>
              <a:rPr lang="en-US" noProof="0" dirty="0"/>
              <a:t>Reading Files and Command Output</a:t>
            </a:r>
          </a:p>
        </p:txBody>
      </p:sp>
      <p:sp>
        <p:nvSpPr>
          <p:cNvPr id="2" name="Text Placeholder 1">
            <a:extLst>
              <a:ext uri="{FF2B5EF4-FFF2-40B4-BE49-F238E27FC236}">
                <a16:creationId xmlns:a16="http://schemas.microsoft.com/office/drawing/2014/main" id="{9B216265-20B3-4E21-0750-856C400FF8AC}"/>
              </a:ext>
            </a:extLst>
          </p:cNvPr>
          <p:cNvSpPr>
            <a:spLocks noGrp="1"/>
          </p:cNvSpPr>
          <p:nvPr>
            <p:ph type="body" sz="quarter" idx="14"/>
          </p:nvPr>
        </p:nvSpPr>
        <p:spPr/>
        <p:txBody>
          <a:bodyPr/>
          <a:lstStyle/>
          <a:p>
            <a:pPr marL="0" indent="0">
              <a:buNone/>
            </a:pPr>
            <a:r>
              <a:rPr lang="en-GB" b="1" noProof="0" dirty="0">
                <a:solidFill>
                  <a:schemeClr val="tx1"/>
                </a:solidFill>
              </a:rPr>
              <a:t>Ex mode can:</a:t>
            </a:r>
          </a:p>
          <a:p>
            <a:pPr marL="285750" indent="-285750">
              <a:buFont typeface="Arial" panose="020B0604020202020204" pitchFamily="34" charset="0"/>
              <a:buChar char="•"/>
            </a:pPr>
            <a:r>
              <a:rPr lang="en-GB" dirty="0"/>
              <a:t>R</a:t>
            </a:r>
            <a:r>
              <a:rPr lang="en-GB" noProof="0" dirty="0" err="1">
                <a:solidFill>
                  <a:schemeClr val="tx1"/>
                </a:solidFill>
              </a:rPr>
              <a:t>ead</a:t>
            </a:r>
            <a:r>
              <a:rPr lang="en-GB" noProof="0" dirty="0">
                <a:solidFill>
                  <a:schemeClr val="tx1"/>
                </a:solidFill>
              </a:rPr>
              <a:t> the contents of files into the current document</a:t>
            </a:r>
          </a:p>
          <a:p>
            <a:pPr marL="285750" indent="-285750">
              <a:buFont typeface="Arial" panose="020B0604020202020204" pitchFamily="34" charset="0"/>
              <a:buChar char="•"/>
            </a:pPr>
            <a:r>
              <a:rPr lang="en-GB" dirty="0"/>
              <a:t>Execute </a:t>
            </a:r>
            <a:r>
              <a:rPr lang="en-GB" dirty="0" err="1"/>
              <a:t>sh</a:t>
            </a:r>
            <a:r>
              <a:rPr lang="en-GB" noProof="0" dirty="0">
                <a:solidFill>
                  <a:schemeClr val="tx1"/>
                </a:solidFill>
              </a:rPr>
              <a:t>ell commands and insert their output into the current document</a:t>
            </a:r>
            <a:endParaRPr lang="en-US" noProof="0" dirty="0">
              <a:solidFill>
                <a:schemeClr val="tx1"/>
              </a:solidFill>
            </a:endParaRPr>
          </a:p>
        </p:txBody>
      </p:sp>
      <p:sp>
        <p:nvSpPr>
          <p:cNvPr id="4" name="Slide Number Placeholder 3">
            <a:extLst>
              <a:ext uri="{FF2B5EF4-FFF2-40B4-BE49-F238E27FC236}">
                <a16:creationId xmlns:a16="http://schemas.microsoft.com/office/drawing/2014/main" id="{43B05374-7670-6D2B-B872-94DC3BBB9B90}"/>
              </a:ext>
            </a:extLst>
          </p:cNvPr>
          <p:cNvSpPr>
            <a:spLocks noGrp="1"/>
          </p:cNvSpPr>
          <p:nvPr>
            <p:ph type="sldNum" sz="quarter" idx="12"/>
          </p:nvPr>
        </p:nvSpPr>
        <p:spPr>
          <a:prstGeom prst="rect">
            <a:avLst/>
          </a:prstGeom>
        </p:spPr>
        <p:txBody>
          <a:bodyPr/>
          <a:lstStyle/>
          <a:p>
            <a:fld id="{EF892D59-8F09-EF4B-AD6D-DA609442F868}" type="slidenum">
              <a:rPr lang="en-US" noProof="0" smtClean="0"/>
              <a:pPr/>
              <a:t>28</a:t>
            </a:fld>
            <a:endParaRPr lang="en-US" noProof="0" dirty="0"/>
          </a:p>
        </p:txBody>
      </p:sp>
      <p:pic>
        <p:nvPicPr>
          <p:cNvPr id="3" name="Picture 4">
            <a:extLst>
              <a:ext uri="{FF2B5EF4-FFF2-40B4-BE49-F238E27FC236}">
                <a16:creationId xmlns:a16="http://schemas.microsoft.com/office/drawing/2014/main" id="{796FE2E3-EEF0-A94C-4CDD-99A749E767E8}"/>
              </a:ext>
            </a:extLst>
          </p:cNvPr>
          <p:cNvPicPr>
            <a:picLocks noChangeAspect="1" noChangeArrowheads="1"/>
          </p:cNvPicPr>
          <p:nvPr/>
        </p:nvPicPr>
        <p:blipFill>
          <a:blip r:embed="rId3" cstate="print"/>
          <a:srcRect/>
          <a:stretch>
            <a:fillRect/>
          </a:stretch>
        </p:blipFill>
        <p:spPr bwMode="auto">
          <a:xfrm>
            <a:off x="4936676" y="3217899"/>
            <a:ext cx="1159324" cy="1173587"/>
          </a:xfrm>
          <a:prstGeom prst="rect">
            <a:avLst/>
          </a:prstGeom>
          <a:noFill/>
          <a:ln w="9525">
            <a:noFill/>
            <a:round/>
            <a:headEnd/>
            <a:tailEnd/>
          </a:ln>
        </p:spPr>
      </p:pic>
      <p:graphicFrame>
        <p:nvGraphicFramePr>
          <p:cNvPr id="10" name="Table 5">
            <a:extLst>
              <a:ext uri="{FF2B5EF4-FFF2-40B4-BE49-F238E27FC236}">
                <a16:creationId xmlns:a16="http://schemas.microsoft.com/office/drawing/2014/main" id="{10FC5154-8DFF-D8F1-318A-28F1AC21342C}"/>
              </a:ext>
            </a:extLst>
          </p:cNvPr>
          <p:cNvGraphicFramePr>
            <a:graphicFrameLocks noGrp="1"/>
          </p:cNvGraphicFramePr>
          <p:nvPr>
            <p:extLst>
              <p:ext uri="{D42A27DB-BD31-4B8C-83A1-F6EECF244321}">
                <p14:modId xmlns:p14="http://schemas.microsoft.com/office/powerpoint/2010/main" val="2806215612"/>
              </p:ext>
            </p:extLst>
          </p:nvPr>
        </p:nvGraphicFramePr>
        <p:xfrm>
          <a:off x="807572" y="2913206"/>
          <a:ext cx="4053262" cy="1478280"/>
        </p:xfrm>
        <a:graphic>
          <a:graphicData uri="http://schemas.openxmlformats.org/drawingml/2006/table">
            <a:tbl>
              <a:tblPr firstRow="1" bandRow="1">
                <a:tableStyleId>{7DF18680-E054-41AD-8BC1-D1AEF772440D}</a:tableStyleId>
              </a:tblPr>
              <a:tblGrid>
                <a:gridCol w="1680176">
                  <a:extLst>
                    <a:ext uri="{9D8B030D-6E8A-4147-A177-3AD203B41FA5}">
                      <a16:colId xmlns:a16="http://schemas.microsoft.com/office/drawing/2014/main" val="574467707"/>
                    </a:ext>
                  </a:extLst>
                </a:gridCol>
                <a:gridCol w="2373086">
                  <a:extLst>
                    <a:ext uri="{9D8B030D-6E8A-4147-A177-3AD203B41FA5}">
                      <a16:colId xmlns:a16="http://schemas.microsoft.com/office/drawing/2014/main" val="1543793797"/>
                    </a:ext>
                  </a:extLst>
                </a:gridCol>
              </a:tblGrid>
              <a:tr h="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Command</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Example</a:t>
                      </a:r>
                    </a:p>
                  </a:txBody>
                  <a:tcPr/>
                </a:tc>
                <a:extLst>
                  <a:ext uri="{0D108BD9-81ED-4DB2-BD59-A6C34878D82A}">
                    <a16:rowId xmlns:a16="http://schemas.microsoft.com/office/drawing/2014/main" val="3168188515"/>
                  </a:ext>
                </a:extLst>
              </a:tr>
              <a:tr h="370840">
                <a:tc>
                  <a:txBody>
                    <a:bodyPr/>
                    <a:lstStyle/>
                    <a:p>
                      <a:r>
                        <a:rPr lang="en-US" sz="1800" b="1" noProof="0" dirty="0">
                          <a:solidFill>
                            <a:schemeClr val="tx1"/>
                          </a:solidFill>
                          <a:latin typeface="Hack"/>
                        </a:rPr>
                        <a:t>:r file</a:t>
                      </a:r>
                      <a:endParaRPr lang="en-US" sz="1800" i="1" noProof="0" dirty="0">
                        <a:solidFill>
                          <a:schemeClr val="tx1"/>
                        </a:solidFill>
                        <a:latin typeface="Hack"/>
                      </a:endParaRPr>
                    </a:p>
                  </a:txBody>
                  <a:tcPr/>
                </a:tc>
                <a:tc>
                  <a:txBody>
                    <a:bodyPr/>
                    <a:lstStyle/>
                    <a:p>
                      <a:r>
                        <a:rPr lang="en-US" sz="1800" noProof="0" dirty="0">
                          <a:latin typeface="+mn-lt"/>
                        </a:rPr>
                        <a:t>:r /</a:t>
                      </a:r>
                      <a:r>
                        <a:rPr lang="en-US" sz="1800" noProof="0" dirty="0" err="1">
                          <a:latin typeface="+mn-lt"/>
                        </a:rPr>
                        <a:t>etc</a:t>
                      </a:r>
                      <a:r>
                        <a:rPr lang="en-US" sz="1800" noProof="0" dirty="0">
                          <a:latin typeface="+mn-lt"/>
                        </a:rPr>
                        <a:t>/hostname</a:t>
                      </a:r>
                    </a:p>
                  </a:txBody>
                  <a:tcPr/>
                </a:tc>
                <a:extLst>
                  <a:ext uri="{0D108BD9-81ED-4DB2-BD59-A6C34878D82A}">
                    <a16:rowId xmlns:a16="http://schemas.microsoft.com/office/drawing/2014/main" val="3687238724"/>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noProof="0" dirty="0">
                          <a:solidFill>
                            <a:schemeClr val="tx1"/>
                          </a:solidFill>
                          <a:latin typeface="Hack"/>
                        </a:rPr>
                        <a:t>:!command</a:t>
                      </a:r>
                      <a:endParaRPr lang="en-US" sz="1800" i="1" noProof="0" dirty="0">
                        <a:solidFill>
                          <a:schemeClr val="tx1"/>
                        </a:solidFill>
                        <a:latin typeface="Hack"/>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latin typeface="+mn-lt"/>
                        </a:rPr>
                        <a:t>:!date</a:t>
                      </a:r>
                      <a:endParaRPr lang="en-US" sz="1800" b="1" noProof="0" dirty="0">
                        <a:latin typeface="+mn-lt"/>
                      </a:endParaRPr>
                    </a:p>
                  </a:txBody>
                  <a:tcPr/>
                </a:tc>
                <a:extLst>
                  <a:ext uri="{0D108BD9-81ED-4DB2-BD59-A6C34878D82A}">
                    <a16:rowId xmlns:a16="http://schemas.microsoft.com/office/drawing/2014/main" val="3751613463"/>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noProof="0" dirty="0">
                          <a:solidFill>
                            <a:schemeClr val="tx1"/>
                          </a:solidFill>
                          <a:latin typeface="Hack"/>
                        </a:rPr>
                        <a:t>:</a:t>
                      </a:r>
                      <a:r>
                        <a:rPr lang="en-US" sz="1800" b="1" noProof="0" dirty="0" err="1">
                          <a:solidFill>
                            <a:schemeClr val="tx1"/>
                          </a:solidFill>
                          <a:latin typeface="Hack"/>
                        </a:rPr>
                        <a:t>r!command</a:t>
                      </a:r>
                      <a:endParaRPr lang="en-US" sz="1800" i="1" noProof="0" dirty="0">
                        <a:solidFill>
                          <a:schemeClr val="tx1"/>
                        </a:solidFill>
                        <a:latin typeface="Hack"/>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latin typeface="+mn-lt"/>
                        </a:rPr>
                        <a:t>:r !date</a:t>
                      </a:r>
                      <a:endParaRPr lang="en-US" sz="1800" i="1" noProof="0" dirty="0">
                        <a:latin typeface="+mn-lt"/>
                      </a:endParaRPr>
                    </a:p>
                  </a:txBody>
                  <a:tcPr/>
                </a:tc>
                <a:extLst>
                  <a:ext uri="{0D108BD9-81ED-4DB2-BD59-A6C34878D82A}">
                    <a16:rowId xmlns:a16="http://schemas.microsoft.com/office/drawing/2014/main" val="3936310487"/>
                  </a:ext>
                </a:extLst>
              </a:tr>
            </a:tbl>
          </a:graphicData>
        </a:graphic>
      </p:graphicFrame>
      <p:sp>
        <p:nvSpPr>
          <p:cNvPr id="8" name="TextBox 7">
            <a:extLst>
              <a:ext uri="{FF2B5EF4-FFF2-40B4-BE49-F238E27FC236}">
                <a16:creationId xmlns:a16="http://schemas.microsoft.com/office/drawing/2014/main" id="{191F973C-5485-CDBF-5DED-E2605F52AC4A}"/>
              </a:ext>
            </a:extLst>
          </p:cNvPr>
          <p:cNvSpPr txBox="1"/>
          <p:nvPr/>
        </p:nvSpPr>
        <p:spPr>
          <a:xfrm>
            <a:off x="2512145" y="6250206"/>
            <a:ext cx="7410184" cy="400110"/>
          </a:xfrm>
          <a:prstGeom prst="rect">
            <a:avLst/>
          </a:prstGeom>
          <a:solidFill>
            <a:schemeClr val="accent4">
              <a:lumMod val="40000"/>
              <a:lumOff val="60000"/>
            </a:schemeClr>
          </a:solidFill>
          <a:ln>
            <a:noFill/>
          </a:ln>
        </p:spPr>
        <p:txBody>
          <a:bodyPr wrap="square" rtlCol="0">
            <a:spAutoFit/>
          </a:bodyPr>
          <a:lstStyle/>
          <a:p>
            <a:pPr algn="ctr"/>
            <a:r>
              <a:rPr lang="en-GB" sz="2000" b="1" dirty="0"/>
              <a:t>:!command </a:t>
            </a:r>
            <a:r>
              <a:rPr lang="en-GB" sz="2000" dirty="0"/>
              <a:t>displays output. </a:t>
            </a:r>
            <a:r>
              <a:rPr lang="en-GB" sz="2000" b="1" dirty="0"/>
              <a:t>:r !command </a:t>
            </a:r>
            <a:r>
              <a:rPr lang="en-GB" sz="2000" dirty="0"/>
              <a:t>inserts output into the file.</a:t>
            </a:r>
          </a:p>
        </p:txBody>
      </p:sp>
    </p:spTree>
    <p:extLst>
      <p:ext uri="{BB962C8B-B14F-4D97-AF65-F5344CB8AC3E}">
        <p14:creationId xmlns:p14="http://schemas.microsoft.com/office/powerpoint/2010/main" val="7541473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846BAB7-544D-784D-7722-14504F3A6A05}"/>
              </a:ext>
            </a:extLst>
          </p:cNvPr>
          <p:cNvSpPr>
            <a:spLocks noGrp="1"/>
          </p:cNvSpPr>
          <p:nvPr>
            <p:ph type="ctrTitle"/>
          </p:nvPr>
        </p:nvSpPr>
        <p:spPr/>
        <p:txBody>
          <a:bodyPr/>
          <a:lstStyle/>
          <a:p>
            <a:r>
              <a:rPr lang="en-US" noProof="0" dirty="0"/>
              <a:t>Writing and Exiting Vim</a:t>
            </a:r>
          </a:p>
        </p:txBody>
      </p:sp>
      <p:sp>
        <p:nvSpPr>
          <p:cNvPr id="2" name="Text Placeholder 1">
            <a:extLst>
              <a:ext uri="{FF2B5EF4-FFF2-40B4-BE49-F238E27FC236}">
                <a16:creationId xmlns:a16="http://schemas.microsoft.com/office/drawing/2014/main" id="{9B216265-20B3-4E21-0750-856C400FF8AC}"/>
              </a:ext>
            </a:extLst>
          </p:cNvPr>
          <p:cNvSpPr>
            <a:spLocks noGrp="1"/>
          </p:cNvSpPr>
          <p:nvPr>
            <p:ph sz="quarter" idx="4"/>
          </p:nvPr>
        </p:nvSpPr>
        <p:spPr/>
        <p:txBody>
          <a:bodyPr/>
          <a:lstStyle/>
          <a:p>
            <a:pPr marL="0" indent="0">
              <a:buNone/>
            </a:pPr>
            <a:r>
              <a:rPr lang="en-GB" sz="1800" b="1" noProof="0" dirty="0">
                <a:solidFill>
                  <a:schemeClr val="tx1"/>
                </a:solidFill>
              </a:rPr>
              <a:t>Ex commands can:</a:t>
            </a:r>
          </a:p>
          <a:p>
            <a:r>
              <a:rPr lang="en-GB" dirty="0">
                <a:solidFill>
                  <a:schemeClr val="tx1"/>
                </a:solidFill>
              </a:rPr>
              <a:t>Save changes to a file</a:t>
            </a:r>
          </a:p>
          <a:p>
            <a:r>
              <a:rPr lang="en-GB" dirty="0">
                <a:solidFill>
                  <a:schemeClr val="tx1"/>
                </a:solidFill>
              </a:rPr>
              <a:t>Save using a different filename</a:t>
            </a:r>
          </a:p>
          <a:p>
            <a:r>
              <a:rPr lang="en-GB" dirty="0">
                <a:solidFill>
                  <a:schemeClr val="tx1"/>
                </a:solidFill>
              </a:rPr>
              <a:t>Write selected lines to another file</a:t>
            </a:r>
          </a:p>
          <a:p>
            <a:r>
              <a:rPr lang="en-GB" dirty="0">
                <a:solidFill>
                  <a:schemeClr val="tx1"/>
                </a:solidFill>
              </a:rPr>
              <a:t>Exit Vim, with or without saving changes</a:t>
            </a:r>
            <a:endParaRPr lang="en-US" sz="1800" noProof="0" dirty="0">
              <a:solidFill>
                <a:schemeClr val="tx1"/>
              </a:solidFill>
            </a:endParaRPr>
          </a:p>
        </p:txBody>
      </p:sp>
      <p:sp>
        <p:nvSpPr>
          <p:cNvPr id="4" name="Slide Number Placeholder 3">
            <a:extLst>
              <a:ext uri="{FF2B5EF4-FFF2-40B4-BE49-F238E27FC236}">
                <a16:creationId xmlns:a16="http://schemas.microsoft.com/office/drawing/2014/main" id="{43B05374-7670-6D2B-B872-94DC3BBB9B90}"/>
              </a:ext>
            </a:extLst>
          </p:cNvPr>
          <p:cNvSpPr>
            <a:spLocks noGrp="1"/>
          </p:cNvSpPr>
          <p:nvPr>
            <p:ph type="sldNum" sz="quarter" idx="12"/>
          </p:nvPr>
        </p:nvSpPr>
        <p:spPr>
          <a:prstGeom prst="rect">
            <a:avLst/>
          </a:prstGeom>
        </p:spPr>
        <p:txBody>
          <a:bodyPr/>
          <a:lstStyle/>
          <a:p>
            <a:fld id="{EF892D59-8F09-EF4B-AD6D-DA609442F868}" type="slidenum">
              <a:rPr lang="en-US" noProof="0" smtClean="0"/>
              <a:pPr/>
              <a:t>29</a:t>
            </a:fld>
            <a:endParaRPr lang="en-US" noProof="0" dirty="0"/>
          </a:p>
        </p:txBody>
      </p:sp>
      <p:graphicFrame>
        <p:nvGraphicFramePr>
          <p:cNvPr id="9" name="Table 5">
            <a:extLst>
              <a:ext uri="{FF2B5EF4-FFF2-40B4-BE49-F238E27FC236}">
                <a16:creationId xmlns:a16="http://schemas.microsoft.com/office/drawing/2014/main" id="{2A563639-0633-2ABA-D634-3D03245817D4}"/>
              </a:ext>
            </a:extLst>
          </p:cNvPr>
          <p:cNvGraphicFramePr>
            <a:graphicFrameLocks noGrp="1"/>
          </p:cNvGraphicFramePr>
          <p:nvPr>
            <p:extLst>
              <p:ext uri="{D42A27DB-BD31-4B8C-83A1-F6EECF244321}">
                <p14:modId xmlns:p14="http://schemas.microsoft.com/office/powerpoint/2010/main" val="3973839901"/>
              </p:ext>
            </p:extLst>
          </p:nvPr>
        </p:nvGraphicFramePr>
        <p:xfrm>
          <a:off x="4868772" y="1791324"/>
          <a:ext cx="7239941" cy="3691823"/>
        </p:xfrm>
        <a:graphic>
          <a:graphicData uri="http://schemas.openxmlformats.org/drawingml/2006/table">
            <a:tbl>
              <a:tblPr firstRow="1" bandRow="1">
                <a:tableStyleId>{7DF18680-E054-41AD-8BC1-D1AEF772440D}</a:tableStyleId>
              </a:tblPr>
              <a:tblGrid>
                <a:gridCol w="1759637">
                  <a:extLst>
                    <a:ext uri="{9D8B030D-6E8A-4147-A177-3AD203B41FA5}">
                      <a16:colId xmlns:a16="http://schemas.microsoft.com/office/drawing/2014/main" val="574467707"/>
                    </a:ext>
                  </a:extLst>
                </a:gridCol>
                <a:gridCol w="5480304">
                  <a:extLst>
                    <a:ext uri="{9D8B030D-6E8A-4147-A177-3AD203B41FA5}">
                      <a16:colId xmlns:a16="http://schemas.microsoft.com/office/drawing/2014/main" val="1543793797"/>
                    </a:ext>
                  </a:extLst>
                </a:gridCol>
              </a:tblGrid>
              <a:tr h="410766">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Command</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Action</a:t>
                      </a:r>
                    </a:p>
                  </a:txBody>
                  <a:tcPr/>
                </a:tc>
                <a:extLst>
                  <a:ext uri="{0D108BD9-81ED-4DB2-BD59-A6C34878D82A}">
                    <a16:rowId xmlns:a16="http://schemas.microsoft.com/office/drawing/2014/main" val="3168188515"/>
                  </a:ext>
                </a:extLst>
              </a:tr>
              <a:tr h="416471">
                <a:tc>
                  <a:txBody>
                    <a:bodyPr/>
                    <a:lstStyle/>
                    <a:p>
                      <a:r>
                        <a:rPr lang="en-US" sz="1800" b="1" noProof="0" dirty="0">
                          <a:solidFill>
                            <a:schemeClr val="tx1"/>
                          </a:solidFill>
                          <a:latin typeface="Hack"/>
                        </a:rPr>
                        <a:t>:w</a:t>
                      </a:r>
                      <a:endParaRPr lang="en-US" sz="1800" noProof="0" dirty="0">
                        <a:solidFill>
                          <a:schemeClr val="tx1"/>
                        </a:solidFill>
                        <a:latin typeface="Hack"/>
                      </a:endParaRPr>
                    </a:p>
                  </a:txBody>
                  <a:tcPr/>
                </a:tc>
                <a:tc>
                  <a:txBody>
                    <a:bodyPr/>
                    <a:lstStyle/>
                    <a:p>
                      <a:r>
                        <a:rPr lang="en-GB" dirty="0"/>
                        <a:t>Save changes to the current file</a:t>
                      </a:r>
                      <a:endParaRPr lang="en-US" sz="1800" noProof="0" dirty="0">
                        <a:latin typeface="+mn-lt"/>
                      </a:endParaRPr>
                    </a:p>
                  </a:txBody>
                  <a:tcPr/>
                </a:tc>
                <a:extLst>
                  <a:ext uri="{0D108BD9-81ED-4DB2-BD59-A6C34878D82A}">
                    <a16:rowId xmlns:a16="http://schemas.microsoft.com/office/drawing/2014/main" val="3687238724"/>
                  </a:ext>
                </a:extLst>
              </a:tr>
              <a:tr h="416471">
                <a:tc>
                  <a:txBody>
                    <a:bodyPr/>
                    <a:lstStyle/>
                    <a:p>
                      <a:r>
                        <a:rPr lang="en-US" sz="1800" b="1" noProof="0" dirty="0">
                          <a:solidFill>
                            <a:schemeClr val="tx1"/>
                          </a:solidFill>
                          <a:latin typeface="Hack"/>
                        </a:rPr>
                        <a:t>:w!</a:t>
                      </a:r>
                      <a:endParaRPr lang="en-US" sz="1800" noProof="0" dirty="0">
                        <a:solidFill>
                          <a:schemeClr val="tx1"/>
                        </a:solidFill>
                        <a:latin typeface="Hack"/>
                      </a:endParaRPr>
                    </a:p>
                  </a:txBody>
                  <a:tcPr/>
                </a:tc>
                <a:tc>
                  <a:txBody>
                    <a:bodyPr/>
                    <a:lstStyle/>
                    <a:p>
                      <a:r>
                        <a:rPr lang="en-GB" dirty="0"/>
                        <a:t>Force save, overriding write protection where permitted</a:t>
                      </a:r>
                      <a:endParaRPr lang="en-US" sz="1800" noProof="0" dirty="0">
                        <a:latin typeface="+mn-lt"/>
                      </a:endParaRPr>
                    </a:p>
                  </a:txBody>
                  <a:tcPr/>
                </a:tc>
                <a:extLst>
                  <a:ext uri="{0D108BD9-81ED-4DB2-BD59-A6C34878D82A}">
                    <a16:rowId xmlns:a16="http://schemas.microsoft.com/office/drawing/2014/main" val="3903260496"/>
                  </a:ext>
                </a:extLst>
              </a:tr>
              <a:tr h="416471">
                <a:tc>
                  <a:txBody>
                    <a:bodyPr/>
                    <a:lstStyle/>
                    <a:p>
                      <a:r>
                        <a:rPr lang="en-US" sz="1800" b="1" noProof="0" dirty="0">
                          <a:solidFill>
                            <a:schemeClr val="tx1"/>
                          </a:solidFill>
                          <a:latin typeface="Hack"/>
                        </a:rPr>
                        <a:t>:w file</a:t>
                      </a:r>
                      <a:endParaRPr lang="en-US" sz="1800" i="1" noProof="0" dirty="0">
                        <a:solidFill>
                          <a:schemeClr val="tx1"/>
                        </a:solidFill>
                        <a:latin typeface="Hack"/>
                      </a:endParaRPr>
                    </a:p>
                  </a:txBody>
                  <a:tcPr/>
                </a:tc>
                <a:tc>
                  <a:txBody>
                    <a:bodyPr/>
                    <a:lstStyle/>
                    <a:p>
                      <a:r>
                        <a:rPr lang="en-GB" dirty="0"/>
                        <a:t>Save a copy using a new filename</a:t>
                      </a:r>
                      <a:endParaRPr lang="en-US" sz="1800" b="1" i="1" noProof="0" dirty="0">
                        <a:latin typeface="+mn-lt"/>
                      </a:endParaRPr>
                    </a:p>
                  </a:txBody>
                  <a:tcPr/>
                </a:tc>
                <a:extLst>
                  <a:ext uri="{0D108BD9-81ED-4DB2-BD59-A6C34878D82A}">
                    <a16:rowId xmlns:a16="http://schemas.microsoft.com/office/drawing/2014/main" val="3751613463"/>
                  </a:ext>
                </a:extLst>
              </a:tr>
              <a:tr h="416471">
                <a:tc>
                  <a:txBody>
                    <a:bodyPr/>
                    <a:lstStyle/>
                    <a:p>
                      <a:r>
                        <a:rPr lang="en-US" sz="1800" b="1" i="0" noProof="0" dirty="0">
                          <a:solidFill>
                            <a:schemeClr val="tx1"/>
                          </a:solidFill>
                          <a:latin typeface="Hack"/>
                        </a:rPr>
                        <a:t>:10,20w data.txt</a:t>
                      </a:r>
                    </a:p>
                  </a:txBody>
                  <a:tcPr/>
                </a:tc>
                <a:tc>
                  <a:txBody>
                    <a:bodyPr/>
                    <a:lstStyle/>
                    <a:p>
                      <a:r>
                        <a:rPr lang="en-GB" dirty="0"/>
                        <a:t>Write lines 10 to 20 to file summary.txt</a:t>
                      </a:r>
                      <a:endParaRPr lang="en-US" sz="1800" b="1" i="1" noProof="0" dirty="0">
                        <a:latin typeface="+mn-lt"/>
                      </a:endParaRPr>
                    </a:p>
                  </a:txBody>
                  <a:tcPr/>
                </a:tc>
                <a:extLst>
                  <a:ext uri="{0D108BD9-81ED-4DB2-BD59-A6C34878D82A}">
                    <a16:rowId xmlns:a16="http://schemas.microsoft.com/office/drawing/2014/main" val="3936310487"/>
                  </a:ext>
                </a:extLst>
              </a:tr>
              <a:tr h="416471">
                <a:tc>
                  <a:txBody>
                    <a:bodyPr/>
                    <a:lstStyle/>
                    <a:p>
                      <a:r>
                        <a:rPr lang="en-US" sz="1800" b="1" i="0" noProof="0" dirty="0">
                          <a:solidFill>
                            <a:schemeClr val="tx1"/>
                          </a:solidFill>
                          <a:latin typeface="Hack"/>
                        </a:rPr>
                        <a:t>:q</a:t>
                      </a:r>
                    </a:p>
                  </a:txBody>
                  <a:tcPr/>
                </a:tc>
                <a:tc>
                  <a:txBody>
                    <a:bodyPr/>
                    <a:lstStyle/>
                    <a:p>
                      <a:r>
                        <a:rPr lang="en-US" sz="1800" b="0" i="0" noProof="0" dirty="0">
                          <a:latin typeface="+mn-lt"/>
                        </a:rPr>
                        <a:t>Quit if no unsaved changes exist</a:t>
                      </a:r>
                    </a:p>
                  </a:txBody>
                  <a:tcPr/>
                </a:tc>
                <a:extLst>
                  <a:ext uri="{0D108BD9-81ED-4DB2-BD59-A6C34878D82A}">
                    <a16:rowId xmlns:a16="http://schemas.microsoft.com/office/drawing/2014/main" val="479650476"/>
                  </a:ext>
                </a:extLst>
              </a:tr>
              <a:tr h="225022">
                <a:tc>
                  <a:txBody>
                    <a:bodyPr/>
                    <a:lstStyle/>
                    <a:p>
                      <a:r>
                        <a:rPr lang="en-US" sz="1800" b="1" i="0" noProof="0" dirty="0">
                          <a:solidFill>
                            <a:schemeClr val="tx1"/>
                          </a:solidFill>
                          <a:latin typeface="Hack"/>
                        </a:rPr>
                        <a:t>:q!</a:t>
                      </a:r>
                    </a:p>
                  </a:txBody>
                  <a:tcPr/>
                </a:tc>
                <a:tc>
                  <a:txBody>
                    <a:bodyPr/>
                    <a:lstStyle/>
                    <a:p>
                      <a:r>
                        <a:rPr lang="en-US" sz="1800" b="0" i="0" noProof="0" dirty="0">
                          <a:latin typeface="+mn-lt"/>
                        </a:rPr>
                        <a:t>Quit and discard changes</a:t>
                      </a:r>
                    </a:p>
                  </a:txBody>
                  <a:tcPr/>
                </a:tc>
                <a:extLst>
                  <a:ext uri="{0D108BD9-81ED-4DB2-BD59-A6C34878D82A}">
                    <a16:rowId xmlns:a16="http://schemas.microsoft.com/office/drawing/2014/main" val="366343804"/>
                  </a:ext>
                </a:extLst>
              </a:tr>
              <a:tr h="416471">
                <a:tc>
                  <a:txBody>
                    <a:bodyPr/>
                    <a:lstStyle/>
                    <a:p>
                      <a:r>
                        <a:rPr lang="en-US" sz="1800" b="1" i="0" noProof="0" dirty="0">
                          <a:solidFill>
                            <a:schemeClr val="tx1"/>
                          </a:solidFill>
                          <a:latin typeface="Hack"/>
                        </a:rPr>
                        <a:t>:</a:t>
                      </a:r>
                      <a:r>
                        <a:rPr lang="en-US" sz="1800" b="1" i="0" noProof="0" dirty="0" err="1">
                          <a:solidFill>
                            <a:schemeClr val="tx1"/>
                          </a:solidFill>
                          <a:latin typeface="Hack"/>
                        </a:rPr>
                        <a:t>wq</a:t>
                      </a:r>
                      <a:endParaRPr lang="en-US" sz="1800" b="1" i="0" noProof="0" dirty="0">
                        <a:solidFill>
                          <a:schemeClr val="tx1"/>
                        </a:solidFill>
                        <a:latin typeface="Hack"/>
                      </a:endParaRPr>
                    </a:p>
                  </a:txBody>
                  <a:tcPr/>
                </a:tc>
                <a:tc>
                  <a:txBody>
                    <a:bodyPr/>
                    <a:lstStyle/>
                    <a:p>
                      <a:r>
                        <a:rPr lang="en-US" sz="1800" b="0" i="0" noProof="0" dirty="0">
                          <a:latin typeface="+mn-lt"/>
                        </a:rPr>
                        <a:t>Save and quite</a:t>
                      </a:r>
                    </a:p>
                  </a:txBody>
                  <a:tcPr/>
                </a:tc>
                <a:extLst>
                  <a:ext uri="{0D108BD9-81ED-4DB2-BD59-A6C34878D82A}">
                    <a16:rowId xmlns:a16="http://schemas.microsoft.com/office/drawing/2014/main" val="3229524744"/>
                  </a:ext>
                </a:extLst>
              </a:tr>
              <a:tr h="416471">
                <a:tc>
                  <a:txBody>
                    <a:bodyPr/>
                    <a:lstStyle/>
                    <a:p>
                      <a:r>
                        <a:rPr lang="en-US" sz="1800" b="1" i="0" noProof="0" dirty="0">
                          <a:solidFill>
                            <a:schemeClr val="tx1"/>
                          </a:solidFill>
                          <a:latin typeface="Hack"/>
                        </a:rPr>
                        <a:t>ZZ</a:t>
                      </a:r>
                    </a:p>
                  </a:txBody>
                  <a:tcPr/>
                </a:tc>
                <a:tc>
                  <a:txBody>
                    <a:bodyPr/>
                    <a:lstStyle/>
                    <a:p>
                      <a:r>
                        <a:rPr lang="en-US" sz="1800" b="0" i="0" noProof="0" dirty="0">
                          <a:latin typeface="+mn-lt"/>
                        </a:rPr>
                        <a:t>Save and quit (Command mode)</a:t>
                      </a:r>
                    </a:p>
                  </a:txBody>
                  <a:tcPr/>
                </a:tc>
                <a:extLst>
                  <a:ext uri="{0D108BD9-81ED-4DB2-BD59-A6C34878D82A}">
                    <a16:rowId xmlns:a16="http://schemas.microsoft.com/office/drawing/2014/main" val="4175731785"/>
                  </a:ext>
                </a:extLst>
              </a:tr>
            </a:tbl>
          </a:graphicData>
        </a:graphic>
      </p:graphicFrame>
      <p:sp>
        <p:nvSpPr>
          <p:cNvPr id="3" name="TextBox 2">
            <a:extLst>
              <a:ext uri="{FF2B5EF4-FFF2-40B4-BE49-F238E27FC236}">
                <a16:creationId xmlns:a16="http://schemas.microsoft.com/office/drawing/2014/main" id="{09BA8445-1035-6744-B618-E547F00A9061}"/>
              </a:ext>
            </a:extLst>
          </p:cNvPr>
          <p:cNvSpPr txBox="1"/>
          <p:nvPr/>
        </p:nvSpPr>
        <p:spPr>
          <a:xfrm>
            <a:off x="3435185" y="6181106"/>
            <a:ext cx="5053557" cy="400110"/>
          </a:xfrm>
          <a:prstGeom prst="rect">
            <a:avLst/>
          </a:prstGeom>
          <a:solidFill>
            <a:schemeClr val="accent4">
              <a:lumMod val="40000"/>
              <a:lumOff val="60000"/>
            </a:schemeClr>
          </a:solidFill>
          <a:ln>
            <a:noFill/>
          </a:ln>
        </p:spPr>
        <p:txBody>
          <a:bodyPr wrap="square" rtlCol="0">
            <a:spAutoFit/>
          </a:bodyPr>
          <a:lstStyle/>
          <a:p>
            <a:pPr algn="ctr"/>
            <a:r>
              <a:rPr lang="en-GB" sz="2000" dirty="0"/>
              <a:t>The most common commands are </a:t>
            </a:r>
            <a:r>
              <a:rPr lang="en-GB" sz="2000" b="1" dirty="0"/>
              <a:t>:</a:t>
            </a:r>
            <a:r>
              <a:rPr lang="en-GB" sz="2000" b="1" dirty="0" err="1"/>
              <a:t>wq</a:t>
            </a:r>
            <a:r>
              <a:rPr lang="en-GB" sz="2000" b="1" dirty="0"/>
              <a:t> </a:t>
            </a:r>
            <a:r>
              <a:rPr lang="en-GB" sz="2000" dirty="0"/>
              <a:t>and </a:t>
            </a:r>
            <a:r>
              <a:rPr lang="en-GB" sz="2000" b="1" dirty="0"/>
              <a:t>:q!</a:t>
            </a:r>
          </a:p>
        </p:txBody>
      </p:sp>
    </p:spTree>
    <p:extLst>
      <p:ext uri="{BB962C8B-B14F-4D97-AF65-F5344CB8AC3E}">
        <p14:creationId xmlns:p14="http://schemas.microsoft.com/office/powerpoint/2010/main" val="32241082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71BB1-8288-E6EC-0F3F-2BCF0AFA564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48EDE70-180E-1DA5-AC15-3C2BDB99C11A}"/>
              </a:ext>
            </a:extLst>
          </p:cNvPr>
          <p:cNvSpPr>
            <a:spLocks noGrp="1"/>
          </p:cNvSpPr>
          <p:nvPr>
            <p:ph type="ctrTitle"/>
          </p:nvPr>
        </p:nvSpPr>
        <p:spPr/>
        <p:txBody>
          <a:bodyPr/>
          <a:lstStyle/>
          <a:p>
            <a:r>
              <a:rPr lang="en-US" noProof="0" dirty="0"/>
              <a:t>Working with Multiple Windows</a:t>
            </a:r>
          </a:p>
        </p:txBody>
      </p:sp>
      <p:sp>
        <p:nvSpPr>
          <p:cNvPr id="5" name="Text Placeholder 4">
            <a:extLst>
              <a:ext uri="{FF2B5EF4-FFF2-40B4-BE49-F238E27FC236}">
                <a16:creationId xmlns:a16="http://schemas.microsoft.com/office/drawing/2014/main" id="{CCF4267D-0739-1BC5-2E8D-FDFE7C9D4FC8}"/>
              </a:ext>
            </a:extLst>
          </p:cNvPr>
          <p:cNvSpPr>
            <a:spLocks noGrp="1"/>
          </p:cNvSpPr>
          <p:nvPr>
            <p:ph type="body" sz="quarter" idx="13"/>
          </p:nvPr>
        </p:nvSpPr>
        <p:spPr/>
        <p:txBody>
          <a:bodyPr/>
          <a:lstStyle/>
          <a:p>
            <a:r>
              <a:rPr lang="en-GB" b="1" dirty="0"/>
              <a:t>Vim can display multiple editing windows at the same time</a:t>
            </a:r>
          </a:p>
          <a:p>
            <a:pPr marL="285750" indent="-285750">
              <a:buFont typeface="Arial" panose="020B0604020202020204" pitchFamily="34" charset="0"/>
              <a:buChar char="•"/>
            </a:pPr>
            <a:r>
              <a:rPr lang="en-GB" dirty="0"/>
              <a:t>Compare different files side-by-side</a:t>
            </a:r>
          </a:p>
          <a:p>
            <a:pPr marL="285750" indent="-285750">
              <a:buFont typeface="Arial" panose="020B0604020202020204" pitchFamily="34" charset="0"/>
              <a:buChar char="•"/>
            </a:pPr>
            <a:r>
              <a:rPr lang="en-GB" dirty="0"/>
              <a:t>View different parts of the same file simultaneously</a:t>
            </a:r>
          </a:p>
          <a:p>
            <a:pPr marL="285750" indent="-285750">
              <a:buFont typeface="Arial" panose="020B0604020202020204" pitchFamily="34" charset="0"/>
              <a:buChar char="•"/>
            </a:pPr>
            <a:r>
              <a:rPr lang="en-GB" dirty="0"/>
              <a:t>Horizontal and vertical splits are supported</a:t>
            </a:r>
          </a:p>
          <a:p>
            <a:pPr marL="285750" indent="-285750">
              <a:buFont typeface="Arial" panose="020B0604020202020204" pitchFamily="34" charset="0"/>
              <a:buChar char="•"/>
            </a:pPr>
            <a:r>
              <a:rPr lang="en-GB" dirty="0"/>
              <a:t>Move between windows using keyboard commands</a:t>
            </a:r>
            <a:endParaRPr lang="en-US" dirty="0"/>
          </a:p>
          <a:p>
            <a:endParaRPr lang="en-GB" dirty="0"/>
          </a:p>
        </p:txBody>
      </p:sp>
      <p:pic>
        <p:nvPicPr>
          <p:cNvPr id="8" name="Content Placeholder 7">
            <a:extLst>
              <a:ext uri="{FF2B5EF4-FFF2-40B4-BE49-F238E27FC236}">
                <a16:creationId xmlns:a16="http://schemas.microsoft.com/office/drawing/2014/main" id="{6BA73529-8F44-5367-860C-A87D34ABBEC3}"/>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439116" y="1842180"/>
            <a:ext cx="5532437" cy="3828803"/>
          </a:xfrm>
          <a:prstGeom prst="rect">
            <a:avLst/>
          </a:prstGeom>
        </p:spPr>
      </p:pic>
      <p:sp>
        <p:nvSpPr>
          <p:cNvPr id="4" name="Slide Number Placeholder 3">
            <a:extLst>
              <a:ext uri="{FF2B5EF4-FFF2-40B4-BE49-F238E27FC236}">
                <a16:creationId xmlns:a16="http://schemas.microsoft.com/office/drawing/2014/main" id="{E42655C9-7D8F-40CE-D927-4BA730612CE4}"/>
              </a:ext>
            </a:extLst>
          </p:cNvPr>
          <p:cNvSpPr>
            <a:spLocks noGrp="1"/>
          </p:cNvSpPr>
          <p:nvPr>
            <p:ph type="sldNum" sz="quarter" idx="12"/>
          </p:nvPr>
        </p:nvSpPr>
        <p:spPr>
          <a:prstGeom prst="rect">
            <a:avLst/>
          </a:prstGeom>
        </p:spPr>
        <p:txBody>
          <a:bodyPr/>
          <a:lstStyle/>
          <a:p>
            <a:fld id="{EF892D59-8F09-EF4B-AD6D-DA609442F868}" type="slidenum">
              <a:rPr lang="en-US" noProof="0" smtClean="0"/>
              <a:pPr/>
              <a:t>30</a:t>
            </a:fld>
            <a:endParaRPr lang="en-US" noProof="0" dirty="0"/>
          </a:p>
        </p:txBody>
      </p:sp>
      <p:graphicFrame>
        <p:nvGraphicFramePr>
          <p:cNvPr id="9" name="Table 5">
            <a:extLst>
              <a:ext uri="{FF2B5EF4-FFF2-40B4-BE49-F238E27FC236}">
                <a16:creationId xmlns:a16="http://schemas.microsoft.com/office/drawing/2014/main" id="{C2E7638F-3A92-F4BA-F458-A83EAAAECB89}"/>
              </a:ext>
            </a:extLst>
          </p:cNvPr>
          <p:cNvGraphicFramePr>
            <a:graphicFrameLocks noGrp="1"/>
          </p:cNvGraphicFramePr>
          <p:nvPr>
            <p:extLst>
              <p:ext uri="{D42A27DB-BD31-4B8C-83A1-F6EECF244321}">
                <p14:modId xmlns:p14="http://schemas.microsoft.com/office/powerpoint/2010/main" val="3210217054"/>
              </p:ext>
            </p:extLst>
          </p:nvPr>
        </p:nvGraphicFramePr>
        <p:xfrm>
          <a:off x="779201" y="3990082"/>
          <a:ext cx="4963231" cy="1660179"/>
        </p:xfrm>
        <a:graphic>
          <a:graphicData uri="http://schemas.openxmlformats.org/drawingml/2006/table">
            <a:tbl>
              <a:tblPr firstRow="1" bandRow="1">
                <a:tableStyleId>{7DF18680-E054-41AD-8BC1-D1AEF772440D}</a:tableStyleId>
              </a:tblPr>
              <a:tblGrid>
                <a:gridCol w="1476319">
                  <a:extLst>
                    <a:ext uri="{9D8B030D-6E8A-4147-A177-3AD203B41FA5}">
                      <a16:colId xmlns:a16="http://schemas.microsoft.com/office/drawing/2014/main" val="574467707"/>
                    </a:ext>
                  </a:extLst>
                </a:gridCol>
                <a:gridCol w="3486912">
                  <a:extLst>
                    <a:ext uri="{9D8B030D-6E8A-4147-A177-3AD203B41FA5}">
                      <a16:colId xmlns:a16="http://schemas.microsoft.com/office/drawing/2014/main" val="1543793797"/>
                    </a:ext>
                  </a:extLst>
                </a:gridCol>
              </a:tblGrid>
              <a:tr h="410766">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Command</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Action</a:t>
                      </a:r>
                    </a:p>
                  </a:txBody>
                  <a:tcPr/>
                </a:tc>
                <a:extLst>
                  <a:ext uri="{0D108BD9-81ED-4DB2-BD59-A6C34878D82A}">
                    <a16:rowId xmlns:a16="http://schemas.microsoft.com/office/drawing/2014/main" val="3168188515"/>
                  </a:ext>
                </a:extLst>
              </a:tr>
              <a:tr h="416471">
                <a:tc>
                  <a:txBody>
                    <a:bodyPr/>
                    <a:lstStyle/>
                    <a:p>
                      <a:r>
                        <a:rPr lang="en-US" sz="1800" b="1" noProof="0" dirty="0">
                          <a:solidFill>
                            <a:schemeClr val="tx1"/>
                          </a:solidFill>
                          <a:latin typeface="Hack"/>
                        </a:rPr>
                        <a:t>:split [file]</a:t>
                      </a:r>
                      <a:endParaRPr lang="en-US" sz="1800" noProof="0" dirty="0">
                        <a:solidFill>
                          <a:schemeClr val="tx1"/>
                        </a:solidFill>
                        <a:latin typeface="Hack"/>
                      </a:endParaRPr>
                    </a:p>
                  </a:txBody>
                  <a:tcPr/>
                </a:tc>
                <a:tc>
                  <a:txBody>
                    <a:bodyPr/>
                    <a:lstStyle/>
                    <a:p>
                      <a:r>
                        <a:rPr lang="en-GB" dirty="0"/>
                        <a:t>Split the screen horizontally</a:t>
                      </a:r>
                      <a:endParaRPr lang="en-US" sz="1800" noProof="0" dirty="0">
                        <a:latin typeface="+mn-lt"/>
                      </a:endParaRPr>
                    </a:p>
                  </a:txBody>
                  <a:tcPr/>
                </a:tc>
                <a:extLst>
                  <a:ext uri="{0D108BD9-81ED-4DB2-BD59-A6C34878D82A}">
                    <a16:rowId xmlns:a16="http://schemas.microsoft.com/office/drawing/2014/main" val="3687238724"/>
                  </a:ext>
                </a:extLst>
              </a:tr>
              <a:tr h="416471">
                <a:tc>
                  <a:txBody>
                    <a:bodyPr/>
                    <a:lstStyle/>
                    <a:p>
                      <a:r>
                        <a:rPr lang="en-US" sz="1800" b="1" noProof="0" dirty="0">
                          <a:solidFill>
                            <a:schemeClr val="tx1"/>
                          </a:solidFill>
                          <a:latin typeface="Hack"/>
                        </a:rPr>
                        <a:t>:</a:t>
                      </a:r>
                      <a:r>
                        <a:rPr lang="en-US" sz="1800" b="1" noProof="0" dirty="0" err="1">
                          <a:solidFill>
                            <a:schemeClr val="tx1"/>
                          </a:solidFill>
                          <a:latin typeface="Hack"/>
                        </a:rPr>
                        <a:t>vsplit</a:t>
                      </a:r>
                      <a:r>
                        <a:rPr lang="en-US" sz="1800" b="1" noProof="0" dirty="0">
                          <a:solidFill>
                            <a:schemeClr val="tx1"/>
                          </a:solidFill>
                          <a:latin typeface="Hack"/>
                        </a:rPr>
                        <a:t> [file]</a:t>
                      </a:r>
                      <a:endParaRPr lang="en-US" sz="1800" noProof="0" dirty="0">
                        <a:solidFill>
                          <a:schemeClr val="tx1"/>
                        </a:solidFill>
                        <a:latin typeface="Hack"/>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Split the screen vertically</a:t>
                      </a:r>
                      <a:endParaRPr lang="en-US" sz="1800" b="1" i="1" noProof="0" dirty="0">
                        <a:latin typeface="+mn-lt"/>
                      </a:endParaRPr>
                    </a:p>
                  </a:txBody>
                  <a:tcPr/>
                </a:tc>
                <a:extLst>
                  <a:ext uri="{0D108BD9-81ED-4DB2-BD59-A6C34878D82A}">
                    <a16:rowId xmlns:a16="http://schemas.microsoft.com/office/drawing/2014/main" val="3903260496"/>
                  </a:ext>
                </a:extLst>
              </a:tr>
              <a:tr h="416471">
                <a:tc>
                  <a:txBody>
                    <a:bodyPr/>
                    <a:lstStyle/>
                    <a:p>
                      <a:r>
                        <a:rPr lang="en-US" sz="1800" b="1" noProof="0" dirty="0" err="1">
                          <a:solidFill>
                            <a:schemeClr val="tx1"/>
                          </a:solidFill>
                          <a:latin typeface="Hack"/>
                        </a:rPr>
                        <a:t>Ctrl+w</a:t>
                      </a:r>
                      <a:r>
                        <a:rPr lang="en-US" sz="1800" b="1" noProof="0" dirty="0">
                          <a:solidFill>
                            <a:schemeClr val="tx1"/>
                          </a:solidFill>
                          <a:latin typeface="Hack"/>
                        </a:rPr>
                        <a:t> [</a:t>
                      </a:r>
                      <a:r>
                        <a:rPr lang="en-US" sz="1800" b="1" noProof="0" dirty="0" err="1">
                          <a:solidFill>
                            <a:schemeClr val="tx1"/>
                          </a:solidFill>
                          <a:latin typeface="Hack"/>
                        </a:rPr>
                        <a:t>hjkl</a:t>
                      </a:r>
                      <a:r>
                        <a:rPr lang="en-US" sz="1800" b="1" noProof="0" dirty="0">
                          <a:solidFill>
                            <a:schemeClr val="tx1"/>
                          </a:solidFill>
                          <a:latin typeface="Hack"/>
                        </a:rPr>
                        <a:t>]</a:t>
                      </a:r>
                      <a:endParaRPr lang="en-US" sz="1800" i="1" noProof="0" dirty="0">
                        <a:solidFill>
                          <a:schemeClr val="tx1"/>
                        </a:solidFill>
                        <a:latin typeface="Hack"/>
                      </a:endParaRPr>
                    </a:p>
                  </a:txBody>
                  <a:tcPr/>
                </a:tc>
                <a:tc>
                  <a:txBody>
                    <a:bodyPr/>
                    <a:lstStyle/>
                    <a:p>
                      <a:r>
                        <a:rPr lang="en-GB" sz="1800" b="0" i="0" noProof="0" dirty="0">
                          <a:latin typeface="+mn-lt"/>
                        </a:rPr>
                        <a:t>Move window left, down, up, right</a:t>
                      </a:r>
                      <a:endParaRPr lang="en-US" sz="1800" b="0" i="0" noProof="0" dirty="0">
                        <a:latin typeface="+mn-lt"/>
                      </a:endParaRPr>
                    </a:p>
                  </a:txBody>
                  <a:tcPr/>
                </a:tc>
                <a:extLst>
                  <a:ext uri="{0D108BD9-81ED-4DB2-BD59-A6C34878D82A}">
                    <a16:rowId xmlns:a16="http://schemas.microsoft.com/office/drawing/2014/main" val="3751613463"/>
                  </a:ext>
                </a:extLst>
              </a:tr>
            </a:tbl>
          </a:graphicData>
        </a:graphic>
      </p:graphicFrame>
      <p:sp>
        <p:nvSpPr>
          <p:cNvPr id="3" name="TextBox 2">
            <a:extLst>
              <a:ext uri="{FF2B5EF4-FFF2-40B4-BE49-F238E27FC236}">
                <a16:creationId xmlns:a16="http://schemas.microsoft.com/office/drawing/2014/main" id="{88201BD2-2941-8F3A-9399-8F2D8608F23A}"/>
              </a:ext>
            </a:extLst>
          </p:cNvPr>
          <p:cNvSpPr txBox="1"/>
          <p:nvPr/>
        </p:nvSpPr>
        <p:spPr>
          <a:xfrm>
            <a:off x="3711923" y="6044912"/>
            <a:ext cx="5169408" cy="707886"/>
          </a:xfrm>
          <a:prstGeom prst="rect">
            <a:avLst/>
          </a:prstGeom>
          <a:solidFill>
            <a:schemeClr val="accent4">
              <a:lumMod val="40000"/>
              <a:lumOff val="60000"/>
            </a:schemeClr>
          </a:solidFill>
          <a:ln>
            <a:noFill/>
          </a:ln>
        </p:spPr>
        <p:txBody>
          <a:bodyPr wrap="square" rtlCol="0">
            <a:spAutoFit/>
          </a:bodyPr>
          <a:lstStyle/>
          <a:p>
            <a:pPr algn="ctr"/>
            <a:r>
              <a:rPr lang="en-GB" sz="2000" dirty="0"/>
              <a:t>Window splitting is useful when comparing configuration files or copying text between files.</a:t>
            </a:r>
            <a:endParaRPr lang="en-GB" sz="2000" b="1" dirty="0"/>
          </a:p>
        </p:txBody>
      </p:sp>
    </p:spTree>
    <p:extLst>
      <p:ext uri="{BB962C8B-B14F-4D97-AF65-F5344CB8AC3E}">
        <p14:creationId xmlns:p14="http://schemas.microsoft.com/office/powerpoint/2010/main" val="31206548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79A5E23-6065-D476-460C-1C46CF38262F}"/>
              </a:ext>
            </a:extLst>
          </p:cNvPr>
          <p:cNvSpPr>
            <a:spLocks noGrp="1"/>
          </p:cNvSpPr>
          <p:nvPr>
            <p:ph type="ctrTitle"/>
          </p:nvPr>
        </p:nvSpPr>
        <p:spPr>
          <a:xfrm>
            <a:off x="443921" y="500194"/>
            <a:ext cx="6679721" cy="858985"/>
          </a:xfrm>
        </p:spPr>
        <p:txBody>
          <a:bodyPr/>
          <a:lstStyle/>
          <a:p>
            <a:r>
              <a:rPr lang="en-US" noProof="0" dirty="0"/>
              <a:t>Practical exercise 4 – vi</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a:p>
            <a:pPr marL="285750" indent="-285750">
              <a:buFont typeface="Arial" panose="020B0604020202020204" pitchFamily="34" charset="0"/>
              <a:buChar char="•"/>
            </a:pPr>
            <a:endParaRPr lang="en-US"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9448800" y="6399213"/>
            <a:ext cx="2743200" cy="365125"/>
          </a:xfrm>
          <a:prstGeom prst="rect">
            <a:avLst/>
          </a:prstGeom>
        </p:spPr>
        <p:txBody>
          <a:bodyPr/>
          <a:lstStyle/>
          <a:p>
            <a:fld id="{EF892D59-8F09-EF4B-AD6D-DA609442F868}" type="slidenum">
              <a:rPr lang="en-US" noProof="0" smtClean="0"/>
              <a:pPr/>
              <a:t>31</a:t>
            </a:fld>
            <a:endParaRPr lang="en-US" noProof="0" dirty="0"/>
          </a:p>
        </p:txBody>
      </p:sp>
    </p:spTree>
    <p:extLst>
      <p:ext uri="{BB962C8B-B14F-4D97-AF65-F5344CB8AC3E}">
        <p14:creationId xmlns:p14="http://schemas.microsoft.com/office/powerpoint/2010/main" val="2035267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Using nano</a:t>
            </a:r>
          </a:p>
        </p:txBody>
      </p:sp>
      <p:sp>
        <p:nvSpPr>
          <p:cNvPr id="3" name="Subtitle 2">
            <a:extLst>
              <a:ext uri="{FF2B5EF4-FFF2-40B4-BE49-F238E27FC236}">
                <a16:creationId xmlns:a16="http://schemas.microsoft.com/office/drawing/2014/main" id="{CF1A9C19-B158-1871-2AB0-552E969E3A53}"/>
              </a:ext>
            </a:extLst>
          </p:cNvPr>
          <p:cNvSpPr>
            <a:spLocks noGrp="1"/>
          </p:cNvSpPr>
          <p:nvPr>
            <p:ph type="subTitle" idx="1"/>
          </p:nvPr>
        </p:nvSpPr>
        <p:spPr/>
        <p:txBody>
          <a:bodyPr/>
          <a:lstStyle/>
          <a:p>
            <a:r>
              <a:rPr lang="en-GB" dirty="0"/>
              <a:t>If Vim feels too much for occasional editing, Nano provides a simpler alternative</a:t>
            </a:r>
          </a:p>
        </p:txBody>
      </p:sp>
    </p:spTree>
    <p:extLst>
      <p:ext uri="{BB962C8B-B14F-4D97-AF65-F5344CB8AC3E}">
        <p14:creationId xmlns:p14="http://schemas.microsoft.com/office/powerpoint/2010/main" val="3158649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C383EC-849A-3136-A7BF-E065C34204CC}"/>
              </a:ext>
            </a:extLst>
          </p:cNvPr>
          <p:cNvSpPr>
            <a:spLocks noGrp="1"/>
          </p:cNvSpPr>
          <p:nvPr>
            <p:ph type="ctrTitle"/>
          </p:nvPr>
        </p:nvSpPr>
        <p:spPr/>
        <p:txBody>
          <a:bodyPr/>
          <a:lstStyle/>
          <a:p>
            <a:r>
              <a:rPr lang="en-US" noProof="0" dirty="0"/>
              <a:t>Nano: A Simple Terminal Text Editor</a:t>
            </a:r>
          </a:p>
        </p:txBody>
      </p:sp>
      <p:sp>
        <p:nvSpPr>
          <p:cNvPr id="10" name="Text Placeholder 9">
            <a:extLst>
              <a:ext uri="{FF2B5EF4-FFF2-40B4-BE49-F238E27FC236}">
                <a16:creationId xmlns:a16="http://schemas.microsoft.com/office/drawing/2014/main" id="{E0118351-D8A1-8F23-8857-1C807BCBB154}"/>
              </a:ext>
            </a:extLst>
          </p:cNvPr>
          <p:cNvSpPr>
            <a:spLocks noGrp="1"/>
          </p:cNvSpPr>
          <p:nvPr>
            <p:ph type="body" sz="quarter" idx="13"/>
          </p:nvPr>
        </p:nvSpPr>
        <p:spPr/>
        <p:txBody>
          <a:bodyPr/>
          <a:lstStyle/>
          <a:p>
            <a:pPr marL="285750" indent="-285750">
              <a:buFont typeface="Arial" panose="020B0604020202020204" pitchFamily="34" charset="0"/>
              <a:buChar char="•"/>
            </a:pPr>
            <a:r>
              <a:rPr lang="en-GB" b="1" dirty="0"/>
              <a:t>Easier</a:t>
            </a:r>
            <a:r>
              <a:rPr lang="en-GB" dirty="0"/>
              <a:t> to learn than Vim</a:t>
            </a:r>
          </a:p>
          <a:p>
            <a:pPr marL="285750" indent="-285750">
              <a:buFont typeface="Arial" panose="020B0604020202020204" pitchFamily="34" charset="0"/>
              <a:buChar char="•"/>
            </a:pPr>
            <a:r>
              <a:rPr lang="en-GB" dirty="0"/>
              <a:t>Displays common commands at the bottom of the screen</a:t>
            </a:r>
          </a:p>
          <a:p>
            <a:pPr marL="285750" indent="-285750">
              <a:buFont typeface="Arial" panose="020B0604020202020204" pitchFamily="34" charset="0"/>
              <a:buChar char="•"/>
            </a:pPr>
            <a:r>
              <a:rPr lang="en-GB" dirty="0"/>
              <a:t>Uses Ctrl-key shortcuts rather than modes</a:t>
            </a:r>
          </a:p>
          <a:p>
            <a:pPr marL="285750" indent="-285750">
              <a:buFont typeface="Arial" panose="020B0604020202020204" pitchFamily="34" charset="0"/>
              <a:buChar char="•"/>
            </a:pPr>
            <a:r>
              <a:rPr lang="en-GB" dirty="0"/>
              <a:t>Suitable for quick file edits and configuration changes</a:t>
            </a:r>
          </a:p>
          <a:p>
            <a:pPr marL="285750" indent="-285750">
              <a:buFont typeface="Arial" panose="020B0604020202020204" pitchFamily="34" charset="0"/>
              <a:buChar char="•"/>
            </a:pPr>
            <a:r>
              <a:rPr lang="en-GB" dirty="0"/>
              <a:t>Start Nano with:</a:t>
            </a:r>
            <a:endParaRPr lang="en-US" dirty="0"/>
          </a:p>
          <a:p>
            <a:pPr marL="285750" indent="-285750">
              <a:buFont typeface="Arial" panose="020B0604020202020204" pitchFamily="34" charset="0"/>
              <a:buChar char="•"/>
            </a:pPr>
            <a:endParaRPr lang="en-GB" dirty="0"/>
          </a:p>
        </p:txBody>
      </p:sp>
      <p:pic>
        <p:nvPicPr>
          <p:cNvPr id="13" name="Content Placeholder 12">
            <a:extLst>
              <a:ext uri="{FF2B5EF4-FFF2-40B4-BE49-F238E27FC236}">
                <a16:creationId xmlns:a16="http://schemas.microsoft.com/office/drawing/2014/main" id="{7B99558F-4A1C-4587-7DE4-D4EDA8B71B32}"/>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5989471" y="1733108"/>
            <a:ext cx="6033583" cy="3255581"/>
          </a:xfrm>
          <a:prstGeom prst="rect">
            <a:avLst/>
          </a:prstGeom>
        </p:spPr>
      </p:pic>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33</a:t>
            </a:fld>
            <a:endParaRPr lang="en-US" noProof="0" dirty="0"/>
          </a:p>
        </p:txBody>
      </p:sp>
      <p:sp>
        <p:nvSpPr>
          <p:cNvPr id="8" name="Rectangle 3">
            <a:extLst>
              <a:ext uri="{FF2B5EF4-FFF2-40B4-BE49-F238E27FC236}">
                <a16:creationId xmlns:a16="http://schemas.microsoft.com/office/drawing/2014/main" id="{398985E0-8F69-4558-3F8C-E910E80E10CF}"/>
              </a:ext>
            </a:extLst>
          </p:cNvPr>
          <p:cNvSpPr>
            <a:spLocks noChangeArrowheads="1"/>
          </p:cNvSpPr>
          <p:nvPr/>
        </p:nvSpPr>
        <p:spPr bwMode="auto">
          <a:xfrm>
            <a:off x="825951" y="4000238"/>
            <a:ext cx="2359788"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88741">
              <a:spcBef>
                <a:spcPts val="418"/>
              </a:spcBef>
            </a:pPr>
            <a:r>
              <a:rPr lang="en-US" spc="-4" noProof="0" dirty="0">
                <a:solidFill>
                  <a:srgbClr val="FFFF00"/>
                </a:solidFill>
                <a:latin typeface="Consolas" panose="020B0609020204030204" pitchFamily="49" charset="0"/>
                <a:ea typeface="Hack" panose="020B0609030202020204" pitchFamily="49" charset="0"/>
                <a:cs typeface="Hack" panose="020B0609030202020204" pitchFamily="49" charset="0"/>
              </a:rPr>
              <a:t>$</a:t>
            </a:r>
            <a:r>
              <a:rPr lang="en-US" spc="-16" noProof="0" dirty="0">
                <a:solidFill>
                  <a:schemeClr val="bg1"/>
                </a:solidFill>
                <a:latin typeface="Consolas" panose="020B0609020204030204" pitchFamily="49" charset="0"/>
                <a:ea typeface="Hack" panose="020B0609030202020204" pitchFamily="49" charset="0"/>
                <a:cs typeface="Hack" panose="020B0609030202020204" pitchFamily="49" charset="0"/>
              </a:rPr>
              <a:t> </a:t>
            </a:r>
            <a:r>
              <a:rPr lang="en-US" b="1" spc="-4" noProof="0" dirty="0">
                <a:solidFill>
                  <a:schemeClr val="bg1"/>
                </a:solidFill>
                <a:latin typeface="Consolas" panose="020B0609020204030204" pitchFamily="49" charset="0"/>
                <a:ea typeface="Hack" panose="020B0609030202020204" pitchFamily="49" charset="0"/>
                <a:cs typeface="Hack" panose="020B0609030202020204" pitchFamily="49" charset="0"/>
              </a:rPr>
              <a:t>nano</a:t>
            </a:r>
            <a:r>
              <a:rPr lang="en-US" b="1" spc="-20" noProof="0" dirty="0">
                <a:solidFill>
                  <a:schemeClr val="bg1"/>
                </a:solidFill>
                <a:latin typeface="Consolas" panose="020B0609020204030204" pitchFamily="49" charset="0"/>
                <a:ea typeface="Hack" panose="020B0609030202020204" pitchFamily="49" charset="0"/>
                <a:cs typeface="Hack" panose="020B0609030202020204" pitchFamily="49" charset="0"/>
              </a:rPr>
              <a:t> r</a:t>
            </a:r>
            <a:r>
              <a:rPr lang="en-US" b="1" spc="-4" noProof="0" dirty="0">
                <a:solidFill>
                  <a:schemeClr val="bg1"/>
                </a:solidFill>
                <a:latin typeface="Consolas" panose="020B0609020204030204" pitchFamily="49" charset="0"/>
                <a:ea typeface="Hack" panose="020B0609030202020204" pitchFamily="49" charset="0"/>
                <a:cs typeface="Hack" panose="020B0609030202020204" pitchFamily="49" charset="0"/>
              </a:rPr>
              <a:t>omeo.txt</a:t>
            </a:r>
            <a:endParaRPr lang="en-US" noProof="0" dirty="0">
              <a:solidFill>
                <a:schemeClr val="bg1"/>
              </a:solidFill>
              <a:latin typeface="Consolas" panose="020B0609020204030204" pitchFamily="49" charset="0"/>
              <a:ea typeface="Hack" panose="020B0609030202020204" pitchFamily="49" charset="0"/>
              <a:cs typeface="Hack" panose="020B0609030202020204" pitchFamily="49" charset="0"/>
            </a:endParaRPr>
          </a:p>
        </p:txBody>
      </p:sp>
      <p:sp>
        <p:nvSpPr>
          <p:cNvPr id="14" name="TextBox 13">
            <a:extLst>
              <a:ext uri="{FF2B5EF4-FFF2-40B4-BE49-F238E27FC236}">
                <a16:creationId xmlns:a16="http://schemas.microsoft.com/office/drawing/2014/main" id="{EEEC1376-D8ED-8344-DAA9-FEE3E5EC3B2C}"/>
              </a:ext>
            </a:extLst>
          </p:cNvPr>
          <p:cNvSpPr txBox="1"/>
          <p:nvPr/>
        </p:nvSpPr>
        <p:spPr>
          <a:xfrm>
            <a:off x="3217030" y="5044878"/>
            <a:ext cx="2246829" cy="923330"/>
          </a:xfrm>
          <a:prstGeom prst="rect">
            <a:avLst/>
          </a:prstGeom>
          <a:solidFill>
            <a:schemeClr val="accent1">
              <a:lumMod val="40000"/>
              <a:lumOff val="60000"/>
            </a:schemeClr>
          </a:solidFill>
          <a:ln>
            <a:solidFill>
              <a:schemeClr val="accent1">
                <a:lumMod val="40000"/>
                <a:lumOff val="60000"/>
              </a:schemeClr>
            </a:solidFill>
          </a:ln>
        </p:spPr>
        <p:txBody>
          <a:bodyPr wrap="square" rtlCol="0">
            <a:spAutoFit/>
          </a:bodyPr>
          <a:lstStyle/>
          <a:p>
            <a:r>
              <a:rPr lang="en-GB" dirty="0"/>
              <a:t>Edit space – arrow keys and backspace keys work</a:t>
            </a:r>
          </a:p>
        </p:txBody>
      </p:sp>
      <p:sp>
        <p:nvSpPr>
          <p:cNvPr id="15" name="TextBox 14">
            <a:extLst>
              <a:ext uri="{FF2B5EF4-FFF2-40B4-BE49-F238E27FC236}">
                <a16:creationId xmlns:a16="http://schemas.microsoft.com/office/drawing/2014/main" id="{1A1D8CE3-7F99-92B3-BB43-99C769A434B5}"/>
              </a:ext>
            </a:extLst>
          </p:cNvPr>
          <p:cNvSpPr txBox="1"/>
          <p:nvPr/>
        </p:nvSpPr>
        <p:spPr>
          <a:xfrm>
            <a:off x="8066866" y="5595931"/>
            <a:ext cx="2077471" cy="369332"/>
          </a:xfrm>
          <a:prstGeom prst="rect">
            <a:avLst/>
          </a:prstGeom>
          <a:solidFill>
            <a:schemeClr val="accent2">
              <a:lumMod val="40000"/>
              <a:lumOff val="60000"/>
            </a:schemeClr>
          </a:solidFill>
          <a:ln>
            <a:noFill/>
          </a:ln>
        </p:spPr>
        <p:txBody>
          <a:bodyPr wrap="square" rtlCol="0">
            <a:spAutoFit/>
          </a:bodyPr>
          <a:lstStyle/>
          <a:p>
            <a:r>
              <a:rPr lang="en-GB" dirty="0"/>
              <a:t>Editor control keys</a:t>
            </a:r>
          </a:p>
        </p:txBody>
      </p:sp>
      <p:sp>
        <p:nvSpPr>
          <p:cNvPr id="17" name="Line 11">
            <a:extLst>
              <a:ext uri="{FF2B5EF4-FFF2-40B4-BE49-F238E27FC236}">
                <a16:creationId xmlns:a16="http://schemas.microsoft.com/office/drawing/2014/main" id="{A9F5AD50-9879-88E4-426D-CE9447A5D99E}"/>
              </a:ext>
            </a:extLst>
          </p:cNvPr>
          <p:cNvSpPr>
            <a:spLocks noChangeShapeType="1"/>
          </p:cNvSpPr>
          <p:nvPr/>
        </p:nvSpPr>
        <p:spPr bwMode="auto">
          <a:xfrm flipH="1" flipV="1">
            <a:off x="9065260" y="4999992"/>
            <a:ext cx="12700" cy="595938"/>
          </a:xfrm>
          <a:prstGeom prst="line">
            <a:avLst/>
          </a:prstGeom>
          <a:noFill/>
          <a:ln w="19050">
            <a:solidFill>
              <a:schemeClr val="accent2"/>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dirty="0"/>
          </a:p>
        </p:txBody>
      </p:sp>
      <p:sp>
        <p:nvSpPr>
          <p:cNvPr id="20" name="Line 11">
            <a:extLst>
              <a:ext uri="{FF2B5EF4-FFF2-40B4-BE49-F238E27FC236}">
                <a16:creationId xmlns:a16="http://schemas.microsoft.com/office/drawing/2014/main" id="{8397ED80-E859-DB01-B985-1A71D5BBB41A}"/>
              </a:ext>
            </a:extLst>
          </p:cNvPr>
          <p:cNvSpPr>
            <a:spLocks noChangeShapeType="1"/>
          </p:cNvSpPr>
          <p:nvPr/>
        </p:nvSpPr>
        <p:spPr bwMode="auto">
          <a:xfrm flipV="1">
            <a:off x="4411980" y="4312920"/>
            <a:ext cx="1577488" cy="731958"/>
          </a:xfrm>
          <a:prstGeom prst="line">
            <a:avLst/>
          </a:prstGeom>
          <a:noFill/>
          <a:ln w="19050">
            <a:solidFill>
              <a:schemeClr val="accent1"/>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dirty="0"/>
          </a:p>
        </p:txBody>
      </p:sp>
      <p:sp>
        <p:nvSpPr>
          <p:cNvPr id="21" name="TextBox 20">
            <a:extLst>
              <a:ext uri="{FF2B5EF4-FFF2-40B4-BE49-F238E27FC236}">
                <a16:creationId xmlns:a16="http://schemas.microsoft.com/office/drawing/2014/main" id="{5DB33380-E960-6B8B-263A-705988E9C45C}"/>
              </a:ext>
            </a:extLst>
          </p:cNvPr>
          <p:cNvSpPr txBox="1"/>
          <p:nvPr/>
        </p:nvSpPr>
        <p:spPr>
          <a:xfrm>
            <a:off x="5944807" y="5817409"/>
            <a:ext cx="1566672" cy="646331"/>
          </a:xfrm>
          <a:prstGeom prst="rect">
            <a:avLst/>
          </a:prstGeom>
          <a:solidFill>
            <a:schemeClr val="accent4">
              <a:lumMod val="40000"/>
              <a:lumOff val="60000"/>
            </a:schemeClr>
          </a:solidFill>
          <a:ln>
            <a:noFill/>
          </a:ln>
        </p:spPr>
        <p:txBody>
          <a:bodyPr wrap="square" rtlCol="0">
            <a:spAutoFit/>
          </a:bodyPr>
          <a:lstStyle/>
          <a:p>
            <a:r>
              <a:rPr lang="en-GB" dirty="0"/>
              <a:t>Only ONE you need to learn!</a:t>
            </a:r>
          </a:p>
        </p:txBody>
      </p:sp>
      <p:sp>
        <p:nvSpPr>
          <p:cNvPr id="23" name="Rectangle: Rounded Corners 22">
            <a:extLst>
              <a:ext uri="{FF2B5EF4-FFF2-40B4-BE49-F238E27FC236}">
                <a16:creationId xmlns:a16="http://schemas.microsoft.com/office/drawing/2014/main" id="{BE1CC57F-4759-8778-96AE-8A27C230ECB7}"/>
              </a:ext>
            </a:extLst>
          </p:cNvPr>
          <p:cNvSpPr/>
          <p:nvPr/>
        </p:nvSpPr>
        <p:spPr>
          <a:xfrm>
            <a:off x="5989471" y="2392680"/>
            <a:ext cx="5971390" cy="2028185"/>
          </a:xfrm>
          <a:prstGeom prst="roundRect">
            <a:avLst>
              <a:gd name="adj" fmla="val 7387"/>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Rounded Corners 23">
            <a:extLst>
              <a:ext uri="{FF2B5EF4-FFF2-40B4-BE49-F238E27FC236}">
                <a16:creationId xmlns:a16="http://schemas.microsoft.com/office/drawing/2014/main" id="{C9285AE0-FC09-0E24-F963-8DDFA3B42F68}"/>
              </a:ext>
            </a:extLst>
          </p:cNvPr>
          <p:cNvSpPr/>
          <p:nvPr/>
        </p:nvSpPr>
        <p:spPr>
          <a:xfrm>
            <a:off x="5989467" y="4465319"/>
            <a:ext cx="5971391" cy="490221"/>
          </a:xfrm>
          <a:prstGeom prst="roundRect">
            <a:avLst>
              <a:gd name="adj" fmla="val 16241"/>
            </a:avLst>
          </a:prstGeom>
          <a:no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Line 11">
            <a:extLst>
              <a:ext uri="{FF2B5EF4-FFF2-40B4-BE49-F238E27FC236}">
                <a16:creationId xmlns:a16="http://schemas.microsoft.com/office/drawing/2014/main" id="{F9353888-2969-7FD1-B403-A3F1C44F1937}"/>
              </a:ext>
            </a:extLst>
          </p:cNvPr>
          <p:cNvSpPr>
            <a:spLocks noChangeShapeType="1"/>
          </p:cNvSpPr>
          <p:nvPr/>
        </p:nvSpPr>
        <p:spPr bwMode="auto">
          <a:xfrm flipH="1" flipV="1">
            <a:off x="6444604" y="4975691"/>
            <a:ext cx="0" cy="841718"/>
          </a:xfrm>
          <a:prstGeom prst="line">
            <a:avLst/>
          </a:prstGeom>
          <a:noFill/>
          <a:ln w="19050">
            <a:solidFill>
              <a:schemeClr val="accent4"/>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dirty="0"/>
          </a:p>
        </p:txBody>
      </p:sp>
      <p:sp>
        <p:nvSpPr>
          <p:cNvPr id="26" name="Rectangle: Rounded Corners 25">
            <a:extLst>
              <a:ext uri="{FF2B5EF4-FFF2-40B4-BE49-F238E27FC236}">
                <a16:creationId xmlns:a16="http://schemas.microsoft.com/office/drawing/2014/main" id="{C23200E7-3548-3622-6B15-59D6389A9D03}"/>
              </a:ext>
            </a:extLst>
          </p:cNvPr>
          <p:cNvSpPr/>
          <p:nvPr/>
        </p:nvSpPr>
        <p:spPr>
          <a:xfrm>
            <a:off x="6019946" y="4668854"/>
            <a:ext cx="788536" cy="231953"/>
          </a:xfrm>
          <a:prstGeom prst="roundRect">
            <a:avLst>
              <a:gd name="adj" fmla="val 16241"/>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889673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ED91D17-F048-43E5-E308-3F8716B1F537}"/>
              </a:ext>
            </a:extLst>
          </p:cNvPr>
          <p:cNvSpPr>
            <a:spLocks noGrp="1"/>
          </p:cNvSpPr>
          <p:nvPr>
            <p:ph type="ctrTitle"/>
          </p:nvPr>
        </p:nvSpPr>
        <p:spPr/>
        <p:txBody>
          <a:bodyPr/>
          <a:lstStyle/>
          <a:p>
            <a:r>
              <a:rPr lang="en-US" noProof="0" dirty="0"/>
              <a:t>Navigation and Searching in Nano</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a:xfrm>
            <a:off x="443920" y="1733108"/>
            <a:ext cx="5245679" cy="4061405"/>
          </a:xfrm>
        </p:spPr>
        <p:txBody>
          <a:bodyPr>
            <a:normAutofit/>
          </a:bodyPr>
          <a:lstStyle/>
          <a:p>
            <a:pPr marL="285750" indent="-285750">
              <a:buFont typeface="Arial" panose="020B0604020202020204" pitchFamily="34" charset="0"/>
              <a:buChar char="•"/>
            </a:pPr>
            <a:r>
              <a:rPr lang="en-GB" noProof="0" dirty="0">
                <a:solidFill>
                  <a:schemeClr val="tx1"/>
                </a:solidFill>
              </a:rPr>
              <a:t>Most navigation keys work as expected (Arrow keys, Home, End, Page Up, Page Down)</a:t>
            </a:r>
          </a:p>
          <a:p>
            <a:pPr marL="285750" indent="-285750">
              <a:buFont typeface="Arial" panose="020B0604020202020204" pitchFamily="34" charset="0"/>
              <a:buChar char="•"/>
            </a:pPr>
            <a:r>
              <a:rPr lang="en-GB" noProof="0" dirty="0">
                <a:solidFill>
                  <a:schemeClr val="tx1"/>
                </a:solidFill>
              </a:rPr>
              <a:t>Additional shortcuts are available using the Ctrl key</a:t>
            </a:r>
          </a:p>
          <a:p>
            <a:pPr marL="285750" indent="-285750">
              <a:buFont typeface="Arial" panose="020B0604020202020204" pitchFamily="34" charset="0"/>
              <a:buChar char="•"/>
            </a:pPr>
            <a:r>
              <a:rPr lang="en-GB" noProof="0" dirty="0">
                <a:solidFill>
                  <a:schemeClr val="tx1"/>
                </a:solidFill>
              </a:rPr>
              <a:t>Search for text or jump directly to a specific line</a:t>
            </a:r>
          </a:p>
          <a:p>
            <a:pPr marL="285750" indent="-285750">
              <a:buFont typeface="Arial" panose="020B0604020202020204" pitchFamily="34" charset="0"/>
              <a:buChar char="•"/>
            </a:pPr>
            <a:r>
              <a:rPr lang="en-GB" noProof="0" dirty="0">
                <a:solidFill>
                  <a:schemeClr val="tx1"/>
                </a:solidFill>
              </a:rPr>
              <a:t>Nano displays available shortcuts at the bottom of the screen</a:t>
            </a:r>
            <a:endParaRPr lang="en-US" noProof="0" dirty="0">
              <a:solidFill>
                <a:schemeClr val="tx1"/>
              </a:solidFill>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34</a:t>
            </a:fld>
            <a:endParaRPr lang="en-US" noProof="0" dirty="0"/>
          </a:p>
        </p:txBody>
      </p:sp>
      <p:graphicFrame>
        <p:nvGraphicFramePr>
          <p:cNvPr id="6" name="Table 5">
            <a:extLst>
              <a:ext uri="{FF2B5EF4-FFF2-40B4-BE49-F238E27FC236}">
                <a16:creationId xmlns:a16="http://schemas.microsoft.com/office/drawing/2014/main" id="{E33F0D07-14F1-F734-48D4-DF65830A1CB6}"/>
              </a:ext>
            </a:extLst>
          </p:cNvPr>
          <p:cNvGraphicFramePr>
            <a:graphicFrameLocks noGrp="1"/>
          </p:cNvGraphicFramePr>
          <p:nvPr>
            <p:extLst>
              <p:ext uri="{D42A27DB-BD31-4B8C-83A1-F6EECF244321}">
                <p14:modId xmlns:p14="http://schemas.microsoft.com/office/powerpoint/2010/main" val="1913148765"/>
              </p:ext>
            </p:extLst>
          </p:nvPr>
        </p:nvGraphicFramePr>
        <p:xfrm>
          <a:off x="6463722" y="1765968"/>
          <a:ext cx="4407478" cy="3326063"/>
        </p:xfrm>
        <a:graphic>
          <a:graphicData uri="http://schemas.openxmlformats.org/drawingml/2006/table">
            <a:tbl>
              <a:tblPr firstRow="1" bandRow="1">
                <a:tableStyleId>{7DF18680-E054-41AD-8BC1-D1AEF772440D}</a:tableStyleId>
              </a:tblPr>
              <a:tblGrid>
                <a:gridCol w="1277607">
                  <a:extLst>
                    <a:ext uri="{9D8B030D-6E8A-4147-A177-3AD203B41FA5}">
                      <a16:colId xmlns:a16="http://schemas.microsoft.com/office/drawing/2014/main" val="574467707"/>
                    </a:ext>
                  </a:extLst>
                </a:gridCol>
                <a:gridCol w="3129871">
                  <a:extLst>
                    <a:ext uri="{9D8B030D-6E8A-4147-A177-3AD203B41FA5}">
                      <a16:colId xmlns:a16="http://schemas.microsoft.com/office/drawing/2014/main" val="1543793797"/>
                    </a:ext>
                  </a:extLst>
                </a:gridCol>
              </a:tblGrid>
              <a:tr h="410766">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Shortcut</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Action</a:t>
                      </a:r>
                    </a:p>
                  </a:txBody>
                  <a:tcPr/>
                </a:tc>
                <a:extLst>
                  <a:ext uri="{0D108BD9-81ED-4DB2-BD59-A6C34878D82A}">
                    <a16:rowId xmlns:a16="http://schemas.microsoft.com/office/drawing/2014/main" val="3168188515"/>
                  </a:ext>
                </a:extLst>
              </a:tr>
              <a:tr h="416471">
                <a:tc>
                  <a:txBody>
                    <a:bodyPr/>
                    <a:lstStyle/>
                    <a:p>
                      <a:pPr algn="ctr"/>
                      <a:r>
                        <a:rPr lang="en-US" sz="1800" b="1" i="0" noProof="0" dirty="0" err="1">
                          <a:solidFill>
                            <a:schemeClr val="tx1"/>
                          </a:solidFill>
                          <a:latin typeface="Hack"/>
                        </a:rPr>
                        <a:t>Ctrl+C</a:t>
                      </a:r>
                      <a:endParaRPr lang="en-US" sz="1800" b="1" i="0" noProof="0" dirty="0">
                        <a:solidFill>
                          <a:schemeClr val="tx1"/>
                        </a:solidFill>
                        <a:latin typeface="Hack"/>
                      </a:endParaRPr>
                    </a:p>
                  </a:txBody>
                  <a:tcPr/>
                </a:tc>
                <a:tc>
                  <a:txBody>
                    <a:bodyPr/>
                    <a:lstStyle/>
                    <a:p>
                      <a:r>
                        <a:rPr lang="en-GB" dirty="0"/>
                        <a:t>Show current line and column</a:t>
                      </a:r>
                      <a:endParaRPr lang="en-US" sz="1800" noProof="0" dirty="0">
                        <a:latin typeface="+mn-lt"/>
                      </a:endParaRPr>
                    </a:p>
                  </a:txBody>
                  <a:tcPr/>
                </a:tc>
                <a:extLst>
                  <a:ext uri="{0D108BD9-81ED-4DB2-BD59-A6C34878D82A}">
                    <a16:rowId xmlns:a16="http://schemas.microsoft.com/office/drawing/2014/main" val="3687238724"/>
                  </a:ext>
                </a:extLst>
              </a:tr>
              <a:tr h="416471">
                <a:tc>
                  <a:txBody>
                    <a:bodyPr/>
                    <a:lstStyle/>
                    <a:p>
                      <a:pPr algn="ctr"/>
                      <a:r>
                        <a:rPr lang="en-US" sz="1800" b="1" i="0" noProof="0" dirty="0" err="1">
                          <a:solidFill>
                            <a:schemeClr val="tx1"/>
                          </a:solidFill>
                          <a:latin typeface="Hack"/>
                        </a:rPr>
                        <a:t>Ctrl+A</a:t>
                      </a:r>
                      <a:endParaRPr lang="en-US" sz="1800" b="1" i="0" noProof="0" dirty="0">
                        <a:solidFill>
                          <a:schemeClr val="tx1"/>
                        </a:solidFill>
                        <a:latin typeface="Hack"/>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noProof="0" dirty="0">
                          <a:latin typeface="+mn-lt"/>
                        </a:rPr>
                        <a:t>Move to start of line</a:t>
                      </a:r>
                    </a:p>
                  </a:txBody>
                  <a:tcPr/>
                </a:tc>
                <a:extLst>
                  <a:ext uri="{0D108BD9-81ED-4DB2-BD59-A6C34878D82A}">
                    <a16:rowId xmlns:a16="http://schemas.microsoft.com/office/drawing/2014/main" val="3903260496"/>
                  </a:ext>
                </a:extLst>
              </a:tr>
              <a:tr h="416471">
                <a:tc>
                  <a:txBody>
                    <a:bodyPr/>
                    <a:lstStyle/>
                    <a:p>
                      <a:pPr algn="ctr"/>
                      <a:r>
                        <a:rPr lang="en-US" sz="1800" b="1" i="0" noProof="0" dirty="0" err="1">
                          <a:solidFill>
                            <a:schemeClr val="tx1"/>
                          </a:solidFill>
                          <a:latin typeface="Hack"/>
                        </a:rPr>
                        <a:t>Ctrl+E</a:t>
                      </a:r>
                      <a:endParaRPr lang="en-US" sz="1800" b="1" i="0" noProof="0" dirty="0">
                        <a:solidFill>
                          <a:schemeClr val="tx1"/>
                        </a:solidFill>
                        <a:latin typeface="Hack"/>
                      </a:endParaRPr>
                    </a:p>
                  </a:txBody>
                  <a:tcPr/>
                </a:tc>
                <a:tc>
                  <a:txBody>
                    <a:bodyPr/>
                    <a:lstStyle/>
                    <a:p>
                      <a:r>
                        <a:rPr lang="en-US" sz="1800" b="0" i="0" noProof="0" dirty="0">
                          <a:latin typeface="+mn-lt"/>
                        </a:rPr>
                        <a:t>Move to end of line</a:t>
                      </a:r>
                    </a:p>
                  </a:txBody>
                  <a:tcPr/>
                </a:tc>
                <a:extLst>
                  <a:ext uri="{0D108BD9-81ED-4DB2-BD59-A6C34878D82A}">
                    <a16:rowId xmlns:a16="http://schemas.microsoft.com/office/drawing/2014/main" val="3751613463"/>
                  </a:ext>
                </a:extLst>
              </a:tr>
              <a:tr h="416471">
                <a:tc>
                  <a:txBody>
                    <a:bodyPr/>
                    <a:lstStyle/>
                    <a:p>
                      <a:pPr algn="ctr"/>
                      <a:r>
                        <a:rPr lang="en-US" sz="1800" b="1" i="0" noProof="0" dirty="0">
                          <a:solidFill>
                            <a:schemeClr val="tx1"/>
                          </a:solidFill>
                          <a:latin typeface="Hack"/>
                        </a:rPr>
                        <a:t>Ctrl+_</a:t>
                      </a:r>
                    </a:p>
                  </a:txBody>
                  <a:tcPr/>
                </a:tc>
                <a:tc>
                  <a:txBody>
                    <a:bodyPr/>
                    <a:lstStyle/>
                    <a:p>
                      <a:r>
                        <a:rPr lang="en-US" sz="1800" b="0" i="0" noProof="0" dirty="0">
                          <a:latin typeface="+mn-lt"/>
                        </a:rPr>
                        <a:t>Go to line and column</a:t>
                      </a:r>
                    </a:p>
                  </a:txBody>
                  <a:tcPr/>
                </a:tc>
                <a:extLst>
                  <a:ext uri="{0D108BD9-81ED-4DB2-BD59-A6C34878D82A}">
                    <a16:rowId xmlns:a16="http://schemas.microsoft.com/office/drawing/2014/main" val="704300834"/>
                  </a:ext>
                </a:extLst>
              </a:tr>
              <a:tr h="416471">
                <a:tc>
                  <a:txBody>
                    <a:bodyPr/>
                    <a:lstStyle/>
                    <a:p>
                      <a:pPr algn="ctr"/>
                      <a:r>
                        <a:rPr lang="en-US" sz="1800" b="1" i="0" noProof="0" dirty="0" err="1">
                          <a:solidFill>
                            <a:schemeClr val="tx1"/>
                          </a:solidFill>
                          <a:latin typeface="Hack"/>
                        </a:rPr>
                        <a:t>Ctrl+W</a:t>
                      </a:r>
                      <a:endParaRPr lang="en-US" sz="1800" b="1" i="0" noProof="0" dirty="0">
                        <a:solidFill>
                          <a:schemeClr val="tx1"/>
                        </a:solidFill>
                        <a:latin typeface="Hack"/>
                      </a:endParaRPr>
                    </a:p>
                  </a:txBody>
                  <a:tcPr/>
                </a:tc>
                <a:tc>
                  <a:txBody>
                    <a:bodyPr/>
                    <a:lstStyle/>
                    <a:p>
                      <a:r>
                        <a:rPr lang="en-US" sz="1800" b="0" i="0" noProof="0" dirty="0">
                          <a:latin typeface="+mn-lt"/>
                        </a:rPr>
                        <a:t>Search for text</a:t>
                      </a:r>
                    </a:p>
                  </a:txBody>
                  <a:tcPr/>
                </a:tc>
                <a:extLst>
                  <a:ext uri="{0D108BD9-81ED-4DB2-BD59-A6C34878D82A}">
                    <a16:rowId xmlns:a16="http://schemas.microsoft.com/office/drawing/2014/main" val="2911180195"/>
                  </a:ext>
                </a:extLst>
              </a:tr>
              <a:tr h="416471">
                <a:tc>
                  <a:txBody>
                    <a:bodyPr/>
                    <a:lstStyle/>
                    <a:p>
                      <a:pPr algn="ctr"/>
                      <a:r>
                        <a:rPr lang="en-US" sz="1800" b="1" i="0" noProof="0" dirty="0" err="1">
                          <a:solidFill>
                            <a:schemeClr val="tx1"/>
                          </a:solidFill>
                          <a:latin typeface="Hack"/>
                        </a:rPr>
                        <a:t>Ctrl+Y</a:t>
                      </a:r>
                      <a:endParaRPr lang="en-US" sz="1800" b="1" i="0" noProof="0" dirty="0">
                        <a:solidFill>
                          <a:schemeClr val="tx1"/>
                        </a:solidFill>
                        <a:latin typeface="Hack"/>
                      </a:endParaRPr>
                    </a:p>
                  </a:txBody>
                  <a:tcPr/>
                </a:tc>
                <a:tc>
                  <a:txBody>
                    <a:bodyPr/>
                    <a:lstStyle/>
                    <a:p>
                      <a:r>
                        <a:rPr lang="en-US" sz="1800" b="0" i="0" noProof="0" dirty="0">
                          <a:latin typeface="+mn-lt"/>
                        </a:rPr>
                        <a:t>Previous page</a:t>
                      </a:r>
                    </a:p>
                  </a:txBody>
                  <a:tcPr/>
                </a:tc>
                <a:extLst>
                  <a:ext uri="{0D108BD9-81ED-4DB2-BD59-A6C34878D82A}">
                    <a16:rowId xmlns:a16="http://schemas.microsoft.com/office/drawing/2014/main" val="3588756949"/>
                  </a:ext>
                </a:extLst>
              </a:tr>
              <a:tr h="416471">
                <a:tc>
                  <a:txBody>
                    <a:bodyPr/>
                    <a:lstStyle/>
                    <a:p>
                      <a:pPr algn="ctr"/>
                      <a:r>
                        <a:rPr lang="en-US" sz="1800" b="1" i="0" noProof="0" dirty="0" err="1">
                          <a:solidFill>
                            <a:schemeClr val="tx1"/>
                          </a:solidFill>
                          <a:latin typeface="Hack"/>
                        </a:rPr>
                        <a:t>Ctrl+V</a:t>
                      </a:r>
                      <a:endParaRPr lang="en-US" sz="1800" b="1" i="0" noProof="0" dirty="0">
                        <a:solidFill>
                          <a:schemeClr val="tx1"/>
                        </a:solidFill>
                        <a:latin typeface="Hack"/>
                      </a:endParaRPr>
                    </a:p>
                  </a:txBody>
                  <a:tcPr/>
                </a:tc>
                <a:tc>
                  <a:txBody>
                    <a:bodyPr/>
                    <a:lstStyle/>
                    <a:p>
                      <a:r>
                        <a:rPr lang="en-US" sz="1800" b="0" i="0" noProof="0" dirty="0">
                          <a:latin typeface="+mn-lt"/>
                        </a:rPr>
                        <a:t>Next page</a:t>
                      </a:r>
                    </a:p>
                  </a:txBody>
                  <a:tcPr/>
                </a:tc>
                <a:extLst>
                  <a:ext uri="{0D108BD9-81ED-4DB2-BD59-A6C34878D82A}">
                    <a16:rowId xmlns:a16="http://schemas.microsoft.com/office/drawing/2014/main" val="3578384380"/>
                  </a:ext>
                </a:extLst>
              </a:tr>
            </a:tbl>
          </a:graphicData>
        </a:graphic>
      </p:graphicFrame>
      <p:sp>
        <p:nvSpPr>
          <p:cNvPr id="7" name="TextBox 6">
            <a:extLst>
              <a:ext uri="{FF2B5EF4-FFF2-40B4-BE49-F238E27FC236}">
                <a16:creationId xmlns:a16="http://schemas.microsoft.com/office/drawing/2014/main" id="{8E3CE6A1-4416-42E7-8A59-FA7851AD0872}"/>
              </a:ext>
            </a:extLst>
          </p:cNvPr>
          <p:cNvSpPr txBox="1"/>
          <p:nvPr/>
        </p:nvSpPr>
        <p:spPr>
          <a:xfrm>
            <a:off x="3400566" y="6260390"/>
            <a:ext cx="6397277" cy="400110"/>
          </a:xfrm>
          <a:prstGeom prst="rect">
            <a:avLst/>
          </a:prstGeom>
          <a:solidFill>
            <a:schemeClr val="accent4">
              <a:lumMod val="40000"/>
              <a:lumOff val="60000"/>
            </a:schemeClr>
          </a:solidFill>
          <a:ln>
            <a:noFill/>
          </a:ln>
        </p:spPr>
        <p:txBody>
          <a:bodyPr wrap="square" rtlCol="0">
            <a:spAutoFit/>
          </a:bodyPr>
          <a:lstStyle/>
          <a:p>
            <a:pPr algn="ctr"/>
            <a:r>
              <a:rPr lang="en-GB" sz="2000" dirty="0"/>
              <a:t>Most users only need </a:t>
            </a:r>
            <a:r>
              <a:rPr lang="en-GB" sz="2000" b="1" dirty="0" err="1"/>
              <a:t>Ctrl+W</a:t>
            </a:r>
            <a:r>
              <a:rPr lang="en-GB" sz="2000" b="1" dirty="0"/>
              <a:t> </a:t>
            </a:r>
            <a:r>
              <a:rPr lang="en-GB" sz="2000" dirty="0"/>
              <a:t>(search) and </a:t>
            </a:r>
            <a:r>
              <a:rPr lang="en-GB" sz="2000" b="1" dirty="0"/>
              <a:t>Ctrl+_ </a:t>
            </a:r>
            <a:r>
              <a:rPr lang="en-GB" sz="2000" dirty="0"/>
              <a:t>(</a:t>
            </a:r>
            <a:r>
              <a:rPr lang="en-GB" sz="2000" dirty="0" err="1"/>
              <a:t>goto</a:t>
            </a:r>
            <a:r>
              <a:rPr lang="en-GB" sz="2000" dirty="0"/>
              <a:t> line).</a:t>
            </a:r>
            <a:endParaRPr lang="en-GB" sz="2000" b="1" dirty="0"/>
          </a:p>
        </p:txBody>
      </p:sp>
    </p:spTree>
    <p:extLst>
      <p:ext uri="{BB962C8B-B14F-4D97-AF65-F5344CB8AC3E}">
        <p14:creationId xmlns:p14="http://schemas.microsoft.com/office/powerpoint/2010/main" val="17109560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333D97-A432-69E3-CBB3-0492E5FF183D}"/>
              </a:ext>
            </a:extLst>
          </p:cNvPr>
          <p:cNvSpPr>
            <a:spLocks noGrp="1"/>
          </p:cNvSpPr>
          <p:nvPr>
            <p:ph type="ctrTitle"/>
          </p:nvPr>
        </p:nvSpPr>
        <p:spPr/>
        <p:txBody>
          <a:bodyPr/>
          <a:lstStyle/>
          <a:p>
            <a:r>
              <a:rPr lang="en-US" noProof="0" dirty="0"/>
              <a:t>Cutting and Pasting Text in Nano</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a:xfrm>
            <a:off x="443920" y="1733108"/>
            <a:ext cx="5551765" cy="4061405"/>
          </a:xfrm>
        </p:spPr>
        <p:txBody>
          <a:bodyPr>
            <a:normAutofit/>
          </a:bodyPr>
          <a:lstStyle/>
          <a:p>
            <a:pPr marL="285750" indent="-285750">
              <a:buFont typeface="Arial" panose="020B0604020202020204" pitchFamily="34" charset="0"/>
              <a:buChar char="•"/>
            </a:pPr>
            <a:r>
              <a:rPr lang="en-GB" noProof="0" dirty="0" err="1">
                <a:solidFill>
                  <a:schemeClr val="tx1"/>
                </a:solidFill>
              </a:rPr>
              <a:t>Ctrl+K</a:t>
            </a:r>
            <a:r>
              <a:rPr lang="en-GB" noProof="0" dirty="0">
                <a:solidFill>
                  <a:schemeClr val="tx1"/>
                </a:solidFill>
              </a:rPr>
              <a:t> cuts the current line</a:t>
            </a:r>
          </a:p>
          <a:p>
            <a:pPr marL="285750" indent="-285750">
              <a:buFont typeface="Arial" panose="020B0604020202020204" pitchFamily="34" charset="0"/>
              <a:buChar char="•"/>
            </a:pPr>
            <a:r>
              <a:rPr lang="en-GB" noProof="0" dirty="0" err="1">
                <a:solidFill>
                  <a:schemeClr val="tx1"/>
                </a:solidFill>
              </a:rPr>
              <a:t>Ctrl+U</a:t>
            </a:r>
            <a:r>
              <a:rPr lang="en-GB" noProof="0" dirty="0">
                <a:solidFill>
                  <a:schemeClr val="tx1"/>
                </a:solidFill>
              </a:rPr>
              <a:t> pastes the previously cut text</a:t>
            </a:r>
          </a:p>
          <a:p>
            <a:pPr marL="285750" indent="-285750">
              <a:buFont typeface="Arial" panose="020B0604020202020204" pitchFamily="34" charset="0"/>
              <a:buChar char="•"/>
            </a:pPr>
            <a:r>
              <a:rPr lang="en-GB" noProof="0" dirty="0">
                <a:solidFill>
                  <a:schemeClr val="tx1"/>
                </a:solidFill>
              </a:rPr>
              <a:t>Multiple lines can be cut by pressing </a:t>
            </a:r>
            <a:r>
              <a:rPr lang="en-GB" noProof="0" dirty="0" err="1">
                <a:solidFill>
                  <a:schemeClr val="tx1"/>
                </a:solidFill>
              </a:rPr>
              <a:t>Ctrl+K</a:t>
            </a:r>
            <a:r>
              <a:rPr lang="en-GB" noProof="0" dirty="0">
                <a:solidFill>
                  <a:schemeClr val="tx1"/>
                </a:solidFill>
              </a:rPr>
              <a:t> repeatedly</a:t>
            </a:r>
          </a:p>
          <a:p>
            <a:pPr marL="285750" indent="-285750">
              <a:buFont typeface="Arial" panose="020B0604020202020204" pitchFamily="34" charset="0"/>
              <a:buChar char="•"/>
            </a:pPr>
            <a:r>
              <a:rPr lang="en-GB" noProof="0" dirty="0">
                <a:solidFill>
                  <a:schemeClr val="tx1"/>
                </a:solidFill>
              </a:rPr>
              <a:t>Cut text is stored in a temporary buffer until it is pasted</a:t>
            </a:r>
            <a:endParaRPr lang="en-US" noProof="0" dirty="0">
              <a:solidFill>
                <a:schemeClr val="tx1"/>
              </a:solidFill>
            </a:endParaRPr>
          </a:p>
        </p:txBody>
      </p:sp>
      <p:sp>
        <p:nvSpPr>
          <p:cNvPr id="6" name="Text Placeholder 5">
            <a:extLst>
              <a:ext uri="{FF2B5EF4-FFF2-40B4-BE49-F238E27FC236}">
                <a16:creationId xmlns:a16="http://schemas.microsoft.com/office/drawing/2014/main" id="{363D2A30-10FF-1B56-06B0-2224D182AFA4}"/>
              </a:ext>
            </a:extLst>
          </p:cNvPr>
          <p:cNvSpPr>
            <a:spLocks noGrp="1"/>
          </p:cNvSpPr>
          <p:nvPr>
            <p:ph type="body" sz="quarter" idx="15"/>
          </p:nvPr>
        </p:nvSpPr>
        <p:spPr/>
        <p:txBody>
          <a:bodyPr/>
          <a:lstStyle/>
          <a:p>
            <a:r>
              <a:rPr lang="en-GB" b="1" dirty="0"/>
              <a:t>Getting Help in Nano:</a:t>
            </a:r>
          </a:p>
          <a:p>
            <a:pPr marL="285750" indent="-285750">
              <a:buFont typeface="Arial" panose="020B0604020202020204" pitchFamily="34" charset="0"/>
              <a:buChar char="•"/>
            </a:pPr>
            <a:r>
              <a:rPr lang="en-GB" dirty="0"/>
              <a:t>Press </a:t>
            </a:r>
            <a:r>
              <a:rPr lang="en-GB" b="1" dirty="0" err="1"/>
              <a:t>Ctrl+G</a:t>
            </a:r>
            <a:r>
              <a:rPr lang="en-GB" b="1" dirty="0"/>
              <a:t> </a:t>
            </a:r>
            <a:r>
              <a:rPr lang="en-GB" dirty="0"/>
              <a:t>to display Nano's built-in help.</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35</a:t>
            </a:fld>
            <a:endParaRPr lang="en-US" noProof="0" dirty="0"/>
          </a:p>
        </p:txBody>
      </p:sp>
      <p:graphicFrame>
        <p:nvGraphicFramePr>
          <p:cNvPr id="9" name="Table 8">
            <a:extLst>
              <a:ext uri="{FF2B5EF4-FFF2-40B4-BE49-F238E27FC236}">
                <a16:creationId xmlns:a16="http://schemas.microsoft.com/office/drawing/2014/main" id="{7C3D36B5-DB83-30D4-0071-1F4708B10D93}"/>
              </a:ext>
            </a:extLst>
          </p:cNvPr>
          <p:cNvGraphicFramePr>
            <a:graphicFrameLocks noGrp="1"/>
          </p:cNvGraphicFramePr>
          <p:nvPr>
            <p:extLst>
              <p:ext uri="{D42A27DB-BD31-4B8C-83A1-F6EECF244321}">
                <p14:modId xmlns:p14="http://schemas.microsoft.com/office/powerpoint/2010/main" val="2656538094"/>
              </p:ext>
            </p:extLst>
          </p:nvPr>
        </p:nvGraphicFramePr>
        <p:xfrm>
          <a:off x="800357" y="3675321"/>
          <a:ext cx="4249163" cy="2076650"/>
        </p:xfrm>
        <a:graphic>
          <a:graphicData uri="http://schemas.openxmlformats.org/drawingml/2006/table">
            <a:tbl>
              <a:tblPr firstRow="1" bandRow="1">
                <a:tableStyleId>{7DF18680-E054-41AD-8BC1-D1AEF772440D}</a:tableStyleId>
              </a:tblPr>
              <a:tblGrid>
                <a:gridCol w="1089403">
                  <a:extLst>
                    <a:ext uri="{9D8B030D-6E8A-4147-A177-3AD203B41FA5}">
                      <a16:colId xmlns:a16="http://schemas.microsoft.com/office/drawing/2014/main" val="574467707"/>
                    </a:ext>
                  </a:extLst>
                </a:gridCol>
                <a:gridCol w="3159760">
                  <a:extLst>
                    <a:ext uri="{9D8B030D-6E8A-4147-A177-3AD203B41FA5}">
                      <a16:colId xmlns:a16="http://schemas.microsoft.com/office/drawing/2014/main" val="1543793797"/>
                    </a:ext>
                  </a:extLst>
                </a:gridCol>
              </a:tblGrid>
              <a:tr h="410766">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Shortcut</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Action</a:t>
                      </a:r>
                    </a:p>
                  </a:txBody>
                  <a:tcPr/>
                </a:tc>
                <a:extLst>
                  <a:ext uri="{0D108BD9-81ED-4DB2-BD59-A6C34878D82A}">
                    <a16:rowId xmlns:a16="http://schemas.microsoft.com/office/drawing/2014/main" val="3168188515"/>
                  </a:ext>
                </a:extLst>
              </a:tr>
              <a:tr h="416471">
                <a:tc>
                  <a:txBody>
                    <a:bodyPr/>
                    <a:lstStyle/>
                    <a:p>
                      <a:pPr algn="ctr"/>
                      <a:r>
                        <a:rPr lang="en-US" sz="1800" b="1" i="0" noProof="0" dirty="0" err="1">
                          <a:solidFill>
                            <a:schemeClr val="tx1"/>
                          </a:solidFill>
                          <a:latin typeface="Hack"/>
                        </a:rPr>
                        <a:t>Ctrl+K</a:t>
                      </a:r>
                      <a:endParaRPr lang="en-US" sz="1800" b="1" i="0" noProof="0" dirty="0">
                        <a:solidFill>
                          <a:schemeClr val="tx1"/>
                        </a:solidFill>
                        <a:latin typeface="Hack"/>
                      </a:endParaRPr>
                    </a:p>
                  </a:txBody>
                  <a:tcPr/>
                </a:tc>
                <a:tc>
                  <a:txBody>
                    <a:bodyPr/>
                    <a:lstStyle/>
                    <a:p>
                      <a:r>
                        <a:rPr lang="en-GB" dirty="0"/>
                        <a:t>Cut current line</a:t>
                      </a:r>
                      <a:endParaRPr lang="en-US" sz="1800" noProof="0" dirty="0">
                        <a:latin typeface="+mn-lt"/>
                      </a:endParaRPr>
                    </a:p>
                  </a:txBody>
                  <a:tcPr/>
                </a:tc>
                <a:extLst>
                  <a:ext uri="{0D108BD9-81ED-4DB2-BD59-A6C34878D82A}">
                    <a16:rowId xmlns:a16="http://schemas.microsoft.com/office/drawing/2014/main" val="3687238724"/>
                  </a:ext>
                </a:extLst>
              </a:tr>
              <a:tr h="416471">
                <a:tc>
                  <a:txBody>
                    <a:bodyPr/>
                    <a:lstStyle/>
                    <a:p>
                      <a:pPr algn="ctr"/>
                      <a:r>
                        <a:rPr lang="en-US" sz="1800" b="1" i="0" noProof="0" dirty="0" err="1">
                          <a:solidFill>
                            <a:schemeClr val="tx1"/>
                          </a:solidFill>
                          <a:latin typeface="Hack"/>
                        </a:rPr>
                        <a:t>Ctrl+U</a:t>
                      </a:r>
                      <a:endParaRPr lang="en-US" sz="1800" b="1" i="0" noProof="0" dirty="0">
                        <a:solidFill>
                          <a:schemeClr val="tx1"/>
                        </a:solidFill>
                        <a:latin typeface="Hack"/>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noProof="0" dirty="0">
                          <a:latin typeface="+mn-lt"/>
                        </a:rPr>
                        <a:t>Paste cut text</a:t>
                      </a:r>
                    </a:p>
                  </a:txBody>
                  <a:tcPr/>
                </a:tc>
                <a:extLst>
                  <a:ext uri="{0D108BD9-81ED-4DB2-BD59-A6C34878D82A}">
                    <a16:rowId xmlns:a16="http://schemas.microsoft.com/office/drawing/2014/main" val="3903260496"/>
                  </a:ext>
                </a:extLst>
              </a:tr>
              <a:tr h="416471">
                <a:tc>
                  <a:txBody>
                    <a:bodyPr/>
                    <a:lstStyle/>
                    <a:p>
                      <a:pPr algn="ctr"/>
                      <a:r>
                        <a:rPr lang="en-US" sz="1800" b="1" i="0" noProof="0" dirty="0" err="1">
                          <a:solidFill>
                            <a:schemeClr val="tx1"/>
                          </a:solidFill>
                          <a:latin typeface="Hack"/>
                        </a:rPr>
                        <a:t>Alt+A</a:t>
                      </a:r>
                      <a:endParaRPr lang="en-US" sz="1800" b="1" i="0" noProof="0" dirty="0">
                        <a:solidFill>
                          <a:schemeClr val="tx1"/>
                        </a:solidFill>
                        <a:latin typeface="Hack"/>
                      </a:endParaRPr>
                    </a:p>
                  </a:txBody>
                  <a:tcPr/>
                </a:tc>
                <a:tc>
                  <a:txBody>
                    <a:bodyPr/>
                    <a:lstStyle/>
                    <a:p>
                      <a:r>
                        <a:rPr lang="en-GB" sz="1800" b="0" i="0" noProof="0" dirty="0">
                          <a:latin typeface="+mn-lt"/>
                        </a:rPr>
                        <a:t>Mark text for selection</a:t>
                      </a:r>
                      <a:endParaRPr lang="en-US" sz="1800" b="0" i="0" noProof="0" dirty="0">
                        <a:latin typeface="+mn-lt"/>
                      </a:endParaRPr>
                    </a:p>
                  </a:txBody>
                  <a:tcPr/>
                </a:tc>
                <a:extLst>
                  <a:ext uri="{0D108BD9-81ED-4DB2-BD59-A6C34878D82A}">
                    <a16:rowId xmlns:a16="http://schemas.microsoft.com/office/drawing/2014/main" val="3751613463"/>
                  </a:ext>
                </a:extLst>
              </a:tr>
              <a:tr h="416471">
                <a:tc>
                  <a:txBody>
                    <a:bodyPr/>
                    <a:lstStyle/>
                    <a:p>
                      <a:pPr algn="ctr"/>
                      <a:r>
                        <a:rPr lang="en-US" sz="1800" b="1" i="0" noProof="0" dirty="0">
                          <a:solidFill>
                            <a:schemeClr val="tx1"/>
                          </a:solidFill>
                          <a:latin typeface="Hack"/>
                        </a:rPr>
                        <a:t>Ctrl+6</a:t>
                      </a:r>
                    </a:p>
                  </a:txBody>
                  <a:tcPr/>
                </a:tc>
                <a:tc>
                  <a:txBody>
                    <a:bodyPr/>
                    <a:lstStyle/>
                    <a:p>
                      <a:r>
                        <a:rPr lang="en-GB" sz="1800" b="0" i="0" noProof="0" dirty="0">
                          <a:latin typeface="+mn-lt"/>
                        </a:rPr>
                        <a:t>Alternative mark command</a:t>
                      </a:r>
                      <a:endParaRPr lang="en-US" sz="1800" b="0" i="0" noProof="0" dirty="0">
                        <a:latin typeface="+mn-lt"/>
                      </a:endParaRPr>
                    </a:p>
                  </a:txBody>
                  <a:tcPr/>
                </a:tc>
                <a:extLst>
                  <a:ext uri="{0D108BD9-81ED-4DB2-BD59-A6C34878D82A}">
                    <a16:rowId xmlns:a16="http://schemas.microsoft.com/office/drawing/2014/main" val="704300834"/>
                  </a:ext>
                </a:extLst>
              </a:tr>
            </a:tbl>
          </a:graphicData>
        </a:graphic>
      </p:graphicFrame>
      <p:pic>
        <p:nvPicPr>
          <p:cNvPr id="11" name="Picture 10">
            <a:extLst>
              <a:ext uri="{FF2B5EF4-FFF2-40B4-BE49-F238E27FC236}">
                <a16:creationId xmlns:a16="http://schemas.microsoft.com/office/drawing/2014/main" id="{9C3CF164-1F97-182D-D011-713C830004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4682" y="2541978"/>
            <a:ext cx="5338789" cy="2896935"/>
          </a:xfrm>
          <a:prstGeom prst="rect">
            <a:avLst/>
          </a:prstGeom>
        </p:spPr>
      </p:pic>
      <p:sp>
        <p:nvSpPr>
          <p:cNvPr id="12" name="TextBox 11">
            <a:extLst>
              <a:ext uri="{FF2B5EF4-FFF2-40B4-BE49-F238E27FC236}">
                <a16:creationId xmlns:a16="http://schemas.microsoft.com/office/drawing/2014/main" id="{9A26E92E-3605-1196-1039-6EE1D4AA6C66}"/>
              </a:ext>
            </a:extLst>
          </p:cNvPr>
          <p:cNvSpPr txBox="1"/>
          <p:nvPr/>
        </p:nvSpPr>
        <p:spPr>
          <a:xfrm>
            <a:off x="2611120" y="6260390"/>
            <a:ext cx="7186723" cy="400110"/>
          </a:xfrm>
          <a:prstGeom prst="rect">
            <a:avLst/>
          </a:prstGeom>
          <a:solidFill>
            <a:schemeClr val="accent4">
              <a:lumMod val="40000"/>
              <a:lumOff val="60000"/>
            </a:schemeClr>
          </a:solidFill>
          <a:ln>
            <a:noFill/>
          </a:ln>
        </p:spPr>
        <p:txBody>
          <a:bodyPr wrap="square" rtlCol="0">
            <a:spAutoFit/>
          </a:bodyPr>
          <a:lstStyle/>
          <a:p>
            <a:pPr algn="ctr"/>
            <a:r>
              <a:rPr lang="en-GB" sz="2000" dirty="0" err="1"/>
              <a:t>Ctrl+K</a:t>
            </a:r>
            <a:r>
              <a:rPr lang="en-GB" sz="2000" dirty="0"/>
              <a:t> and </a:t>
            </a:r>
            <a:r>
              <a:rPr lang="en-GB" sz="2000" dirty="0" err="1"/>
              <a:t>Ctrl+U</a:t>
            </a:r>
            <a:r>
              <a:rPr lang="en-GB" sz="2000" dirty="0"/>
              <a:t> are often enough for quick configuration changes.</a:t>
            </a:r>
            <a:endParaRPr lang="en-GB" sz="2000" b="1" dirty="0"/>
          </a:p>
        </p:txBody>
      </p:sp>
    </p:spTree>
    <p:extLst>
      <p:ext uri="{BB962C8B-B14F-4D97-AF65-F5344CB8AC3E}">
        <p14:creationId xmlns:p14="http://schemas.microsoft.com/office/powerpoint/2010/main" val="5505617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F21741-3B1E-830D-B014-87575C111F44}"/>
              </a:ext>
            </a:extLst>
          </p:cNvPr>
          <p:cNvSpPr>
            <a:spLocks noGrp="1"/>
          </p:cNvSpPr>
          <p:nvPr>
            <p:ph type="ctrTitle"/>
          </p:nvPr>
        </p:nvSpPr>
        <p:spPr/>
        <p:txBody>
          <a:bodyPr/>
          <a:lstStyle/>
          <a:p>
            <a:r>
              <a:rPr lang="en-US" noProof="0" dirty="0"/>
              <a:t>Editing, Saving and Exiting</a:t>
            </a:r>
          </a:p>
        </p:txBody>
      </p:sp>
      <p:sp>
        <p:nvSpPr>
          <p:cNvPr id="6" name="Text Placeholder 5">
            <a:extLst>
              <a:ext uri="{FF2B5EF4-FFF2-40B4-BE49-F238E27FC236}">
                <a16:creationId xmlns:a16="http://schemas.microsoft.com/office/drawing/2014/main" id="{A9BB8720-324D-450D-A40F-BF5CBA5E3138}"/>
              </a:ext>
            </a:extLst>
          </p:cNvPr>
          <p:cNvSpPr>
            <a:spLocks noGrp="1"/>
          </p:cNvSpPr>
          <p:nvPr>
            <p:ph type="body" sz="quarter" idx="14"/>
          </p:nvPr>
        </p:nvSpPr>
        <p:spPr>
          <a:xfrm>
            <a:off x="443921" y="1564640"/>
            <a:ext cx="7686287" cy="4229873"/>
          </a:xfrm>
        </p:spPr>
        <p:txBody>
          <a:bodyPr/>
          <a:lstStyle/>
          <a:p>
            <a:pPr marL="285750" indent="-285750">
              <a:buFont typeface="Arial" panose="020B0604020202020204" pitchFamily="34" charset="0"/>
              <a:buChar char="•"/>
            </a:pPr>
            <a:r>
              <a:rPr lang="en-GB" dirty="0"/>
              <a:t>Type directly into the document to insert text</a:t>
            </a:r>
          </a:p>
          <a:p>
            <a:pPr marL="285750" indent="-285750">
              <a:buFont typeface="Arial" panose="020B0604020202020204" pitchFamily="34" charset="0"/>
              <a:buChar char="•"/>
            </a:pPr>
            <a:r>
              <a:rPr lang="en-GB" dirty="0"/>
              <a:t>Use Backspace and Delete to remove text</a:t>
            </a:r>
          </a:p>
          <a:p>
            <a:pPr marL="285750" indent="-285750">
              <a:buFont typeface="Arial" panose="020B0604020202020204" pitchFamily="34" charset="0"/>
              <a:buChar char="•"/>
            </a:pPr>
            <a:r>
              <a:rPr lang="en-GB" dirty="0"/>
              <a:t>Save changes using </a:t>
            </a:r>
            <a:r>
              <a:rPr lang="en-GB" b="1" dirty="0" err="1"/>
              <a:t>Ctrl+O</a:t>
            </a:r>
            <a:r>
              <a:rPr lang="en-GB" b="1" dirty="0"/>
              <a:t> </a:t>
            </a:r>
            <a:r>
              <a:rPr lang="en-GB" dirty="0"/>
              <a:t>(Write Out)</a:t>
            </a:r>
          </a:p>
          <a:p>
            <a:pPr marL="285750" indent="-285750">
              <a:buFont typeface="Arial" panose="020B0604020202020204" pitchFamily="34" charset="0"/>
              <a:buChar char="•"/>
            </a:pPr>
            <a:r>
              <a:rPr lang="en-GB" dirty="0"/>
              <a:t>Exit Nano using </a:t>
            </a:r>
            <a:r>
              <a:rPr lang="en-GB" b="1" dirty="0" err="1"/>
              <a:t>Ctrl+X</a:t>
            </a:r>
            <a:endParaRPr lang="en-GB" b="1" dirty="0"/>
          </a:p>
          <a:p>
            <a:pPr marL="285750" indent="-285750">
              <a:buFont typeface="Arial" panose="020B0604020202020204" pitchFamily="34" charset="0"/>
              <a:buChar char="•"/>
            </a:pPr>
            <a:r>
              <a:rPr lang="en-GB" dirty="0"/>
              <a:t>Nano prompts before discarding unsaved changes</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36</a:t>
            </a:fld>
            <a:endParaRPr lang="en-US" noProof="0" dirty="0"/>
          </a:p>
        </p:txBody>
      </p:sp>
      <p:graphicFrame>
        <p:nvGraphicFramePr>
          <p:cNvPr id="7" name="Table 6">
            <a:extLst>
              <a:ext uri="{FF2B5EF4-FFF2-40B4-BE49-F238E27FC236}">
                <a16:creationId xmlns:a16="http://schemas.microsoft.com/office/drawing/2014/main" id="{72137008-3D31-3C93-68CD-44750F3F2798}"/>
              </a:ext>
            </a:extLst>
          </p:cNvPr>
          <p:cNvGraphicFramePr>
            <a:graphicFrameLocks noGrp="1"/>
          </p:cNvGraphicFramePr>
          <p:nvPr>
            <p:extLst>
              <p:ext uri="{D42A27DB-BD31-4B8C-83A1-F6EECF244321}">
                <p14:modId xmlns:p14="http://schemas.microsoft.com/office/powerpoint/2010/main" val="1915654209"/>
              </p:ext>
            </p:extLst>
          </p:nvPr>
        </p:nvGraphicFramePr>
        <p:xfrm>
          <a:off x="835082" y="3542774"/>
          <a:ext cx="4049434" cy="2493121"/>
        </p:xfrm>
        <a:graphic>
          <a:graphicData uri="http://schemas.openxmlformats.org/drawingml/2006/table">
            <a:tbl>
              <a:tblPr firstRow="1" bandRow="1">
                <a:tableStyleId>{7DF18680-E054-41AD-8BC1-D1AEF772440D}</a:tableStyleId>
              </a:tblPr>
              <a:tblGrid>
                <a:gridCol w="1173820">
                  <a:extLst>
                    <a:ext uri="{9D8B030D-6E8A-4147-A177-3AD203B41FA5}">
                      <a16:colId xmlns:a16="http://schemas.microsoft.com/office/drawing/2014/main" val="574467707"/>
                    </a:ext>
                  </a:extLst>
                </a:gridCol>
                <a:gridCol w="2875614">
                  <a:extLst>
                    <a:ext uri="{9D8B030D-6E8A-4147-A177-3AD203B41FA5}">
                      <a16:colId xmlns:a16="http://schemas.microsoft.com/office/drawing/2014/main" val="1543793797"/>
                    </a:ext>
                  </a:extLst>
                </a:gridCol>
              </a:tblGrid>
              <a:tr h="410766">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Shortcut</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Action</a:t>
                      </a:r>
                    </a:p>
                  </a:txBody>
                  <a:tcPr/>
                </a:tc>
                <a:extLst>
                  <a:ext uri="{0D108BD9-81ED-4DB2-BD59-A6C34878D82A}">
                    <a16:rowId xmlns:a16="http://schemas.microsoft.com/office/drawing/2014/main" val="3168188515"/>
                  </a:ext>
                </a:extLst>
              </a:tr>
              <a:tr h="416471">
                <a:tc>
                  <a:txBody>
                    <a:bodyPr/>
                    <a:lstStyle/>
                    <a:p>
                      <a:pPr algn="ctr"/>
                      <a:r>
                        <a:rPr lang="en-US" sz="1800" b="1" i="0" noProof="0" dirty="0" err="1">
                          <a:solidFill>
                            <a:schemeClr val="tx1"/>
                          </a:solidFill>
                          <a:latin typeface="Hack"/>
                        </a:rPr>
                        <a:t>Ctrl+O</a:t>
                      </a:r>
                      <a:endParaRPr lang="en-US" sz="1800" b="1" i="0" noProof="0" dirty="0">
                        <a:solidFill>
                          <a:schemeClr val="tx1"/>
                        </a:solidFill>
                        <a:latin typeface="Hack"/>
                      </a:endParaRPr>
                    </a:p>
                  </a:txBody>
                  <a:tcPr/>
                </a:tc>
                <a:tc>
                  <a:txBody>
                    <a:bodyPr/>
                    <a:lstStyle/>
                    <a:p>
                      <a:r>
                        <a:rPr lang="en-GB" dirty="0"/>
                        <a:t>Save (Write Out)</a:t>
                      </a:r>
                      <a:endParaRPr lang="en-US" sz="1800" noProof="0" dirty="0">
                        <a:latin typeface="+mn-lt"/>
                      </a:endParaRPr>
                    </a:p>
                  </a:txBody>
                  <a:tcPr/>
                </a:tc>
                <a:extLst>
                  <a:ext uri="{0D108BD9-81ED-4DB2-BD59-A6C34878D82A}">
                    <a16:rowId xmlns:a16="http://schemas.microsoft.com/office/drawing/2014/main" val="3687238724"/>
                  </a:ext>
                </a:extLst>
              </a:tr>
              <a:tr h="416471">
                <a:tc>
                  <a:txBody>
                    <a:bodyPr/>
                    <a:lstStyle/>
                    <a:p>
                      <a:pPr algn="ctr"/>
                      <a:r>
                        <a:rPr lang="en-US" sz="1800" b="1" i="0" noProof="0" dirty="0" err="1">
                          <a:solidFill>
                            <a:schemeClr val="tx1"/>
                          </a:solidFill>
                          <a:latin typeface="Hack"/>
                        </a:rPr>
                        <a:t>Ctrl+X</a:t>
                      </a:r>
                      <a:endParaRPr lang="en-US" sz="1800" b="1" i="0" noProof="0" dirty="0">
                        <a:solidFill>
                          <a:schemeClr val="tx1"/>
                        </a:solidFill>
                        <a:latin typeface="Hack"/>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noProof="0" dirty="0">
                          <a:latin typeface="+mn-lt"/>
                        </a:rPr>
                        <a:t>Exit Nano</a:t>
                      </a:r>
                    </a:p>
                  </a:txBody>
                  <a:tcPr/>
                </a:tc>
                <a:extLst>
                  <a:ext uri="{0D108BD9-81ED-4DB2-BD59-A6C34878D82A}">
                    <a16:rowId xmlns:a16="http://schemas.microsoft.com/office/drawing/2014/main" val="3903260496"/>
                  </a:ext>
                </a:extLst>
              </a:tr>
              <a:tr h="416471">
                <a:tc>
                  <a:txBody>
                    <a:bodyPr/>
                    <a:lstStyle/>
                    <a:p>
                      <a:pPr algn="ctr"/>
                      <a:r>
                        <a:rPr lang="en-US" sz="1800" b="1" i="0" noProof="0" dirty="0" err="1">
                          <a:solidFill>
                            <a:schemeClr val="tx1"/>
                          </a:solidFill>
                          <a:latin typeface="Hack"/>
                        </a:rPr>
                        <a:t>Ctrl+K</a:t>
                      </a:r>
                      <a:endParaRPr lang="en-US" sz="1800" b="1" i="0" noProof="0" dirty="0">
                        <a:solidFill>
                          <a:schemeClr val="tx1"/>
                        </a:solidFill>
                        <a:latin typeface="Hack"/>
                      </a:endParaRPr>
                    </a:p>
                  </a:txBody>
                  <a:tcPr/>
                </a:tc>
                <a:tc>
                  <a:txBody>
                    <a:bodyPr/>
                    <a:lstStyle/>
                    <a:p>
                      <a:r>
                        <a:rPr lang="en-US" sz="1800" b="0" i="0" noProof="0" dirty="0">
                          <a:latin typeface="+mn-lt"/>
                        </a:rPr>
                        <a:t>Cut current line</a:t>
                      </a:r>
                    </a:p>
                  </a:txBody>
                  <a:tcPr/>
                </a:tc>
                <a:extLst>
                  <a:ext uri="{0D108BD9-81ED-4DB2-BD59-A6C34878D82A}">
                    <a16:rowId xmlns:a16="http://schemas.microsoft.com/office/drawing/2014/main" val="3751613463"/>
                  </a:ext>
                </a:extLst>
              </a:tr>
              <a:tr h="416471">
                <a:tc>
                  <a:txBody>
                    <a:bodyPr/>
                    <a:lstStyle/>
                    <a:p>
                      <a:pPr algn="ctr"/>
                      <a:r>
                        <a:rPr lang="en-US" sz="1800" b="1" i="0" noProof="0" dirty="0" err="1">
                          <a:solidFill>
                            <a:schemeClr val="tx1"/>
                          </a:solidFill>
                          <a:latin typeface="Hack"/>
                        </a:rPr>
                        <a:t>Ctrl+U</a:t>
                      </a:r>
                      <a:endParaRPr lang="en-US" sz="1800" b="1" i="0" noProof="0" dirty="0">
                        <a:solidFill>
                          <a:schemeClr val="tx1"/>
                        </a:solidFill>
                        <a:latin typeface="Hack"/>
                      </a:endParaRPr>
                    </a:p>
                  </a:txBody>
                  <a:tcPr/>
                </a:tc>
                <a:tc>
                  <a:txBody>
                    <a:bodyPr/>
                    <a:lstStyle/>
                    <a:p>
                      <a:r>
                        <a:rPr lang="en-US" sz="1800" b="0" i="0" noProof="0" dirty="0">
                          <a:latin typeface="+mn-lt"/>
                        </a:rPr>
                        <a:t>Paste previously cut text</a:t>
                      </a:r>
                    </a:p>
                  </a:txBody>
                  <a:tcPr/>
                </a:tc>
                <a:extLst>
                  <a:ext uri="{0D108BD9-81ED-4DB2-BD59-A6C34878D82A}">
                    <a16:rowId xmlns:a16="http://schemas.microsoft.com/office/drawing/2014/main" val="704300834"/>
                  </a:ext>
                </a:extLst>
              </a:tr>
              <a:tr h="416471">
                <a:tc>
                  <a:txBody>
                    <a:bodyPr/>
                    <a:lstStyle/>
                    <a:p>
                      <a:pPr algn="ctr"/>
                      <a:r>
                        <a:rPr lang="en-US" sz="1800" b="1" i="0" noProof="0" dirty="0">
                          <a:solidFill>
                            <a:schemeClr val="tx1"/>
                          </a:solidFill>
                          <a:latin typeface="Hack"/>
                        </a:rPr>
                        <a:t>Ctrl+\</a:t>
                      </a:r>
                    </a:p>
                  </a:txBody>
                  <a:tcPr/>
                </a:tc>
                <a:tc>
                  <a:txBody>
                    <a:bodyPr/>
                    <a:lstStyle/>
                    <a:p>
                      <a:r>
                        <a:rPr lang="en-US" sz="1800" b="0" i="0" noProof="0" dirty="0">
                          <a:latin typeface="+mn-lt"/>
                        </a:rPr>
                        <a:t>Search and replace text</a:t>
                      </a:r>
                    </a:p>
                  </a:txBody>
                  <a:tcPr/>
                </a:tc>
                <a:extLst>
                  <a:ext uri="{0D108BD9-81ED-4DB2-BD59-A6C34878D82A}">
                    <a16:rowId xmlns:a16="http://schemas.microsoft.com/office/drawing/2014/main" val="2911180195"/>
                  </a:ext>
                </a:extLst>
              </a:tr>
            </a:tbl>
          </a:graphicData>
        </a:graphic>
      </p:graphicFrame>
      <p:sp>
        <p:nvSpPr>
          <p:cNvPr id="8" name="TextBox 7">
            <a:extLst>
              <a:ext uri="{FF2B5EF4-FFF2-40B4-BE49-F238E27FC236}">
                <a16:creationId xmlns:a16="http://schemas.microsoft.com/office/drawing/2014/main" id="{661418D2-C42C-1CE6-39A4-B4FCEE5E7EC4}"/>
              </a:ext>
            </a:extLst>
          </p:cNvPr>
          <p:cNvSpPr txBox="1"/>
          <p:nvPr/>
        </p:nvSpPr>
        <p:spPr>
          <a:xfrm>
            <a:off x="2859799" y="6277278"/>
            <a:ext cx="7843355" cy="400110"/>
          </a:xfrm>
          <a:prstGeom prst="rect">
            <a:avLst/>
          </a:prstGeom>
          <a:solidFill>
            <a:schemeClr val="accent4">
              <a:lumMod val="40000"/>
              <a:lumOff val="60000"/>
            </a:schemeClr>
          </a:solidFill>
          <a:ln>
            <a:noFill/>
          </a:ln>
        </p:spPr>
        <p:txBody>
          <a:bodyPr wrap="square" rtlCol="0">
            <a:spAutoFit/>
          </a:bodyPr>
          <a:lstStyle/>
          <a:p>
            <a:pPr algn="ctr"/>
            <a:r>
              <a:rPr lang="en-GB" sz="2000" dirty="0"/>
              <a:t>Nano displays these commands at the bottom of the screen while editing.</a:t>
            </a:r>
            <a:endParaRPr lang="en-GB" sz="2000" b="1" dirty="0"/>
          </a:p>
        </p:txBody>
      </p:sp>
    </p:spTree>
    <p:extLst>
      <p:ext uri="{BB962C8B-B14F-4D97-AF65-F5344CB8AC3E}">
        <p14:creationId xmlns:p14="http://schemas.microsoft.com/office/powerpoint/2010/main" val="29781390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4ED94C1-F07E-F77B-1A86-E8B946397794}"/>
              </a:ext>
            </a:extLst>
          </p:cNvPr>
          <p:cNvSpPr>
            <a:spLocks noGrp="1"/>
          </p:cNvSpPr>
          <p:nvPr>
            <p:ph type="ctrTitle"/>
          </p:nvPr>
        </p:nvSpPr>
        <p:spPr/>
        <p:txBody>
          <a:bodyPr/>
          <a:lstStyle/>
          <a:p>
            <a:r>
              <a:rPr lang="en-US" noProof="0" dirty="0"/>
              <a:t>Choosing an Editor</a:t>
            </a:r>
          </a:p>
        </p:txBody>
      </p:sp>
      <p:sp>
        <p:nvSpPr>
          <p:cNvPr id="12" name="Text Placeholder 11">
            <a:extLst>
              <a:ext uri="{FF2B5EF4-FFF2-40B4-BE49-F238E27FC236}">
                <a16:creationId xmlns:a16="http://schemas.microsoft.com/office/drawing/2014/main" id="{30EEED05-6258-C69F-3AC5-6AE9D228173E}"/>
              </a:ext>
            </a:extLst>
          </p:cNvPr>
          <p:cNvSpPr>
            <a:spLocks noGrp="1"/>
          </p:cNvSpPr>
          <p:nvPr>
            <p:ph type="body" sz="quarter" idx="14"/>
          </p:nvPr>
        </p:nvSpPr>
        <p:spPr/>
        <p:txBody>
          <a:bodyPr/>
          <a:lstStyle/>
          <a:p>
            <a:r>
              <a:rPr lang="en-GB" dirty="0"/>
              <a:t>There is no "best" editor. Use the one that allows you to work efficiently.</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37</a:t>
            </a:fld>
            <a:endParaRPr lang="en-US" noProof="0" dirty="0"/>
          </a:p>
        </p:txBody>
      </p:sp>
      <p:graphicFrame>
        <p:nvGraphicFramePr>
          <p:cNvPr id="8" name="Table 7">
            <a:extLst>
              <a:ext uri="{FF2B5EF4-FFF2-40B4-BE49-F238E27FC236}">
                <a16:creationId xmlns:a16="http://schemas.microsoft.com/office/drawing/2014/main" id="{00A0DA4E-1F59-9934-2E5F-E8F5D9FE19C3}"/>
              </a:ext>
            </a:extLst>
          </p:cNvPr>
          <p:cNvGraphicFramePr>
            <a:graphicFrameLocks noGrp="1"/>
          </p:cNvGraphicFramePr>
          <p:nvPr>
            <p:extLst>
              <p:ext uri="{D42A27DB-BD31-4B8C-83A1-F6EECF244321}">
                <p14:modId xmlns:p14="http://schemas.microsoft.com/office/powerpoint/2010/main" val="566269523"/>
              </p:ext>
            </p:extLst>
          </p:nvPr>
        </p:nvGraphicFramePr>
        <p:xfrm>
          <a:off x="706222" y="2153156"/>
          <a:ext cx="7785678" cy="1944748"/>
        </p:xfrm>
        <a:graphic>
          <a:graphicData uri="http://schemas.openxmlformats.org/drawingml/2006/table">
            <a:tbl>
              <a:tblPr firstRow="1" bandRow="1">
                <a:tableStyleId>{7DF18680-E054-41AD-8BC1-D1AEF772440D}</a:tableStyleId>
              </a:tblPr>
              <a:tblGrid>
                <a:gridCol w="2171475">
                  <a:extLst>
                    <a:ext uri="{9D8B030D-6E8A-4147-A177-3AD203B41FA5}">
                      <a16:colId xmlns:a16="http://schemas.microsoft.com/office/drawing/2014/main" val="574467707"/>
                    </a:ext>
                  </a:extLst>
                </a:gridCol>
                <a:gridCol w="5614203">
                  <a:extLst>
                    <a:ext uri="{9D8B030D-6E8A-4147-A177-3AD203B41FA5}">
                      <a16:colId xmlns:a16="http://schemas.microsoft.com/office/drawing/2014/main" val="1543793797"/>
                    </a:ext>
                  </a:extLst>
                </a:gridCol>
              </a:tblGrid>
              <a:tr h="410766">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2000" noProof="0" dirty="0">
                          <a:solidFill>
                            <a:schemeClr val="tx1"/>
                          </a:solidFill>
                          <a:latin typeface="+mn-lt"/>
                        </a:rPr>
                        <a:t>Editor</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2000" noProof="0" dirty="0">
                          <a:solidFill>
                            <a:schemeClr val="tx1"/>
                          </a:solidFill>
                          <a:latin typeface="+mn-lt"/>
                        </a:rPr>
                        <a:t>Best For</a:t>
                      </a:r>
                    </a:p>
                  </a:txBody>
                  <a:tcPr/>
                </a:tc>
                <a:extLst>
                  <a:ext uri="{0D108BD9-81ED-4DB2-BD59-A6C34878D82A}">
                    <a16:rowId xmlns:a16="http://schemas.microsoft.com/office/drawing/2014/main" val="3168188515"/>
                  </a:ext>
                </a:extLst>
              </a:tr>
              <a:tr h="416471">
                <a:tc>
                  <a:txBody>
                    <a:bodyPr/>
                    <a:lstStyle/>
                    <a:p>
                      <a:pPr algn="ctr"/>
                      <a:r>
                        <a:rPr lang="en-US" sz="2000" b="1" i="0" noProof="0" dirty="0">
                          <a:solidFill>
                            <a:schemeClr val="tx1"/>
                          </a:solidFill>
                          <a:latin typeface="Hack"/>
                        </a:rPr>
                        <a:t>Nano</a:t>
                      </a:r>
                    </a:p>
                  </a:txBody>
                  <a:tcPr/>
                </a:tc>
                <a:tc>
                  <a:txBody>
                    <a:bodyPr/>
                    <a:lstStyle/>
                    <a:p>
                      <a:r>
                        <a:rPr lang="en-US" sz="2000" noProof="0" dirty="0">
                          <a:latin typeface="+mn-lt"/>
                        </a:rPr>
                        <a:t>Quick edits, beginners</a:t>
                      </a:r>
                    </a:p>
                  </a:txBody>
                  <a:tcPr/>
                </a:tc>
                <a:extLst>
                  <a:ext uri="{0D108BD9-81ED-4DB2-BD59-A6C34878D82A}">
                    <a16:rowId xmlns:a16="http://schemas.microsoft.com/office/drawing/2014/main" val="3687238724"/>
                  </a:ext>
                </a:extLst>
              </a:tr>
              <a:tr h="416471">
                <a:tc>
                  <a:txBody>
                    <a:bodyPr/>
                    <a:lstStyle/>
                    <a:p>
                      <a:pPr algn="ctr"/>
                      <a:r>
                        <a:rPr lang="en-US" sz="2000" b="1" i="0" noProof="0" dirty="0">
                          <a:solidFill>
                            <a:schemeClr val="tx1"/>
                          </a:solidFill>
                          <a:latin typeface="Hack"/>
                        </a:rPr>
                        <a:t>Vim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b="0" i="0" noProof="0" dirty="0">
                          <a:latin typeface="+mn-lt"/>
                        </a:rPr>
                        <a:t>Administration, remote systems, advanced editing</a:t>
                      </a:r>
                      <a:endParaRPr lang="en-US" sz="2000" b="0" i="0" noProof="0" dirty="0">
                        <a:latin typeface="+mn-lt"/>
                      </a:endParaRPr>
                    </a:p>
                  </a:txBody>
                  <a:tcPr/>
                </a:tc>
                <a:extLst>
                  <a:ext uri="{0D108BD9-81ED-4DB2-BD59-A6C34878D82A}">
                    <a16:rowId xmlns:a16="http://schemas.microsoft.com/office/drawing/2014/main" val="3903260496"/>
                  </a:ext>
                </a:extLst>
              </a:tr>
              <a:tr h="416471">
                <a:tc>
                  <a:txBody>
                    <a:bodyPr/>
                    <a:lstStyle/>
                    <a:p>
                      <a:pPr algn="ctr"/>
                      <a:r>
                        <a:rPr lang="en-US" sz="2000" b="1" i="0" noProof="0" dirty="0">
                          <a:solidFill>
                            <a:schemeClr val="tx1"/>
                          </a:solidFill>
                          <a:latin typeface="Hack"/>
                        </a:rPr>
                        <a:t>Graphical editor</a:t>
                      </a:r>
                    </a:p>
                    <a:p>
                      <a:pPr algn="ctr"/>
                      <a:r>
                        <a:rPr lang="en-US" sz="2000" b="1" i="0" noProof="0" dirty="0">
                          <a:solidFill>
                            <a:schemeClr val="tx1"/>
                          </a:solidFill>
                          <a:latin typeface="Hack"/>
                        </a:rPr>
                        <a:t> (</a:t>
                      </a:r>
                      <a:r>
                        <a:rPr lang="en-US" sz="2000" b="1" i="0" noProof="0" dirty="0" err="1">
                          <a:solidFill>
                            <a:schemeClr val="tx1"/>
                          </a:solidFill>
                          <a:latin typeface="Hack"/>
                        </a:rPr>
                        <a:t>gedit</a:t>
                      </a:r>
                      <a:r>
                        <a:rPr lang="en-US" sz="2000" b="1" i="0" noProof="0" dirty="0">
                          <a:solidFill>
                            <a:schemeClr val="tx1"/>
                          </a:solidFill>
                          <a:latin typeface="Hack"/>
                        </a:rPr>
                        <a:t>, Kate)</a:t>
                      </a:r>
                    </a:p>
                  </a:txBody>
                  <a:tcPr/>
                </a:tc>
                <a:tc>
                  <a:txBody>
                    <a:bodyPr/>
                    <a:lstStyle/>
                    <a:p>
                      <a:r>
                        <a:rPr lang="en-US" sz="2000" b="0" i="0" noProof="0" dirty="0">
                          <a:latin typeface="+mn-lt"/>
                        </a:rPr>
                        <a:t>Desktop Linux environments</a:t>
                      </a:r>
                    </a:p>
                  </a:txBody>
                  <a:tcPr/>
                </a:tc>
                <a:extLst>
                  <a:ext uri="{0D108BD9-81ED-4DB2-BD59-A6C34878D82A}">
                    <a16:rowId xmlns:a16="http://schemas.microsoft.com/office/drawing/2014/main" val="3751613463"/>
                  </a:ext>
                </a:extLst>
              </a:tr>
            </a:tbl>
          </a:graphicData>
        </a:graphic>
      </p:graphicFrame>
    </p:spTree>
    <p:extLst>
      <p:ext uri="{BB962C8B-B14F-4D97-AF65-F5344CB8AC3E}">
        <p14:creationId xmlns:p14="http://schemas.microsoft.com/office/powerpoint/2010/main" val="1102749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555AEC-0FC2-C203-ABF9-CE4EE2F3A85F}"/>
              </a:ext>
            </a:extLst>
          </p:cNvPr>
          <p:cNvSpPr>
            <a:spLocks noGrp="1"/>
          </p:cNvSpPr>
          <p:nvPr>
            <p:ph type="ctrTitle"/>
          </p:nvPr>
        </p:nvSpPr>
        <p:spPr/>
        <p:txBody>
          <a:bodyPr/>
          <a:lstStyle/>
          <a:p>
            <a:r>
              <a:rPr lang="en-US" noProof="0" dirty="0"/>
              <a:t>Practical Exercise 4 – nano</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p:txBody>
          <a:bodyPr/>
          <a:lstStyle/>
          <a:p>
            <a:pPr marL="285750" indent="-285750">
              <a:buFont typeface="Arial" panose="020B0604020202020204" pitchFamily="34" charset="0"/>
              <a:buChar char="•"/>
            </a:pPr>
            <a:r>
              <a:rPr lang="en-US" noProof="0" dirty="0"/>
              <a:t>In the accompanying Exercise Guide</a:t>
            </a:r>
          </a:p>
          <a:p>
            <a:pPr marL="285750" indent="-285750">
              <a:buFont typeface="Arial" panose="020B0604020202020204" pitchFamily="34" charset="0"/>
              <a:buChar char="•"/>
            </a:pPr>
            <a:endParaRPr lang="en-US"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9448800" y="6399213"/>
            <a:ext cx="2743200" cy="365125"/>
          </a:xfrm>
          <a:prstGeom prst="rect">
            <a:avLst/>
          </a:prstGeom>
        </p:spPr>
        <p:txBody>
          <a:bodyPr/>
          <a:lstStyle/>
          <a:p>
            <a:fld id="{EF892D59-8F09-EF4B-AD6D-DA609442F868}" type="slidenum">
              <a:rPr lang="en-US" noProof="0" smtClean="0"/>
              <a:pPr/>
              <a:t>38</a:t>
            </a:fld>
            <a:endParaRPr lang="en-US" noProof="0" dirty="0"/>
          </a:p>
        </p:txBody>
      </p:sp>
    </p:spTree>
    <p:extLst>
      <p:ext uri="{BB962C8B-B14F-4D97-AF65-F5344CB8AC3E}">
        <p14:creationId xmlns:p14="http://schemas.microsoft.com/office/powerpoint/2010/main" val="17168566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D283921-BB22-6F27-7737-CD4777886FF5}"/>
              </a:ext>
            </a:extLst>
          </p:cNvPr>
          <p:cNvSpPr>
            <a:spLocks noGrp="1"/>
          </p:cNvSpPr>
          <p:nvPr>
            <p:ph type="ctrTitle"/>
          </p:nvPr>
        </p:nvSpPr>
        <p:spPr/>
        <p:txBody>
          <a:bodyPr/>
          <a:lstStyle/>
          <a:p>
            <a:r>
              <a:rPr lang="en-US" noProof="0" dirty="0"/>
              <a:t>Summary</a:t>
            </a:r>
          </a:p>
        </p:txBody>
      </p:sp>
      <p:sp>
        <p:nvSpPr>
          <p:cNvPr id="6" name="Text Placeholder 5">
            <a:extLst>
              <a:ext uri="{FF2B5EF4-FFF2-40B4-BE49-F238E27FC236}">
                <a16:creationId xmlns:a16="http://schemas.microsoft.com/office/drawing/2014/main" id="{9ECDB192-E59C-C44D-B6D5-3E31ED8088B5}"/>
              </a:ext>
            </a:extLst>
          </p:cNvPr>
          <p:cNvSpPr>
            <a:spLocks noGrp="1"/>
          </p:cNvSpPr>
          <p:nvPr>
            <p:ph type="body" sz="quarter" idx="13"/>
          </p:nvPr>
        </p:nvSpPr>
        <p:spPr/>
        <p:txBody>
          <a:bodyPr/>
          <a:lstStyle/>
          <a:p>
            <a:r>
              <a:rPr lang="en-GB" dirty="0"/>
              <a:t>In this module you learned how to:</a:t>
            </a:r>
          </a:p>
          <a:p>
            <a:r>
              <a:rPr lang="en-GB" b="1" noProof="0" dirty="0"/>
              <a:t>Use Vim</a:t>
            </a:r>
          </a:p>
          <a:p>
            <a:pPr marL="285750" indent="-285750">
              <a:buFont typeface="Arial" panose="020B0604020202020204" pitchFamily="34" charset="0"/>
              <a:buChar char="•"/>
            </a:pPr>
            <a:r>
              <a:rPr lang="en-GB" noProof="0" dirty="0"/>
              <a:t>Open, create and edit files</a:t>
            </a:r>
          </a:p>
          <a:p>
            <a:pPr marL="285750" indent="-285750">
              <a:buFont typeface="Arial" panose="020B0604020202020204" pitchFamily="34" charset="0"/>
              <a:buChar char="•"/>
            </a:pPr>
            <a:r>
              <a:rPr lang="en-GB" noProof="0" dirty="0"/>
              <a:t>Navigate using keyboard commands</a:t>
            </a:r>
          </a:p>
          <a:p>
            <a:pPr marL="285750" indent="-285750">
              <a:buFont typeface="Arial" panose="020B0604020202020204" pitchFamily="34" charset="0"/>
              <a:buChar char="•"/>
            </a:pPr>
            <a:r>
              <a:rPr lang="en-GB" noProof="0" dirty="0"/>
              <a:t>Insert, change, delete, copy and paste text</a:t>
            </a:r>
          </a:p>
          <a:p>
            <a:pPr marL="285750" indent="-285750">
              <a:buFont typeface="Arial" panose="020B0604020202020204" pitchFamily="34" charset="0"/>
              <a:buChar char="•"/>
            </a:pPr>
            <a:r>
              <a:rPr lang="en-GB" noProof="0" dirty="0"/>
              <a:t>Search, replace, save and exit files</a:t>
            </a:r>
          </a:p>
          <a:p>
            <a:r>
              <a:rPr lang="en-GB" b="1" noProof="0" dirty="0"/>
              <a:t>Use Nano</a:t>
            </a:r>
          </a:p>
          <a:p>
            <a:pPr marL="285750" indent="-285750">
              <a:buFont typeface="Arial" panose="020B0604020202020204" pitchFamily="34" charset="0"/>
              <a:buChar char="•"/>
            </a:pPr>
            <a:r>
              <a:rPr lang="en-GB" noProof="0" dirty="0"/>
              <a:t>Edit files using simple keyboard shortcuts</a:t>
            </a:r>
          </a:p>
          <a:p>
            <a:pPr marL="285750" indent="-285750">
              <a:buFont typeface="Arial" panose="020B0604020202020204" pitchFamily="34" charset="0"/>
              <a:buChar char="•"/>
            </a:pPr>
            <a:r>
              <a:rPr lang="en-GB" noProof="0" dirty="0"/>
              <a:t>Search, cut, paste, save and exit files</a:t>
            </a:r>
          </a:p>
          <a:p>
            <a:r>
              <a:rPr lang="en-GB" b="1" noProof="0"/>
              <a:t>Work with Editors</a:t>
            </a:r>
            <a:endParaRPr lang="en-GB" b="1" noProof="0" dirty="0"/>
          </a:p>
          <a:p>
            <a:pPr marL="285750" indent="-285750">
              <a:buFont typeface="Arial" panose="020B0604020202020204" pitchFamily="34" charset="0"/>
              <a:buChar char="•"/>
            </a:pPr>
            <a:r>
              <a:rPr lang="en-GB" noProof="0" dirty="0"/>
              <a:t>Work with multiple Vim windows</a:t>
            </a:r>
          </a:p>
          <a:p>
            <a:pPr marL="285750" indent="-285750">
              <a:buFont typeface="Arial" panose="020B0604020202020204" pitchFamily="34" charset="0"/>
              <a:buChar char="•"/>
            </a:pPr>
            <a:r>
              <a:rPr lang="en-GB" noProof="0" dirty="0"/>
              <a:t>Choose the right editor for the task</a:t>
            </a:r>
            <a:endParaRPr lang="en-US" noProof="0" dirty="0"/>
          </a:p>
        </p:txBody>
      </p:sp>
      <p:sp>
        <p:nvSpPr>
          <p:cNvPr id="2" name="Slide Number Placeholder 1">
            <a:extLst>
              <a:ext uri="{FF2B5EF4-FFF2-40B4-BE49-F238E27FC236}">
                <a16:creationId xmlns:a16="http://schemas.microsoft.com/office/drawing/2014/main" id="{F111C5DB-635E-4576-A4C3-837B7E452E1E}"/>
              </a:ext>
            </a:extLst>
          </p:cNvPr>
          <p:cNvSpPr>
            <a:spLocks noGrp="1"/>
          </p:cNvSpPr>
          <p:nvPr>
            <p:ph type="sldNum" sz="quarter" idx="4294967295"/>
          </p:nvPr>
        </p:nvSpPr>
        <p:spPr>
          <a:xfrm>
            <a:off x="9448800" y="6399213"/>
            <a:ext cx="2743200" cy="365125"/>
          </a:xfrm>
          <a:prstGeom prst="rect">
            <a:avLst/>
          </a:prstGeom>
        </p:spPr>
        <p:txBody>
          <a:bodyPr/>
          <a:lstStyle/>
          <a:p>
            <a:fld id="{EF892D59-8F09-EF4B-AD6D-DA609442F868}" type="slidenum">
              <a:rPr lang="en-US" noProof="0" smtClean="0"/>
              <a:pPr/>
              <a:t>39</a:t>
            </a:fld>
            <a:endParaRPr lang="en-US" noProof="0" dirty="0"/>
          </a:p>
        </p:txBody>
      </p:sp>
    </p:spTree>
    <p:extLst>
      <p:ext uri="{BB962C8B-B14F-4D97-AF65-F5344CB8AC3E}">
        <p14:creationId xmlns:p14="http://schemas.microsoft.com/office/powerpoint/2010/main" val="1923953560"/>
      </p:ext>
    </p:extLst>
  </p:cSld>
  <p:clrMapOvr>
    <a:masterClrMapping/>
  </p:clrMapOvr>
</p:sld>
</file>

<file path=ppt/theme/theme1.xml><?xml version="1.0" encoding="utf-8"?>
<a:theme xmlns:a="http://schemas.openxmlformats.org/drawingml/2006/main" name="Cover Slides - Business/Marketing">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CD9A05-B13E-4324-B75B-08409513F687}"/>
    </a:ext>
  </a:extLst>
</a:theme>
</file>

<file path=ppt/theme/theme2.xml><?xml version="1.0" encoding="utf-8"?>
<a:theme xmlns:a="http://schemas.openxmlformats.org/drawingml/2006/main" name="Divider Slides">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6B1516-6D1C-4FBD-AF93-6EEE726A80B9}"/>
    </a:ext>
  </a:extLst>
</a:theme>
</file>

<file path=ppt/theme/theme3.xml><?xml version="1.0" encoding="utf-8"?>
<a:theme xmlns:a="http://schemas.openxmlformats.org/drawingml/2006/main" name="Blu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4.xml><?xml version="1.0" encoding="utf-8"?>
<a:theme xmlns:a="http://schemas.openxmlformats.org/drawingml/2006/main" name="Yello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5.xml><?xml version="1.0" encoding="utf-8"?>
<a:theme xmlns:a="http://schemas.openxmlformats.org/drawingml/2006/main" name="Red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6.xml><?xml version="1.0" encoding="utf-8"?>
<a:theme xmlns:a="http://schemas.openxmlformats.org/drawingml/2006/main" name="Green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7.xml><?xml version="1.0" encoding="utf-8"?>
<a:theme xmlns:a="http://schemas.openxmlformats.org/drawingml/2006/main" name="B/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8.xml><?xml version="1.0" encoding="utf-8"?>
<a:theme xmlns:a="http://schemas.openxmlformats.org/drawingml/2006/main" name="Purpl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C56BBB1E4FF9742A33FBD8267A09A09" ma:contentTypeVersion="20" ma:contentTypeDescription="Create a new document." ma:contentTypeScope="" ma:versionID="20b712914e31333b2350e8d9f89ed109">
  <xsd:schema xmlns:xsd="http://www.w3.org/2001/XMLSchema" xmlns:xs="http://www.w3.org/2001/XMLSchema" xmlns:p="http://schemas.microsoft.com/office/2006/metadata/properties" xmlns:ns2="4851bab5-d36a-4f24-a761-998180967d12" xmlns:ns3="52e7f57a-cc1d-4bce-9b60-d9dd785361c7" targetNamespace="http://schemas.microsoft.com/office/2006/metadata/properties" ma:root="true" ma:fieldsID="2b6d7960c137aa88f38dc03ba7d04627" ns2:_="" ns3:_="">
    <xsd:import namespace="4851bab5-d36a-4f24-a761-998180967d12"/>
    <xsd:import namespace="52e7f57a-cc1d-4bce-9b60-d9dd785361c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3:TaxCatchAll" minOccurs="0"/>
                <xsd:element ref="ns2:lcf76f155ced4ddcb4097134ff3c332f"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51bab5-d36a-4f24-a761-998180967d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2e7f57a-cc1d-4bce-9b60-d9dd785361c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d87296d-c167-4d27-bd74-7208a540dcb7}" ma:internalName="TaxCatchAll" ma:showField="CatchAllData" ma:web="52e7f57a-cc1d-4bce-9b60-d9dd785361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52e7f57a-cc1d-4bce-9b60-d9dd785361c7" xsi:nil="true"/>
    <lcf76f155ced4ddcb4097134ff3c332f xmlns="4851bab5-d36a-4f24-a761-998180967d12">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5EC4E0F-9D58-4792-B66B-076551BA2D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51bab5-d36a-4f24-a761-998180967d12"/>
    <ds:schemaRef ds:uri="52e7f57a-cc1d-4bce-9b60-d9dd785361c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AC71F1D-A98C-43DF-A986-061295C23702}">
  <ds:schemaRefs>
    <ds:schemaRef ds:uri="52e7f57a-cc1d-4bce-9b60-d9dd785361c7"/>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4851bab5-d36a-4f24-a761-998180967d12"/>
    <ds:schemaRef ds:uri="http://www.w3.org/XML/1998/namespace"/>
    <ds:schemaRef ds:uri="http://purl.org/dc/dcmitype/"/>
  </ds:schemaRefs>
</ds:datastoreItem>
</file>

<file path=customXml/itemProps3.xml><?xml version="1.0" encoding="utf-8"?>
<ds:datastoreItem xmlns:ds="http://schemas.openxmlformats.org/officeDocument/2006/customXml" ds:itemID="{E0CF5967-01BD-40C1-B1E3-8E6CDE2BF89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QAPPTDeck_Jun2024_v1Main</Template>
  <TotalTime>20488</TotalTime>
  <Words>8197</Words>
  <Application>Microsoft Office PowerPoint</Application>
  <PresentationFormat>Widescreen</PresentationFormat>
  <Paragraphs>893</Paragraphs>
  <Slides>39</Slides>
  <Notes>39</Notes>
  <HiddenSlides>0</HiddenSlides>
  <MMClips>0</MMClips>
  <ScaleCrop>false</ScaleCrop>
  <HeadingPairs>
    <vt:vector size="6" baseType="variant">
      <vt:variant>
        <vt:lpstr>Fonts Used</vt:lpstr>
      </vt:variant>
      <vt:variant>
        <vt:i4>5</vt:i4>
      </vt:variant>
      <vt:variant>
        <vt:lpstr>Theme</vt:lpstr>
      </vt:variant>
      <vt:variant>
        <vt:i4>8</vt:i4>
      </vt:variant>
      <vt:variant>
        <vt:lpstr>Slide Titles</vt:lpstr>
      </vt:variant>
      <vt:variant>
        <vt:i4>39</vt:i4>
      </vt:variant>
    </vt:vector>
  </HeadingPairs>
  <TitlesOfParts>
    <vt:vector size="52" baseType="lpstr">
      <vt:lpstr>Aptos</vt:lpstr>
      <vt:lpstr>Arial</vt:lpstr>
      <vt:lpstr>Consolas</vt:lpstr>
      <vt:lpstr>Figtree</vt:lpstr>
      <vt:lpstr>Hack</vt:lpstr>
      <vt:lpstr>Cover Slides - Business/Marketing</vt:lpstr>
      <vt:lpstr>Divider Slides</vt:lpstr>
      <vt:lpstr>Blue Module</vt:lpstr>
      <vt:lpstr>Yellow Module</vt:lpstr>
      <vt:lpstr>Red Module</vt:lpstr>
      <vt:lpstr>Green Module</vt:lpstr>
      <vt:lpstr>B/W Module</vt:lpstr>
      <vt:lpstr>Purple Module</vt:lpstr>
      <vt:lpstr>Module 4: Editing text</vt:lpstr>
      <vt:lpstr>Contents</vt:lpstr>
      <vt:lpstr>Evolution of text editors (Reference)</vt:lpstr>
      <vt:lpstr>Evolution of Editors – from qed to vim</vt:lpstr>
      <vt:lpstr>Using vi / vim</vt:lpstr>
      <vt:lpstr>Why use vi and vim?</vt:lpstr>
      <vt:lpstr>Opening Files in Vim</vt:lpstr>
      <vt:lpstr>Vim has 3 Modes</vt:lpstr>
      <vt:lpstr>Command Mode and Structure</vt:lpstr>
      <vt:lpstr>Navigation</vt:lpstr>
      <vt:lpstr>Navigation - Keystrokes</vt:lpstr>
      <vt:lpstr>Insert, Append and Open Mode </vt:lpstr>
      <vt:lpstr>Insert, Append and Open Mode - keystrokes</vt:lpstr>
      <vt:lpstr>Changing Text</vt:lpstr>
      <vt:lpstr>Changing Text - Keystrokes</vt:lpstr>
      <vt:lpstr>Deleting Text</vt:lpstr>
      <vt:lpstr>Deleting Text - Keystrokes</vt:lpstr>
      <vt:lpstr>Yank (Copy) and Paste Text</vt:lpstr>
      <vt:lpstr>Yank (Copy) and Paste Text - Keystrokes</vt:lpstr>
      <vt:lpstr>Search for Text</vt:lpstr>
      <vt:lpstr>Search for Text - Keystrokes</vt:lpstr>
      <vt:lpstr>Marks (Bookmarks)</vt:lpstr>
      <vt:lpstr>Common Editing Commands</vt:lpstr>
      <vt:lpstr>Ex mode</vt:lpstr>
      <vt:lpstr>Configuring Vim Options</vt:lpstr>
      <vt:lpstr>Applying Commands to Specific Lines/Ranges</vt:lpstr>
      <vt:lpstr>Search and Replace Text</vt:lpstr>
      <vt:lpstr>Reading Files and Command Output</vt:lpstr>
      <vt:lpstr>Writing and Exiting Vim</vt:lpstr>
      <vt:lpstr>Working with Multiple Windows</vt:lpstr>
      <vt:lpstr>Practical exercise 4 – vi</vt:lpstr>
      <vt:lpstr>Using nano</vt:lpstr>
      <vt:lpstr>Nano: A Simple Terminal Text Editor</vt:lpstr>
      <vt:lpstr>Navigation and Searching in Nano</vt:lpstr>
      <vt:lpstr>Cutting and Pasting Text in Nano</vt:lpstr>
      <vt:lpstr>Editing, Saving and Exiting</vt:lpstr>
      <vt:lpstr>Choosing an Editor</vt:lpstr>
      <vt:lpstr>Practical Exercise 4 – nano</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a cover slide</dc:title>
  <dc:creator>Haynes, Amanda</dc:creator>
  <cp:lastModifiedBy>Cameron, Donald</cp:lastModifiedBy>
  <cp:revision>69</cp:revision>
  <dcterms:created xsi:type="dcterms:W3CDTF">2024-06-24T11:44:08Z</dcterms:created>
  <dcterms:modified xsi:type="dcterms:W3CDTF">2026-06-09T15:57:07Z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0x010100075BAD9D95F28D4EB8D45E8498D5AAA1</vt:lpwstr>
  </property>
  <property fmtid="{D5CDD505-2E9C-101B-9397-08002B2CF9AE}" pid="3" name="MediaServiceImageTags">
    <vt:lpwstr/>
  </property>
</Properties>
</file>