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74" r:id="rId7"/>
    <p:sldMasterId id="2147483897" r:id="rId8"/>
    <p:sldMasterId id="2147483919" r:id="rId9"/>
    <p:sldMasterId id="2147483930" r:id="rId10"/>
  </p:sldMasterIdLst>
  <p:notesMasterIdLst>
    <p:notesMasterId r:id="rId39"/>
  </p:notesMasterIdLst>
  <p:sldIdLst>
    <p:sldId id="1491" r:id="rId11"/>
    <p:sldId id="1492" r:id="rId12"/>
    <p:sldId id="1493" r:id="rId13"/>
    <p:sldId id="1494" r:id="rId14"/>
    <p:sldId id="1495" r:id="rId15"/>
    <p:sldId id="1496" r:id="rId16"/>
    <p:sldId id="1497" r:id="rId17"/>
    <p:sldId id="1498" r:id="rId18"/>
    <p:sldId id="1499" r:id="rId19"/>
    <p:sldId id="1500" r:id="rId20"/>
    <p:sldId id="1501" r:id="rId21"/>
    <p:sldId id="1502" r:id="rId22"/>
    <p:sldId id="1503" r:id="rId23"/>
    <p:sldId id="1504" r:id="rId24"/>
    <p:sldId id="1505" r:id="rId25"/>
    <p:sldId id="1506" r:id="rId26"/>
    <p:sldId id="1507" r:id="rId27"/>
    <p:sldId id="1508" r:id="rId28"/>
    <p:sldId id="1509" r:id="rId29"/>
    <p:sldId id="1517" r:id="rId30"/>
    <p:sldId id="1510" r:id="rId31"/>
    <p:sldId id="1511" r:id="rId32"/>
    <p:sldId id="1512" r:id="rId33"/>
    <p:sldId id="1518" r:id="rId34"/>
    <p:sldId id="1513" r:id="rId35"/>
    <p:sldId id="1514" r:id="rId36"/>
    <p:sldId id="1515" r:id="rId37"/>
    <p:sldId id="151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491"/>
            <p14:sldId id="1492"/>
            <p14:sldId id="1493"/>
            <p14:sldId id="1494"/>
            <p14:sldId id="1495"/>
            <p14:sldId id="1496"/>
            <p14:sldId id="1497"/>
            <p14:sldId id="1498"/>
            <p14:sldId id="1499"/>
            <p14:sldId id="1500"/>
            <p14:sldId id="1501"/>
            <p14:sldId id="1502"/>
            <p14:sldId id="1503"/>
            <p14:sldId id="1504"/>
            <p14:sldId id="1505"/>
            <p14:sldId id="1506"/>
            <p14:sldId id="1507"/>
            <p14:sldId id="1508"/>
            <p14:sldId id="1509"/>
            <p14:sldId id="1517"/>
            <p14:sldId id="1510"/>
            <p14:sldId id="1511"/>
            <p14:sldId id="1512"/>
            <p14:sldId id="1518"/>
            <p14:sldId id="1513"/>
            <p14:sldId id="1514"/>
            <p14:sldId id="1515"/>
            <p14:sldId id="15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DD5863-4BA4-4D1B-9F9F-9F31DD7D23CD}" v="2" dt="2025-05-30T13:35:53.807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41" y="-2119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25" d="100"/>
          <a:sy n="125" d="100"/>
        </p:scale>
        <p:origin x="446" y="-10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microsoft.com/office/2018/10/relationships/authors" Target="authors.xml"/><Relationship Id="rId20" Type="http://schemas.openxmlformats.org/officeDocument/2006/relationships/slide" Target="slides/slide10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4BDD5863-4BA4-4D1B-9F9F-9F31DD7D23CD}"/>
    <pc:docChg chg="custSel modSld">
      <pc:chgData name="Feist, Ella" userId="992bbaf2-811d-42cb-a4d6-e7fc45e325e8" providerId="ADAL" clId="{4BDD5863-4BA4-4D1B-9F9F-9F31DD7D23CD}" dt="2025-05-30T13:35:51.110" v="31" actId="207"/>
      <pc:docMkLst>
        <pc:docMk/>
      </pc:docMkLst>
      <pc:sldChg chg="modNotes">
        <pc:chgData name="Feist, Ella" userId="992bbaf2-811d-42cb-a4d6-e7fc45e325e8" providerId="ADAL" clId="{4BDD5863-4BA4-4D1B-9F9F-9F31DD7D23CD}" dt="2025-05-30T13:34:32.550" v="3" actId="20577"/>
        <pc:sldMkLst>
          <pc:docMk/>
          <pc:sldMk cId="1691675537" sldId="1492"/>
        </pc:sldMkLst>
      </pc:sldChg>
      <pc:sldChg chg="modNotes">
        <pc:chgData name="Feist, Ella" userId="992bbaf2-811d-42cb-a4d6-e7fc45e325e8" providerId="ADAL" clId="{4BDD5863-4BA4-4D1B-9F9F-9F31DD7D23CD}" dt="2025-05-30T13:34:41.949" v="7" actId="120"/>
        <pc:sldMkLst>
          <pc:docMk/>
          <pc:sldMk cId="1534656421" sldId="1495"/>
        </pc:sldMkLst>
      </pc:sldChg>
      <pc:sldChg chg="modNotes">
        <pc:chgData name="Feist, Ella" userId="992bbaf2-811d-42cb-a4d6-e7fc45e325e8" providerId="ADAL" clId="{4BDD5863-4BA4-4D1B-9F9F-9F31DD7D23CD}" dt="2025-05-30T13:34:48.873" v="9" actId="20577"/>
        <pc:sldMkLst>
          <pc:docMk/>
          <pc:sldMk cId="2019254364" sldId="1496"/>
        </pc:sldMkLst>
      </pc:sldChg>
      <pc:sldChg chg="modNotes">
        <pc:chgData name="Feist, Ella" userId="992bbaf2-811d-42cb-a4d6-e7fc45e325e8" providerId="ADAL" clId="{4BDD5863-4BA4-4D1B-9F9F-9F31DD7D23CD}" dt="2025-05-30T13:34:57.108" v="15" actId="313"/>
        <pc:sldMkLst>
          <pc:docMk/>
          <pc:sldMk cId="3137966471" sldId="1497"/>
        </pc:sldMkLst>
      </pc:sldChg>
      <pc:sldChg chg="modNotes">
        <pc:chgData name="Feist, Ella" userId="992bbaf2-811d-42cb-a4d6-e7fc45e325e8" providerId="ADAL" clId="{4BDD5863-4BA4-4D1B-9F9F-9F31DD7D23CD}" dt="2025-05-30T13:35:01.024" v="16" actId="207"/>
        <pc:sldMkLst>
          <pc:docMk/>
          <pc:sldMk cId="1987734632" sldId="1499"/>
        </pc:sldMkLst>
      </pc:sldChg>
      <pc:sldChg chg="modNotes">
        <pc:chgData name="Feist, Ella" userId="992bbaf2-811d-42cb-a4d6-e7fc45e325e8" providerId="ADAL" clId="{4BDD5863-4BA4-4D1B-9F9F-9F31DD7D23CD}" dt="2025-05-30T13:35:05.539" v="18" actId="20577"/>
        <pc:sldMkLst>
          <pc:docMk/>
          <pc:sldMk cId="3422177667" sldId="1501"/>
        </pc:sldMkLst>
      </pc:sldChg>
      <pc:sldChg chg="modNotes">
        <pc:chgData name="Feist, Ella" userId="992bbaf2-811d-42cb-a4d6-e7fc45e325e8" providerId="ADAL" clId="{4BDD5863-4BA4-4D1B-9F9F-9F31DD7D23CD}" dt="2025-05-30T13:35:08.819" v="19" actId="207"/>
        <pc:sldMkLst>
          <pc:docMk/>
          <pc:sldMk cId="2753297624" sldId="1502"/>
        </pc:sldMkLst>
      </pc:sldChg>
      <pc:sldChg chg="modNotes">
        <pc:chgData name="Feist, Ella" userId="992bbaf2-811d-42cb-a4d6-e7fc45e325e8" providerId="ADAL" clId="{4BDD5863-4BA4-4D1B-9F9F-9F31DD7D23CD}" dt="2025-05-30T13:35:16.530" v="22" actId="20577"/>
        <pc:sldMkLst>
          <pc:docMk/>
          <pc:sldMk cId="802650728" sldId="1503"/>
        </pc:sldMkLst>
      </pc:sldChg>
      <pc:sldChg chg="modNotes">
        <pc:chgData name="Feist, Ella" userId="992bbaf2-811d-42cb-a4d6-e7fc45e325e8" providerId="ADAL" clId="{4BDD5863-4BA4-4D1B-9F9F-9F31DD7D23CD}" dt="2025-05-30T13:35:19.809" v="23" actId="207"/>
        <pc:sldMkLst>
          <pc:docMk/>
          <pc:sldMk cId="378002433" sldId="1504"/>
        </pc:sldMkLst>
      </pc:sldChg>
      <pc:sldChg chg="modNotes">
        <pc:chgData name="Feist, Ella" userId="992bbaf2-811d-42cb-a4d6-e7fc45e325e8" providerId="ADAL" clId="{4BDD5863-4BA4-4D1B-9F9F-9F31DD7D23CD}" dt="2025-05-30T13:35:28.476" v="26" actId="20577"/>
        <pc:sldMkLst>
          <pc:docMk/>
          <pc:sldMk cId="2281617119" sldId="1505"/>
        </pc:sldMkLst>
      </pc:sldChg>
      <pc:sldChg chg="modNotes">
        <pc:chgData name="Feist, Ella" userId="992bbaf2-811d-42cb-a4d6-e7fc45e325e8" providerId="ADAL" clId="{4BDD5863-4BA4-4D1B-9F9F-9F31DD7D23CD}" dt="2025-05-30T13:35:34.274" v="28" actId="20577"/>
        <pc:sldMkLst>
          <pc:docMk/>
          <pc:sldMk cId="3540506902" sldId="1507"/>
        </pc:sldMkLst>
      </pc:sldChg>
      <pc:sldChg chg="modNotes">
        <pc:chgData name="Feist, Ella" userId="992bbaf2-811d-42cb-a4d6-e7fc45e325e8" providerId="ADAL" clId="{4BDD5863-4BA4-4D1B-9F9F-9F31DD7D23CD}" dt="2025-05-30T13:35:39.044" v="29" actId="207"/>
        <pc:sldMkLst>
          <pc:docMk/>
          <pc:sldMk cId="295304238" sldId="1508"/>
        </pc:sldMkLst>
      </pc:sldChg>
      <pc:sldChg chg="modNotes">
        <pc:chgData name="Feist, Ella" userId="992bbaf2-811d-42cb-a4d6-e7fc45e325e8" providerId="ADAL" clId="{4BDD5863-4BA4-4D1B-9F9F-9F31DD7D23CD}" dt="2025-05-30T13:35:43.541" v="30" actId="207"/>
        <pc:sldMkLst>
          <pc:docMk/>
          <pc:sldMk cId="3876649120" sldId="1511"/>
        </pc:sldMkLst>
      </pc:sldChg>
      <pc:sldChg chg="modNotes">
        <pc:chgData name="Feist, Ella" userId="992bbaf2-811d-42cb-a4d6-e7fc45e325e8" providerId="ADAL" clId="{4BDD5863-4BA4-4D1B-9F9F-9F31DD7D23CD}" dt="2025-05-30T13:35:51.110" v="31" actId="207"/>
        <pc:sldMkLst>
          <pc:docMk/>
          <pc:sldMk cId="407804743" sldId="1512"/>
        </pc:sldMkLst>
      </pc:sldChg>
    </pc:docChg>
  </pc:docChgLst>
  <pc:docChgLst>
    <pc:chgData name="Feist, Ella" userId="992bbaf2-811d-42cb-a4d6-e7fc45e325e8" providerId="ADAL" clId="{5E111793-01C5-4428-B3EA-77D74BFBB818}"/>
    <pc:docChg chg="undo redo custSel modSld delMainMaster">
      <pc:chgData name="Feist, Ella" userId="992bbaf2-811d-42cb-a4d6-e7fc45e325e8" providerId="ADAL" clId="{5E111793-01C5-4428-B3EA-77D74BFBB818}" dt="2025-05-29T12:01:20.584" v="221" actId="20577"/>
      <pc:docMkLst>
        <pc:docMk/>
      </pc:docMkLst>
      <pc:sldChg chg="modSp mod">
        <pc:chgData name="Feist, Ella" userId="992bbaf2-811d-42cb-a4d6-e7fc45e325e8" providerId="ADAL" clId="{5E111793-01C5-4428-B3EA-77D74BFBB818}" dt="2025-05-29T11:51:58.475" v="14" actId="20577"/>
        <pc:sldMkLst>
          <pc:docMk/>
          <pc:sldMk cId="3484124566" sldId="1491"/>
        </pc:sldMkLst>
        <pc:spChg chg="mod">
          <ac:chgData name="Feist, Ella" userId="992bbaf2-811d-42cb-a4d6-e7fc45e325e8" providerId="ADAL" clId="{5E111793-01C5-4428-B3EA-77D74BFBB818}" dt="2025-05-29T11:51:31.381" v="1"/>
          <ac:spMkLst>
            <pc:docMk/>
            <pc:sldMk cId="3484124566" sldId="1491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5E111793-01C5-4428-B3EA-77D74BFBB818}" dt="2025-05-29T11:51:58.475" v="14" actId="20577"/>
          <ac:graphicFrameMkLst>
            <pc:docMk/>
            <pc:sldMk cId="3484124566" sldId="1491"/>
            <ac:graphicFrameMk id="3" creationId="{8AD62137-A725-E72E-A303-76AD5EF620D9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2:01.910" v="15" actId="12"/>
        <pc:sldMkLst>
          <pc:docMk/>
          <pc:sldMk cId="1691675537" sldId="1492"/>
        </pc:sldMkLst>
        <pc:spChg chg="mod">
          <ac:chgData name="Feist, Ella" userId="992bbaf2-811d-42cb-a4d6-e7fc45e325e8" providerId="ADAL" clId="{5E111793-01C5-4428-B3EA-77D74BFBB818}" dt="2025-05-29T11:52:01.910" v="15" actId="12"/>
          <ac:spMkLst>
            <pc:docMk/>
            <pc:sldMk cId="1691675537" sldId="1492"/>
            <ac:spMk id="6" creationId="{00000000-0000-0000-0000-000000000000}"/>
          </ac:spMkLst>
        </pc:spChg>
      </pc:sldChg>
      <pc:sldChg chg="addSp delSp modSp mod modClrScheme chgLayout">
        <pc:chgData name="Feist, Ella" userId="992bbaf2-811d-42cb-a4d6-e7fc45e325e8" providerId="ADAL" clId="{5E111793-01C5-4428-B3EA-77D74BFBB818}" dt="2025-05-29T11:52:36.707" v="31" actId="20577"/>
        <pc:sldMkLst>
          <pc:docMk/>
          <pc:sldMk cId="3607332202" sldId="1494"/>
        </pc:sldMkLst>
        <pc:spChg chg="mod or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2" creationId="{A9A6FF77-D641-4417-92E7-11CC6238BF20}"/>
          </ac:spMkLst>
        </pc:spChg>
        <pc:spChg chg="mod ord">
          <ac:chgData name="Feist, Ella" userId="992bbaf2-811d-42cb-a4d6-e7fc45e325e8" providerId="ADAL" clId="{5E111793-01C5-4428-B3EA-77D74BFBB818}" dt="2025-05-29T11:52:36.707" v="31" actId="20577"/>
          <ac:spMkLst>
            <pc:docMk/>
            <pc:sldMk cId="3607332202" sldId="1494"/>
            <ac:spMk id="3" creationId="{E2F3231C-AB91-4761-C54F-4B4731E49DAE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4" creationId="{E265BF66-EC72-B05F-BA6C-D176A8234219}"/>
          </ac:spMkLst>
        </pc:spChg>
        <pc:spChg chg="mod ord">
          <ac:chgData name="Feist, Ella" userId="992bbaf2-811d-42cb-a4d6-e7fc45e325e8" providerId="ADAL" clId="{5E111793-01C5-4428-B3EA-77D74BFBB818}" dt="2025-05-29T11:52:34.238" v="30" actId="20577"/>
          <ac:spMkLst>
            <pc:docMk/>
            <pc:sldMk cId="3607332202" sldId="1494"/>
            <ac:spMk id="5" creationId="{91A8ED3D-B755-43C9-BCB1-DCF495C0C9DB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6" creationId="{7348ACA9-3259-DD90-89F6-444F6D631767}"/>
          </ac:spMkLst>
        </pc:spChg>
        <pc:spChg chg="add del mod">
          <ac:chgData name="Feist, Ella" userId="992bbaf2-811d-42cb-a4d6-e7fc45e325e8" providerId="ADAL" clId="{5E111793-01C5-4428-B3EA-77D74BFBB818}" dt="2025-05-29T11:52:12.226" v="17" actId="6264"/>
          <ac:spMkLst>
            <pc:docMk/>
            <pc:sldMk cId="3607332202" sldId="1494"/>
            <ac:spMk id="7" creationId="{EAD111D4-C6B5-BC81-E346-F0F7998A0896}"/>
          </ac:spMkLst>
        </pc:spChg>
      </pc:sldChg>
      <pc:sldChg chg="modSp mod">
        <pc:chgData name="Feist, Ella" userId="992bbaf2-811d-42cb-a4d6-e7fc45e325e8" providerId="ADAL" clId="{5E111793-01C5-4428-B3EA-77D74BFBB818}" dt="2025-05-29T11:53:03.337" v="38" actId="20577"/>
        <pc:sldMkLst>
          <pc:docMk/>
          <pc:sldMk cId="1534656421" sldId="1495"/>
        </pc:sldMkLst>
        <pc:spChg chg="mod">
          <ac:chgData name="Feist, Ella" userId="992bbaf2-811d-42cb-a4d6-e7fc45e325e8" providerId="ADAL" clId="{5E111793-01C5-4428-B3EA-77D74BFBB818}" dt="2025-05-29T11:53:03.337" v="38" actId="20577"/>
          <ac:spMkLst>
            <pc:docMk/>
            <pc:sldMk cId="1534656421" sldId="149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4:04.926" v="59" actId="20577"/>
        <pc:sldMkLst>
          <pc:docMk/>
          <pc:sldMk cId="2019254364" sldId="1496"/>
        </pc:sldMkLst>
        <pc:spChg chg="mod">
          <ac:chgData name="Feist, Ella" userId="992bbaf2-811d-42cb-a4d6-e7fc45e325e8" providerId="ADAL" clId="{5E111793-01C5-4428-B3EA-77D74BFBB818}" dt="2025-05-29T11:54:04.926" v="59" actId="20577"/>
          <ac:spMkLst>
            <pc:docMk/>
            <pc:sldMk cId="2019254364" sldId="1496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3:59.769" v="58" actId="20577"/>
          <ac:graphicFrameMkLst>
            <pc:docMk/>
            <pc:sldMk cId="2019254364" sldId="1496"/>
            <ac:graphicFrameMk id="4" creationId="{C8D2A354-D1B3-23E0-D263-EF87A65B573A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4:17.797" v="65" actId="20577"/>
        <pc:sldMkLst>
          <pc:docMk/>
          <pc:sldMk cId="3137966471" sldId="1497"/>
        </pc:sldMkLst>
        <pc:spChg chg="mod">
          <ac:chgData name="Feist, Ella" userId="992bbaf2-811d-42cb-a4d6-e7fc45e325e8" providerId="ADAL" clId="{5E111793-01C5-4428-B3EA-77D74BFBB818}" dt="2025-05-29T11:54:17.797" v="65" actId="20577"/>
          <ac:spMkLst>
            <pc:docMk/>
            <pc:sldMk cId="3137966471" sldId="1497"/>
            <ac:spMk id="5" creationId="{91A8ED3D-B755-43C9-BCB1-DCF495C0C9DB}"/>
          </ac:spMkLst>
        </pc:spChg>
      </pc:sldChg>
      <pc:sldChg chg="modSp">
        <pc:chgData name="Feist, Ella" userId="992bbaf2-811d-42cb-a4d6-e7fc45e325e8" providerId="ADAL" clId="{5E111793-01C5-4428-B3EA-77D74BFBB818}" dt="2025-05-29T11:54:22.305" v="66"/>
        <pc:sldMkLst>
          <pc:docMk/>
          <pc:sldMk cId="2291198121" sldId="1498"/>
        </pc:sldMkLst>
        <pc:spChg chg="mod">
          <ac:chgData name="Feist, Ella" userId="992bbaf2-811d-42cb-a4d6-e7fc45e325e8" providerId="ADAL" clId="{5E111793-01C5-4428-B3EA-77D74BFBB818}" dt="2025-05-29T11:54:22.305" v="66"/>
          <ac:spMkLst>
            <pc:docMk/>
            <pc:sldMk cId="2291198121" sldId="1498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5E111793-01C5-4428-B3EA-77D74BFBB818}" dt="2025-05-29T11:55:41.140" v="90" actId="108"/>
        <pc:sldMkLst>
          <pc:docMk/>
          <pc:sldMk cId="1987734632" sldId="1499"/>
        </pc:sldMkLst>
        <pc:spChg chg="mod">
          <ac:chgData name="Feist, Ella" userId="992bbaf2-811d-42cb-a4d6-e7fc45e325e8" providerId="ADAL" clId="{5E111793-01C5-4428-B3EA-77D74BFBB818}" dt="2025-05-29T11:55:41.140" v="90" actId="108"/>
          <ac:spMkLst>
            <pc:docMk/>
            <pc:sldMk cId="1987734632" sldId="1499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5:35.086" v="88" actId="1076"/>
          <ac:graphicFrameMkLst>
            <pc:docMk/>
            <pc:sldMk cId="1987734632" sldId="1499"/>
            <ac:graphicFrameMk id="4" creationId="{F09F3543-0F61-E8AC-2E41-4046393013AF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6:20.690" v="104" actId="1076"/>
        <pc:sldMkLst>
          <pc:docMk/>
          <pc:sldMk cId="4015493139" sldId="1500"/>
        </pc:sldMkLst>
        <pc:spChg chg="mod">
          <ac:chgData name="Feist, Ella" userId="992bbaf2-811d-42cb-a4d6-e7fc45e325e8" providerId="ADAL" clId="{5E111793-01C5-4428-B3EA-77D74BFBB818}" dt="2025-05-29T11:55:45.798" v="91" actId="20577"/>
          <ac:spMkLst>
            <pc:docMk/>
            <pc:sldMk cId="4015493139" sldId="1500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6:20.690" v="104" actId="1076"/>
          <ac:graphicFrameMkLst>
            <pc:docMk/>
            <pc:sldMk cId="4015493139" sldId="1500"/>
            <ac:graphicFrameMk id="4" creationId="{CE7FB1F9-4DD4-E830-5351-ABA8D686DA0B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6:33.024" v="109" actId="20577"/>
        <pc:sldMkLst>
          <pc:docMk/>
          <pc:sldMk cId="3422177667" sldId="1501"/>
        </pc:sldMkLst>
        <pc:spChg chg="mod">
          <ac:chgData name="Feist, Ella" userId="992bbaf2-811d-42cb-a4d6-e7fc45e325e8" providerId="ADAL" clId="{5E111793-01C5-4428-B3EA-77D74BFBB818}" dt="2025-05-29T11:56:33.024" v="109" actId="20577"/>
          <ac:spMkLst>
            <pc:docMk/>
            <pc:sldMk cId="3422177667" sldId="1501"/>
            <ac:spMk id="5" creationId="{91A8ED3D-B755-43C9-BCB1-DCF495C0C9DB}"/>
          </ac:spMkLst>
        </pc:spChg>
        <pc:spChg chg="mod">
          <ac:chgData name="Feist, Ella" userId="992bbaf2-811d-42cb-a4d6-e7fc45e325e8" providerId="ADAL" clId="{5E111793-01C5-4428-B3EA-77D74BFBB818}" dt="2025-05-29T11:56:25.458" v="105" actId="20577"/>
          <ac:spMkLst>
            <pc:docMk/>
            <pc:sldMk cId="3422177667" sldId="1501"/>
            <ac:spMk id="7" creationId="{9293E045-DA18-181E-9007-08A53A74CF4B}"/>
          </ac:spMkLst>
        </pc:spChg>
      </pc:sldChg>
      <pc:sldChg chg="modSp mod">
        <pc:chgData name="Feist, Ella" userId="992bbaf2-811d-42cb-a4d6-e7fc45e325e8" providerId="ADAL" clId="{5E111793-01C5-4428-B3EA-77D74BFBB818}" dt="2025-05-29T11:57:07.359" v="118" actId="20577"/>
        <pc:sldMkLst>
          <pc:docMk/>
          <pc:sldMk cId="2753297624" sldId="1502"/>
        </pc:sldMkLst>
        <pc:spChg chg="mod">
          <ac:chgData name="Feist, Ella" userId="992bbaf2-811d-42cb-a4d6-e7fc45e325e8" providerId="ADAL" clId="{5E111793-01C5-4428-B3EA-77D74BFBB818}" dt="2025-05-29T11:56:37.522" v="110" actId="20577"/>
          <ac:spMkLst>
            <pc:docMk/>
            <pc:sldMk cId="2753297624" sldId="1502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5E111793-01C5-4428-B3EA-77D74BFBB818}" dt="2025-05-29T11:57:07.359" v="118" actId="20577"/>
          <ac:graphicFrameMkLst>
            <pc:docMk/>
            <pc:sldMk cId="2753297624" sldId="1502"/>
            <ac:graphicFrameMk id="4" creationId="{7802CCAC-E0C1-B035-2410-8240DCD97D42}"/>
          </ac:graphicFrameMkLst>
        </pc:graphicFrameChg>
      </pc:sldChg>
      <pc:sldChg chg="modSp mod">
        <pc:chgData name="Feist, Ella" userId="992bbaf2-811d-42cb-a4d6-e7fc45e325e8" providerId="ADAL" clId="{5E111793-01C5-4428-B3EA-77D74BFBB818}" dt="2025-05-29T11:57:21.939" v="120" actId="20577"/>
        <pc:sldMkLst>
          <pc:docMk/>
          <pc:sldMk cId="802650728" sldId="1503"/>
        </pc:sldMkLst>
        <pc:spChg chg="mod">
          <ac:chgData name="Feist, Ella" userId="992bbaf2-811d-42cb-a4d6-e7fc45e325e8" providerId="ADAL" clId="{5E111793-01C5-4428-B3EA-77D74BFBB818}" dt="2025-05-29T11:57:21.939" v="120" actId="20577"/>
          <ac:spMkLst>
            <pc:docMk/>
            <pc:sldMk cId="802650728" sldId="150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7:35.784" v="124" actId="20577"/>
        <pc:sldMkLst>
          <pc:docMk/>
          <pc:sldMk cId="378002433" sldId="1504"/>
        </pc:sldMkLst>
        <pc:spChg chg="mod">
          <ac:chgData name="Feist, Ella" userId="992bbaf2-811d-42cb-a4d6-e7fc45e325e8" providerId="ADAL" clId="{5E111793-01C5-4428-B3EA-77D74BFBB818}" dt="2025-05-29T11:57:32.903" v="122" actId="20577"/>
          <ac:spMkLst>
            <pc:docMk/>
            <pc:sldMk cId="378002433" sldId="1504"/>
            <ac:spMk id="3" creationId="{76FE6DD5-174F-7FDC-FA6D-D79ED6B5991C}"/>
          </ac:spMkLst>
        </pc:spChg>
        <pc:spChg chg="mod">
          <ac:chgData name="Feist, Ella" userId="992bbaf2-811d-42cb-a4d6-e7fc45e325e8" providerId="ADAL" clId="{5E111793-01C5-4428-B3EA-77D74BFBB818}" dt="2025-05-29T11:57:35.784" v="124" actId="20577"/>
          <ac:spMkLst>
            <pc:docMk/>
            <pc:sldMk cId="378002433" sldId="1504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00.200" v="127" actId="20577"/>
        <pc:sldMkLst>
          <pc:docMk/>
          <pc:sldMk cId="2281617119" sldId="1505"/>
        </pc:sldMkLst>
        <pc:spChg chg="mod">
          <ac:chgData name="Feist, Ella" userId="992bbaf2-811d-42cb-a4d6-e7fc45e325e8" providerId="ADAL" clId="{5E111793-01C5-4428-B3EA-77D74BFBB818}" dt="2025-05-29T11:58:00.200" v="127" actId="20577"/>
          <ac:spMkLst>
            <pc:docMk/>
            <pc:sldMk cId="2281617119" sldId="1505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5E111793-01C5-4428-B3EA-77D74BFBB818}" dt="2025-05-29T11:58:26.303" v="139" actId="20577"/>
        <pc:sldMkLst>
          <pc:docMk/>
          <pc:sldMk cId="3540506902" sldId="1507"/>
        </pc:sldMkLst>
        <pc:spChg chg="mod ord">
          <ac:chgData name="Feist, Ella" userId="992bbaf2-811d-42cb-a4d6-e7fc45e325e8" providerId="ADAL" clId="{5E111793-01C5-4428-B3EA-77D74BFBB818}" dt="2025-05-29T11:58:07.366" v="128" actId="700"/>
          <ac:spMkLst>
            <pc:docMk/>
            <pc:sldMk cId="3540506902" sldId="1507"/>
            <ac:spMk id="2" creationId="{A9A6FF77-D641-4417-92E7-11CC6238BF20}"/>
          </ac:spMkLst>
        </pc:spChg>
        <pc:spChg chg="mod ord">
          <ac:chgData name="Feist, Ella" userId="992bbaf2-811d-42cb-a4d6-e7fc45e325e8" providerId="ADAL" clId="{5E111793-01C5-4428-B3EA-77D74BFBB818}" dt="2025-05-29T11:58:10.952" v="130" actId="20577"/>
          <ac:spMkLst>
            <pc:docMk/>
            <pc:sldMk cId="3540506902" sldId="1507"/>
            <ac:spMk id="3" creationId="{40163DF1-E91D-77FC-7855-1A80927CE0F3}"/>
          </ac:spMkLst>
        </pc:spChg>
        <pc:spChg chg="mod ord">
          <ac:chgData name="Feist, Ella" userId="992bbaf2-811d-42cb-a4d6-e7fc45e325e8" providerId="ADAL" clId="{5E111793-01C5-4428-B3EA-77D74BFBB818}" dt="2025-05-29T11:58:26.303" v="139" actId="20577"/>
          <ac:spMkLst>
            <pc:docMk/>
            <pc:sldMk cId="3540506902" sldId="1507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35.507" v="143" actId="20577"/>
        <pc:sldMkLst>
          <pc:docMk/>
          <pc:sldMk cId="295304238" sldId="1508"/>
        </pc:sldMkLst>
        <pc:spChg chg="mod">
          <ac:chgData name="Feist, Ella" userId="992bbaf2-811d-42cb-a4d6-e7fc45e325e8" providerId="ADAL" clId="{5E111793-01C5-4428-B3EA-77D74BFBB818}" dt="2025-05-29T11:58:35.507" v="143" actId="20577"/>
          <ac:spMkLst>
            <pc:docMk/>
            <pc:sldMk cId="295304238" sldId="150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8:58.593" v="154" actId="14100"/>
        <pc:sldMkLst>
          <pc:docMk/>
          <pc:sldMk cId="2856159210" sldId="1509"/>
        </pc:sldMkLst>
        <pc:spChg chg="mod">
          <ac:chgData name="Feist, Ella" userId="992bbaf2-811d-42cb-a4d6-e7fc45e325e8" providerId="ADAL" clId="{5E111793-01C5-4428-B3EA-77D74BFBB818}" dt="2025-05-29T11:58:55.601" v="153" actId="20577"/>
          <ac:spMkLst>
            <pc:docMk/>
            <pc:sldMk cId="2856159210" sldId="1509"/>
            <ac:spMk id="5" creationId="{91A8ED3D-B755-43C9-BCB1-DCF495C0C9DB}"/>
          </ac:spMkLst>
        </pc:spChg>
        <pc:spChg chg="mod">
          <ac:chgData name="Feist, Ella" userId="992bbaf2-811d-42cb-a4d6-e7fc45e325e8" providerId="ADAL" clId="{5E111793-01C5-4428-B3EA-77D74BFBB818}" dt="2025-05-29T11:58:58.593" v="154" actId="14100"/>
          <ac:spMkLst>
            <pc:docMk/>
            <pc:sldMk cId="2856159210" sldId="1509"/>
            <ac:spMk id="9" creationId="{D2182617-2094-1542-F823-F31CDCBB548C}"/>
          </ac:spMkLst>
        </pc:spChg>
      </pc:sldChg>
      <pc:sldChg chg="addSp delSp modSp mod chgLayout">
        <pc:chgData name="Feist, Ella" userId="992bbaf2-811d-42cb-a4d6-e7fc45e325e8" providerId="ADAL" clId="{5E111793-01C5-4428-B3EA-77D74BFBB818}" dt="2025-05-29T11:59:12.364" v="161" actId="20577"/>
        <pc:sldMkLst>
          <pc:docMk/>
          <pc:sldMk cId="4279226455" sldId="1510"/>
        </pc:sldMkLst>
        <pc:spChg chg="mod or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2" creationId="{D7EC235F-614F-714E-A97F-4FF50EFF14FD}"/>
          </ac:spMkLst>
        </pc:spChg>
        <pc:spChg chg="add del mo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3" creationId="{EC435748-F4AA-FEA1-D46B-6313CD440799}"/>
          </ac:spMkLst>
        </pc:spChg>
        <pc:spChg chg="mod ord">
          <ac:chgData name="Feist, Ella" userId="992bbaf2-811d-42cb-a4d6-e7fc45e325e8" providerId="ADAL" clId="{5E111793-01C5-4428-B3EA-77D74BFBB818}" dt="2025-05-29T11:59:12.364" v="161" actId="20577"/>
          <ac:spMkLst>
            <pc:docMk/>
            <pc:sldMk cId="4279226455" sldId="1510"/>
            <ac:spMk id="4" creationId="{E9C5A723-C0B1-124B-8CB6-AA3105C9A4E6}"/>
          </ac:spMkLst>
        </pc:spChg>
        <pc:spChg chg="mod ord">
          <ac:chgData name="Feist, Ella" userId="992bbaf2-811d-42cb-a4d6-e7fc45e325e8" providerId="ADAL" clId="{5E111793-01C5-4428-B3EA-77D74BFBB818}" dt="2025-05-29T11:59:06.985" v="158" actId="20577"/>
          <ac:spMkLst>
            <pc:docMk/>
            <pc:sldMk cId="4279226455" sldId="1510"/>
            <ac:spMk id="5" creationId="{F9D0B167-960F-FE79-E0AF-913CF5B2EA94}"/>
          </ac:spMkLst>
        </pc:spChg>
        <pc:spChg chg="add del mod">
          <ac:chgData name="Feist, Ella" userId="992bbaf2-811d-42cb-a4d6-e7fc45e325e8" providerId="ADAL" clId="{5E111793-01C5-4428-B3EA-77D74BFBB818}" dt="2025-05-29T11:59:05.412" v="157" actId="6264"/>
          <ac:spMkLst>
            <pc:docMk/>
            <pc:sldMk cId="4279226455" sldId="1510"/>
            <ac:spMk id="7" creationId="{A8CCE4AF-B85F-041D-F17E-6544BD7E50B4}"/>
          </ac:spMkLst>
        </pc:spChg>
        <pc:spChg chg="del">
          <ac:chgData name="Feist, Ella" userId="992bbaf2-811d-42cb-a4d6-e7fc45e325e8" providerId="ADAL" clId="{5E111793-01C5-4428-B3EA-77D74BFBB818}" dt="2025-05-29T11:59:04.257" v="156" actId="478"/>
          <ac:spMkLst>
            <pc:docMk/>
            <pc:sldMk cId="4279226455" sldId="1510"/>
            <ac:spMk id="9" creationId="{352AF3D1-2A4B-FD28-D0BA-EF2630A36F07}"/>
          </ac:spMkLst>
        </pc:spChg>
        <pc:picChg chg="del">
          <ac:chgData name="Feist, Ella" userId="992bbaf2-811d-42cb-a4d6-e7fc45e325e8" providerId="ADAL" clId="{5E111793-01C5-4428-B3EA-77D74BFBB818}" dt="2025-05-29T11:59:02.825" v="155" actId="478"/>
          <ac:picMkLst>
            <pc:docMk/>
            <pc:sldMk cId="4279226455" sldId="1510"/>
            <ac:picMk id="6" creationId="{2631F246-C72F-4BCD-834A-7A4EF04D0404}"/>
          </ac:picMkLst>
        </pc:picChg>
      </pc:sldChg>
      <pc:sldChg chg="modSp mod">
        <pc:chgData name="Feist, Ella" userId="992bbaf2-811d-42cb-a4d6-e7fc45e325e8" providerId="ADAL" clId="{5E111793-01C5-4428-B3EA-77D74BFBB818}" dt="2025-05-29T11:59:32.435" v="172" actId="20577"/>
        <pc:sldMkLst>
          <pc:docMk/>
          <pc:sldMk cId="3876649120" sldId="1511"/>
        </pc:sldMkLst>
        <pc:spChg chg="mod">
          <ac:chgData name="Feist, Ella" userId="992bbaf2-811d-42cb-a4d6-e7fc45e325e8" providerId="ADAL" clId="{5E111793-01C5-4428-B3EA-77D74BFBB818}" dt="2025-05-29T11:59:32.435" v="172" actId="20577"/>
          <ac:spMkLst>
            <pc:docMk/>
            <pc:sldMk cId="3876649120" sldId="151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5E111793-01C5-4428-B3EA-77D74BFBB818}" dt="2025-05-29T11:59:40.152" v="174" actId="20577"/>
        <pc:sldMkLst>
          <pc:docMk/>
          <pc:sldMk cId="407804743" sldId="1512"/>
        </pc:sldMkLst>
        <pc:spChg chg="mod">
          <ac:chgData name="Feist, Ella" userId="992bbaf2-811d-42cb-a4d6-e7fc45e325e8" providerId="ADAL" clId="{5E111793-01C5-4428-B3EA-77D74BFBB818}" dt="2025-05-29T11:59:40.152" v="174" actId="20577"/>
          <ac:spMkLst>
            <pc:docMk/>
            <pc:sldMk cId="407804743" sldId="1512"/>
            <ac:spMk id="5" creationId="{91A8ED3D-B755-43C9-BCB1-DCF495C0C9DB}"/>
          </ac:spMkLst>
        </pc:spChg>
      </pc:sldChg>
      <pc:sldChg chg="addSp delSp modSp mod modClrScheme chgLayout">
        <pc:chgData name="Feist, Ella" userId="992bbaf2-811d-42cb-a4d6-e7fc45e325e8" providerId="ADAL" clId="{5E111793-01C5-4428-B3EA-77D74BFBB818}" dt="2025-05-29T12:00:11.181" v="189" actId="14100"/>
        <pc:sldMkLst>
          <pc:docMk/>
          <pc:sldMk cId="2585059974" sldId="1513"/>
        </pc:sldMkLst>
        <pc:spChg chg="mod ord">
          <ac:chgData name="Feist, Ella" userId="992bbaf2-811d-42cb-a4d6-e7fc45e325e8" providerId="ADAL" clId="{5E111793-01C5-4428-B3EA-77D74BFBB818}" dt="2025-05-29T11:59:58.001" v="188" actId="700"/>
          <ac:spMkLst>
            <pc:docMk/>
            <pc:sldMk cId="2585059974" sldId="1513"/>
            <ac:spMk id="2" creationId="{D7EC235F-614F-714E-A97F-4FF50EFF14FD}"/>
          </ac:spMkLst>
        </pc:spChg>
        <pc:spChg chg="mod ord">
          <ac:chgData name="Feist, Ella" userId="992bbaf2-811d-42cb-a4d6-e7fc45e325e8" providerId="ADAL" clId="{5E111793-01C5-4428-B3EA-77D74BFBB818}" dt="2025-05-29T12:00:11.181" v="189" actId="14100"/>
          <ac:spMkLst>
            <pc:docMk/>
            <pc:sldMk cId="2585059974" sldId="1513"/>
            <ac:spMk id="4" creationId="{E9C5A723-C0B1-124B-8CB6-AA3105C9A4E6}"/>
          </ac:spMkLst>
        </pc:spChg>
        <pc:spChg chg="del">
          <ac:chgData name="Feist, Ella" userId="992bbaf2-811d-42cb-a4d6-e7fc45e325e8" providerId="ADAL" clId="{5E111793-01C5-4428-B3EA-77D74BFBB818}" dt="2025-05-29T11:59:52.592" v="185" actId="478"/>
          <ac:spMkLst>
            <pc:docMk/>
            <pc:sldMk cId="2585059974" sldId="1513"/>
            <ac:spMk id="6" creationId="{E323EF94-A32C-D5FC-A88C-DADE259A9171}"/>
          </ac:spMkLst>
        </pc:spChg>
        <pc:spChg chg="add del mod ord">
          <ac:chgData name="Feist, Ella" userId="992bbaf2-811d-42cb-a4d6-e7fc45e325e8" providerId="ADAL" clId="{5E111793-01C5-4428-B3EA-77D74BFBB818}" dt="2025-05-29T11:59:58.001" v="188" actId="700"/>
          <ac:spMkLst>
            <pc:docMk/>
            <pc:sldMk cId="2585059974" sldId="1513"/>
            <ac:spMk id="7" creationId="{543D2462-C804-B59C-A4F4-7087E3931555}"/>
          </ac:spMkLst>
        </pc:spChg>
        <pc:spChg chg="add del mod">
          <ac:chgData name="Feist, Ella" userId="992bbaf2-811d-42cb-a4d6-e7fc45e325e8" providerId="ADAL" clId="{5E111793-01C5-4428-B3EA-77D74BFBB818}" dt="2025-05-29T11:59:50.771" v="184" actId="478"/>
          <ac:spMkLst>
            <pc:docMk/>
            <pc:sldMk cId="2585059974" sldId="1513"/>
            <ac:spMk id="8" creationId="{34E64013-A6C4-898D-B8C5-CC4F520EE94F}"/>
          </ac:spMkLst>
        </pc:spChg>
        <pc:picChg chg="del">
          <ac:chgData name="Feist, Ella" userId="992bbaf2-811d-42cb-a4d6-e7fc45e325e8" providerId="ADAL" clId="{5E111793-01C5-4428-B3EA-77D74BFBB818}" dt="2025-05-29T11:59:48.759" v="182" actId="478"/>
          <ac:picMkLst>
            <pc:docMk/>
            <pc:sldMk cId="2585059974" sldId="1513"/>
            <ac:picMk id="5" creationId="{806360AA-B24F-5919-CE82-D8A17CF5C2C0}"/>
          </ac:picMkLst>
        </pc:picChg>
      </pc:sldChg>
      <pc:sldChg chg="addSp delSp modSp mod chgLayout">
        <pc:chgData name="Feist, Ella" userId="992bbaf2-811d-42cb-a4d6-e7fc45e325e8" providerId="ADAL" clId="{5E111793-01C5-4428-B3EA-77D74BFBB818}" dt="2025-05-29T12:00:23.327" v="197" actId="20577"/>
        <pc:sldMkLst>
          <pc:docMk/>
          <pc:sldMk cId="343929928" sldId="1514"/>
        </pc:sldMkLst>
        <pc:spChg chg="mod or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2" creationId="{D7EC235F-614F-714E-A97F-4FF50EFF14FD}"/>
          </ac:spMkLst>
        </pc:spChg>
        <pc:spChg chg="add del mo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3" creationId="{2818D424-8099-83E7-7129-099C920895BF}"/>
          </ac:spMkLst>
        </pc:spChg>
        <pc:spChg chg="mod ord">
          <ac:chgData name="Feist, Ella" userId="992bbaf2-811d-42cb-a4d6-e7fc45e325e8" providerId="ADAL" clId="{5E111793-01C5-4428-B3EA-77D74BFBB818}" dt="2025-05-29T12:00:23.327" v="197" actId="20577"/>
          <ac:spMkLst>
            <pc:docMk/>
            <pc:sldMk cId="343929928" sldId="1514"/>
            <ac:spMk id="4" creationId="{E9C5A723-C0B1-124B-8CB6-AA3105C9A4E6}"/>
          </ac:spMkLst>
        </pc:spChg>
        <pc:spChg chg="mod ord">
          <ac:chgData name="Feist, Ella" userId="992bbaf2-811d-42cb-a4d6-e7fc45e325e8" providerId="ADAL" clId="{5E111793-01C5-4428-B3EA-77D74BFBB818}" dt="2025-05-29T12:00:17.974" v="194" actId="20577"/>
          <ac:spMkLst>
            <pc:docMk/>
            <pc:sldMk cId="343929928" sldId="1514"/>
            <ac:spMk id="5" creationId="{B036C20F-0AB0-7DCC-4A0B-C0D6106DA4E7}"/>
          </ac:spMkLst>
        </pc:spChg>
        <pc:spChg chg="add del mod">
          <ac:chgData name="Feist, Ella" userId="992bbaf2-811d-42cb-a4d6-e7fc45e325e8" providerId="ADAL" clId="{5E111793-01C5-4428-B3EA-77D74BFBB818}" dt="2025-05-29T12:00:15.554" v="192" actId="6264"/>
          <ac:spMkLst>
            <pc:docMk/>
            <pc:sldMk cId="343929928" sldId="1514"/>
            <ac:spMk id="7" creationId="{C8B735FF-9C62-5CF2-1D9C-A1E748A91F77}"/>
          </ac:spMkLst>
        </pc:spChg>
        <pc:spChg chg="del">
          <ac:chgData name="Feist, Ella" userId="992bbaf2-811d-42cb-a4d6-e7fc45e325e8" providerId="ADAL" clId="{5E111793-01C5-4428-B3EA-77D74BFBB818}" dt="2025-05-29T12:00:14.365" v="191" actId="478"/>
          <ac:spMkLst>
            <pc:docMk/>
            <pc:sldMk cId="343929928" sldId="1514"/>
            <ac:spMk id="9" creationId="{352AF3D1-2A4B-FD28-D0BA-EF2630A36F07}"/>
          </ac:spMkLst>
        </pc:spChg>
        <pc:picChg chg="del">
          <ac:chgData name="Feist, Ella" userId="992bbaf2-811d-42cb-a4d6-e7fc45e325e8" providerId="ADAL" clId="{5E111793-01C5-4428-B3EA-77D74BFBB818}" dt="2025-05-29T12:00:13.392" v="190" actId="478"/>
          <ac:picMkLst>
            <pc:docMk/>
            <pc:sldMk cId="343929928" sldId="1514"/>
            <ac:picMk id="6" creationId="{2631F246-C72F-4BCD-834A-7A4EF04D0404}"/>
          </ac:picMkLst>
        </pc:picChg>
      </pc:sldChg>
      <pc:sldChg chg="modSp mod modClrScheme chgLayout">
        <pc:chgData name="Feist, Ella" userId="992bbaf2-811d-42cb-a4d6-e7fc45e325e8" providerId="ADAL" clId="{5E111793-01C5-4428-B3EA-77D74BFBB818}" dt="2025-05-29T12:01:20.584" v="221" actId="20577"/>
        <pc:sldMkLst>
          <pc:docMk/>
          <pc:sldMk cId="3595242692" sldId="1515"/>
        </pc:sldMkLst>
        <pc:spChg chg="mod ord">
          <ac:chgData name="Feist, Ella" userId="992bbaf2-811d-42cb-a4d6-e7fc45e325e8" providerId="ADAL" clId="{5E111793-01C5-4428-B3EA-77D74BFBB818}" dt="2025-05-29T12:00:26.468" v="198" actId="700"/>
          <ac:spMkLst>
            <pc:docMk/>
            <pc:sldMk cId="3595242692" sldId="1515"/>
            <ac:spMk id="2" creationId="{F111C5DB-635E-4576-A4C3-837B7E452E1E}"/>
          </ac:spMkLst>
        </pc:spChg>
        <pc:spChg chg="mod ord">
          <ac:chgData name="Feist, Ella" userId="992bbaf2-811d-42cb-a4d6-e7fc45e325e8" providerId="ADAL" clId="{5E111793-01C5-4428-B3EA-77D74BFBB818}" dt="2025-05-29T12:00:26.468" v="198" actId="700"/>
          <ac:spMkLst>
            <pc:docMk/>
            <pc:sldMk cId="3595242692" sldId="1515"/>
            <ac:spMk id="3" creationId="{6BC6ADBC-EE3B-8AB7-509E-2375F6A6AD71}"/>
          </ac:spMkLst>
        </pc:spChg>
        <pc:spChg chg="mod ord">
          <ac:chgData name="Feist, Ella" userId="992bbaf2-811d-42cb-a4d6-e7fc45e325e8" providerId="ADAL" clId="{5E111793-01C5-4428-B3EA-77D74BFBB818}" dt="2025-05-29T12:01:20.584" v="221" actId="20577"/>
          <ac:spMkLst>
            <pc:docMk/>
            <pc:sldMk cId="3595242692" sldId="1515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5E111793-01C5-4428-B3EA-77D74BFBB818}" dt="2025-05-29T11:59:45.931" v="181" actId="6549"/>
        <pc:sldMkLst>
          <pc:docMk/>
          <pc:sldMk cId="1045836245" sldId="1518"/>
        </pc:sldMkLst>
        <pc:spChg chg="mod">
          <ac:chgData name="Feist, Ella" userId="992bbaf2-811d-42cb-a4d6-e7fc45e325e8" providerId="ADAL" clId="{5E111793-01C5-4428-B3EA-77D74BFBB818}" dt="2025-05-29T11:59:45.931" v="181" actId="6549"/>
          <ac:spMkLst>
            <pc:docMk/>
            <pc:sldMk cId="1045836245" sldId="1518"/>
            <ac:spMk id="5" creationId="{D53F54E7-1496-8210-B297-F269121532D2}"/>
          </ac:spMkLst>
        </pc:spChg>
      </pc:sld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5E111793-01C5-4428-B3EA-77D74BFBB818}" dt="2025-05-29T11:51:38.139" v="3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5E111793-01C5-4428-B3EA-77D74BFBB818}" dt="2025-05-29T11:51:38.139" v="3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tile.rug.ac.be/~coder/sniffit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agape.trilidun.org/hack/network-sniffers" TargetMode="External"/><Relationship Id="rId5" Type="http://schemas.openxmlformats.org/officeDocument/2006/relationships/hyperlink" Target="http://www.ryanspc.com/sniffers" TargetMode="External"/><Relationship Id="rId4" Type="http://schemas.openxmlformats.org/officeDocument/2006/relationships/hyperlink" Target="http://www.cri.cz/kra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4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It’s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probably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safe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 say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contemporary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computer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survives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long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without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participating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some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GB" sz="1200" spc="-9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tw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  <a:p>
            <a:pPr marL="12700" marR="13017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chapter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we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look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selected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tools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applications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help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users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communicating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each </a:t>
            </a:r>
            <a:r>
              <a:rPr lang="en-GB" sz="1200" spc="-2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other</a:t>
            </a:r>
            <a:r>
              <a:rPr lang="en-GB" spc="-15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establish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basic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facts.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Disclaimer: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we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introduce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 chapter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 scanning tool; please notice,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it is your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responsibility</a:t>
            </a:r>
            <a:r>
              <a:rPr lang="en-GB" sz="1200" spc="-9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ensure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such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tools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are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only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used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within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law,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intention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breaking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into</a:t>
            </a:r>
            <a:r>
              <a:rPr lang="en-GB" sz="1200" spc="-7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exploiting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services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site.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We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warn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you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against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unauthorised,</a:t>
            </a:r>
            <a:r>
              <a:rPr lang="en-GB" sz="1200" spc="-10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malicious,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flippant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illegal </a:t>
            </a:r>
            <a:r>
              <a:rPr lang="en-GB" sz="1200" spc="-2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tool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that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capable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scanning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ports,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collecting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data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about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network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host,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interfering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way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operation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host.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95299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6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5939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access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physical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physical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15" noProof="0" dirty="0">
                <a:latin typeface="+mn-lt"/>
                <a:cs typeface="Segoe UI"/>
              </a:rPr>
              <a:t> the </a:t>
            </a:r>
            <a:r>
              <a:rPr lang="en-GB" sz="1200" spc="-20" noProof="0" dirty="0">
                <a:latin typeface="+mn-lt"/>
                <a:cs typeface="Segoe UI"/>
              </a:rPr>
              <a:t>Linux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kernel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drivers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particular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installed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machine.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5" noProof="0" dirty="0">
                <a:latin typeface="+mn-lt"/>
                <a:cs typeface="Segoe UI"/>
              </a:rPr>
              <a:t>Unless using DHCP it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usual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-address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netmask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interface.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broadcast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needs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sub-netting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working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non-standard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broadcast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(some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early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BSD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required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this).</a:t>
            </a: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Historically,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ifconfig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interface’s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configuration.</a:t>
            </a: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15" noProof="0" dirty="0">
                <a:latin typeface="+mn-lt"/>
                <a:cs typeface="Segoe UI"/>
              </a:rPr>
              <a:t> 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missing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ifconfig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instead.</a:t>
            </a:r>
          </a:p>
          <a:p>
            <a:pPr marL="12700" marR="1066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Or </a:t>
            </a:r>
            <a:r>
              <a:rPr lang="en-GB" sz="1200" spc="-25" noProof="0" dirty="0">
                <a:latin typeface="+mn-lt"/>
                <a:cs typeface="Segoe UI"/>
              </a:rPr>
              <a:t>install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net-tools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package.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GB" sz="1200" noProof="0" dirty="0">
              <a:latin typeface="Segoe UI"/>
              <a:cs typeface="Segoe UI"/>
            </a:endParaRP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32658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3558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25" noProof="0" dirty="0">
                <a:latin typeface="+mn-lt"/>
                <a:cs typeface="Segoe UI"/>
              </a:rPr>
              <a:t> identifies</a:t>
            </a:r>
            <a:r>
              <a:rPr lang="en-GB" sz="1200" spc="-15" noProof="0" dirty="0">
                <a:latin typeface="+mn-lt"/>
                <a:cs typeface="Segoe UI"/>
              </a:rPr>
              <a:t> your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computer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</a:p>
          <a:p>
            <a:pPr marL="12700" marR="23558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Strictly</a:t>
            </a:r>
            <a:r>
              <a:rPr lang="en-GB" sz="1200" spc="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speaking,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performs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function </a:t>
            </a:r>
            <a:r>
              <a:rPr lang="en-GB" sz="1200" spc="-20" noProof="0" dirty="0">
                <a:latin typeface="+mn-lt"/>
                <a:cs typeface="Segoe UI"/>
              </a:rPr>
              <a:t>behind the scenes,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humans, </a:t>
            </a:r>
            <a:r>
              <a:rPr lang="en-GB" sz="1200" spc="-15" noProof="0" dirty="0">
                <a:latin typeface="+mn-lt"/>
                <a:cs typeface="Segoe UI"/>
              </a:rPr>
              <a:t>numbers are </a:t>
            </a:r>
            <a:r>
              <a:rPr lang="en-GB" sz="1200" spc="-20" noProof="0" dirty="0">
                <a:latin typeface="+mn-lt"/>
                <a:cs typeface="Segoe UI"/>
              </a:rPr>
              <a:t>less friendly </a:t>
            </a:r>
            <a:r>
              <a:rPr lang="en-GB" sz="1200" spc="-15" noProof="0" dirty="0">
                <a:latin typeface="+mn-lt"/>
                <a:cs typeface="Segoe UI"/>
              </a:rPr>
              <a:t>to work </a:t>
            </a:r>
            <a:r>
              <a:rPr lang="en-GB" sz="1200" spc="-25" noProof="0" dirty="0">
                <a:latin typeface="+mn-lt"/>
                <a:cs typeface="Segoe UI"/>
              </a:rPr>
              <a:t>with, </a:t>
            </a:r>
            <a:r>
              <a:rPr lang="en-GB" sz="1200" spc="-10" noProof="0" dirty="0">
                <a:latin typeface="+mn-lt"/>
                <a:cs typeface="Segoe UI"/>
              </a:rPr>
              <a:t>so </a:t>
            </a:r>
            <a:r>
              <a:rPr lang="en-GB" sz="1200" spc="-15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tend </a:t>
            </a:r>
            <a:r>
              <a:rPr lang="en-GB" sz="1200" spc="-15" noProof="0" dirty="0">
                <a:latin typeface="+mn-lt"/>
                <a:cs typeface="Segoe UI"/>
              </a:rPr>
              <a:t>to use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hostname command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used to </a:t>
            </a:r>
            <a:r>
              <a:rPr lang="en-GB" sz="1200" spc="-20" noProof="0" dirty="0">
                <a:latin typeface="+mn-lt"/>
                <a:cs typeface="Segoe UI"/>
              </a:rPr>
              <a:t>assign </a:t>
            </a: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name, temporarily.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5" noProof="0" dirty="0">
                <a:latin typeface="+mn-lt"/>
                <a:cs typeface="Segoe UI"/>
              </a:rPr>
              <a:t>chieve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permanent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assignment,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slide.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52729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252729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5" noProof="0" dirty="0">
                <a:latin typeface="+mn-lt"/>
                <a:cs typeface="Segoe UI"/>
              </a:rPr>
              <a:t>choose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GUI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perform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assignment,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always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writing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relevant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/etc/hosts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should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entry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each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interface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1971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systemd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front-end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aspects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computer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90591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5885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remember other computers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network by their names.</a:t>
            </a:r>
          </a:p>
          <a:p>
            <a:pPr marL="12700" marR="958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Computer programs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55" noProof="0" dirty="0">
                <a:latin typeface="+mn-lt"/>
                <a:cs typeface="Segoe UI"/>
              </a:rPr>
              <a:t> ultimately </a:t>
            </a: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 </a:t>
            </a:r>
            <a:r>
              <a:rPr lang="en-GB" sz="1200" spc="-20" noProof="0" dirty="0">
                <a:latin typeface="+mn-lt"/>
                <a:cs typeface="Segoe UI"/>
              </a:rPr>
              <a:t>addresses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communications, h</a:t>
            </a:r>
            <a:r>
              <a:rPr lang="en-GB" sz="1200" spc="-20" noProof="0" dirty="0">
                <a:latin typeface="+mn-lt"/>
                <a:cs typeface="Segoe UI"/>
              </a:rPr>
              <a:t>ence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lookup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tables,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capable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implement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/etc/hosts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cross-reference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optionally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aliases)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numbers. 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usally</a:t>
            </a:r>
            <a:r>
              <a:rPr lang="en-GB" sz="1200" spc="-20" noProof="0" dirty="0">
                <a:latin typeface="+mn-lt"/>
                <a:cs typeface="Segoe UI"/>
              </a:rPr>
              <a:t> necessary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include </a:t>
            </a: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spc="-20" noProof="0" dirty="0">
                <a:latin typeface="+mn-lt"/>
                <a:cs typeface="Segoe UI"/>
              </a:rPr>
              <a:t>least two entries in /etc/hosts.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“localhost”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another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each network </a:t>
            </a:r>
            <a:r>
              <a:rPr lang="en-GB" sz="1200" spc="-25" noProof="0" dirty="0">
                <a:latin typeface="+mn-lt"/>
                <a:cs typeface="Segoe UI"/>
              </a:rPr>
              <a:t>interface </a:t>
            </a:r>
            <a:r>
              <a:rPr lang="en-GB" sz="1200" spc="-20" noProof="0" dirty="0">
                <a:latin typeface="+mn-lt"/>
                <a:cs typeface="Segoe UI"/>
              </a:rPr>
              <a:t> configured.</a:t>
            </a:r>
          </a:p>
          <a:p>
            <a:pPr marL="12700" marR="26034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25" noProof="0" dirty="0">
                <a:latin typeface="+mn-lt"/>
                <a:cs typeface="Segoe UI"/>
              </a:rPr>
              <a:t> applications </a:t>
            </a:r>
            <a:r>
              <a:rPr lang="en-GB" sz="1200" spc="-20" noProof="0" dirty="0">
                <a:latin typeface="+mn-lt"/>
                <a:cs typeface="Segoe UI"/>
              </a:rPr>
              <a:t>still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1085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/etc/hosts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hostname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20" noProof="0" dirty="0">
                <a:latin typeface="+mn-lt"/>
                <a:cs typeface="Segoe UI"/>
              </a:rPr>
              <a:t> address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translation.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en-GB" sz="1200" spc="-25" noProof="0" dirty="0">
                <a:latin typeface="+mn-lt"/>
                <a:cs typeface="Segoe UI"/>
              </a:rPr>
              <a:t>It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DNS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(Domain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Service)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address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translation for those machines not in our host’s file.</a:t>
            </a:r>
          </a:p>
          <a:p>
            <a:pPr marL="12700" marR="7112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nsswitch.conf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 dictates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sequence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applied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0" noProof="0" dirty="0">
                <a:latin typeface="+mn-lt"/>
                <a:cs typeface="Segoe UI"/>
              </a:rPr>
              <a:t> performing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resolution.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98157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013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diagnostic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TCP/IP.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923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provides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generating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fantastic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amount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output,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lot</a:t>
            </a:r>
            <a:r>
              <a:rPr lang="en-GB" sz="1200" spc="2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incomprehensible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experienced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internals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protocols.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nost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useful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netstat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identify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LISTENING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ports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ESTABLISHED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connections: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pc="-2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noProof="0" dirty="0">
                <a:latin typeface="Segoe UI"/>
                <a:cs typeface="Segoe UI"/>
              </a:rPr>
              <a:t>$ 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</a:t>
            </a:r>
            <a:r>
              <a:rPr lang="en-GB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tlp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[...]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67976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09166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Getting </a:t>
            </a:r>
            <a:r>
              <a:rPr lang="en-GB" sz="1200" spc="-15" noProof="0" dirty="0">
                <a:latin typeface="+mn-lt"/>
                <a:cs typeface="Segoe UI"/>
              </a:rPr>
              <a:t>from 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20" noProof="0" dirty="0">
                <a:latin typeface="+mn-lt"/>
                <a:cs typeface="Segoe UI"/>
              </a:rPr>
              <a:t>network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another network requires sending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packet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box, which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multiple </a:t>
            </a:r>
            <a:r>
              <a:rPr lang="en-GB" sz="1200" spc="-20" noProof="0" dirty="0">
                <a:latin typeface="+mn-lt"/>
                <a:cs typeface="Segoe UI"/>
              </a:rPr>
              <a:t>networks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router.</a:t>
            </a:r>
          </a:p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Packets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going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forwarded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router.</a:t>
            </a:r>
          </a:p>
          <a:p>
            <a:pPr marL="12700" marR="25146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8509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Any host </a:t>
            </a:r>
            <a:r>
              <a:rPr lang="en-GB" sz="1200" spc="-20" noProof="0" dirty="0">
                <a:latin typeface="+mn-lt"/>
                <a:cs typeface="Segoe UI"/>
              </a:rPr>
              <a:t>which wants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connect outside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15" noProof="0" dirty="0">
                <a:latin typeface="+mn-lt"/>
                <a:cs typeface="Segoe UI"/>
              </a:rPr>
              <a:t>LAN needs to know the </a:t>
            </a:r>
            <a:r>
              <a:rPr lang="en-GB" sz="1200" spc="-25" noProof="0" dirty="0">
                <a:latin typeface="+mn-lt"/>
                <a:cs typeface="Segoe UI"/>
              </a:rPr>
              <a:t>local </a:t>
            </a:r>
            <a:r>
              <a:rPr lang="en-GB" sz="1200" spc="-20" noProof="0" dirty="0">
                <a:latin typeface="+mn-lt"/>
                <a:cs typeface="Segoe UI"/>
              </a:rPr>
              <a:t>address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router. </a:t>
            </a:r>
            <a:endParaRPr lang="en-GB" sz="1200" spc="-10" noProof="0" dirty="0">
              <a:latin typeface="+mn-lt"/>
              <a:cs typeface="Segoe UI"/>
            </a:endParaRPr>
          </a:p>
          <a:p>
            <a:pPr marL="12700" marR="8509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LAN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many</a:t>
            </a:r>
            <a:r>
              <a:rPr lang="en-GB" sz="1200" spc="-15" noProof="0" dirty="0">
                <a:latin typeface="+mn-lt"/>
                <a:cs typeface="Segoe UI"/>
              </a:rPr>
              <a:t> routers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simplest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configure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single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decide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3335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Default </a:t>
            </a:r>
            <a:r>
              <a:rPr lang="en-GB" sz="1200" spc="-15" noProof="0" dirty="0">
                <a:latin typeface="+mn-lt"/>
                <a:cs typeface="Segoe UI"/>
              </a:rPr>
              <a:t>routes add </a:t>
            </a:r>
            <a:r>
              <a:rPr lang="en-GB" sz="1200" spc="-20" noProof="0" dirty="0">
                <a:latin typeface="+mn-lt"/>
                <a:cs typeface="Segoe UI"/>
              </a:rPr>
              <a:t>another level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simplification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routing tables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route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routing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inspect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6618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Ping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administrators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first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25" noProof="0" dirty="0">
                <a:latin typeface="+mn-lt"/>
                <a:cs typeface="Segoe UI"/>
              </a:rPr>
              <a:t> interface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tracing </a:t>
            </a:r>
            <a:r>
              <a:rPr lang="en-GB" sz="1200" spc="-20" noProof="0" dirty="0">
                <a:latin typeface="+mn-lt"/>
                <a:cs typeface="Segoe UI"/>
              </a:rPr>
              <a:t>ne</a:t>
            </a:r>
            <a:r>
              <a:rPr lang="en-GB" sz="1200" spc="-30" noProof="0" dirty="0">
                <a:latin typeface="+mn-lt"/>
                <a:cs typeface="Segoe UI"/>
              </a:rPr>
              <a:t>tw</a:t>
            </a:r>
            <a:r>
              <a:rPr lang="en-GB" sz="1200" spc="-15" noProof="0" dirty="0">
                <a:latin typeface="+mn-lt"/>
                <a:cs typeface="Segoe UI"/>
              </a:rPr>
              <a:t>or</a:t>
            </a:r>
            <a:r>
              <a:rPr lang="en-GB" sz="1200" spc="-20" noProof="0" dirty="0">
                <a:latin typeface="+mn-lt"/>
                <a:cs typeface="Segoe UI"/>
              </a:rPr>
              <a:t>k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5" noProof="0" dirty="0">
                <a:latin typeface="+mn-lt"/>
                <a:cs typeface="Segoe UI"/>
              </a:rPr>
              <a:t>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prob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It only </a:t>
            </a:r>
            <a:r>
              <a:rPr lang="en-GB" sz="1200" spc="-20" noProof="0" dirty="0">
                <a:latin typeface="+mn-lt"/>
                <a:cs typeface="Segoe UI"/>
              </a:rPr>
              <a:t>tests </a:t>
            </a:r>
            <a:r>
              <a:rPr lang="en-GB" sz="1200" spc="-15" noProof="0" dirty="0">
                <a:latin typeface="+mn-lt"/>
                <a:cs typeface="Segoe UI"/>
              </a:rPr>
              <a:t>the IP </a:t>
            </a:r>
            <a:r>
              <a:rPr lang="en-GB" sz="1200" spc="-25" noProof="0" dirty="0">
                <a:latin typeface="+mn-lt"/>
                <a:cs typeface="Segoe UI"/>
              </a:rPr>
              <a:t>layer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find problems </a:t>
            </a:r>
            <a:r>
              <a:rPr lang="en-GB" sz="1200" spc="-15" noProof="0" dirty="0">
                <a:latin typeface="+mn-lt"/>
                <a:cs typeface="Segoe UI"/>
              </a:rPr>
              <a:t>if they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TCP/UDP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787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ECHO_REQUEST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datagram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destination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ECHO_RESPONSE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datagram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expected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5" noProof="0" dirty="0">
                <a:latin typeface="+mn-lt"/>
                <a:cs typeface="Segoe UI"/>
              </a:rPr>
              <a:t>ECHO_RESPONSE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received </a:t>
            </a:r>
            <a:r>
              <a:rPr lang="en-GB" sz="1200" spc="-25" noProof="0" dirty="0">
                <a:latin typeface="+mn-lt"/>
                <a:cs typeface="Segoe UI"/>
              </a:rPr>
              <a:t>within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specified </a:t>
            </a:r>
            <a:r>
              <a:rPr lang="en-GB" sz="1200" spc="-20" noProof="0" dirty="0">
                <a:latin typeface="+mn-lt"/>
                <a:cs typeface="Segoe UI"/>
              </a:rPr>
              <a:t>timeout, </a:t>
            </a:r>
            <a:r>
              <a:rPr lang="en-GB" sz="1200" spc="-15" noProof="0" dirty="0">
                <a:latin typeface="+mn-lt"/>
                <a:cs typeface="Segoe UI"/>
              </a:rPr>
              <a:t>ping returns the error </a:t>
            </a:r>
            <a:r>
              <a:rPr lang="en-GB" sz="1200" spc="-20" noProof="0" dirty="0">
                <a:latin typeface="+mn-lt"/>
                <a:cs typeface="Segoe UI"/>
              </a:rPr>
              <a:t>“Network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Unreachable”.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8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his </a:t>
            </a:r>
            <a:r>
              <a:rPr lang="en-GB" sz="1200" spc="-25" noProof="0" dirty="0">
                <a:latin typeface="+mn-lt"/>
                <a:cs typeface="Segoe UI"/>
              </a:rPr>
              <a:t>indicates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problem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routing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cannot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reach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destination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16103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4604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numerous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passes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network.</a:t>
            </a:r>
          </a:p>
          <a:p>
            <a:pPr marL="12700" marR="14604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these tools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5" noProof="0" dirty="0">
                <a:latin typeface="+mn-lt"/>
                <a:cs typeface="Segoe UI"/>
              </a:rPr>
              <a:t>relatively </a:t>
            </a:r>
            <a:r>
              <a:rPr lang="en-GB" sz="1200" spc="-20" noProof="0" dirty="0">
                <a:latin typeface="+mn-lt"/>
                <a:cs typeface="Segoe UI"/>
              </a:rPr>
              <a:t>standard,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5" noProof="0" dirty="0">
                <a:latin typeface="+mn-lt"/>
                <a:cs typeface="Segoe UI"/>
              </a:rPr>
              <a:t>available historically </a:t>
            </a: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-25" noProof="0" dirty="0">
                <a:latin typeface="+mn-lt"/>
                <a:cs typeface="Segoe UI"/>
              </a:rPr>
              <a:t>traditional </a:t>
            </a:r>
            <a:r>
              <a:rPr lang="en-GB" sz="1200" spc="-15" noProof="0" dirty="0">
                <a:latin typeface="+mn-lt"/>
                <a:cs typeface="Segoe UI"/>
              </a:rPr>
              <a:t>Unix </a:t>
            </a:r>
            <a:r>
              <a:rPr lang="en-GB" sz="1200" spc="-25" noProof="0" dirty="0">
                <a:latin typeface="+mn-lt"/>
                <a:cs typeface="Segoe UI"/>
              </a:rPr>
              <a:t>systems, </a:t>
            </a:r>
            <a:r>
              <a:rPr lang="en-GB" sz="1200" spc="-20" noProof="0" dirty="0">
                <a:latin typeface="+mn-lt"/>
                <a:cs typeface="Segoe UI"/>
              </a:rPr>
              <a:t>like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traceroute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tcpdump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65786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traceroute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works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launching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UDP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small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Max_TTL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value,</a:t>
            </a:r>
            <a:r>
              <a:rPr lang="en-GB" spc="-40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ICMP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M</a:t>
            </a:r>
            <a:r>
              <a:rPr lang="en-GB" sz="1200" spc="-35" noProof="0" dirty="0">
                <a:latin typeface="+mn-lt"/>
                <a:cs typeface="Segoe UI"/>
              </a:rPr>
              <a:t>E_E</a:t>
            </a:r>
            <a:r>
              <a:rPr lang="en-GB" sz="1200" spc="-20" noProof="0" dirty="0">
                <a:latin typeface="+mn-lt"/>
                <a:cs typeface="Segoe UI"/>
              </a:rPr>
              <a:t>XC</a:t>
            </a:r>
            <a:r>
              <a:rPr lang="en-GB" sz="1200" spc="-35" noProof="0" dirty="0">
                <a:latin typeface="+mn-lt"/>
                <a:cs typeface="Segoe UI"/>
              </a:rPr>
              <a:t>EEDE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20" noProof="0" dirty="0">
                <a:latin typeface="+mn-lt"/>
                <a:cs typeface="Segoe UI"/>
              </a:rPr>
              <a:t>spons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way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noProof="0" dirty="0">
                <a:latin typeface="+mn-lt"/>
                <a:cs typeface="Segoe UI"/>
              </a:rPr>
              <a:t>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way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54542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Since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purposes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widely,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developers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working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designing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 and more </a:t>
            </a:r>
            <a:r>
              <a:rPr lang="en-GB" sz="1200" spc="-20" noProof="0" dirty="0">
                <a:latin typeface="+mn-lt"/>
                <a:cs typeface="Segoe UI"/>
              </a:rPr>
              <a:t>‘eavesdropping’ </a:t>
            </a:r>
            <a:r>
              <a:rPr lang="en-GB" sz="1200" spc="-25" noProof="0" dirty="0">
                <a:latin typeface="+mn-lt"/>
                <a:cs typeface="Segoe UI"/>
              </a:rPr>
              <a:t>utilities. </a:t>
            </a:r>
            <a:r>
              <a:rPr lang="en-GB" sz="1200" spc="-20" noProof="0" dirty="0">
                <a:latin typeface="+mn-lt"/>
                <a:cs typeface="Segoe UI"/>
              </a:rPr>
              <a:t>Internet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full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those, </a:t>
            </a:r>
            <a:r>
              <a:rPr lang="en-GB" sz="1200" spc="-15" noProof="0" dirty="0">
                <a:latin typeface="+mn-lt"/>
                <a:cs typeface="Segoe UI"/>
              </a:rPr>
              <a:t>and if you are </a:t>
            </a:r>
            <a:r>
              <a:rPr lang="en-GB" sz="1200" spc="-20" noProof="0" dirty="0">
                <a:latin typeface="+mn-lt"/>
                <a:cs typeface="Segoe UI"/>
              </a:rPr>
              <a:t>prepared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search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lang="en-GB" sz="1200" spc="-25" noProof="0" dirty="0">
                <a:latin typeface="Segoe UI"/>
                <a:cs typeface="Segoe UI"/>
              </a:rPr>
              <a:t>He</a:t>
            </a:r>
            <a:r>
              <a:rPr lang="en-GB" sz="1200" spc="-15" noProof="0" dirty="0">
                <a:latin typeface="Segoe UI"/>
                <a:cs typeface="Segoe UI"/>
              </a:rPr>
              <a:t>r</a:t>
            </a:r>
            <a:r>
              <a:rPr lang="en-GB" sz="1200" noProof="0" dirty="0">
                <a:latin typeface="Segoe UI"/>
                <a:cs typeface="Segoe UI"/>
              </a:rPr>
              <a:t>e</a:t>
            </a:r>
            <a:r>
              <a:rPr lang="en-GB" sz="1200" spc="-8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i</a:t>
            </a:r>
            <a:r>
              <a:rPr lang="en-GB" sz="1200" noProof="0" dirty="0">
                <a:latin typeface="Segoe UI"/>
                <a:cs typeface="Segoe UI"/>
              </a:rPr>
              <a:t>s</a:t>
            </a:r>
            <a:r>
              <a:rPr lang="en-GB" sz="1200" spc="-30" noProof="0" dirty="0">
                <a:latin typeface="Segoe UI"/>
                <a:cs typeface="Segoe UI"/>
              </a:rPr>
              <a:t> </a:t>
            </a:r>
            <a:r>
              <a:rPr lang="en-GB" sz="1200" noProof="0" dirty="0">
                <a:latin typeface="Segoe UI"/>
                <a:cs typeface="Segoe UI"/>
              </a:rPr>
              <a:t>a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li</a:t>
            </a:r>
            <a:r>
              <a:rPr lang="en-GB" sz="1200" spc="-20" noProof="0" dirty="0">
                <a:latin typeface="Segoe UI"/>
                <a:cs typeface="Segoe UI"/>
              </a:rPr>
              <a:t>s</a:t>
            </a:r>
            <a:r>
              <a:rPr lang="en-GB" sz="1200" noProof="0" dirty="0">
                <a:latin typeface="Segoe UI"/>
                <a:cs typeface="Segoe UI"/>
              </a:rPr>
              <a:t>t</a:t>
            </a:r>
            <a:r>
              <a:rPr lang="en-GB" sz="1200" spc="-40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o</a:t>
            </a:r>
            <a:r>
              <a:rPr lang="en-GB" sz="1200" noProof="0" dirty="0">
                <a:latin typeface="Segoe UI"/>
                <a:cs typeface="Segoe UI"/>
              </a:rPr>
              <a:t>f</a:t>
            </a:r>
            <a:r>
              <a:rPr lang="en-GB" sz="1200" spc="-65" noProof="0" dirty="0">
                <a:latin typeface="Segoe UI"/>
                <a:cs typeface="Segoe UI"/>
              </a:rPr>
              <a:t> </a:t>
            </a:r>
            <a:r>
              <a:rPr lang="en-GB" sz="1200" noProof="0" dirty="0">
                <a:latin typeface="Segoe UI"/>
                <a:cs typeface="Segoe UI"/>
              </a:rPr>
              <a:t>a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f</a:t>
            </a:r>
            <a:r>
              <a:rPr lang="en-GB" sz="1200" spc="-25" noProof="0" dirty="0">
                <a:latin typeface="Segoe UI"/>
                <a:cs typeface="Segoe UI"/>
              </a:rPr>
              <a:t>e</a:t>
            </a:r>
            <a:r>
              <a:rPr lang="en-GB" sz="1200" spc="5" noProof="0" dirty="0">
                <a:latin typeface="Segoe UI"/>
                <a:cs typeface="Segoe UI"/>
              </a:rPr>
              <a:t>w</a:t>
            </a:r>
            <a:r>
              <a:rPr lang="en-GB" sz="1200" spc="-20" noProof="0" dirty="0">
                <a:latin typeface="Segoe UI"/>
                <a:cs typeface="Segoe UI"/>
              </a:rPr>
              <a:t> o</a:t>
            </a:r>
            <a:r>
              <a:rPr lang="en-GB" sz="1200" noProof="0" dirty="0">
                <a:latin typeface="Segoe UI"/>
                <a:cs typeface="Segoe UI"/>
              </a:rPr>
              <a:t>f</a:t>
            </a:r>
            <a:r>
              <a:rPr lang="en-GB" sz="1200" spc="-65" noProof="0" dirty="0">
                <a:latin typeface="Segoe UI"/>
                <a:cs typeface="Segoe UI"/>
              </a:rPr>
              <a:t> </a:t>
            </a:r>
            <a:r>
              <a:rPr lang="en-GB" sz="1200" spc="-30" noProof="0" dirty="0">
                <a:latin typeface="Segoe UI"/>
                <a:cs typeface="Segoe UI"/>
              </a:rPr>
              <a:t>t</a:t>
            </a:r>
            <a:r>
              <a:rPr lang="en-GB" sz="1200" spc="-20" noProof="0" dirty="0">
                <a:latin typeface="Segoe UI"/>
                <a:cs typeface="Segoe UI"/>
              </a:rPr>
              <a:t>h</a:t>
            </a:r>
            <a:r>
              <a:rPr lang="en-GB" sz="1200" spc="-25" noProof="0" dirty="0">
                <a:latin typeface="Segoe UI"/>
                <a:cs typeface="Segoe UI"/>
              </a:rPr>
              <a:t>em</a:t>
            </a:r>
            <a:r>
              <a:rPr lang="en-GB" sz="1200" noProof="0" dirty="0">
                <a:latin typeface="Segoe UI"/>
                <a:cs typeface="Segoe UI"/>
              </a:rPr>
              <a:t>:</a:t>
            </a: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sniffit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spc="-25" noProof="0" dirty="0">
                <a:latin typeface="+mn-lt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www.reptile.rug.ac.be/~coder/sniffit</a:t>
            </a:r>
            <a:endParaRPr lang="en-GB" sz="1200" noProof="0" dirty="0">
              <a:latin typeface="+mn-lt"/>
              <a:cs typeface="Segoe UI"/>
            </a:endParaRPr>
          </a:p>
          <a:p>
            <a:pPr marL="287020" marR="1821814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0" noProof="0" dirty="0" err="1">
                <a:latin typeface="+mn-lt"/>
                <a:cs typeface="Segoe UI"/>
              </a:rPr>
              <a:t>Icmpinfo</a:t>
            </a:r>
            <a:r>
              <a:rPr lang="en-GB" sz="1200" spc="-20" noProof="0" dirty="0">
                <a:latin typeface="+mn-lt"/>
                <a:cs typeface="Segoe UI"/>
              </a:rPr>
              <a:t>	</a:t>
            </a:r>
            <a:r>
              <a:rPr lang="en-GB" sz="1200" spc="-25" noProof="0" dirty="0">
                <a:latin typeface="+mn-lt"/>
                <a:cs typeface="Segoe UI"/>
              </a:rPr>
              <a:t>ftp.cc.gatech.edu/pub/</a:t>
            </a:r>
            <a:r>
              <a:rPr lang="en-GB" sz="1200" spc="-25" noProof="0" dirty="0" err="1">
                <a:latin typeface="+mn-lt"/>
                <a:cs typeface="Segoe UI"/>
              </a:rPr>
              <a:t>linux</a:t>
            </a:r>
            <a:r>
              <a:rPr lang="en-GB" sz="1200" spc="-25" noProof="0" dirty="0">
                <a:latin typeface="+mn-lt"/>
                <a:cs typeface="Segoe UI"/>
              </a:rPr>
              <a:t>/system/network/admin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hunt:	</a:t>
            </a:r>
            <a:r>
              <a:rPr lang="en-GB" sz="1200" spc="-25" noProof="0" dirty="0">
                <a:latin typeface="+mn-lt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www.cri.cz/kra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linux.sniffer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spc="-25" noProof="0" dirty="0">
                <a:latin typeface="+mn-lt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www.ryanspc.com/sniffers</a:t>
            </a:r>
            <a:endParaRPr lang="en-GB" sz="1200" noProof="0" dirty="0">
              <a:latin typeface="+mn-lt"/>
              <a:cs typeface="Segoe UI"/>
            </a:endParaRPr>
          </a:p>
          <a:p>
            <a:pPr marL="287020">
              <a:lnSpc>
                <a:spcPct val="100000"/>
              </a:lnSpc>
              <a:tabLst>
                <a:tab pos="1082675" algn="l"/>
              </a:tabLst>
            </a:pPr>
            <a:r>
              <a:rPr lang="en-GB" sz="1200" spc="-25" noProof="0" dirty="0" err="1">
                <a:latin typeface="+mn-lt"/>
                <a:cs typeface="Segoe UI"/>
              </a:rPr>
              <a:t>linsniffer</a:t>
            </a:r>
            <a:r>
              <a:rPr lang="en-GB" sz="1200" spc="-25" noProof="0" dirty="0">
                <a:latin typeface="+mn-lt"/>
                <a:cs typeface="Segoe UI"/>
              </a:rPr>
              <a:t>:	</a:t>
            </a:r>
            <a:r>
              <a:rPr lang="en-GB" sz="1200" u="sng" spc="-25" noProof="0" dirty="0">
                <a:uFill>
                  <a:solidFill>
                    <a:srgbClr val="AAAAAA"/>
                  </a:solidFill>
                </a:uFill>
                <a:latin typeface="+mn-lt"/>
                <a:cs typeface="Segoe U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www.agape.trilidun.org/hack/network-sniffers</a:t>
            </a:r>
            <a:endParaRPr lang="en-GB" sz="1200" noProof="0" dirty="0">
              <a:latin typeface="+mn-lt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GB" sz="1100" noProof="0" dirty="0">
              <a:latin typeface="Segoe UI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57680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tool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learn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diagnose,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authorized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personnel.</a:t>
            </a:r>
            <a:endParaRPr lang="en-GB" sz="1200" spc="-6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45" noProof="0" dirty="0">
                <a:latin typeface="+mn-lt"/>
                <a:cs typeface="Segoe UI"/>
              </a:rPr>
              <a:t>-</a:t>
            </a:r>
            <a:r>
              <a:rPr lang="en-GB" sz="1200" spc="-15" noProof="0" dirty="0">
                <a:latin typeface="+mn-lt"/>
                <a:cs typeface="Segoe UI"/>
              </a:rPr>
              <a:t>source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mapper,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active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scanning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packets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visible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nmap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identify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characteristics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TCP/IP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communication.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determine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host.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0533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752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7716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exists.</a:t>
            </a:r>
          </a:p>
          <a:p>
            <a:pPr marL="12700" marR="17716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Traditionally,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25" noProof="0" dirty="0">
                <a:latin typeface="+mn-lt"/>
                <a:cs typeface="Segoe UI"/>
              </a:rPr>
              <a:t>clear </a:t>
            </a:r>
            <a:r>
              <a:rPr lang="en-GB" sz="1200" spc="-20" noProof="0" dirty="0">
                <a:latin typeface="+mn-lt"/>
                <a:cs typeface="Segoe UI"/>
              </a:rPr>
              <a:t>text </a:t>
            </a:r>
            <a:r>
              <a:rPr lang="en-GB" sz="1200" spc="-25" noProof="0" dirty="0">
                <a:latin typeface="+mn-lt"/>
                <a:cs typeface="Segoe UI"/>
              </a:rPr>
              <a:t>authentication, </a:t>
            </a:r>
            <a:r>
              <a:rPr lang="en-GB" sz="1200" spc="-20" noProof="0" dirty="0">
                <a:latin typeface="+mn-lt"/>
                <a:cs typeface="Segoe UI"/>
              </a:rPr>
              <a:t>which means that </a:t>
            </a:r>
            <a:r>
              <a:rPr lang="en-GB" sz="1200" spc="-15" noProof="0" dirty="0">
                <a:latin typeface="+mn-lt"/>
                <a:cs typeface="Segoe UI"/>
              </a:rPr>
              <a:t>both user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password </a:t>
            </a:r>
            <a:r>
              <a:rPr lang="en-GB" sz="1200" spc="-15" noProof="0" dirty="0">
                <a:latin typeface="+mn-lt"/>
                <a:cs typeface="Segoe UI"/>
              </a:rPr>
              <a:t>were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passed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network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20" noProof="0" dirty="0">
                <a:latin typeface="+mn-lt"/>
                <a:cs typeface="Segoe UI"/>
              </a:rPr>
              <a:t> encryption.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Now we use tools that use encryption to protect data.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18098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beauty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immediately,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software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installed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started.</a:t>
            </a:r>
            <a:endParaRPr lang="en-GB" sz="1200" spc="-35" noProof="0" dirty="0">
              <a:latin typeface="+mn-lt"/>
              <a:cs typeface="Segoe UI"/>
            </a:endParaRPr>
          </a:p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Although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required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RSA/DSA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authentication </a:t>
            </a:r>
            <a:r>
              <a:rPr lang="en-GB" sz="1200" spc="-20" noProof="0" dirty="0">
                <a:latin typeface="+mn-lt"/>
                <a:cs typeface="Segoe UI"/>
              </a:rPr>
              <a:t>procedure,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login.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pure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form,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SSH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username/password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information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unlike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telnet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rlogin, these tokens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encrypted </a:t>
            </a:r>
            <a:r>
              <a:rPr lang="en-GB" sz="1200" spc="-15" noProof="0" dirty="0">
                <a:latin typeface="+mn-lt"/>
                <a:cs typeface="Segoe UI"/>
              </a:rPr>
              <a:t>before being </a:t>
            </a:r>
            <a:r>
              <a:rPr lang="en-GB" sz="1200" spc="-25" noProof="0" dirty="0">
                <a:latin typeface="+mn-lt"/>
                <a:cs typeface="Segoe UI"/>
              </a:rPr>
              <a:t>transmitted </a:t>
            </a:r>
            <a:r>
              <a:rPr lang="en-GB" sz="1200" spc="-15" noProof="0" dirty="0">
                <a:latin typeface="+mn-lt"/>
                <a:cs typeface="Segoe UI"/>
              </a:rPr>
              <a:t>over the </a:t>
            </a:r>
            <a:r>
              <a:rPr lang="en-GB" sz="1200" spc="-20" noProof="0" dirty="0">
                <a:latin typeface="+mn-lt"/>
                <a:cs typeface="Segoe UI"/>
              </a:rPr>
              <a:t>network.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Similarly, </a:t>
            </a:r>
            <a:r>
              <a:rPr lang="en-GB" sz="1200" spc="-20" noProof="0" dirty="0">
                <a:latin typeface="+mn-lt"/>
                <a:cs typeface="Segoe UI"/>
              </a:rPr>
              <a:t>all </a:t>
            </a:r>
            <a:r>
              <a:rPr lang="en-GB" sz="1200" spc="-15" noProof="0" dirty="0">
                <a:latin typeface="+mn-lt"/>
                <a:cs typeface="Segoe UI"/>
              </a:rPr>
              <a:t> subsequent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transmissions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encrypted,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 </a:t>
            </a:r>
            <a:r>
              <a:rPr lang="en-GB" sz="1200" spc="-15" noProof="0" dirty="0">
                <a:latin typeface="+mn-lt"/>
                <a:cs typeface="Segoe UI"/>
              </a:rPr>
              <a:t>goes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net.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00010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96545" algn="just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76613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252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25118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slide illustrates how to create the private/public pair of keys, for </a:t>
            </a:r>
            <a:r>
              <a:rPr lang="en-GB" noProof="0" dirty="0" err="1"/>
              <a:t>ssh</a:t>
            </a:r>
            <a:r>
              <a:rPr lang="en-GB" noProof="0" dirty="0"/>
              <a:t> connections.</a:t>
            </a:r>
          </a:p>
          <a:p>
            <a:r>
              <a:rPr lang="en-GB" noProof="0" dirty="0"/>
              <a:t> Passphrase is used to encrypt the private key with it. Passphrase itself ought to be 'strong'.</a:t>
            </a:r>
          </a:p>
          <a:p>
            <a:r>
              <a:rPr lang="en-GB" noProof="0" dirty="0"/>
              <a:t>The private key is stored in the ~/.</a:t>
            </a:r>
            <a:r>
              <a:rPr lang="en-GB" noProof="0" dirty="0" err="1"/>
              <a:t>ssh</a:t>
            </a:r>
            <a:r>
              <a:rPr lang="en-GB" noProof="0" dirty="0"/>
              <a:t>/</a:t>
            </a:r>
            <a:r>
              <a:rPr lang="en-GB" noProof="0" dirty="0" err="1"/>
              <a:t>id_rsa</a:t>
            </a:r>
            <a:r>
              <a:rPr lang="en-GB" noProof="0" dirty="0"/>
              <a:t> file, whereas the public key (placed in ~/.</a:t>
            </a:r>
            <a:r>
              <a:rPr lang="en-GB" noProof="0" dirty="0" err="1"/>
              <a:t>ssh</a:t>
            </a:r>
            <a:r>
              <a:rPr lang="en-GB" noProof="0" dirty="0"/>
              <a:t>/id_rsa.pub file)  should be installed on every remote machine which will be expected to authorise you successfully.</a:t>
            </a:r>
          </a:p>
          <a:p>
            <a:endParaRPr lang="en-GB" noProof="0" dirty="0"/>
          </a:p>
          <a:p>
            <a:r>
              <a:rPr lang="en-GB" noProof="0" dirty="0"/>
              <a:t>It is advisable to maintain a local copy of your public key file: it allows you to use </a:t>
            </a:r>
            <a:r>
              <a:rPr lang="en-GB" noProof="0" dirty="0" err="1"/>
              <a:t>slogin</a:t>
            </a:r>
            <a:r>
              <a:rPr lang="en-GB" noProof="0" dirty="0"/>
              <a:t> on localhost, and –also – it initialises the file you would need to allow users from other machines to run </a:t>
            </a:r>
            <a:r>
              <a:rPr lang="en-GB" noProof="0" dirty="0" err="1"/>
              <a:t>ssh</a:t>
            </a:r>
            <a:r>
              <a:rPr lang="en-GB" noProof="0" dirty="0"/>
              <a:t> tools on your box.</a:t>
            </a:r>
          </a:p>
          <a:p>
            <a:endParaRPr lang="en-GB" noProof="0" dirty="0"/>
          </a:p>
          <a:p>
            <a:r>
              <a:rPr lang="en-GB" noProof="0" dirty="0"/>
              <a:t>Notice that the public key itself is not encrypted and may be transmitted freely over the network without  compromising security, as on its own it is useless.</a:t>
            </a:r>
          </a:p>
          <a:p>
            <a:r>
              <a:rPr lang="en-GB" noProof="0" dirty="0"/>
              <a:t>Every time you try to connect, this public key will be used  in conjunction with your private key to validate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1F4C456C-3D01-F625-70A0-3A5A2B7E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54455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One method is to run </a:t>
            </a:r>
            <a:r>
              <a:rPr lang="en-GB" noProof="0" dirty="0" err="1"/>
              <a:t>ssh</a:t>
            </a:r>
            <a:r>
              <a:rPr lang="en-GB" noProof="0" dirty="0"/>
              <a:t> at the command line, and use –o for options (multiple options are separated with commas – no spaces)</a:t>
            </a:r>
          </a:p>
          <a:p>
            <a:endParaRPr lang="en-GB" noProof="0" dirty="0"/>
          </a:p>
          <a:p>
            <a:r>
              <a:rPr lang="en-GB" noProof="0" dirty="0"/>
              <a:t>Another method, for more permanent settings, is to use one of the configuration files.</a:t>
            </a:r>
          </a:p>
          <a:p>
            <a:r>
              <a:rPr lang="en-GB" noProof="0" dirty="0"/>
              <a:t>On client, there are two to choose from: the global one, /etc/</a:t>
            </a:r>
            <a:r>
              <a:rPr lang="en-GB" noProof="0" dirty="0" err="1"/>
              <a:t>ssh</a:t>
            </a:r>
            <a:r>
              <a:rPr lang="en-GB" noProof="0" dirty="0"/>
              <a:t>/</a:t>
            </a:r>
            <a:r>
              <a:rPr lang="en-GB" noProof="0" dirty="0" err="1"/>
              <a:t>ssh_conf</a:t>
            </a:r>
            <a:r>
              <a:rPr lang="en-GB" noProof="0" dirty="0"/>
              <a:t> and a user-configurable one, in $HOME/.</a:t>
            </a:r>
            <a:r>
              <a:rPr lang="en-GB" noProof="0" dirty="0" err="1"/>
              <a:t>ssh</a:t>
            </a:r>
            <a:r>
              <a:rPr lang="en-GB" noProof="0" dirty="0"/>
              <a:t>/.config.</a:t>
            </a:r>
          </a:p>
          <a:p>
            <a:r>
              <a:rPr lang="en-GB" noProof="0" dirty="0"/>
              <a:t>On server there is only one configuration file, the global one</a:t>
            </a:r>
          </a:p>
          <a:p>
            <a:endParaRPr lang="en-GB" noProof="0" dirty="0"/>
          </a:p>
          <a:p>
            <a:r>
              <a:rPr lang="en-GB" noProof="0" dirty="0"/>
              <a:t>The "Compression" parameter above controls whether to use </a:t>
            </a:r>
            <a:r>
              <a:rPr lang="en-GB" noProof="0" dirty="0" err="1"/>
              <a:t>gzip</a:t>
            </a:r>
            <a:r>
              <a:rPr lang="en-GB" noProof="0" dirty="0"/>
              <a:t> to compress the encrypted data.  </a:t>
            </a:r>
          </a:p>
          <a:p>
            <a:r>
              <a:rPr lang="en-GB" noProof="0" dirty="0"/>
              <a:t>The "</a:t>
            </a:r>
            <a:r>
              <a:rPr lang="en-GB" noProof="0" dirty="0" err="1"/>
              <a:t>ConnectionAttempts</a:t>
            </a:r>
            <a:r>
              <a:rPr lang="en-GB" noProof="0" dirty="0"/>
              <a:t>" parameter controls how many times </a:t>
            </a:r>
            <a:r>
              <a:rPr lang="en-GB" noProof="0" dirty="0" err="1"/>
              <a:t>ssh</a:t>
            </a:r>
            <a:r>
              <a:rPr lang="en-GB" noProof="0" dirty="0"/>
              <a:t> will try to connect (one per second).</a:t>
            </a:r>
          </a:p>
          <a:p>
            <a:r>
              <a:rPr lang="en-GB" noProof="0" dirty="0"/>
              <a:t> Most useful inside scripts - prevents the script from 'hanging' if the server happens to be down.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C269F687-5010-C630-8D40-7F03C51C0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82638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075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A network interface must be present. Depending on its age it could be an Ethernet card, a Token ring card, a modem card for a </a:t>
            </a:r>
            <a:r>
              <a:rPr lang="en-US" noProof="0" dirty="0" err="1">
                <a:latin typeface="+mn-lt"/>
              </a:rPr>
              <a:t>ppp</a:t>
            </a:r>
            <a:r>
              <a:rPr lang="en-US" noProof="0" dirty="0">
                <a:latin typeface="+mn-lt"/>
              </a:rPr>
              <a:t> dial up connection, a wireless or other form of network adapter.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r>
              <a:rPr lang="en-US" noProof="0" dirty="0">
                <a:latin typeface="+mn-lt"/>
              </a:rPr>
              <a:t> &amp;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US" noProof="0" dirty="0">
                <a:latin typeface="+mn-lt"/>
              </a:rPr>
              <a:t> commands can check or set the hostname. To just check the name, one can also use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uname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-n </a:t>
            </a:r>
            <a:r>
              <a:rPr lang="en-US" noProof="0" dirty="0">
                <a:latin typeface="+mn-lt"/>
              </a:rPr>
              <a:t>command.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noProof="0" dirty="0">
                <a:latin typeface="+mn-lt"/>
              </a:rPr>
              <a:t> tool shows whether a basic connectivity with a given host is available.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noProof="0" dirty="0">
                <a:latin typeface="+mn-lt"/>
              </a:rPr>
              <a:t> tool is more powerful, and displays the route that the packets take to travel to the destination. 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slogin</a:t>
            </a:r>
            <a:r>
              <a:rPr lang="en-US" noProof="0" dirty="0">
                <a:latin typeface="+mn-lt"/>
              </a:rPr>
              <a:t> command is one of the SSH protocol family of tools, and is a lot more secure than telnet, as all </a:t>
            </a:r>
            <a:r>
              <a:rPr lang="en-US" noProof="0" dirty="0" err="1">
                <a:latin typeface="+mn-lt"/>
              </a:rPr>
              <a:t>ssh</a:t>
            </a:r>
            <a:r>
              <a:rPr lang="en-US" noProof="0" dirty="0">
                <a:latin typeface="+mn-lt"/>
              </a:rPr>
              <a:t> tools are subject to encryption, including the login stage.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noProof="0" dirty="0">
                <a:latin typeface="+mn-lt"/>
              </a:rPr>
              <a:t>, on the other hand, allows transmission of the login name and password in clear text form.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Use either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noProof="0" dirty="0">
                <a:latin typeface="+mn-lt"/>
              </a:rPr>
              <a:t>,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r l </a:t>
            </a:r>
            <a:r>
              <a:rPr lang="en-US" noProof="0" dirty="0">
                <a:latin typeface="+mn-lt"/>
              </a:rPr>
              <a:t>or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-nr </a:t>
            </a:r>
            <a:r>
              <a:rPr lang="en-US" noProof="0" dirty="0">
                <a:latin typeface="+mn-lt"/>
              </a:rPr>
              <a:t>commands.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293376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143679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246253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23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134894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154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833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955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78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nmap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Module 16: Working in a Networked Environment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30D424A-5DD0-23B9-CA5D-327A2BABF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D62137-A725-E72E-A303-76AD5EF6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00894"/>
              </p:ext>
            </p:extLst>
          </p:nvPr>
        </p:nvGraphicFramePr>
        <p:xfrm>
          <a:off x="473406" y="3766289"/>
          <a:ext cx="5363976" cy="129523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63976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16: Working in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+mn-lt"/>
                        </a:rPr>
                        <a:t>a Networked Environment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17: Introduction to the X Window System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317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18: Writing Shell Scripts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12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Basic Linux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Simple troubleshooting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67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Basic Linux network configuration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8B05618-3559-7C66-75E0-C39707995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F3231C-AB91-4761-C54F-4B4731E49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</p:spPr>
        <p:txBody>
          <a:bodyPr/>
          <a:lstStyle/>
          <a:p>
            <a:r>
              <a:rPr lang="en-GB" dirty="0"/>
              <a:t>Network interface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participate in a network a network interface card (NIC) is needed.</a:t>
            </a:r>
          </a:p>
          <a:p>
            <a:pPr marL="971550" lvl="1" indent="-285750"/>
            <a:r>
              <a:rPr lang="en-US" dirty="0"/>
              <a:t>Wired</a:t>
            </a:r>
          </a:p>
          <a:p>
            <a:pPr marL="971550" lvl="1" indent="-285750"/>
            <a:r>
              <a:rPr lang="en-US" dirty="0"/>
              <a:t>Wireless (Wi-Fi)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standards apply to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Normally there would be IP settings associated with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</p:spPr>
        <p:txBody>
          <a:bodyPr/>
          <a:lstStyle/>
          <a:p>
            <a:fld id="{EF892D59-8F09-EF4B-AD6D-DA609442F86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3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8B8704-707F-7574-CCCD-735B1575C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Checking IP settings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dirty="0">
                <a:solidFill>
                  <a:schemeClr val="tx1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configure,</a:t>
            </a:r>
            <a:r>
              <a:rPr lang="en-US" sz="1800" spc="28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chemeClr val="tx1"/>
                </a:solidFill>
                <a:latin typeface="+mn-lt"/>
                <a:cs typeface="Segoe UI"/>
              </a:rPr>
              <a:t>an</a:t>
            </a:r>
            <a:r>
              <a:rPr lang="en-US" sz="1800" spc="16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interface</a:t>
            </a:r>
            <a:r>
              <a:rPr lang="en-US" sz="1800" spc="5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must</a:t>
            </a:r>
            <a:r>
              <a:rPr lang="en-US" sz="1800" spc="3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chemeClr val="tx1"/>
                </a:solidFill>
                <a:latin typeface="+mn-lt"/>
                <a:cs typeface="Segoe UI"/>
              </a:rPr>
              <a:t>define: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</a:t>
            </a:r>
            <a:r>
              <a:rPr lang="en-US" sz="1800" spc="-4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IP </a:t>
            </a:r>
            <a:r>
              <a:rPr lang="en-US" sz="1800" spc="-12" dirty="0">
                <a:latin typeface="+mn-lt"/>
                <a:cs typeface="Segoe UI"/>
              </a:rPr>
              <a:t>address.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 subnet</a:t>
            </a:r>
            <a:r>
              <a:rPr lang="en-US" sz="1800" spc="16" dirty="0">
                <a:latin typeface="+mn-lt"/>
                <a:cs typeface="Segoe UI"/>
              </a:rPr>
              <a:t> </a:t>
            </a:r>
            <a:r>
              <a:rPr lang="en-US" sz="1800" spc="-12" dirty="0">
                <a:latin typeface="+mn-lt"/>
                <a:cs typeface="Segoe UI"/>
              </a:rPr>
              <a:t>mask.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latin typeface="+mn-lt"/>
                <a:cs typeface="Segoe UI"/>
              </a:rPr>
              <a:t>The</a:t>
            </a:r>
            <a:r>
              <a:rPr lang="en-US" sz="1800" spc="4" dirty="0">
                <a:latin typeface="+mn-lt"/>
                <a:cs typeface="Segoe UI"/>
              </a:rPr>
              <a:t> </a:t>
            </a:r>
            <a:r>
              <a:rPr lang="en-US" sz="1800" spc="-12" dirty="0">
                <a:latin typeface="+mn-lt"/>
                <a:cs typeface="Segoe UI"/>
              </a:rPr>
              <a:t>broadcast</a:t>
            </a:r>
            <a:r>
              <a:rPr lang="en-US" sz="1800" spc="12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address</a:t>
            </a:r>
            <a:r>
              <a:rPr lang="en-US" sz="1800" spc="24" dirty="0">
                <a:latin typeface="+mn-lt"/>
                <a:cs typeface="Segoe UI"/>
              </a:rPr>
              <a:t> </a:t>
            </a:r>
            <a:r>
              <a:rPr lang="en-US" sz="1800" spc="-4" dirty="0">
                <a:latin typeface="+mn-lt"/>
                <a:cs typeface="Segoe UI"/>
              </a:rPr>
              <a:t>for</a:t>
            </a:r>
            <a:r>
              <a:rPr lang="en-US" sz="1800" dirty="0">
                <a:latin typeface="+mn-lt"/>
                <a:cs typeface="Segoe UI"/>
              </a:rPr>
              <a:t> </a:t>
            </a:r>
            <a:r>
              <a:rPr lang="en-US" sz="1800" spc="-4" dirty="0">
                <a:latin typeface="+mn-lt"/>
                <a:cs typeface="Segoe UI"/>
              </a:rPr>
              <a:t>this</a:t>
            </a:r>
            <a:r>
              <a:rPr lang="en-US" sz="1800" spc="12" dirty="0">
                <a:latin typeface="+mn-lt"/>
                <a:cs typeface="Segoe UI"/>
              </a:rPr>
              <a:t> </a:t>
            </a:r>
            <a:r>
              <a:rPr lang="en-US" sz="1800" spc="-8" dirty="0">
                <a:latin typeface="+mn-lt"/>
                <a:cs typeface="Segoe UI"/>
              </a:rPr>
              <a:t>network.</a:t>
            </a:r>
          </a:p>
          <a:p>
            <a:pPr marL="243007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8" dirty="0">
                <a:solidFill>
                  <a:schemeClr val="tx1"/>
                </a:solidFill>
                <a:latin typeface="+mn-lt"/>
                <a:cs typeface="Segoe UI"/>
              </a:rPr>
              <a:t>Commands</a:t>
            </a:r>
            <a:r>
              <a:rPr lang="en-GB" sz="1800" spc="61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6" dirty="0">
                <a:solidFill>
                  <a:schemeClr val="tx1"/>
                </a:solidFill>
                <a:latin typeface="+mn-lt"/>
                <a:cs typeface="Segoe UI"/>
              </a:rPr>
              <a:t>to</a:t>
            </a:r>
            <a:r>
              <a:rPr lang="en-GB" sz="1800" spc="33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2" dirty="0">
                <a:solidFill>
                  <a:schemeClr val="tx1"/>
                </a:solidFill>
                <a:latin typeface="+mn-lt"/>
                <a:cs typeface="Segoe UI"/>
              </a:rPr>
              <a:t>interrogate</a:t>
            </a:r>
            <a:r>
              <a:rPr lang="en-GB" sz="1800" spc="57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8" dirty="0">
                <a:solidFill>
                  <a:schemeClr val="tx1"/>
                </a:solidFill>
                <a:latin typeface="+mn-lt"/>
                <a:cs typeface="Segoe UI"/>
              </a:rPr>
              <a:t>interface</a:t>
            </a:r>
            <a:r>
              <a:rPr lang="en-GB" sz="1800" spc="57" dirty="0">
                <a:solidFill>
                  <a:schemeClr val="tx1"/>
                </a:solidFill>
                <a:latin typeface="+mn-lt"/>
                <a:cs typeface="Segoe UI"/>
              </a:rPr>
              <a:t> </a:t>
            </a:r>
            <a:r>
              <a:rPr lang="en-GB" sz="1800" spc="-12" dirty="0">
                <a:solidFill>
                  <a:schemeClr val="tx1"/>
                </a:solidFill>
                <a:latin typeface="+mn-lt"/>
                <a:cs typeface="Segoe UI"/>
              </a:rPr>
              <a:t>card:</a:t>
            </a: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net-tools command</a:t>
            </a:r>
          </a:p>
          <a:p>
            <a:pPr marL="1157407" lvl="2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Note the </a:t>
            </a:r>
            <a:r>
              <a:rPr lang="en-GB" sz="1800" b="1" spc="-12" dirty="0">
                <a:latin typeface="+mn-lt"/>
                <a:cs typeface="Segoe UI"/>
              </a:rPr>
              <a:t>UP</a:t>
            </a:r>
            <a:r>
              <a:rPr lang="en-GB" sz="1800" spc="-12" dirty="0">
                <a:latin typeface="+mn-lt"/>
                <a:cs typeface="Segoe UI"/>
              </a:rPr>
              <a:t> meaning active NIC.</a:t>
            </a: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latin typeface="+mn-lt"/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GB" sz="1800" spc="-12" dirty="0">
              <a:latin typeface="+mn-lt"/>
              <a:cs typeface="Segoe UI"/>
            </a:endParaRPr>
          </a:p>
          <a:p>
            <a:pPr marL="700207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GB" sz="1800" spc="-12" dirty="0">
                <a:latin typeface="+mn-lt"/>
                <a:cs typeface="Segoe UI"/>
              </a:rPr>
              <a:t>Newer command:</a:t>
            </a:r>
            <a:endParaRPr lang="en-US" sz="1800" dirty="0">
              <a:latin typeface="+mn-lt"/>
              <a:cs typeface="Segoe UI"/>
            </a:endParaRPr>
          </a:p>
          <a:p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C36764-6D54-75BC-594E-AE4A6CC2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753" y="3429000"/>
            <a:ext cx="5986462" cy="106695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ifconfig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US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US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'^[[:lower:]]'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8"/>
              </a:spcBef>
            </a:pP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eth0:</a:t>
            </a:r>
            <a:r>
              <a:rPr lang="en-US" sz="1400" spc="-45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flags=4163&lt;UP,BROADCAST,RUNNING,MULTICAST&gt;</a:t>
            </a:r>
            <a:r>
              <a:rPr lang="en-US" sz="1400" spc="-4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</a:p>
          <a:p>
            <a:pPr>
              <a:spcBef>
                <a:spcPts val="8"/>
              </a:spcBef>
            </a:pP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lo:</a:t>
            </a:r>
            <a:r>
              <a:rPr lang="en-GB" sz="1400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flags=73&lt;UP,LOOPBACK,RUNNING&gt;	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mtu</a:t>
            </a:r>
            <a:r>
              <a:rPr lang="en-GB" sz="1400" spc="89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65536 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virbr0: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flags=4099&lt;UP,BROADCAST,MULTICAST&gt;	</a:t>
            </a:r>
            <a:r>
              <a:rPr lang="en-GB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mtu</a:t>
            </a:r>
            <a:r>
              <a:rPr lang="en-GB" sz="1400" spc="-7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1500</a:t>
            </a:r>
            <a:endParaRPr lang="en-GB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301B4-47DF-FBC8-0F6A-9216FF49C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8528" y="5266054"/>
            <a:ext cx="6770687" cy="88229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US" sz="20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 a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z="2000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US" sz="2000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'inet[</a:t>
            </a:r>
            <a:r>
              <a:rPr lang="en-US" sz="2000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]'</a:t>
            </a:r>
            <a:endParaRPr lang="en-US" sz="20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8"/>
              </a:spcBef>
            </a:pP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inet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127.0.0.1/8</a:t>
            </a:r>
            <a:r>
              <a:rPr lang="en-US" sz="14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scope</a:t>
            </a:r>
            <a:r>
              <a:rPr lang="en-US" sz="1400" spc="-2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</a:t>
            </a:r>
            <a:endParaRPr lang="en-US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inet</a:t>
            </a:r>
            <a:r>
              <a:rPr lang="en-US" sz="1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192.168.1.20/24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brd</a:t>
            </a:r>
            <a:r>
              <a:rPr lang="en-US" sz="1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192.168.1.255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scope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global</a:t>
            </a:r>
            <a:r>
              <a:rPr lang="en-US" sz="14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</a:t>
            </a:r>
            <a:endParaRPr lang="en-US" sz="1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5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DF86A2-3B8B-5100-CACB-B5388DE74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hostname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We normally use names not numbers, so we need hostnames.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Several</a:t>
            </a:r>
            <a:r>
              <a:rPr lang="en-US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methods</a:t>
            </a:r>
            <a:r>
              <a:rPr lang="en-US" spc="2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check</a:t>
            </a:r>
            <a:r>
              <a:rPr lang="en-US" spc="5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24" dirty="0">
                <a:solidFill>
                  <a:srgbClr val="2D2C2C"/>
                </a:solidFill>
                <a:cs typeface="Segoe UI"/>
              </a:rPr>
              <a:t>machine's</a:t>
            </a:r>
            <a:r>
              <a:rPr lang="en-US" spc="69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hostname: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9803" indent="0">
              <a:spcBef>
                <a:spcPts val="678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Permanent assignment is stored in a file</a:t>
            </a: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678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To set a new hostname, change the value in the file, or run one of the commands.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3E42AE-9C16-B6E6-9C2F-59322C2D3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99" y="2158969"/>
            <a:ext cx="5179676" cy="157081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45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en-GB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linux1.qaclass.local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pt-BR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pt-BR" spc="-2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pt-BR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uname</a:t>
            </a:r>
            <a:r>
              <a:rPr lang="pt-BR" b="1" spc="-2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pt-BR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–n</a:t>
            </a:r>
          </a:p>
          <a:p>
            <a:pPr marL="10319">
              <a:lnSpc>
                <a:spcPts val="1755"/>
              </a:lnSpc>
              <a:spcBef>
                <a:spcPts val="77"/>
              </a:spcBef>
            </a:pPr>
            <a:r>
              <a:rPr lang="pt-BR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linux1.qaclass.local</a:t>
            </a:r>
            <a:endParaRPr lang="pt-BR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755"/>
              </a:lnSpc>
            </a:pPr>
            <a:r>
              <a:rPr lang="en-US" sz="16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12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US" sz="1600" b="1" spc="-4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| head -1</a:t>
            </a:r>
          </a:p>
          <a:p>
            <a:pPr marL="10319">
              <a:lnSpc>
                <a:spcPts val="1755"/>
              </a:lnSpc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Static hostname: linux1.qaclass.local</a:t>
            </a:r>
            <a:endParaRPr lang="en-GB" sz="16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EBD180C-68D1-8403-A9B2-7E7C187DA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22" y="5332900"/>
            <a:ext cx="7540625" cy="74892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r>
              <a:rPr lang="en-GB" b="1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linux3.qaclass.local</a:t>
            </a:r>
          </a:p>
          <a:p>
            <a:pPr marL="77391">
              <a:spcBef>
                <a:spcPts val="44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hostnamectl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set-hostname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linux3.qaclass.local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C8D2A354-D1B3-23E0-D263-EF87A65B5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552128"/>
              </p:ext>
            </p:extLst>
          </p:nvPr>
        </p:nvGraphicFramePr>
        <p:xfrm>
          <a:off x="443922" y="3793283"/>
          <a:ext cx="6612024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4008">
                  <a:extLst>
                    <a:ext uri="{9D8B030D-6E8A-4147-A177-3AD203B41FA5}">
                      <a16:colId xmlns:a16="http://schemas.microsoft.com/office/drawing/2014/main" val="3981860108"/>
                    </a:ext>
                  </a:extLst>
                </a:gridCol>
                <a:gridCol w="2204008">
                  <a:extLst>
                    <a:ext uri="{9D8B030D-6E8A-4147-A177-3AD203B41FA5}">
                      <a16:colId xmlns:a16="http://schemas.microsoft.com/office/drawing/2014/main" val="3569498456"/>
                    </a:ext>
                  </a:extLst>
                </a:gridCol>
                <a:gridCol w="2204008">
                  <a:extLst>
                    <a:ext uri="{9D8B030D-6E8A-4147-A177-3AD203B41FA5}">
                      <a16:colId xmlns:a16="http://schemas.microsoft.com/office/drawing/2014/main" val="3355809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solidFill>
                            <a:schemeClr val="tx1"/>
                          </a:solidFill>
                        </a:rPr>
                        <a:t>Red</a:t>
                      </a:r>
                      <a:r>
                        <a:rPr sz="1800" spc="-8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</a:rPr>
                        <a:t>Hat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SUSE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GB" sz="1800" spc="-5" dirty="0">
                          <a:solidFill>
                            <a:schemeClr val="tx1"/>
                          </a:solidFill>
                        </a:rPr>
                        <a:t>Rocky and </a:t>
                      </a:r>
                      <a:r>
                        <a:rPr sz="1800" spc="-5" dirty="0" err="1">
                          <a:solidFill>
                            <a:schemeClr val="tx1"/>
                          </a:solidFill>
                        </a:rPr>
                        <a:t>Debians</a:t>
                      </a:r>
                      <a:endParaRPr sz="180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 marL="0" marR="0" marT="33536" marB="0"/>
                </a:tc>
                <a:extLst>
                  <a:ext uri="{0D108BD9-81ED-4DB2-BD59-A6C34878D82A}">
                    <a16:rowId xmlns:a16="http://schemas.microsoft.com/office/drawing/2014/main" val="106120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/etc/sysconfig/network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/etc/HOSTNAME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/etc/hostname</a:t>
                      </a:r>
                      <a:endParaRPr sz="16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3536" marB="0"/>
                </a:tc>
                <a:extLst>
                  <a:ext uri="{0D108BD9-81ED-4DB2-BD59-A6C34878D82A}">
                    <a16:rowId xmlns:a16="http://schemas.microsoft.com/office/drawing/2014/main" val="232146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25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36C9F0-85D7-5A9E-FB0E-436C85CDE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Resolving names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Update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/hosts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allow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local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name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IP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address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resolution.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Asking a DNS server requires: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z="1800" b="1" spc="-10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</a:t>
            </a:r>
            <a:r>
              <a:rPr lang="en-US" sz="1800" b="1" spc="-1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endParaRPr lang="en-US" sz="1800" b="1" spc="-4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189799" lvl="1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witch</a:t>
            </a:r>
            <a:r>
              <a:rPr lang="en-US" sz="1800" b="1" spc="-16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-12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endParaRPr lang="en-US" sz="1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C36764-6D54-75BC-594E-AE4A6CC2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4" y="2316605"/>
            <a:ext cx="6770687" cy="135075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 /etc/hosts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loopback device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83575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127.0.0.1    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localhost.qaclass.local</a:t>
            </a: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localhost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classroom server</a:t>
            </a: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29600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192.168.1.242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lxserver.qaclass.local</a:t>
            </a: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lxserver</a:t>
            </a:r>
            <a:endParaRPr lang="en-GB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8229600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301B4-47DF-FBC8-0F6A-9216FF49C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398111"/>
            <a:ext cx="6770687" cy="71814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447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 hosts /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nsswitch.conf</a:t>
            </a:r>
            <a:endParaRPr lang="en-US" b="1" spc="-4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47"/>
              </a:spcBef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hosts:          files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sss</a:t>
            </a: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dns</a:t>
            </a: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ldap</a:t>
            </a:r>
            <a:endParaRPr lang="en-US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A13AE9-83DE-2506-86CC-1E779D8E6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075287"/>
            <a:ext cx="6770687" cy="85767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720725">
              <a:lnSpc>
                <a:spcPct val="80000"/>
              </a:lnSpc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 /etc/</a:t>
            </a:r>
            <a:r>
              <a:rPr lang="en-GB" b="1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resolv.conf</a:t>
            </a:r>
            <a:endParaRPr lang="en-GB" b="1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search </a:t>
            </a:r>
            <a:r>
              <a:rPr lang="en-GB" sz="16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qaclass.local</a:t>
            </a:r>
            <a:endParaRPr lang="en-GB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720725">
              <a:buClr>
                <a:srgbClr val="000066"/>
              </a:buClr>
              <a:buSzPct val="100000"/>
              <a:tabLst>
                <a:tab pos="1431925" algn="l"/>
                <a:tab pos="3489325" algn="l"/>
                <a:tab pos="7050088" algn="r"/>
              </a:tabLst>
              <a:defRPr/>
            </a:pPr>
            <a:r>
              <a:rPr lang="en-GB" sz="16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nameserver 4.2.2.2</a:t>
            </a:r>
          </a:p>
        </p:txBody>
      </p:sp>
    </p:spTree>
    <p:extLst>
      <p:ext uri="{BB962C8B-B14F-4D97-AF65-F5344CB8AC3E}">
        <p14:creationId xmlns:p14="http://schemas.microsoft.com/office/powerpoint/2010/main" val="313796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 troubleshooting tools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6650C6B-710B-C981-F452-2AE8E5BAF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9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D5E9A0-1DC2-322C-B880-550B023A2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netstat (net-tools)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explore: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Statistics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about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interfaces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their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status.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Routing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Multilink,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masquerading,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other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 newer command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is starting to 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replace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netstat</a:t>
            </a:r>
            <a:r>
              <a:rPr lang="en-US" spc="-2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960294-208D-86A2-5C5E-07CB72100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27572"/>
              </p:ext>
            </p:extLst>
          </p:nvPr>
        </p:nvGraphicFramePr>
        <p:xfrm>
          <a:off x="443922" y="3769735"/>
          <a:ext cx="7400467" cy="11984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761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871">
                  <a:extLst>
                    <a:ext uri="{9D8B030D-6E8A-4147-A177-3AD203B41FA5}">
                      <a16:colId xmlns:a16="http://schemas.microsoft.com/office/drawing/2014/main" val="3083196713"/>
                    </a:ext>
                  </a:extLst>
                </a:gridCol>
                <a:gridCol w="614871">
                  <a:extLst>
                    <a:ext uri="{9D8B030D-6E8A-4147-A177-3AD203B41FA5}">
                      <a16:colId xmlns:a16="http://schemas.microsoft.com/office/drawing/2014/main" val="3991263114"/>
                    </a:ext>
                  </a:extLst>
                </a:gridCol>
                <a:gridCol w="701927">
                  <a:extLst>
                    <a:ext uri="{9D8B030D-6E8A-4147-A177-3AD203B41FA5}">
                      <a16:colId xmlns:a16="http://schemas.microsoft.com/office/drawing/2014/main" val="2710598318"/>
                    </a:ext>
                  </a:extLst>
                </a:gridCol>
                <a:gridCol w="666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2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81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600" spc="-5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netstat</a:t>
                      </a:r>
                      <a:r>
                        <a:rPr sz="1600" b="1" spc="-3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-i</a:t>
                      </a:r>
                      <a:endParaRPr sz="16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58817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15">
                <a:tc gridSpan="4">
                  <a:txBody>
                    <a:bodyPr/>
                    <a:lstStyle/>
                    <a:p>
                      <a:pPr marL="95250">
                        <a:lnSpc>
                          <a:spcPts val="1914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Kernel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Interface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table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66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Iface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MTU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RX-OK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RX-ERR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l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</a:t>
                      </a: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-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DRP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RX-OVR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TX-OK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TX-ERR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TX-DRP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spc="-1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TX-OVR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Flg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15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1500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BMU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9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</a:t>
                      </a: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o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65536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548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548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LRU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F09F3543-0F61-E8AC-2E41-404639301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39295"/>
              </p:ext>
            </p:extLst>
          </p:nvPr>
        </p:nvGraphicFramePr>
        <p:xfrm>
          <a:off x="6858851" y="1676211"/>
          <a:ext cx="5013324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1834">
                  <a:extLst>
                    <a:ext uri="{9D8B030D-6E8A-4147-A177-3AD203B41FA5}">
                      <a16:colId xmlns:a16="http://schemas.microsoft.com/office/drawing/2014/main" val="2898209602"/>
                    </a:ext>
                  </a:extLst>
                </a:gridCol>
                <a:gridCol w="3901490">
                  <a:extLst>
                    <a:ext uri="{9D8B030D-6E8A-4147-A177-3AD203B41FA5}">
                      <a16:colId xmlns:a16="http://schemas.microsoft.com/office/drawing/2014/main" val="2765655870"/>
                    </a:ext>
                  </a:extLst>
                </a:gridCol>
              </a:tblGrid>
              <a:tr h="32609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13233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10319">
                        <a:spcBef>
                          <a:spcPts val="81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spc="-8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8" dirty="0" err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i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en-US" sz="1800" spc="4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information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922830"/>
                  </a:ext>
                </a:extLst>
              </a:tr>
              <a:tr h="354689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-n</a:t>
                      </a:r>
                      <a:endParaRPr lang="en-GB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Use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800" spc="57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rather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than</a:t>
                      </a:r>
                      <a:r>
                        <a:rPr lang="en-US" sz="1800" spc="2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names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43041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-p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rgbClr val="000046"/>
                          </a:solidFill>
                        </a:rPr>
                        <a:t> </a:t>
                      </a:r>
                      <a:r>
                        <a:rPr lang="en-US" sz="1800" b="1" spc="-8" dirty="0">
                          <a:solidFill>
                            <a:srgbClr val="0000C7"/>
                          </a:solidFill>
                        </a:rPr>
                        <a:t>PID</a:t>
                      </a:r>
                      <a:r>
                        <a:rPr lang="en-US" sz="1800" b="1" spc="-4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800" spc="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process</a:t>
                      </a:r>
                      <a:r>
                        <a:rPr lang="en-US" sz="1800" spc="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75768"/>
                  </a:ext>
                </a:extLst>
              </a:tr>
              <a:tr h="326098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-r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routing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09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73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9213C1-6C01-06E7-B2AA-5DB30929C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explore: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Statistics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about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sockets.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960294-208D-86A2-5C5E-07CB721001C8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4144361"/>
          <a:ext cx="7460925" cy="9772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6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3083196713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3991263114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2710598318"/>
                    </a:ext>
                  </a:extLst>
                </a:gridCol>
                <a:gridCol w="134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615">
                <a:tc gridSpan="4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600" spc="-5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600" spc="-3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600" b="1" spc="-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</a:t>
                      </a:r>
                      <a:endParaRPr sz="16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58817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842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Netid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State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Recv-Q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1189355" algn="l"/>
                          <a:tab pos="2146935" algn="l"/>
                        </a:tabLst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Send-Q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7310" algn="r">
                        <a:lnSpc>
                          <a:spcPts val="1920"/>
                        </a:lnSpc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Local </a:t>
                      </a:r>
                      <a:r>
                        <a:rPr lang="en-GB" sz="1200" spc="-1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address:port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59055" lvl="0" indent="0" algn="r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spc="-1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Peer </a:t>
                      </a:r>
                      <a:r>
                        <a:rPr lang="en-GB" sz="1200" spc="-1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address:port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spc="-15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Process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727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u_str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ESTAB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269176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12345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12346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93">
                <a:tc>
                  <a:txBody>
                    <a:bodyPr/>
                    <a:lstStyle/>
                    <a:p>
                      <a:pPr marL="95250" marR="0" lvl="0" indent="0" algn="l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8210" algn="l"/>
                          <a:tab pos="2417445" algn="l"/>
                          <a:tab pos="3646170" algn="l"/>
                        </a:tabLst>
                        <a:defRPr/>
                      </a:pPr>
                      <a:r>
                        <a:rPr lang="en-GB" sz="120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u_str</a:t>
                      </a:r>
                      <a:endParaRPr lang="en-GB"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0" algn="l" defTabSz="914377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18210" algn="l"/>
                          <a:tab pos="2417445" algn="l"/>
                          <a:tab pos="3646170" algn="l"/>
                        </a:tabLst>
                        <a:defRPr/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ESTAB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  <a:tabLst>
                          <a:tab pos="918210" algn="l"/>
                          <a:tab pos="2417445" algn="l"/>
                          <a:tab pos="3646170" algn="l"/>
                        </a:tabLst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12356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*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lang="en-GB" sz="120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12357</a:t>
                      </a: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920"/>
                        </a:lnSpc>
                      </a:pPr>
                      <a:endParaRPr sz="120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CE7FB1F9-4DD4-E830-5351-ABA8D686D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524726"/>
              </p:ext>
            </p:extLst>
          </p:nvPr>
        </p:nvGraphicFramePr>
        <p:xfrm>
          <a:off x="4818929" y="1648691"/>
          <a:ext cx="6770686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1575">
                  <a:extLst>
                    <a:ext uri="{9D8B030D-6E8A-4147-A177-3AD203B41FA5}">
                      <a16:colId xmlns:a16="http://schemas.microsoft.com/office/drawing/2014/main" val="2898209602"/>
                    </a:ext>
                  </a:extLst>
                </a:gridCol>
                <a:gridCol w="5269111">
                  <a:extLst>
                    <a:ext uri="{9D8B030D-6E8A-4147-A177-3AD203B41FA5}">
                      <a16:colId xmlns:a16="http://schemas.microsoft.com/office/drawing/2014/main" val="2765655870"/>
                    </a:ext>
                  </a:extLst>
                </a:gridCol>
              </a:tblGrid>
              <a:tr h="302544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13233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-n</a:t>
                      </a:r>
                      <a:endParaRPr lang="en-GB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Use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numbers</a:t>
                      </a:r>
                      <a:r>
                        <a:rPr lang="en-US" sz="1800" spc="57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rather</a:t>
                      </a:r>
                      <a:r>
                        <a:rPr lang="en-US" sz="1800" spc="45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than</a:t>
                      </a:r>
                      <a:r>
                        <a:rPr lang="en-US" sz="1800" spc="2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dirty="0">
                          <a:solidFill>
                            <a:schemeClr val="tx1"/>
                          </a:solidFill>
                        </a:rPr>
                        <a:t>names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922830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 marL="10319">
                        <a:spcBef>
                          <a:spcPts val="12"/>
                        </a:spcBef>
                        <a:tabLst>
                          <a:tab pos="577334" algn="l"/>
                        </a:tabLst>
                      </a:pPr>
                      <a:r>
                        <a:rPr lang="en-US" sz="1800" b="1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-p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Display</a:t>
                      </a:r>
                      <a:r>
                        <a:rPr lang="en-US" sz="1800" spc="-16" dirty="0">
                          <a:solidFill>
                            <a:srgbClr val="000046"/>
                          </a:solidFill>
                        </a:rPr>
                        <a:t> </a:t>
                      </a:r>
                      <a:r>
                        <a:rPr lang="en-US" sz="1800" b="1" spc="-8" dirty="0">
                          <a:solidFill>
                            <a:srgbClr val="0000C7"/>
                          </a:solidFill>
                        </a:rPr>
                        <a:t>PID</a:t>
                      </a:r>
                      <a:r>
                        <a:rPr lang="en-US" sz="1800" b="1" spc="-4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800" spc="4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process</a:t>
                      </a:r>
                      <a:r>
                        <a:rPr lang="en-US" sz="1800" spc="12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943041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-a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All listening and non-listening connections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75768"/>
                  </a:ext>
                </a:extLst>
              </a:tr>
              <a:tr h="33463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333CC"/>
                          </a:solidFill>
                          <a:latin typeface="Hack" panose="020B0609030202020204"/>
                        </a:rPr>
                        <a:t>-l	</a:t>
                      </a:r>
                      <a:endParaRPr lang="en-US" sz="180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4" dirty="0">
                          <a:solidFill>
                            <a:schemeClr val="tx1"/>
                          </a:solidFill>
                        </a:rPr>
                        <a:t>Only listening sockets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095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49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93E045-DA18-181E-9007-08A53A74C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 routing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reach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networks,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IP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protocol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requires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routing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information.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list,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(add),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delete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routes.</a:t>
            </a: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17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9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may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also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traditional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tools: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sz="1800" b="1" spc="2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 -r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available.</a:t>
            </a:r>
            <a:endParaRPr lang="en-US" sz="1800" dirty="0">
              <a:cs typeface="Segoe UI"/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FD3F1853-D6E9-15B5-2639-6CBBA4801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74683"/>
              </p:ext>
            </p:extLst>
          </p:nvPr>
        </p:nvGraphicFramePr>
        <p:xfrm>
          <a:off x="4437506" y="4282099"/>
          <a:ext cx="7111556" cy="16996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136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64488444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8998003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10">
                  <a:extLst>
                    <a:ext uri="{9D8B030D-6E8A-4147-A177-3AD203B41FA5}">
                      <a16:colId xmlns:a16="http://schemas.microsoft.com/office/drawing/2014/main" val="2692119384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681">
                  <a:extLst>
                    <a:ext uri="{9D8B030D-6E8A-4147-A177-3AD203B41FA5}">
                      <a16:colId xmlns:a16="http://schemas.microsoft.com/office/drawing/2014/main" val="108367454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44450">
                        <a:lnSpc>
                          <a:spcPts val="2320"/>
                        </a:lnSpc>
                      </a:pPr>
                      <a:r>
                        <a:rPr sz="1800" spc="-5" baseline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8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rout</a:t>
                      </a:r>
                      <a:r>
                        <a:rPr lang="en-GB"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</a:t>
                      </a:r>
                    </a:p>
                    <a:p>
                      <a:pPr marL="44450">
                        <a:lnSpc>
                          <a:spcPts val="23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Kernel IP routing table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10">
                <a:tc>
                  <a:txBody>
                    <a:bodyPr/>
                    <a:lstStyle/>
                    <a:p>
                      <a:pPr marL="9525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Destination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Gateway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Genmask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Flags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Window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86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MSS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ts val="186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irtt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Iface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65124"/>
                  </a:ext>
                </a:extLst>
              </a:tr>
              <a:tr h="247134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default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gateway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UG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4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192.168.1.0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255.255.255.0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920"/>
                        </a:lnSpc>
                      </a:pPr>
                      <a:r>
                        <a:rPr lang="en-GB"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43">
                <a:tc>
                  <a:txBody>
                    <a:bodyPr/>
                    <a:lstStyle/>
                    <a:p>
                      <a:pPr marL="95250">
                        <a:lnSpc>
                          <a:spcPts val="1920"/>
                        </a:lnSpc>
                      </a:pPr>
                      <a:r>
                        <a:rPr sz="1200" spc="-1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192.168.122.0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0.0.0.0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1920"/>
                        </a:lnSpc>
                      </a:pPr>
                      <a:r>
                        <a:rPr sz="1200" spc="-1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255.255.255.0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U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920"/>
                        </a:lnSpc>
                      </a:pPr>
                      <a:r>
                        <a:rPr sz="120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20"/>
                        </a:lnSpc>
                      </a:pPr>
                      <a:r>
                        <a:rPr sz="12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virbr0</a:t>
                      </a:r>
                      <a:endParaRPr sz="12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939263"/>
                  </a:ext>
                </a:extLst>
              </a:tr>
            </a:tbl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4355779C-63C1-523C-1CDF-42E16D9FC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02412"/>
              </p:ext>
            </p:extLst>
          </p:nvPr>
        </p:nvGraphicFramePr>
        <p:xfrm>
          <a:off x="601178" y="2577976"/>
          <a:ext cx="7111556" cy="10926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bg2">
                      <a:lumMod val="90000"/>
                    </a:schemeClr>
                  </a:outerShdw>
                </a:effectLst>
                <a:tableStyleId>{2D5ABB26-0587-4C30-8999-92F81FD0307C}</a:tableStyleId>
              </a:tblPr>
              <a:tblGrid>
                <a:gridCol w="288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064">
                <a:tc>
                  <a:txBody>
                    <a:bodyPr/>
                    <a:lstStyle/>
                    <a:p>
                      <a:pPr marL="44450">
                        <a:lnSpc>
                          <a:spcPts val="2320"/>
                        </a:lnSpc>
                      </a:pPr>
                      <a:r>
                        <a:rPr sz="1800" spc="-5" baseline="0" dirty="0">
                          <a:solidFill>
                            <a:srgbClr val="FFFF00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$</a:t>
                      </a:r>
                      <a:r>
                        <a:rPr sz="18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 err="1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ip</a:t>
                      </a:r>
                      <a:r>
                        <a:rPr sz="1800" b="1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r</a:t>
                      </a:r>
                      <a:r>
                        <a:rPr sz="1800" b="1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800" b="1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</a:t>
                      </a:r>
                      <a:endParaRPr sz="18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4445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192.168.2.0/24</a:t>
                      </a:r>
                      <a:r>
                        <a:rPr lang="en-GB" sz="1400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lang="en-GB" sz="1400" spc="-2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556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proto</a:t>
                      </a:r>
                      <a:r>
                        <a:rPr lang="en-GB"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...</a:t>
                      </a:r>
                      <a:r>
                        <a:rPr lang="en-GB" sz="1400" spc="-3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link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src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192.168.2.4</a:t>
                      </a:r>
                      <a:endParaRPr lang="en-GB"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064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65124"/>
                  </a:ext>
                </a:extLst>
              </a:tr>
              <a:tr h="247134">
                <a:tc>
                  <a:txBody>
                    <a:bodyPr/>
                    <a:lstStyle/>
                    <a:p>
                      <a:pPr marL="44450" algn="l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169.254.0.0/16</a:t>
                      </a:r>
                      <a:r>
                        <a:rPr sz="1400" spc="-4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scope</a:t>
                      </a:r>
                      <a:r>
                        <a:rPr sz="1400" spc="-6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link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08">
                <a:tc>
                  <a:txBody>
                    <a:bodyPr/>
                    <a:lstStyle/>
                    <a:p>
                      <a:pPr marL="44450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default</a:t>
                      </a:r>
                      <a:r>
                        <a:rPr sz="1400" spc="-40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via</a:t>
                      </a:r>
                      <a:r>
                        <a:rPr sz="1400" spc="-3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192.168.2.1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0"/>
                        </a:lnSpc>
                      </a:pP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dev</a:t>
                      </a:r>
                      <a:r>
                        <a:rPr sz="1400" spc="-6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</a:t>
                      </a:r>
                      <a:r>
                        <a:rPr sz="1400" spc="-5" baseline="0" dirty="0">
                          <a:solidFill>
                            <a:schemeClr val="bg1"/>
                          </a:solidFill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eth0</a:t>
                      </a: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aseline="0" dirty="0">
                        <a:solidFill>
                          <a:schemeClr val="bg1"/>
                        </a:solidFill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17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474B1D-8E22-E41D-F67D-7FACAA585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sz="1800" b="1" spc="16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tests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physical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connectivity.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Sends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ICMP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ECHO-REQUEST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datagram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Receives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ICMP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ECHO_RESPONSE </a:t>
            </a:r>
            <a:r>
              <a:rPr lang="en-US" sz="1800" b="1" spc="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datagram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Syntax: </a:t>
            </a:r>
            <a:r>
              <a:rPr lang="en-GB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GB" sz="1800" b="1" spc="-8" dirty="0">
                <a:solidFill>
                  <a:srgbClr val="0000C7"/>
                </a:solidFill>
                <a:latin typeface="+mn-lt"/>
                <a:cs typeface="Segoe UI"/>
              </a:rPr>
              <a:t> [options] </a:t>
            </a:r>
            <a:r>
              <a:rPr lang="en-GB" sz="1800" b="1" i="1" spc="-4" dirty="0">
                <a:solidFill>
                  <a:srgbClr val="0000C7"/>
                </a:solidFill>
                <a:latin typeface="+mn-lt"/>
                <a:cs typeface="Segoe UI"/>
              </a:rPr>
              <a:t>Target-</a:t>
            </a:r>
            <a:r>
              <a:rPr lang="en-GB" sz="1800" b="1" i="1" spc="-4" dirty="0" err="1">
                <a:solidFill>
                  <a:srgbClr val="0000C7"/>
                </a:solidFill>
                <a:latin typeface="+mn-lt"/>
                <a:cs typeface="Segoe UI"/>
              </a:rPr>
              <a:t>ip</a:t>
            </a:r>
            <a:r>
              <a:rPr lang="en-GB" sz="1800" b="1" i="1" spc="-4" dirty="0">
                <a:solidFill>
                  <a:srgbClr val="0000C7"/>
                </a:solidFill>
                <a:latin typeface="+mn-lt"/>
                <a:cs typeface="Segoe UI"/>
              </a:rPr>
              <a:t>-address</a:t>
            </a:r>
            <a:endParaRPr lang="en-US" sz="1800" dirty="0">
              <a:cs typeface="Segoe UI"/>
            </a:endParaRPr>
          </a:p>
          <a:p>
            <a:pPr marL="0" indent="0">
              <a:buNone/>
            </a:pPr>
            <a:endParaRPr lang="en-GB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8BD3F3-CBAE-48AF-8B0F-2F0D1D25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664" y="5292812"/>
            <a:ext cx="6770077" cy="60914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lnSpc>
                <a:spcPts val="1755"/>
              </a:lnSpc>
              <a:spcBef>
                <a:spcPts val="195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-w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>
              <a:lnSpc>
                <a:spcPts val="1755"/>
              </a:lnSpc>
            </a:pP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endParaRPr lang="en-US" sz="16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7802CCAC-E0C1-B035-2410-8240DCD97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21131"/>
              </p:ext>
            </p:extLst>
          </p:nvPr>
        </p:nvGraphicFramePr>
        <p:xfrm>
          <a:off x="2710671" y="3429000"/>
          <a:ext cx="6770078" cy="1478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0612">
                  <a:extLst>
                    <a:ext uri="{9D8B030D-6E8A-4147-A177-3AD203B41FA5}">
                      <a16:colId xmlns:a16="http://schemas.microsoft.com/office/drawing/2014/main" val="3981135822"/>
                    </a:ext>
                  </a:extLst>
                </a:gridCol>
                <a:gridCol w="5439466">
                  <a:extLst>
                    <a:ext uri="{9D8B030D-6E8A-4147-A177-3AD203B41FA5}">
                      <a16:colId xmlns:a16="http://schemas.microsoft.com/office/drawing/2014/main" val="2077714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23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-c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The number (count) of pings 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02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-t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The Time-To-Live (TTL)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3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-w</a:t>
                      </a:r>
                      <a:endParaRPr lang="en-GB" sz="1800" b="1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Maximum time in seconds to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40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97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23BED-18FD-3C98-3B15-A38D8DDEA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Tracing the route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sz="1800" b="1" spc="45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track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detailed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route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packet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takes.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Shows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how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packets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got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there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test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interface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There is one line for the destination plus one for each hop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 an 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switch to specify which 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nic</a:t>
            </a:r>
            <a:endParaRPr lang="en-US" sz="1800" b="1" spc="-4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CAEF29E-2D3B-3123-873D-45CC7E49D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558" y="4048522"/>
            <a:ext cx="7825504" cy="8735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901"/>
              </a:lnSpc>
              <a:spcBef>
                <a:spcPts val="158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2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GB" b="1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01216" marR="621705" indent="-123825">
              <a:lnSpc>
                <a:spcPts val="1950"/>
              </a:lnSpc>
              <a:spcBef>
                <a:spcPts val="16"/>
              </a:spcBef>
              <a:tabLst>
                <a:tab pos="572691" algn="l"/>
                <a:tab pos="4658400" algn="l"/>
                <a:tab pos="6267609" algn="l"/>
              </a:tabLst>
            </a:pP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 to linux1 (192.168.1.3), 30 hops max, 60 byte packets</a:t>
            </a:r>
          </a:p>
          <a:p>
            <a:pPr marL="201216" marR="621705" indent="-123825">
              <a:lnSpc>
                <a:spcPts val="1950"/>
              </a:lnSpc>
              <a:spcBef>
                <a:spcPts val="16"/>
              </a:spcBef>
              <a:tabLst>
                <a:tab pos="572691" algn="l"/>
                <a:tab pos="4658400" algn="l"/>
                <a:tab pos="6267609" algn="l"/>
              </a:tabLst>
            </a:pPr>
            <a:r>
              <a:rPr lang="en-GB" sz="1200" spc="-96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  linux1.qaclass.local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(192.168.1.3) 1.077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 1.072</a:t>
            </a:r>
            <a:r>
              <a:rPr lang="en-GB" sz="1200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spc="-2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 1.059</a:t>
            </a:r>
            <a:r>
              <a:rPr lang="en-GB" sz="12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ms</a:t>
            </a:r>
            <a:r>
              <a:rPr lang="en-GB" sz="1200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!X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50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FE6DD5-174F-7FDC-FA6D-D79ED6B59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Packet sniffing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US" sz="1800" b="1" spc="45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monitor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TCP/IP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connection.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 a graphics environment </a:t>
            </a:r>
            <a:r>
              <a:rPr lang="en-US" sz="1800" b="1" spc="-8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Wireshark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is often used in its place.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dirty="0">
              <a:latin typeface="Segoe UI"/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A4CAE5A-D235-1B75-D9FA-4362AD22A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61781"/>
            <a:ext cx="6770687" cy="129029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905"/>
              </a:lnSpc>
              <a:spcBef>
                <a:spcPts val="170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eth0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-v</a:t>
            </a:r>
            <a:r>
              <a:rPr lang="en-GB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-c2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tcpdump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verbose output suppressed, [...]</a:t>
            </a: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listening on eth0, link-type EN10MB (Ethernet), [...]</a:t>
            </a:r>
          </a:p>
          <a:p>
            <a:pPr marL="77391" marR="544830">
              <a:lnSpc>
                <a:spcPts val="1755"/>
              </a:lnSpc>
              <a:spcBef>
                <a:spcPts val="12"/>
              </a:spcBef>
            </a:pP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20:01:06.224070 IP </a:t>
            </a: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yogi.qaclass.local.ssh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&gt; 192.168.1.191.47284: Flags [P.], </a:t>
            </a:r>
            <a:r>
              <a:rPr lang="en-GB" sz="1200" spc="-8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seq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[...]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7746A92-A39E-EE37-376F-53C5EC5C1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41" y="3411457"/>
            <a:ext cx="3863022" cy="289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2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6A5BB9-1EAA-00E7-8ABC-327DE3B85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nmap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Can use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 a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ping</a:t>
            </a:r>
            <a:r>
              <a:rPr lang="en-US" sz="1800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scan</a:t>
            </a:r>
            <a:r>
              <a:rPr lang="en-US" sz="1800" spc="2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discover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network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z="1800" spc="2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test</a:t>
            </a:r>
            <a:r>
              <a:rPr lang="en-US" sz="1800" spc="2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any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interface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dirty="0">
                <a:solidFill>
                  <a:srgbClr val="2D2C2C"/>
                </a:solidFill>
                <a:cs typeface="Segoe UI"/>
              </a:rPr>
              <a:t>Can detect</a:t>
            </a:r>
            <a:r>
              <a:rPr lang="en-US" sz="1800" spc="3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OS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version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on a</a:t>
            </a:r>
            <a:r>
              <a:rPr lang="en-US" sz="1800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host</a:t>
            </a:r>
          </a:p>
          <a:p>
            <a:pPr marL="747157" lvl="1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cs typeface="Segoe UI"/>
              </a:rPr>
              <a:t>filter</a:t>
            </a:r>
            <a:r>
              <a:rPr lang="en-US" sz="1800" spc="41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cs typeface="Segoe UI"/>
              </a:rPr>
              <a:t>packets</a:t>
            </a:r>
            <a:r>
              <a:rPr lang="en-US" sz="1800" spc="5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specific</a:t>
            </a:r>
            <a:r>
              <a:rPr lang="en-US" sz="1800" spc="45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cs typeface="Segoe UI"/>
              </a:rPr>
              <a:t>protocols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cs typeface="Segoe UI"/>
              </a:rPr>
              <a:t>Might trigger security alarms</a:t>
            </a:r>
            <a:endParaRPr lang="en-US" sz="1800" dirty="0"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2BB5582-FDBF-2BDC-03F6-779D5219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43" y="2077618"/>
            <a:ext cx="6770688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88741">
              <a:spcBef>
                <a:spcPts val="73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-sP</a:t>
            </a:r>
            <a:r>
              <a:rPr lang="en-GB" b="1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192.168.1.0/24</a:t>
            </a:r>
            <a:endParaRPr lang="en-GB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8741" marR="481370"/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Starting Nmap 5.51 (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http://nmap.org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 at 2016-05-15 20:08 BST</a:t>
            </a:r>
          </a:p>
          <a:p>
            <a:pPr marL="88741" marR="481370"/>
            <a:r>
              <a:rPr lang="en-GB" sz="1200" spc="-967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 scan report for linux1.qaclass.local (192.168.1.1) [...]</a:t>
            </a:r>
          </a:p>
          <a:p>
            <a:pPr marL="88741" marR="481370"/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 scan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report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linux2.qaclass.local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(192.168.1.2)</a:t>
            </a:r>
            <a:r>
              <a:rPr lang="en-GB" sz="1200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03E7A-C04F-70F6-27FF-CACAE1C4E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87" y="4020730"/>
            <a:ext cx="7689775" cy="60529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GB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US" b="1" spc="-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-T4</a:t>
            </a:r>
            <a:r>
              <a:rPr lang="en-US" b="1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192.168.1.2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r>
              <a:rPr lang="en-US" sz="1200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Running</a:t>
            </a:r>
            <a:r>
              <a:rPr lang="en-US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(JUST</a:t>
            </a:r>
            <a:r>
              <a:rPr lang="en-US" sz="12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GUESSING):</a:t>
            </a:r>
            <a:r>
              <a:rPr lang="en-US" sz="1200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Netgear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embedded</a:t>
            </a:r>
            <a:r>
              <a:rPr lang="en-US" sz="1200" spc="-16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(90%),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4.6.X</a:t>
            </a:r>
            <a:r>
              <a:rPr lang="en-US" sz="1200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(86%) […]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61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29889-824A-FD0F-447D-7D63366886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19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63DF1-E91D-77FC-7855-1A80927CE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Remote system access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Traditional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sessions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are: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2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sz="1800" b="1" spc="-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ftp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which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TCP/IP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networking.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8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rlogin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rsh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rcp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etc.)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-to-</a:t>
            </a:r>
            <a:r>
              <a:rPr lang="en-US" sz="1800" spc="-8" dirty="0" err="1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networks.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These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inherently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insecure.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Should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never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production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environments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Authentication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tokens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passed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clear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</a:t>
            </a:r>
            <a:r>
              <a:rPr lang="en-US" sz="1800" b="1" spc="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suite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secure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alternative.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replace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traditional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Uses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similar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principles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SSL</a:t>
            </a:r>
            <a:r>
              <a:rPr lang="en-US" sz="1800" b="1" spc="-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(Secure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Sockets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Layer)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web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transactions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Relies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encrypted</a:t>
            </a:r>
            <a:r>
              <a:rPr lang="en-US" sz="1800" spc="8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channels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being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established</a:t>
            </a:r>
            <a:r>
              <a:rPr lang="en-US" sz="1800" spc="8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session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1" dirty="0">
                <a:solidFill>
                  <a:srgbClr val="2D2C2C"/>
                </a:solidFill>
                <a:latin typeface="+mn-lt"/>
                <a:cs typeface="Segoe UI"/>
              </a:rPr>
              <a:t>Two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versions: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SSH1</a:t>
            </a:r>
            <a:r>
              <a:rPr lang="en-US" sz="1800" b="1" spc="-4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+mn-lt"/>
                <a:cs typeface="Segoe UI"/>
              </a:rPr>
              <a:t>SSH2</a:t>
            </a:r>
            <a:endParaRPr lang="en-US" sz="1800" dirty="0"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50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191E4AB-08A0-2FE7-8167-664046471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Programs that use ssh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Several tools are provided.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They all encrypt communication.</a:t>
            </a:r>
            <a:endParaRPr lang="en-US" sz="1800" dirty="0">
              <a:latin typeface="Segoe UI"/>
              <a:cs typeface="Segoe UI"/>
            </a:endParaRP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A340598-BCA9-FD03-AC4F-675848A9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4" y="2749806"/>
            <a:ext cx="6744554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user3@linux1 who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user3@linux1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cecil	tty5	May 15 11:19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	tty4	May 14 13:10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05A1A-804E-84D7-2785-A9121426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646" y="1754144"/>
            <a:ext cx="6744553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sftp 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Connecting to linux1...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user20@linux1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sftp&gt;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60DB777-A6EF-1E24-EA79-13E88F4E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4" y="4741130"/>
            <a:ext cx="6770688" cy="115929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scp	qa@linux1:/etc/hosts user1@linux2:/tmp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qa@linux1's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user1@linux2's password:</a:t>
            </a:r>
          </a:p>
          <a:p>
            <a:pPr marL="92869"/>
            <a:endParaRPr lang="en-US" sz="1200" spc="-4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hosts	100% 2741	2.7KB/s	00:00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6258B60-D317-C335-089B-4C7C074F9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3" y="3899859"/>
            <a:ext cx="6758416" cy="78996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slogin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linux2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user2@linux2:~ $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04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E32BC1-8D6C-D1F5-80AD-8153C3996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is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needed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basic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secure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shell.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invoked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straight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away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server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machine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sshd</a:t>
            </a:r>
            <a:r>
              <a:rPr lang="en-US" sz="1800" b="1" spc="-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running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Any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accepted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session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is fully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encrypted,</a:t>
            </a:r>
            <a:r>
              <a:rPr lang="en-US" sz="1800" spc="8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including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passwords</a:t>
            </a: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pc="-12" dirty="0">
              <a:solidFill>
                <a:srgbClr val="2D2C2C"/>
              </a:solidFill>
              <a:cs typeface="Segoe UI"/>
            </a:endParaRP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First connection to a new host:</a:t>
            </a:r>
          </a:p>
          <a:p>
            <a:endParaRPr lang="en-GB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A340598-BCA9-FD03-AC4F-675848A90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296" y="5121385"/>
            <a:ext cx="7004766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user2@linux2 who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user2@linux2 password: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	pts2	May 15 11:19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user3	tty4	May 14 13:10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2182617-2094-1542-F823-F31CDCBB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4" y="3380049"/>
            <a:ext cx="7551737" cy="152862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authenticity of host ‘linux1 (192.168.1.3)' can't be  established.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RSA key fingerprint is  e4:87:bd:af:63:b0:d0:f1:4b:02:c0:a2:37:60:38:09.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Are you sure you want to continue connecting (yes/no)?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yes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Warning: Permanently added ‘linux1,192.168.1.3' (RSA) to the list of known hosts.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user2@linux1's password: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user2@linux1:~ $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159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91CBA-5B89-F6F5-F2D5-1BC559C1C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B97FD4F-3CF1-47F2-A918-9AF22A1EA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682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D0B167-960F-FE79-E0AF-913CF5B2E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GB" dirty="0"/>
              <a:t>Practical exercise 16 – T1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22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33C58E-FEE8-0D0B-B7B4-0FA1EB15B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Key-pairs</a:t>
            </a:r>
            <a:endParaRPr lang="en-GB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GB" sz="1800" spc="-16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GB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GB" sz="1800" spc="-8" dirty="0">
                <a:solidFill>
                  <a:srgbClr val="2D2C2C"/>
                </a:solidFill>
                <a:latin typeface="+mn-lt"/>
                <a:cs typeface="Segoe UI"/>
              </a:rPr>
              <a:t>authentication</a:t>
            </a:r>
            <a:r>
              <a:rPr lang="en-GB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GB" sz="1800" spc="-24" dirty="0">
                <a:solidFill>
                  <a:srgbClr val="2D2C2C"/>
                </a:solidFill>
                <a:latin typeface="+mn-lt"/>
                <a:cs typeface="Segoe UI"/>
              </a:rPr>
              <a:t>key</a:t>
            </a:r>
            <a:r>
              <a:rPr lang="en-GB" spc="-24" dirty="0">
                <a:solidFill>
                  <a:srgbClr val="2D2C2C"/>
                </a:solidFill>
                <a:cs typeface="Segoe UI"/>
              </a:rPr>
              <a:t>.</a:t>
            </a: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GB" sz="1800" spc="-2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ssh-keygen</a:t>
            </a:r>
            <a:r>
              <a:rPr lang="en-US" sz="1800" b="1" spc="16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–p</a:t>
            </a:r>
            <a:r>
              <a:rPr lang="en-US" sz="1800" b="1" spc="-12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change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pass-phrase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 P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ass-phrase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b="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include</a:t>
            </a:r>
            <a:r>
              <a:rPr lang="en-US" sz="1800" b="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white</a:t>
            </a:r>
            <a:r>
              <a:rPr lang="en-US" sz="1800" b="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characters.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If available, use</a:t>
            </a:r>
            <a:r>
              <a:rPr lang="en-US" sz="1800" b="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ssh-copy-id</a:t>
            </a:r>
            <a:r>
              <a:rPr lang="en-US" sz="1800" spc="-33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transfer</a:t>
            </a:r>
            <a:r>
              <a:rPr lang="en-US" sz="1800" b="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public</a:t>
            </a:r>
            <a:r>
              <a:rPr lang="en-US" sz="1800" b="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24" dirty="0">
                <a:solidFill>
                  <a:srgbClr val="2D2C2C"/>
                </a:solidFill>
                <a:latin typeface="+mn-lt"/>
                <a:cs typeface="Segoe UI"/>
              </a:rPr>
              <a:t>key</a:t>
            </a:r>
            <a:r>
              <a:rPr lang="en-US" sz="1800" b="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b="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b="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b="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host, --- otherwise copy the local public-key onto the end of the </a:t>
            </a:r>
            <a:r>
              <a:rPr lang="en-US" sz="1800" b="1" spc="-8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~/.ssh/</a:t>
            </a:r>
            <a:r>
              <a:rPr lang="en-US" sz="1800" b="1" spc="-8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authorized_keys</a:t>
            </a:r>
            <a:r>
              <a:rPr lang="en-US" sz="1800" b="1" spc="-8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0" spc="-8" dirty="0">
                <a:solidFill>
                  <a:srgbClr val="2D2C2C"/>
                </a:solidFill>
                <a:latin typeface="+mn-lt"/>
                <a:cs typeface="Segoe UI"/>
              </a:rPr>
              <a:t>file, on the remote host.</a:t>
            </a:r>
            <a:endParaRPr lang="en-US" sz="1800" dirty="0">
              <a:cs typeface="Segoe UI"/>
            </a:endParaRPr>
          </a:p>
          <a:p>
            <a:endParaRPr lang="en-GB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DDFA3-EA22-C8B7-64A8-D972F9C61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475" y="2572355"/>
            <a:ext cx="7833461" cy="171329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92869">
              <a:spcBef>
                <a:spcPts val="1357"/>
              </a:spcBef>
            </a:pPr>
            <a:r>
              <a:rPr lang="en-GB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12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ssh-keygen -t rsa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Generating public/private rsa key pair.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file ... to save the key (~/</a:t>
            </a:r>
            <a:r>
              <a:rPr lang="en-US" sz="1200" spc="-4" dirty="0" err="1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/.ssh/id_rsa): 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&lt;CR&gt;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passphrase (empty for no passphrase): </a:t>
            </a:r>
            <a:r>
              <a:rPr lang="en-US" sz="12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&lt;a phrase&gt;</a:t>
            </a:r>
          </a:p>
          <a:p>
            <a:pPr marL="92869"/>
            <a:r>
              <a:rPr lang="en-US" sz="12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Enter same passphrase again: </a:t>
            </a:r>
            <a:r>
              <a:rPr lang="en-US" sz="12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&lt;a phrase&gt;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 identification ... saved in /home/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 public key ... saved in /home/</a:t>
            </a:r>
            <a:r>
              <a:rPr lang="en-US" sz="1200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/.ssh/id_rsa.pub</a:t>
            </a:r>
          </a:p>
          <a:p>
            <a:pPr marL="92869"/>
            <a:r>
              <a:rPr lang="en-US" sz="12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key fingerprint is:  70:75:bd:25:40:eb:9a:c5:ed:b5:2b:f5:81:bc:e4:dc fred@rh9</a:t>
            </a:r>
            <a:endParaRPr lang="en-GB" sz="12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4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3E2E4C-C661-4DA0-D4AE-E2F55BF64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ssh configuration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US" sz="1800" b="1" spc="-41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configured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line,</a:t>
            </a:r>
            <a:r>
              <a:rPr lang="en-US" sz="1800" spc="4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1800" b="1" spc="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option.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client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server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files: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ssh.config</a:t>
            </a:r>
            <a:r>
              <a:rPr lang="en-GB" sz="1800" b="1" spc="-4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</a:t>
            </a:r>
            <a:r>
              <a:rPr lang="en-GB" sz="1800" b="1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				</a:t>
            </a:r>
            <a:r>
              <a:rPr lang="en-GB" sz="1800" b="1" spc="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800" b="1" spc="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GB" sz="1800" b="1" spc="-16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800" b="1" spc="-4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800" b="1" spc="-8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800" b="1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</a:t>
            </a:r>
            <a:r>
              <a:rPr lang="en-GB" sz="1800" b="1" spc="-12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sz="1800" b="1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</a:t>
            </a:r>
            <a:endParaRPr lang="en-US" sz="1800" dirty="0">
              <a:cs typeface="Segoe UI"/>
            </a:endParaRPr>
          </a:p>
          <a:p>
            <a:endParaRPr lang="en-GB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92B8B2C-1C80-1354-3991-DD2F6487F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326546"/>
            <a:ext cx="7665724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75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ssh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b="1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Compression=yes,ConnectionAttempts=5</a:t>
            </a:r>
            <a:r>
              <a:rPr lang="en-US" b="1" spc="8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endParaRPr lang="en-US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8640C8B-232F-75CA-55A4-E9B0E4054F2A}"/>
              </a:ext>
            </a:extLst>
          </p:cNvPr>
          <p:cNvSpPr txBox="1"/>
          <p:nvPr/>
        </p:nvSpPr>
        <p:spPr>
          <a:xfrm>
            <a:off x="690340" y="3703241"/>
            <a:ext cx="2745576" cy="2177680"/>
          </a:xfrm>
          <a:prstGeom prst="rect">
            <a:avLst/>
          </a:prstGeom>
          <a:solidFill>
            <a:srgbClr val="03EAB3"/>
          </a:solidFill>
          <a:ln>
            <a:solidFill>
              <a:schemeClr val="accent1"/>
            </a:solidFill>
          </a:ln>
        </p:spPr>
        <p:txBody>
          <a:bodyPr vert="horz" wrap="square" lIns="0" tIns="10319" rIns="0" bIns="0" rtlCol="0">
            <a:spAutoFit/>
          </a:bodyPr>
          <a:lstStyle/>
          <a:p>
            <a:pPr marL="10319" marR="4128">
              <a:spcBef>
                <a:spcPts val="81"/>
              </a:spcBef>
            </a:pP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*.qa.com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Compression yes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CompressionLevel</a:t>
            </a:r>
            <a:r>
              <a:rPr sz="1400" spc="-11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 </a:t>
            </a:r>
            <a:r>
              <a:rPr sz="1400" spc="-865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LogLevel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DEBUG2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ForwardX11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yes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AddressFamily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ipv6</a:t>
            </a:r>
            <a:endParaRPr lang="en-GB" sz="1400" spc="-8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4128">
              <a:spcBef>
                <a:spcPts val="81"/>
              </a:spcBef>
            </a:pPr>
            <a:r>
              <a:rPr sz="1400" spc="-869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</a:p>
          <a:p>
            <a:pPr marL="10319" marR="4643">
              <a:spcBef>
                <a:spcPts val="4"/>
              </a:spcBef>
            </a:pP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CompressionLevel</a:t>
            </a:r>
            <a:r>
              <a:rPr sz="1400" spc="-11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</a:t>
            </a:r>
            <a:r>
              <a:rPr sz="1400" spc="-865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LogLevel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INFO </a:t>
            </a:r>
            <a:r>
              <a:rPr sz="1400" spc="-4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AddressFamily</a:t>
            </a:r>
            <a:r>
              <a:rPr sz="1400" spc="-57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endParaRPr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67DDC7DE-ED6F-9CED-89D7-925F80393D62}"/>
              </a:ext>
            </a:extLst>
          </p:cNvPr>
          <p:cNvSpPr txBox="1"/>
          <p:nvPr/>
        </p:nvSpPr>
        <p:spPr>
          <a:xfrm>
            <a:off x="7103991" y="3727988"/>
            <a:ext cx="4084391" cy="2039180"/>
          </a:xfrm>
          <a:prstGeom prst="rect">
            <a:avLst/>
          </a:prstGeom>
          <a:solidFill>
            <a:srgbClr val="03EAB3"/>
          </a:solidFill>
          <a:ln>
            <a:solidFill>
              <a:schemeClr val="accent1"/>
            </a:solidFill>
          </a:ln>
        </p:spPr>
        <p:txBody>
          <a:bodyPr vert="horz" wrap="square" lIns="0" tIns="10319" rIns="0" bIns="0" rtlCol="0">
            <a:spAutoFit/>
          </a:bodyPr>
          <a:lstStyle/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SyslogFacility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AUTHPRIV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PasswordAuthentication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ChallengeResponseAuthentication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no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GSSAPIAuthentication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  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GSSAPICleanupCredenials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UsePAM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X11Forwarding yes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Subsystem sftp \</a:t>
            </a:r>
          </a:p>
          <a:p>
            <a:pPr marL="10319">
              <a:spcBef>
                <a:spcPts val="81"/>
              </a:spcBef>
            </a:pP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libexec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GB" sz="1400" spc="-8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openssh</a:t>
            </a:r>
            <a:r>
              <a:rPr lang="en-GB" sz="1400" spc="-8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/sftp-server</a:t>
            </a:r>
            <a:endParaRPr lang="en-GB" sz="14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4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3F54E7-1496-8210-B297-F26912153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45A262-669D-7203-AC3B-103F99098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836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3D2462-C804-B59C-A4F4-7087E3931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842829" cy="4061405"/>
          </a:xfrm>
        </p:spPr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What is the basic hardware element necessary for the computer to participate in the network?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Which command allows setting or checking the network name of your computer?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What is the basic difference between the type of information provided by the ping and the traceroute commands?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Assuming your computer provides two remote login utilities: telnet and </a:t>
            </a:r>
            <a:r>
              <a:rPr lang="en-US" sz="1800" dirty="0" err="1"/>
              <a:t>slogin</a:t>
            </a:r>
            <a:r>
              <a:rPr lang="en-US" sz="1800" dirty="0"/>
              <a:t>. Which of the two utilities is more secure and why?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dirty="0"/>
              <a:t>How would you identify the default gateway configured on your host?</a:t>
            </a:r>
          </a:p>
          <a:p>
            <a:endParaRPr lang="en-GB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505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36C20F-0AB0-7DCC-4A0B-C0D6106DA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GB" dirty="0"/>
              <a:t>Practical exercise 16 – T2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29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C6ADBC-EE3B-8AB7-509E-2375F6A6A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Linux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machines</a:t>
            </a:r>
            <a:r>
              <a:rPr lang="en-US" sz="1800" spc="6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expected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card.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It is best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configured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during</a:t>
            </a:r>
            <a:r>
              <a:rPr lang="en-US" sz="1800" spc="4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system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installation.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Basic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configuration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simple.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Using </a:t>
            </a:r>
            <a:r>
              <a:rPr lang="en-US" sz="1800" b="1" spc="-4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ifconfig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route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commands.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distributions</a:t>
            </a:r>
            <a:r>
              <a:rPr lang="en-US" sz="1800" spc="5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provide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simple</a:t>
            </a:r>
            <a:r>
              <a:rPr lang="en-US" sz="1800" spc="49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GUI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configuration.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been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added: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ip</a:t>
            </a:r>
            <a:r>
              <a:rPr lang="en-US" sz="1800" b="1" spc="-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ss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Original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still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available,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part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61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net-tools</a:t>
            </a:r>
            <a:r>
              <a:rPr lang="en-US" sz="1800" b="1" spc="12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package.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Perform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diagnostics</a:t>
            </a:r>
            <a:r>
              <a:rPr lang="en-US" sz="1800" spc="5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7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ping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traceroute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, and </a:t>
            </a:r>
            <a:r>
              <a:rPr lang="en-US" sz="1800" b="1" spc="-8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netstat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nmap</a:t>
            </a:r>
            <a:r>
              <a:rPr lang="en-US" sz="1800" b="1" spc="2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scan</a:t>
            </a:r>
            <a:r>
              <a:rPr lang="en-US" sz="1800" spc="2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hosts</a:t>
            </a:r>
            <a:r>
              <a:rPr lang="en-US" sz="1800" spc="12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and 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ports.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Ensure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you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authority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it!</a:t>
            </a:r>
            <a:endParaRPr lang="en-US" sz="180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Use </a:t>
            </a:r>
            <a:r>
              <a:rPr lang="en-US" sz="1800" b="1" dirty="0">
                <a:solidFill>
                  <a:srgbClr val="0000C7"/>
                </a:solidFill>
                <a:latin typeface="+mn-lt"/>
                <a:cs typeface="Segoe UI"/>
              </a:rPr>
              <a:t>ssh</a:t>
            </a:r>
            <a:r>
              <a:rPr lang="en-US" sz="1800" b="1" spc="-2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family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7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dirty="0">
                <a:solidFill>
                  <a:srgbClr val="2D2C2C"/>
                </a:solidFill>
                <a:latin typeface="+mn-lt"/>
                <a:cs typeface="Segoe UI"/>
              </a:rPr>
              <a:t>remote</a:t>
            </a:r>
            <a:r>
              <a:rPr lang="en-US" sz="1800" spc="33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logins.</a:t>
            </a:r>
            <a:endParaRPr lang="en-US" sz="180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Avoid</a:t>
            </a:r>
            <a:r>
              <a:rPr lang="en-US" sz="1800" spc="-24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plain</a:t>
            </a:r>
            <a:r>
              <a:rPr lang="en-US" sz="1800" spc="16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dirty="0">
                <a:solidFill>
                  <a:srgbClr val="2D2C2C"/>
                </a:solidFill>
                <a:latin typeface="+mn-lt"/>
                <a:cs typeface="Segoe UI"/>
              </a:rPr>
              <a:t>tools,</a:t>
            </a:r>
            <a:r>
              <a:rPr lang="en-US" sz="1800" spc="2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dirty="0">
                <a:solidFill>
                  <a:srgbClr val="2D2C2C"/>
                </a:solidFill>
                <a:latin typeface="+mn-lt"/>
                <a:cs typeface="Segoe UI"/>
              </a:rPr>
              <a:t>like</a:t>
            </a:r>
            <a:r>
              <a:rPr lang="en-US" sz="1800" spc="65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telnet</a:t>
            </a:r>
            <a:r>
              <a:rPr lang="en-US" sz="1800" b="1" spc="-8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4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8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ftp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5242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F2138-CCC0-27BD-C33C-1CBA1008B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3AA78D-55B2-B4D1-7926-7DF6735E80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864824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19293</TotalTime>
  <Words>3723</Words>
  <Application>Microsoft Office PowerPoint</Application>
  <PresentationFormat>Widescreen</PresentationFormat>
  <Paragraphs>550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Aptos</vt:lpstr>
      <vt:lpstr>Arial</vt:lpstr>
      <vt:lpstr>Calibri</vt:lpstr>
      <vt:lpstr>Courier New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Yellow Module</vt:lpstr>
      <vt:lpstr>Purple Module</vt:lpstr>
      <vt:lpstr>Green Module</vt:lpstr>
      <vt:lpstr>B/W Module</vt:lpstr>
      <vt:lpstr>Module 16: Working in a Networked Environment</vt:lpstr>
      <vt:lpstr>Contents</vt:lpstr>
      <vt:lpstr>Basic Linux network configuration</vt:lpstr>
      <vt:lpstr>Network interface</vt:lpstr>
      <vt:lpstr>Checking IP settings</vt:lpstr>
      <vt:lpstr>hostname</vt:lpstr>
      <vt:lpstr>Resolving names</vt:lpstr>
      <vt:lpstr>Simple troubleshooting tools</vt:lpstr>
      <vt:lpstr>netstat (net-tools)</vt:lpstr>
      <vt:lpstr>ss</vt:lpstr>
      <vt:lpstr>Check routing</vt:lpstr>
      <vt:lpstr>ping</vt:lpstr>
      <vt:lpstr>Tracing the route</vt:lpstr>
      <vt:lpstr>Packet sniffing</vt:lpstr>
      <vt:lpstr>nmap</vt:lpstr>
      <vt:lpstr>ssh</vt:lpstr>
      <vt:lpstr>Remote system access</vt:lpstr>
      <vt:lpstr>Programs that use ssh</vt:lpstr>
      <vt:lpstr>ssh command</vt:lpstr>
      <vt:lpstr>Lab</vt:lpstr>
      <vt:lpstr>Practical exercise 16 – T1</vt:lpstr>
      <vt:lpstr>Key-pairs</vt:lpstr>
      <vt:lpstr>ssh configuration</vt:lpstr>
      <vt:lpstr>Review and lab</vt:lpstr>
      <vt:lpstr>Review questions</vt:lpstr>
      <vt:lpstr>Practical exercise 16 – T2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44</cp:revision>
  <dcterms:created xsi:type="dcterms:W3CDTF">2024-06-24T11:44:08Z</dcterms:created>
  <dcterms:modified xsi:type="dcterms:W3CDTF">2026-05-29T12:03:07Z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