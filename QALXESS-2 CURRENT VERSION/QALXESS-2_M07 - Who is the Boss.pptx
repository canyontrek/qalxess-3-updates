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4.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6.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7.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4"/>
    <p:sldMasterId id="2147483809" r:id="rId5"/>
    <p:sldMasterId id="2147483660" r:id="rId6"/>
    <p:sldMasterId id="2147483874" r:id="rId7"/>
    <p:sldMasterId id="2147483885" r:id="rId8"/>
    <p:sldMasterId id="2147483897" r:id="rId9"/>
    <p:sldMasterId id="2147483919" r:id="rId10"/>
    <p:sldMasterId id="2147483930" r:id="rId11"/>
  </p:sldMasterIdLst>
  <p:notesMasterIdLst>
    <p:notesMasterId r:id="rId44"/>
  </p:notesMasterIdLst>
  <p:sldIdLst>
    <p:sldId id="1275" r:id="rId12"/>
    <p:sldId id="1276" r:id="rId13"/>
    <p:sldId id="1277" r:id="rId14"/>
    <p:sldId id="1278" r:id="rId15"/>
    <p:sldId id="744" r:id="rId16"/>
    <p:sldId id="745" r:id="rId17"/>
    <p:sldId id="1636" r:id="rId18"/>
    <p:sldId id="1279" r:id="rId19"/>
    <p:sldId id="1280" r:id="rId20"/>
    <p:sldId id="746" r:id="rId21"/>
    <p:sldId id="741" r:id="rId22"/>
    <p:sldId id="1295" r:id="rId23"/>
    <p:sldId id="1281" r:id="rId24"/>
    <p:sldId id="1282" r:id="rId25"/>
    <p:sldId id="1283" r:id="rId26"/>
    <p:sldId id="1284" r:id="rId27"/>
    <p:sldId id="739" r:id="rId28"/>
    <p:sldId id="1285" r:id="rId29"/>
    <p:sldId id="724" r:id="rId30"/>
    <p:sldId id="733" r:id="rId31"/>
    <p:sldId id="726" r:id="rId32"/>
    <p:sldId id="1286" r:id="rId33"/>
    <p:sldId id="1287" r:id="rId34"/>
    <p:sldId id="750" r:id="rId35"/>
    <p:sldId id="751" r:id="rId36"/>
    <p:sldId id="736" r:id="rId37"/>
    <p:sldId id="1288" r:id="rId38"/>
    <p:sldId id="1289" r:id="rId39"/>
    <p:sldId id="1293" r:id="rId40"/>
    <p:sldId id="1290" r:id="rId41"/>
    <p:sldId id="1635" r:id="rId42"/>
    <p:sldId id="1292"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3EC420FF-67B5-2B43-B8B0-31C326A878BA}">
          <p14:sldIdLst/>
        </p14:section>
        <p14:section name="Master" id="{86F55D6F-F04C-C141-A3B2-B81D9F14C13E}">
          <p14:sldIdLst/>
        </p14:section>
        <p14:section name="Cover slides" id="{A8F06CE1-BECE-433A-A682-4C071F90D966}">
          <p14:sldIdLst/>
        </p14:section>
        <p14:section name="Introduction" id="{D71C3838-11FC-3F44-90EC-9E7C8FE30A48}">
          <p14:sldIdLst/>
        </p14:section>
        <p14:section name="Content Slides" id="{05C53EB9-C633-4D6D-B3BC-F573E1DB951E}">
          <p14:sldIdLst>
            <p14:sldId id="1275"/>
            <p14:sldId id="1276"/>
            <p14:sldId id="1277"/>
            <p14:sldId id="1278"/>
            <p14:sldId id="744"/>
            <p14:sldId id="745"/>
            <p14:sldId id="1636"/>
            <p14:sldId id="1279"/>
            <p14:sldId id="1280"/>
            <p14:sldId id="746"/>
            <p14:sldId id="741"/>
            <p14:sldId id="1295"/>
            <p14:sldId id="1281"/>
            <p14:sldId id="1282"/>
            <p14:sldId id="1283"/>
            <p14:sldId id="1284"/>
            <p14:sldId id="739"/>
            <p14:sldId id="1285"/>
            <p14:sldId id="724"/>
            <p14:sldId id="733"/>
            <p14:sldId id="726"/>
            <p14:sldId id="1286"/>
            <p14:sldId id="1287"/>
            <p14:sldId id="750"/>
            <p14:sldId id="751"/>
            <p14:sldId id="736"/>
            <p14:sldId id="1288"/>
            <p14:sldId id="1289"/>
            <p14:sldId id="1293"/>
            <p14:sldId id="1290"/>
            <p14:sldId id="1635"/>
            <p14:sldId id="129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B038381-4C18-EEB2-D798-E55F33345695}" name="Haynes, Amanda" initials="HA" userId="S::ahaynes@qa.com::f3044909-ea02-4a80-b124-5c683d29f1e5" providerId="AD"/>
  <p188:author id="{34F02186-A83D-147B-1AD3-CAE41537E927}" name="O'Flynn, Sarah" initials="SO" userId="S::SOFlynn@qa.com::c5bd941b-3572-499d-9953-9da6030055ca" providerId="AD"/>
  <p188:author id="{570EC78B-0B85-CC25-1293-AD5F30C7BB59}" name="Huskisson, Harry" initials="HH" userId="S::HHuskisson@qa.com::5d0a9b6a-71d8-408a-a551-20cf3a498200" providerId="AD"/>
  <p188:author id="{29DB2DE1-A6DA-284A-0775-8BA18A27BFDD}" name="Renang, Antonia" initials="AR" userId="S::ARenang@qa.com::6d248bc4-c380-4929-8d38-4b7a6af76729" providerId="AD"/>
  <p188:author id="{14A6B2E2-577F-2DC9-8598-664F7D3C9407}" name="Evans, Josie" initials="JE" userId="S::JEvans3@qa.com::aaea60dd-eaa6-4fde-a2ae-3576d6b832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5F5F"/>
    <a:srgbClr val="333333"/>
    <a:srgbClr val="575757"/>
    <a:srgbClr val="000000"/>
    <a:srgbClr val="0D0D0D"/>
    <a:srgbClr val="161616"/>
    <a:srgbClr val="FEBDC0"/>
    <a:srgbClr val="FEDEC3"/>
    <a:srgbClr val="ACE2F0"/>
    <a:srgbClr val="0E4B5B"/>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298D48-BC36-4483-9959-F7A306263701}" v="1" dt="2025-05-30T12:22:57.744"/>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notesView">
  <p:normalViewPr>
    <p:restoredLeft sz="10565"/>
    <p:restoredTop sz="96283" autoAdjust="0"/>
  </p:normalViewPr>
  <p:slideViewPr>
    <p:cSldViewPr snapToGrid="0">
      <p:cViewPr varScale="1">
        <p:scale>
          <a:sx n="99" d="100"/>
          <a:sy n="99" d="100"/>
        </p:scale>
        <p:origin x="1284" y="306"/>
      </p:cViewPr>
      <p:guideLst/>
    </p:cSldViewPr>
  </p:slideViewPr>
  <p:outlineViewPr>
    <p:cViewPr>
      <p:scale>
        <a:sx n="33" d="100"/>
        <a:sy n="33" d="100"/>
      </p:scale>
      <p:origin x="0" y="-15912"/>
    </p:cViewPr>
  </p:outlineViewPr>
  <p:notesTextViewPr>
    <p:cViewPr>
      <p:scale>
        <a:sx n="1" d="1"/>
        <a:sy n="1" d="1"/>
      </p:scale>
      <p:origin x="0" y="0"/>
    </p:cViewPr>
  </p:notesTextViewPr>
  <p:notesViewPr>
    <p:cSldViewPr snapToGrid="0">
      <p:cViewPr>
        <p:scale>
          <a:sx n="110" d="100"/>
          <a:sy n="110" d="100"/>
        </p:scale>
        <p:origin x="3348" y="-120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slide" Target="slides/slide28.xml"/><Relationship Id="rId3" Type="http://schemas.openxmlformats.org/officeDocument/2006/relationships/customXml" Target="../customXml/item3.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slide" Target="slides/slide31.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Master" Target="slideMasters/slideMaster4.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slide" Target="slides/slide18.xml"/><Relationship Id="rId41" Type="http://schemas.openxmlformats.org/officeDocument/2006/relationships/slide" Target="slides/slide30.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slide" Target="slides/slide29.xml"/><Relationship Id="rId45"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microsoft.com/office/2016/11/relationships/changesInfo" Target="changesInfos/changesInfo1.xml"/><Relationship Id="rId10" Type="http://schemas.openxmlformats.org/officeDocument/2006/relationships/slideMaster" Target="slideMasters/slideMaster7.xml"/><Relationship Id="rId19" Type="http://schemas.openxmlformats.org/officeDocument/2006/relationships/slide" Target="slides/slide8.xml"/><Relationship Id="rId31" Type="http://schemas.openxmlformats.org/officeDocument/2006/relationships/slide" Target="slides/slide20.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slide" Target="slides/slide32.xml"/><Relationship Id="rId48" Type="http://schemas.openxmlformats.org/officeDocument/2006/relationships/tableStyles" Target="tableStyles.xml"/><Relationship Id="rId8" Type="http://schemas.openxmlformats.org/officeDocument/2006/relationships/slideMaster" Target="slideMasters/slideMaster5.xml"/><Relationship Id="rId51"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ist, Ella" userId="992bbaf2-811d-42cb-a4d6-e7fc45e325e8" providerId="ADAL" clId="{3C298D48-BC36-4483-9959-F7A306263701}"/>
    <pc:docChg chg="undo custSel modSld">
      <pc:chgData name="Feist, Ella" userId="992bbaf2-811d-42cb-a4d6-e7fc45e325e8" providerId="ADAL" clId="{3C298D48-BC36-4483-9959-F7A306263701}" dt="2025-05-30T12:23:55.455" v="156" actId="20577"/>
      <pc:docMkLst>
        <pc:docMk/>
      </pc:docMkLst>
      <pc:sldChg chg="modNotes">
        <pc:chgData name="Feist, Ella" userId="992bbaf2-811d-42cb-a4d6-e7fc45e325e8" providerId="ADAL" clId="{3C298D48-BC36-4483-9959-F7A306263701}" dt="2025-05-30T12:21:20.606" v="115" actId="313"/>
        <pc:sldMkLst>
          <pc:docMk/>
          <pc:sldMk cId="1691008038" sldId="724"/>
        </pc:sldMkLst>
      </pc:sldChg>
      <pc:sldChg chg="modNotes">
        <pc:chgData name="Feist, Ella" userId="992bbaf2-811d-42cb-a4d6-e7fc45e325e8" providerId="ADAL" clId="{3C298D48-BC36-4483-9959-F7A306263701}" dt="2025-05-30T12:22:29.765" v="128" actId="20577"/>
        <pc:sldMkLst>
          <pc:docMk/>
          <pc:sldMk cId="1951533048" sldId="726"/>
        </pc:sldMkLst>
      </pc:sldChg>
      <pc:sldChg chg="modNotes">
        <pc:chgData name="Feist, Ella" userId="992bbaf2-811d-42cb-a4d6-e7fc45e325e8" providerId="ADAL" clId="{3C298D48-BC36-4483-9959-F7A306263701}" dt="2025-05-30T12:22:11.882" v="122" actId="20577"/>
        <pc:sldMkLst>
          <pc:docMk/>
          <pc:sldMk cId="1467735581" sldId="733"/>
        </pc:sldMkLst>
      </pc:sldChg>
      <pc:sldChg chg="modNotes">
        <pc:chgData name="Feist, Ella" userId="992bbaf2-811d-42cb-a4d6-e7fc45e325e8" providerId="ADAL" clId="{3C298D48-BC36-4483-9959-F7A306263701}" dt="2025-05-30T12:23:28.015" v="151" actId="20577"/>
        <pc:sldMkLst>
          <pc:docMk/>
          <pc:sldMk cId="4094752075" sldId="736"/>
        </pc:sldMkLst>
      </pc:sldChg>
      <pc:sldChg chg="modNotes">
        <pc:chgData name="Feist, Ella" userId="992bbaf2-811d-42cb-a4d6-e7fc45e325e8" providerId="ADAL" clId="{3C298D48-BC36-4483-9959-F7A306263701}" dt="2025-05-30T12:18:36.093" v="38" actId="20577"/>
        <pc:sldMkLst>
          <pc:docMk/>
          <pc:sldMk cId="783978090" sldId="744"/>
        </pc:sldMkLst>
      </pc:sldChg>
      <pc:sldChg chg="modNotes">
        <pc:chgData name="Feist, Ella" userId="992bbaf2-811d-42cb-a4d6-e7fc45e325e8" providerId="ADAL" clId="{3C298D48-BC36-4483-9959-F7A306263701}" dt="2025-05-30T12:18:43.070" v="39" actId="207"/>
        <pc:sldMkLst>
          <pc:docMk/>
          <pc:sldMk cId="3365621029" sldId="745"/>
        </pc:sldMkLst>
      </pc:sldChg>
      <pc:sldChg chg="modSp mod">
        <pc:chgData name="Feist, Ella" userId="992bbaf2-811d-42cb-a4d6-e7fc45e325e8" providerId="ADAL" clId="{3C298D48-BC36-4483-9959-F7A306263701}" dt="2025-05-30T12:13:06.467" v="1" actId="2711"/>
        <pc:sldMkLst>
          <pc:docMk/>
          <pc:sldMk cId="337887330" sldId="1275"/>
        </pc:sldMkLst>
        <pc:graphicFrameChg chg="modGraphic">
          <ac:chgData name="Feist, Ella" userId="992bbaf2-811d-42cb-a4d6-e7fc45e325e8" providerId="ADAL" clId="{3C298D48-BC36-4483-9959-F7A306263701}" dt="2025-05-30T12:13:06.467" v="1" actId="2711"/>
          <ac:graphicFrameMkLst>
            <pc:docMk/>
            <pc:sldMk cId="337887330" sldId="1275"/>
            <ac:graphicFrameMk id="6" creationId="{7126B363-71F0-DCBD-8CBB-C5D65E6C70E4}"/>
          </ac:graphicFrameMkLst>
        </pc:graphicFrameChg>
      </pc:sldChg>
      <pc:sldChg chg="modNotes">
        <pc:chgData name="Feist, Ella" userId="992bbaf2-811d-42cb-a4d6-e7fc45e325e8" providerId="ADAL" clId="{3C298D48-BC36-4483-9959-F7A306263701}" dt="2025-05-30T12:15:46.616" v="6" actId="313"/>
        <pc:sldMkLst>
          <pc:docMk/>
          <pc:sldMk cId="630277131" sldId="1276"/>
        </pc:sldMkLst>
      </pc:sldChg>
      <pc:sldChg chg="modNotes">
        <pc:chgData name="Feist, Ella" userId="992bbaf2-811d-42cb-a4d6-e7fc45e325e8" providerId="ADAL" clId="{3C298D48-BC36-4483-9959-F7A306263701}" dt="2025-05-30T12:17:52.997" v="17" actId="313"/>
        <pc:sldMkLst>
          <pc:docMk/>
          <pc:sldMk cId="1918969129" sldId="1278"/>
        </pc:sldMkLst>
      </pc:sldChg>
      <pc:sldChg chg="modNotes">
        <pc:chgData name="Feist, Ella" userId="992bbaf2-811d-42cb-a4d6-e7fc45e325e8" providerId="ADAL" clId="{3C298D48-BC36-4483-9959-F7A306263701}" dt="2025-05-30T12:18:57.096" v="41" actId="20577"/>
        <pc:sldMkLst>
          <pc:docMk/>
          <pc:sldMk cId="1405774114" sldId="1280"/>
        </pc:sldMkLst>
      </pc:sldChg>
      <pc:sldChg chg="modNotes">
        <pc:chgData name="Feist, Ella" userId="992bbaf2-811d-42cb-a4d6-e7fc45e325e8" providerId="ADAL" clId="{3C298D48-BC36-4483-9959-F7A306263701}" dt="2025-05-30T12:19:01.993" v="42" actId="207"/>
        <pc:sldMkLst>
          <pc:docMk/>
          <pc:sldMk cId="201244296" sldId="1281"/>
        </pc:sldMkLst>
      </pc:sldChg>
      <pc:sldChg chg="modNotes">
        <pc:chgData name="Feist, Ella" userId="992bbaf2-811d-42cb-a4d6-e7fc45e325e8" providerId="ADAL" clId="{3C298D48-BC36-4483-9959-F7A306263701}" dt="2025-05-30T12:19:59.607" v="73" actId="20577"/>
        <pc:sldMkLst>
          <pc:docMk/>
          <pc:sldMk cId="2077932776" sldId="1282"/>
        </pc:sldMkLst>
      </pc:sldChg>
      <pc:sldChg chg="modNotes">
        <pc:chgData name="Feist, Ella" userId="992bbaf2-811d-42cb-a4d6-e7fc45e325e8" providerId="ADAL" clId="{3C298D48-BC36-4483-9959-F7A306263701}" dt="2025-05-30T12:20:18.317" v="76" actId="20577"/>
        <pc:sldMkLst>
          <pc:docMk/>
          <pc:sldMk cId="1144917744" sldId="1284"/>
        </pc:sldMkLst>
      </pc:sldChg>
      <pc:sldChg chg="modNotes">
        <pc:chgData name="Feist, Ella" userId="992bbaf2-811d-42cb-a4d6-e7fc45e325e8" providerId="ADAL" clId="{3C298D48-BC36-4483-9959-F7A306263701}" dt="2025-05-30T12:22:40.540" v="131" actId="20577"/>
        <pc:sldMkLst>
          <pc:docMk/>
          <pc:sldMk cId="2314804740" sldId="1286"/>
        </pc:sldMkLst>
      </pc:sldChg>
      <pc:sldChg chg="modNotes">
        <pc:chgData name="Feist, Ella" userId="992bbaf2-811d-42cb-a4d6-e7fc45e325e8" providerId="ADAL" clId="{3C298D48-BC36-4483-9959-F7A306263701}" dt="2025-05-30T12:23:21.497" v="150" actId="14100"/>
        <pc:sldMkLst>
          <pc:docMk/>
          <pc:sldMk cId="3482068115" sldId="1287"/>
        </pc:sldMkLst>
      </pc:sldChg>
      <pc:sldChg chg="modNotes">
        <pc:chgData name="Feist, Ella" userId="992bbaf2-811d-42cb-a4d6-e7fc45e325e8" providerId="ADAL" clId="{3C298D48-BC36-4483-9959-F7A306263701}" dt="2025-05-30T12:23:41.391" v="154" actId="20577"/>
        <pc:sldMkLst>
          <pc:docMk/>
          <pc:sldMk cId="4062026151" sldId="1289"/>
        </pc:sldMkLst>
      </pc:sldChg>
      <pc:sldChg chg="modNotes">
        <pc:chgData name="Feist, Ella" userId="992bbaf2-811d-42cb-a4d6-e7fc45e325e8" providerId="ADAL" clId="{3C298D48-BC36-4483-9959-F7A306263701}" dt="2025-05-30T12:23:55.455" v="156" actId="20577"/>
        <pc:sldMkLst>
          <pc:docMk/>
          <pc:sldMk cId="3496045167" sldId="1290"/>
        </pc:sldMkLst>
      </pc:sldChg>
    </pc:docChg>
  </pc:docChgLst>
  <pc:docChgLst>
    <pc:chgData name="Feist, Ella" userId="992bbaf2-811d-42cb-a4d6-e7fc45e325e8" providerId="ADAL" clId="{48DC18DD-ADA8-453C-A8C6-8D883987BA1A}"/>
    <pc:docChg chg="undo custSel modSld delMainMaster">
      <pc:chgData name="Feist, Ella" userId="992bbaf2-811d-42cb-a4d6-e7fc45e325e8" providerId="ADAL" clId="{48DC18DD-ADA8-453C-A8C6-8D883987BA1A}" dt="2025-05-28T09:10:23.098" v="325" actId="790"/>
      <pc:docMkLst>
        <pc:docMk/>
      </pc:docMkLst>
      <pc:sldChg chg="modSp mod modNotesTx">
        <pc:chgData name="Feist, Ella" userId="992bbaf2-811d-42cb-a4d6-e7fc45e325e8" providerId="ADAL" clId="{48DC18DD-ADA8-453C-A8C6-8D883987BA1A}" dt="2025-05-28T09:10:23.098" v="325" actId="790"/>
        <pc:sldMkLst>
          <pc:docMk/>
          <pc:sldMk cId="1691008038" sldId="724"/>
        </pc:sldMkLst>
        <pc:spChg chg="mod">
          <ac:chgData name="Feist, Ella" userId="992bbaf2-811d-42cb-a4d6-e7fc45e325e8" providerId="ADAL" clId="{48DC18DD-ADA8-453C-A8C6-8D883987BA1A}" dt="2025-05-28T09:10:23.098" v="325" actId="790"/>
          <ac:spMkLst>
            <pc:docMk/>
            <pc:sldMk cId="1691008038" sldId="724"/>
            <ac:spMk id="5" creationId="{91A8ED3D-B755-43C9-BCB1-DCF495C0C9DB}"/>
          </ac:spMkLst>
        </pc:spChg>
        <pc:spChg chg="mod">
          <ac:chgData name="Feist, Ella" userId="992bbaf2-811d-42cb-a4d6-e7fc45e325e8" providerId="ADAL" clId="{48DC18DD-ADA8-453C-A8C6-8D883987BA1A}" dt="2025-05-28T09:10:23.098" v="325" actId="790"/>
          <ac:spMkLst>
            <pc:docMk/>
            <pc:sldMk cId="1691008038" sldId="724"/>
            <ac:spMk id="6" creationId="{FCFD853B-C824-E61D-D0AE-21FDA37F16F9}"/>
          </ac:spMkLst>
        </pc:spChg>
        <pc:spChg chg="mod">
          <ac:chgData name="Feist, Ella" userId="992bbaf2-811d-42cb-a4d6-e7fc45e325e8" providerId="ADAL" clId="{48DC18DD-ADA8-453C-A8C6-8D883987BA1A}" dt="2025-05-28T09:10:23.098" v="325" actId="790"/>
          <ac:spMkLst>
            <pc:docMk/>
            <pc:sldMk cId="1691008038" sldId="724"/>
            <ac:spMk id="8" creationId="{4FC68FF9-684E-64FF-9216-582AFB7C3B04}"/>
          </ac:spMkLst>
        </pc:spChg>
        <pc:spChg chg="mod">
          <ac:chgData name="Feist, Ella" userId="992bbaf2-811d-42cb-a4d6-e7fc45e325e8" providerId="ADAL" clId="{48DC18DD-ADA8-453C-A8C6-8D883987BA1A}" dt="2025-05-28T09:10:23.098" v="325" actId="790"/>
          <ac:spMkLst>
            <pc:docMk/>
            <pc:sldMk cId="1691008038" sldId="724"/>
            <ac:spMk id="10" creationId="{84FC23DC-1980-2F1E-2235-E464EA1C7BBA}"/>
          </ac:spMkLst>
        </pc:spChg>
        <pc:spChg chg="mod">
          <ac:chgData name="Feist, Ella" userId="992bbaf2-811d-42cb-a4d6-e7fc45e325e8" providerId="ADAL" clId="{48DC18DD-ADA8-453C-A8C6-8D883987BA1A}" dt="2025-05-28T09:10:23.098" v="325" actId="790"/>
          <ac:spMkLst>
            <pc:docMk/>
            <pc:sldMk cId="1691008038" sldId="724"/>
            <ac:spMk id="13" creationId="{C2F4AC69-B8ED-07FE-CBA7-4748D14C4BA5}"/>
          </ac:spMkLst>
        </pc:spChg>
        <pc:spChg chg="mod">
          <ac:chgData name="Feist, Ella" userId="992bbaf2-811d-42cb-a4d6-e7fc45e325e8" providerId="ADAL" clId="{48DC18DD-ADA8-453C-A8C6-8D883987BA1A}" dt="2025-05-28T09:10:23.098" v="325" actId="790"/>
          <ac:spMkLst>
            <pc:docMk/>
            <pc:sldMk cId="1691008038" sldId="724"/>
            <ac:spMk id="18" creationId="{20DF7AAE-E5AB-A03A-86F5-F4BF397B0F84}"/>
          </ac:spMkLst>
        </pc:spChg>
        <pc:spChg chg="mod">
          <ac:chgData name="Feist, Ella" userId="992bbaf2-811d-42cb-a4d6-e7fc45e325e8" providerId="ADAL" clId="{48DC18DD-ADA8-453C-A8C6-8D883987BA1A}" dt="2025-05-28T09:10:23.098" v="325" actId="790"/>
          <ac:spMkLst>
            <pc:docMk/>
            <pc:sldMk cId="1691008038" sldId="724"/>
            <ac:spMk id="20" creationId="{F265898A-8667-0967-3CD4-FB8A4BC5073B}"/>
          </ac:spMkLst>
        </pc:spChg>
        <pc:spChg chg="mod">
          <ac:chgData name="Feist, Ella" userId="992bbaf2-811d-42cb-a4d6-e7fc45e325e8" providerId="ADAL" clId="{48DC18DD-ADA8-453C-A8C6-8D883987BA1A}" dt="2025-05-28T09:10:23.098" v="325" actId="790"/>
          <ac:spMkLst>
            <pc:docMk/>
            <pc:sldMk cId="1691008038" sldId="724"/>
            <ac:spMk id="22" creationId="{C87CA1F7-D873-8B05-5C25-4491D896F967}"/>
          </ac:spMkLst>
        </pc:spChg>
        <pc:spChg chg="mod">
          <ac:chgData name="Feist, Ella" userId="992bbaf2-811d-42cb-a4d6-e7fc45e325e8" providerId="ADAL" clId="{48DC18DD-ADA8-453C-A8C6-8D883987BA1A}" dt="2025-05-28T09:10:23.098" v="325" actId="790"/>
          <ac:spMkLst>
            <pc:docMk/>
            <pc:sldMk cId="1691008038" sldId="724"/>
            <ac:spMk id="28" creationId="{4175E266-F2B3-2EED-6ED5-982E986A43EB}"/>
          </ac:spMkLst>
        </pc:spChg>
        <pc:spChg chg="mod">
          <ac:chgData name="Feist, Ella" userId="992bbaf2-811d-42cb-a4d6-e7fc45e325e8" providerId="ADAL" clId="{48DC18DD-ADA8-453C-A8C6-8D883987BA1A}" dt="2025-05-28T09:10:23.098" v="325" actId="790"/>
          <ac:spMkLst>
            <pc:docMk/>
            <pc:sldMk cId="1691008038" sldId="724"/>
            <ac:spMk id="40" creationId="{A77582A5-C43A-E028-B251-AEEDC9DD6B4F}"/>
          </ac:spMkLst>
        </pc:spChg>
      </pc:sldChg>
      <pc:sldChg chg="modSp mod">
        <pc:chgData name="Feist, Ella" userId="992bbaf2-811d-42cb-a4d6-e7fc45e325e8" providerId="ADAL" clId="{48DC18DD-ADA8-453C-A8C6-8D883987BA1A}" dt="2025-05-28T09:10:23.098" v="325" actId="790"/>
        <pc:sldMkLst>
          <pc:docMk/>
          <pc:sldMk cId="1951533048" sldId="726"/>
        </pc:sldMkLst>
        <pc:spChg chg="mod">
          <ac:chgData name="Feist, Ella" userId="992bbaf2-811d-42cb-a4d6-e7fc45e325e8" providerId="ADAL" clId="{48DC18DD-ADA8-453C-A8C6-8D883987BA1A}" dt="2025-05-28T09:10:23.098" v="325" actId="790"/>
          <ac:spMkLst>
            <pc:docMk/>
            <pc:sldMk cId="1951533048" sldId="726"/>
            <ac:spMk id="2" creationId="{A9A6FF77-D641-4417-92E7-11CC6238BF20}"/>
          </ac:spMkLst>
        </pc:spChg>
        <pc:spChg chg="mod">
          <ac:chgData name="Feist, Ella" userId="992bbaf2-811d-42cb-a4d6-e7fc45e325e8" providerId="ADAL" clId="{48DC18DD-ADA8-453C-A8C6-8D883987BA1A}" dt="2025-05-28T09:10:23.098" v="325" actId="790"/>
          <ac:spMkLst>
            <pc:docMk/>
            <pc:sldMk cId="1951533048" sldId="726"/>
            <ac:spMk id="3" creationId="{F55CCCF9-023A-1019-EA60-0C570E8C1BB9}"/>
          </ac:spMkLst>
        </pc:spChg>
        <pc:spChg chg="mod">
          <ac:chgData name="Feist, Ella" userId="992bbaf2-811d-42cb-a4d6-e7fc45e325e8" providerId="ADAL" clId="{48DC18DD-ADA8-453C-A8C6-8D883987BA1A}" dt="2025-05-28T09:10:23.098" v="325" actId="790"/>
          <ac:spMkLst>
            <pc:docMk/>
            <pc:sldMk cId="1951533048" sldId="726"/>
            <ac:spMk id="4" creationId="{CFBAC42F-8D44-0C19-FFEB-173F1D63E040}"/>
          </ac:spMkLst>
        </pc:spChg>
        <pc:spChg chg="mod">
          <ac:chgData name="Feist, Ella" userId="992bbaf2-811d-42cb-a4d6-e7fc45e325e8" providerId="ADAL" clId="{48DC18DD-ADA8-453C-A8C6-8D883987BA1A}" dt="2025-05-28T09:10:23.098" v="325" actId="790"/>
          <ac:spMkLst>
            <pc:docMk/>
            <pc:sldMk cId="1951533048" sldId="726"/>
            <ac:spMk id="5" creationId="{91A8ED3D-B755-43C9-BCB1-DCF495C0C9DB}"/>
          </ac:spMkLst>
        </pc:spChg>
        <pc:spChg chg="mod">
          <ac:chgData name="Feist, Ella" userId="992bbaf2-811d-42cb-a4d6-e7fc45e325e8" providerId="ADAL" clId="{48DC18DD-ADA8-453C-A8C6-8D883987BA1A}" dt="2025-05-28T09:10:23.098" v="325" actId="790"/>
          <ac:spMkLst>
            <pc:docMk/>
            <pc:sldMk cId="1951533048" sldId="726"/>
            <ac:spMk id="65" creationId="{EF800CFB-2D47-5864-D522-5C6C5FBF42A4}"/>
          </ac:spMkLst>
        </pc:spChg>
      </pc:sldChg>
      <pc:sldChg chg="modSp mod">
        <pc:chgData name="Feist, Ella" userId="992bbaf2-811d-42cb-a4d6-e7fc45e325e8" providerId="ADAL" clId="{48DC18DD-ADA8-453C-A8C6-8D883987BA1A}" dt="2025-05-28T09:10:23.098" v="325" actId="790"/>
        <pc:sldMkLst>
          <pc:docMk/>
          <pc:sldMk cId="1467735581" sldId="733"/>
        </pc:sldMkLst>
        <pc:spChg chg="mod">
          <ac:chgData name="Feist, Ella" userId="992bbaf2-811d-42cb-a4d6-e7fc45e325e8" providerId="ADAL" clId="{48DC18DD-ADA8-453C-A8C6-8D883987BA1A}" dt="2025-05-28T09:10:23.098" v="325" actId="790"/>
          <ac:spMkLst>
            <pc:docMk/>
            <pc:sldMk cId="1467735581" sldId="733"/>
            <ac:spMk id="2" creationId="{A9A6FF77-D641-4417-92E7-11CC6238BF20}"/>
          </ac:spMkLst>
        </pc:spChg>
        <pc:spChg chg="mod">
          <ac:chgData name="Feist, Ella" userId="992bbaf2-811d-42cb-a4d6-e7fc45e325e8" providerId="ADAL" clId="{48DC18DD-ADA8-453C-A8C6-8D883987BA1A}" dt="2025-05-28T09:10:23.098" v="325" actId="790"/>
          <ac:spMkLst>
            <pc:docMk/>
            <pc:sldMk cId="1467735581" sldId="733"/>
            <ac:spMk id="4" creationId="{48670C26-FA79-F639-2827-B8E791E2C419}"/>
          </ac:spMkLst>
        </pc:spChg>
        <pc:spChg chg="mod">
          <ac:chgData name="Feist, Ella" userId="992bbaf2-811d-42cb-a4d6-e7fc45e325e8" providerId="ADAL" clId="{48DC18DD-ADA8-453C-A8C6-8D883987BA1A}" dt="2025-05-28T09:10:23.098" v="325" actId="790"/>
          <ac:spMkLst>
            <pc:docMk/>
            <pc:sldMk cId="1467735581" sldId="733"/>
            <ac:spMk id="5" creationId="{91A8ED3D-B755-43C9-BCB1-DCF495C0C9DB}"/>
          </ac:spMkLst>
        </pc:spChg>
        <pc:spChg chg="mod">
          <ac:chgData name="Feist, Ella" userId="992bbaf2-811d-42cb-a4d6-e7fc45e325e8" providerId="ADAL" clId="{48DC18DD-ADA8-453C-A8C6-8D883987BA1A}" dt="2025-05-28T09:10:23.098" v="325" actId="790"/>
          <ac:spMkLst>
            <pc:docMk/>
            <pc:sldMk cId="1467735581" sldId="733"/>
            <ac:spMk id="6" creationId="{FCFD853B-C824-E61D-D0AE-21FDA37F16F9}"/>
          </ac:spMkLst>
        </pc:spChg>
        <pc:spChg chg="mod">
          <ac:chgData name="Feist, Ella" userId="992bbaf2-811d-42cb-a4d6-e7fc45e325e8" providerId="ADAL" clId="{48DC18DD-ADA8-453C-A8C6-8D883987BA1A}" dt="2025-05-28T09:10:23.098" v="325" actId="790"/>
          <ac:spMkLst>
            <pc:docMk/>
            <pc:sldMk cId="1467735581" sldId="733"/>
            <ac:spMk id="8" creationId="{A4485C93-11DD-031A-D9A4-F70B80CF2353}"/>
          </ac:spMkLst>
        </pc:spChg>
        <pc:spChg chg="mod">
          <ac:chgData name="Feist, Ella" userId="992bbaf2-811d-42cb-a4d6-e7fc45e325e8" providerId="ADAL" clId="{48DC18DD-ADA8-453C-A8C6-8D883987BA1A}" dt="2025-05-28T09:10:23.098" v="325" actId="790"/>
          <ac:spMkLst>
            <pc:docMk/>
            <pc:sldMk cId="1467735581" sldId="733"/>
            <ac:spMk id="13" creationId="{C2F4AC69-B8ED-07FE-CBA7-4748D14C4BA5}"/>
          </ac:spMkLst>
        </pc:spChg>
        <pc:spChg chg="mod">
          <ac:chgData name="Feist, Ella" userId="992bbaf2-811d-42cb-a4d6-e7fc45e325e8" providerId="ADAL" clId="{48DC18DD-ADA8-453C-A8C6-8D883987BA1A}" dt="2025-05-28T09:10:23.098" v="325" actId="790"/>
          <ac:spMkLst>
            <pc:docMk/>
            <pc:sldMk cId="1467735581" sldId="733"/>
            <ac:spMk id="18" creationId="{20DF7AAE-E5AB-A03A-86F5-F4BF397B0F84}"/>
          </ac:spMkLst>
        </pc:spChg>
        <pc:spChg chg="mod">
          <ac:chgData name="Feist, Ella" userId="992bbaf2-811d-42cb-a4d6-e7fc45e325e8" providerId="ADAL" clId="{48DC18DD-ADA8-453C-A8C6-8D883987BA1A}" dt="2025-05-28T09:10:23.098" v="325" actId="790"/>
          <ac:spMkLst>
            <pc:docMk/>
            <pc:sldMk cId="1467735581" sldId="733"/>
            <ac:spMk id="20" creationId="{F265898A-8667-0967-3CD4-FB8A4BC5073B}"/>
          </ac:spMkLst>
        </pc:spChg>
        <pc:spChg chg="mod">
          <ac:chgData name="Feist, Ella" userId="992bbaf2-811d-42cb-a4d6-e7fc45e325e8" providerId="ADAL" clId="{48DC18DD-ADA8-453C-A8C6-8D883987BA1A}" dt="2025-05-28T09:10:23.098" v="325" actId="790"/>
          <ac:spMkLst>
            <pc:docMk/>
            <pc:sldMk cId="1467735581" sldId="733"/>
            <ac:spMk id="22" creationId="{C87CA1F7-D873-8B05-5C25-4491D896F967}"/>
          </ac:spMkLst>
        </pc:spChg>
        <pc:spChg chg="mod">
          <ac:chgData name="Feist, Ella" userId="992bbaf2-811d-42cb-a4d6-e7fc45e325e8" providerId="ADAL" clId="{48DC18DD-ADA8-453C-A8C6-8D883987BA1A}" dt="2025-05-28T09:10:23.098" v="325" actId="790"/>
          <ac:spMkLst>
            <pc:docMk/>
            <pc:sldMk cId="1467735581" sldId="733"/>
            <ac:spMk id="40" creationId="{A77582A5-C43A-E028-B251-AEEDC9DD6B4F}"/>
          </ac:spMkLst>
        </pc:spChg>
      </pc:sldChg>
      <pc:sldChg chg="modSp mod">
        <pc:chgData name="Feist, Ella" userId="992bbaf2-811d-42cb-a4d6-e7fc45e325e8" providerId="ADAL" clId="{48DC18DD-ADA8-453C-A8C6-8D883987BA1A}" dt="2025-05-28T09:10:23.098" v="325" actId="790"/>
        <pc:sldMkLst>
          <pc:docMk/>
          <pc:sldMk cId="4094752075" sldId="736"/>
        </pc:sldMkLst>
        <pc:spChg chg="mod">
          <ac:chgData name="Feist, Ella" userId="992bbaf2-811d-42cb-a4d6-e7fc45e325e8" providerId="ADAL" clId="{48DC18DD-ADA8-453C-A8C6-8D883987BA1A}" dt="2025-05-28T09:10:23.098" v="325" actId="790"/>
          <ac:spMkLst>
            <pc:docMk/>
            <pc:sldMk cId="4094752075" sldId="736"/>
            <ac:spMk id="2" creationId="{A9A6FF77-D641-4417-92E7-11CC6238BF20}"/>
          </ac:spMkLst>
        </pc:spChg>
        <pc:spChg chg="mod">
          <ac:chgData name="Feist, Ella" userId="992bbaf2-811d-42cb-a4d6-e7fc45e325e8" providerId="ADAL" clId="{48DC18DD-ADA8-453C-A8C6-8D883987BA1A}" dt="2025-05-28T09:10:23.098" v="325" actId="790"/>
          <ac:spMkLst>
            <pc:docMk/>
            <pc:sldMk cId="4094752075" sldId="736"/>
            <ac:spMk id="3" creationId="{E29702BE-F4FC-A7B5-8EA1-D021ED2B4FBC}"/>
          </ac:spMkLst>
        </pc:spChg>
        <pc:spChg chg="mod">
          <ac:chgData name="Feist, Ella" userId="992bbaf2-811d-42cb-a4d6-e7fc45e325e8" providerId="ADAL" clId="{48DC18DD-ADA8-453C-A8C6-8D883987BA1A}" dt="2025-05-28T09:10:23.098" v="325" actId="790"/>
          <ac:spMkLst>
            <pc:docMk/>
            <pc:sldMk cId="4094752075" sldId="736"/>
            <ac:spMk id="4" creationId="{6BE831A2-971A-EFD7-C48A-2D628D491753}"/>
          </ac:spMkLst>
        </pc:spChg>
        <pc:spChg chg="mod">
          <ac:chgData name="Feist, Ella" userId="992bbaf2-811d-42cb-a4d6-e7fc45e325e8" providerId="ADAL" clId="{48DC18DD-ADA8-453C-A8C6-8D883987BA1A}" dt="2025-05-28T09:10:23.098" v="325" actId="790"/>
          <ac:spMkLst>
            <pc:docMk/>
            <pc:sldMk cId="4094752075" sldId="736"/>
            <ac:spMk id="5" creationId="{91A8ED3D-B755-43C9-BCB1-DCF495C0C9DB}"/>
          </ac:spMkLst>
        </pc:spChg>
        <pc:spChg chg="mod">
          <ac:chgData name="Feist, Ella" userId="992bbaf2-811d-42cb-a4d6-e7fc45e325e8" providerId="ADAL" clId="{48DC18DD-ADA8-453C-A8C6-8D883987BA1A}" dt="2025-05-28T09:10:23.098" v="325" actId="790"/>
          <ac:spMkLst>
            <pc:docMk/>
            <pc:sldMk cId="4094752075" sldId="736"/>
            <ac:spMk id="8" creationId="{3D7E253A-CEF3-C915-21D7-B635DA0543A9}"/>
          </ac:spMkLst>
        </pc:spChg>
        <pc:spChg chg="mod">
          <ac:chgData name="Feist, Ella" userId="992bbaf2-811d-42cb-a4d6-e7fc45e325e8" providerId="ADAL" clId="{48DC18DD-ADA8-453C-A8C6-8D883987BA1A}" dt="2025-05-28T09:10:23.098" v="325" actId="790"/>
          <ac:spMkLst>
            <pc:docMk/>
            <pc:sldMk cId="4094752075" sldId="736"/>
            <ac:spMk id="9" creationId="{CDEB8A58-F152-D14A-8560-3F94309A213C}"/>
          </ac:spMkLst>
        </pc:spChg>
        <pc:spChg chg="mod">
          <ac:chgData name="Feist, Ella" userId="992bbaf2-811d-42cb-a4d6-e7fc45e325e8" providerId="ADAL" clId="{48DC18DD-ADA8-453C-A8C6-8D883987BA1A}" dt="2025-05-28T09:10:23.098" v="325" actId="790"/>
          <ac:spMkLst>
            <pc:docMk/>
            <pc:sldMk cId="4094752075" sldId="736"/>
            <ac:spMk id="10" creationId="{84FC23DC-1980-2F1E-2235-E464EA1C7BBA}"/>
          </ac:spMkLst>
        </pc:spChg>
        <pc:spChg chg="mod">
          <ac:chgData name="Feist, Ella" userId="992bbaf2-811d-42cb-a4d6-e7fc45e325e8" providerId="ADAL" clId="{48DC18DD-ADA8-453C-A8C6-8D883987BA1A}" dt="2025-05-28T09:10:23.098" v="325" actId="790"/>
          <ac:spMkLst>
            <pc:docMk/>
            <pc:sldMk cId="4094752075" sldId="736"/>
            <ac:spMk id="13" creationId="{C2F4AC69-B8ED-07FE-CBA7-4748D14C4BA5}"/>
          </ac:spMkLst>
        </pc:spChg>
        <pc:spChg chg="mod">
          <ac:chgData name="Feist, Ella" userId="992bbaf2-811d-42cb-a4d6-e7fc45e325e8" providerId="ADAL" clId="{48DC18DD-ADA8-453C-A8C6-8D883987BA1A}" dt="2025-05-28T09:10:23.098" v="325" actId="790"/>
          <ac:spMkLst>
            <pc:docMk/>
            <pc:sldMk cId="4094752075" sldId="736"/>
            <ac:spMk id="15" creationId="{555833CE-A948-FE29-153D-CFA23870F7AF}"/>
          </ac:spMkLst>
        </pc:spChg>
        <pc:spChg chg="mod">
          <ac:chgData name="Feist, Ella" userId="992bbaf2-811d-42cb-a4d6-e7fc45e325e8" providerId="ADAL" clId="{48DC18DD-ADA8-453C-A8C6-8D883987BA1A}" dt="2025-05-28T09:10:23.098" v="325" actId="790"/>
          <ac:spMkLst>
            <pc:docMk/>
            <pc:sldMk cId="4094752075" sldId="736"/>
            <ac:spMk id="17" creationId="{CB884EA0-E057-D624-7CCA-0269F9B2A14A}"/>
          </ac:spMkLst>
        </pc:spChg>
      </pc:sldChg>
      <pc:sldChg chg="modSp mod">
        <pc:chgData name="Feist, Ella" userId="992bbaf2-811d-42cb-a4d6-e7fc45e325e8" providerId="ADAL" clId="{48DC18DD-ADA8-453C-A8C6-8D883987BA1A}" dt="2025-05-28T09:10:23.098" v="325" actId="790"/>
        <pc:sldMkLst>
          <pc:docMk/>
          <pc:sldMk cId="1302230615" sldId="739"/>
        </pc:sldMkLst>
        <pc:spChg chg="mod">
          <ac:chgData name="Feist, Ella" userId="992bbaf2-811d-42cb-a4d6-e7fc45e325e8" providerId="ADAL" clId="{48DC18DD-ADA8-453C-A8C6-8D883987BA1A}" dt="2025-05-28T09:10:23.098" v="325" actId="790"/>
          <ac:spMkLst>
            <pc:docMk/>
            <pc:sldMk cId="1302230615" sldId="739"/>
            <ac:spMk id="3" creationId="{C93D0D99-20F1-ADCD-D258-9FFDA6BE629A}"/>
          </ac:spMkLst>
        </pc:spChg>
        <pc:spChg chg="mod">
          <ac:chgData name="Feist, Ella" userId="992bbaf2-811d-42cb-a4d6-e7fc45e325e8" providerId="ADAL" clId="{48DC18DD-ADA8-453C-A8C6-8D883987BA1A}" dt="2025-05-28T09:10:23.098" v="325" actId="790"/>
          <ac:spMkLst>
            <pc:docMk/>
            <pc:sldMk cId="1302230615" sldId="739"/>
            <ac:spMk id="36" creationId="{4CC16685-DB10-BCD5-4320-50E3574D320B}"/>
          </ac:spMkLst>
        </pc:spChg>
        <pc:spChg chg="mod">
          <ac:chgData name="Feist, Ella" userId="992bbaf2-811d-42cb-a4d6-e7fc45e325e8" providerId="ADAL" clId="{48DC18DD-ADA8-453C-A8C6-8D883987BA1A}" dt="2025-05-28T09:10:23.098" v="325" actId="790"/>
          <ac:spMkLst>
            <pc:docMk/>
            <pc:sldMk cId="1302230615" sldId="739"/>
            <ac:spMk id="37" creationId="{808C55D1-5175-A77E-B118-41EED2F1C459}"/>
          </ac:spMkLst>
        </pc:spChg>
        <pc:spChg chg="mod">
          <ac:chgData name="Feist, Ella" userId="992bbaf2-811d-42cb-a4d6-e7fc45e325e8" providerId="ADAL" clId="{48DC18DD-ADA8-453C-A8C6-8D883987BA1A}" dt="2025-05-28T09:10:23.098" v="325" actId="790"/>
          <ac:spMkLst>
            <pc:docMk/>
            <pc:sldMk cId="1302230615" sldId="739"/>
            <ac:spMk id="41" creationId="{535243F9-4ED4-DD81-1077-779EDF298569}"/>
          </ac:spMkLst>
        </pc:spChg>
        <pc:spChg chg="mod">
          <ac:chgData name="Feist, Ella" userId="992bbaf2-811d-42cb-a4d6-e7fc45e325e8" providerId="ADAL" clId="{48DC18DD-ADA8-453C-A8C6-8D883987BA1A}" dt="2025-05-28T09:10:23.098" v="325" actId="790"/>
          <ac:spMkLst>
            <pc:docMk/>
            <pc:sldMk cId="1302230615" sldId="739"/>
            <ac:spMk id="43" creationId="{BFD70713-9EF9-1335-8902-07E59E0D0EE8}"/>
          </ac:spMkLst>
        </pc:spChg>
        <pc:spChg chg="mod">
          <ac:chgData name="Feist, Ella" userId="992bbaf2-811d-42cb-a4d6-e7fc45e325e8" providerId="ADAL" clId="{48DC18DD-ADA8-453C-A8C6-8D883987BA1A}" dt="2025-05-28T09:10:23.098" v="325" actId="790"/>
          <ac:spMkLst>
            <pc:docMk/>
            <pc:sldMk cId="1302230615" sldId="739"/>
            <ac:spMk id="44" creationId="{64B9BC77-BBD3-F975-0E6D-521138D02163}"/>
          </ac:spMkLst>
        </pc:spChg>
        <pc:spChg chg="mod">
          <ac:chgData name="Feist, Ella" userId="992bbaf2-811d-42cb-a4d6-e7fc45e325e8" providerId="ADAL" clId="{48DC18DD-ADA8-453C-A8C6-8D883987BA1A}" dt="2025-05-28T09:10:23.098" v="325" actId="790"/>
          <ac:spMkLst>
            <pc:docMk/>
            <pc:sldMk cId="1302230615" sldId="739"/>
            <ac:spMk id="46" creationId="{D4DCAD6A-9C65-1D20-3D1C-1F11721EE1F9}"/>
          </ac:spMkLst>
        </pc:spChg>
        <pc:spChg chg="mod">
          <ac:chgData name="Feist, Ella" userId="992bbaf2-811d-42cb-a4d6-e7fc45e325e8" providerId="ADAL" clId="{48DC18DD-ADA8-453C-A8C6-8D883987BA1A}" dt="2025-05-28T09:10:23.098" v="325" actId="790"/>
          <ac:spMkLst>
            <pc:docMk/>
            <pc:sldMk cId="1302230615" sldId="739"/>
            <ac:spMk id="50" creationId="{9C5900F3-015D-5562-DC60-75E975B17F64}"/>
          </ac:spMkLst>
        </pc:spChg>
        <pc:spChg chg="mod">
          <ac:chgData name="Feist, Ella" userId="992bbaf2-811d-42cb-a4d6-e7fc45e325e8" providerId="ADAL" clId="{48DC18DD-ADA8-453C-A8C6-8D883987BA1A}" dt="2025-05-28T09:10:23.098" v="325" actId="790"/>
          <ac:spMkLst>
            <pc:docMk/>
            <pc:sldMk cId="1302230615" sldId="739"/>
            <ac:spMk id="51" creationId="{20F05A04-3471-2B6A-2D30-E5997DE7ACD4}"/>
          </ac:spMkLst>
        </pc:spChg>
        <pc:spChg chg="mod">
          <ac:chgData name="Feist, Ella" userId="992bbaf2-811d-42cb-a4d6-e7fc45e325e8" providerId="ADAL" clId="{48DC18DD-ADA8-453C-A8C6-8D883987BA1A}" dt="2025-05-28T09:10:23.098" v="325" actId="790"/>
          <ac:spMkLst>
            <pc:docMk/>
            <pc:sldMk cId="1302230615" sldId="739"/>
            <ac:spMk id="52" creationId="{34F005AE-EABF-0C60-B524-262E7E0C818A}"/>
          </ac:spMkLst>
        </pc:spChg>
      </pc:sldChg>
      <pc:sldChg chg="modSp mod">
        <pc:chgData name="Feist, Ella" userId="992bbaf2-811d-42cb-a4d6-e7fc45e325e8" providerId="ADAL" clId="{48DC18DD-ADA8-453C-A8C6-8D883987BA1A}" dt="2025-05-28T09:10:23.098" v="325" actId="790"/>
        <pc:sldMkLst>
          <pc:docMk/>
          <pc:sldMk cId="1389616656" sldId="741"/>
        </pc:sldMkLst>
        <pc:spChg chg="mod">
          <ac:chgData name="Feist, Ella" userId="992bbaf2-811d-42cb-a4d6-e7fc45e325e8" providerId="ADAL" clId="{48DC18DD-ADA8-453C-A8C6-8D883987BA1A}" dt="2025-05-28T09:10:23.098" v="325" actId="790"/>
          <ac:spMkLst>
            <pc:docMk/>
            <pc:sldMk cId="1389616656" sldId="741"/>
            <ac:spMk id="2" creationId="{A9A6FF77-D641-4417-92E7-11CC6238BF20}"/>
          </ac:spMkLst>
        </pc:spChg>
        <pc:spChg chg="mod">
          <ac:chgData name="Feist, Ella" userId="992bbaf2-811d-42cb-a4d6-e7fc45e325e8" providerId="ADAL" clId="{48DC18DD-ADA8-453C-A8C6-8D883987BA1A}" dt="2025-05-28T09:10:23.098" v="325" actId="790"/>
          <ac:spMkLst>
            <pc:docMk/>
            <pc:sldMk cId="1389616656" sldId="741"/>
            <ac:spMk id="3" creationId="{CE1C45B6-2BAF-ED2C-B7E6-E68DE3F50172}"/>
          </ac:spMkLst>
        </pc:spChg>
        <pc:spChg chg="mod">
          <ac:chgData name="Feist, Ella" userId="992bbaf2-811d-42cb-a4d6-e7fc45e325e8" providerId="ADAL" clId="{48DC18DD-ADA8-453C-A8C6-8D883987BA1A}" dt="2025-05-28T09:10:23.098" v="325" actId="790"/>
          <ac:spMkLst>
            <pc:docMk/>
            <pc:sldMk cId="1389616656" sldId="741"/>
            <ac:spMk id="4" creationId="{513ABA01-7B11-FDC4-3747-2A6C5AF12D43}"/>
          </ac:spMkLst>
        </pc:spChg>
        <pc:spChg chg="mod">
          <ac:chgData name="Feist, Ella" userId="992bbaf2-811d-42cb-a4d6-e7fc45e325e8" providerId="ADAL" clId="{48DC18DD-ADA8-453C-A8C6-8D883987BA1A}" dt="2025-05-28T09:10:23.098" v="325" actId="790"/>
          <ac:spMkLst>
            <pc:docMk/>
            <pc:sldMk cId="1389616656" sldId="741"/>
            <ac:spMk id="5" creationId="{91A8ED3D-B755-43C9-BCB1-DCF495C0C9DB}"/>
          </ac:spMkLst>
        </pc:spChg>
        <pc:spChg chg="mod">
          <ac:chgData name="Feist, Ella" userId="992bbaf2-811d-42cb-a4d6-e7fc45e325e8" providerId="ADAL" clId="{48DC18DD-ADA8-453C-A8C6-8D883987BA1A}" dt="2025-05-28T09:10:23.098" v="325" actId="790"/>
          <ac:spMkLst>
            <pc:docMk/>
            <pc:sldMk cId="1389616656" sldId="741"/>
            <ac:spMk id="6" creationId="{EE862010-B812-6EFA-C595-05E5F8CFDE02}"/>
          </ac:spMkLst>
        </pc:spChg>
        <pc:spChg chg="mod">
          <ac:chgData name="Feist, Ella" userId="992bbaf2-811d-42cb-a4d6-e7fc45e325e8" providerId="ADAL" clId="{48DC18DD-ADA8-453C-A8C6-8D883987BA1A}" dt="2025-05-28T09:10:23.098" v="325" actId="790"/>
          <ac:spMkLst>
            <pc:docMk/>
            <pc:sldMk cId="1389616656" sldId="741"/>
            <ac:spMk id="7" creationId="{DBB614D3-DA76-7F54-C6A7-EAEB78FB9C1B}"/>
          </ac:spMkLst>
        </pc:spChg>
        <pc:spChg chg="mod">
          <ac:chgData name="Feist, Ella" userId="992bbaf2-811d-42cb-a4d6-e7fc45e325e8" providerId="ADAL" clId="{48DC18DD-ADA8-453C-A8C6-8D883987BA1A}" dt="2025-05-28T09:10:23.098" v="325" actId="790"/>
          <ac:spMkLst>
            <pc:docMk/>
            <pc:sldMk cId="1389616656" sldId="741"/>
            <ac:spMk id="9" creationId="{8EF8CA18-C05D-3FA5-297B-7379DDECEAC2}"/>
          </ac:spMkLst>
        </pc:spChg>
        <pc:spChg chg="mod">
          <ac:chgData name="Feist, Ella" userId="992bbaf2-811d-42cb-a4d6-e7fc45e325e8" providerId="ADAL" clId="{48DC18DD-ADA8-453C-A8C6-8D883987BA1A}" dt="2025-05-28T09:10:23.098" v="325" actId="790"/>
          <ac:spMkLst>
            <pc:docMk/>
            <pc:sldMk cId="1389616656" sldId="741"/>
            <ac:spMk id="10" creationId="{A7192A11-A03F-4335-3AAA-76BC553CA206}"/>
          </ac:spMkLst>
        </pc:spChg>
        <pc:spChg chg="mod">
          <ac:chgData name="Feist, Ella" userId="992bbaf2-811d-42cb-a4d6-e7fc45e325e8" providerId="ADAL" clId="{48DC18DD-ADA8-453C-A8C6-8D883987BA1A}" dt="2025-05-28T09:10:23.098" v="325" actId="790"/>
          <ac:spMkLst>
            <pc:docMk/>
            <pc:sldMk cId="1389616656" sldId="741"/>
            <ac:spMk id="12" creationId="{8DCB9AC3-E617-28C1-2032-8E553C878F1F}"/>
          </ac:spMkLst>
        </pc:spChg>
        <pc:spChg chg="mod">
          <ac:chgData name="Feist, Ella" userId="992bbaf2-811d-42cb-a4d6-e7fc45e325e8" providerId="ADAL" clId="{48DC18DD-ADA8-453C-A8C6-8D883987BA1A}" dt="2025-05-28T09:10:23.098" v="325" actId="790"/>
          <ac:spMkLst>
            <pc:docMk/>
            <pc:sldMk cId="1389616656" sldId="741"/>
            <ac:spMk id="14" creationId="{0F91AF0E-2040-BC07-0A77-EA650ED1FFFE}"/>
          </ac:spMkLst>
        </pc:spChg>
        <pc:grpChg chg="mod">
          <ac:chgData name="Feist, Ella" userId="992bbaf2-811d-42cb-a4d6-e7fc45e325e8" providerId="ADAL" clId="{48DC18DD-ADA8-453C-A8C6-8D883987BA1A}" dt="2025-05-28T08:46:45.336" v="120" actId="1076"/>
          <ac:grpSpMkLst>
            <pc:docMk/>
            <pc:sldMk cId="1389616656" sldId="741"/>
            <ac:grpSpMk id="8" creationId="{11A0165F-5FDA-E3EF-9690-0E24F7DFAF64}"/>
          </ac:grpSpMkLst>
        </pc:grpChg>
      </pc:sldChg>
      <pc:sldChg chg="modSp mod modClrScheme chgLayout">
        <pc:chgData name="Feist, Ella" userId="992bbaf2-811d-42cb-a4d6-e7fc45e325e8" providerId="ADAL" clId="{48DC18DD-ADA8-453C-A8C6-8D883987BA1A}" dt="2025-05-28T09:10:23.098" v="325" actId="790"/>
        <pc:sldMkLst>
          <pc:docMk/>
          <pc:sldMk cId="783978090" sldId="744"/>
        </pc:sldMkLst>
        <pc:spChg chg="mod ord">
          <ac:chgData name="Feist, Ella" userId="992bbaf2-811d-42cb-a4d6-e7fc45e325e8" providerId="ADAL" clId="{48DC18DD-ADA8-453C-A8C6-8D883987BA1A}" dt="2025-05-28T09:10:23.098" v="325" actId="790"/>
          <ac:spMkLst>
            <pc:docMk/>
            <pc:sldMk cId="783978090" sldId="744"/>
            <ac:spMk id="2" creationId="{A9A6FF77-D641-4417-92E7-11CC6238BF20}"/>
          </ac:spMkLst>
        </pc:spChg>
        <pc:spChg chg="mod ord">
          <ac:chgData name="Feist, Ella" userId="992bbaf2-811d-42cb-a4d6-e7fc45e325e8" providerId="ADAL" clId="{48DC18DD-ADA8-453C-A8C6-8D883987BA1A}" dt="2025-05-28T09:10:23.098" v="325" actId="790"/>
          <ac:spMkLst>
            <pc:docMk/>
            <pc:sldMk cId="783978090" sldId="744"/>
            <ac:spMk id="3" creationId="{4CF578D1-B602-5C38-D266-6DE9CD68C57E}"/>
          </ac:spMkLst>
        </pc:spChg>
        <pc:spChg chg="mod ord">
          <ac:chgData name="Feist, Ella" userId="992bbaf2-811d-42cb-a4d6-e7fc45e325e8" providerId="ADAL" clId="{48DC18DD-ADA8-453C-A8C6-8D883987BA1A}" dt="2025-05-28T09:10:23.098" v="325" actId="790"/>
          <ac:spMkLst>
            <pc:docMk/>
            <pc:sldMk cId="783978090" sldId="744"/>
            <ac:spMk id="5" creationId="{91A8ED3D-B755-43C9-BCB1-DCF495C0C9DB}"/>
          </ac:spMkLst>
        </pc:spChg>
        <pc:picChg chg="mod">
          <ac:chgData name="Feist, Ella" userId="992bbaf2-811d-42cb-a4d6-e7fc45e325e8" providerId="ADAL" clId="{48DC18DD-ADA8-453C-A8C6-8D883987BA1A}" dt="2025-05-28T08:44:03.327" v="49" actId="1076"/>
          <ac:picMkLst>
            <pc:docMk/>
            <pc:sldMk cId="783978090" sldId="744"/>
            <ac:picMk id="6" creationId="{B580290D-132A-535D-2B2D-873B3C7F0D9F}"/>
          </ac:picMkLst>
        </pc:picChg>
      </pc:sldChg>
      <pc:sldChg chg="modSp mod modNotesTx">
        <pc:chgData name="Feist, Ella" userId="992bbaf2-811d-42cb-a4d6-e7fc45e325e8" providerId="ADAL" clId="{48DC18DD-ADA8-453C-A8C6-8D883987BA1A}" dt="2025-05-28T09:10:23.098" v="325" actId="790"/>
        <pc:sldMkLst>
          <pc:docMk/>
          <pc:sldMk cId="3365621029" sldId="745"/>
        </pc:sldMkLst>
        <pc:spChg chg="mod">
          <ac:chgData name="Feist, Ella" userId="992bbaf2-811d-42cb-a4d6-e7fc45e325e8" providerId="ADAL" clId="{48DC18DD-ADA8-453C-A8C6-8D883987BA1A}" dt="2025-05-28T09:10:23.098" v="325" actId="790"/>
          <ac:spMkLst>
            <pc:docMk/>
            <pc:sldMk cId="3365621029" sldId="745"/>
            <ac:spMk id="2" creationId="{A9A6FF77-D641-4417-92E7-11CC6238BF20}"/>
          </ac:spMkLst>
        </pc:spChg>
        <pc:spChg chg="mod">
          <ac:chgData name="Feist, Ella" userId="992bbaf2-811d-42cb-a4d6-e7fc45e325e8" providerId="ADAL" clId="{48DC18DD-ADA8-453C-A8C6-8D883987BA1A}" dt="2025-05-28T09:10:23.098" v="325" actId="790"/>
          <ac:spMkLst>
            <pc:docMk/>
            <pc:sldMk cId="3365621029" sldId="745"/>
            <ac:spMk id="5" creationId="{91A8ED3D-B755-43C9-BCB1-DCF495C0C9DB}"/>
          </ac:spMkLst>
        </pc:spChg>
        <pc:spChg chg="mod">
          <ac:chgData name="Feist, Ella" userId="992bbaf2-811d-42cb-a4d6-e7fc45e325e8" providerId="ADAL" clId="{48DC18DD-ADA8-453C-A8C6-8D883987BA1A}" dt="2025-05-28T09:10:23.098" v="325" actId="790"/>
          <ac:spMkLst>
            <pc:docMk/>
            <pc:sldMk cId="3365621029" sldId="745"/>
            <ac:spMk id="7" creationId="{0F003BA1-1C64-3896-069D-F7946EC69ECF}"/>
          </ac:spMkLst>
        </pc:spChg>
        <pc:spChg chg="mod">
          <ac:chgData name="Feist, Ella" userId="992bbaf2-811d-42cb-a4d6-e7fc45e325e8" providerId="ADAL" clId="{48DC18DD-ADA8-453C-A8C6-8D883987BA1A}" dt="2025-05-28T09:10:23.098" v="325" actId="790"/>
          <ac:spMkLst>
            <pc:docMk/>
            <pc:sldMk cId="3365621029" sldId="745"/>
            <ac:spMk id="8" creationId="{17E345A1-8334-6496-D9B0-C226D32928EC}"/>
          </ac:spMkLst>
        </pc:spChg>
        <pc:spChg chg="mod">
          <ac:chgData name="Feist, Ella" userId="992bbaf2-811d-42cb-a4d6-e7fc45e325e8" providerId="ADAL" clId="{48DC18DD-ADA8-453C-A8C6-8D883987BA1A}" dt="2025-05-28T09:10:23.098" v="325" actId="790"/>
          <ac:spMkLst>
            <pc:docMk/>
            <pc:sldMk cId="3365621029" sldId="745"/>
            <ac:spMk id="9" creationId="{764B2173-1584-85E0-0DFF-B8EBFE38545D}"/>
          </ac:spMkLst>
        </pc:spChg>
        <pc:spChg chg="mod">
          <ac:chgData name="Feist, Ella" userId="992bbaf2-811d-42cb-a4d6-e7fc45e325e8" providerId="ADAL" clId="{48DC18DD-ADA8-453C-A8C6-8D883987BA1A}" dt="2025-05-28T09:10:23.098" v="325" actId="790"/>
          <ac:spMkLst>
            <pc:docMk/>
            <pc:sldMk cId="3365621029" sldId="745"/>
            <ac:spMk id="10" creationId="{CCD16BA7-77FF-0687-57C1-322338096D68}"/>
          </ac:spMkLst>
        </pc:spChg>
        <pc:spChg chg="mod">
          <ac:chgData name="Feist, Ella" userId="992bbaf2-811d-42cb-a4d6-e7fc45e325e8" providerId="ADAL" clId="{48DC18DD-ADA8-453C-A8C6-8D883987BA1A}" dt="2025-05-28T09:10:23.098" v="325" actId="790"/>
          <ac:spMkLst>
            <pc:docMk/>
            <pc:sldMk cId="3365621029" sldId="745"/>
            <ac:spMk id="11" creationId="{07ED7D92-D153-8F2F-57A5-A6A60CB31629}"/>
          </ac:spMkLst>
        </pc:spChg>
        <pc:spChg chg="mod">
          <ac:chgData name="Feist, Ella" userId="992bbaf2-811d-42cb-a4d6-e7fc45e325e8" providerId="ADAL" clId="{48DC18DD-ADA8-453C-A8C6-8D883987BA1A}" dt="2025-05-28T09:10:23.098" v="325" actId="790"/>
          <ac:spMkLst>
            <pc:docMk/>
            <pc:sldMk cId="3365621029" sldId="745"/>
            <ac:spMk id="12" creationId="{8FC9F2DD-2908-C70D-15AE-F4A1252D896A}"/>
          </ac:spMkLst>
        </pc:spChg>
        <pc:spChg chg="mod">
          <ac:chgData name="Feist, Ella" userId="992bbaf2-811d-42cb-a4d6-e7fc45e325e8" providerId="ADAL" clId="{48DC18DD-ADA8-453C-A8C6-8D883987BA1A}" dt="2025-05-28T09:10:23.098" v="325" actId="790"/>
          <ac:spMkLst>
            <pc:docMk/>
            <pc:sldMk cId="3365621029" sldId="745"/>
            <ac:spMk id="13" creationId="{7B389D1B-DCC5-B0B3-F1FD-35FF257E56A3}"/>
          </ac:spMkLst>
        </pc:spChg>
      </pc:sldChg>
      <pc:sldChg chg="modSp mod">
        <pc:chgData name="Feist, Ella" userId="992bbaf2-811d-42cb-a4d6-e7fc45e325e8" providerId="ADAL" clId="{48DC18DD-ADA8-453C-A8C6-8D883987BA1A}" dt="2025-05-28T09:10:23.098" v="325" actId="790"/>
        <pc:sldMkLst>
          <pc:docMk/>
          <pc:sldMk cId="869164251" sldId="746"/>
        </pc:sldMkLst>
        <pc:spChg chg="mod">
          <ac:chgData name="Feist, Ella" userId="992bbaf2-811d-42cb-a4d6-e7fc45e325e8" providerId="ADAL" clId="{48DC18DD-ADA8-453C-A8C6-8D883987BA1A}" dt="2025-05-28T09:10:23.098" v="325" actId="790"/>
          <ac:spMkLst>
            <pc:docMk/>
            <pc:sldMk cId="869164251" sldId="746"/>
            <ac:spMk id="2" creationId="{A9A6FF77-D641-4417-92E7-11CC6238BF20}"/>
          </ac:spMkLst>
        </pc:spChg>
        <pc:spChg chg="mod">
          <ac:chgData name="Feist, Ella" userId="992bbaf2-811d-42cb-a4d6-e7fc45e325e8" providerId="ADAL" clId="{48DC18DD-ADA8-453C-A8C6-8D883987BA1A}" dt="2025-05-28T09:10:23.098" v="325" actId="790"/>
          <ac:spMkLst>
            <pc:docMk/>
            <pc:sldMk cId="869164251" sldId="746"/>
            <ac:spMk id="5" creationId="{91A8ED3D-B755-43C9-BCB1-DCF495C0C9DB}"/>
          </ac:spMkLst>
        </pc:spChg>
        <pc:spChg chg="mod">
          <ac:chgData name="Feist, Ella" userId="992bbaf2-811d-42cb-a4d6-e7fc45e325e8" providerId="ADAL" clId="{48DC18DD-ADA8-453C-A8C6-8D883987BA1A}" dt="2025-05-28T09:10:23.098" v="325" actId="790"/>
          <ac:spMkLst>
            <pc:docMk/>
            <pc:sldMk cId="869164251" sldId="746"/>
            <ac:spMk id="8" creationId="{6F4C12C0-25D3-0A76-3694-F2A4E845FE8E}"/>
          </ac:spMkLst>
        </pc:spChg>
        <pc:spChg chg="mod">
          <ac:chgData name="Feist, Ella" userId="992bbaf2-811d-42cb-a4d6-e7fc45e325e8" providerId="ADAL" clId="{48DC18DD-ADA8-453C-A8C6-8D883987BA1A}" dt="2025-05-28T09:10:23.098" v="325" actId="790"/>
          <ac:spMkLst>
            <pc:docMk/>
            <pc:sldMk cId="869164251" sldId="746"/>
            <ac:spMk id="14" creationId="{59FE4BF5-7F3E-9F49-5F28-925F9DF7F4D4}"/>
          </ac:spMkLst>
        </pc:spChg>
        <pc:spChg chg="mod">
          <ac:chgData name="Feist, Ella" userId="992bbaf2-811d-42cb-a4d6-e7fc45e325e8" providerId="ADAL" clId="{48DC18DD-ADA8-453C-A8C6-8D883987BA1A}" dt="2025-05-28T09:10:23.098" v="325" actId="790"/>
          <ac:spMkLst>
            <pc:docMk/>
            <pc:sldMk cId="869164251" sldId="746"/>
            <ac:spMk id="15" creationId="{C9D6D373-D4C4-8B49-C0C4-49009AC8B093}"/>
          </ac:spMkLst>
        </pc:spChg>
        <pc:spChg chg="mod">
          <ac:chgData name="Feist, Ella" userId="992bbaf2-811d-42cb-a4d6-e7fc45e325e8" providerId="ADAL" clId="{48DC18DD-ADA8-453C-A8C6-8D883987BA1A}" dt="2025-05-28T09:10:23.098" v="325" actId="790"/>
          <ac:spMkLst>
            <pc:docMk/>
            <pc:sldMk cId="869164251" sldId="746"/>
            <ac:spMk id="17" creationId="{0834A03F-A917-A6A5-6CFD-490084402651}"/>
          </ac:spMkLst>
        </pc:spChg>
        <pc:spChg chg="mod">
          <ac:chgData name="Feist, Ella" userId="992bbaf2-811d-42cb-a4d6-e7fc45e325e8" providerId="ADAL" clId="{48DC18DD-ADA8-453C-A8C6-8D883987BA1A}" dt="2025-05-28T09:10:23.098" v="325" actId="790"/>
          <ac:spMkLst>
            <pc:docMk/>
            <pc:sldMk cId="869164251" sldId="746"/>
            <ac:spMk id="18" creationId="{69A98151-3AD6-A415-3DE0-683808B99A7C}"/>
          </ac:spMkLst>
        </pc:spChg>
        <pc:spChg chg="mod">
          <ac:chgData name="Feist, Ella" userId="992bbaf2-811d-42cb-a4d6-e7fc45e325e8" providerId="ADAL" clId="{48DC18DD-ADA8-453C-A8C6-8D883987BA1A}" dt="2025-05-28T09:10:23.098" v="325" actId="790"/>
          <ac:spMkLst>
            <pc:docMk/>
            <pc:sldMk cId="869164251" sldId="746"/>
            <ac:spMk id="26" creationId="{3AE4D251-A03F-4322-E283-7A321B22B890}"/>
          </ac:spMkLst>
        </pc:spChg>
        <pc:spChg chg="mod">
          <ac:chgData name="Feist, Ella" userId="992bbaf2-811d-42cb-a4d6-e7fc45e325e8" providerId="ADAL" clId="{48DC18DD-ADA8-453C-A8C6-8D883987BA1A}" dt="2025-05-28T09:10:23.098" v="325" actId="790"/>
          <ac:spMkLst>
            <pc:docMk/>
            <pc:sldMk cId="869164251" sldId="746"/>
            <ac:spMk id="27" creationId="{6AB54F5C-C286-EC95-854E-9289F5B0CBBB}"/>
          </ac:spMkLst>
        </pc:spChg>
        <pc:spChg chg="mod">
          <ac:chgData name="Feist, Ella" userId="992bbaf2-811d-42cb-a4d6-e7fc45e325e8" providerId="ADAL" clId="{48DC18DD-ADA8-453C-A8C6-8D883987BA1A}" dt="2025-05-28T09:10:23.098" v="325" actId="790"/>
          <ac:spMkLst>
            <pc:docMk/>
            <pc:sldMk cId="869164251" sldId="746"/>
            <ac:spMk id="32" creationId="{FA91B43A-3BFB-3B27-A491-1EF5BD9258E0}"/>
          </ac:spMkLst>
        </pc:spChg>
      </pc:sldChg>
      <pc:sldChg chg="modSp mod modClrScheme chgLayout">
        <pc:chgData name="Feist, Ella" userId="992bbaf2-811d-42cb-a4d6-e7fc45e325e8" providerId="ADAL" clId="{48DC18DD-ADA8-453C-A8C6-8D883987BA1A}" dt="2025-05-28T09:10:23.098" v="325" actId="790"/>
        <pc:sldMkLst>
          <pc:docMk/>
          <pc:sldMk cId="1675514379" sldId="750"/>
        </pc:sldMkLst>
        <pc:spChg chg="mod ord">
          <ac:chgData name="Feist, Ella" userId="992bbaf2-811d-42cb-a4d6-e7fc45e325e8" providerId="ADAL" clId="{48DC18DD-ADA8-453C-A8C6-8D883987BA1A}" dt="2025-05-28T09:10:23.098" v="325" actId="790"/>
          <ac:spMkLst>
            <pc:docMk/>
            <pc:sldMk cId="1675514379" sldId="750"/>
            <ac:spMk id="2" creationId="{A9A6FF77-D641-4417-92E7-11CC6238BF20}"/>
          </ac:spMkLst>
        </pc:spChg>
        <pc:spChg chg="mod ord">
          <ac:chgData name="Feist, Ella" userId="992bbaf2-811d-42cb-a4d6-e7fc45e325e8" providerId="ADAL" clId="{48DC18DD-ADA8-453C-A8C6-8D883987BA1A}" dt="2025-05-28T09:10:23.098" v="325" actId="790"/>
          <ac:spMkLst>
            <pc:docMk/>
            <pc:sldMk cId="1675514379" sldId="750"/>
            <ac:spMk id="3" creationId="{66D67B55-6386-A816-591B-B6063940F02B}"/>
          </ac:spMkLst>
        </pc:spChg>
        <pc:spChg chg="mod ord">
          <ac:chgData name="Feist, Ella" userId="992bbaf2-811d-42cb-a4d6-e7fc45e325e8" providerId="ADAL" clId="{48DC18DD-ADA8-453C-A8C6-8D883987BA1A}" dt="2025-05-28T09:10:23.098" v="325" actId="790"/>
          <ac:spMkLst>
            <pc:docMk/>
            <pc:sldMk cId="1675514379" sldId="750"/>
            <ac:spMk id="5" creationId="{91A8ED3D-B755-43C9-BCB1-DCF495C0C9DB}"/>
          </ac:spMkLst>
        </pc:spChg>
      </pc:sldChg>
      <pc:sldChg chg="delSp modSp mod modClrScheme chgLayout">
        <pc:chgData name="Feist, Ella" userId="992bbaf2-811d-42cb-a4d6-e7fc45e325e8" providerId="ADAL" clId="{48DC18DD-ADA8-453C-A8C6-8D883987BA1A}" dt="2025-05-28T09:10:23.098" v="325" actId="790"/>
        <pc:sldMkLst>
          <pc:docMk/>
          <pc:sldMk cId="489238478" sldId="751"/>
        </pc:sldMkLst>
        <pc:spChg chg="mod ord">
          <ac:chgData name="Feist, Ella" userId="992bbaf2-811d-42cb-a4d6-e7fc45e325e8" providerId="ADAL" clId="{48DC18DD-ADA8-453C-A8C6-8D883987BA1A}" dt="2025-05-28T09:10:23.098" v="325" actId="790"/>
          <ac:spMkLst>
            <pc:docMk/>
            <pc:sldMk cId="489238478" sldId="751"/>
            <ac:spMk id="2" creationId="{A9A6FF77-D641-4417-92E7-11CC6238BF20}"/>
          </ac:spMkLst>
        </pc:spChg>
        <pc:spChg chg="mod ord">
          <ac:chgData name="Feist, Ella" userId="992bbaf2-811d-42cb-a4d6-e7fc45e325e8" providerId="ADAL" clId="{48DC18DD-ADA8-453C-A8C6-8D883987BA1A}" dt="2025-05-28T09:10:23.098" v="325" actId="790"/>
          <ac:spMkLst>
            <pc:docMk/>
            <pc:sldMk cId="489238478" sldId="751"/>
            <ac:spMk id="3" creationId="{088D9438-89B9-336F-3EC3-929DF94FF6AF}"/>
          </ac:spMkLst>
        </pc:spChg>
        <pc:spChg chg="mod ord">
          <ac:chgData name="Feist, Ella" userId="992bbaf2-811d-42cb-a4d6-e7fc45e325e8" providerId="ADAL" clId="{48DC18DD-ADA8-453C-A8C6-8D883987BA1A}" dt="2025-05-28T09:10:23.098" v="325" actId="790"/>
          <ac:spMkLst>
            <pc:docMk/>
            <pc:sldMk cId="489238478" sldId="751"/>
            <ac:spMk id="5" creationId="{91A8ED3D-B755-43C9-BCB1-DCF495C0C9DB}"/>
          </ac:spMkLst>
        </pc:spChg>
      </pc:sldChg>
      <pc:sldChg chg="modSp mod">
        <pc:chgData name="Feist, Ella" userId="992bbaf2-811d-42cb-a4d6-e7fc45e325e8" providerId="ADAL" clId="{48DC18DD-ADA8-453C-A8C6-8D883987BA1A}" dt="2025-05-28T09:10:23.098" v="325" actId="790"/>
        <pc:sldMkLst>
          <pc:docMk/>
          <pc:sldMk cId="337887330" sldId="1275"/>
        </pc:sldMkLst>
        <pc:spChg chg="mod">
          <ac:chgData name="Feist, Ella" userId="992bbaf2-811d-42cb-a4d6-e7fc45e325e8" providerId="ADAL" clId="{48DC18DD-ADA8-453C-A8C6-8D883987BA1A}" dt="2025-05-28T09:10:23.098" v="325" actId="790"/>
          <ac:spMkLst>
            <pc:docMk/>
            <pc:sldMk cId="337887330" sldId="1275"/>
            <ac:spMk id="4" creationId="{441B5810-8C67-B742-B639-848419728702}"/>
          </ac:spMkLst>
        </pc:spChg>
        <pc:spChg chg="mod">
          <ac:chgData name="Feist, Ella" userId="992bbaf2-811d-42cb-a4d6-e7fc45e325e8" providerId="ADAL" clId="{48DC18DD-ADA8-453C-A8C6-8D883987BA1A}" dt="2025-05-28T09:10:23.098" v="325" actId="790"/>
          <ac:spMkLst>
            <pc:docMk/>
            <pc:sldMk cId="337887330" sldId="1275"/>
            <ac:spMk id="5" creationId="{435A2612-53B9-44A5-8081-0DA1EC08A137}"/>
          </ac:spMkLst>
        </pc:spChg>
        <pc:graphicFrameChg chg="mod modGraphic">
          <ac:chgData name="Feist, Ella" userId="992bbaf2-811d-42cb-a4d6-e7fc45e325e8" providerId="ADAL" clId="{48DC18DD-ADA8-453C-A8C6-8D883987BA1A}" dt="2025-05-28T09:10:23.098" v="325" actId="790"/>
          <ac:graphicFrameMkLst>
            <pc:docMk/>
            <pc:sldMk cId="337887330" sldId="1275"/>
            <ac:graphicFrameMk id="6" creationId="{7126B363-71F0-DCBD-8CBB-C5D65E6C70E4}"/>
          </ac:graphicFrameMkLst>
        </pc:graphicFrameChg>
      </pc:sldChg>
      <pc:sldChg chg="modSp mod modNotesTx">
        <pc:chgData name="Feist, Ella" userId="992bbaf2-811d-42cb-a4d6-e7fc45e325e8" providerId="ADAL" clId="{48DC18DD-ADA8-453C-A8C6-8D883987BA1A}" dt="2025-05-28T09:10:23.098" v="325" actId="790"/>
        <pc:sldMkLst>
          <pc:docMk/>
          <pc:sldMk cId="630277131" sldId="1276"/>
        </pc:sldMkLst>
        <pc:spChg chg="mod">
          <ac:chgData name="Feist, Ella" userId="992bbaf2-811d-42cb-a4d6-e7fc45e325e8" providerId="ADAL" clId="{48DC18DD-ADA8-453C-A8C6-8D883987BA1A}" dt="2025-05-28T09:10:23.098" v="325" actId="790"/>
          <ac:spMkLst>
            <pc:docMk/>
            <pc:sldMk cId="630277131" sldId="1276"/>
            <ac:spMk id="4" creationId="{00000000-0000-0000-0000-000000000000}"/>
          </ac:spMkLst>
        </pc:spChg>
        <pc:spChg chg="mod">
          <ac:chgData name="Feist, Ella" userId="992bbaf2-811d-42cb-a4d6-e7fc45e325e8" providerId="ADAL" clId="{48DC18DD-ADA8-453C-A8C6-8D883987BA1A}" dt="2025-05-28T09:10:23.098" v="325" actId="790"/>
          <ac:spMkLst>
            <pc:docMk/>
            <pc:sldMk cId="630277131" sldId="1276"/>
            <ac:spMk id="6" creationId="{00000000-0000-0000-0000-000000000000}"/>
          </ac:spMkLst>
        </pc:spChg>
      </pc:sldChg>
      <pc:sldChg chg="modSp mod">
        <pc:chgData name="Feist, Ella" userId="992bbaf2-811d-42cb-a4d6-e7fc45e325e8" providerId="ADAL" clId="{48DC18DD-ADA8-453C-A8C6-8D883987BA1A}" dt="2025-05-28T09:10:23.098" v="325" actId="790"/>
        <pc:sldMkLst>
          <pc:docMk/>
          <pc:sldMk cId="2137010247" sldId="1277"/>
        </pc:sldMkLst>
        <pc:spChg chg="mod">
          <ac:chgData name="Feist, Ella" userId="992bbaf2-811d-42cb-a4d6-e7fc45e325e8" providerId="ADAL" clId="{48DC18DD-ADA8-453C-A8C6-8D883987BA1A}" dt="2025-05-28T09:10:23.098" v="325" actId="790"/>
          <ac:spMkLst>
            <pc:docMk/>
            <pc:sldMk cId="2137010247" sldId="1277"/>
            <ac:spMk id="2" creationId="{5CFC17B0-A657-16F0-FFC0-1547372E47BB}"/>
          </ac:spMkLst>
        </pc:spChg>
        <pc:spChg chg="mod">
          <ac:chgData name="Feist, Ella" userId="992bbaf2-811d-42cb-a4d6-e7fc45e325e8" providerId="ADAL" clId="{48DC18DD-ADA8-453C-A8C6-8D883987BA1A}" dt="2025-05-28T09:10:23.098" v="325" actId="790"/>
          <ac:spMkLst>
            <pc:docMk/>
            <pc:sldMk cId="2137010247" sldId="1277"/>
            <ac:spMk id="4" creationId="{9ED32BBC-8A3B-5FB1-DB0F-B65F461BDA2D}"/>
          </ac:spMkLst>
        </pc:spChg>
      </pc:sldChg>
      <pc:sldChg chg="modSp mod modNotesTx">
        <pc:chgData name="Feist, Ella" userId="992bbaf2-811d-42cb-a4d6-e7fc45e325e8" providerId="ADAL" clId="{48DC18DD-ADA8-453C-A8C6-8D883987BA1A}" dt="2025-05-28T09:10:23.098" v="325" actId="790"/>
        <pc:sldMkLst>
          <pc:docMk/>
          <pc:sldMk cId="1918969129" sldId="1278"/>
        </pc:sldMkLst>
        <pc:spChg chg="mod">
          <ac:chgData name="Feist, Ella" userId="992bbaf2-811d-42cb-a4d6-e7fc45e325e8" providerId="ADAL" clId="{48DC18DD-ADA8-453C-A8C6-8D883987BA1A}" dt="2025-05-28T09:10:23.098" v="325" actId="790"/>
          <ac:spMkLst>
            <pc:docMk/>
            <pc:sldMk cId="1918969129" sldId="1278"/>
            <ac:spMk id="2" creationId="{A9A6FF77-D641-4417-92E7-11CC6238BF20}"/>
          </ac:spMkLst>
        </pc:spChg>
        <pc:spChg chg="mod">
          <ac:chgData name="Feist, Ella" userId="992bbaf2-811d-42cb-a4d6-e7fc45e325e8" providerId="ADAL" clId="{48DC18DD-ADA8-453C-A8C6-8D883987BA1A}" dt="2025-05-28T09:10:23.098" v="325" actId="790"/>
          <ac:spMkLst>
            <pc:docMk/>
            <pc:sldMk cId="1918969129" sldId="1278"/>
            <ac:spMk id="3" creationId="{ECDE4BDF-DF4B-E304-1D46-4D99764CAD24}"/>
          </ac:spMkLst>
        </pc:spChg>
        <pc:spChg chg="mod">
          <ac:chgData name="Feist, Ella" userId="992bbaf2-811d-42cb-a4d6-e7fc45e325e8" providerId="ADAL" clId="{48DC18DD-ADA8-453C-A8C6-8D883987BA1A}" dt="2025-05-28T09:10:23.098" v="325" actId="790"/>
          <ac:spMkLst>
            <pc:docMk/>
            <pc:sldMk cId="1918969129" sldId="1278"/>
            <ac:spMk id="5" creationId="{91A8ED3D-B755-43C9-BCB1-DCF495C0C9DB}"/>
          </ac:spMkLst>
        </pc:spChg>
        <pc:spChg chg="mod">
          <ac:chgData name="Feist, Ella" userId="992bbaf2-811d-42cb-a4d6-e7fc45e325e8" providerId="ADAL" clId="{48DC18DD-ADA8-453C-A8C6-8D883987BA1A}" dt="2025-05-28T09:10:23.098" v="325" actId="790"/>
          <ac:spMkLst>
            <pc:docMk/>
            <pc:sldMk cId="1918969129" sldId="1278"/>
            <ac:spMk id="22" creationId="{AC33F83C-5FF4-8B06-E2E2-1705EA600BAE}"/>
          </ac:spMkLst>
        </pc:spChg>
      </pc:sldChg>
      <pc:sldChg chg="modSp mod">
        <pc:chgData name="Feist, Ella" userId="992bbaf2-811d-42cb-a4d6-e7fc45e325e8" providerId="ADAL" clId="{48DC18DD-ADA8-453C-A8C6-8D883987BA1A}" dt="2025-05-28T09:10:23.098" v="325" actId="790"/>
        <pc:sldMkLst>
          <pc:docMk/>
          <pc:sldMk cId="1300885312" sldId="1279"/>
        </pc:sldMkLst>
        <pc:spChg chg="mod">
          <ac:chgData name="Feist, Ella" userId="992bbaf2-811d-42cb-a4d6-e7fc45e325e8" providerId="ADAL" clId="{48DC18DD-ADA8-453C-A8C6-8D883987BA1A}" dt="2025-05-28T09:10:23.098" v="325" actId="790"/>
          <ac:spMkLst>
            <pc:docMk/>
            <pc:sldMk cId="1300885312" sldId="1279"/>
            <ac:spMk id="2" creationId="{F7F6EAF0-4D02-E0BB-9284-AF6CB503E13B}"/>
          </ac:spMkLst>
        </pc:spChg>
        <pc:spChg chg="mod">
          <ac:chgData name="Feist, Ella" userId="992bbaf2-811d-42cb-a4d6-e7fc45e325e8" providerId="ADAL" clId="{48DC18DD-ADA8-453C-A8C6-8D883987BA1A}" dt="2025-05-28T09:10:23.098" v="325" actId="790"/>
          <ac:spMkLst>
            <pc:docMk/>
            <pc:sldMk cId="1300885312" sldId="1279"/>
            <ac:spMk id="4" creationId="{9ED32BBC-8A3B-5FB1-DB0F-B65F461BDA2D}"/>
          </ac:spMkLst>
        </pc:spChg>
      </pc:sldChg>
      <pc:sldChg chg="modSp mod modNotesTx">
        <pc:chgData name="Feist, Ella" userId="992bbaf2-811d-42cb-a4d6-e7fc45e325e8" providerId="ADAL" clId="{48DC18DD-ADA8-453C-A8C6-8D883987BA1A}" dt="2025-05-28T09:10:23.098" v="325" actId="790"/>
        <pc:sldMkLst>
          <pc:docMk/>
          <pc:sldMk cId="1405774114" sldId="1280"/>
        </pc:sldMkLst>
        <pc:spChg chg="mod">
          <ac:chgData name="Feist, Ella" userId="992bbaf2-811d-42cb-a4d6-e7fc45e325e8" providerId="ADAL" clId="{48DC18DD-ADA8-453C-A8C6-8D883987BA1A}" dt="2025-05-28T09:10:23.098" v="325" actId="790"/>
          <ac:spMkLst>
            <pc:docMk/>
            <pc:sldMk cId="1405774114" sldId="1280"/>
            <ac:spMk id="2" creationId="{A9A6FF77-D641-4417-92E7-11CC6238BF20}"/>
          </ac:spMkLst>
        </pc:spChg>
        <pc:spChg chg="mod">
          <ac:chgData name="Feist, Ella" userId="992bbaf2-811d-42cb-a4d6-e7fc45e325e8" providerId="ADAL" clId="{48DC18DD-ADA8-453C-A8C6-8D883987BA1A}" dt="2025-05-28T09:10:23.098" v="325" actId="790"/>
          <ac:spMkLst>
            <pc:docMk/>
            <pc:sldMk cId="1405774114" sldId="1280"/>
            <ac:spMk id="3" creationId="{DCFA0893-2CDB-7159-B441-2A4F8542FA81}"/>
          </ac:spMkLst>
        </pc:spChg>
        <pc:spChg chg="mod">
          <ac:chgData name="Feist, Ella" userId="992bbaf2-811d-42cb-a4d6-e7fc45e325e8" providerId="ADAL" clId="{48DC18DD-ADA8-453C-A8C6-8D883987BA1A}" dt="2025-05-28T09:10:23.098" v="325" actId="790"/>
          <ac:spMkLst>
            <pc:docMk/>
            <pc:sldMk cId="1405774114" sldId="1280"/>
            <ac:spMk id="5" creationId="{91A8ED3D-B755-43C9-BCB1-DCF495C0C9DB}"/>
          </ac:spMkLst>
        </pc:spChg>
        <pc:spChg chg="mod">
          <ac:chgData name="Feist, Ella" userId="992bbaf2-811d-42cb-a4d6-e7fc45e325e8" providerId="ADAL" clId="{48DC18DD-ADA8-453C-A8C6-8D883987BA1A}" dt="2025-05-28T09:10:23.098" v="325" actId="790"/>
          <ac:spMkLst>
            <pc:docMk/>
            <pc:sldMk cId="1405774114" sldId="1280"/>
            <ac:spMk id="7" creationId="{D5AC9464-A3E5-A955-F169-FE4396DC5323}"/>
          </ac:spMkLst>
        </pc:spChg>
      </pc:sldChg>
      <pc:sldChg chg="modSp mod modNotesTx">
        <pc:chgData name="Feist, Ella" userId="992bbaf2-811d-42cb-a4d6-e7fc45e325e8" providerId="ADAL" clId="{48DC18DD-ADA8-453C-A8C6-8D883987BA1A}" dt="2025-05-28T09:10:23.098" v="325" actId="790"/>
        <pc:sldMkLst>
          <pc:docMk/>
          <pc:sldMk cId="201244296" sldId="1281"/>
        </pc:sldMkLst>
        <pc:spChg chg="mod">
          <ac:chgData name="Feist, Ella" userId="992bbaf2-811d-42cb-a4d6-e7fc45e325e8" providerId="ADAL" clId="{48DC18DD-ADA8-453C-A8C6-8D883987BA1A}" dt="2025-05-28T09:10:23.098" v="325" actId="790"/>
          <ac:spMkLst>
            <pc:docMk/>
            <pc:sldMk cId="201244296" sldId="1281"/>
            <ac:spMk id="2" creationId="{A9A6FF77-D641-4417-92E7-11CC6238BF20}"/>
          </ac:spMkLst>
        </pc:spChg>
        <pc:spChg chg="mod">
          <ac:chgData name="Feist, Ella" userId="992bbaf2-811d-42cb-a4d6-e7fc45e325e8" providerId="ADAL" clId="{48DC18DD-ADA8-453C-A8C6-8D883987BA1A}" dt="2025-05-28T09:10:23.098" v="325" actId="790"/>
          <ac:spMkLst>
            <pc:docMk/>
            <pc:sldMk cId="201244296" sldId="1281"/>
            <ac:spMk id="3" creationId="{54BFD1FE-F15E-9CC7-4C18-9E51794403E4}"/>
          </ac:spMkLst>
        </pc:spChg>
        <pc:spChg chg="mod">
          <ac:chgData name="Feist, Ella" userId="992bbaf2-811d-42cb-a4d6-e7fc45e325e8" providerId="ADAL" clId="{48DC18DD-ADA8-453C-A8C6-8D883987BA1A}" dt="2025-05-28T09:10:23.098" v="325" actId="790"/>
          <ac:spMkLst>
            <pc:docMk/>
            <pc:sldMk cId="201244296" sldId="1281"/>
            <ac:spMk id="5" creationId="{91A8ED3D-B755-43C9-BCB1-DCF495C0C9DB}"/>
          </ac:spMkLst>
        </pc:spChg>
        <pc:spChg chg="mod">
          <ac:chgData name="Feist, Ella" userId="992bbaf2-811d-42cb-a4d6-e7fc45e325e8" providerId="ADAL" clId="{48DC18DD-ADA8-453C-A8C6-8D883987BA1A}" dt="2025-05-28T09:10:23.098" v="325" actId="790"/>
          <ac:spMkLst>
            <pc:docMk/>
            <pc:sldMk cId="201244296" sldId="1281"/>
            <ac:spMk id="8" creationId="{C3478F47-B395-DF4C-9CAA-7D80E2BED91A}"/>
          </ac:spMkLst>
        </pc:spChg>
        <pc:spChg chg="mod">
          <ac:chgData name="Feist, Ella" userId="992bbaf2-811d-42cb-a4d6-e7fc45e325e8" providerId="ADAL" clId="{48DC18DD-ADA8-453C-A8C6-8D883987BA1A}" dt="2025-05-28T09:10:23.098" v="325" actId="790"/>
          <ac:spMkLst>
            <pc:docMk/>
            <pc:sldMk cId="201244296" sldId="1281"/>
            <ac:spMk id="9" creationId="{2DC50322-A399-B10C-3530-F10CE148AD1E}"/>
          </ac:spMkLst>
        </pc:spChg>
      </pc:sldChg>
      <pc:sldChg chg="modSp mod modNotesTx">
        <pc:chgData name="Feist, Ella" userId="992bbaf2-811d-42cb-a4d6-e7fc45e325e8" providerId="ADAL" clId="{48DC18DD-ADA8-453C-A8C6-8D883987BA1A}" dt="2025-05-28T09:10:23.098" v="325" actId="790"/>
        <pc:sldMkLst>
          <pc:docMk/>
          <pc:sldMk cId="2077932776" sldId="1282"/>
        </pc:sldMkLst>
        <pc:spChg chg="mod">
          <ac:chgData name="Feist, Ella" userId="992bbaf2-811d-42cb-a4d6-e7fc45e325e8" providerId="ADAL" clId="{48DC18DD-ADA8-453C-A8C6-8D883987BA1A}" dt="2025-05-28T09:10:23.098" v="325" actId="790"/>
          <ac:spMkLst>
            <pc:docMk/>
            <pc:sldMk cId="2077932776" sldId="1282"/>
            <ac:spMk id="2" creationId="{A9A6FF77-D641-4417-92E7-11CC6238BF20}"/>
          </ac:spMkLst>
        </pc:spChg>
        <pc:spChg chg="mod">
          <ac:chgData name="Feist, Ella" userId="992bbaf2-811d-42cb-a4d6-e7fc45e325e8" providerId="ADAL" clId="{48DC18DD-ADA8-453C-A8C6-8D883987BA1A}" dt="2025-05-28T09:10:23.098" v="325" actId="790"/>
          <ac:spMkLst>
            <pc:docMk/>
            <pc:sldMk cId="2077932776" sldId="1282"/>
            <ac:spMk id="3" creationId="{5C5F09CB-9824-BBE1-9C2A-1B16E71663F1}"/>
          </ac:spMkLst>
        </pc:spChg>
        <pc:spChg chg="mod">
          <ac:chgData name="Feist, Ella" userId="992bbaf2-811d-42cb-a4d6-e7fc45e325e8" providerId="ADAL" clId="{48DC18DD-ADA8-453C-A8C6-8D883987BA1A}" dt="2025-05-28T09:10:23.098" v="325" actId="790"/>
          <ac:spMkLst>
            <pc:docMk/>
            <pc:sldMk cId="2077932776" sldId="1282"/>
            <ac:spMk id="4" creationId="{2ADD8431-53D9-51CF-E788-2AB6A9F12F33}"/>
          </ac:spMkLst>
        </pc:spChg>
        <pc:spChg chg="mod">
          <ac:chgData name="Feist, Ella" userId="992bbaf2-811d-42cb-a4d6-e7fc45e325e8" providerId="ADAL" clId="{48DC18DD-ADA8-453C-A8C6-8D883987BA1A}" dt="2025-05-28T08:47:25.483" v="140" actId="404"/>
          <ac:spMkLst>
            <pc:docMk/>
            <pc:sldMk cId="2077932776" sldId="1282"/>
            <ac:spMk id="5" creationId="{91A8ED3D-B755-43C9-BCB1-DCF495C0C9DB}"/>
          </ac:spMkLst>
        </pc:spChg>
        <pc:spChg chg="mod">
          <ac:chgData name="Feist, Ella" userId="992bbaf2-811d-42cb-a4d6-e7fc45e325e8" providerId="ADAL" clId="{48DC18DD-ADA8-453C-A8C6-8D883987BA1A}" dt="2025-05-28T09:10:23.098" v="325" actId="790"/>
          <ac:spMkLst>
            <pc:docMk/>
            <pc:sldMk cId="2077932776" sldId="1282"/>
            <ac:spMk id="7" creationId="{AB7636CB-BF53-179B-C95B-706BBAD468AB}"/>
          </ac:spMkLst>
        </pc:spChg>
        <pc:spChg chg="mod">
          <ac:chgData name="Feist, Ella" userId="992bbaf2-811d-42cb-a4d6-e7fc45e325e8" providerId="ADAL" clId="{48DC18DD-ADA8-453C-A8C6-8D883987BA1A}" dt="2025-05-28T09:10:23.098" v="325" actId="790"/>
          <ac:spMkLst>
            <pc:docMk/>
            <pc:sldMk cId="2077932776" sldId="1282"/>
            <ac:spMk id="8" creationId="{1D2AEF8C-B104-34E6-B442-B118F368A5F4}"/>
          </ac:spMkLst>
        </pc:spChg>
        <pc:spChg chg="mod">
          <ac:chgData name="Feist, Ella" userId="992bbaf2-811d-42cb-a4d6-e7fc45e325e8" providerId="ADAL" clId="{48DC18DD-ADA8-453C-A8C6-8D883987BA1A}" dt="2025-05-28T09:10:23.098" v="325" actId="790"/>
          <ac:spMkLst>
            <pc:docMk/>
            <pc:sldMk cId="2077932776" sldId="1282"/>
            <ac:spMk id="9" creationId="{CC0349AE-7E29-6BDA-9B3F-41FACE87C75F}"/>
          </ac:spMkLst>
        </pc:spChg>
        <pc:spChg chg="mod">
          <ac:chgData name="Feist, Ella" userId="992bbaf2-811d-42cb-a4d6-e7fc45e325e8" providerId="ADAL" clId="{48DC18DD-ADA8-453C-A8C6-8D883987BA1A}" dt="2025-05-28T09:10:23.098" v="325" actId="790"/>
          <ac:spMkLst>
            <pc:docMk/>
            <pc:sldMk cId="2077932776" sldId="1282"/>
            <ac:spMk id="10" creationId="{FBEF665A-E894-8EB4-2DA9-703D2C969B48}"/>
          </ac:spMkLst>
        </pc:spChg>
        <pc:spChg chg="mod">
          <ac:chgData name="Feist, Ella" userId="992bbaf2-811d-42cb-a4d6-e7fc45e325e8" providerId="ADAL" clId="{48DC18DD-ADA8-453C-A8C6-8D883987BA1A}" dt="2025-05-28T09:10:23.098" v="325" actId="790"/>
          <ac:spMkLst>
            <pc:docMk/>
            <pc:sldMk cId="2077932776" sldId="1282"/>
            <ac:spMk id="11" creationId="{01B54F52-08D7-F885-94E4-48A50D68E60E}"/>
          </ac:spMkLst>
        </pc:spChg>
        <pc:spChg chg="mod">
          <ac:chgData name="Feist, Ella" userId="992bbaf2-811d-42cb-a4d6-e7fc45e325e8" providerId="ADAL" clId="{48DC18DD-ADA8-453C-A8C6-8D883987BA1A}" dt="2025-05-28T09:10:23.098" v="325" actId="790"/>
          <ac:spMkLst>
            <pc:docMk/>
            <pc:sldMk cId="2077932776" sldId="1282"/>
            <ac:spMk id="12" creationId="{0175F94D-7464-FE87-D457-9409640CD98E}"/>
          </ac:spMkLst>
        </pc:spChg>
        <pc:spChg chg="mod">
          <ac:chgData name="Feist, Ella" userId="992bbaf2-811d-42cb-a4d6-e7fc45e325e8" providerId="ADAL" clId="{48DC18DD-ADA8-453C-A8C6-8D883987BA1A}" dt="2025-05-28T09:10:23.098" v="325" actId="790"/>
          <ac:spMkLst>
            <pc:docMk/>
            <pc:sldMk cId="2077932776" sldId="1282"/>
            <ac:spMk id="28" creationId="{1E07E3CE-0F62-FC8F-3711-AC5BACB2F943}"/>
          </ac:spMkLst>
        </pc:spChg>
      </pc:sldChg>
      <pc:sldChg chg="modSp mod">
        <pc:chgData name="Feist, Ella" userId="992bbaf2-811d-42cb-a4d6-e7fc45e325e8" providerId="ADAL" clId="{48DC18DD-ADA8-453C-A8C6-8D883987BA1A}" dt="2025-05-28T09:10:23.098" v="325" actId="790"/>
        <pc:sldMkLst>
          <pc:docMk/>
          <pc:sldMk cId="2036530306" sldId="1283"/>
        </pc:sldMkLst>
        <pc:spChg chg="mod">
          <ac:chgData name="Feist, Ella" userId="992bbaf2-811d-42cb-a4d6-e7fc45e325e8" providerId="ADAL" clId="{48DC18DD-ADA8-453C-A8C6-8D883987BA1A}" dt="2025-05-28T09:10:23.098" v="325" actId="790"/>
          <ac:spMkLst>
            <pc:docMk/>
            <pc:sldMk cId="2036530306" sldId="1283"/>
            <ac:spMk id="3" creationId="{5BF1AA46-5064-9B56-DDAF-2A1A589AFD09}"/>
          </ac:spMkLst>
        </pc:spChg>
        <pc:spChg chg="mod">
          <ac:chgData name="Feist, Ella" userId="992bbaf2-811d-42cb-a4d6-e7fc45e325e8" providerId="ADAL" clId="{48DC18DD-ADA8-453C-A8C6-8D883987BA1A}" dt="2025-05-28T09:10:23.098" v="325" actId="790"/>
          <ac:spMkLst>
            <pc:docMk/>
            <pc:sldMk cId="2036530306" sldId="1283"/>
            <ac:spMk id="4" creationId="{9ED32BBC-8A3B-5FB1-DB0F-B65F461BDA2D}"/>
          </ac:spMkLst>
        </pc:spChg>
      </pc:sldChg>
      <pc:sldChg chg="modSp mod modNotesTx">
        <pc:chgData name="Feist, Ella" userId="992bbaf2-811d-42cb-a4d6-e7fc45e325e8" providerId="ADAL" clId="{48DC18DD-ADA8-453C-A8C6-8D883987BA1A}" dt="2025-05-28T09:10:23.098" v="325" actId="790"/>
        <pc:sldMkLst>
          <pc:docMk/>
          <pc:sldMk cId="1144917744" sldId="1284"/>
        </pc:sldMkLst>
        <pc:spChg chg="mod">
          <ac:chgData name="Feist, Ella" userId="992bbaf2-811d-42cb-a4d6-e7fc45e325e8" providerId="ADAL" clId="{48DC18DD-ADA8-453C-A8C6-8D883987BA1A}" dt="2025-05-28T09:10:23.098" v="325" actId="790"/>
          <ac:spMkLst>
            <pc:docMk/>
            <pc:sldMk cId="1144917744" sldId="1284"/>
            <ac:spMk id="2" creationId="{A9A6FF77-D641-4417-92E7-11CC6238BF20}"/>
          </ac:spMkLst>
        </pc:spChg>
        <pc:spChg chg="mod">
          <ac:chgData name="Feist, Ella" userId="992bbaf2-811d-42cb-a4d6-e7fc45e325e8" providerId="ADAL" clId="{48DC18DD-ADA8-453C-A8C6-8D883987BA1A}" dt="2025-05-28T09:10:23.098" v="325" actId="790"/>
          <ac:spMkLst>
            <pc:docMk/>
            <pc:sldMk cId="1144917744" sldId="1284"/>
            <ac:spMk id="3" creationId="{1AA052E0-35D1-56C1-7E83-FBF9824ED920}"/>
          </ac:spMkLst>
        </pc:spChg>
        <pc:spChg chg="mod">
          <ac:chgData name="Feist, Ella" userId="992bbaf2-811d-42cb-a4d6-e7fc45e325e8" providerId="ADAL" clId="{48DC18DD-ADA8-453C-A8C6-8D883987BA1A}" dt="2025-05-28T09:10:23.098" v="325" actId="790"/>
          <ac:spMkLst>
            <pc:docMk/>
            <pc:sldMk cId="1144917744" sldId="1284"/>
            <ac:spMk id="5" creationId="{91A8ED3D-B755-43C9-BCB1-DCF495C0C9DB}"/>
          </ac:spMkLst>
        </pc:spChg>
        <pc:spChg chg="mod">
          <ac:chgData name="Feist, Ella" userId="992bbaf2-811d-42cb-a4d6-e7fc45e325e8" providerId="ADAL" clId="{48DC18DD-ADA8-453C-A8C6-8D883987BA1A}" dt="2025-05-28T09:10:23.098" v="325" actId="790"/>
          <ac:spMkLst>
            <pc:docMk/>
            <pc:sldMk cId="1144917744" sldId="1284"/>
            <ac:spMk id="8" creationId="{880A7C98-0696-2788-81FA-A2BC9337C29F}"/>
          </ac:spMkLst>
        </pc:spChg>
      </pc:sldChg>
      <pc:sldChg chg="modSp mod">
        <pc:chgData name="Feist, Ella" userId="992bbaf2-811d-42cb-a4d6-e7fc45e325e8" providerId="ADAL" clId="{48DC18DD-ADA8-453C-A8C6-8D883987BA1A}" dt="2025-05-28T09:10:23.098" v="325" actId="790"/>
        <pc:sldMkLst>
          <pc:docMk/>
          <pc:sldMk cId="3423381148" sldId="1285"/>
        </pc:sldMkLst>
        <pc:spChg chg="mod">
          <ac:chgData name="Feist, Ella" userId="992bbaf2-811d-42cb-a4d6-e7fc45e325e8" providerId="ADAL" clId="{48DC18DD-ADA8-453C-A8C6-8D883987BA1A}" dt="2025-05-28T09:10:23.098" v="325" actId="790"/>
          <ac:spMkLst>
            <pc:docMk/>
            <pc:sldMk cId="3423381148" sldId="1285"/>
            <ac:spMk id="2" creationId="{A9A6FF77-D641-4417-92E7-11CC6238BF20}"/>
          </ac:spMkLst>
        </pc:spChg>
        <pc:spChg chg="mod">
          <ac:chgData name="Feist, Ella" userId="992bbaf2-811d-42cb-a4d6-e7fc45e325e8" providerId="ADAL" clId="{48DC18DD-ADA8-453C-A8C6-8D883987BA1A}" dt="2025-05-28T08:55:13.428" v="147" actId="20577"/>
          <ac:spMkLst>
            <pc:docMk/>
            <pc:sldMk cId="3423381148" sldId="1285"/>
            <ac:spMk id="5" creationId="{91A8ED3D-B755-43C9-BCB1-DCF495C0C9DB}"/>
          </ac:spMkLst>
        </pc:spChg>
        <pc:spChg chg="mod">
          <ac:chgData name="Feist, Ella" userId="992bbaf2-811d-42cb-a4d6-e7fc45e325e8" providerId="ADAL" clId="{48DC18DD-ADA8-453C-A8C6-8D883987BA1A}" dt="2025-05-28T09:10:23.098" v="325" actId="790"/>
          <ac:spMkLst>
            <pc:docMk/>
            <pc:sldMk cId="3423381148" sldId="1285"/>
            <ac:spMk id="7" creationId="{51FF51FB-FFDE-075D-457E-DF4528D3C5A6}"/>
          </ac:spMkLst>
        </pc:spChg>
        <pc:spChg chg="mod">
          <ac:chgData name="Feist, Ella" userId="992bbaf2-811d-42cb-a4d6-e7fc45e325e8" providerId="ADAL" clId="{48DC18DD-ADA8-453C-A8C6-8D883987BA1A}" dt="2025-05-28T09:10:23.098" v="325" actId="790"/>
          <ac:spMkLst>
            <pc:docMk/>
            <pc:sldMk cId="3423381148" sldId="1285"/>
            <ac:spMk id="17" creationId="{0834A03F-A917-A6A5-6CFD-490084402651}"/>
          </ac:spMkLst>
        </pc:spChg>
        <pc:spChg chg="mod">
          <ac:chgData name="Feist, Ella" userId="992bbaf2-811d-42cb-a4d6-e7fc45e325e8" providerId="ADAL" clId="{48DC18DD-ADA8-453C-A8C6-8D883987BA1A}" dt="2025-05-28T09:10:23.098" v="325" actId="790"/>
          <ac:spMkLst>
            <pc:docMk/>
            <pc:sldMk cId="3423381148" sldId="1285"/>
            <ac:spMk id="18" creationId="{69A98151-3AD6-A415-3DE0-683808B99A7C}"/>
          </ac:spMkLst>
        </pc:spChg>
        <pc:spChg chg="mod">
          <ac:chgData name="Feist, Ella" userId="992bbaf2-811d-42cb-a4d6-e7fc45e325e8" providerId="ADAL" clId="{48DC18DD-ADA8-453C-A8C6-8D883987BA1A}" dt="2025-05-28T09:10:23.098" v="325" actId="790"/>
          <ac:spMkLst>
            <pc:docMk/>
            <pc:sldMk cId="3423381148" sldId="1285"/>
            <ac:spMk id="19" creationId="{DA6F94D3-2B87-01B5-E8A1-8645B644DA6A}"/>
          </ac:spMkLst>
        </pc:spChg>
        <pc:spChg chg="mod">
          <ac:chgData name="Feist, Ella" userId="992bbaf2-811d-42cb-a4d6-e7fc45e325e8" providerId="ADAL" clId="{48DC18DD-ADA8-453C-A8C6-8D883987BA1A}" dt="2025-05-28T09:10:23.098" v="325" actId="790"/>
          <ac:spMkLst>
            <pc:docMk/>
            <pc:sldMk cId="3423381148" sldId="1285"/>
            <ac:spMk id="21" creationId="{F436C494-0167-13AA-F1E3-807DC6F884A1}"/>
          </ac:spMkLst>
        </pc:spChg>
        <pc:spChg chg="mod">
          <ac:chgData name="Feist, Ella" userId="992bbaf2-811d-42cb-a4d6-e7fc45e325e8" providerId="ADAL" clId="{48DC18DD-ADA8-453C-A8C6-8D883987BA1A}" dt="2025-05-28T09:10:23.098" v="325" actId="790"/>
          <ac:spMkLst>
            <pc:docMk/>
            <pc:sldMk cId="3423381148" sldId="1285"/>
            <ac:spMk id="25" creationId="{0A2D9C34-6246-BE3A-8126-7D25456AA102}"/>
          </ac:spMkLst>
        </pc:spChg>
        <pc:spChg chg="mod">
          <ac:chgData name="Feist, Ella" userId="992bbaf2-811d-42cb-a4d6-e7fc45e325e8" providerId="ADAL" clId="{48DC18DD-ADA8-453C-A8C6-8D883987BA1A}" dt="2025-05-28T09:10:23.098" v="325" actId="790"/>
          <ac:spMkLst>
            <pc:docMk/>
            <pc:sldMk cId="3423381148" sldId="1285"/>
            <ac:spMk id="27" creationId="{6AB54F5C-C286-EC95-854E-9289F5B0CBBB}"/>
          </ac:spMkLst>
        </pc:spChg>
        <pc:spChg chg="mod">
          <ac:chgData name="Feist, Ella" userId="992bbaf2-811d-42cb-a4d6-e7fc45e325e8" providerId="ADAL" clId="{48DC18DD-ADA8-453C-A8C6-8D883987BA1A}" dt="2025-05-28T09:10:23.098" v="325" actId="790"/>
          <ac:spMkLst>
            <pc:docMk/>
            <pc:sldMk cId="3423381148" sldId="1285"/>
            <ac:spMk id="30" creationId="{EBFF7A11-E19B-BCDA-18AC-05C62CAC2D43}"/>
          </ac:spMkLst>
        </pc:spChg>
        <pc:spChg chg="mod">
          <ac:chgData name="Feist, Ella" userId="992bbaf2-811d-42cb-a4d6-e7fc45e325e8" providerId="ADAL" clId="{48DC18DD-ADA8-453C-A8C6-8D883987BA1A}" dt="2025-05-28T09:10:23.098" v="325" actId="790"/>
          <ac:spMkLst>
            <pc:docMk/>
            <pc:sldMk cId="3423381148" sldId="1285"/>
            <ac:spMk id="32" creationId="{301D4504-AD26-FE20-393D-B096950C0BDD}"/>
          </ac:spMkLst>
        </pc:spChg>
      </pc:sldChg>
      <pc:sldChg chg="modSp mod">
        <pc:chgData name="Feist, Ella" userId="992bbaf2-811d-42cb-a4d6-e7fc45e325e8" providerId="ADAL" clId="{48DC18DD-ADA8-453C-A8C6-8D883987BA1A}" dt="2025-05-28T09:10:23.098" v="325" actId="790"/>
        <pc:sldMkLst>
          <pc:docMk/>
          <pc:sldMk cId="2314804740" sldId="1286"/>
        </pc:sldMkLst>
        <pc:spChg chg="mod">
          <ac:chgData name="Feist, Ella" userId="992bbaf2-811d-42cb-a4d6-e7fc45e325e8" providerId="ADAL" clId="{48DC18DD-ADA8-453C-A8C6-8D883987BA1A}" dt="2025-05-28T09:10:23.098" v="325" actId="790"/>
          <ac:spMkLst>
            <pc:docMk/>
            <pc:sldMk cId="2314804740" sldId="1286"/>
            <ac:spMk id="2" creationId="{A9A6FF77-D641-4417-92E7-11CC6238BF20}"/>
          </ac:spMkLst>
        </pc:spChg>
        <pc:spChg chg="mod">
          <ac:chgData name="Feist, Ella" userId="992bbaf2-811d-42cb-a4d6-e7fc45e325e8" providerId="ADAL" clId="{48DC18DD-ADA8-453C-A8C6-8D883987BA1A}" dt="2025-05-28T09:10:23.098" v="325" actId="790"/>
          <ac:spMkLst>
            <pc:docMk/>
            <pc:sldMk cId="2314804740" sldId="1286"/>
            <ac:spMk id="3" creationId="{B25426EC-4DD6-1D28-F165-29A867241FEE}"/>
          </ac:spMkLst>
        </pc:spChg>
        <pc:spChg chg="mod">
          <ac:chgData name="Feist, Ella" userId="992bbaf2-811d-42cb-a4d6-e7fc45e325e8" providerId="ADAL" clId="{48DC18DD-ADA8-453C-A8C6-8D883987BA1A}" dt="2025-05-28T09:10:23.098" v="325" actId="790"/>
          <ac:spMkLst>
            <pc:docMk/>
            <pc:sldMk cId="2314804740" sldId="1286"/>
            <ac:spMk id="5" creationId="{91A8ED3D-B755-43C9-BCB1-DCF495C0C9DB}"/>
          </ac:spMkLst>
        </pc:spChg>
        <pc:spChg chg="mod">
          <ac:chgData name="Feist, Ella" userId="992bbaf2-811d-42cb-a4d6-e7fc45e325e8" providerId="ADAL" clId="{48DC18DD-ADA8-453C-A8C6-8D883987BA1A}" dt="2025-05-28T09:10:23.098" v="325" actId="790"/>
          <ac:spMkLst>
            <pc:docMk/>
            <pc:sldMk cId="2314804740" sldId="1286"/>
            <ac:spMk id="8" creationId="{F743E272-A013-01FF-D68D-C5B4A1FD69DB}"/>
          </ac:spMkLst>
        </pc:spChg>
        <pc:spChg chg="mod">
          <ac:chgData name="Feist, Ella" userId="992bbaf2-811d-42cb-a4d6-e7fc45e325e8" providerId="ADAL" clId="{48DC18DD-ADA8-453C-A8C6-8D883987BA1A}" dt="2025-05-28T09:10:23.098" v="325" actId="790"/>
          <ac:spMkLst>
            <pc:docMk/>
            <pc:sldMk cId="2314804740" sldId="1286"/>
            <ac:spMk id="9" creationId="{59F4792B-52AF-9733-A902-BC25B179629D}"/>
          </ac:spMkLst>
        </pc:spChg>
      </pc:sldChg>
      <pc:sldChg chg="modSp mod">
        <pc:chgData name="Feist, Ella" userId="992bbaf2-811d-42cb-a4d6-e7fc45e325e8" providerId="ADAL" clId="{48DC18DD-ADA8-453C-A8C6-8D883987BA1A}" dt="2025-05-28T09:10:23.098" v="325" actId="790"/>
        <pc:sldMkLst>
          <pc:docMk/>
          <pc:sldMk cId="3482068115" sldId="1287"/>
        </pc:sldMkLst>
        <pc:spChg chg="mod">
          <ac:chgData name="Feist, Ella" userId="992bbaf2-811d-42cb-a4d6-e7fc45e325e8" providerId="ADAL" clId="{48DC18DD-ADA8-453C-A8C6-8D883987BA1A}" dt="2025-05-28T09:10:23.098" v="325" actId="790"/>
          <ac:spMkLst>
            <pc:docMk/>
            <pc:sldMk cId="3482068115" sldId="1287"/>
            <ac:spMk id="2" creationId="{A9A6FF77-D641-4417-92E7-11CC6238BF20}"/>
          </ac:spMkLst>
        </pc:spChg>
        <pc:spChg chg="mod">
          <ac:chgData name="Feist, Ella" userId="992bbaf2-811d-42cb-a4d6-e7fc45e325e8" providerId="ADAL" clId="{48DC18DD-ADA8-453C-A8C6-8D883987BA1A}" dt="2025-05-28T09:10:23.098" v="325" actId="790"/>
          <ac:spMkLst>
            <pc:docMk/>
            <pc:sldMk cId="3482068115" sldId="1287"/>
            <ac:spMk id="3" creationId="{4AAA3C79-A269-F7E4-AAB6-5C8266814CBF}"/>
          </ac:spMkLst>
        </pc:spChg>
        <pc:spChg chg="mod">
          <ac:chgData name="Feist, Ella" userId="992bbaf2-811d-42cb-a4d6-e7fc45e325e8" providerId="ADAL" clId="{48DC18DD-ADA8-453C-A8C6-8D883987BA1A}" dt="2025-05-28T09:10:23.098" v="325" actId="790"/>
          <ac:spMkLst>
            <pc:docMk/>
            <pc:sldMk cId="3482068115" sldId="1287"/>
            <ac:spMk id="4" creationId="{91FF3B5D-905B-2840-1511-43026E70B306}"/>
          </ac:spMkLst>
        </pc:spChg>
        <pc:spChg chg="mod">
          <ac:chgData name="Feist, Ella" userId="992bbaf2-811d-42cb-a4d6-e7fc45e325e8" providerId="ADAL" clId="{48DC18DD-ADA8-453C-A8C6-8D883987BA1A}" dt="2025-05-28T09:00:49.585" v="208" actId="20577"/>
          <ac:spMkLst>
            <pc:docMk/>
            <pc:sldMk cId="3482068115" sldId="1287"/>
            <ac:spMk id="5" creationId="{91A8ED3D-B755-43C9-BCB1-DCF495C0C9DB}"/>
          </ac:spMkLst>
        </pc:spChg>
        <pc:spChg chg="mod">
          <ac:chgData name="Feist, Ella" userId="992bbaf2-811d-42cb-a4d6-e7fc45e325e8" providerId="ADAL" clId="{48DC18DD-ADA8-453C-A8C6-8D883987BA1A}" dt="2025-05-28T09:10:23.098" v="325" actId="790"/>
          <ac:spMkLst>
            <pc:docMk/>
            <pc:sldMk cId="3482068115" sldId="1287"/>
            <ac:spMk id="78" creationId="{5A021126-C51E-000E-9393-E79B502DFBDB}"/>
          </ac:spMkLst>
        </pc:spChg>
        <pc:spChg chg="mod">
          <ac:chgData name="Feist, Ella" userId="992bbaf2-811d-42cb-a4d6-e7fc45e325e8" providerId="ADAL" clId="{48DC18DD-ADA8-453C-A8C6-8D883987BA1A}" dt="2025-05-28T09:10:23.098" v="325" actId="790"/>
          <ac:spMkLst>
            <pc:docMk/>
            <pc:sldMk cId="3482068115" sldId="1287"/>
            <ac:spMk id="80" creationId="{CB82A283-9704-0C02-BB34-65E551813903}"/>
          </ac:spMkLst>
        </pc:spChg>
        <pc:spChg chg="mod">
          <ac:chgData name="Feist, Ella" userId="992bbaf2-811d-42cb-a4d6-e7fc45e325e8" providerId="ADAL" clId="{48DC18DD-ADA8-453C-A8C6-8D883987BA1A}" dt="2025-05-28T09:10:23.098" v="325" actId="790"/>
          <ac:spMkLst>
            <pc:docMk/>
            <pc:sldMk cId="3482068115" sldId="1287"/>
            <ac:spMk id="82" creationId="{74962DD7-0DBB-63BC-A5F3-474D96C3DB74}"/>
          </ac:spMkLst>
        </pc:spChg>
        <pc:spChg chg="mod">
          <ac:chgData name="Feist, Ella" userId="992bbaf2-811d-42cb-a4d6-e7fc45e325e8" providerId="ADAL" clId="{48DC18DD-ADA8-453C-A8C6-8D883987BA1A}" dt="2025-05-28T09:10:23.098" v="325" actId="790"/>
          <ac:spMkLst>
            <pc:docMk/>
            <pc:sldMk cId="3482068115" sldId="1287"/>
            <ac:spMk id="83" creationId="{B4D00469-EDFC-9B76-F48A-4C1DB18334EA}"/>
          </ac:spMkLst>
        </pc:spChg>
        <pc:spChg chg="mod">
          <ac:chgData name="Feist, Ella" userId="992bbaf2-811d-42cb-a4d6-e7fc45e325e8" providerId="ADAL" clId="{48DC18DD-ADA8-453C-A8C6-8D883987BA1A}" dt="2025-05-28T09:10:23.098" v="325" actId="790"/>
          <ac:spMkLst>
            <pc:docMk/>
            <pc:sldMk cId="3482068115" sldId="1287"/>
            <ac:spMk id="84" creationId="{24FBDEA0-31A3-4634-3FA9-3C74D1E3024B}"/>
          </ac:spMkLst>
        </pc:spChg>
        <pc:spChg chg="mod">
          <ac:chgData name="Feist, Ella" userId="992bbaf2-811d-42cb-a4d6-e7fc45e325e8" providerId="ADAL" clId="{48DC18DD-ADA8-453C-A8C6-8D883987BA1A}" dt="2025-05-28T09:10:23.098" v="325" actId="790"/>
          <ac:spMkLst>
            <pc:docMk/>
            <pc:sldMk cId="3482068115" sldId="1287"/>
            <ac:spMk id="86" creationId="{241D9B75-8842-A0BF-B245-18113E7B5601}"/>
          </ac:spMkLst>
        </pc:spChg>
        <pc:spChg chg="mod">
          <ac:chgData name="Feist, Ella" userId="992bbaf2-811d-42cb-a4d6-e7fc45e325e8" providerId="ADAL" clId="{48DC18DD-ADA8-453C-A8C6-8D883987BA1A}" dt="2025-05-28T09:10:23.098" v="325" actId="790"/>
          <ac:spMkLst>
            <pc:docMk/>
            <pc:sldMk cId="3482068115" sldId="1287"/>
            <ac:spMk id="87" creationId="{882596F8-5598-7CF9-7634-125EC7514BE9}"/>
          </ac:spMkLst>
        </pc:spChg>
      </pc:sldChg>
      <pc:sldChg chg="addSp delSp modSp mod chgLayout">
        <pc:chgData name="Feist, Ella" userId="992bbaf2-811d-42cb-a4d6-e7fc45e325e8" providerId="ADAL" clId="{48DC18DD-ADA8-453C-A8C6-8D883987BA1A}" dt="2025-05-28T09:10:23.098" v="325" actId="790"/>
        <pc:sldMkLst>
          <pc:docMk/>
          <pc:sldMk cId="822554177" sldId="1288"/>
        </pc:sldMkLst>
        <pc:spChg chg="mod ord">
          <ac:chgData name="Feist, Ella" userId="992bbaf2-811d-42cb-a4d6-e7fc45e325e8" providerId="ADAL" clId="{48DC18DD-ADA8-453C-A8C6-8D883987BA1A}" dt="2025-05-28T09:10:23.098" v="325" actId="790"/>
          <ac:spMkLst>
            <pc:docMk/>
            <pc:sldMk cId="822554177" sldId="1288"/>
            <ac:spMk id="4" creationId="{9ED32BBC-8A3B-5FB1-DB0F-B65F461BDA2D}"/>
          </ac:spMkLst>
        </pc:spChg>
        <pc:spChg chg="add mod ord">
          <ac:chgData name="Feist, Ella" userId="992bbaf2-811d-42cb-a4d6-e7fc45e325e8" providerId="ADAL" clId="{48DC18DD-ADA8-453C-A8C6-8D883987BA1A}" dt="2025-05-28T09:10:23.098" v="325" actId="790"/>
          <ac:spMkLst>
            <pc:docMk/>
            <pc:sldMk cId="822554177" sldId="1288"/>
            <ac:spMk id="5" creationId="{E9BD7F71-8B06-C257-1733-CC68514F482D}"/>
          </ac:spMkLst>
        </pc:spChg>
      </pc:sldChg>
      <pc:sldChg chg="modSp mod modNotesTx">
        <pc:chgData name="Feist, Ella" userId="992bbaf2-811d-42cb-a4d6-e7fc45e325e8" providerId="ADAL" clId="{48DC18DD-ADA8-453C-A8C6-8D883987BA1A}" dt="2025-05-28T09:10:23.098" v="325" actId="790"/>
        <pc:sldMkLst>
          <pc:docMk/>
          <pc:sldMk cId="4062026151" sldId="1289"/>
        </pc:sldMkLst>
        <pc:spChg chg="mod">
          <ac:chgData name="Feist, Ella" userId="992bbaf2-811d-42cb-a4d6-e7fc45e325e8" providerId="ADAL" clId="{48DC18DD-ADA8-453C-A8C6-8D883987BA1A}" dt="2025-05-28T09:10:23.098" v="325" actId="790"/>
          <ac:spMkLst>
            <pc:docMk/>
            <pc:sldMk cId="4062026151" sldId="1289"/>
            <ac:spMk id="2" creationId="{A9A6FF77-D641-4417-92E7-11CC6238BF20}"/>
          </ac:spMkLst>
        </pc:spChg>
        <pc:spChg chg="mod">
          <ac:chgData name="Feist, Ella" userId="992bbaf2-811d-42cb-a4d6-e7fc45e325e8" providerId="ADAL" clId="{48DC18DD-ADA8-453C-A8C6-8D883987BA1A}" dt="2025-05-28T09:10:23.098" v="325" actId="790"/>
          <ac:spMkLst>
            <pc:docMk/>
            <pc:sldMk cId="4062026151" sldId="1289"/>
            <ac:spMk id="3" creationId="{E51EFBB6-6D0A-322A-8B46-D0EB9904960C}"/>
          </ac:spMkLst>
        </pc:spChg>
        <pc:spChg chg="mod">
          <ac:chgData name="Feist, Ella" userId="992bbaf2-811d-42cb-a4d6-e7fc45e325e8" providerId="ADAL" clId="{48DC18DD-ADA8-453C-A8C6-8D883987BA1A}" dt="2025-05-28T09:10:23.098" v="325" actId="790"/>
          <ac:spMkLst>
            <pc:docMk/>
            <pc:sldMk cId="4062026151" sldId="1289"/>
            <ac:spMk id="5" creationId="{91A8ED3D-B755-43C9-BCB1-DCF495C0C9DB}"/>
          </ac:spMkLst>
        </pc:spChg>
        <pc:spChg chg="mod">
          <ac:chgData name="Feist, Ella" userId="992bbaf2-811d-42cb-a4d6-e7fc45e325e8" providerId="ADAL" clId="{48DC18DD-ADA8-453C-A8C6-8D883987BA1A}" dt="2025-05-28T09:10:23.098" v="325" actId="790"/>
          <ac:spMkLst>
            <pc:docMk/>
            <pc:sldMk cId="4062026151" sldId="1289"/>
            <ac:spMk id="13" creationId="{ED187695-3FDD-0828-0920-9B488C9884BF}"/>
          </ac:spMkLst>
        </pc:spChg>
        <pc:spChg chg="mod">
          <ac:chgData name="Feist, Ella" userId="992bbaf2-811d-42cb-a4d6-e7fc45e325e8" providerId="ADAL" clId="{48DC18DD-ADA8-453C-A8C6-8D883987BA1A}" dt="2025-05-28T09:10:23.098" v="325" actId="790"/>
          <ac:spMkLst>
            <pc:docMk/>
            <pc:sldMk cId="4062026151" sldId="1289"/>
            <ac:spMk id="14" creationId="{6665D0AC-105C-6875-3838-FE02B73C7450}"/>
          </ac:spMkLst>
        </pc:spChg>
      </pc:sldChg>
      <pc:sldChg chg="delSp modSp mod modClrScheme chgLayout">
        <pc:chgData name="Feist, Ella" userId="992bbaf2-811d-42cb-a4d6-e7fc45e325e8" providerId="ADAL" clId="{48DC18DD-ADA8-453C-A8C6-8D883987BA1A}" dt="2025-05-28T09:10:23.098" v="325" actId="790"/>
        <pc:sldMkLst>
          <pc:docMk/>
          <pc:sldMk cId="3496045167" sldId="1290"/>
        </pc:sldMkLst>
        <pc:spChg chg="mod ord">
          <ac:chgData name="Feist, Ella" userId="992bbaf2-811d-42cb-a4d6-e7fc45e325e8" providerId="ADAL" clId="{48DC18DD-ADA8-453C-A8C6-8D883987BA1A}" dt="2025-05-28T09:10:23.098" v="325" actId="790"/>
          <ac:spMkLst>
            <pc:docMk/>
            <pc:sldMk cId="3496045167" sldId="1290"/>
            <ac:spMk id="2" creationId="{D7EC235F-614F-714E-A97F-4FF50EFF14FD}"/>
          </ac:spMkLst>
        </pc:spChg>
        <pc:spChg chg="mod ord">
          <ac:chgData name="Feist, Ella" userId="992bbaf2-811d-42cb-a4d6-e7fc45e325e8" providerId="ADAL" clId="{48DC18DD-ADA8-453C-A8C6-8D883987BA1A}" dt="2025-05-28T09:10:23.098" v="325" actId="790"/>
          <ac:spMkLst>
            <pc:docMk/>
            <pc:sldMk cId="3496045167" sldId="1290"/>
            <ac:spMk id="4" creationId="{E9C5A723-C0B1-124B-8CB6-AA3105C9A4E6}"/>
          </ac:spMkLst>
        </pc:spChg>
        <pc:spChg chg="mod ord">
          <ac:chgData name="Feist, Ella" userId="992bbaf2-811d-42cb-a4d6-e7fc45e325e8" providerId="ADAL" clId="{48DC18DD-ADA8-453C-A8C6-8D883987BA1A}" dt="2025-05-28T09:10:23.098" v="325" actId="790"/>
          <ac:spMkLst>
            <pc:docMk/>
            <pc:sldMk cId="3496045167" sldId="1290"/>
            <ac:spMk id="7" creationId="{8F38D9AD-33C1-850D-10FC-1E2C80B6EFB4}"/>
          </ac:spMkLst>
        </pc:spChg>
      </pc:sldChg>
      <pc:sldChg chg="modSp mod modClrScheme chgLayout">
        <pc:chgData name="Feist, Ella" userId="992bbaf2-811d-42cb-a4d6-e7fc45e325e8" providerId="ADAL" clId="{48DC18DD-ADA8-453C-A8C6-8D883987BA1A}" dt="2025-05-28T09:10:23.098" v="325" actId="790"/>
        <pc:sldMkLst>
          <pc:docMk/>
          <pc:sldMk cId="4275557073" sldId="1292"/>
        </pc:sldMkLst>
        <pc:spChg chg="mod ord">
          <ac:chgData name="Feist, Ella" userId="992bbaf2-811d-42cb-a4d6-e7fc45e325e8" providerId="ADAL" clId="{48DC18DD-ADA8-453C-A8C6-8D883987BA1A}" dt="2025-05-28T09:10:23.098" v="325" actId="790"/>
          <ac:spMkLst>
            <pc:docMk/>
            <pc:sldMk cId="4275557073" sldId="1292"/>
            <ac:spMk id="2" creationId="{F111C5DB-635E-4576-A4C3-837B7E452E1E}"/>
          </ac:spMkLst>
        </pc:spChg>
        <pc:spChg chg="mod ord">
          <ac:chgData name="Feist, Ella" userId="992bbaf2-811d-42cb-a4d6-e7fc45e325e8" providerId="ADAL" clId="{48DC18DD-ADA8-453C-A8C6-8D883987BA1A}" dt="2025-05-28T09:10:23.098" v="325" actId="790"/>
          <ac:spMkLst>
            <pc:docMk/>
            <pc:sldMk cId="4275557073" sldId="1292"/>
            <ac:spMk id="3" creationId="{A5787E53-6FF8-4BC9-2702-18D11F61EDC1}"/>
          </ac:spMkLst>
        </pc:spChg>
        <pc:spChg chg="mod ord">
          <ac:chgData name="Feist, Ella" userId="992bbaf2-811d-42cb-a4d6-e7fc45e325e8" providerId="ADAL" clId="{48DC18DD-ADA8-453C-A8C6-8D883987BA1A}" dt="2025-05-28T09:10:23.098" v="325" actId="790"/>
          <ac:spMkLst>
            <pc:docMk/>
            <pc:sldMk cId="4275557073" sldId="1292"/>
            <ac:spMk id="6" creationId="{9ECDB192-E59C-C44D-B6D5-3E31ED8088B5}"/>
          </ac:spMkLst>
        </pc:spChg>
      </pc:sldChg>
      <pc:sldChg chg="modSp mod">
        <pc:chgData name="Feist, Ella" userId="992bbaf2-811d-42cb-a4d6-e7fc45e325e8" providerId="ADAL" clId="{48DC18DD-ADA8-453C-A8C6-8D883987BA1A}" dt="2025-05-28T09:10:23.098" v="325" actId="790"/>
        <pc:sldMkLst>
          <pc:docMk/>
          <pc:sldMk cId="2342869213" sldId="1293"/>
        </pc:sldMkLst>
        <pc:spChg chg="mod">
          <ac:chgData name="Feist, Ella" userId="992bbaf2-811d-42cb-a4d6-e7fc45e325e8" providerId="ADAL" clId="{48DC18DD-ADA8-453C-A8C6-8D883987BA1A}" dt="2025-05-28T09:10:23.098" v="325" actId="790"/>
          <ac:spMkLst>
            <pc:docMk/>
            <pc:sldMk cId="2342869213" sldId="1293"/>
            <ac:spMk id="4" creationId="{D842AC03-EB5F-B7C1-BDDF-E07633F8FF5B}"/>
          </ac:spMkLst>
        </pc:spChg>
        <pc:spChg chg="mod">
          <ac:chgData name="Feist, Ella" userId="992bbaf2-811d-42cb-a4d6-e7fc45e325e8" providerId="ADAL" clId="{48DC18DD-ADA8-453C-A8C6-8D883987BA1A}" dt="2025-05-28T09:10:23.098" v="325" actId="790"/>
          <ac:spMkLst>
            <pc:docMk/>
            <pc:sldMk cId="2342869213" sldId="1293"/>
            <ac:spMk id="5" creationId="{2CBA2146-02AF-7322-C8A7-A26220A9E6BE}"/>
          </ac:spMkLst>
        </pc:spChg>
        <pc:spChg chg="mod">
          <ac:chgData name="Feist, Ella" userId="992bbaf2-811d-42cb-a4d6-e7fc45e325e8" providerId="ADAL" clId="{48DC18DD-ADA8-453C-A8C6-8D883987BA1A}" dt="2025-05-28T09:10:23.098" v="325" actId="790"/>
          <ac:spMkLst>
            <pc:docMk/>
            <pc:sldMk cId="2342869213" sldId="1293"/>
            <ac:spMk id="6" creationId="{17A4948F-2EE7-13CD-9FCB-E9715758911F}"/>
          </ac:spMkLst>
        </pc:spChg>
      </pc:sldChg>
      <pc:sldChg chg="modSp mod">
        <pc:chgData name="Feist, Ella" userId="992bbaf2-811d-42cb-a4d6-e7fc45e325e8" providerId="ADAL" clId="{48DC18DD-ADA8-453C-A8C6-8D883987BA1A}" dt="2025-05-28T09:10:23.098" v="325" actId="790"/>
        <pc:sldMkLst>
          <pc:docMk/>
          <pc:sldMk cId="1754416250" sldId="1295"/>
        </pc:sldMkLst>
        <pc:spChg chg="mod">
          <ac:chgData name="Feist, Ella" userId="992bbaf2-811d-42cb-a4d6-e7fc45e325e8" providerId="ADAL" clId="{48DC18DD-ADA8-453C-A8C6-8D883987BA1A}" dt="2025-05-28T09:10:23.098" v="325" actId="790"/>
          <ac:spMkLst>
            <pc:docMk/>
            <pc:sldMk cId="1754416250" sldId="1295"/>
            <ac:spMk id="2" creationId="{C70E9497-ADCA-C649-10D5-6CD2896089B2}"/>
          </ac:spMkLst>
        </pc:spChg>
        <pc:spChg chg="mod">
          <ac:chgData name="Feist, Ella" userId="992bbaf2-811d-42cb-a4d6-e7fc45e325e8" providerId="ADAL" clId="{48DC18DD-ADA8-453C-A8C6-8D883987BA1A}" dt="2025-05-28T09:10:23.098" v="325" actId="790"/>
          <ac:spMkLst>
            <pc:docMk/>
            <pc:sldMk cId="1754416250" sldId="1295"/>
            <ac:spMk id="3" creationId="{EBAA9AFD-1794-C36A-6AC3-4FF81959AC1F}"/>
          </ac:spMkLst>
        </pc:spChg>
        <pc:spChg chg="mod">
          <ac:chgData name="Feist, Ella" userId="992bbaf2-811d-42cb-a4d6-e7fc45e325e8" providerId="ADAL" clId="{48DC18DD-ADA8-453C-A8C6-8D883987BA1A}" dt="2025-05-28T09:10:23.098" v="325" actId="790"/>
          <ac:spMkLst>
            <pc:docMk/>
            <pc:sldMk cId="1754416250" sldId="1295"/>
            <ac:spMk id="4" creationId="{33D845A7-90CC-8830-833C-0E028C4AE861}"/>
          </ac:spMkLst>
        </pc:spChg>
        <pc:spChg chg="mod">
          <ac:chgData name="Feist, Ella" userId="992bbaf2-811d-42cb-a4d6-e7fc45e325e8" providerId="ADAL" clId="{48DC18DD-ADA8-453C-A8C6-8D883987BA1A}" dt="2025-05-28T09:10:23.098" v="325" actId="790"/>
          <ac:spMkLst>
            <pc:docMk/>
            <pc:sldMk cId="1754416250" sldId="1295"/>
            <ac:spMk id="5" creationId="{F61DFFA8-093D-FD29-E364-FD67E34CD5B6}"/>
          </ac:spMkLst>
        </pc:spChg>
        <pc:spChg chg="mod">
          <ac:chgData name="Feist, Ella" userId="992bbaf2-811d-42cb-a4d6-e7fc45e325e8" providerId="ADAL" clId="{48DC18DD-ADA8-453C-A8C6-8D883987BA1A}" dt="2025-05-28T09:10:23.098" v="325" actId="790"/>
          <ac:spMkLst>
            <pc:docMk/>
            <pc:sldMk cId="1754416250" sldId="1295"/>
            <ac:spMk id="6" creationId="{F5F59F97-F4AE-E269-7EA9-5D550919E728}"/>
          </ac:spMkLst>
        </pc:spChg>
        <pc:spChg chg="mod">
          <ac:chgData name="Feist, Ella" userId="992bbaf2-811d-42cb-a4d6-e7fc45e325e8" providerId="ADAL" clId="{48DC18DD-ADA8-453C-A8C6-8D883987BA1A}" dt="2025-05-28T09:10:23.098" v="325" actId="790"/>
          <ac:spMkLst>
            <pc:docMk/>
            <pc:sldMk cId="1754416250" sldId="1295"/>
            <ac:spMk id="7" creationId="{22776CC3-E0BA-CD4D-93E9-BA73694D0D41}"/>
          </ac:spMkLst>
        </pc:spChg>
        <pc:spChg chg="mod">
          <ac:chgData name="Feist, Ella" userId="992bbaf2-811d-42cb-a4d6-e7fc45e325e8" providerId="ADAL" clId="{48DC18DD-ADA8-453C-A8C6-8D883987BA1A}" dt="2025-05-28T09:10:23.098" v="325" actId="790"/>
          <ac:spMkLst>
            <pc:docMk/>
            <pc:sldMk cId="1754416250" sldId="1295"/>
            <ac:spMk id="9" creationId="{07F943BE-DC52-0182-AA92-2B6848565515}"/>
          </ac:spMkLst>
        </pc:spChg>
        <pc:spChg chg="mod">
          <ac:chgData name="Feist, Ella" userId="992bbaf2-811d-42cb-a4d6-e7fc45e325e8" providerId="ADAL" clId="{48DC18DD-ADA8-453C-A8C6-8D883987BA1A}" dt="2025-05-28T09:10:23.098" v="325" actId="790"/>
          <ac:spMkLst>
            <pc:docMk/>
            <pc:sldMk cId="1754416250" sldId="1295"/>
            <ac:spMk id="10" creationId="{CBF2EE22-CDB4-D10D-1893-10C6EC3DB6E4}"/>
          </ac:spMkLst>
        </pc:spChg>
        <pc:spChg chg="mod">
          <ac:chgData name="Feist, Ella" userId="992bbaf2-811d-42cb-a4d6-e7fc45e325e8" providerId="ADAL" clId="{48DC18DD-ADA8-453C-A8C6-8D883987BA1A}" dt="2025-05-28T09:10:23.098" v="325" actId="790"/>
          <ac:spMkLst>
            <pc:docMk/>
            <pc:sldMk cId="1754416250" sldId="1295"/>
            <ac:spMk id="12" creationId="{A99103DA-9CEF-D00A-69B8-62AF916E9F2E}"/>
          </ac:spMkLst>
        </pc:spChg>
        <pc:spChg chg="mod">
          <ac:chgData name="Feist, Ella" userId="992bbaf2-811d-42cb-a4d6-e7fc45e325e8" providerId="ADAL" clId="{48DC18DD-ADA8-453C-A8C6-8D883987BA1A}" dt="2025-05-28T09:10:23.098" v="325" actId="790"/>
          <ac:spMkLst>
            <pc:docMk/>
            <pc:sldMk cId="1754416250" sldId="1295"/>
            <ac:spMk id="14" creationId="{151683D4-7313-94C0-C69F-833F5D44B3A4}"/>
          </ac:spMkLst>
        </pc:spChg>
      </pc:sldChg>
      <pc:sldChg chg="addSp delSp modSp mod chgLayout">
        <pc:chgData name="Feist, Ella" userId="992bbaf2-811d-42cb-a4d6-e7fc45e325e8" providerId="ADAL" clId="{48DC18DD-ADA8-453C-A8C6-8D883987BA1A}" dt="2025-05-28T09:10:23.098" v="325" actId="790"/>
        <pc:sldMkLst>
          <pc:docMk/>
          <pc:sldMk cId="2880264028" sldId="1635"/>
        </pc:sldMkLst>
        <pc:spChg chg="mod ord">
          <ac:chgData name="Feist, Ella" userId="992bbaf2-811d-42cb-a4d6-e7fc45e325e8" providerId="ADAL" clId="{48DC18DD-ADA8-453C-A8C6-8D883987BA1A}" dt="2025-05-28T09:10:23.098" v="325" actId="790"/>
          <ac:spMkLst>
            <pc:docMk/>
            <pc:sldMk cId="2880264028" sldId="1635"/>
            <ac:spMk id="2" creationId="{D7EC235F-614F-714E-A97F-4FF50EFF14FD}"/>
          </ac:spMkLst>
        </pc:spChg>
        <pc:spChg chg="mod ord">
          <ac:chgData name="Feist, Ella" userId="992bbaf2-811d-42cb-a4d6-e7fc45e325e8" providerId="ADAL" clId="{48DC18DD-ADA8-453C-A8C6-8D883987BA1A}" dt="2025-05-28T09:10:23.098" v="325" actId="790"/>
          <ac:spMkLst>
            <pc:docMk/>
            <pc:sldMk cId="2880264028" sldId="1635"/>
            <ac:spMk id="4" creationId="{E9C5A723-C0B1-124B-8CB6-AA3105C9A4E6}"/>
          </ac:spMkLst>
        </pc:spChg>
        <pc:spChg chg="mod ord">
          <ac:chgData name="Feist, Ella" userId="992bbaf2-811d-42cb-a4d6-e7fc45e325e8" providerId="ADAL" clId="{48DC18DD-ADA8-453C-A8C6-8D883987BA1A}" dt="2025-05-28T09:10:23.098" v="325" actId="790"/>
          <ac:spMkLst>
            <pc:docMk/>
            <pc:sldMk cId="2880264028" sldId="1635"/>
            <ac:spMk id="5" creationId="{CB529D89-2C5B-1819-6C27-05FDDCBC2900}"/>
          </ac:spMkLst>
        </pc:spChg>
      </pc:sldChg>
      <pc:sldChg chg="modSp mod">
        <pc:chgData name="Feist, Ella" userId="992bbaf2-811d-42cb-a4d6-e7fc45e325e8" providerId="ADAL" clId="{48DC18DD-ADA8-453C-A8C6-8D883987BA1A}" dt="2025-05-28T09:10:23.098" v="325" actId="790"/>
        <pc:sldMkLst>
          <pc:docMk/>
          <pc:sldMk cId="1773088796" sldId="1636"/>
        </pc:sldMkLst>
        <pc:spChg chg="mod">
          <ac:chgData name="Feist, Ella" userId="992bbaf2-811d-42cb-a4d6-e7fc45e325e8" providerId="ADAL" clId="{48DC18DD-ADA8-453C-A8C6-8D883987BA1A}" dt="2025-05-28T09:10:23.098" v="325" actId="790"/>
          <ac:spMkLst>
            <pc:docMk/>
            <pc:sldMk cId="1773088796" sldId="1636"/>
            <ac:spMk id="2" creationId="{53BD5418-C880-7AB5-31DA-66074E51C74C}"/>
          </ac:spMkLst>
        </pc:spChg>
        <pc:spChg chg="mod">
          <ac:chgData name="Feist, Ella" userId="992bbaf2-811d-42cb-a4d6-e7fc45e325e8" providerId="ADAL" clId="{48DC18DD-ADA8-453C-A8C6-8D883987BA1A}" dt="2025-05-28T09:10:23.098" v="325" actId="790"/>
          <ac:spMkLst>
            <pc:docMk/>
            <pc:sldMk cId="1773088796" sldId="1636"/>
            <ac:spMk id="3" creationId="{555DE0B6-E365-2D30-4D8F-8AB93E0C4D93}"/>
          </ac:spMkLst>
        </pc:spChg>
        <pc:spChg chg="mod">
          <ac:chgData name="Feist, Ella" userId="992bbaf2-811d-42cb-a4d6-e7fc45e325e8" providerId="ADAL" clId="{48DC18DD-ADA8-453C-A8C6-8D883987BA1A}" dt="2025-05-28T09:10:23.098" v="325" actId="790"/>
          <ac:spMkLst>
            <pc:docMk/>
            <pc:sldMk cId="1773088796" sldId="1636"/>
            <ac:spMk id="4" creationId="{BBC6A8E6-0D42-30C0-0EF0-3DFE1210C1F4}"/>
          </ac:spMkLst>
        </pc:spChg>
        <pc:spChg chg="mod">
          <ac:chgData name="Feist, Ella" userId="992bbaf2-811d-42cb-a4d6-e7fc45e325e8" providerId="ADAL" clId="{48DC18DD-ADA8-453C-A8C6-8D883987BA1A}" dt="2025-05-28T09:10:23.098" v="325" actId="790"/>
          <ac:spMkLst>
            <pc:docMk/>
            <pc:sldMk cId="1773088796" sldId="1636"/>
            <ac:spMk id="15362" creationId="{B61CEE24-F296-2CB6-E543-7918821DB9DD}"/>
          </ac:spMkLst>
        </pc:spChg>
        <pc:spChg chg="mod">
          <ac:chgData name="Feist, Ella" userId="992bbaf2-811d-42cb-a4d6-e7fc45e325e8" providerId="ADAL" clId="{48DC18DD-ADA8-453C-A8C6-8D883987BA1A}" dt="2025-05-28T09:10:23.098" v="325" actId="790"/>
          <ac:spMkLst>
            <pc:docMk/>
            <pc:sldMk cId="1773088796" sldId="1636"/>
            <ac:spMk id="15363" creationId="{5473259B-215C-7B34-F6F2-1C6EF7136275}"/>
          </ac:spMkLst>
        </pc:spChg>
        <pc:spChg chg="mod">
          <ac:chgData name="Feist, Ella" userId="992bbaf2-811d-42cb-a4d6-e7fc45e325e8" providerId="ADAL" clId="{48DC18DD-ADA8-453C-A8C6-8D883987BA1A}" dt="2025-05-28T09:10:23.098" v="325" actId="790"/>
          <ac:spMkLst>
            <pc:docMk/>
            <pc:sldMk cId="1773088796" sldId="1636"/>
            <ac:spMk id="15365" creationId="{4CAFFAE8-416C-5ACA-2BE4-D612C2A3FD2C}"/>
          </ac:spMkLst>
        </pc:spChg>
        <pc:spChg chg="mod">
          <ac:chgData name="Feist, Ella" userId="992bbaf2-811d-42cb-a4d6-e7fc45e325e8" providerId="ADAL" clId="{48DC18DD-ADA8-453C-A8C6-8D883987BA1A}" dt="2025-05-28T09:10:23.098" v="325" actId="790"/>
          <ac:spMkLst>
            <pc:docMk/>
            <pc:sldMk cId="1773088796" sldId="1636"/>
            <ac:spMk id="15370" creationId="{BAC1CC85-AA27-B1DD-839D-A400AE15CD2A}"/>
          </ac:spMkLst>
        </pc:spChg>
        <pc:spChg chg="mod">
          <ac:chgData name="Feist, Ella" userId="992bbaf2-811d-42cb-a4d6-e7fc45e325e8" providerId="ADAL" clId="{48DC18DD-ADA8-453C-A8C6-8D883987BA1A}" dt="2025-05-28T09:10:23.098" v="325" actId="790"/>
          <ac:spMkLst>
            <pc:docMk/>
            <pc:sldMk cId="1773088796" sldId="1636"/>
            <ac:spMk id="15371" creationId="{2501EBAC-C594-F1B9-AF40-326B80716BE0}"/>
          </ac:spMkLst>
        </pc:spChg>
        <pc:spChg chg="mod">
          <ac:chgData name="Feist, Ella" userId="992bbaf2-811d-42cb-a4d6-e7fc45e325e8" providerId="ADAL" clId="{48DC18DD-ADA8-453C-A8C6-8D883987BA1A}" dt="2025-05-28T09:10:23.098" v="325" actId="790"/>
          <ac:spMkLst>
            <pc:docMk/>
            <pc:sldMk cId="1773088796" sldId="1636"/>
            <ac:spMk id="15376" creationId="{F5B6B41C-0141-8606-BD59-7EDD55D3F335}"/>
          </ac:spMkLst>
        </pc:spChg>
        <pc:spChg chg="mod">
          <ac:chgData name="Feist, Ella" userId="992bbaf2-811d-42cb-a4d6-e7fc45e325e8" providerId="ADAL" clId="{48DC18DD-ADA8-453C-A8C6-8D883987BA1A}" dt="2025-05-28T09:10:23.098" v="325" actId="790"/>
          <ac:spMkLst>
            <pc:docMk/>
            <pc:sldMk cId="1773088796" sldId="1636"/>
            <ac:spMk id="15378" creationId="{D262BDCE-CD07-3612-9F52-17A15E4611AB}"/>
          </ac:spMkLst>
        </pc:spChg>
      </pc:sldChg>
      <pc:sldMasterChg chg="del delSldLayout">
        <pc:chgData name="Feist, Ella" userId="992bbaf2-811d-42cb-a4d6-e7fc45e325e8" providerId="ADAL" clId="{48DC18DD-ADA8-453C-A8C6-8D883987BA1A}" dt="2025-05-28T08:41:27.550" v="5"/>
        <pc:sldMasterMkLst>
          <pc:docMk/>
          <pc:sldMasterMk cId="1433300368" sldId="2147483799"/>
        </pc:sldMasterMkLst>
        <pc:sldLayoutChg chg="del">
          <pc:chgData name="Feist, Ella" userId="992bbaf2-811d-42cb-a4d6-e7fc45e325e8" providerId="ADAL" clId="{48DC18DD-ADA8-453C-A8C6-8D883987BA1A}" dt="2025-05-28T08:41:27.550" v="5"/>
          <pc:sldLayoutMkLst>
            <pc:docMk/>
            <pc:sldMasterMk cId="1433300368" sldId="2147483799"/>
            <pc:sldLayoutMk cId="1527291370" sldId="2147483818"/>
          </pc:sldLayoutMkLst>
        </pc:sldLayoutChg>
        <pc:sldLayoutChg chg="del">
          <pc:chgData name="Feist, Ella" userId="992bbaf2-811d-42cb-a4d6-e7fc45e325e8" providerId="ADAL" clId="{48DC18DD-ADA8-453C-A8C6-8D883987BA1A}" dt="2025-05-28T08:41:27.550" v="5"/>
          <pc:sldLayoutMkLst>
            <pc:docMk/>
            <pc:sldMasterMk cId="1433300368" sldId="2147483799"/>
            <pc:sldLayoutMk cId="3562340024" sldId="2147483819"/>
          </pc:sldLayoutMkLst>
        </pc:sldLayoutChg>
        <pc:sldLayoutChg chg="del">
          <pc:chgData name="Feist, Ella" userId="992bbaf2-811d-42cb-a4d6-e7fc45e325e8" providerId="ADAL" clId="{48DC18DD-ADA8-453C-A8C6-8D883987BA1A}" dt="2025-05-28T08:41:27.550" v="5"/>
          <pc:sldLayoutMkLst>
            <pc:docMk/>
            <pc:sldMasterMk cId="1433300368" sldId="2147483799"/>
            <pc:sldLayoutMk cId="520181862" sldId="2147483820"/>
          </pc:sldLayoutMkLst>
        </pc:sldLayoutChg>
      </pc:sldMasterChg>
      <pc:sldMasterChg chg="del delSldLayout">
        <pc:chgData name="Feist, Ella" userId="992bbaf2-811d-42cb-a4d6-e7fc45e325e8" providerId="ADAL" clId="{48DC18DD-ADA8-453C-A8C6-8D883987BA1A}" dt="2025-05-28T08:41:27.550" v="5"/>
        <pc:sldMasterMkLst>
          <pc:docMk/>
          <pc:sldMasterMk cId="4045664613" sldId="2147483821"/>
        </pc:sldMasterMkLst>
        <pc:sldLayoutChg chg="del">
          <pc:chgData name="Feist, Ella" userId="992bbaf2-811d-42cb-a4d6-e7fc45e325e8" providerId="ADAL" clId="{48DC18DD-ADA8-453C-A8C6-8D883987BA1A}" dt="2025-05-28T08:41:27.550" v="5"/>
          <pc:sldLayoutMkLst>
            <pc:docMk/>
            <pc:sldMasterMk cId="4045664613" sldId="2147483821"/>
            <pc:sldLayoutMk cId="1659487629" sldId="2147483822"/>
          </pc:sldLayoutMkLst>
        </pc:sldLayoutChg>
        <pc:sldLayoutChg chg="del">
          <pc:chgData name="Feist, Ella" userId="992bbaf2-811d-42cb-a4d6-e7fc45e325e8" providerId="ADAL" clId="{48DC18DD-ADA8-453C-A8C6-8D883987BA1A}" dt="2025-05-28T08:41:27.550" v="5"/>
          <pc:sldLayoutMkLst>
            <pc:docMk/>
            <pc:sldMasterMk cId="4045664613" sldId="2147483821"/>
            <pc:sldLayoutMk cId="3209770388" sldId="2147483823"/>
          </pc:sldLayoutMkLst>
        </pc:sldLayoutChg>
        <pc:sldLayoutChg chg="del">
          <pc:chgData name="Feist, Ella" userId="992bbaf2-811d-42cb-a4d6-e7fc45e325e8" providerId="ADAL" clId="{48DC18DD-ADA8-453C-A8C6-8D883987BA1A}" dt="2025-05-28T08:41:27.550" v="5"/>
          <pc:sldLayoutMkLst>
            <pc:docMk/>
            <pc:sldMasterMk cId="4045664613" sldId="2147483821"/>
            <pc:sldLayoutMk cId="2989585299" sldId="2147483824"/>
          </pc:sldLayoutMkLst>
        </pc:sldLayoutChg>
        <pc:sldLayoutChg chg="del">
          <pc:chgData name="Feist, Ella" userId="992bbaf2-811d-42cb-a4d6-e7fc45e325e8" providerId="ADAL" clId="{48DC18DD-ADA8-453C-A8C6-8D883987BA1A}" dt="2025-05-28T08:41:27.550" v="5"/>
          <pc:sldLayoutMkLst>
            <pc:docMk/>
            <pc:sldMasterMk cId="4045664613" sldId="2147483821"/>
            <pc:sldLayoutMk cId="771702010" sldId="2147483825"/>
          </pc:sldLayoutMkLst>
        </pc:sldLayoutChg>
      </pc:sldMasterChg>
      <pc:sldMasterChg chg="del delSldLayout">
        <pc:chgData name="Feist, Ella" userId="992bbaf2-811d-42cb-a4d6-e7fc45e325e8" providerId="ADAL" clId="{48DC18DD-ADA8-453C-A8C6-8D883987BA1A}" dt="2025-05-28T08:41:27.550" v="5"/>
        <pc:sldMasterMkLst>
          <pc:docMk/>
          <pc:sldMasterMk cId="3391850710" sldId="2147483826"/>
        </pc:sldMasterMkLst>
        <pc:sldLayoutChg chg="del">
          <pc:chgData name="Feist, Ella" userId="992bbaf2-811d-42cb-a4d6-e7fc45e325e8" providerId="ADAL" clId="{48DC18DD-ADA8-453C-A8C6-8D883987BA1A}" dt="2025-05-28T08:41:27.550" v="5"/>
          <pc:sldLayoutMkLst>
            <pc:docMk/>
            <pc:sldMasterMk cId="3391850710" sldId="2147483826"/>
            <pc:sldLayoutMk cId="186167143" sldId="2147483827"/>
          </pc:sldLayoutMkLst>
        </pc:sldLayoutChg>
        <pc:sldLayoutChg chg="del">
          <pc:chgData name="Feist, Ella" userId="992bbaf2-811d-42cb-a4d6-e7fc45e325e8" providerId="ADAL" clId="{48DC18DD-ADA8-453C-A8C6-8D883987BA1A}" dt="2025-05-28T08:41:27.550" v="5"/>
          <pc:sldLayoutMkLst>
            <pc:docMk/>
            <pc:sldMasterMk cId="3391850710" sldId="2147483826"/>
            <pc:sldLayoutMk cId="4273777609" sldId="2147483828"/>
          </pc:sldLayoutMkLst>
        </pc:sldLayoutChg>
        <pc:sldLayoutChg chg="del">
          <pc:chgData name="Feist, Ella" userId="992bbaf2-811d-42cb-a4d6-e7fc45e325e8" providerId="ADAL" clId="{48DC18DD-ADA8-453C-A8C6-8D883987BA1A}" dt="2025-05-28T08:41:27.550" v="5"/>
          <pc:sldLayoutMkLst>
            <pc:docMk/>
            <pc:sldMasterMk cId="3391850710" sldId="2147483826"/>
            <pc:sldLayoutMk cId="928190420" sldId="2147483829"/>
          </pc:sldLayoutMkLst>
        </pc:sldLayoutChg>
        <pc:sldLayoutChg chg="del">
          <pc:chgData name="Feist, Ella" userId="992bbaf2-811d-42cb-a4d6-e7fc45e325e8" providerId="ADAL" clId="{48DC18DD-ADA8-453C-A8C6-8D883987BA1A}" dt="2025-05-28T08:41:27.550" v="5"/>
          <pc:sldLayoutMkLst>
            <pc:docMk/>
            <pc:sldMasterMk cId="3391850710" sldId="2147483826"/>
            <pc:sldLayoutMk cId="778525727" sldId="2147483830"/>
          </pc:sldLayoutMkLst>
        </pc:sldLayoutChg>
      </pc:sldMasterChg>
      <pc:sldMasterChg chg="del delSldLayout">
        <pc:chgData name="Feist, Ella" userId="992bbaf2-811d-42cb-a4d6-e7fc45e325e8" providerId="ADAL" clId="{48DC18DD-ADA8-453C-A8C6-8D883987BA1A}" dt="2025-05-28T08:41:27.550" v="5"/>
        <pc:sldMasterMkLst>
          <pc:docMk/>
          <pc:sldMasterMk cId="3899971177" sldId="2147483831"/>
        </pc:sldMasterMkLst>
        <pc:sldLayoutChg chg="del">
          <pc:chgData name="Feist, Ella" userId="992bbaf2-811d-42cb-a4d6-e7fc45e325e8" providerId="ADAL" clId="{48DC18DD-ADA8-453C-A8C6-8D883987BA1A}" dt="2025-05-28T08:41:27.550" v="5"/>
          <pc:sldLayoutMkLst>
            <pc:docMk/>
            <pc:sldMasterMk cId="3899971177" sldId="2147483831"/>
            <pc:sldLayoutMk cId="1296847754" sldId="2147483832"/>
          </pc:sldLayoutMkLst>
        </pc:sldLayoutChg>
        <pc:sldLayoutChg chg="del">
          <pc:chgData name="Feist, Ella" userId="992bbaf2-811d-42cb-a4d6-e7fc45e325e8" providerId="ADAL" clId="{48DC18DD-ADA8-453C-A8C6-8D883987BA1A}" dt="2025-05-28T08:41:27.550" v="5"/>
          <pc:sldLayoutMkLst>
            <pc:docMk/>
            <pc:sldMasterMk cId="3899971177" sldId="2147483831"/>
            <pc:sldLayoutMk cId="2124554007" sldId="2147483833"/>
          </pc:sldLayoutMkLst>
        </pc:sldLayoutChg>
        <pc:sldLayoutChg chg="del">
          <pc:chgData name="Feist, Ella" userId="992bbaf2-811d-42cb-a4d6-e7fc45e325e8" providerId="ADAL" clId="{48DC18DD-ADA8-453C-A8C6-8D883987BA1A}" dt="2025-05-28T08:41:27.550" v="5"/>
          <pc:sldLayoutMkLst>
            <pc:docMk/>
            <pc:sldMasterMk cId="3899971177" sldId="2147483831"/>
            <pc:sldLayoutMk cId="2692646997" sldId="2147483834"/>
          </pc:sldLayoutMkLst>
        </pc:sldLayoutChg>
        <pc:sldLayoutChg chg="del">
          <pc:chgData name="Feist, Ella" userId="992bbaf2-811d-42cb-a4d6-e7fc45e325e8" providerId="ADAL" clId="{48DC18DD-ADA8-453C-A8C6-8D883987BA1A}" dt="2025-05-28T08:41:27.550" v="5"/>
          <pc:sldLayoutMkLst>
            <pc:docMk/>
            <pc:sldMasterMk cId="3899971177" sldId="2147483831"/>
            <pc:sldLayoutMk cId="164223612" sldId="2147483835"/>
          </pc:sldLayoutMkLst>
        </pc:sldLayoutChg>
      </pc:sldMasterChg>
      <pc:sldMasterChg chg="del delSldLayout">
        <pc:chgData name="Feist, Ella" userId="992bbaf2-811d-42cb-a4d6-e7fc45e325e8" providerId="ADAL" clId="{48DC18DD-ADA8-453C-A8C6-8D883987BA1A}" dt="2025-05-28T08:41:27.550" v="5"/>
        <pc:sldMasterMkLst>
          <pc:docMk/>
          <pc:sldMasterMk cId="4061346496" sldId="2147483836"/>
        </pc:sldMasterMkLst>
        <pc:sldLayoutChg chg="del">
          <pc:chgData name="Feist, Ella" userId="992bbaf2-811d-42cb-a4d6-e7fc45e325e8" providerId="ADAL" clId="{48DC18DD-ADA8-453C-A8C6-8D883987BA1A}" dt="2025-05-28T08:41:27.550" v="5"/>
          <pc:sldLayoutMkLst>
            <pc:docMk/>
            <pc:sldMasterMk cId="4061346496" sldId="2147483836"/>
            <pc:sldLayoutMk cId="1342340652" sldId="2147483837"/>
          </pc:sldLayoutMkLst>
        </pc:sldLayoutChg>
        <pc:sldLayoutChg chg="del">
          <pc:chgData name="Feist, Ella" userId="992bbaf2-811d-42cb-a4d6-e7fc45e325e8" providerId="ADAL" clId="{48DC18DD-ADA8-453C-A8C6-8D883987BA1A}" dt="2025-05-28T08:41:27.550" v="5"/>
          <pc:sldLayoutMkLst>
            <pc:docMk/>
            <pc:sldMasterMk cId="4061346496" sldId="2147483836"/>
            <pc:sldLayoutMk cId="1129306061" sldId="2147483838"/>
          </pc:sldLayoutMkLst>
        </pc:sldLayoutChg>
        <pc:sldLayoutChg chg="del">
          <pc:chgData name="Feist, Ella" userId="992bbaf2-811d-42cb-a4d6-e7fc45e325e8" providerId="ADAL" clId="{48DC18DD-ADA8-453C-A8C6-8D883987BA1A}" dt="2025-05-28T08:41:27.550" v="5"/>
          <pc:sldLayoutMkLst>
            <pc:docMk/>
            <pc:sldMasterMk cId="4061346496" sldId="2147483836"/>
            <pc:sldLayoutMk cId="291058354" sldId="2147483839"/>
          </pc:sldLayoutMkLst>
        </pc:sldLayoutChg>
        <pc:sldLayoutChg chg="del">
          <pc:chgData name="Feist, Ella" userId="992bbaf2-811d-42cb-a4d6-e7fc45e325e8" providerId="ADAL" clId="{48DC18DD-ADA8-453C-A8C6-8D883987BA1A}" dt="2025-05-28T08:41:27.550" v="5"/>
          <pc:sldLayoutMkLst>
            <pc:docMk/>
            <pc:sldMasterMk cId="4061346496" sldId="2147483836"/>
            <pc:sldLayoutMk cId="1057880355" sldId="2147483840"/>
          </pc:sldLayoutMkLst>
        </pc:sldLayoutChg>
      </pc:sldMasterChg>
      <pc:sldMasterChg chg="del delSldLayout">
        <pc:chgData name="Feist, Ella" userId="992bbaf2-811d-42cb-a4d6-e7fc45e325e8" providerId="ADAL" clId="{48DC18DD-ADA8-453C-A8C6-8D883987BA1A}" dt="2025-05-28T08:41:27.550" v="5"/>
        <pc:sldMasterMkLst>
          <pc:docMk/>
          <pc:sldMasterMk cId="1513994161" sldId="2147483841"/>
        </pc:sldMasterMkLst>
        <pc:sldLayoutChg chg="del">
          <pc:chgData name="Feist, Ella" userId="992bbaf2-811d-42cb-a4d6-e7fc45e325e8" providerId="ADAL" clId="{48DC18DD-ADA8-453C-A8C6-8D883987BA1A}" dt="2025-05-28T08:41:27.550" v="5"/>
          <pc:sldLayoutMkLst>
            <pc:docMk/>
            <pc:sldMasterMk cId="1513994161" sldId="2147483841"/>
            <pc:sldLayoutMk cId="2408842378" sldId="2147483842"/>
          </pc:sldLayoutMkLst>
        </pc:sldLayoutChg>
        <pc:sldLayoutChg chg="del">
          <pc:chgData name="Feist, Ella" userId="992bbaf2-811d-42cb-a4d6-e7fc45e325e8" providerId="ADAL" clId="{48DC18DD-ADA8-453C-A8C6-8D883987BA1A}" dt="2025-05-28T08:41:27.550" v="5"/>
          <pc:sldLayoutMkLst>
            <pc:docMk/>
            <pc:sldMasterMk cId="1513994161" sldId="2147483841"/>
            <pc:sldLayoutMk cId="3257542985" sldId="2147483843"/>
          </pc:sldLayoutMkLst>
        </pc:sldLayoutChg>
        <pc:sldLayoutChg chg="del">
          <pc:chgData name="Feist, Ella" userId="992bbaf2-811d-42cb-a4d6-e7fc45e325e8" providerId="ADAL" clId="{48DC18DD-ADA8-453C-A8C6-8D883987BA1A}" dt="2025-05-28T08:41:27.550" v="5"/>
          <pc:sldLayoutMkLst>
            <pc:docMk/>
            <pc:sldMasterMk cId="1513994161" sldId="2147483841"/>
            <pc:sldLayoutMk cId="57802930" sldId="2147483844"/>
          </pc:sldLayoutMkLst>
        </pc:sldLayoutChg>
        <pc:sldLayoutChg chg="del">
          <pc:chgData name="Feist, Ella" userId="992bbaf2-811d-42cb-a4d6-e7fc45e325e8" providerId="ADAL" clId="{48DC18DD-ADA8-453C-A8C6-8D883987BA1A}" dt="2025-05-28T08:41:27.550" v="5"/>
          <pc:sldLayoutMkLst>
            <pc:docMk/>
            <pc:sldMasterMk cId="1513994161" sldId="2147483841"/>
            <pc:sldLayoutMk cId="892830820" sldId="2147483845"/>
          </pc:sldLayoutMkLst>
        </pc:sldLayoutChg>
      </pc:sldMasterChg>
      <pc:sldMasterChg chg="del delSldLayout">
        <pc:chgData name="Feist, Ella" userId="992bbaf2-811d-42cb-a4d6-e7fc45e325e8" providerId="ADAL" clId="{48DC18DD-ADA8-453C-A8C6-8D883987BA1A}" dt="2025-05-28T08:41:27.550" v="5"/>
        <pc:sldMasterMkLst>
          <pc:docMk/>
          <pc:sldMasterMk cId="1256176808" sldId="2147483846"/>
        </pc:sldMasterMkLst>
        <pc:sldLayoutChg chg="del">
          <pc:chgData name="Feist, Ella" userId="992bbaf2-811d-42cb-a4d6-e7fc45e325e8" providerId="ADAL" clId="{48DC18DD-ADA8-453C-A8C6-8D883987BA1A}" dt="2025-05-28T08:41:27.550" v="5"/>
          <pc:sldLayoutMkLst>
            <pc:docMk/>
            <pc:sldMasterMk cId="1256176808" sldId="2147483846"/>
            <pc:sldLayoutMk cId="1930662052" sldId="2147483847"/>
          </pc:sldLayoutMkLst>
        </pc:sldLayoutChg>
        <pc:sldLayoutChg chg="del">
          <pc:chgData name="Feist, Ella" userId="992bbaf2-811d-42cb-a4d6-e7fc45e325e8" providerId="ADAL" clId="{48DC18DD-ADA8-453C-A8C6-8D883987BA1A}" dt="2025-05-28T08:41:27.550" v="5"/>
          <pc:sldLayoutMkLst>
            <pc:docMk/>
            <pc:sldMasterMk cId="1256176808" sldId="2147483846"/>
            <pc:sldLayoutMk cId="2862166332" sldId="2147483848"/>
          </pc:sldLayoutMkLst>
        </pc:sldLayoutChg>
        <pc:sldLayoutChg chg="del">
          <pc:chgData name="Feist, Ella" userId="992bbaf2-811d-42cb-a4d6-e7fc45e325e8" providerId="ADAL" clId="{48DC18DD-ADA8-453C-A8C6-8D883987BA1A}" dt="2025-05-28T08:41:27.550" v="5"/>
          <pc:sldLayoutMkLst>
            <pc:docMk/>
            <pc:sldMasterMk cId="1256176808" sldId="2147483846"/>
            <pc:sldLayoutMk cId="4243011970" sldId="2147483849"/>
          </pc:sldLayoutMkLst>
        </pc:sldLayoutChg>
        <pc:sldLayoutChg chg="del">
          <pc:chgData name="Feist, Ella" userId="992bbaf2-811d-42cb-a4d6-e7fc45e325e8" providerId="ADAL" clId="{48DC18DD-ADA8-453C-A8C6-8D883987BA1A}" dt="2025-05-28T08:41:27.550" v="5"/>
          <pc:sldLayoutMkLst>
            <pc:docMk/>
            <pc:sldMasterMk cId="1256176808" sldId="2147483846"/>
            <pc:sldLayoutMk cId="787685289" sldId="2147483850"/>
          </pc:sldLayoutMkLst>
        </pc:sldLayoutChg>
      </pc:sldMasterChg>
      <pc:sldMasterChg chg="del delSldLayout">
        <pc:chgData name="Feist, Ella" userId="992bbaf2-811d-42cb-a4d6-e7fc45e325e8" providerId="ADAL" clId="{48DC18DD-ADA8-453C-A8C6-8D883987BA1A}" dt="2025-05-28T08:41:27.550" v="5"/>
        <pc:sldMasterMkLst>
          <pc:docMk/>
          <pc:sldMasterMk cId="2711428093" sldId="2147483908"/>
        </pc:sldMasterMkLst>
        <pc:sldLayoutChg chg="del">
          <pc:chgData name="Feist, Ella" userId="992bbaf2-811d-42cb-a4d6-e7fc45e325e8" providerId="ADAL" clId="{48DC18DD-ADA8-453C-A8C6-8D883987BA1A}" dt="2025-05-28T08:41:27.550" v="5"/>
          <pc:sldLayoutMkLst>
            <pc:docMk/>
            <pc:sldMasterMk cId="2711428093" sldId="2147483908"/>
            <pc:sldLayoutMk cId="3375000662" sldId="2147483909"/>
          </pc:sldLayoutMkLst>
        </pc:sldLayoutChg>
        <pc:sldLayoutChg chg="del">
          <pc:chgData name="Feist, Ella" userId="992bbaf2-811d-42cb-a4d6-e7fc45e325e8" providerId="ADAL" clId="{48DC18DD-ADA8-453C-A8C6-8D883987BA1A}" dt="2025-05-28T08:41:27.550" v="5"/>
          <pc:sldLayoutMkLst>
            <pc:docMk/>
            <pc:sldMasterMk cId="2711428093" sldId="2147483908"/>
            <pc:sldLayoutMk cId="3170572682" sldId="2147483910"/>
          </pc:sldLayoutMkLst>
        </pc:sldLayoutChg>
        <pc:sldLayoutChg chg="del">
          <pc:chgData name="Feist, Ella" userId="992bbaf2-811d-42cb-a4d6-e7fc45e325e8" providerId="ADAL" clId="{48DC18DD-ADA8-453C-A8C6-8D883987BA1A}" dt="2025-05-28T08:41:27.550" v="5"/>
          <pc:sldLayoutMkLst>
            <pc:docMk/>
            <pc:sldMasterMk cId="2711428093" sldId="2147483908"/>
            <pc:sldLayoutMk cId="4075806154" sldId="2147483911"/>
          </pc:sldLayoutMkLst>
        </pc:sldLayoutChg>
        <pc:sldLayoutChg chg="del">
          <pc:chgData name="Feist, Ella" userId="992bbaf2-811d-42cb-a4d6-e7fc45e325e8" providerId="ADAL" clId="{48DC18DD-ADA8-453C-A8C6-8D883987BA1A}" dt="2025-05-28T08:41:27.550" v="5"/>
          <pc:sldLayoutMkLst>
            <pc:docMk/>
            <pc:sldMasterMk cId="2711428093" sldId="2147483908"/>
            <pc:sldLayoutMk cId="572188986" sldId="2147483912"/>
          </pc:sldLayoutMkLst>
        </pc:sldLayoutChg>
        <pc:sldLayoutChg chg="del">
          <pc:chgData name="Feist, Ella" userId="992bbaf2-811d-42cb-a4d6-e7fc45e325e8" providerId="ADAL" clId="{48DC18DD-ADA8-453C-A8C6-8D883987BA1A}" dt="2025-05-28T08:41:27.550" v="5"/>
          <pc:sldLayoutMkLst>
            <pc:docMk/>
            <pc:sldMasterMk cId="2711428093" sldId="2147483908"/>
            <pc:sldLayoutMk cId="3207332113" sldId="2147483913"/>
          </pc:sldLayoutMkLst>
        </pc:sldLayoutChg>
        <pc:sldLayoutChg chg="del">
          <pc:chgData name="Feist, Ella" userId="992bbaf2-811d-42cb-a4d6-e7fc45e325e8" providerId="ADAL" clId="{48DC18DD-ADA8-453C-A8C6-8D883987BA1A}" dt="2025-05-28T08:41:27.550" v="5"/>
          <pc:sldLayoutMkLst>
            <pc:docMk/>
            <pc:sldMasterMk cId="2711428093" sldId="2147483908"/>
            <pc:sldLayoutMk cId="1460219817" sldId="2147483914"/>
          </pc:sldLayoutMkLst>
        </pc:sldLayoutChg>
        <pc:sldLayoutChg chg="del">
          <pc:chgData name="Feist, Ella" userId="992bbaf2-811d-42cb-a4d6-e7fc45e325e8" providerId="ADAL" clId="{48DC18DD-ADA8-453C-A8C6-8D883987BA1A}" dt="2025-05-28T08:41:27.550" v="5"/>
          <pc:sldLayoutMkLst>
            <pc:docMk/>
            <pc:sldMasterMk cId="2711428093" sldId="2147483908"/>
            <pc:sldLayoutMk cId="994855307" sldId="2147483915"/>
          </pc:sldLayoutMkLst>
        </pc:sldLayoutChg>
        <pc:sldLayoutChg chg="del">
          <pc:chgData name="Feist, Ella" userId="992bbaf2-811d-42cb-a4d6-e7fc45e325e8" providerId="ADAL" clId="{48DC18DD-ADA8-453C-A8C6-8D883987BA1A}" dt="2025-05-28T08:41:27.550" v="5"/>
          <pc:sldLayoutMkLst>
            <pc:docMk/>
            <pc:sldMasterMk cId="2711428093" sldId="2147483908"/>
            <pc:sldLayoutMk cId="1060909352" sldId="2147483916"/>
          </pc:sldLayoutMkLst>
        </pc:sldLayoutChg>
        <pc:sldLayoutChg chg="del">
          <pc:chgData name="Feist, Ella" userId="992bbaf2-811d-42cb-a4d6-e7fc45e325e8" providerId="ADAL" clId="{48DC18DD-ADA8-453C-A8C6-8D883987BA1A}" dt="2025-05-28T08:41:27.550" v="5"/>
          <pc:sldLayoutMkLst>
            <pc:docMk/>
            <pc:sldMasterMk cId="2711428093" sldId="2147483908"/>
            <pc:sldLayoutMk cId="2650676527" sldId="2147483917"/>
          </pc:sldLayoutMkLst>
        </pc:sldLayoutChg>
        <pc:sldLayoutChg chg="del">
          <pc:chgData name="Feist, Ella" userId="992bbaf2-811d-42cb-a4d6-e7fc45e325e8" providerId="ADAL" clId="{48DC18DD-ADA8-453C-A8C6-8D883987BA1A}" dt="2025-05-28T08:41:27.550" v="5"/>
          <pc:sldLayoutMkLst>
            <pc:docMk/>
            <pc:sldMasterMk cId="2711428093" sldId="2147483908"/>
            <pc:sldLayoutMk cId="787982011" sldId="2147483918"/>
          </pc:sldLayoutMkLst>
        </pc:sldLayoutChg>
      </pc:sldMasterChg>
      <pc:sldMasterChg chg="del delSldLayout">
        <pc:chgData name="Feist, Ella" userId="992bbaf2-811d-42cb-a4d6-e7fc45e325e8" providerId="ADAL" clId="{48DC18DD-ADA8-453C-A8C6-8D883987BA1A}" dt="2025-05-28T08:41:27.550" v="5"/>
        <pc:sldMasterMkLst>
          <pc:docMk/>
          <pc:sldMasterMk cId="537580445" sldId="2147483941"/>
        </pc:sldMasterMkLst>
        <pc:sldLayoutChg chg="del">
          <pc:chgData name="Feist, Ella" userId="992bbaf2-811d-42cb-a4d6-e7fc45e325e8" providerId="ADAL" clId="{48DC18DD-ADA8-453C-A8C6-8D883987BA1A}" dt="2025-05-28T08:41:27.550" v="5"/>
          <pc:sldLayoutMkLst>
            <pc:docMk/>
            <pc:sldMasterMk cId="537580445" sldId="2147483941"/>
            <pc:sldLayoutMk cId="3655050728" sldId="2147483942"/>
          </pc:sldLayoutMkLst>
        </pc:sldLayoutChg>
        <pc:sldLayoutChg chg="del">
          <pc:chgData name="Feist, Ella" userId="992bbaf2-811d-42cb-a4d6-e7fc45e325e8" providerId="ADAL" clId="{48DC18DD-ADA8-453C-A8C6-8D883987BA1A}" dt="2025-05-28T08:41:27.550" v="5"/>
          <pc:sldLayoutMkLst>
            <pc:docMk/>
            <pc:sldMasterMk cId="537580445" sldId="2147483941"/>
            <pc:sldLayoutMk cId="191104469" sldId="2147483948"/>
          </pc:sldLayoutMkLst>
        </pc:sldLayoutChg>
        <pc:sldLayoutChg chg="del">
          <pc:chgData name="Feist, Ella" userId="992bbaf2-811d-42cb-a4d6-e7fc45e325e8" providerId="ADAL" clId="{48DC18DD-ADA8-453C-A8C6-8D883987BA1A}" dt="2025-05-28T08:41:27.550" v="5"/>
          <pc:sldLayoutMkLst>
            <pc:docMk/>
            <pc:sldMasterMk cId="537580445" sldId="2147483941"/>
            <pc:sldLayoutMk cId="3106673082" sldId="2147483949"/>
          </pc:sldLayoutMkLst>
        </pc:sldLayoutChg>
        <pc:sldLayoutChg chg="del">
          <pc:chgData name="Feist, Ella" userId="992bbaf2-811d-42cb-a4d6-e7fc45e325e8" providerId="ADAL" clId="{48DC18DD-ADA8-453C-A8C6-8D883987BA1A}" dt="2025-05-28T08:41:27.550" v="5"/>
          <pc:sldLayoutMkLst>
            <pc:docMk/>
            <pc:sldMasterMk cId="537580445" sldId="2147483941"/>
            <pc:sldLayoutMk cId="2883798060" sldId="2147483950"/>
          </pc:sldLayoutMkLst>
        </pc:sldLayoutChg>
        <pc:sldLayoutChg chg="del">
          <pc:chgData name="Feist, Ella" userId="992bbaf2-811d-42cb-a4d6-e7fc45e325e8" providerId="ADAL" clId="{48DC18DD-ADA8-453C-A8C6-8D883987BA1A}" dt="2025-05-28T08:41:27.550" v="5"/>
          <pc:sldLayoutMkLst>
            <pc:docMk/>
            <pc:sldMasterMk cId="537580445" sldId="2147483941"/>
            <pc:sldLayoutMk cId="4228679101" sldId="2147483951"/>
          </pc:sldLayoutMkLst>
        </pc:sldLayoutChg>
      </pc:sldMasterChg>
      <pc:sldMasterChg chg="del delSldLayout">
        <pc:chgData name="Feist, Ella" userId="992bbaf2-811d-42cb-a4d6-e7fc45e325e8" providerId="ADAL" clId="{48DC18DD-ADA8-453C-A8C6-8D883987BA1A}" dt="2025-05-28T08:41:27.550" v="5"/>
        <pc:sldMasterMkLst>
          <pc:docMk/>
          <pc:sldMasterMk cId="1502784078" sldId="2147483943"/>
        </pc:sldMasterMkLst>
        <pc:sldLayoutChg chg="del">
          <pc:chgData name="Feist, Ella" userId="992bbaf2-811d-42cb-a4d6-e7fc45e325e8" providerId="ADAL" clId="{48DC18DD-ADA8-453C-A8C6-8D883987BA1A}" dt="2025-05-28T08:41:27.550" v="5"/>
          <pc:sldLayoutMkLst>
            <pc:docMk/>
            <pc:sldMasterMk cId="1502784078" sldId="2147483943"/>
            <pc:sldLayoutMk cId="3733918436" sldId="2147483944"/>
          </pc:sldLayoutMkLst>
        </pc:sldLayoutChg>
        <pc:sldLayoutChg chg="del">
          <pc:chgData name="Feist, Ella" userId="992bbaf2-811d-42cb-a4d6-e7fc45e325e8" providerId="ADAL" clId="{48DC18DD-ADA8-453C-A8C6-8D883987BA1A}" dt="2025-05-28T08:41:27.550" v="5"/>
          <pc:sldLayoutMkLst>
            <pc:docMk/>
            <pc:sldMasterMk cId="1502784078" sldId="2147483943"/>
            <pc:sldLayoutMk cId="714599208" sldId="2147483952"/>
          </pc:sldLayoutMkLst>
        </pc:sldLayoutChg>
        <pc:sldLayoutChg chg="del">
          <pc:chgData name="Feist, Ella" userId="992bbaf2-811d-42cb-a4d6-e7fc45e325e8" providerId="ADAL" clId="{48DC18DD-ADA8-453C-A8C6-8D883987BA1A}" dt="2025-05-28T08:41:27.550" v="5"/>
          <pc:sldLayoutMkLst>
            <pc:docMk/>
            <pc:sldMasterMk cId="1502784078" sldId="2147483943"/>
            <pc:sldLayoutMk cId="785506021" sldId="2147483953"/>
          </pc:sldLayoutMkLst>
        </pc:sldLayoutChg>
        <pc:sldLayoutChg chg="del">
          <pc:chgData name="Feist, Ella" userId="992bbaf2-811d-42cb-a4d6-e7fc45e325e8" providerId="ADAL" clId="{48DC18DD-ADA8-453C-A8C6-8D883987BA1A}" dt="2025-05-28T08:41:27.550" v="5"/>
          <pc:sldLayoutMkLst>
            <pc:docMk/>
            <pc:sldMasterMk cId="1502784078" sldId="2147483943"/>
            <pc:sldLayoutMk cId="1326846653" sldId="2147483954"/>
          </pc:sldLayoutMkLst>
        </pc:sldLayoutChg>
        <pc:sldLayoutChg chg="del">
          <pc:chgData name="Feist, Ella" userId="992bbaf2-811d-42cb-a4d6-e7fc45e325e8" providerId="ADAL" clId="{48DC18DD-ADA8-453C-A8C6-8D883987BA1A}" dt="2025-05-28T08:41:27.550" v="5"/>
          <pc:sldLayoutMkLst>
            <pc:docMk/>
            <pc:sldMasterMk cId="1502784078" sldId="2147483943"/>
            <pc:sldLayoutMk cId="1638070405" sldId="214748395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08F72-D084-4C96-B297-285B2ED0D15C}" type="datetimeFigureOut">
              <a:rPr lang="en-GB" smtClean="0"/>
              <a:t>30/05/2025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E1F5F-BEC2-48D5-A890-C07C79853E26}" type="slidenum">
              <a:rPr lang="en-GB" smtClean="0"/>
              <a:t>‹#›</a:t>
            </a:fld>
            <a:endParaRPr lang="en-GB" dirty="0"/>
          </a:p>
        </p:txBody>
      </p:sp>
    </p:spTree>
    <p:extLst>
      <p:ext uri="{BB962C8B-B14F-4D97-AF65-F5344CB8AC3E}">
        <p14:creationId xmlns:p14="http://schemas.microsoft.com/office/powerpoint/2010/main" val="1394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fld id="{548901C6-1DA1-FB44-ABEE-06A0FEB7738E}" type="slidenum">
              <a:rPr lang="en-GB" smtClean="0"/>
              <a:pPr/>
              <a:t>1</a:t>
            </a:fld>
            <a:endParaRPr lang="en-GB" dirty="0"/>
          </a:p>
        </p:txBody>
      </p:sp>
      <p:sp>
        <p:nvSpPr>
          <p:cNvPr id="6" name="Slide Image Placeholder 5">
            <a:extLst>
              <a:ext uri="{FF2B5EF4-FFF2-40B4-BE49-F238E27FC236}">
                <a16:creationId xmlns:a16="http://schemas.microsoft.com/office/drawing/2014/main" id="{3DDB46D8-F250-4382-BB9F-ED8824C6D536}"/>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1DD67D11-198C-4FB2-8FBB-0C1DD9E26E0C}"/>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1498167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548901C6-1DA1-FB44-ABEE-06A0FEB7738E}" type="slidenum">
              <a:rPr lang="en-GB" smtClean="0"/>
              <a:pPr/>
              <a:t>2</a:t>
            </a:fld>
            <a:endParaRPr lang="en-GB" dirty="0"/>
          </a:p>
        </p:txBody>
      </p:sp>
      <p:sp>
        <p:nvSpPr>
          <p:cNvPr id="6" name="Slide Image Placeholder 5">
            <a:extLst>
              <a:ext uri="{FF2B5EF4-FFF2-40B4-BE49-F238E27FC236}">
                <a16:creationId xmlns:a16="http://schemas.microsoft.com/office/drawing/2014/main" id="{E9E46E42-99A9-42F8-996F-71F172C43209}"/>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AC7ABEA7-3AE7-4A57-B02A-AA99E2A56A4D}"/>
              </a:ext>
            </a:extLst>
          </p:cNvPr>
          <p:cNvSpPr>
            <a:spLocks noGrp="1"/>
          </p:cNvSpPr>
          <p:nvPr>
            <p:ph type="body" idx="1"/>
          </p:nvPr>
        </p:nvSpPr>
        <p:spPr/>
        <p:txBody>
          <a:bodyPr/>
          <a:lstStyle/>
          <a:p>
            <a:pPr marL="12700">
              <a:lnSpc>
                <a:spcPct val="100000"/>
              </a:lnSpc>
              <a:spcBef>
                <a:spcPts val="700"/>
              </a:spcBef>
            </a:pPr>
            <a:r>
              <a:rPr lang="en-GB" sz="1200" spc="-15" noProof="0" dirty="0">
                <a:latin typeface="+mn-lt"/>
                <a:cs typeface="Segoe UI"/>
              </a:rPr>
              <a:t>It</a:t>
            </a:r>
            <a:r>
              <a:rPr lang="en-GB" sz="1200" spc="-65"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20" noProof="0" dirty="0">
                <a:latin typeface="+mn-lt"/>
                <a:cs typeface="Segoe UI"/>
              </a:rPr>
              <a:t>impossible</a:t>
            </a:r>
            <a:r>
              <a:rPr lang="en-GB" sz="1200" spc="-85" noProof="0" dirty="0">
                <a:latin typeface="+mn-lt"/>
                <a:cs typeface="Segoe UI"/>
              </a:rPr>
              <a:t> </a:t>
            </a:r>
            <a:r>
              <a:rPr lang="en-GB" sz="1200" spc="-15" noProof="0" dirty="0">
                <a:latin typeface="+mn-lt"/>
                <a:cs typeface="Segoe UI"/>
              </a:rPr>
              <a:t>to</a:t>
            </a:r>
            <a:r>
              <a:rPr lang="en-GB" sz="1200" spc="-20" noProof="0" dirty="0">
                <a:latin typeface="+mn-lt"/>
                <a:cs typeface="Segoe UI"/>
              </a:rPr>
              <a:t> avoid</a:t>
            </a:r>
            <a:r>
              <a:rPr lang="en-GB" sz="1200" spc="-50" noProof="0" dirty="0">
                <a:latin typeface="+mn-lt"/>
                <a:cs typeface="Segoe UI"/>
              </a:rPr>
              <a:t> </a:t>
            </a:r>
            <a:r>
              <a:rPr lang="en-GB" sz="1200" spc="-20" noProof="0" dirty="0">
                <a:latin typeface="+mn-lt"/>
                <a:cs typeface="Segoe UI"/>
              </a:rPr>
              <a:t>delegating</a:t>
            </a:r>
            <a:r>
              <a:rPr lang="en-GB" sz="1200" spc="-55" noProof="0" dirty="0">
                <a:latin typeface="+mn-lt"/>
                <a:cs typeface="Segoe UI"/>
              </a:rPr>
              <a:t> </a:t>
            </a:r>
            <a:r>
              <a:rPr lang="en-GB" sz="1200" spc="-25" noProof="0" dirty="0">
                <a:latin typeface="+mn-lt"/>
                <a:cs typeface="Segoe UI"/>
              </a:rPr>
              <a:t>administrative</a:t>
            </a:r>
            <a:r>
              <a:rPr lang="en-GB" sz="1200" spc="-5" noProof="0" dirty="0">
                <a:latin typeface="+mn-lt"/>
                <a:cs typeface="Segoe UI"/>
              </a:rPr>
              <a:t> </a:t>
            </a:r>
            <a:r>
              <a:rPr lang="en-GB" sz="1200" spc="-20" noProof="0" dirty="0">
                <a:latin typeface="+mn-lt"/>
                <a:cs typeface="Segoe UI"/>
              </a:rPr>
              <a:t>tasks</a:t>
            </a:r>
            <a:r>
              <a:rPr lang="en-GB" sz="1200" spc="-3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0" noProof="0" dirty="0">
                <a:latin typeface="+mn-lt"/>
                <a:cs typeface="Segoe UI"/>
              </a:rPr>
              <a:t>“ordinary”</a:t>
            </a:r>
            <a:r>
              <a:rPr lang="en-GB" sz="1200" spc="-70" noProof="0" dirty="0">
                <a:latin typeface="+mn-lt"/>
                <a:cs typeface="Segoe UI"/>
              </a:rPr>
              <a:t> </a:t>
            </a:r>
            <a:r>
              <a:rPr lang="en-GB" sz="1200" spc="-15" noProof="0" dirty="0">
                <a:latin typeface="+mn-lt"/>
                <a:cs typeface="Segoe UI"/>
              </a:rPr>
              <a:t>users.</a:t>
            </a:r>
            <a:endParaRPr lang="en-GB" sz="1200" noProof="0" dirty="0">
              <a:latin typeface="+mn-lt"/>
              <a:cs typeface="Segoe UI"/>
            </a:endParaRPr>
          </a:p>
          <a:p>
            <a:pPr marL="12700" marR="5080">
              <a:lnSpc>
                <a:spcPct val="100000"/>
              </a:lnSpc>
              <a:spcBef>
                <a:spcPts val="605"/>
              </a:spcBef>
            </a:pPr>
            <a:r>
              <a:rPr lang="en-GB" sz="1200" spc="-15" noProof="0" dirty="0">
                <a:latin typeface="+mn-lt"/>
                <a:cs typeface="Segoe UI"/>
              </a:rPr>
              <a:t>The</a:t>
            </a:r>
            <a:r>
              <a:rPr lang="en-GB" sz="1200" spc="-85" noProof="0" dirty="0">
                <a:latin typeface="+mn-lt"/>
                <a:cs typeface="Segoe UI"/>
              </a:rPr>
              <a:t> </a:t>
            </a:r>
            <a:r>
              <a:rPr lang="en-GB" sz="1200" spc="-25" noProof="0" dirty="0">
                <a:latin typeface="+mn-lt"/>
                <a:cs typeface="Segoe UI"/>
              </a:rPr>
              <a:t>switch</a:t>
            </a:r>
            <a:r>
              <a:rPr lang="en-GB" sz="1200" spc="5" noProof="0" dirty="0">
                <a:latin typeface="+mn-lt"/>
                <a:cs typeface="Segoe UI"/>
              </a:rPr>
              <a:t> </a:t>
            </a:r>
            <a:r>
              <a:rPr lang="en-GB" sz="1200" spc="-15" noProof="0" dirty="0">
                <a:latin typeface="+mn-lt"/>
                <a:cs typeface="Segoe UI"/>
              </a:rPr>
              <a:t>user</a:t>
            </a:r>
            <a:r>
              <a:rPr lang="en-GB" sz="1200" spc="-70"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15" noProof="0" dirty="0">
                <a:latin typeface="+mn-lt"/>
                <a:cs typeface="Segoe UI"/>
              </a:rPr>
              <a:t>(su)</a:t>
            </a:r>
            <a:r>
              <a:rPr lang="en-GB" sz="1200" spc="-45"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15" noProof="0" dirty="0">
                <a:latin typeface="+mn-lt"/>
                <a:cs typeface="Segoe UI"/>
              </a:rPr>
              <a:t>the</a:t>
            </a:r>
            <a:r>
              <a:rPr lang="en-GB" sz="1200" spc="-50" noProof="0" dirty="0">
                <a:latin typeface="+mn-lt"/>
                <a:cs typeface="Segoe UI"/>
              </a:rPr>
              <a:t> </a:t>
            </a:r>
            <a:r>
              <a:rPr lang="en-GB" sz="1200" spc="-15" noProof="0" dirty="0">
                <a:latin typeface="+mn-lt"/>
                <a:cs typeface="Segoe UI"/>
              </a:rPr>
              <a:t>sudo</a:t>
            </a:r>
            <a:r>
              <a:rPr lang="en-GB" sz="1200" spc="-45" noProof="0" dirty="0">
                <a:latin typeface="+mn-lt"/>
                <a:cs typeface="Segoe UI"/>
              </a:rPr>
              <a:t> </a:t>
            </a:r>
            <a:r>
              <a:rPr lang="en-GB" sz="1200" spc="-25" noProof="0" dirty="0">
                <a:latin typeface="+mn-lt"/>
                <a:cs typeface="Segoe UI"/>
              </a:rPr>
              <a:t>utilities </a:t>
            </a:r>
            <a:r>
              <a:rPr lang="en-GB" sz="1200" spc="-15" noProof="0" dirty="0">
                <a:latin typeface="+mn-lt"/>
                <a:cs typeface="Segoe UI"/>
              </a:rPr>
              <a:t>are</a:t>
            </a:r>
            <a:r>
              <a:rPr lang="en-GB" sz="1200" spc="215" noProof="0" dirty="0">
                <a:latin typeface="+mn-lt"/>
                <a:cs typeface="Segoe UI"/>
              </a:rPr>
              <a:t> </a:t>
            </a:r>
            <a:r>
              <a:rPr lang="en-GB" sz="1200" spc="-15" noProof="0" dirty="0">
                <a:latin typeface="+mn-lt"/>
                <a:cs typeface="Segoe UI"/>
              </a:rPr>
              <a:t>the</a:t>
            </a:r>
            <a:r>
              <a:rPr lang="en-GB" sz="1200" spc="-25" noProof="0" dirty="0">
                <a:latin typeface="+mn-lt"/>
                <a:cs typeface="Segoe UI"/>
              </a:rPr>
              <a:t> </a:t>
            </a:r>
            <a:r>
              <a:rPr lang="en-GB" sz="1200" spc="-20" noProof="0" dirty="0">
                <a:latin typeface="+mn-lt"/>
                <a:cs typeface="Segoe UI"/>
              </a:rPr>
              <a:t>two </a:t>
            </a:r>
            <a:r>
              <a:rPr lang="en-GB" sz="1200" spc="-15" noProof="0" dirty="0">
                <a:latin typeface="+mn-lt"/>
                <a:cs typeface="Segoe UI"/>
              </a:rPr>
              <a:t>most</a:t>
            </a:r>
            <a:r>
              <a:rPr lang="en-GB" sz="1200" spc="-60" noProof="0" dirty="0">
                <a:latin typeface="+mn-lt"/>
                <a:cs typeface="Segoe UI"/>
              </a:rPr>
              <a:t> </a:t>
            </a:r>
            <a:r>
              <a:rPr lang="en-GB" sz="1200" spc="-20" noProof="0" dirty="0">
                <a:latin typeface="+mn-lt"/>
                <a:cs typeface="Segoe UI"/>
              </a:rPr>
              <a:t>commonly</a:t>
            </a:r>
            <a:r>
              <a:rPr lang="en-GB" sz="1200" spc="-40"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20" noProof="0" dirty="0">
                <a:latin typeface="+mn-lt"/>
                <a:cs typeface="Segoe UI"/>
              </a:rPr>
              <a:t>methods</a:t>
            </a:r>
            <a:r>
              <a:rPr lang="en-GB" sz="1200" spc="-75" noProof="0" dirty="0">
                <a:latin typeface="+mn-lt"/>
                <a:cs typeface="Segoe UI"/>
              </a:rPr>
              <a:t> </a:t>
            </a:r>
            <a:r>
              <a:rPr lang="en-GB" sz="1200" spc="-15" noProof="0" dirty="0">
                <a:latin typeface="+mn-lt"/>
                <a:cs typeface="Segoe UI"/>
              </a:rPr>
              <a:t>for </a:t>
            </a:r>
            <a:r>
              <a:rPr lang="en-GB" sz="1200" spc="-20" noProof="0" dirty="0">
                <a:latin typeface="+mn-lt"/>
                <a:cs typeface="Segoe UI"/>
              </a:rPr>
              <a:t>giving ordinary</a:t>
            </a:r>
            <a:r>
              <a:rPr lang="en-GB" sz="1200" spc="-95" noProof="0" dirty="0">
                <a:latin typeface="+mn-lt"/>
                <a:cs typeface="Segoe UI"/>
              </a:rPr>
              <a:t> </a:t>
            </a:r>
            <a:r>
              <a:rPr lang="en-GB" sz="1200" spc="-15" noProof="0" dirty="0">
                <a:latin typeface="+mn-lt"/>
                <a:cs typeface="Segoe UI"/>
              </a:rPr>
              <a:t>users</a:t>
            </a:r>
            <a:r>
              <a:rPr lang="en-GB" sz="1200" spc="-55" noProof="0" dirty="0">
                <a:latin typeface="+mn-lt"/>
                <a:cs typeface="Segoe UI"/>
              </a:rPr>
              <a:t> </a:t>
            </a:r>
            <a:r>
              <a:rPr lang="en-GB" sz="1200" spc="-25" noProof="0" dirty="0">
                <a:latin typeface="+mn-lt"/>
                <a:cs typeface="Segoe UI"/>
              </a:rPr>
              <a:t>access</a:t>
            </a:r>
            <a:r>
              <a:rPr lang="en-GB" sz="1200" spc="-10"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20" noProof="0" dirty="0">
                <a:latin typeface="+mn-lt"/>
                <a:cs typeface="Segoe UI"/>
              </a:rPr>
              <a:t>normally</a:t>
            </a:r>
            <a:r>
              <a:rPr lang="en-GB" sz="1200" spc="-45" noProof="0" dirty="0">
                <a:latin typeface="+mn-lt"/>
                <a:cs typeface="Segoe UI"/>
              </a:rPr>
              <a:t> </a:t>
            </a:r>
            <a:r>
              <a:rPr lang="en-GB" sz="1200" spc="-20" noProof="0" dirty="0">
                <a:latin typeface="+mn-lt"/>
                <a:cs typeface="Segoe UI"/>
              </a:rPr>
              <a:t>privileged</a:t>
            </a:r>
            <a:r>
              <a:rPr lang="en-GB" sz="1200" spc="-55" noProof="0" dirty="0">
                <a:latin typeface="+mn-lt"/>
                <a:cs typeface="Segoe UI"/>
              </a:rPr>
              <a:t> </a:t>
            </a:r>
            <a:r>
              <a:rPr lang="en-GB" sz="1200" spc="-20" noProof="0" dirty="0">
                <a:latin typeface="+mn-lt"/>
                <a:cs typeface="Segoe UI"/>
              </a:rPr>
              <a:t>commands.</a:t>
            </a:r>
            <a:endParaRPr lang="en-GB" sz="1200" noProof="0" dirty="0">
              <a:latin typeface="+mn-lt"/>
              <a:cs typeface="Segoe UI"/>
            </a:endParaRPr>
          </a:p>
          <a:p>
            <a:endParaRPr lang="en-GB" noProof="0" dirty="0"/>
          </a:p>
          <a:p>
            <a:endParaRPr lang="en-GB" noProof="0" dirty="0"/>
          </a:p>
        </p:txBody>
      </p:sp>
    </p:spTree>
    <p:extLst>
      <p:ext uri="{BB962C8B-B14F-4D97-AF65-F5344CB8AC3E}">
        <p14:creationId xmlns:p14="http://schemas.microsoft.com/office/powerpoint/2010/main" val="41374514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a:t>
            </a:fld>
            <a:endParaRPr lang="en-GB" dirty="0"/>
          </a:p>
        </p:txBody>
      </p:sp>
    </p:spTree>
    <p:extLst>
      <p:ext uri="{BB962C8B-B14F-4D97-AF65-F5344CB8AC3E}">
        <p14:creationId xmlns:p14="http://schemas.microsoft.com/office/powerpoint/2010/main" val="1772184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15" noProof="0" dirty="0">
                <a:latin typeface="+mn-lt"/>
                <a:cs typeface="Segoe UI"/>
              </a:rPr>
              <a:t>Most</a:t>
            </a:r>
            <a:r>
              <a:rPr lang="en-GB" sz="1200" spc="-90" noProof="0" dirty="0">
                <a:latin typeface="+mn-lt"/>
                <a:cs typeface="Segoe UI"/>
              </a:rPr>
              <a:t> </a:t>
            </a:r>
            <a:r>
              <a:rPr lang="en-GB" sz="1200" spc="-20" noProof="0" dirty="0">
                <a:latin typeface="+mn-lt"/>
                <a:cs typeface="Segoe UI"/>
              </a:rPr>
              <a:t>system</a:t>
            </a:r>
            <a:r>
              <a:rPr lang="en-GB" sz="1200" spc="-35" noProof="0" dirty="0">
                <a:latin typeface="+mn-lt"/>
                <a:cs typeface="Segoe UI"/>
              </a:rPr>
              <a:t> </a:t>
            </a:r>
            <a:r>
              <a:rPr lang="en-GB" sz="1200" spc="-25" noProof="0" dirty="0">
                <a:latin typeface="+mn-lt"/>
                <a:cs typeface="Segoe UI"/>
              </a:rPr>
              <a:t>administration </a:t>
            </a:r>
            <a:r>
              <a:rPr lang="en-GB" sz="1200" spc="-20" noProof="0" dirty="0">
                <a:latin typeface="+mn-lt"/>
                <a:cs typeface="Segoe UI"/>
              </a:rPr>
              <a:t>functions</a:t>
            </a:r>
            <a:r>
              <a:rPr lang="en-GB" sz="1200" spc="-50" noProof="0" dirty="0">
                <a:latin typeface="+mn-lt"/>
                <a:cs typeface="Segoe UI"/>
              </a:rPr>
              <a:t> </a:t>
            </a:r>
            <a:r>
              <a:rPr lang="en-GB" sz="1200" spc="-15" noProof="0" dirty="0">
                <a:latin typeface="+mn-lt"/>
                <a:cs typeface="Segoe UI"/>
              </a:rPr>
              <a:t>are</a:t>
            </a:r>
            <a:r>
              <a:rPr lang="en-GB" sz="1200" spc="-25" noProof="0" dirty="0">
                <a:latin typeface="+mn-lt"/>
                <a:cs typeface="Segoe UI"/>
              </a:rPr>
              <a:t> </a:t>
            </a:r>
            <a:r>
              <a:rPr lang="en-GB" sz="1200" spc="-20" noProof="0" dirty="0">
                <a:latin typeface="+mn-lt"/>
                <a:cs typeface="Segoe UI"/>
              </a:rPr>
              <a:t>carried</a:t>
            </a:r>
            <a:r>
              <a:rPr lang="en-GB" sz="1200" spc="-50" noProof="0" dirty="0">
                <a:latin typeface="+mn-lt"/>
                <a:cs typeface="Segoe UI"/>
              </a:rPr>
              <a:t> </a:t>
            </a:r>
            <a:r>
              <a:rPr lang="en-GB" sz="1200" spc="-10" noProof="0" dirty="0">
                <a:latin typeface="+mn-lt"/>
                <a:cs typeface="Segoe UI"/>
              </a:rPr>
              <a:t>out</a:t>
            </a:r>
            <a:r>
              <a:rPr lang="en-GB" sz="1200" spc="-35" noProof="0" dirty="0">
                <a:latin typeface="+mn-lt"/>
                <a:cs typeface="Segoe UI"/>
              </a:rPr>
              <a:t> </a:t>
            </a:r>
            <a:r>
              <a:rPr lang="en-GB" sz="1200" spc="-15" noProof="0" dirty="0">
                <a:latin typeface="+mn-lt"/>
                <a:cs typeface="Segoe UI"/>
              </a:rPr>
              <a:t>using</a:t>
            </a:r>
            <a:r>
              <a:rPr lang="en-GB" sz="1200" spc="-8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10" noProof="0" dirty="0">
                <a:latin typeface="+mn-lt"/>
                <a:cs typeface="Segoe UI"/>
              </a:rPr>
              <a:t>root</a:t>
            </a:r>
            <a:r>
              <a:rPr lang="en-GB" sz="1200" spc="-60" noProof="0" dirty="0">
                <a:latin typeface="+mn-lt"/>
                <a:cs typeface="Segoe UI"/>
              </a:rPr>
              <a:t> </a:t>
            </a:r>
            <a:r>
              <a:rPr lang="en-GB" sz="1200" spc="-25" noProof="0" dirty="0">
                <a:latin typeface="+mn-lt"/>
                <a:cs typeface="Segoe UI"/>
              </a:rPr>
              <a:t>account.</a:t>
            </a:r>
          </a:p>
          <a:p>
            <a:pPr marL="12700">
              <a:lnSpc>
                <a:spcPct val="100000"/>
              </a:lnSpc>
              <a:spcBef>
                <a:spcPts val="105"/>
              </a:spcBef>
            </a:pPr>
            <a:r>
              <a:rPr lang="en-GB" sz="1200" spc="-15" noProof="0" dirty="0">
                <a:latin typeface="+mn-lt"/>
                <a:cs typeface="Segoe UI"/>
              </a:rPr>
              <a:t>User</a:t>
            </a:r>
            <a:r>
              <a:rPr lang="en-GB" sz="1200" spc="-45" noProof="0" dirty="0">
                <a:latin typeface="+mn-lt"/>
                <a:cs typeface="Segoe UI"/>
              </a:rPr>
              <a:t> </a:t>
            </a:r>
            <a:r>
              <a:rPr lang="en-GB" sz="1200" spc="-10" noProof="0" dirty="0">
                <a:latin typeface="+mn-lt"/>
                <a:cs typeface="Segoe UI"/>
              </a:rPr>
              <a:t>root</a:t>
            </a:r>
            <a:r>
              <a:rPr lang="en-GB" sz="1200" spc="-60" noProof="0" dirty="0">
                <a:latin typeface="+mn-lt"/>
                <a:cs typeface="Segoe UI"/>
              </a:rPr>
              <a:t> </a:t>
            </a:r>
            <a:r>
              <a:rPr lang="en-GB" sz="1200" spc="-15" noProof="0" dirty="0">
                <a:latin typeface="+mn-lt"/>
                <a:cs typeface="Segoe UI"/>
              </a:rPr>
              <a:t>has</a:t>
            </a:r>
            <a:r>
              <a:rPr lang="en-GB" sz="1200" spc="-25" noProof="0" dirty="0">
                <a:latin typeface="+mn-lt"/>
                <a:cs typeface="Segoe UI"/>
              </a:rPr>
              <a:t> </a:t>
            </a:r>
            <a:r>
              <a:rPr lang="en-GB" sz="1200" spc="-20" noProof="0" dirty="0">
                <a:latin typeface="+mn-lt"/>
                <a:cs typeface="Segoe UI"/>
              </a:rPr>
              <a:t>unrestricted </a:t>
            </a:r>
            <a:r>
              <a:rPr lang="en-GB" sz="1200" spc="-25" noProof="0" dirty="0">
                <a:latin typeface="+mn-lt"/>
                <a:cs typeface="Segoe UI"/>
              </a:rPr>
              <a:t>access</a:t>
            </a:r>
            <a:r>
              <a:rPr lang="en-GB" sz="1200" spc="-40" noProof="0" dirty="0">
                <a:latin typeface="+mn-lt"/>
                <a:cs typeface="Segoe UI"/>
              </a:rPr>
              <a:t> </a:t>
            </a:r>
            <a:r>
              <a:rPr lang="en-GB" sz="1200" spc="-15" noProof="0" dirty="0">
                <a:latin typeface="+mn-lt"/>
                <a:cs typeface="Segoe UI"/>
              </a:rPr>
              <a:t>to</a:t>
            </a:r>
            <a:r>
              <a:rPr lang="en-GB" sz="1200" spc="-55" noProof="0" dirty="0">
                <a:latin typeface="+mn-lt"/>
                <a:cs typeface="Segoe UI"/>
              </a:rPr>
              <a:t> </a:t>
            </a:r>
            <a:r>
              <a:rPr lang="en-GB" sz="1200" spc="-20" noProof="0" dirty="0">
                <a:latin typeface="+mn-lt"/>
                <a:cs typeface="Segoe UI"/>
              </a:rPr>
              <a:t>all system</a:t>
            </a:r>
            <a:r>
              <a:rPr lang="en-GB" sz="1200" spc="-50" noProof="0" dirty="0">
                <a:latin typeface="+mn-lt"/>
                <a:cs typeface="Segoe UI"/>
              </a:rPr>
              <a:t> </a:t>
            </a:r>
            <a:r>
              <a:rPr lang="en-GB" sz="1200" spc="-25" noProof="0" dirty="0">
                <a:latin typeface="+mn-lt"/>
                <a:cs typeface="Segoe UI"/>
              </a:rPr>
              <a:t>functions.</a:t>
            </a:r>
            <a:endParaRPr lang="en-GB" sz="1200" noProof="0" dirty="0">
              <a:latin typeface="+mn-lt"/>
              <a:cs typeface="Segoe UI"/>
            </a:endParaRPr>
          </a:p>
          <a:p>
            <a:pPr marL="12700" marR="5080">
              <a:lnSpc>
                <a:spcPct val="100000"/>
              </a:lnSpc>
              <a:spcBef>
                <a:spcPts val="600"/>
              </a:spcBef>
            </a:pPr>
            <a:r>
              <a:rPr lang="en-GB" sz="1200" spc="-10" noProof="0" dirty="0">
                <a:latin typeface="+mn-lt"/>
                <a:cs typeface="Segoe UI"/>
              </a:rPr>
              <a:t>To</a:t>
            </a:r>
            <a:r>
              <a:rPr lang="en-GB" sz="1200" spc="-75" noProof="0" dirty="0">
                <a:latin typeface="+mn-lt"/>
                <a:cs typeface="Segoe UI"/>
              </a:rPr>
              <a:t> </a:t>
            </a:r>
            <a:r>
              <a:rPr lang="en-GB" sz="1200" spc="-25" noProof="0" dirty="0">
                <a:latin typeface="+mn-lt"/>
                <a:cs typeface="Segoe UI"/>
              </a:rPr>
              <a:t>clarify,</a:t>
            </a:r>
            <a:r>
              <a:rPr lang="en-GB" sz="1200" spc="-10" noProof="0" dirty="0">
                <a:latin typeface="+mn-lt"/>
                <a:cs typeface="Segoe UI"/>
              </a:rPr>
              <a:t> </a:t>
            </a:r>
            <a:r>
              <a:rPr lang="en-GB" sz="1200" spc="-15" noProof="0" dirty="0">
                <a:latin typeface="+mn-lt"/>
                <a:cs typeface="Segoe UI"/>
              </a:rPr>
              <a:t>though:</a:t>
            </a:r>
            <a:r>
              <a:rPr lang="en-GB" sz="1200" spc="-90" noProof="0" dirty="0">
                <a:latin typeface="+mn-lt"/>
                <a:cs typeface="Segoe UI"/>
              </a:rPr>
              <a:t> </a:t>
            </a:r>
            <a:r>
              <a:rPr lang="en-GB" sz="1200" spc="-15" noProof="0" dirty="0">
                <a:latin typeface="+mn-lt"/>
                <a:cs typeface="Segoe UI"/>
              </a:rPr>
              <a:t>we</a:t>
            </a:r>
            <a:r>
              <a:rPr lang="en-GB" sz="1200" spc="-30" noProof="0" dirty="0">
                <a:latin typeface="+mn-lt"/>
                <a:cs typeface="Segoe UI"/>
              </a:rPr>
              <a:t> </a:t>
            </a:r>
            <a:r>
              <a:rPr lang="en-GB" sz="1200" spc="-20" noProof="0" dirty="0">
                <a:latin typeface="+mn-lt"/>
                <a:cs typeface="Segoe UI"/>
              </a:rPr>
              <a:t>commonly</a:t>
            </a:r>
            <a:r>
              <a:rPr lang="en-GB" sz="1200" spc="-40" noProof="0" dirty="0">
                <a:latin typeface="+mn-lt"/>
                <a:cs typeface="Segoe UI"/>
              </a:rPr>
              <a:t> </a:t>
            </a:r>
            <a:r>
              <a:rPr lang="en-GB" sz="1200" spc="-15" noProof="0" dirty="0">
                <a:latin typeface="+mn-lt"/>
                <a:cs typeface="Segoe UI"/>
              </a:rPr>
              <a:t>tend</a:t>
            </a:r>
            <a:r>
              <a:rPr lang="en-GB" sz="1200" spc="-55" noProof="0" dirty="0">
                <a:latin typeface="+mn-lt"/>
                <a:cs typeface="Segoe UI"/>
              </a:rPr>
              <a:t> </a:t>
            </a:r>
            <a:r>
              <a:rPr lang="en-GB" sz="1200" spc="-15" noProof="0" dirty="0">
                <a:latin typeface="+mn-lt"/>
                <a:cs typeface="Segoe UI"/>
              </a:rPr>
              <a:t>to</a:t>
            </a:r>
            <a:r>
              <a:rPr lang="en-GB" sz="1200" spc="-20" noProof="0" dirty="0">
                <a:latin typeface="+mn-lt"/>
                <a:cs typeface="Segoe UI"/>
              </a:rPr>
              <a:t> refer</a:t>
            </a:r>
            <a:r>
              <a:rPr lang="en-GB" sz="1200" spc="-45" noProof="0" dirty="0">
                <a:latin typeface="+mn-lt"/>
                <a:cs typeface="Segoe UI"/>
              </a:rPr>
              <a:t> </a:t>
            </a:r>
            <a:r>
              <a:rPr lang="en-GB" sz="1200" spc="-15" noProof="0" dirty="0">
                <a:latin typeface="+mn-lt"/>
                <a:cs typeface="Segoe UI"/>
              </a:rPr>
              <a:t>to</a:t>
            </a:r>
            <a:r>
              <a:rPr lang="en-GB" sz="1200" spc="-2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all</a:t>
            </a:r>
            <a:r>
              <a:rPr lang="en-GB" sz="1200" spc="-15" noProof="0" dirty="0">
                <a:latin typeface="+mn-lt"/>
                <a:cs typeface="Segoe UI"/>
              </a:rPr>
              <a:t> </a:t>
            </a:r>
            <a:r>
              <a:rPr lang="en-GB" sz="1200" spc="-20" noProof="0" dirty="0">
                <a:latin typeface="+mn-lt"/>
                <a:cs typeface="Segoe UI"/>
              </a:rPr>
              <a:t>privileged</a:t>
            </a:r>
            <a:r>
              <a:rPr lang="en-GB" sz="1200" spc="-80" noProof="0" dirty="0">
                <a:latin typeface="+mn-lt"/>
                <a:cs typeface="Segoe UI"/>
              </a:rPr>
              <a:t> </a:t>
            </a:r>
            <a:r>
              <a:rPr lang="en-GB" sz="1200" spc="-20" noProof="0" dirty="0">
                <a:latin typeface="+mn-lt"/>
                <a:cs typeface="Segoe UI"/>
              </a:rPr>
              <a:t>account</a:t>
            </a:r>
            <a:r>
              <a:rPr lang="en-GB" sz="1200" spc="-35" noProof="0" dirty="0">
                <a:latin typeface="+mn-lt"/>
                <a:cs typeface="Segoe UI"/>
              </a:rPr>
              <a:t> </a:t>
            </a:r>
            <a:r>
              <a:rPr lang="en-GB" sz="1200" spc="-15" noProof="0" dirty="0">
                <a:latin typeface="+mn-lt"/>
                <a:cs typeface="Segoe UI"/>
              </a:rPr>
              <a:t>as</a:t>
            </a:r>
            <a:r>
              <a:rPr lang="en-GB" sz="1200" spc="-2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15" noProof="0" dirty="0">
                <a:latin typeface="+mn-lt"/>
                <a:cs typeface="Segoe UI"/>
              </a:rPr>
              <a:t>root</a:t>
            </a:r>
            <a:r>
              <a:rPr lang="en-GB" sz="1200" spc="-70" noProof="0" dirty="0">
                <a:latin typeface="+mn-lt"/>
                <a:cs typeface="Segoe UI"/>
              </a:rPr>
              <a:t> </a:t>
            </a:r>
            <a:r>
              <a:rPr lang="en-GB" sz="1200" spc="-25" noProof="0" dirty="0">
                <a:latin typeface="+mn-lt"/>
                <a:cs typeface="Segoe UI"/>
              </a:rPr>
              <a:t>account.</a:t>
            </a:r>
            <a:endParaRPr lang="en-GB" sz="1200" spc="-40" noProof="0" dirty="0">
              <a:latin typeface="+mn-lt"/>
              <a:cs typeface="Segoe UI"/>
            </a:endParaRPr>
          </a:p>
          <a:p>
            <a:pPr marL="12700" marR="5080">
              <a:lnSpc>
                <a:spcPct val="100000"/>
              </a:lnSpc>
              <a:spcBef>
                <a:spcPts val="600"/>
              </a:spcBef>
            </a:pPr>
            <a:r>
              <a:rPr lang="en-GB" sz="1200" spc="-20" noProof="0" dirty="0">
                <a:latin typeface="+mn-lt"/>
                <a:cs typeface="Segoe UI"/>
              </a:rPr>
              <a:t>However,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name</a:t>
            </a:r>
            <a:r>
              <a:rPr lang="en-GB" sz="1200" spc="-55" noProof="0" dirty="0">
                <a:latin typeface="+mn-lt"/>
                <a:cs typeface="Segoe UI"/>
              </a:rPr>
              <a:t> </a:t>
            </a:r>
            <a:r>
              <a:rPr lang="en-GB" sz="1200" spc="-15" noProof="0" dirty="0">
                <a:latin typeface="+mn-lt"/>
                <a:cs typeface="Segoe UI"/>
              </a:rPr>
              <a:t>root</a:t>
            </a:r>
            <a:r>
              <a:rPr lang="en-GB" sz="1200" spc="-70" noProof="0" dirty="0">
                <a:latin typeface="+mn-lt"/>
                <a:cs typeface="Segoe UI"/>
              </a:rPr>
              <a:t> </a:t>
            </a:r>
            <a:r>
              <a:rPr lang="en-GB" sz="1200" spc="-15" noProof="0" dirty="0">
                <a:latin typeface="+mn-lt"/>
                <a:cs typeface="Segoe UI"/>
              </a:rPr>
              <a:t>has</a:t>
            </a:r>
            <a:r>
              <a:rPr lang="en-GB" sz="1200" spc="-25" noProof="0" dirty="0">
                <a:latin typeface="+mn-lt"/>
                <a:cs typeface="Segoe UI"/>
              </a:rPr>
              <a:t> little</a:t>
            </a:r>
            <a:r>
              <a:rPr lang="en-GB" sz="1200" spc="-30" noProof="0" dirty="0">
                <a:latin typeface="+mn-lt"/>
                <a:cs typeface="Segoe UI"/>
              </a:rPr>
              <a:t> </a:t>
            </a:r>
            <a:r>
              <a:rPr lang="en-GB" sz="1200" spc="-25" noProof="0" dirty="0">
                <a:latin typeface="+mn-lt"/>
                <a:cs typeface="Segoe UI"/>
              </a:rPr>
              <a:t>significance.</a:t>
            </a:r>
          </a:p>
          <a:p>
            <a:pPr marL="12700" marR="5080">
              <a:lnSpc>
                <a:spcPct val="100000"/>
              </a:lnSpc>
              <a:spcBef>
                <a:spcPts val="600"/>
              </a:spcBef>
            </a:pPr>
            <a:r>
              <a:rPr lang="en-GB" sz="1200" spc="-20" noProof="0" dirty="0">
                <a:latin typeface="+mn-lt"/>
                <a:cs typeface="Segoe UI"/>
              </a:rPr>
              <a:t>It's</a:t>
            </a:r>
            <a:r>
              <a:rPr lang="en-GB" sz="1200" spc="-50" noProof="0" dirty="0">
                <a:latin typeface="+mn-lt"/>
                <a:cs typeface="Segoe UI"/>
              </a:rPr>
              <a:t> </a:t>
            </a:r>
            <a:r>
              <a:rPr lang="en-GB" sz="1200" spc="-15" noProof="0" dirty="0">
                <a:latin typeface="+mn-lt"/>
                <a:cs typeface="Segoe UI"/>
              </a:rPr>
              <a:t>root's</a:t>
            </a:r>
            <a:r>
              <a:rPr lang="en-GB" sz="1200" spc="-75" noProof="0" dirty="0">
                <a:latin typeface="+mn-lt"/>
                <a:cs typeface="Segoe UI"/>
              </a:rPr>
              <a:t> </a:t>
            </a:r>
            <a:r>
              <a:rPr lang="en-GB" sz="1200" spc="-15" noProof="0" dirty="0">
                <a:latin typeface="+mn-lt"/>
                <a:cs typeface="Segoe UI"/>
              </a:rPr>
              <a:t>UID</a:t>
            </a:r>
            <a:r>
              <a:rPr lang="en-GB" sz="1200" spc="-35" noProof="0" dirty="0">
                <a:latin typeface="+mn-lt"/>
                <a:cs typeface="Segoe UI"/>
              </a:rPr>
              <a:t> </a:t>
            </a:r>
            <a:r>
              <a:rPr lang="en-GB" sz="1200" spc="-15" noProof="0" dirty="0">
                <a:latin typeface="+mn-lt"/>
                <a:cs typeface="Segoe UI"/>
              </a:rPr>
              <a:t>being</a:t>
            </a:r>
            <a:r>
              <a:rPr lang="en-GB" sz="1200" spc="-50" noProof="0" dirty="0">
                <a:latin typeface="+mn-lt"/>
                <a:cs typeface="Segoe UI"/>
              </a:rPr>
              <a:t> </a:t>
            </a:r>
            <a:r>
              <a:rPr lang="en-GB" sz="1200" noProof="0" dirty="0">
                <a:latin typeface="+mn-lt"/>
                <a:cs typeface="Segoe UI"/>
              </a:rPr>
              <a:t>0</a:t>
            </a:r>
            <a:r>
              <a:rPr lang="en-GB" sz="1200" spc="-45" noProof="0" dirty="0">
                <a:latin typeface="+mn-lt"/>
                <a:cs typeface="Segoe UI"/>
              </a:rPr>
              <a:t> </a:t>
            </a:r>
            <a:r>
              <a:rPr lang="en-GB" sz="1200" spc="-20" noProof="0" dirty="0">
                <a:latin typeface="+mn-lt"/>
                <a:cs typeface="Segoe UI"/>
              </a:rPr>
              <a:t>that</a:t>
            </a:r>
            <a:r>
              <a:rPr lang="en-GB" sz="1200" spc="-35" noProof="0" dirty="0">
                <a:latin typeface="+mn-lt"/>
                <a:cs typeface="Segoe UI"/>
              </a:rPr>
              <a:t> </a:t>
            </a:r>
            <a:r>
              <a:rPr lang="en-GB" sz="1200" spc="-20" noProof="0" dirty="0">
                <a:latin typeface="+mn-lt"/>
                <a:cs typeface="Segoe UI"/>
              </a:rPr>
              <a:t>makes</a:t>
            </a:r>
            <a:r>
              <a:rPr lang="en-GB" sz="1200" spc="-25" noProof="0" dirty="0">
                <a:latin typeface="+mn-lt"/>
                <a:cs typeface="Segoe UI"/>
              </a:rPr>
              <a:t> </a:t>
            </a:r>
            <a:r>
              <a:rPr lang="en-GB" sz="1200" spc="-15" noProof="0" dirty="0">
                <a:latin typeface="+mn-lt"/>
                <a:cs typeface="Segoe UI"/>
              </a:rPr>
              <a:t>it</a:t>
            </a:r>
            <a:r>
              <a:rPr lang="en-GB" sz="1200" spc="-35" noProof="0" dirty="0">
                <a:latin typeface="+mn-lt"/>
                <a:cs typeface="Segoe UI"/>
              </a:rPr>
              <a:t> </a:t>
            </a:r>
            <a:r>
              <a:rPr lang="en-GB" sz="1200" spc="-20" noProof="0" dirty="0">
                <a:latin typeface="+mn-lt"/>
                <a:cs typeface="Segoe UI"/>
              </a:rPr>
              <a:t>powerful.</a:t>
            </a:r>
            <a:r>
              <a:rPr lang="en-GB" sz="1200" spc="-60" noProof="0" dirty="0">
                <a:latin typeface="+mn-lt"/>
                <a:cs typeface="Segoe UI"/>
              </a:rPr>
              <a:t> </a:t>
            </a:r>
            <a:r>
              <a:rPr lang="en-GB" sz="1200" spc="-20" noProof="0" dirty="0">
                <a:latin typeface="+mn-lt"/>
                <a:cs typeface="Segoe UI"/>
              </a:rPr>
              <a:t>Indeed,</a:t>
            </a:r>
            <a:r>
              <a:rPr lang="en-GB" sz="1200" spc="-60" noProof="0" dirty="0">
                <a:latin typeface="+mn-lt"/>
                <a:cs typeface="Segoe UI"/>
              </a:rPr>
              <a:t> </a:t>
            </a:r>
            <a:r>
              <a:rPr lang="en-GB" sz="1200" spc="-15" noProof="0" dirty="0">
                <a:latin typeface="+mn-lt"/>
                <a:cs typeface="Segoe UI"/>
              </a:rPr>
              <a:t>any</a:t>
            </a:r>
            <a:r>
              <a:rPr lang="en-GB" sz="1200" spc="-35" noProof="0" dirty="0">
                <a:latin typeface="+mn-lt"/>
                <a:cs typeface="Segoe UI"/>
              </a:rPr>
              <a:t> </a:t>
            </a:r>
            <a:r>
              <a:rPr lang="en-GB" sz="1200" spc="-20" noProof="0" dirty="0">
                <a:latin typeface="+mn-lt"/>
                <a:cs typeface="Segoe UI"/>
              </a:rPr>
              <a:t>other</a:t>
            </a:r>
            <a:r>
              <a:rPr lang="en-GB" sz="1200" spc="-45" noProof="0" dirty="0">
                <a:latin typeface="+mn-lt"/>
                <a:cs typeface="Segoe UI"/>
              </a:rPr>
              <a:t> </a:t>
            </a:r>
            <a:r>
              <a:rPr lang="en-GB" sz="1200" spc="-15" noProof="0" dirty="0">
                <a:latin typeface="+mn-lt"/>
                <a:cs typeface="Segoe UI"/>
              </a:rPr>
              <a:t>user, if </a:t>
            </a:r>
            <a:r>
              <a:rPr lang="en-GB" sz="1200" spc="-20" noProof="0" dirty="0">
                <a:latin typeface="+mn-lt"/>
                <a:cs typeface="Segoe UI"/>
              </a:rPr>
              <a:t>assigned </a:t>
            </a:r>
            <a:r>
              <a:rPr lang="en-GB" sz="1200" spc="-15" noProof="0" dirty="0">
                <a:latin typeface="+mn-lt"/>
                <a:cs typeface="Segoe UI"/>
              </a:rPr>
              <a:t>the UID </a:t>
            </a:r>
            <a:r>
              <a:rPr lang="en-GB" sz="1200" spc="-10" noProof="0" dirty="0">
                <a:latin typeface="+mn-lt"/>
                <a:cs typeface="Segoe UI"/>
              </a:rPr>
              <a:t>of </a:t>
            </a:r>
            <a:r>
              <a:rPr lang="en-GB" sz="1200" noProof="0" dirty="0">
                <a:latin typeface="+mn-lt"/>
                <a:cs typeface="Segoe UI"/>
              </a:rPr>
              <a:t>0 </a:t>
            </a:r>
            <a:r>
              <a:rPr lang="en-GB" sz="1200" spc="-25" noProof="0" dirty="0">
                <a:latin typeface="+mn-lt"/>
                <a:cs typeface="Segoe UI"/>
              </a:rPr>
              <a:t>will </a:t>
            </a:r>
            <a:r>
              <a:rPr lang="en-GB" sz="1200" spc="-20" noProof="0" dirty="0">
                <a:latin typeface="+mn-lt"/>
                <a:cs typeface="Segoe UI"/>
              </a:rPr>
              <a:t>also have unrestricted </a:t>
            </a:r>
            <a:r>
              <a:rPr lang="en-GB" sz="1200" spc="-25" noProof="0" dirty="0">
                <a:latin typeface="+mn-lt"/>
                <a:cs typeface="Segoe UI"/>
              </a:rPr>
              <a:t>abilities </a:t>
            </a:r>
            <a:r>
              <a:rPr lang="en-GB" sz="1200" spc="-20" noProof="0" dirty="0">
                <a:latin typeface="+mn-lt"/>
                <a:cs typeface="Segoe UI"/>
              </a:rPr>
              <a:t>(although these </a:t>
            </a:r>
            <a:r>
              <a:rPr lang="en-GB" sz="1200" spc="-25" noProof="0" dirty="0">
                <a:latin typeface="+mn-lt"/>
                <a:cs typeface="Segoe UI"/>
              </a:rPr>
              <a:t>abilities </a:t>
            </a:r>
            <a:r>
              <a:rPr lang="en-GB" sz="1200" spc="-20" noProof="0" dirty="0">
                <a:latin typeface="+mn-lt"/>
                <a:cs typeface="Segoe UI"/>
              </a:rPr>
              <a:t>may </a:t>
            </a:r>
            <a:r>
              <a:rPr lang="en-GB" sz="1200" spc="-10" noProof="0" dirty="0">
                <a:latin typeface="+mn-lt"/>
                <a:cs typeface="Segoe UI"/>
              </a:rPr>
              <a:t>be </a:t>
            </a:r>
            <a:r>
              <a:rPr lang="en-GB" sz="1200" spc="-25" noProof="0" dirty="0">
                <a:latin typeface="+mn-lt"/>
                <a:cs typeface="Segoe UI"/>
              </a:rPr>
              <a:t>limited </a:t>
            </a:r>
            <a:r>
              <a:rPr lang="en-GB" sz="1200" spc="-10" noProof="0" dirty="0">
                <a:latin typeface="+mn-lt"/>
                <a:cs typeface="Segoe UI"/>
              </a:rPr>
              <a:t>by </a:t>
            </a:r>
            <a:r>
              <a:rPr lang="en-GB" sz="1200" spc="-15" noProof="0" dirty="0">
                <a:latin typeface="+mn-lt"/>
                <a:cs typeface="Segoe UI"/>
              </a:rPr>
              <a:t>the program</a:t>
            </a:r>
            <a:r>
              <a:rPr lang="en-GB" sz="1200" spc="-95" noProof="0" dirty="0">
                <a:latin typeface="+mn-lt"/>
                <a:cs typeface="Segoe UI"/>
              </a:rPr>
              <a:t> </a:t>
            </a:r>
            <a:r>
              <a:rPr lang="en-GB" sz="1200" spc="-20" noProof="0" dirty="0">
                <a:latin typeface="+mn-lt"/>
                <a:cs typeface="Segoe UI"/>
              </a:rPr>
              <a:t>assigned</a:t>
            </a:r>
            <a:r>
              <a:rPr lang="en-GB" sz="1200" spc="-55"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20" noProof="0" dirty="0">
                <a:latin typeface="+mn-lt"/>
                <a:cs typeface="Segoe UI"/>
              </a:rPr>
              <a:t>that</a:t>
            </a:r>
            <a:r>
              <a:rPr lang="en-GB" sz="1200" spc="-40" noProof="0" dirty="0">
                <a:latin typeface="+mn-lt"/>
                <a:cs typeface="Segoe UI"/>
              </a:rPr>
              <a:t> </a:t>
            </a:r>
            <a:r>
              <a:rPr lang="en-GB" sz="1200" spc="-15" noProof="0" dirty="0">
                <a:latin typeface="+mn-lt"/>
                <a:cs typeface="Segoe UI"/>
              </a:rPr>
              <a:t>user).</a:t>
            </a:r>
            <a:endParaRPr lang="en-GB" sz="1200" noProof="0" dirty="0">
              <a:latin typeface="+mn-lt"/>
              <a:cs typeface="Segoe UI"/>
            </a:endParaRPr>
          </a:p>
          <a:p>
            <a:pPr marL="12700" marR="104139">
              <a:lnSpc>
                <a:spcPct val="100000"/>
              </a:lnSpc>
              <a:spcBef>
                <a:spcPts val="600"/>
              </a:spcBef>
            </a:pPr>
            <a:r>
              <a:rPr lang="en-GB" sz="1200" spc="-20" noProof="0" dirty="0">
                <a:latin typeface="+mn-lt"/>
                <a:cs typeface="Segoe UI"/>
              </a:rPr>
              <a:t>Some</a:t>
            </a:r>
            <a:r>
              <a:rPr lang="en-GB" sz="1200" spc="-50" noProof="0" dirty="0">
                <a:latin typeface="+mn-lt"/>
                <a:cs typeface="Segoe UI"/>
              </a:rPr>
              <a:t> </a:t>
            </a:r>
            <a:r>
              <a:rPr lang="en-GB" sz="1200" spc="-25" noProof="0" dirty="0">
                <a:latin typeface="+mn-lt"/>
                <a:cs typeface="Segoe UI"/>
              </a:rPr>
              <a:t>additional </a:t>
            </a:r>
            <a:r>
              <a:rPr lang="en-GB" sz="1200" spc="-20" noProof="0" dirty="0">
                <a:latin typeface="+mn-lt"/>
                <a:cs typeface="Segoe UI"/>
              </a:rPr>
              <a:t>system</a:t>
            </a:r>
            <a:r>
              <a:rPr lang="en-GB" sz="1200" spc="-30" noProof="0" dirty="0">
                <a:latin typeface="+mn-lt"/>
                <a:cs typeface="Segoe UI"/>
              </a:rPr>
              <a:t> </a:t>
            </a:r>
            <a:r>
              <a:rPr lang="en-GB" sz="1200" spc="-25" noProof="0" dirty="0">
                <a:latin typeface="+mn-lt"/>
                <a:cs typeface="Segoe UI"/>
              </a:rPr>
              <a:t>accounts</a:t>
            </a:r>
            <a:r>
              <a:rPr lang="en-GB" sz="1200" spc="-15" noProof="0" dirty="0">
                <a:latin typeface="+mn-lt"/>
                <a:cs typeface="Segoe UI"/>
              </a:rPr>
              <a:t> are</a:t>
            </a:r>
            <a:r>
              <a:rPr lang="en-GB" sz="1200" spc="-20" noProof="0" dirty="0">
                <a:latin typeface="+mn-lt"/>
                <a:cs typeface="Segoe UI"/>
              </a:rPr>
              <a:t> </a:t>
            </a:r>
            <a:r>
              <a:rPr lang="en-GB" sz="1200" spc="-15" noProof="0" dirty="0">
                <a:latin typeface="+mn-lt"/>
                <a:cs typeface="Segoe UI"/>
              </a:rPr>
              <a:t>used</a:t>
            </a:r>
            <a:r>
              <a:rPr lang="en-GB" sz="1200" spc="-40" noProof="0" dirty="0">
                <a:latin typeface="+mn-lt"/>
                <a:cs typeface="Segoe UI"/>
              </a:rPr>
              <a:t> </a:t>
            </a:r>
            <a:r>
              <a:rPr lang="en-GB" sz="1200" spc="-15" noProof="0" dirty="0">
                <a:latin typeface="+mn-lt"/>
                <a:cs typeface="Segoe UI"/>
              </a:rPr>
              <a:t>to</a:t>
            </a:r>
            <a:r>
              <a:rPr lang="en-GB" sz="1200" spc="-40" noProof="0" dirty="0">
                <a:latin typeface="+mn-lt"/>
                <a:cs typeface="Segoe UI"/>
              </a:rPr>
              <a:t> </a:t>
            </a:r>
            <a:r>
              <a:rPr lang="en-GB" sz="1200" spc="-25" noProof="0" dirty="0">
                <a:latin typeface="+mn-lt"/>
                <a:cs typeface="Segoe UI"/>
              </a:rPr>
              <a:t>administer</a:t>
            </a:r>
            <a:r>
              <a:rPr lang="en-GB" sz="1200" spc="-10" noProof="0" dirty="0">
                <a:latin typeface="+mn-lt"/>
                <a:cs typeface="Segoe UI"/>
              </a:rPr>
              <a:t> </a:t>
            </a:r>
            <a:r>
              <a:rPr lang="en-GB" sz="1200" spc="-20" noProof="0" dirty="0">
                <a:latin typeface="+mn-lt"/>
                <a:cs typeface="Segoe UI"/>
              </a:rPr>
              <a:t>subsystems.</a:t>
            </a:r>
          </a:p>
          <a:p>
            <a:pPr marL="12700" marR="104139">
              <a:lnSpc>
                <a:spcPct val="100000"/>
              </a:lnSpc>
              <a:spcBef>
                <a:spcPts val="600"/>
              </a:spcBef>
            </a:pPr>
            <a:r>
              <a:rPr lang="en-GB" sz="1200" spc="-15" noProof="0" dirty="0">
                <a:latin typeface="+mn-lt"/>
                <a:cs typeface="Segoe UI"/>
              </a:rPr>
              <a:t>Use</a:t>
            </a:r>
            <a:r>
              <a:rPr lang="en-GB" sz="1200" spc="-45" noProof="0" dirty="0">
                <a:latin typeface="+mn-lt"/>
                <a:cs typeface="Segoe UI"/>
              </a:rPr>
              <a:t> </a:t>
            </a:r>
            <a:r>
              <a:rPr lang="en-GB" sz="1200" spc="-20" noProof="0" dirty="0">
                <a:latin typeface="+mn-lt"/>
                <a:cs typeface="Segoe UI"/>
              </a:rPr>
              <a:t>these</a:t>
            </a:r>
            <a:r>
              <a:rPr lang="en-GB" sz="1200" spc="-50" noProof="0" dirty="0">
                <a:latin typeface="+mn-lt"/>
                <a:cs typeface="Segoe UI"/>
              </a:rPr>
              <a:t> </a:t>
            </a:r>
            <a:r>
              <a:rPr lang="en-GB" sz="1200" spc="-25" noProof="0" dirty="0">
                <a:latin typeface="+mn-lt"/>
                <a:cs typeface="Segoe UI"/>
              </a:rPr>
              <a:t>accounts</a:t>
            </a:r>
            <a:r>
              <a:rPr lang="en-GB" sz="1200" spc="-15" noProof="0" dirty="0">
                <a:latin typeface="+mn-lt"/>
                <a:cs typeface="Segoe UI"/>
              </a:rPr>
              <a:t> to</a:t>
            </a:r>
            <a:r>
              <a:rPr lang="en-GB" sz="1200" spc="-10" noProof="0" dirty="0">
                <a:latin typeface="+mn-lt"/>
                <a:cs typeface="Segoe UI"/>
              </a:rPr>
              <a:t> </a:t>
            </a:r>
            <a:r>
              <a:rPr lang="en-GB" sz="1200" spc="-15" noProof="0" dirty="0">
                <a:latin typeface="+mn-lt"/>
                <a:cs typeface="Segoe UI"/>
              </a:rPr>
              <a:t>ensure</a:t>
            </a:r>
            <a:r>
              <a:rPr lang="en-GB" sz="1200" spc="-75" noProof="0" dirty="0">
                <a:latin typeface="+mn-lt"/>
                <a:cs typeface="Segoe UI"/>
              </a:rPr>
              <a:t> </a:t>
            </a:r>
            <a:r>
              <a:rPr lang="en-GB" sz="1200" spc="-20" noProof="0" dirty="0">
                <a:latin typeface="+mn-lt"/>
                <a:cs typeface="Segoe UI"/>
              </a:rPr>
              <a:t>that file</a:t>
            </a:r>
            <a:r>
              <a:rPr lang="en-GB" sz="1200" spc="-60" noProof="0" dirty="0">
                <a:latin typeface="+mn-lt"/>
                <a:cs typeface="Segoe UI"/>
              </a:rPr>
              <a:t> </a:t>
            </a:r>
            <a:r>
              <a:rPr lang="en-GB" sz="1200" spc="-20" noProof="0" dirty="0">
                <a:latin typeface="+mn-lt"/>
                <a:cs typeface="Segoe UI"/>
              </a:rPr>
              <a:t>ownership</a:t>
            </a:r>
            <a:r>
              <a:rPr lang="en-GB" sz="1200" spc="-80" noProof="0" dirty="0">
                <a:latin typeface="+mn-lt"/>
                <a:cs typeface="Segoe UI"/>
              </a:rPr>
              <a:t> </a:t>
            </a:r>
            <a:r>
              <a:rPr lang="en-GB" sz="1200" spc="-15" noProof="0" dirty="0">
                <a:latin typeface="+mn-lt"/>
                <a:cs typeface="Segoe UI"/>
              </a:rPr>
              <a:t>and</a:t>
            </a:r>
            <a:r>
              <a:rPr lang="en-GB" sz="1200" spc="-30" noProof="0" dirty="0">
                <a:latin typeface="+mn-lt"/>
                <a:cs typeface="Segoe UI"/>
              </a:rPr>
              <a:t> </a:t>
            </a:r>
            <a:r>
              <a:rPr lang="en-GB" sz="1200" spc="-20" noProof="0" dirty="0">
                <a:latin typeface="+mn-lt"/>
                <a:cs typeface="Segoe UI"/>
              </a:rPr>
              <a:t>permissions</a:t>
            </a:r>
            <a:r>
              <a:rPr lang="en-GB" sz="1200" spc="-80" noProof="0" dirty="0">
                <a:latin typeface="+mn-lt"/>
                <a:cs typeface="Segoe UI"/>
              </a:rPr>
              <a:t> </a:t>
            </a:r>
            <a:r>
              <a:rPr lang="en-GB" sz="1200" spc="-15" noProof="0" dirty="0">
                <a:latin typeface="+mn-lt"/>
                <a:cs typeface="Segoe UI"/>
              </a:rPr>
              <a:t>are</a:t>
            </a:r>
            <a:r>
              <a:rPr lang="en-GB" sz="1200" spc="-35" noProof="0" dirty="0">
                <a:latin typeface="+mn-lt"/>
                <a:cs typeface="Segoe UI"/>
              </a:rPr>
              <a:t> </a:t>
            </a:r>
            <a:r>
              <a:rPr lang="en-GB" sz="1200" spc="-20" noProof="0" dirty="0">
                <a:latin typeface="+mn-lt"/>
                <a:cs typeface="Segoe UI"/>
              </a:rPr>
              <a:t>correct</a:t>
            </a:r>
            <a:r>
              <a:rPr lang="en-GB" sz="1200" spc="-40" noProof="0" dirty="0">
                <a:latin typeface="+mn-lt"/>
                <a:cs typeface="Segoe UI"/>
              </a:rPr>
              <a:t> </a:t>
            </a:r>
            <a:r>
              <a:rPr lang="en-GB" sz="1200" spc="-15" noProof="0" dirty="0">
                <a:latin typeface="+mn-lt"/>
                <a:cs typeface="Segoe UI"/>
              </a:rPr>
              <a:t>for</a:t>
            </a:r>
            <a:r>
              <a:rPr lang="en-GB" sz="1200" spc="-50"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subsystem.</a:t>
            </a:r>
            <a:endParaRPr lang="en-GB" sz="1200" noProof="0" dirty="0">
              <a:latin typeface="+mn-lt"/>
              <a:cs typeface="Segoe UI"/>
            </a:endParaRPr>
          </a:p>
          <a:p>
            <a:pPr marL="12700" marR="116839">
              <a:lnSpc>
                <a:spcPct val="100000"/>
              </a:lnSpc>
              <a:spcBef>
                <a:spcPts val="600"/>
              </a:spcBef>
            </a:pPr>
            <a:r>
              <a:rPr lang="en-GB" sz="1200" spc="-5" noProof="0" dirty="0">
                <a:latin typeface="+mn-lt"/>
                <a:cs typeface="Segoe UI"/>
              </a:rPr>
              <a:t>On </a:t>
            </a:r>
            <a:r>
              <a:rPr lang="en-GB" sz="1200" spc="-20" noProof="0" dirty="0">
                <a:latin typeface="+mn-lt"/>
                <a:cs typeface="Segoe UI"/>
              </a:rPr>
              <a:t>larger systems, </a:t>
            </a:r>
            <a:r>
              <a:rPr lang="en-GB" sz="1200" spc="-25" noProof="0" dirty="0">
                <a:latin typeface="+mn-lt"/>
                <a:cs typeface="Segoe UI"/>
              </a:rPr>
              <a:t>administration </a:t>
            </a:r>
            <a:r>
              <a:rPr lang="en-GB" sz="1200" spc="-20" noProof="0" dirty="0">
                <a:latin typeface="+mn-lt"/>
                <a:cs typeface="Segoe UI"/>
              </a:rPr>
              <a:t>may </a:t>
            </a:r>
            <a:r>
              <a:rPr lang="en-GB" sz="1200" spc="-10" noProof="0" dirty="0">
                <a:latin typeface="+mn-lt"/>
                <a:cs typeface="Segoe UI"/>
              </a:rPr>
              <a:t>be </a:t>
            </a:r>
            <a:r>
              <a:rPr lang="en-GB" sz="1200" spc="-15" noProof="0" dirty="0">
                <a:latin typeface="+mn-lt"/>
                <a:cs typeface="Segoe UI"/>
              </a:rPr>
              <a:t>done </a:t>
            </a:r>
            <a:r>
              <a:rPr lang="en-GB" sz="1200" spc="-10" noProof="0" dirty="0">
                <a:latin typeface="+mn-lt"/>
                <a:cs typeface="Segoe UI"/>
              </a:rPr>
              <a:t>by </a:t>
            </a:r>
            <a:r>
              <a:rPr lang="en-GB" sz="1200" spc="-20" noProof="0" dirty="0">
                <a:latin typeface="+mn-lt"/>
                <a:cs typeface="Segoe UI"/>
              </a:rPr>
              <a:t>several people. </a:t>
            </a:r>
            <a:r>
              <a:rPr lang="en-GB" sz="1200" spc="-15" noProof="0" dirty="0">
                <a:latin typeface="+mn-lt"/>
                <a:cs typeface="Segoe UI"/>
              </a:rPr>
              <a:t>It is </a:t>
            </a:r>
            <a:r>
              <a:rPr lang="en-GB" sz="1200" spc="-25" noProof="0" dirty="0">
                <a:latin typeface="+mn-lt"/>
                <a:cs typeface="Segoe UI"/>
              </a:rPr>
              <a:t>imperative </a:t>
            </a:r>
            <a:r>
              <a:rPr lang="en-GB" sz="1200" spc="-20" noProof="0" dirty="0">
                <a:latin typeface="+mn-lt"/>
                <a:cs typeface="Segoe UI"/>
              </a:rPr>
              <a:t>that </a:t>
            </a:r>
            <a:r>
              <a:rPr lang="en-GB" sz="1200" spc="-25" noProof="0" dirty="0">
                <a:latin typeface="+mn-lt"/>
                <a:cs typeface="Segoe UI"/>
              </a:rPr>
              <a:t>multiple </a:t>
            </a:r>
            <a:r>
              <a:rPr lang="en-GB" sz="1200" spc="-20" noProof="0" dirty="0">
                <a:latin typeface="+mn-lt"/>
                <a:cs typeface="Segoe UI"/>
              </a:rPr>
              <a:t>administrators</a:t>
            </a:r>
            <a:r>
              <a:rPr lang="en-GB" sz="1200" spc="-55" noProof="0" dirty="0">
                <a:latin typeface="+mn-lt"/>
                <a:cs typeface="Segoe UI"/>
              </a:rPr>
              <a:t> </a:t>
            </a:r>
            <a:r>
              <a:rPr lang="en-GB" sz="1200" spc="-20" noProof="0" dirty="0">
                <a:latin typeface="+mn-lt"/>
                <a:cs typeface="Segoe UI"/>
              </a:rPr>
              <a:t>co-ordinate</a:t>
            </a:r>
            <a:r>
              <a:rPr lang="en-GB" sz="1200" spc="-55" noProof="0" dirty="0">
                <a:latin typeface="+mn-lt"/>
                <a:cs typeface="Segoe UI"/>
              </a:rPr>
              <a:t> </a:t>
            </a:r>
            <a:r>
              <a:rPr lang="en-GB" sz="1200" spc="-20" noProof="0" dirty="0">
                <a:latin typeface="+mn-lt"/>
                <a:cs typeface="Segoe UI"/>
              </a:rPr>
              <a:t>their</a:t>
            </a:r>
            <a:r>
              <a:rPr lang="en-GB" sz="1200" spc="-45" noProof="0" dirty="0">
                <a:latin typeface="+mn-lt"/>
                <a:cs typeface="Segoe UI"/>
              </a:rPr>
              <a:t> </a:t>
            </a:r>
            <a:r>
              <a:rPr lang="en-GB" sz="1200" spc="-25" noProof="0" dirty="0">
                <a:latin typeface="+mn-lt"/>
                <a:cs typeface="Segoe UI"/>
              </a:rPr>
              <a:t>activities.</a:t>
            </a:r>
          </a:p>
          <a:p>
            <a:pPr marL="12700" marR="116839">
              <a:lnSpc>
                <a:spcPct val="100000"/>
              </a:lnSpc>
              <a:spcBef>
                <a:spcPts val="600"/>
              </a:spcBef>
            </a:pPr>
            <a:r>
              <a:rPr lang="en-GB" sz="1200" spc="-15" noProof="0" dirty="0">
                <a:latin typeface="+mn-lt"/>
                <a:cs typeface="Segoe UI"/>
              </a:rPr>
              <a:t>It</a:t>
            </a:r>
            <a:r>
              <a:rPr lang="en-GB" sz="1200" spc="-35"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spc="-20" noProof="0" dirty="0">
                <a:latin typeface="+mn-lt"/>
                <a:cs typeface="Segoe UI"/>
              </a:rPr>
              <a:t>possible</a:t>
            </a:r>
            <a:r>
              <a:rPr lang="en-GB" sz="1200" spc="-55"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spc="-10" noProof="0" dirty="0">
                <a:latin typeface="+mn-lt"/>
                <a:cs typeface="Segoe UI"/>
              </a:rPr>
              <a:t>one</a:t>
            </a:r>
            <a:r>
              <a:rPr lang="en-GB" sz="1200" spc="-55" noProof="0" dirty="0">
                <a:latin typeface="+mn-lt"/>
                <a:cs typeface="Segoe UI"/>
              </a:rPr>
              <a:t> </a:t>
            </a:r>
            <a:r>
              <a:rPr lang="en-GB" sz="1200" spc="-15" noProof="0" dirty="0">
                <a:latin typeface="+mn-lt"/>
                <a:cs typeface="Segoe UI"/>
              </a:rPr>
              <a:t>person</a:t>
            </a:r>
            <a:r>
              <a:rPr lang="en-GB" sz="1200" spc="-75"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15" noProof="0" dirty="0">
                <a:latin typeface="+mn-lt"/>
                <a:cs typeface="Segoe UI"/>
              </a:rPr>
              <a:t>undo</a:t>
            </a:r>
            <a:r>
              <a:rPr lang="en-GB" sz="1200" spc="-45" noProof="0" dirty="0">
                <a:latin typeface="+mn-lt"/>
                <a:cs typeface="Segoe UI"/>
              </a:rPr>
              <a:t> </a:t>
            </a:r>
            <a:r>
              <a:rPr lang="en-GB" sz="1200" spc="-10" noProof="0" dirty="0">
                <a:latin typeface="+mn-lt"/>
                <a:cs typeface="Segoe UI"/>
              </a:rPr>
              <a:t>or</a:t>
            </a:r>
            <a:r>
              <a:rPr lang="en-GB" sz="1200" spc="-45" noProof="0" dirty="0">
                <a:latin typeface="+mn-lt"/>
                <a:cs typeface="Segoe UI"/>
              </a:rPr>
              <a:t> even </a:t>
            </a:r>
            <a:r>
              <a:rPr lang="en-GB" sz="1200" spc="-15" noProof="0" dirty="0">
                <a:latin typeface="+mn-lt"/>
                <a:cs typeface="Segoe UI"/>
              </a:rPr>
              <a:t>corrupt</a:t>
            </a:r>
            <a:r>
              <a:rPr lang="en-GB" sz="1200" spc="-85" noProof="0" dirty="0">
                <a:latin typeface="+mn-lt"/>
                <a:cs typeface="Segoe UI"/>
              </a:rPr>
              <a:t> </a:t>
            </a:r>
            <a:r>
              <a:rPr lang="en-GB" sz="1200" spc="-15" noProof="0" dirty="0">
                <a:latin typeface="+mn-lt"/>
                <a:cs typeface="Segoe UI"/>
              </a:rPr>
              <a:t>work</a:t>
            </a:r>
            <a:r>
              <a:rPr lang="en-GB" sz="1200" spc="-30" noProof="0" dirty="0">
                <a:latin typeface="+mn-lt"/>
                <a:cs typeface="Segoe UI"/>
              </a:rPr>
              <a:t> </a:t>
            </a:r>
            <a:r>
              <a:rPr lang="en-GB" sz="1200" spc="-15" noProof="0" dirty="0">
                <a:latin typeface="+mn-lt"/>
                <a:cs typeface="Segoe UI"/>
              </a:rPr>
              <a:t>done</a:t>
            </a:r>
            <a:r>
              <a:rPr lang="en-GB" sz="1200" spc="-85" noProof="0" dirty="0">
                <a:latin typeface="+mn-lt"/>
                <a:cs typeface="Segoe UI"/>
              </a:rPr>
              <a:t> </a:t>
            </a:r>
            <a:r>
              <a:rPr lang="en-GB" sz="1200" spc="-10" noProof="0" dirty="0">
                <a:latin typeface="+mn-lt"/>
                <a:cs typeface="Segoe UI"/>
              </a:rPr>
              <a:t>by </a:t>
            </a:r>
            <a:r>
              <a:rPr lang="en-GB" sz="1200" spc="-20" noProof="0" dirty="0">
                <a:latin typeface="+mn-lt"/>
                <a:cs typeface="Segoe UI"/>
              </a:rPr>
              <a:t>another.</a:t>
            </a:r>
            <a:endParaRPr lang="en-GB" sz="1200" noProof="0" dirty="0">
              <a:latin typeface="+mn-lt"/>
              <a:cs typeface="Segoe UI"/>
            </a:endParaRPr>
          </a:p>
          <a:p>
            <a:endParaRPr lang="en-GB" noProof="0"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4</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4563907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US" sz="1200" spc="-15" noProof="0" dirty="0">
                <a:latin typeface="+mn-lt"/>
                <a:cs typeface="Segoe UI"/>
              </a:rPr>
              <a:t>The life of an administrator is one continuous and never-ending learning curve.</a:t>
            </a:r>
          </a:p>
          <a:p>
            <a:pPr marL="12700">
              <a:lnSpc>
                <a:spcPct val="100000"/>
              </a:lnSpc>
              <a:spcBef>
                <a:spcPts val="105"/>
              </a:spcBef>
            </a:pPr>
            <a:r>
              <a:rPr lang="en-US" sz="1200" spc="-15" noProof="0" dirty="0">
                <a:latin typeface="+mn-lt"/>
                <a:cs typeface="Segoe UI"/>
              </a:rPr>
              <a:t>"Know your system" is the main motto. Before any task can be performed, you must know who wants it, why, what conditions will be used, etc.</a:t>
            </a:r>
            <a:endParaRPr lang="en-US" spc="-15" dirty="0">
              <a:cs typeface="Segoe UI"/>
            </a:endParaRPr>
          </a:p>
          <a:p>
            <a:pPr marL="12700">
              <a:lnSpc>
                <a:spcPct val="100000"/>
              </a:lnSpc>
              <a:spcBef>
                <a:spcPts val="105"/>
              </a:spcBef>
            </a:pPr>
            <a:r>
              <a:rPr lang="en-US" sz="1200" spc="-15" noProof="0" dirty="0">
                <a:latin typeface="+mn-lt"/>
                <a:cs typeface="Segoe UI"/>
              </a:rPr>
              <a:t>What is good for you may not be good for other users</a:t>
            </a:r>
            <a:r>
              <a:rPr lang="en-US" spc="-15" dirty="0">
                <a:cs typeface="Segoe UI"/>
              </a:rPr>
              <a:t> </a:t>
            </a:r>
            <a:r>
              <a:rPr lang="en-US" sz="1200" spc="-15" noProof="0" dirty="0">
                <a:latin typeface="+mn-lt"/>
                <a:cs typeface="Segoe UI"/>
              </a:rPr>
              <a:t>and ultimately may not be appropriate for the needs of your company. </a:t>
            </a:r>
          </a:p>
          <a:p>
            <a:pPr marL="12700">
              <a:lnSpc>
                <a:spcPct val="100000"/>
              </a:lnSpc>
              <a:spcBef>
                <a:spcPts val="105"/>
              </a:spcBef>
            </a:pPr>
            <a:r>
              <a:rPr lang="en-US" sz="1200" spc="-15" noProof="0" dirty="0">
                <a:latin typeface="+mn-lt"/>
                <a:cs typeface="Segoe UI"/>
              </a:rPr>
              <a:t>Investigating available resources, needs and expectations are as much part of your life as typing commands.</a:t>
            </a:r>
          </a:p>
          <a:p>
            <a:pPr marL="12700">
              <a:lnSpc>
                <a:spcPct val="100000"/>
              </a:lnSpc>
              <a:spcBef>
                <a:spcPts val="105"/>
              </a:spcBef>
            </a:pPr>
            <a:r>
              <a:rPr lang="en-US" sz="1200" spc="-15" noProof="0" dirty="0">
                <a:latin typeface="+mn-lt"/>
                <a:cs typeface="Segoe UI"/>
              </a:rPr>
              <a:t>Monitoring of your system is a must. This allows to anticipate problems, intercept difficulties or break-downs before they occur, but also to produce a viable and sensible set of statistics when you need to issue a purchase order.</a:t>
            </a:r>
          </a:p>
          <a:p>
            <a:pPr marL="12700">
              <a:lnSpc>
                <a:spcPct val="100000"/>
              </a:lnSpc>
              <a:spcBef>
                <a:spcPts val="105"/>
              </a:spcBef>
            </a:pPr>
            <a:r>
              <a:rPr lang="en-US" sz="1200" spc="-15" noProof="0" dirty="0">
                <a:latin typeface="+mn-lt"/>
                <a:cs typeface="Segoe UI"/>
              </a:rPr>
              <a:t>A good system administrator will maintain their technical knowledge of the market, to be aware of the developments, new techniques, etc.</a:t>
            </a:r>
            <a:endParaRPr lang="en-GB" noProof="0"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5</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9297363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US" sz="1200" spc="-15" noProof="0" dirty="0">
                <a:latin typeface="+mn-lt"/>
                <a:cs typeface="Segoe UI"/>
              </a:rPr>
              <a:t>The layout of the file system is very elegant. As complex as it may appear, you can usually find all necessary information relatively easy.</a:t>
            </a:r>
          </a:p>
          <a:p>
            <a:pPr marL="12700">
              <a:lnSpc>
                <a:spcPct val="100000"/>
              </a:lnSpc>
              <a:spcBef>
                <a:spcPts val="105"/>
              </a:spcBef>
            </a:pPr>
            <a:r>
              <a:rPr lang="en-US" sz="1200" spc="-15" noProof="0" dirty="0">
                <a:latin typeface="+mn-lt"/>
                <a:cs typeface="Segoe UI"/>
              </a:rPr>
              <a:t>From the administrator's perspective, the two main directory structures that are of interest are /etc and /var. </a:t>
            </a:r>
          </a:p>
          <a:p>
            <a:pPr marL="12700">
              <a:lnSpc>
                <a:spcPct val="100000"/>
              </a:lnSpc>
              <a:spcBef>
                <a:spcPts val="105"/>
              </a:spcBef>
            </a:pPr>
            <a:r>
              <a:rPr lang="en-US" sz="1200" spc="-15" noProof="0" dirty="0">
                <a:latin typeface="+mn-lt"/>
                <a:cs typeface="Segoe UI"/>
              </a:rPr>
              <a:t>The /etc contains all configuration files.</a:t>
            </a:r>
          </a:p>
          <a:p>
            <a:pPr marL="12700">
              <a:lnSpc>
                <a:spcPct val="100000"/>
              </a:lnSpc>
              <a:spcBef>
                <a:spcPts val="105"/>
              </a:spcBef>
            </a:pPr>
            <a:r>
              <a:rPr lang="en-US" sz="1200" spc="-15" noProof="0" dirty="0">
                <a:latin typeface="+mn-lt"/>
                <a:cs typeface="Segoe UI"/>
              </a:rPr>
              <a:t>The purpose of these files can be identified by referring to manual pages of the relevant administrative command, but very frequently, administrator will just browse through the structure, pick up on a file, look inside it. Exploring the /etc directory structure can be a very revealing experience.</a:t>
            </a:r>
          </a:p>
          <a:p>
            <a:pPr marL="12700">
              <a:lnSpc>
                <a:spcPct val="100000"/>
              </a:lnSpc>
              <a:spcBef>
                <a:spcPts val="105"/>
              </a:spcBef>
            </a:pPr>
            <a:r>
              <a:rPr lang="en-US" sz="1200" spc="-15" noProof="0" dirty="0">
                <a:latin typeface="+mn-lt"/>
                <a:cs typeface="Segoe UI"/>
              </a:rPr>
              <a:t>The /var directory branch stores all system generated messages, requests, spool files and logs.</a:t>
            </a:r>
          </a:p>
          <a:p>
            <a:pPr marL="12700">
              <a:lnSpc>
                <a:spcPct val="100000"/>
              </a:lnSpc>
              <a:spcBef>
                <a:spcPts val="105"/>
              </a:spcBef>
            </a:pPr>
            <a:r>
              <a:rPr lang="en-US" sz="1200" spc="-15" noProof="0" dirty="0">
                <a:latin typeface="+mn-lt"/>
                <a:cs typeface="Segoe UI"/>
              </a:rPr>
              <a:t>The /var directory is normally installed as a separate file system. Many files under /var (mostly log files) are added to continuously and may grow out of control. Good system administrator will identify these files and trim them regularly. Removing log files unconditionally is not recommended, as they contain useful information for system debugging and monitoring.</a:t>
            </a:r>
          </a:p>
          <a:p>
            <a:pPr marL="12700">
              <a:lnSpc>
                <a:spcPct val="100000"/>
              </a:lnSpc>
              <a:spcBef>
                <a:spcPts val="105"/>
              </a:spcBef>
            </a:pPr>
            <a:endParaRPr lang="en-US" sz="1200" spc="-15"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6</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424332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altLang="en-US" dirty="0">
                <a:latin typeface="+mn-lt"/>
              </a:rPr>
              <a:t>The simple case study above follows typical approach in identifying what is involved in handling the task in hand. </a:t>
            </a:r>
          </a:p>
          <a:p>
            <a:pPr>
              <a:lnSpc>
                <a:spcPct val="90000"/>
              </a:lnSpc>
            </a:pPr>
            <a:r>
              <a:rPr lang="en-US" altLang="en-US" dirty="0">
                <a:latin typeface="+mn-lt"/>
              </a:rPr>
              <a:t>Having identified primary commands for the task, we would normally read man pages, to familiarize ourselves with the files involved, any defaults provided.</a:t>
            </a:r>
          </a:p>
          <a:p>
            <a:pPr>
              <a:lnSpc>
                <a:spcPct val="90000"/>
              </a:lnSpc>
            </a:pPr>
            <a:r>
              <a:rPr lang="en-US" altLang="en-US" dirty="0">
                <a:latin typeface="+mn-lt"/>
              </a:rPr>
              <a:t>It is important to look at the syntax before you attempt running the command. Many field values for the configuration files are predictable, and as such may have a default provided. </a:t>
            </a:r>
          </a:p>
          <a:p>
            <a:pPr>
              <a:lnSpc>
                <a:spcPct val="90000"/>
              </a:lnSpc>
            </a:pPr>
            <a:r>
              <a:rPr lang="en-US" altLang="en-US" dirty="0">
                <a:latin typeface="+mn-lt"/>
              </a:rPr>
              <a:t>For example, when adding new user with </a:t>
            </a:r>
            <a:r>
              <a:rPr lang="en-US" altLang="en-US" b="1" dirty="0">
                <a:latin typeface="+mn-lt"/>
              </a:rPr>
              <a:t>useradd</a:t>
            </a:r>
            <a:r>
              <a:rPr lang="en-US" altLang="en-US" dirty="0">
                <a:latin typeface="+mn-lt"/>
              </a:rPr>
              <a:t> command, you can use the </a:t>
            </a:r>
            <a:r>
              <a:rPr lang="en-US" altLang="en-US" b="1" dirty="0">
                <a:latin typeface="+mn-lt"/>
              </a:rPr>
              <a:t>-d dir</a:t>
            </a:r>
            <a:r>
              <a:rPr lang="en-US" altLang="en-US" dirty="0">
                <a:latin typeface="+mn-lt"/>
              </a:rPr>
              <a:t> option to allocate user's home directory. Most of the time home directories are under </a:t>
            </a:r>
            <a:r>
              <a:rPr lang="en-US" altLang="en-US" b="1" dirty="0">
                <a:latin typeface="+mn-lt"/>
              </a:rPr>
              <a:t>/home</a:t>
            </a:r>
            <a:r>
              <a:rPr lang="en-US" altLang="en-US" dirty="0">
                <a:latin typeface="+mn-lt"/>
              </a:rPr>
              <a:t>, therefore if you omit the option the </a:t>
            </a:r>
            <a:r>
              <a:rPr lang="en-US" altLang="en-US" b="1" dirty="0">
                <a:latin typeface="+mn-lt"/>
              </a:rPr>
              <a:t>/home</a:t>
            </a:r>
            <a:r>
              <a:rPr lang="en-US" altLang="en-US" dirty="0">
                <a:latin typeface="+mn-lt"/>
              </a:rPr>
              <a:t> will be created by default.</a:t>
            </a:r>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7</a:t>
            </a:fld>
            <a:endParaRPr lang="en-GB" dirty="0"/>
          </a:p>
        </p:txBody>
      </p:sp>
    </p:spTree>
    <p:extLst>
      <p:ext uri="{BB962C8B-B14F-4D97-AF65-F5344CB8AC3E}">
        <p14:creationId xmlns:p14="http://schemas.microsoft.com/office/powerpoint/2010/main" val="20734229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8</a:t>
            </a:fld>
            <a:endParaRPr lang="en-GB" dirty="0"/>
          </a:p>
        </p:txBody>
      </p:sp>
    </p:spTree>
    <p:extLst>
      <p:ext uri="{BB962C8B-B14F-4D97-AF65-F5344CB8AC3E}">
        <p14:creationId xmlns:p14="http://schemas.microsoft.com/office/powerpoint/2010/main" val="7177730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15" noProof="0" dirty="0">
                <a:latin typeface="+mn-lt"/>
                <a:cs typeface="Segoe UI"/>
              </a:rPr>
              <a:t>The</a:t>
            </a:r>
            <a:r>
              <a:rPr lang="en-GB" sz="1200" spc="-80" noProof="0" dirty="0">
                <a:latin typeface="+mn-lt"/>
                <a:cs typeface="Segoe UI"/>
              </a:rPr>
              <a:t> </a:t>
            </a:r>
            <a:r>
              <a:rPr lang="en-GB" sz="1200" spc="-10" noProof="0" dirty="0">
                <a:latin typeface="+mn-lt"/>
                <a:cs typeface="Segoe UI"/>
              </a:rPr>
              <a:t>su</a:t>
            </a:r>
            <a:r>
              <a:rPr lang="en-GB" sz="1200" spc="-50"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15" noProof="0" dirty="0">
                <a:latin typeface="+mn-lt"/>
                <a:cs typeface="Segoe UI"/>
              </a:rPr>
              <a:t>is</a:t>
            </a:r>
            <a:r>
              <a:rPr lang="en-GB" sz="1200" spc="-20" noProof="0" dirty="0">
                <a:latin typeface="+mn-lt"/>
                <a:cs typeface="Segoe UI"/>
              </a:rPr>
              <a:t> </a:t>
            </a:r>
            <a:r>
              <a:rPr lang="en-GB" sz="1200" spc="-15" noProof="0" dirty="0">
                <a:latin typeface="+mn-lt"/>
                <a:cs typeface="Segoe UI"/>
              </a:rPr>
              <a:t>used</a:t>
            </a:r>
            <a:r>
              <a:rPr lang="en-GB" sz="1200" spc="-75" noProof="0" dirty="0">
                <a:latin typeface="+mn-lt"/>
                <a:cs typeface="Segoe UI"/>
              </a:rPr>
              <a:t> </a:t>
            </a:r>
            <a:r>
              <a:rPr lang="en-GB" sz="1200" spc="-10" noProof="0" dirty="0">
                <a:latin typeface="+mn-lt"/>
                <a:cs typeface="Segoe UI"/>
              </a:rPr>
              <a:t>by</a:t>
            </a:r>
            <a:r>
              <a:rPr lang="en-GB" sz="1200" spc="-40" noProof="0" dirty="0">
                <a:latin typeface="+mn-lt"/>
                <a:cs typeface="Segoe UI"/>
              </a:rPr>
              <a:t> </a:t>
            </a:r>
            <a:r>
              <a:rPr lang="en-GB" sz="1200" spc="-15" noProof="0" dirty="0">
                <a:latin typeface="+mn-lt"/>
                <a:cs typeface="Segoe UI"/>
              </a:rPr>
              <a:t>the</a:t>
            </a:r>
            <a:r>
              <a:rPr lang="en-GB" sz="1200" spc="-25" noProof="0" dirty="0">
                <a:latin typeface="+mn-lt"/>
                <a:cs typeface="Segoe UI"/>
              </a:rPr>
              <a:t> </a:t>
            </a:r>
            <a:r>
              <a:rPr lang="en-GB" sz="1200" spc="-20" noProof="0" dirty="0">
                <a:latin typeface="+mn-lt"/>
                <a:cs typeface="Segoe UI"/>
              </a:rPr>
              <a:t>system</a:t>
            </a:r>
            <a:r>
              <a:rPr lang="en-GB" sz="1200" spc="-35" noProof="0" dirty="0">
                <a:latin typeface="+mn-lt"/>
                <a:cs typeface="Segoe UI"/>
              </a:rPr>
              <a:t> </a:t>
            </a:r>
            <a:r>
              <a:rPr lang="en-GB" sz="1200" spc="-25" noProof="0" dirty="0">
                <a:latin typeface="+mn-lt"/>
                <a:cs typeface="Segoe UI"/>
              </a:rPr>
              <a:t>administrator</a:t>
            </a:r>
            <a:r>
              <a:rPr lang="en-GB" sz="1200" spc="-15" noProof="0" dirty="0">
                <a:latin typeface="+mn-lt"/>
                <a:cs typeface="Segoe UI"/>
              </a:rPr>
              <a:t> to</a:t>
            </a:r>
            <a:r>
              <a:rPr lang="en-GB" sz="1200" spc="-45" noProof="0" dirty="0">
                <a:latin typeface="+mn-lt"/>
                <a:cs typeface="Segoe UI"/>
              </a:rPr>
              <a:t> </a:t>
            </a:r>
            <a:r>
              <a:rPr lang="en-GB" sz="1200" spc="-20" noProof="0" dirty="0">
                <a:latin typeface="+mn-lt"/>
                <a:cs typeface="Segoe UI"/>
              </a:rPr>
              <a:t>become</a:t>
            </a:r>
            <a:r>
              <a:rPr lang="en-GB" sz="1200" spc="-30" noProof="0" dirty="0">
                <a:latin typeface="+mn-lt"/>
                <a:cs typeface="Segoe UI"/>
              </a:rPr>
              <a:t> </a:t>
            </a:r>
            <a:r>
              <a:rPr lang="en-GB" sz="1200" spc="-20" noProof="0" dirty="0">
                <a:latin typeface="+mn-lt"/>
                <a:cs typeface="Segoe UI"/>
              </a:rPr>
              <a:t>another</a:t>
            </a:r>
            <a:r>
              <a:rPr lang="en-GB" sz="1200" spc="-40" noProof="0" dirty="0">
                <a:latin typeface="+mn-lt"/>
                <a:cs typeface="Segoe UI"/>
              </a:rPr>
              <a:t> </a:t>
            </a:r>
            <a:r>
              <a:rPr lang="en-GB" sz="1200" spc="-15" noProof="0" dirty="0">
                <a:latin typeface="+mn-lt"/>
                <a:cs typeface="Segoe UI"/>
              </a:rPr>
              <a:t>user</a:t>
            </a:r>
            <a:r>
              <a:rPr lang="en-GB" sz="1200" spc="-45" noProof="0" dirty="0">
                <a:latin typeface="+mn-lt"/>
                <a:cs typeface="Segoe UI"/>
              </a:rPr>
              <a:t> </a:t>
            </a:r>
            <a:r>
              <a:rPr lang="en-GB" sz="1200" spc="-20" noProof="0" dirty="0">
                <a:latin typeface="+mn-lt"/>
                <a:cs typeface="Segoe UI"/>
              </a:rPr>
              <a:t>temporarily</a:t>
            </a:r>
            <a:r>
              <a:rPr lang="en-GB" sz="1200" spc="-65" noProof="0" dirty="0">
                <a:latin typeface="+mn-lt"/>
                <a:cs typeface="Segoe UI"/>
              </a:rPr>
              <a:t> </a:t>
            </a:r>
            <a:r>
              <a:rPr lang="en-GB" sz="1200" noProof="0" dirty="0">
                <a:latin typeface="+mn-lt"/>
                <a:cs typeface="Segoe UI"/>
              </a:rPr>
              <a:t>.</a:t>
            </a:r>
          </a:p>
          <a:p>
            <a:pPr marL="12700">
              <a:lnSpc>
                <a:spcPct val="100000"/>
              </a:lnSpc>
              <a:spcBef>
                <a:spcPts val="105"/>
              </a:spcBef>
            </a:pPr>
            <a:r>
              <a:rPr lang="en-GB" sz="1200" spc="5" noProof="0" dirty="0">
                <a:latin typeface="+mn-lt"/>
                <a:cs typeface="Segoe UI"/>
              </a:rPr>
              <a:t>A</a:t>
            </a:r>
            <a:r>
              <a:rPr lang="en-GB" sz="1200" spc="-35" noProof="0" dirty="0">
                <a:latin typeface="+mn-lt"/>
                <a:cs typeface="Segoe UI"/>
              </a:rPr>
              <a:t> </a:t>
            </a:r>
            <a:r>
              <a:rPr lang="en-GB" sz="1200" spc="-15" noProof="0" dirty="0">
                <a:latin typeface="+mn-lt"/>
                <a:cs typeface="Segoe UI"/>
              </a:rPr>
              <a:t>new</a:t>
            </a:r>
            <a:r>
              <a:rPr lang="en-GB" sz="1200" spc="-60" noProof="0" dirty="0">
                <a:latin typeface="+mn-lt"/>
                <a:cs typeface="Segoe UI"/>
              </a:rPr>
              <a:t> </a:t>
            </a:r>
            <a:r>
              <a:rPr lang="en-GB" sz="1200" spc="-20" noProof="0" dirty="0">
                <a:latin typeface="+mn-lt"/>
                <a:cs typeface="Segoe UI"/>
              </a:rPr>
              <a:t>shell</a:t>
            </a:r>
            <a:r>
              <a:rPr lang="en-GB" sz="1200" spc="-35" noProof="0" dirty="0">
                <a:latin typeface="+mn-lt"/>
                <a:cs typeface="Segoe UI"/>
              </a:rPr>
              <a:t> </a:t>
            </a:r>
            <a:r>
              <a:rPr lang="en-GB" sz="1200" spc="-15" noProof="0" dirty="0">
                <a:latin typeface="+mn-lt"/>
                <a:cs typeface="Segoe UI"/>
              </a:rPr>
              <a:t>is </a:t>
            </a:r>
            <a:r>
              <a:rPr lang="en-GB" sz="1200" spc="-20" noProof="0" dirty="0">
                <a:latin typeface="+mn-lt"/>
                <a:cs typeface="Segoe UI"/>
              </a:rPr>
              <a:t>invoked</a:t>
            </a:r>
            <a:r>
              <a:rPr lang="en-GB" sz="1200" spc="-80" noProof="0" dirty="0">
                <a:latin typeface="+mn-lt"/>
                <a:cs typeface="Segoe UI"/>
              </a:rPr>
              <a:t> </a:t>
            </a:r>
            <a:r>
              <a:rPr lang="en-GB" sz="1200" spc="-25" noProof="0" dirty="0">
                <a:latin typeface="+mn-lt"/>
                <a:cs typeface="Segoe UI"/>
              </a:rPr>
              <a:t>with</a:t>
            </a:r>
            <a:r>
              <a:rPr lang="en-GB" sz="1200" spc="-50" noProof="0" dirty="0">
                <a:latin typeface="+mn-lt"/>
                <a:cs typeface="Segoe UI"/>
              </a:rPr>
              <a:t> </a:t>
            </a:r>
            <a:r>
              <a:rPr lang="en-GB" sz="1200" spc="-20" noProof="0" dirty="0">
                <a:latin typeface="+mn-lt"/>
                <a:cs typeface="Segoe UI"/>
              </a:rPr>
              <a:t>the</a:t>
            </a:r>
            <a:r>
              <a:rPr lang="en-GB" sz="1200" spc="-30" noProof="0" dirty="0">
                <a:latin typeface="+mn-lt"/>
                <a:cs typeface="Segoe UI"/>
              </a:rPr>
              <a:t> </a:t>
            </a:r>
            <a:r>
              <a:rPr lang="en-GB" sz="1200" spc="-15" noProof="0" dirty="0">
                <a:latin typeface="+mn-lt"/>
                <a:cs typeface="Segoe UI"/>
              </a:rPr>
              <a:t>user</a:t>
            </a:r>
            <a:r>
              <a:rPr lang="en-GB" sz="1200" spc="-45"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15" noProof="0" dirty="0">
                <a:latin typeface="+mn-lt"/>
                <a:cs typeface="Segoe UI"/>
              </a:rPr>
              <a:t>group</a:t>
            </a:r>
            <a:r>
              <a:rPr lang="en-GB" sz="1200" spc="-75" noProof="0" dirty="0">
                <a:latin typeface="+mn-lt"/>
                <a:cs typeface="Segoe UI"/>
              </a:rPr>
              <a:t> </a:t>
            </a:r>
            <a:r>
              <a:rPr lang="en-GB" sz="1200" spc="-15" noProof="0" dirty="0">
                <a:latin typeface="+mn-lt"/>
                <a:cs typeface="Segoe UI"/>
              </a:rPr>
              <a:t>ids</a:t>
            </a:r>
            <a:r>
              <a:rPr lang="en-GB" sz="1200" spc="-50"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20" noProof="0" dirty="0">
                <a:latin typeface="+mn-lt"/>
                <a:cs typeface="Segoe UI"/>
              </a:rPr>
              <a:t>the</a:t>
            </a:r>
            <a:r>
              <a:rPr lang="en-GB" sz="1200" spc="-60" noProof="0" dirty="0">
                <a:latin typeface="+mn-lt"/>
                <a:cs typeface="Segoe UI"/>
              </a:rPr>
              <a:t> </a:t>
            </a:r>
            <a:r>
              <a:rPr lang="en-GB" sz="1200" spc="-20" noProof="0" dirty="0">
                <a:latin typeface="+mn-lt"/>
                <a:cs typeface="Segoe UI"/>
              </a:rPr>
              <a:t>specified</a:t>
            </a:r>
            <a:r>
              <a:rPr lang="en-GB" sz="1200" spc="-25" noProof="0" dirty="0">
                <a:latin typeface="+mn-lt"/>
                <a:cs typeface="Segoe UI"/>
              </a:rPr>
              <a:t> </a:t>
            </a:r>
            <a:r>
              <a:rPr lang="en-GB" sz="1200" spc="-20" noProof="0" dirty="0">
                <a:latin typeface="+mn-lt"/>
                <a:cs typeface="Segoe UI"/>
              </a:rPr>
              <a:t>login</a:t>
            </a:r>
            <a:r>
              <a:rPr lang="en-GB" sz="1200" spc="-50" noProof="0" dirty="0">
                <a:latin typeface="+mn-lt"/>
                <a:cs typeface="Segoe UI"/>
              </a:rPr>
              <a:t> </a:t>
            </a:r>
            <a:r>
              <a:rPr lang="en-GB" sz="1200" spc="-20" noProof="0" dirty="0">
                <a:latin typeface="+mn-lt"/>
                <a:cs typeface="Segoe UI"/>
              </a:rPr>
              <a:t>name.</a:t>
            </a:r>
            <a:endParaRPr lang="en-GB" sz="1200" noProof="0" dirty="0">
              <a:latin typeface="+mn-lt"/>
              <a:cs typeface="Segoe UI"/>
            </a:endParaRPr>
          </a:p>
          <a:p>
            <a:pPr marL="12700" marR="77470">
              <a:lnSpc>
                <a:spcPct val="100000"/>
              </a:lnSpc>
              <a:spcBef>
                <a:spcPts val="600"/>
              </a:spcBef>
            </a:pPr>
            <a:r>
              <a:rPr lang="en-GB" sz="1200" spc="-15" noProof="0" dirty="0">
                <a:latin typeface="+mn-lt"/>
                <a:cs typeface="Segoe UI"/>
              </a:rPr>
              <a:t>If the </a:t>
            </a:r>
            <a:r>
              <a:rPr lang="en-GB" sz="1200" noProof="0" dirty="0">
                <a:latin typeface="+mn-lt"/>
                <a:cs typeface="Segoe UI"/>
              </a:rPr>
              <a:t>- </a:t>
            </a:r>
            <a:r>
              <a:rPr lang="en-GB" sz="1200" spc="-20" noProof="0" dirty="0">
                <a:latin typeface="+mn-lt"/>
                <a:cs typeface="Segoe UI"/>
              </a:rPr>
              <a:t>argument </a:t>
            </a:r>
            <a:r>
              <a:rPr lang="en-GB" sz="1200" spc="-15" noProof="0" dirty="0">
                <a:latin typeface="+mn-lt"/>
                <a:cs typeface="Segoe UI"/>
              </a:rPr>
              <a:t>is </a:t>
            </a:r>
            <a:r>
              <a:rPr lang="en-GB" sz="1200" spc="-20" noProof="0" dirty="0">
                <a:latin typeface="+mn-lt"/>
                <a:cs typeface="Segoe UI"/>
              </a:rPr>
              <a:t>given, </a:t>
            </a:r>
            <a:r>
              <a:rPr lang="en-GB" sz="1200" spc="-15" noProof="0" dirty="0">
                <a:latin typeface="+mn-lt"/>
                <a:cs typeface="Segoe UI"/>
              </a:rPr>
              <a:t>the </a:t>
            </a:r>
            <a:r>
              <a:rPr lang="en-GB" sz="1200" spc="-20" noProof="0" dirty="0">
                <a:latin typeface="+mn-lt"/>
                <a:cs typeface="Segoe UI"/>
              </a:rPr>
              <a:t>shell </a:t>
            </a:r>
            <a:r>
              <a:rPr lang="en-GB" sz="1200" spc="-25" noProof="0" dirty="0">
                <a:latin typeface="+mn-lt"/>
                <a:cs typeface="Segoe UI"/>
              </a:rPr>
              <a:t>executes </a:t>
            </a:r>
            <a:r>
              <a:rPr lang="en-GB" sz="1200" spc="-15" noProof="0" dirty="0">
                <a:latin typeface="+mn-lt"/>
                <a:cs typeface="Segoe UI"/>
              </a:rPr>
              <a:t>the </a:t>
            </a:r>
            <a:r>
              <a:rPr lang="en-GB" sz="1200" spc="-20" noProof="0" dirty="0">
                <a:latin typeface="+mn-lt"/>
                <a:cs typeface="Segoe UI"/>
              </a:rPr>
              <a:t>login profiles </a:t>
            </a:r>
            <a:r>
              <a:rPr lang="en-GB" sz="1200" spc="-15" noProof="0" dirty="0">
                <a:latin typeface="+mn-lt"/>
                <a:cs typeface="Segoe UI"/>
              </a:rPr>
              <a:t>to set </a:t>
            </a:r>
            <a:r>
              <a:rPr lang="en-GB" sz="1200" spc="-10" noProof="0" dirty="0">
                <a:latin typeface="+mn-lt"/>
                <a:cs typeface="Segoe UI"/>
              </a:rPr>
              <a:t>up </a:t>
            </a:r>
            <a:r>
              <a:rPr lang="en-GB" sz="1200" spc="-15" noProof="0" dirty="0">
                <a:latin typeface="+mn-lt"/>
                <a:cs typeface="Segoe UI"/>
              </a:rPr>
              <a:t>the </a:t>
            </a:r>
            <a:r>
              <a:rPr lang="en-GB" sz="1200" spc="-20" noProof="0" dirty="0">
                <a:latin typeface="+mn-lt"/>
                <a:cs typeface="Segoe UI"/>
              </a:rPr>
              <a:t>environment </a:t>
            </a:r>
            <a:r>
              <a:rPr lang="en-GB" sz="1200" spc="-15" noProof="0" dirty="0">
                <a:latin typeface="+mn-lt"/>
                <a:cs typeface="Segoe UI"/>
              </a:rPr>
              <a:t>as though the new</a:t>
            </a:r>
            <a:r>
              <a:rPr lang="en-GB" sz="1200" spc="-70" noProof="0" dirty="0">
                <a:latin typeface="+mn-lt"/>
                <a:cs typeface="Segoe UI"/>
              </a:rPr>
              <a:t> </a:t>
            </a:r>
            <a:r>
              <a:rPr lang="en-GB" sz="1200" spc="-15" noProof="0" dirty="0">
                <a:latin typeface="+mn-lt"/>
                <a:cs typeface="Segoe UI"/>
              </a:rPr>
              <a:t>user</a:t>
            </a:r>
            <a:r>
              <a:rPr lang="en-GB" sz="1200" spc="-45" noProof="0" dirty="0">
                <a:latin typeface="+mn-lt"/>
                <a:cs typeface="Segoe UI"/>
              </a:rPr>
              <a:t> </a:t>
            </a:r>
            <a:r>
              <a:rPr lang="en-GB" sz="1200" spc="-15" noProof="0" dirty="0">
                <a:latin typeface="+mn-lt"/>
                <a:cs typeface="Segoe UI"/>
              </a:rPr>
              <a:t>had</a:t>
            </a:r>
            <a:r>
              <a:rPr lang="en-GB" sz="1200" spc="-50" noProof="0" dirty="0">
                <a:latin typeface="+mn-lt"/>
                <a:cs typeface="Segoe UI"/>
              </a:rPr>
              <a:t> </a:t>
            </a:r>
            <a:r>
              <a:rPr lang="en-GB" sz="1200" spc="-15" noProof="0" dirty="0">
                <a:latin typeface="+mn-lt"/>
                <a:cs typeface="Segoe UI"/>
              </a:rPr>
              <a:t>logged</a:t>
            </a:r>
            <a:r>
              <a:rPr lang="en-GB" sz="1200" spc="-75" noProof="0" dirty="0">
                <a:latin typeface="+mn-lt"/>
                <a:cs typeface="Segoe UI"/>
              </a:rPr>
              <a:t> </a:t>
            </a:r>
            <a:r>
              <a:rPr lang="en-GB" sz="1200" spc="-15" noProof="0" dirty="0">
                <a:latin typeface="+mn-lt"/>
                <a:cs typeface="Segoe UI"/>
              </a:rPr>
              <a:t>in</a:t>
            </a:r>
            <a:r>
              <a:rPr lang="en-GB" sz="1200" spc="-25" noProof="0" dirty="0">
                <a:latin typeface="+mn-lt"/>
                <a:cs typeface="Segoe UI"/>
              </a:rPr>
              <a:t> </a:t>
            </a:r>
            <a:r>
              <a:rPr lang="en-GB" sz="1200" spc="-15" noProof="0" dirty="0">
                <a:latin typeface="+mn-lt"/>
                <a:cs typeface="Segoe UI"/>
              </a:rPr>
              <a:t>as</a:t>
            </a:r>
            <a:r>
              <a:rPr lang="en-GB" sz="1200" spc="-30" noProof="0" dirty="0">
                <a:latin typeface="+mn-lt"/>
                <a:cs typeface="Segoe UI"/>
              </a:rPr>
              <a:t> </a:t>
            </a:r>
            <a:r>
              <a:rPr lang="en-GB" sz="1200" spc="-20" noProof="0" dirty="0">
                <a:latin typeface="+mn-lt"/>
                <a:cs typeface="Segoe UI"/>
              </a:rPr>
              <a:t>normal.</a:t>
            </a:r>
          </a:p>
          <a:p>
            <a:pPr marL="12700" marR="77470">
              <a:lnSpc>
                <a:spcPct val="100000"/>
              </a:lnSpc>
              <a:spcBef>
                <a:spcPts val="600"/>
              </a:spcBef>
            </a:pPr>
            <a:r>
              <a:rPr lang="en-GB" sz="1200" spc="-20" noProof="0" dirty="0">
                <a:latin typeface="+mn-lt"/>
                <a:cs typeface="Segoe UI"/>
              </a:rPr>
              <a:t>Without</a:t>
            </a:r>
            <a:r>
              <a:rPr lang="en-GB" sz="1200" spc="-60" noProof="0" dirty="0">
                <a:latin typeface="+mn-lt"/>
                <a:cs typeface="Segoe UI"/>
              </a:rPr>
              <a:t> </a:t>
            </a:r>
            <a:r>
              <a:rPr lang="en-GB" sz="1200" spc="-15" noProof="0" dirty="0">
                <a:latin typeface="+mn-lt"/>
                <a:cs typeface="Segoe UI"/>
              </a:rPr>
              <a:t>the</a:t>
            </a:r>
            <a:r>
              <a:rPr lang="en-GB" sz="1200" spc="-45" noProof="0" dirty="0">
                <a:latin typeface="+mn-lt"/>
                <a:cs typeface="Segoe UI"/>
              </a:rPr>
              <a:t> </a:t>
            </a:r>
            <a:r>
              <a:rPr lang="en-GB" sz="1200" noProof="0" dirty="0">
                <a:latin typeface="+mn-lt"/>
                <a:cs typeface="Segoe UI"/>
              </a:rPr>
              <a:t>-</a:t>
            </a:r>
            <a:r>
              <a:rPr lang="en-GB" sz="1200" spc="-25" noProof="0" dirty="0">
                <a:latin typeface="+mn-lt"/>
                <a:cs typeface="Segoe UI"/>
              </a:rPr>
              <a:t> </a:t>
            </a:r>
            <a:r>
              <a:rPr lang="en-GB" sz="1200" spc="-20" noProof="0" dirty="0">
                <a:latin typeface="+mn-lt"/>
                <a:cs typeface="Segoe UI"/>
              </a:rPr>
              <a:t>argument,</a:t>
            </a:r>
            <a:r>
              <a:rPr lang="en-GB" sz="1200" spc="-6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15" noProof="0" dirty="0">
                <a:latin typeface="+mn-lt"/>
                <a:cs typeface="Segoe UI"/>
              </a:rPr>
              <a:t>current</a:t>
            </a:r>
            <a:r>
              <a:rPr lang="en-GB" sz="1200" spc="-60" noProof="0" dirty="0">
                <a:latin typeface="+mn-lt"/>
                <a:cs typeface="Segoe UI"/>
              </a:rPr>
              <a:t> </a:t>
            </a:r>
            <a:r>
              <a:rPr lang="en-GB" sz="1200" spc="-20" noProof="0" dirty="0">
                <a:latin typeface="+mn-lt"/>
                <a:cs typeface="Segoe UI"/>
              </a:rPr>
              <a:t>environment</a:t>
            </a:r>
            <a:r>
              <a:rPr lang="en-GB" sz="1200" spc="-60" noProof="0" dirty="0">
                <a:latin typeface="+mn-lt"/>
                <a:cs typeface="Segoe UI"/>
              </a:rPr>
              <a:t> </a:t>
            </a:r>
            <a:r>
              <a:rPr lang="en-GB" sz="1200" spc="-15" noProof="0" dirty="0">
                <a:latin typeface="+mn-lt"/>
                <a:cs typeface="Segoe UI"/>
              </a:rPr>
              <a:t>is</a:t>
            </a:r>
            <a:r>
              <a:rPr lang="en-GB" sz="1200" spc="-55"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15" noProof="0" dirty="0">
                <a:latin typeface="+mn-lt"/>
                <a:cs typeface="Segoe UI"/>
              </a:rPr>
              <a:t>new </a:t>
            </a:r>
            <a:r>
              <a:rPr lang="en-GB" sz="1200" spc="-20" noProof="0" dirty="0">
                <a:latin typeface="+mn-lt"/>
                <a:cs typeface="Segoe UI"/>
              </a:rPr>
              <a:t>shell.</a:t>
            </a:r>
            <a:endParaRPr lang="en-GB" sz="1200" noProof="0" dirty="0">
              <a:latin typeface="+mn-lt"/>
              <a:cs typeface="Segoe UI"/>
            </a:endParaRPr>
          </a:p>
          <a:p>
            <a:pPr marL="12700">
              <a:lnSpc>
                <a:spcPct val="100000"/>
              </a:lnSpc>
              <a:spcBef>
                <a:spcPts val="600"/>
              </a:spcBef>
            </a:pPr>
            <a:r>
              <a:rPr lang="en-GB" sz="1200" spc="-15" noProof="0" dirty="0">
                <a:latin typeface="+mn-lt"/>
                <a:cs typeface="Segoe UI"/>
              </a:rPr>
              <a:t>The</a:t>
            </a:r>
            <a:r>
              <a:rPr lang="en-GB" sz="1200" spc="-85" noProof="0" dirty="0">
                <a:latin typeface="+mn-lt"/>
                <a:cs typeface="Segoe UI"/>
              </a:rPr>
              <a:t> </a:t>
            </a:r>
            <a:r>
              <a:rPr lang="en-GB" sz="1200" spc="-10" noProof="0" dirty="0">
                <a:latin typeface="+mn-lt"/>
                <a:cs typeface="Segoe UI"/>
              </a:rPr>
              <a:t>su</a:t>
            </a:r>
            <a:r>
              <a:rPr lang="en-GB" sz="1200" spc="-55"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15" noProof="0" dirty="0">
                <a:latin typeface="+mn-lt"/>
                <a:cs typeface="Segoe UI"/>
              </a:rPr>
              <a:t>logs</a:t>
            </a:r>
            <a:r>
              <a:rPr lang="en-GB" sz="1200" spc="-55" noProof="0" dirty="0">
                <a:latin typeface="+mn-lt"/>
                <a:cs typeface="Segoe UI"/>
              </a:rPr>
              <a:t> </a:t>
            </a:r>
            <a:r>
              <a:rPr lang="en-GB" sz="1200" spc="-20" noProof="0" dirty="0">
                <a:latin typeface="+mn-lt"/>
                <a:cs typeface="Segoe UI"/>
              </a:rPr>
              <a:t>all</a:t>
            </a:r>
            <a:r>
              <a:rPr lang="en-GB" sz="1200" spc="-40" noProof="0" dirty="0">
                <a:latin typeface="+mn-lt"/>
                <a:cs typeface="Segoe UI"/>
              </a:rPr>
              <a:t> </a:t>
            </a:r>
            <a:r>
              <a:rPr lang="en-GB" sz="1200" spc="-25" noProof="0" dirty="0">
                <a:latin typeface="+mn-lt"/>
                <a:cs typeface="Segoe UI"/>
              </a:rPr>
              <a:t>attempts</a:t>
            </a:r>
            <a:r>
              <a:rPr lang="en-GB" sz="1200" spc="-5"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20" noProof="0" dirty="0">
                <a:latin typeface="+mn-lt"/>
                <a:cs typeface="Segoe UI"/>
              </a:rPr>
              <a:t>become</a:t>
            </a:r>
            <a:r>
              <a:rPr lang="en-GB" sz="1200" spc="-3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15" noProof="0" dirty="0">
                <a:latin typeface="+mn-lt"/>
                <a:cs typeface="Segoe UI"/>
              </a:rPr>
              <a:t>new</a:t>
            </a:r>
            <a:r>
              <a:rPr lang="en-GB" sz="1200" spc="-45" noProof="0" dirty="0">
                <a:latin typeface="+mn-lt"/>
                <a:cs typeface="Segoe UI"/>
              </a:rPr>
              <a:t> </a:t>
            </a:r>
            <a:r>
              <a:rPr lang="en-GB" sz="1200" spc="-15" noProof="0" dirty="0">
                <a:latin typeface="+mn-lt"/>
                <a:cs typeface="Segoe UI"/>
              </a:rPr>
              <a:t>user.</a:t>
            </a:r>
          </a:p>
          <a:p>
            <a:pPr marL="12700">
              <a:lnSpc>
                <a:spcPct val="100000"/>
              </a:lnSpc>
              <a:spcBef>
                <a:spcPts val="600"/>
              </a:spcBef>
            </a:pPr>
            <a:endParaRPr lang="en-GB" sz="1200" spc="-15" noProof="0" dirty="0">
              <a:latin typeface="+mn-lt"/>
              <a:cs typeface="Segoe UI"/>
            </a:endParaRPr>
          </a:p>
          <a:p>
            <a:pPr marL="12700">
              <a:lnSpc>
                <a:spcPct val="100000"/>
              </a:lnSpc>
              <a:spcBef>
                <a:spcPts val="600"/>
              </a:spcBef>
            </a:pPr>
            <a:r>
              <a:rPr lang="en-GB" sz="1200" spc="-15" noProof="0" dirty="0">
                <a:latin typeface="+mn-lt"/>
                <a:cs typeface="Segoe UI"/>
              </a:rPr>
              <a:t>Note:</a:t>
            </a:r>
            <a:endParaRPr lang="en-GB" sz="1200" noProof="0" dirty="0">
              <a:latin typeface="+mn-lt"/>
              <a:cs typeface="Segoe UI"/>
            </a:endParaRPr>
          </a:p>
          <a:p>
            <a:pPr marL="12700" marR="315595">
              <a:lnSpc>
                <a:spcPct val="100000"/>
              </a:lnSpc>
              <a:spcBef>
                <a:spcPts val="600"/>
              </a:spcBef>
            </a:pPr>
            <a:r>
              <a:rPr lang="en-GB" sz="1200" spc="-15" noProof="0" dirty="0">
                <a:latin typeface="+mn-lt"/>
                <a:cs typeface="Segoe UI"/>
              </a:rPr>
              <a:t>The </a:t>
            </a:r>
            <a:r>
              <a:rPr lang="en-GB" sz="1200" spc="-20" noProof="0" dirty="0">
                <a:latin typeface="+mn-lt"/>
                <a:cs typeface="Segoe UI"/>
              </a:rPr>
              <a:t>login command can also </a:t>
            </a:r>
            <a:r>
              <a:rPr lang="en-GB" sz="1200" spc="-10" noProof="0" dirty="0">
                <a:latin typeface="+mn-lt"/>
                <a:cs typeface="Segoe UI"/>
              </a:rPr>
              <a:t>be </a:t>
            </a:r>
            <a:r>
              <a:rPr lang="en-GB" sz="1200" spc="-15" noProof="0" dirty="0">
                <a:latin typeface="+mn-lt"/>
                <a:cs typeface="Segoe UI"/>
              </a:rPr>
              <a:t>used to </a:t>
            </a:r>
            <a:r>
              <a:rPr lang="en-GB" sz="1200" spc="-20" noProof="0" dirty="0">
                <a:latin typeface="+mn-lt"/>
                <a:cs typeface="Segoe UI"/>
              </a:rPr>
              <a:t>become another </a:t>
            </a:r>
            <a:r>
              <a:rPr lang="en-GB" sz="1200" spc="-15" noProof="0" dirty="0">
                <a:latin typeface="+mn-lt"/>
                <a:cs typeface="Segoe UI"/>
              </a:rPr>
              <a:t>user.</a:t>
            </a:r>
          </a:p>
          <a:p>
            <a:pPr marL="12700" marR="315595">
              <a:lnSpc>
                <a:spcPct val="100000"/>
              </a:lnSpc>
              <a:spcBef>
                <a:spcPts val="600"/>
              </a:spcBef>
            </a:pPr>
            <a:r>
              <a:rPr lang="en-GB" sz="1200" spc="-15" noProof="0" dirty="0">
                <a:latin typeface="+mn-lt"/>
                <a:cs typeface="Segoe UI"/>
              </a:rPr>
              <a:t>In </a:t>
            </a:r>
            <a:r>
              <a:rPr lang="en-GB" sz="1200" spc="-20" noProof="0" dirty="0">
                <a:latin typeface="+mn-lt"/>
                <a:cs typeface="Segoe UI"/>
              </a:rPr>
              <a:t>this case, </a:t>
            </a:r>
            <a:r>
              <a:rPr lang="en-GB" sz="1200" spc="-15" noProof="0" dirty="0">
                <a:latin typeface="+mn-lt"/>
                <a:cs typeface="Segoe UI"/>
              </a:rPr>
              <a:t>the </a:t>
            </a:r>
            <a:r>
              <a:rPr lang="en-GB" sz="1200" spc="-25" noProof="0" dirty="0">
                <a:latin typeface="+mn-lt"/>
                <a:cs typeface="Segoe UI"/>
              </a:rPr>
              <a:t>existing </a:t>
            </a:r>
            <a:r>
              <a:rPr lang="en-GB" sz="1200" spc="-20" noProof="0" dirty="0">
                <a:latin typeface="+mn-lt"/>
                <a:cs typeface="Segoe UI"/>
              </a:rPr>
              <a:t>login shell </a:t>
            </a:r>
            <a:r>
              <a:rPr lang="en-GB" sz="1200" spc="-15" noProof="0" dirty="0">
                <a:latin typeface="+mn-lt"/>
                <a:cs typeface="Segoe UI"/>
              </a:rPr>
              <a:t>is </a:t>
            </a:r>
            <a:r>
              <a:rPr lang="en-GB" sz="1200" spc="-20" noProof="0" dirty="0">
                <a:latin typeface="+mn-lt"/>
                <a:cs typeface="Segoe UI"/>
              </a:rPr>
              <a:t>replaced</a:t>
            </a:r>
            <a:r>
              <a:rPr lang="en-GB" sz="1200" spc="-55" noProof="0" dirty="0">
                <a:latin typeface="+mn-lt"/>
                <a:cs typeface="Segoe UI"/>
              </a:rPr>
              <a:t> </a:t>
            </a:r>
            <a:r>
              <a:rPr lang="en-GB" sz="1200" spc="-10" noProof="0" dirty="0">
                <a:latin typeface="+mn-lt"/>
                <a:cs typeface="Segoe UI"/>
              </a:rPr>
              <a:t>by</a:t>
            </a:r>
            <a:r>
              <a:rPr lang="en-GB" sz="1200" spc="-4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15" noProof="0" dirty="0">
                <a:latin typeface="+mn-lt"/>
                <a:cs typeface="Segoe UI"/>
              </a:rPr>
              <a:t>new</a:t>
            </a:r>
            <a:r>
              <a:rPr lang="en-GB" sz="1200" spc="-70" noProof="0" dirty="0">
                <a:latin typeface="+mn-lt"/>
                <a:cs typeface="Segoe UI"/>
              </a:rPr>
              <a:t> </a:t>
            </a:r>
            <a:r>
              <a:rPr lang="en-GB" sz="1200" spc="-20" noProof="0" dirty="0">
                <a:latin typeface="+mn-lt"/>
                <a:cs typeface="Segoe UI"/>
              </a:rPr>
              <a:t>login</a:t>
            </a:r>
            <a:r>
              <a:rPr lang="en-GB" sz="1200" spc="-55" noProof="0" dirty="0">
                <a:latin typeface="+mn-lt"/>
                <a:cs typeface="Segoe UI"/>
              </a:rPr>
              <a:t> </a:t>
            </a:r>
            <a:r>
              <a:rPr lang="en-GB" sz="1200" spc="-20" noProof="0" dirty="0">
                <a:latin typeface="+mn-lt"/>
                <a:cs typeface="Segoe UI"/>
              </a:rPr>
              <a:t>shell</a:t>
            </a:r>
            <a:r>
              <a:rPr lang="en-GB" sz="1200" spc="-60" noProof="0" dirty="0">
                <a:latin typeface="+mn-lt"/>
                <a:cs typeface="Segoe UI"/>
              </a:rPr>
              <a:t> </a:t>
            </a:r>
            <a:r>
              <a:rPr lang="en-GB" sz="1200" spc="-15" noProof="0" dirty="0">
                <a:latin typeface="+mn-lt"/>
                <a:cs typeface="Segoe UI"/>
              </a:rPr>
              <a:t>for</a:t>
            </a:r>
            <a:r>
              <a:rPr lang="en-GB" sz="1200" spc="-5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named</a:t>
            </a:r>
            <a:r>
              <a:rPr lang="en-GB" sz="1200" spc="-55" noProof="0" dirty="0">
                <a:latin typeface="+mn-lt"/>
                <a:cs typeface="Segoe UI"/>
              </a:rPr>
              <a:t> </a:t>
            </a:r>
            <a:r>
              <a:rPr lang="en-GB" sz="1200" spc="-15" noProof="0" dirty="0">
                <a:latin typeface="+mn-lt"/>
                <a:cs typeface="Segoe UI"/>
              </a:rPr>
              <a:t>user</a:t>
            </a:r>
            <a:r>
              <a:rPr lang="en-GB" sz="1200" spc="-50" noProof="0" dirty="0">
                <a:latin typeface="+mn-lt"/>
                <a:cs typeface="Segoe UI"/>
              </a:rPr>
              <a:t> </a:t>
            </a:r>
            <a:r>
              <a:rPr lang="en-GB" sz="1200" spc="-20" noProof="0" dirty="0">
                <a:latin typeface="+mn-lt"/>
                <a:cs typeface="Segoe UI"/>
              </a:rPr>
              <a:t>(i.e.,</a:t>
            </a:r>
            <a:r>
              <a:rPr lang="en-GB" sz="1200" spc="-35" noProof="0" dirty="0">
                <a:latin typeface="+mn-lt"/>
                <a:cs typeface="Segoe UI"/>
              </a:rPr>
              <a:t> </a:t>
            </a:r>
            <a:r>
              <a:rPr lang="en-GB" sz="1200" spc="-20" noProof="0" dirty="0">
                <a:latin typeface="+mn-lt"/>
                <a:cs typeface="Segoe UI"/>
              </a:rPr>
              <a:t>cannot</a:t>
            </a:r>
            <a:r>
              <a:rPr lang="en-GB" sz="1200" spc="-65" noProof="0" dirty="0">
                <a:latin typeface="+mn-lt"/>
                <a:cs typeface="Segoe UI"/>
              </a:rPr>
              <a:t> </a:t>
            </a:r>
            <a:r>
              <a:rPr lang="en-GB" sz="1200" spc="-15" noProof="0" dirty="0">
                <a:latin typeface="+mn-lt"/>
                <a:cs typeface="Segoe UI"/>
              </a:rPr>
              <a:t>return</a:t>
            </a:r>
            <a:r>
              <a:rPr lang="en-GB" sz="1200" spc="-55" noProof="0" dirty="0">
                <a:latin typeface="+mn-lt"/>
                <a:cs typeface="Segoe UI"/>
              </a:rPr>
              <a:t> </a:t>
            </a:r>
            <a:r>
              <a:rPr lang="en-GB" sz="1200" spc="-15" noProof="0" dirty="0">
                <a:latin typeface="+mn-lt"/>
                <a:cs typeface="Segoe UI"/>
              </a:rPr>
              <a:t>to</a:t>
            </a:r>
            <a:r>
              <a:rPr lang="en-GB" sz="1200" spc="-20" noProof="0" dirty="0">
                <a:latin typeface="+mn-lt"/>
                <a:cs typeface="Segoe UI"/>
              </a:rPr>
              <a:t> </a:t>
            </a:r>
            <a:r>
              <a:rPr lang="en-GB" sz="1200" spc="-25" noProof="0" dirty="0">
                <a:latin typeface="+mn-lt"/>
                <a:cs typeface="Segoe UI"/>
              </a:rPr>
              <a:t>existing</a:t>
            </a:r>
            <a:r>
              <a:rPr lang="en-GB" sz="1200" spc="-55" noProof="0" dirty="0">
                <a:latin typeface="+mn-lt"/>
                <a:cs typeface="Segoe UI"/>
              </a:rPr>
              <a:t> </a:t>
            </a:r>
            <a:r>
              <a:rPr lang="en-GB" sz="1200" spc="-15" noProof="0" dirty="0">
                <a:latin typeface="+mn-lt"/>
                <a:cs typeface="Segoe UI"/>
              </a:rPr>
              <a:t>user).</a:t>
            </a:r>
            <a:endParaRPr lang="en-GB" sz="1200" noProof="0" dirty="0">
              <a:latin typeface="+mn-lt"/>
              <a:cs typeface="Segoe UI"/>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9</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947409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080">
              <a:lnSpc>
                <a:spcPct val="100000"/>
              </a:lnSpc>
              <a:spcBef>
                <a:spcPts val="105"/>
              </a:spcBef>
            </a:pPr>
            <a:endParaRPr lang="en-GB" noProof="0" dirty="0">
              <a:latin typeface="+mn-lt"/>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10</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2257821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11</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8239817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15E99-8BEC-F9A1-F88B-D4D9B5CF8C8A}"/>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26CC182E-87B8-8C0A-742C-7FC573EC5C83}"/>
              </a:ext>
            </a:extLst>
          </p:cNvPr>
          <p:cNvSpPr>
            <a:spLocks noGrp="1"/>
          </p:cNvSpPr>
          <p:nvPr>
            <p:ph type="body" idx="1"/>
          </p:nvPr>
        </p:nvSpPr>
        <p:spPr/>
        <p:txBody>
          <a:bodyPr/>
          <a:lstStyle/>
          <a:p>
            <a:endParaRPr lang="en-GB" noProof="0" dirty="0"/>
          </a:p>
        </p:txBody>
      </p:sp>
      <p:sp>
        <p:nvSpPr>
          <p:cNvPr id="4" name="Slide Number Placeholder 3">
            <a:extLst>
              <a:ext uri="{FF2B5EF4-FFF2-40B4-BE49-F238E27FC236}">
                <a16:creationId xmlns:a16="http://schemas.microsoft.com/office/drawing/2014/main" id="{8F61259E-39CC-68AD-2ABD-78693ED2B98F}"/>
              </a:ext>
            </a:extLst>
          </p:cNvPr>
          <p:cNvSpPr>
            <a:spLocks noGrp="1"/>
          </p:cNvSpPr>
          <p:nvPr>
            <p:ph type="sldNum" sz="quarter" idx="5"/>
          </p:nvPr>
        </p:nvSpPr>
        <p:spPr/>
        <p:txBody>
          <a:bodyPr/>
          <a:lstStyle/>
          <a:p>
            <a:fld id="{548901C6-1DA1-FB44-ABEE-06A0FEB7738E}" type="slidenum">
              <a:rPr lang="en-GB" smtClean="0"/>
              <a:pPr/>
              <a:t>12</a:t>
            </a:fld>
            <a:endParaRPr lang="en-GB" dirty="0"/>
          </a:p>
        </p:txBody>
      </p:sp>
      <p:sp>
        <p:nvSpPr>
          <p:cNvPr id="7" name="Slide Image Placeholder 6">
            <a:extLst>
              <a:ext uri="{FF2B5EF4-FFF2-40B4-BE49-F238E27FC236}">
                <a16:creationId xmlns:a16="http://schemas.microsoft.com/office/drawing/2014/main" id="{4FE07F26-57A6-5FD5-74CF-D4FB30BF33EC}"/>
              </a:ext>
            </a:extLst>
          </p:cNvPr>
          <p:cNvSpPr>
            <a:spLocks noGrp="1" noRot="1" noChangeAspect="1"/>
          </p:cNvSpPr>
          <p:nvPr>
            <p:ph type="sldImg"/>
          </p:nvPr>
        </p:nvSpPr>
        <p:spPr/>
      </p:sp>
    </p:spTree>
    <p:extLst>
      <p:ext uri="{BB962C8B-B14F-4D97-AF65-F5344CB8AC3E}">
        <p14:creationId xmlns:p14="http://schemas.microsoft.com/office/powerpoint/2010/main" val="7548894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080" algn="just">
              <a:lnSpc>
                <a:spcPct val="100000"/>
              </a:lnSpc>
              <a:spcBef>
                <a:spcPts val="105"/>
              </a:spcBef>
            </a:pPr>
            <a:r>
              <a:rPr lang="en-GB" sz="1200" spc="-15" noProof="0" dirty="0">
                <a:latin typeface="+mn-lt"/>
                <a:ea typeface="Hack" panose="020B0609030202020204" pitchFamily="49" charset="0"/>
                <a:cs typeface="Hack" panose="020B0609030202020204" pitchFamily="49" charset="0"/>
              </a:rPr>
              <a:t>The</a:t>
            </a:r>
            <a:r>
              <a:rPr lang="en-GB" sz="1200" spc="-80" noProof="0" dirty="0">
                <a:latin typeface="+mn-lt"/>
                <a:ea typeface="Hack" panose="020B0609030202020204" pitchFamily="49" charset="0"/>
                <a:cs typeface="Hack" panose="020B0609030202020204" pitchFamily="49" charset="0"/>
              </a:rPr>
              <a:t> </a:t>
            </a:r>
            <a:r>
              <a:rPr lang="en-GB" sz="1200" spc="-10" noProof="0" dirty="0">
                <a:latin typeface="+mn-lt"/>
                <a:ea typeface="Hack" panose="020B0609030202020204" pitchFamily="49" charset="0"/>
                <a:cs typeface="Hack" panose="020B0609030202020204" pitchFamily="49" charset="0"/>
              </a:rPr>
              <a:t>su</a:t>
            </a:r>
            <a:r>
              <a:rPr lang="en-GB" sz="1200" spc="-5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command can </a:t>
            </a:r>
            <a:r>
              <a:rPr lang="en-GB" sz="1200" spc="-10" noProof="0" dirty="0">
                <a:latin typeface="+mn-lt"/>
                <a:ea typeface="Hack" panose="020B0609030202020204" pitchFamily="49" charset="0"/>
                <a:cs typeface="Hack" panose="020B0609030202020204" pitchFamily="49" charset="0"/>
              </a:rPr>
              <a:t>be</a:t>
            </a:r>
            <a:r>
              <a:rPr lang="en-GB" sz="1200" spc="-3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given</a:t>
            </a:r>
            <a:r>
              <a:rPr lang="en-GB" sz="1200" spc="-4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options</a:t>
            </a:r>
            <a:r>
              <a:rPr lang="en-GB" sz="1200" spc="-7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for</a:t>
            </a:r>
            <a:r>
              <a:rPr lang="en-GB" sz="1200" spc="-4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the</a:t>
            </a:r>
            <a:r>
              <a:rPr lang="en-GB" sz="1200" spc="-2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login</a:t>
            </a:r>
            <a:r>
              <a:rPr lang="en-GB" sz="1200" spc="-7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program.</a:t>
            </a:r>
          </a:p>
          <a:p>
            <a:pPr marL="12700" marR="5080" algn="just">
              <a:lnSpc>
                <a:spcPct val="100000"/>
              </a:lnSpc>
              <a:spcBef>
                <a:spcPts val="105"/>
              </a:spcBef>
            </a:pPr>
            <a:r>
              <a:rPr lang="en-GB" sz="1200" spc="-10" noProof="0" dirty="0">
                <a:latin typeface="+mn-lt"/>
                <a:ea typeface="Hack" panose="020B0609030202020204" pitchFamily="49" charset="0"/>
                <a:cs typeface="Hack" panose="020B0609030202020204" pitchFamily="49" charset="0"/>
              </a:rPr>
              <a:t>For</a:t>
            </a:r>
            <a:r>
              <a:rPr lang="en-GB" sz="1200" spc="-6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most</a:t>
            </a:r>
            <a:r>
              <a:rPr lang="en-GB" sz="1200" spc="-35"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accounts,</a:t>
            </a:r>
            <a:r>
              <a:rPr lang="en-GB" sz="1200" spc="-3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the</a:t>
            </a:r>
            <a:r>
              <a:rPr lang="en-GB" sz="1200" spc="-5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login</a:t>
            </a:r>
            <a:r>
              <a:rPr lang="en-GB" sz="1200" spc="-4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program</a:t>
            </a:r>
            <a:r>
              <a:rPr lang="en-GB" sz="1200" spc="-8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is</a:t>
            </a:r>
            <a:r>
              <a:rPr lang="en-GB" sz="1200" spc="-2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the </a:t>
            </a:r>
            <a:r>
              <a:rPr lang="en-GB" sz="1200" spc="-20" noProof="0" dirty="0">
                <a:latin typeface="+mn-lt"/>
                <a:ea typeface="Hack" panose="020B0609030202020204" pitchFamily="49" charset="0"/>
                <a:cs typeface="Hack" panose="020B0609030202020204" pitchFamily="49" charset="0"/>
              </a:rPr>
              <a:t>shell,</a:t>
            </a:r>
            <a:r>
              <a:rPr lang="en-GB" sz="1200" spc="-8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and</a:t>
            </a:r>
            <a:r>
              <a:rPr lang="en-GB" sz="1200" spc="-2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the</a:t>
            </a:r>
            <a:r>
              <a:rPr lang="en-GB" sz="1200" spc="-55" noProof="0" dirty="0">
                <a:latin typeface="+mn-lt"/>
                <a:ea typeface="Hack" panose="020B0609030202020204" pitchFamily="49" charset="0"/>
                <a:cs typeface="Hack" panose="020B0609030202020204" pitchFamily="49" charset="0"/>
              </a:rPr>
              <a:t> </a:t>
            </a:r>
            <a:r>
              <a:rPr lang="en-GB" sz="1200" spc="-10" noProof="0" dirty="0">
                <a:latin typeface="+mn-lt"/>
                <a:ea typeface="Hack" panose="020B0609030202020204" pitchFamily="49" charset="0"/>
                <a:cs typeface="Hack" panose="020B0609030202020204" pitchFamily="49" charset="0"/>
              </a:rPr>
              <a:t>-c</a:t>
            </a:r>
            <a:r>
              <a:rPr lang="en-GB" sz="1200" spc="-4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option</a:t>
            </a:r>
            <a:r>
              <a:rPr lang="en-GB" sz="1200" spc="-5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can</a:t>
            </a:r>
            <a:r>
              <a:rPr lang="en-GB" sz="1200" spc="-35" noProof="0" dirty="0">
                <a:latin typeface="+mn-lt"/>
                <a:ea typeface="Hack" panose="020B0609030202020204" pitchFamily="49" charset="0"/>
                <a:cs typeface="Hack" panose="020B0609030202020204" pitchFamily="49" charset="0"/>
              </a:rPr>
              <a:t> </a:t>
            </a:r>
            <a:r>
              <a:rPr lang="en-GB" sz="1200" spc="-5" noProof="0" dirty="0">
                <a:latin typeface="+mn-lt"/>
                <a:ea typeface="Hack" panose="020B0609030202020204" pitchFamily="49" charset="0"/>
                <a:cs typeface="Hack" panose="020B0609030202020204" pitchFamily="49" charset="0"/>
              </a:rPr>
              <a:t>be</a:t>
            </a:r>
            <a:r>
              <a:rPr lang="en-GB" sz="1200" spc="-5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used</a:t>
            </a:r>
            <a:r>
              <a:rPr lang="en-GB" sz="1200" spc="-5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to</a:t>
            </a:r>
            <a:r>
              <a:rPr lang="en-GB" sz="1200" spc="-4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specify </a:t>
            </a:r>
            <a:r>
              <a:rPr lang="en-GB" sz="1200" spc="5" noProof="0" dirty="0">
                <a:latin typeface="+mn-lt"/>
                <a:ea typeface="Hack" panose="020B0609030202020204" pitchFamily="49" charset="0"/>
                <a:cs typeface="Hack" panose="020B0609030202020204" pitchFamily="49" charset="0"/>
              </a:rPr>
              <a:t>a</a:t>
            </a:r>
            <a:r>
              <a:rPr lang="en-GB" sz="1200" spc="-4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command</a:t>
            </a:r>
            <a:r>
              <a:rPr lang="en-GB" sz="1200" spc="-2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to</a:t>
            </a:r>
            <a:r>
              <a:rPr lang="en-GB" sz="1200" spc="-50"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execute</a:t>
            </a:r>
            <a:r>
              <a:rPr lang="en-GB" sz="1200" spc="-3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(the</a:t>
            </a:r>
            <a:r>
              <a:rPr lang="en-GB" sz="1200" spc="-3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next</a:t>
            </a:r>
            <a:r>
              <a:rPr lang="en-GB" sz="1200" spc="-4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parameter given</a:t>
            </a:r>
            <a:r>
              <a:rPr lang="en-GB" sz="1200" spc="-5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in</a:t>
            </a:r>
            <a:r>
              <a:rPr lang="en-GB" sz="1200" spc="-5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double </a:t>
            </a:r>
            <a:r>
              <a:rPr lang="en-GB" sz="1200" spc="-20" noProof="0" dirty="0">
                <a:latin typeface="+mn-lt"/>
                <a:ea typeface="Hack" panose="020B0609030202020204" pitchFamily="49" charset="0"/>
                <a:cs typeface="Hack" panose="020B0609030202020204" pitchFamily="49" charset="0"/>
              </a:rPr>
              <a:t>quotes).</a:t>
            </a:r>
            <a:endParaRPr lang="en-GB" sz="1200" noProof="0" dirty="0">
              <a:latin typeface="+mn-lt"/>
              <a:ea typeface="Hack" panose="020B0609030202020204" pitchFamily="49" charset="0"/>
              <a:cs typeface="Hack" panose="020B0609030202020204" pitchFamily="49" charset="0"/>
            </a:endParaRPr>
          </a:p>
          <a:p>
            <a:pPr marL="12700" marR="92710">
              <a:lnSpc>
                <a:spcPct val="100000"/>
              </a:lnSpc>
              <a:spcBef>
                <a:spcPts val="605"/>
              </a:spcBef>
            </a:pPr>
            <a:endParaRPr lang="en-GB" sz="1200" spc="-15" noProof="0" dirty="0">
              <a:latin typeface="+mn-lt"/>
              <a:ea typeface="Hack" panose="020B0609030202020204" pitchFamily="49" charset="0"/>
              <a:cs typeface="Hack" panose="020B0609030202020204" pitchFamily="49" charset="0"/>
            </a:endParaRPr>
          </a:p>
          <a:p>
            <a:pPr marL="12700" marR="92710">
              <a:lnSpc>
                <a:spcPct val="100000"/>
              </a:lnSpc>
              <a:spcBef>
                <a:spcPts val="605"/>
              </a:spcBef>
            </a:pPr>
            <a:r>
              <a:rPr lang="en-GB" sz="1200" spc="-15" noProof="0" dirty="0">
                <a:latin typeface="+mn-lt"/>
                <a:ea typeface="Hack" panose="020B0609030202020204" pitchFamily="49" charset="0"/>
                <a:cs typeface="Hack" panose="020B0609030202020204" pitchFamily="49" charset="0"/>
              </a:rPr>
              <a:t>Many</a:t>
            </a:r>
            <a:r>
              <a:rPr lang="en-GB" sz="1200" spc="-7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modern</a:t>
            </a:r>
            <a:r>
              <a:rPr lang="en-GB" sz="1200" spc="-8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Unix</a:t>
            </a:r>
            <a:r>
              <a:rPr lang="en-GB" sz="1200" spc="-4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systems</a:t>
            </a:r>
            <a:r>
              <a:rPr lang="en-GB" sz="1200" spc="-2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with</a:t>
            </a:r>
            <a:r>
              <a:rPr lang="en-GB" sz="1200" spc="-3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extra</a:t>
            </a:r>
            <a:r>
              <a:rPr lang="en-GB" sz="1200" spc="-4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security</a:t>
            </a:r>
            <a:r>
              <a:rPr lang="en-GB" sz="1200" spc="-1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features</a:t>
            </a:r>
            <a:r>
              <a:rPr lang="en-GB" sz="1200" spc="-5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can</a:t>
            </a:r>
            <a:r>
              <a:rPr lang="en-GB" sz="1200" spc="-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disallow</a:t>
            </a:r>
            <a:r>
              <a:rPr lang="en-GB" sz="1200" spc="-4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the</a:t>
            </a:r>
            <a:r>
              <a:rPr lang="en-GB" sz="1200" spc="-60" noProof="0" dirty="0">
                <a:latin typeface="+mn-lt"/>
                <a:ea typeface="Hack" panose="020B0609030202020204" pitchFamily="49" charset="0"/>
                <a:cs typeface="Hack" panose="020B0609030202020204" pitchFamily="49" charset="0"/>
              </a:rPr>
              <a:t> </a:t>
            </a:r>
            <a:r>
              <a:rPr lang="en-GB" sz="1200" spc="-10" noProof="0" dirty="0">
                <a:latin typeface="+mn-lt"/>
                <a:ea typeface="Hack" panose="020B0609030202020204" pitchFamily="49" charset="0"/>
                <a:cs typeface="Hack" panose="020B0609030202020204" pitchFamily="49" charset="0"/>
              </a:rPr>
              <a:t>su</a:t>
            </a:r>
            <a:r>
              <a:rPr lang="en-GB" sz="1200" spc="-5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command</a:t>
            </a:r>
            <a:r>
              <a:rPr lang="en-GB" sz="1200" spc="-30" noProof="0" dirty="0">
                <a:latin typeface="+mn-lt"/>
                <a:ea typeface="Hack" panose="020B0609030202020204" pitchFamily="49" charset="0"/>
                <a:cs typeface="Hack" panose="020B0609030202020204" pitchFamily="49" charset="0"/>
              </a:rPr>
              <a:t> </a:t>
            </a:r>
            <a:r>
              <a:rPr lang="en-GB" sz="1200" spc="-10" noProof="0" dirty="0">
                <a:latin typeface="+mn-lt"/>
                <a:ea typeface="Hack" panose="020B0609030202020204" pitchFamily="49" charset="0"/>
                <a:cs typeface="Hack" panose="020B0609030202020204" pitchFamily="49" charset="0"/>
              </a:rPr>
              <a:t>on</a:t>
            </a:r>
            <a:r>
              <a:rPr lang="en-GB" sz="1200" spc="-50" noProof="0" dirty="0">
                <a:latin typeface="+mn-lt"/>
                <a:ea typeface="Hack" panose="020B0609030202020204" pitchFamily="49" charset="0"/>
                <a:cs typeface="Hack" panose="020B0609030202020204" pitchFamily="49" charset="0"/>
              </a:rPr>
              <a:t> </a:t>
            </a:r>
            <a:r>
              <a:rPr lang="en-GB" sz="1200" noProof="0" dirty="0">
                <a:latin typeface="+mn-lt"/>
                <a:ea typeface="Hack" panose="020B0609030202020204" pitchFamily="49" charset="0"/>
                <a:cs typeface="Hack" panose="020B0609030202020204" pitchFamily="49" charset="0"/>
              </a:rPr>
              <a:t>a</a:t>
            </a:r>
            <a:r>
              <a:rPr lang="en-GB" sz="1200" spc="-4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per</a:t>
            </a:r>
            <a:r>
              <a:rPr lang="en-GB" sz="1200" spc="-5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user</a:t>
            </a:r>
            <a:r>
              <a:rPr lang="en-GB" sz="1200" spc="-4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basis (either</a:t>
            </a:r>
            <a:r>
              <a:rPr lang="en-GB" sz="1200" spc="-8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from</a:t>
            </a:r>
            <a:r>
              <a:rPr lang="en-GB" sz="1200" spc="-65" noProof="0" dirty="0">
                <a:latin typeface="+mn-lt"/>
                <a:ea typeface="Hack" panose="020B0609030202020204" pitchFamily="49" charset="0"/>
                <a:cs typeface="Hack" panose="020B0609030202020204" pitchFamily="49" charset="0"/>
              </a:rPr>
              <a:t> </a:t>
            </a:r>
            <a:r>
              <a:rPr lang="en-GB" sz="1200" spc="-10" noProof="0" dirty="0">
                <a:latin typeface="+mn-lt"/>
                <a:ea typeface="Hack" panose="020B0609030202020204" pitchFamily="49" charset="0"/>
                <a:cs typeface="Hack" panose="020B0609030202020204" pitchFamily="49" charset="0"/>
              </a:rPr>
              <a:t>or</a:t>
            </a:r>
            <a:r>
              <a:rPr lang="en-GB" sz="1200" spc="-5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to</a:t>
            </a:r>
            <a:r>
              <a:rPr lang="en-GB" sz="1200" spc="-25" noProof="0" dirty="0">
                <a:latin typeface="+mn-lt"/>
                <a:ea typeface="Hack" panose="020B0609030202020204" pitchFamily="49" charset="0"/>
                <a:cs typeface="Hack" panose="020B0609030202020204" pitchFamily="49" charset="0"/>
              </a:rPr>
              <a:t> individual</a:t>
            </a:r>
            <a:r>
              <a:rPr lang="en-GB" sz="1200" spc="-6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accounts).</a:t>
            </a:r>
            <a:endParaRPr lang="en-GB" sz="1200" noProof="0" dirty="0">
              <a:latin typeface="+mn-lt"/>
              <a:ea typeface="Hack" panose="020B0609030202020204" pitchFamily="49" charset="0"/>
              <a:cs typeface="Hack" panose="020B0609030202020204" pitchFamily="49" charset="0"/>
            </a:endParaRPr>
          </a:p>
          <a:p>
            <a:pPr marL="12700" marR="291465">
              <a:lnSpc>
                <a:spcPct val="100000"/>
              </a:lnSpc>
              <a:spcBef>
                <a:spcPts val="600"/>
              </a:spcBef>
            </a:pPr>
            <a:r>
              <a:rPr lang="en-GB" sz="1200" spc="-10" noProof="0" dirty="0">
                <a:latin typeface="+mn-lt"/>
                <a:ea typeface="Hack" panose="020B0609030202020204" pitchFamily="49" charset="0"/>
                <a:cs typeface="Hack" panose="020B0609030202020204" pitchFamily="49" charset="0"/>
              </a:rPr>
              <a:t>To</a:t>
            </a:r>
            <a:r>
              <a:rPr lang="en-GB" sz="1200" spc="-7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avoid</a:t>
            </a:r>
            <a:r>
              <a:rPr lang="en-GB" sz="1200" spc="-2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Trojan</a:t>
            </a:r>
            <a:r>
              <a:rPr lang="en-GB" sz="1200" spc="-5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horse</a:t>
            </a:r>
            <a:r>
              <a:rPr lang="en-GB" sz="1200" spc="-5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programs,</a:t>
            </a:r>
            <a:r>
              <a:rPr lang="en-GB" sz="1200" spc="-8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you</a:t>
            </a:r>
            <a:r>
              <a:rPr lang="en-GB" sz="1200" spc="-2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should</a:t>
            </a:r>
            <a:r>
              <a:rPr lang="en-GB" sz="1200" spc="-75"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always</a:t>
            </a:r>
            <a:r>
              <a:rPr lang="en-GB" sz="1200"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execute</a:t>
            </a:r>
            <a:r>
              <a:rPr lang="en-GB" sz="1200" spc="-30" noProof="0" dirty="0">
                <a:latin typeface="+mn-lt"/>
                <a:ea typeface="Hack" panose="020B0609030202020204" pitchFamily="49" charset="0"/>
                <a:cs typeface="Hack" panose="020B0609030202020204" pitchFamily="49" charset="0"/>
              </a:rPr>
              <a:t> </a:t>
            </a:r>
            <a:r>
              <a:rPr lang="en-GB" sz="1200" spc="-10" noProof="0" dirty="0">
                <a:latin typeface="+mn-lt"/>
                <a:ea typeface="Hack" panose="020B0609030202020204" pitchFamily="49" charset="0"/>
                <a:cs typeface="Hack" panose="020B0609030202020204" pitchFamily="49" charset="0"/>
              </a:rPr>
              <a:t>su</a:t>
            </a:r>
            <a:r>
              <a:rPr lang="en-GB" sz="1200" spc="-2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using</a:t>
            </a:r>
            <a:r>
              <a:rPr lang="en-GB" sz="1200" spc="-7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its full</a:t>
            </a:r>
            <a:r>
              <a:rPr lang="en-GB" sz="1200" spc="-6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pathname</a:t>
            </a:r>
            <a:r>
              <a:rPr lang="en-GB" sz="1200" spc="-3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(/bin/su)</a:t>
            </a:r>
            <a:r>
              <a:rPr lang="en-GB" sz="1200" spc="-4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when changing</a:t>
            </a:r>
            <a:r>
              <a:rPr lang="en-GB" sz="1200" spc="-8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to</a:t>
            </a:r>
            <a:r>
              <a:rPr lang="en-GB" sz="1200" spc="-5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the</a:t>
            </a:r>
            <a:r>
              <a:rPr lang="en-GB" sz="1200" spc="-35" noProof="0" dirty="0">
                <a:latin typeface="+mn-lt"/>
                <a:ea typeface="Hack" panose="020B0609030202020204" pitchFamily="49" charset="0"/>
                <a:cs typeface="Hack" panose="020B0609030202020204" pitchFamily="49" charset="0"/>
              </a:rPr>
              <a:t> </a:t>
            </a:r>
            <a:r>
              <a:rPr lang="en-GB" sz="1200" spc="-10" noProof="0" dirty="0">
                <a:latin typeface="+mn-lt"/>
                <a:ea typeface="Hack" panose="020B0609030202020204" pitchFamily="49" charset="0"/>
                <a:cs typeface="Hack" panose="020B0609030202020204" pitchFamily="49" charset="0"/>
              </a:rPr>
              <a:t>root</a:t>
            </a:r>
            <a:r>
              <a:rPr lang="en-GB" sz="1200" spc="-6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user.</a:t>
            </a:r>
            <a:endParaRPr lang="en-GB" sz="1200" noProof="0" dirty="0">
              <a:latin typeface="+mn-lt"/>
              <a:ea typeface="Hack" panose="020B0609030202020204" pitchFamily="49" charset="0"/>
              <a:cs typeface="Hack" panose="020B0609030202020204" pitchFamily="49" charset="0"/>
            </a:endParaRPr>
          </a:p>
          <a:p>
            <a:endParaRPr lang="en-GB" noProof="0"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13</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794600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700"/>
              </a:spcBef>
            </a:pPr>
            <a:r>
              <a:rPr lang="en-GB" sz="1200" spc="-20" noProof="0" dirty="0">
                <a:latin typeface="+mn-lt"/>
                <a:cs typeface="Segoe UI"/>
              </a:rPr>
              <a:t>Answers:</a:t>
            </a:r>
            <a:endParaRPr lang="en-GB" sz="1200" noProof="0" dirty="0">
              <a:latin typeface="+mn-lt"/>
              <a:cs typeface="Segoe UI"/>
            </a:endParaRPr>
          </a:p>
          <a:p>
            <a:pPr marL="241300" marR="14604" indent="-228600">
              <a:lnSpc>
                <a:spcPct val="100000"/>
              </a:lnSpc>
              <a:spcBef>
                <a:spcPts val="605"/>
              </a:spcBef>
              <a:buFont typeface="+mj-lt"/>
              <a:buAutoNum type="arabicPeriod"/>
              <a:tabLst>
                <a:tab pos="180975" algn="l"/>
              </a:tabLst>
            </a:pPr>
            <a:r>
              <a:rPr lang="en-GB" sz="1200" spc="-20" noProof="0" dirty="0">
                <a:latin typeface="+mn-lt"/>
                <a:cs typeface="Segoe UI"/>
              </a:rPr>
              <a:t>Spawn</a:t>
            </a:r>
            <a:r>
              <a:rPr lang="en-GB" sz="1200" spc="-25" noProof="0" dirty="0">
                <a:latin typeface="+mn-lt"/>
                <a:cs typeface="Segoe UI"/>
              </a:rPr>
              <a:t> </a:t>
            </a:r>
            <a:r>
              <a:rPr lang="en-GB" sz="1200" spc="-15" noProof="0" dirty="0">
                <a:latin typeface="+mn-lt"/>
                <a:cs typeface="Segoe UI"/>
              </a:rPr>
              <a:t>new</a:t>
            </a:r>
            <a:r>
              <a:rPr lang="en-GB" sz="1200" spc="-65" noProof="0" dirty="0">
                <a:latin typeface="+mn-lt"/>
                <a:cs typeface="Segoe UI"/>
              </a:rPr>
              <a:t> </a:t>
            </a:r>
            <a:r>
              <a:rPr lang="en-GB" sz="1200" spc="-20" noProof="0" dirty="0">
                <a:latin typeface="+mn-lt"/>
                <a:cs typeface="Segoe UI"/>
              </a:rPr>
              <a:t>shell</a:t>
            </a:r>
            <a:r>
              <a:rPr lang="en-GB" sz="1200" spc="-30"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spc="-15" noProof="0" dirty="0">
                <a:latin typeface="+mn-lt"/>
                <a:cs typeface="Segoe UI"/>
              </a:rPr>
              <a:t>root;</a:t>
            </a:r>
            <a:r>
              <a:rPr lang="en-GB" sz="1200" spc="-60" noProof="0" dirty="0">
                <a:latin typeface="+mn-lt"/>
                <a:cs typeface="Segoe UI"/>
              </a:rPr>
              <a:t> </a:t>
            </a:r>
            <a:r>
              <a:rPr lang="en-GB" sz="1200" spc="-20" noProof="0" dirty="0">
                <a:latin typeface="+mn-lt"/>
                <a:cs typeface="Segoe UI"/>
              </a:rPr>
              <a:t>original</a:t>
            </a:r>
            <a:r>
              <a:rPr lang="en-GB" sz="1200" spc="-60" noProof="0" dirty="0">
                <a:latin typeface="+mn-lt"/>
                <a:cs typeface="Segoe UI"/>
              </a:rPr>
              <a:t> </a:t>
            </a:r>
            <a:r>
              <a:rPr lang="en-GB" sz="1200" spc="-15" noProof="0" dirty="0">
                <a:latin typeface="+mn-lt"/>
                <a:cs typeface="Segoe UI"/>
              </a:rPr>
              <a:t>user's</a:t>
            </a:r>
            <a:r>
              <a:rPr lang="en-GB" sz="1200" spc="-70" noProof="0" dirty="0">
                <a:latin typeface="+mn-lt"/>
                <a:cs typeface="Segoe UI"/>
              </a:rPr>
              <a:t> </a:t>
            </a:r>
            <a:r>
              <a:rPr lang="en-GB" sz="1200" spc="-20" noProof="0" dirty="0">
                <a:latin typeface="+mn-lt"/>
                <a:cs typeface="Segoe UI"/>
              </a:rPr>
              <a:t>profile;</a:t>
            </a:r>
            <a:r>
              <a:rPr lang="en-GB" sz="1200" spc="-60" noProof="0" dirty="0">
                <a:latin typeface="+mn-lt"/>
                <a:cs typeface="Segoe UI"/>
              </a:rPr>
              <a:t> </a:t>
            </a:r>
            <a:r>
              <a:rPr lang="en-GB" sz="1200" spc="-20" noProof="0" dirty="0">
                <a:latin typeface="+mn-lt"/>
                <a:cs typeface="Segoe UI"/>
              </a:rPr>
              <a:t>password</a:t>
            </a:r>
            <a:r>
              <a:rPr lang="en-GB" sz="1200" spc="-50" noProof="0" dirty="0">
                <a:latin typeface="+mn-lt"/>
                <a:cs typeface="Segoe UI"/>
              </a:rPr>
              <a:t> </a:t>
            </a:r>
            <a:r>
              <a:rPr lang="en-GB" sz="1200" spc="-15" noProof="0" dirty="0">
                <a:latin typeface="+mn-lt"/>
                <a:cs typeface="Segoe UI"/>
              </a:rPr>
              <a:t>required</a:t>
            </a:r>
            <a:r>
              <a:rPr lang="en-GB" sz="1200" spc="-75" noProof="0" dirty="0">
                <a:latin typeface="+mn-lt"/>
                <a:cs typeface="Segoe UI"/>
              </a:rPr>
              <a:t> </a:t>
            </a:r>
            <a:r>
              <a:rPr lang="en-GB" sz="1200" spc="-15" noProof="0" dirty="0">
                <a:latin typeface="+mn-lt"/>
                <a:cs typeface="Segoe UI"/>
              </a:rPr>
              <a:t>(going</a:t>
            </a:r>
            <a:r>
              <a:rPr lang="en-GB" sz="1200" spc="-75" noProof="0" dirty="0">
                <a:latin typeface="+mn-lt"/>
                <a:cs typeface="Segoe UI"/>
              </a:rPr>
              <a:t> </a:t>
            </a:r>
            <a:r>
              <a:rPr lang="en-GB" sz="1200" spc="-15" noProof="0" dirty="0">
                <a:latin typeface="+mn-lt"/>
                <a:cs typeface="Segoe UI"/>
              </a:rPr>
              <a:t>from</a:t>
            </a:r>
            <a:r>
              <a:rPr lang="en-GB" sz="1200" spc="-60" noProof="0" dirty="0">
                <a:latin typeface="+mn-lt"/>
                <a:cs typeface="Segoe UI"/>
              </a:rPr>
              <a:t> </a:t>
            </a:r>
            <a:r>
              <a:rPr lang="en-GB" sz="1200" spc="-20" noProof="0" dirty="0">
                <a:latin typeface="+mn-lt"/>
                <a:cs typeface="Segoe UI"/>
              </a:rPr>
              <a:t>ordinary</a:t>
            </a:r>
            <a:r>
              <a:rPr lang="en-GB" sz="1200" spc="-60" noProof="0" dirty="0">
                <a:latin typeface="+mn-lt"/>
                <a:cs typeface="Segoe UI"/>
              </a:rPr>
              <a:t> </a:t>
            </a:r>
            <a:r>
              <a:rPr lang="en-GB" sz="1200" spc="-15" noProof="0" dirty="0">
                <a:latin typeface="+mn-lt"/>
                <a:cs typeface="Segoe UI"/>
              </a:rPr>
              <a:t>to</a:t>
            </a:r>
            <a:r>
              <a:rPr lang="en-GB" sz="1200" spc="-20" noProof="0" dirty="0">
                <a:latin typeface="+mn-lt"/>
                <a:cs typeface="Segoe UI"/>
              </a:rPr>
              <a:t> privileged </a:t>
            </a:r>
            <a:r>
              <a:rPr lang="en-GB" sz="1200" spc="-15" noProof="0" dirty="0">
                <a:latin typeface="+mn-lt"/>
                <a:cs typeface="Segoe UI"/>
              </a:rPr>
              <a:t>user)</a:t>
            </a:r>
            <a:endParaRPr lang="en-GB" sz="1200" noProof="0" dirty="0">
              <a:latin typeface="+mn-lt"/>
              <a:cs typeface="Segoe UI"/>
            </a:endParaRPr>
          </a:p>
          <a:p>
            <a:pPr marL="241300" marR="5080" indent="-228600">
              <a:lnSpc>
                <a:spcPct val="100000"/>
              </a:lnSpc>
              <a:spcBef>
                <a:spcPts val="600"/>
              </a:spcBef>
              <a:buFont typeface="+mj-lt"/>
              <a:buAutoNum type="arabicPeriod"/>
              <a:tabLst>
                <a:tab pos="180975" algn="l"/>
              </a:tabLst>
            </a:pPr>
            <a:r>
              <a:rPr lang="en-GB" sz="1200" spc="-20" noProof="0" dirty="0">
                <a:latin typeface="+mn-lt"/>
                <a:cs typeface="Segoe UI"/>
              </a:rPr>
              <a:t>Spawn</a:t>
            </a:r>
            <a:r>
              <a:rPr lang="en-GB" sz="1200" spc="-25" noProof="0" dirty="0">
                <a:latin typeface="+mn-lt"/>
                <a:cs typeface="Segoe UI"/>
              </a:rPr>
              <a:t> </a:t>
            </a:r>
            <a:r>
              <a:rPr lang="en-GB" sz="1200" spc="-15" noProof="0" dirty="0">
                <a:latin typeface="+mn-lt"/>
                <a:cs typeface="Segoe UI"/>
              </a:rPr>
              <a:t>new</a:t>
            </a:r>
            <a:r>
              <a:rPr lang="en-GB" sz="1200" spc="-65" noProof="0" dirty="0">
                <a:latin typeface="+mn-lt"/>
                <a:cs typeface="Segoe UI"/>
              </a:rPr>
              <a:t> </a:t>
            </a:r>
            <a:r>
              <a:rPr lang="en-GB" sz="1200" spc="-20" noProof="0" dirty="0">
                <a:latin typeface="+mn-lt"/>
                <a:cs typeface="Segoe UI"/>
              </a:rPr>
              <a:t>shell</a:t>
            </a:r>
            <a:r>
              <a:rPr lang="en-GB" sz="1200" spc="-30"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spc="-20" noProof="0" dirty="0">
                <a:latin typeface="+mn-lt"/>
                <a:cs typeface="Segoe UI"/>
              </a:rPr>
              <a:t>henry;</a:t>
            </a:r>
            <a:r>
              <a:rPr lang="en-GB" sz="1200" spc="-60" noProof="0" dirty="0">
                <a:latin typeface="+mn-lt"/>
                <a:cs typeface="Segoe UI"/>
              </a:rPr>
              <a:t> </a:t>
            </a:r>
            <a:r>
              <a:rPr lang="en-GB" sz="1200" spc="-20" noProof="0" dirty="0">
                <a:latin typeface="+mn-lt"/>
                <a:cs typeface="Segoe UI"/>
              </a:rPr>
              <a:t>with henry's</a:t>
            </a:r>
            <a:r>
              <a:rPr lang="en-GB" sz="1200" spc="-75" noProof="0" dirty="0">
                <a:latin typeface="+mn-lt"/>
                <a:cs typeface="Segoe UI"/>
              </a:rPr>
              <a:t> </a:t>
            </a:r>
            <a:r>
              <a:rPr lang="en-GB" sz="1200" spc="-20" noProof="0" dirty="0">
                <a:latin typeface="+mn-lt"/>
                <a:cs typeface="Segoe UI"/>
              </a:rPr>
              <a:t>environment;</a:t>
            </a:r>
            <a:r>
              <a:rPr lang="en-GB" sz="1200" spc="-60" noProof="0" dirty="0">
                <a:latin typeface="+mn-lt"/>
                <a:cs typeface="Segoe UI"/>
              </a:rPr>
              <a:t> </a:t>
            </a:r>
            <a:r>
              <a:rPr lang="en-GB" sz="1200" spc="-10" noProof="0" dirty="0">
                <a:latin typeface="+mn-lt"/>
                <a:cs typeface="Segoe UI"/>
              </a:rPr>
              <a:t>no</a:t>
            </a:r>
            <a:r>
              <a:rPr lang="en-GB" sz="1200" spc="-70" noProof="0" dirty="0">
                <a:latin typeface="+mn-lt"/>
                <a:cs typeface="Segoe UI"/>
              </a:rPr>
              <a:t> </a:t>
            </a:r>
            <a:r>
              <a:rPr lang="en-GB" sz="1200" spc="-20" noProof="0" dirty="0">
                <a:latin typeface="+mn-lt"/>
                <a:cs typeface="Segoe UI"/>
              </a:rPr>
              <a:t>password</a:t>
            </a:r>
            <a:r>
              <a:rPr lang="en-GB" sz="1200" spc="-50" noProof="0" dirty="0">
                <a:latin typeface="+mn-lt"/>
                <a:cs typeface="Segoe UI"/>
              </a:rPr>
              <a:t> </a:t>
            </a:r>
            <a:r>
              <a:rPr lang="en-GB" sz="1200" spc="-15" noProof="0" dirty="0">
                <a:latin typeface="+mn-lt"/>
                <a:cs typeface="Segoe UI"/>
              </a:rPr>
              <a:t>required</a:t>
            </a:r>
            <a:r>
              <a:rPr lang="en-GB" sz="1200" spc="-45" noProof="0" dirty="0">
                <a:latin typeface="+mn-lt"/>
                <a:cs typeface="Segoe UI"/>
              </a:rPr>
              <a:t> </a:t>
            </a:r>
            <a:r>
              <a:rPr lang="en-GB" sz="1200" spc="-15" noProof="0" dirty="0">
                <a:latin typeface="+mn-lt"/>
                <a:cs typeface="Segoe UI"/>
              </a:rPr>
              <a:t>(going</a:t>
            </a:r>
            <a:r>
              <a:rPr lang="en-GB" sz="1200" spc="-100" noProof="0" dirty="0">
                <a:latin typeface="+mn-lt"/>
                <a:cs typeface="Segoe UI"/>
              </a:rPr>
              <a:t> </a:t>
            </a:r>
            <a:r>
              <a:rPr lang="en-GB" sz="1200" spc="-15" noProof="0" dirty="0">
                <a:latin typeface="+mn-lt"/>
                <a:cs typeface="Segoe UI"/>
              </a:rPr>
              <a:t>from</a:t>
            </a:r>
            <a:r>
              <a:rPr lang="en-GB" sz="1200" spc="-35" noProof="0" dirty="0">
                <a:latin typeface="+mn-lt"/>
                <a:cs typeface="Segoe UI"/>
              </a:rPr>
              <a:t> </a:t>
            </a:r>
            <a:r>
              <a:rPr lang="en-GB" sz="1200" spc="-15" noProof="0" dirty="0">
                <a:latin typeface="+mn-lt"/>
                <a:cs typeface="Segoe UI"/>
              </a:rPr>
              <a:t>superuser</a:t>
            </a:r>
            <a:r>
              <a:rPr lang="en-GB" sz="1200" spc="-70" noProof="0" dirty="0">
                <a:latin typeface="+mn-lt"/>
                <a:cs typeface="Segoe UI"/>
              </a:rPr>
              <a:t> </a:t>
            </a:r>
            <a:r>
              <a:rPr lang="en-GB" sz="1200" spc="-15" noProof="0" dirty="0">
                <a:latin typeface="+mn-lt"/>
                <a:cs typeface="Segoe UI"/>
              </a:rPr>
              <a:t>to </a:t>
            </a:r>
            <a:r>
              <a:rPr lang="en-GB" sz="1200" spc="-20" noProof="0" dirty="0">
                <a:latin typeface="+mn-lt"/>
                <a:cs typeface="Segoe UI"/>
              </a:rPr>
              <a:t>ordinary)</a:t>
            </a:r>
            <a:endParaRPr lang="en-GB" sz="1200" noProof="0" dirty="0">
              <a:latin typeface="+mn-lt"/>
              <a:cs typeface="Segoe UI"/>
            </a:endParaRPr>
          </a:p>
          <a:p>
            <a:pPr marL="240665" indent="-228600">
              <a:lnSpc>
                <a:spcPct val="100000"/>
              </a:lnSpc>
              <a:spcBef>
                <a:spcPts val="600"/>
              </a:spcBef>
              <a:buFont typeface="+mj-lt"/>
              <a:buAutoNum type="arabicPeriod"/>
              <a:tabLst>
                <a:tab pos="180975" algn="l"/>
              </a:tabLst>
            </a:pPr>
            <a:r>
              <a:rPr lang="en-GB" sz="1200" spc="-20" noProof="0" dirty="0">
                <a:latin typeface="+mn-lt"/>
                <a:cs typeface="Segoe UI"/>
              </a:rPr>
              <a:t>Spawn</a:t>
            </a:r>
            <a:r>
              <a:rPr lang="en-GB" sz="1200" spc="-30" noProof="0" dirty="0">
                <a:latin typeface="+mn-lt"/>
                <a:cs typeface="Segoe UI"/>
              </a:rPr>
              <a:t> </a:t>
            </a:r>
            <a:r>
              <a:rPr lang="en-GB" sz="1200" spc="-15" noProof="0" dirty="0">
                <a:latin typeface="+mn-lt"/>
                <a:cs typeface="Segoe UI"/>
              </a:rPr>
              <a:t>new</a:t>
            </a:r>
            <a:r>
              <a:rPr lang="en-GB" sz="1200" spc="-70" noProof="0" dirty="0">
                <a:latin typeface="+mn-lt"/>
                <a:cs typeface="Segoe UI"/>
              </a:rPr>
              <a:t> </a:t>
            </a:r>
            <a:r>
              <a:rPr lang="en-GB" sz="1200" spc="-20" noProof="0" dirty="0">
                <a:latin typeface="+mn-lt"/>
                <a:cs typeface="Segoe UI"/>
              </a:rPr>
              <a:t>shell</a:t>
            </a:r>
            <a:r>
              <a:rPr lang="en-GB" sz="1200" spc="-35" noProof="0" dirty="0">
                <a:latin typeface="+mn-lt"/>
                <a:cs typeface="Segoe UI"/>
              </a:rPr>
              <a:t> </a:t>
            </a:r>
            <a:r>
              <a:rPr lang="en-GB" sz="1200" spc="-15" noProof="0" dirty="0">
                <a:latin typeface="+mn-lt"/>
                <a:cs typeface="Segoe UI"/>
              </a:rPr>
              <a:t>for</a:t>
            </a:r>
            <a:r>
              <a:rPr lang="en-GB" sz="1200" spc="-50" noProof="0" dirty="0">
                <a:latin typeface="+mn-lt"/>
                <a:cs typeface="Segoe UI"/>
              </a:rPr>
              <a:t> </a:t>
            </a:r>
            <a:r>
              <a:rPr lang="en-GB" sz="1200" spc="-10" noProof="0" dirty="0">
                <a:latin typeface="+mn-lt"/>
                <a:cs typeface="Segoe UI"/>
              </a:rPr>
              <a:t>root</a:t>
            </a:r>
            <a:r>
              <a:rPr lang="en-GB" sz="1200" spc="-65" noProof="0" dirty="0">
                <a:latin typeface="+mn-lt"/>
                <a:cs typeface="Segoe UI"/>
              </a:rPr>
              <a:t> </a:t>
            </a:r>
            <a:r>
              <a:rPr lang="en-GB" sz="1200" spc="-20" noProof="0" dirty="0">
                <a:latin typeface="+mn-lt"/>
                <a:cs typeface="Segoe UI"/>
              </a:rPr>
              <a:t>(default);</a:t>
            </a:r>
            <a:r>
              <a:rPr lang="en-GB" sz="1200" spc="-60" noProof="0" dirty="0">
                <a:latin typeface="+mn-lt"/>
                <a:cs typeface="Segoe UI"/>
              </a:rPr>
              <a:t> </a:t>
            </a:r>
            <a:r>
              <a:rPr lang="en-GB" sz="1200" spc="-10" noProof="0" dirty="0">
                <a:latin typeface="+mn-lt"/>
                <a:cs typeface="Segoe UI"/>
              </a:rPr>
              <a:t>use</a:t>
            </a:r>
            <a:r>
              <a:rPr lang="en-GB" sz="1200" spc="-60" noProof="0" dirty="0">
                <a:latin typeface="+mn-lt"/>
                <a:cs typeface="Segoe UI"/>
              </a:rPr>
              <a:t> </a:t>
            </a:r>
            <a:r>
              <a:rPr lang="en-GB" sz="1200" spc="-15" noProof="0" dirty="0">
                <a:latin typeface="+mn-lt"/>
                <a:cs typeface="Segoe UI"/>
              </a:rPr>
              <a:t>root's</a:t>
            </a:r>
            <a:r>
              <a:rPr lang="en-GB" sz="1200" spc="-80" noProof="0" dirty="0">
                <a:latin typeface="+mn-lt"/>
                <a:cs typeface="Segoe UI"/>
              </a:rPr>
              <a:t> </a:t>
            </a:r>
            <a:r>
              <a:rPr lang="en-GB" sz="1200" spc="-20" noProof="0" dirty="0">
                <a:latin typeface="+mn-lt"/>
                <a:cs typeface="Segoe UI"/>
              </a:rPr>
              <a:t>environment;</a:t>
            </a:r>
            <a:r>
              <a:rPr lang="en-GB" sz="1200" spc="-65" noProof="0" dirty="0">
                <a:latin typeface="+mn-lt"/>
                <a:cs typeface="Segoe UI"/>
              </a:rPr>
              <a:t> </a:t>
            </a:r>
            <a:r>
              <a:rPr lang="en-GB" sz="1200" spc="-20" noProof="0" dirty="0">
                <a:latin typeface="+mn-lt"/>
                <a:cs typeface="Segoe UI"/>
              </a:rPr>
              <a:t>password</a:t>
            </a:r>
            <a:r>
              <a:rPr lang="en-GB" sz="1200" spc="-50" noProof="0" dirty="0">
                <a:latin typeface="+mn-lt"/>
                <a:cs typeface="Segoe UI"/>
              </a:rPr>
              <a:t> </a:t>
            </a:r>
            <a:r>
              <a:rPr lang="en-GB" sz="1200" spc="-15" noProof="0" dirty="0">
                <a:latin typeface="+mn-lt"/>
                <a:cs typeface="Segoe UI"/>
              </a:rPr>
              <a:t>is</a:t>
            </a:r>
            <a:r>
              <a:rPr lang="en-GB" sz="1200" spc="-55" noProof="0" dirty="0">
                <a:latin typeface="+mn-lt"/>
                <a:cs typeface="Segoe UI"/>
              </a:rPr>
              <a:t> </a:t>
            </a:r>
            <a:r>
              <a:rPr lang="en-GB" sz="1200" spc="-15" noProof="0" dirty="0">
                <a:latin typeface="+mn-lt"/>
                <a:cs typeface="Segoe UI"/>
              </a:rPr>
              <a:t>required</a:t>
            </a:r>
            <a:endParaRPr lang="en-GB" sz="1200" noProof="0" dirty="0">
              <a:latin typeface="+mn-lt"/>
              <a:cs typeface="Segoe UI"/>
            </a:endParaRPr>
          </a:p>
          <a:p>
            <a:pPr marL="240665" indent="-228600">
              <a:lnSpc>
                <a:spcPct val="100000"/>
              </a:lnSpc>
              <a:spcBef>
                <a:spcPts val="600"/>
              </a:spcBef>
              <a:buFont typeface="+mj-lt"/>
              <a:buAutoNum type="arabicPeriod"/>
              <a:tabLst>
                <a:tab pos="180975" algn="l"/>
              </a:tabLst>
            </a:pPr>
            <a:r>
              <a:rPr lang="en-GB" sz="1200" spc="-20" noProof="0" dirty="0">
                <a:latin typeface="+mn-lt"/>
                <a:cs typeface="Segoe UI"/>
              </a:rPr>
              <a:t>Spawn</a:t>
            </a:r>
            <a:r>
              <a:rPr lang="en-GB" sz="1200" spc="-30" noProof="0" dirty="0">
                <a:latin typeface="+mn-lt"/>
                <a:cs typeface="Segoe UI"/>
              </a:rPr>
              <a:t> </a:t>
            </a:r>
            <a:r>
              <a:rPr lang="en-GB" sz="1200" spc="-15" noProof="0" dirty="0">
                <a:latin typeface="+mn-lt"/>
                <a:cs typeface="Segoe UI"/>
              </a:rPr>
              <a:t>new</a:t>
            </a:r>
            <a:r>
              <a:rPr lang="en-GB" sz="1200" spc="-65" noProof="0" dirty="0">
                <a:latin typeface="+mn-lt"/>
                <a:cs typeface="Segoe UI"/>
              </a:rPr>
              <a:t> </a:t>
            </a:r>
            <a:r>
              <a:rPr lang="en-GB" sz="1200" spc="-20" noProof="0" dirty="0">
                <a:latin typeface="+mn-lt"/>
                <a:cs typeface="Segoe UI"/>
              </a:rPr>
              <a:t>shell</a:t>
            </a:r>
            <a:r>
              <a:rPr lang="en-GB" sz="1200" spc="-35"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spc="-15" noProof="0" dirty="0">
                <a:latin typeface="+mn-lt"/>
                <a:cs typeface="Segoe UI"/>
              </a:rPr>
              <a:t>lp,</a:t>
            </a:r>
            <a:r>
              <a:rPr lang="en-GB" sz="1200" spc="-60" noProof="0" dirty="0">
                <a:latin typeface="+mn-lt"/>
                <a:cs typeface="Segoe UI"/>
              </a:rPr>
              <a:t> </a:t>
            </a:r>
            <a:r>
              <a:rPr lang="en-GB" sz="1200" spc="-10" noProof="0" dirty="0">
                <a:latin typeface="+mn-lt"/>
                <a:cs typeface="Segoe UI"/>
              </a:rPr>
              <a:t>but</a:t>
            </a:r>
            <a:r>
              <a:rPr lang="en-GB" sz="1200" spc="-60" noProof="0" dirty="0">
                <a:latin typeface="+mn-lt"/>
                <a:cs typeface="Segoe UI"/>
              </a:rPr>
              <a:t> </a:t>
            </a:r>
            <a:r>
              <a:rPr lang="en-GB" sz="1200" spc="-15" noProof="0" dirty="0">
                <a:latin typeface="+mn-lt"/>
                <a:cs typeface="Segoe UI"/>
              </a:rPr>
              <a:t>only</a:t>
            </a:r>
            <a:r>
              <a:rPr lang="en-GB" sz="1200" spc="-45"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spc="-20" noProof="0" dirty="0">
                <a:latin typeface="+mn-lt"/>
                <a:cs typeface="Segoe UI"/>
              </a:rPr>
              <a:t>the</a:t>
            </a:r>
            <a:r>
              <a:rPr lang="en-GB" sz="1200" spc="-55" noProof="0" dirty="0">
                <a:latin typeface="+mn-lt"/>
                <a:cs typeface="Segoe UI"/>
              </a:rPr>
              <a:t> </a:t>
            </a:r>
            <a:r>
              <a:rPr lang="en-GB" sz="1200" spc="-20" noProof="0" dirty="0">
                <a:latin typeface="+mn-lt"/>
                <a:cs typeface="Segoe UI"/>
              </a:rPr>
              <a:t>duration</a:t>
            </a:r>
            <a:r>
              <a:rPr lang="en-GB" sz="1200" spc="-50" noProof="0" dirty="0">
                <a:latin typeface="+mn-lt"/>
                <a:cs typeface="Segoe UI"/>
              </a:rPr>
              <a:t> </a:t>
            </a:r>
            <a:r>
              <a:rPr lang="en-GB" sz="1200" spc="-15" noProof="0" dirty="0">
                <a:latin typeface="+mn-lt"/>
                <a:cs typeface="Segoe UI"/>
              </a:rPr>
              <a:t>required</a:t>
            </a:r>
            <a:r>
              <a:rPr lang="en-GB" sz="1200" spc="-75" noProof="0" dirty="0">
                <a:latin typeface="+mn-lt"/>
                <a:cs typeface="Segoe UI"/>
              </a:rPr>
              <a:t> </a:t>
            </a:r>
            <a:r>
              <a:rPr lang="en-GB" sz="1200" spc="-5" noProof="0" dirty="0">
                <a:latin typeface="+mn-lt"/>
                <a:cs typeface="Segoe UI"/>
              </a:rPr>
              <a:t>by</a:t>
            </a:r>
            <a:r>
              <a:rPr lang="en-GB" sz="1200" spc="-40" noProof="0" dirty="0">
                <a:latin typeface="+mn-lt"/>
                <a:cs typeface="Segoe UI"/>
              </a:rPr>
              <a:t> </a:t>
            </a:r>
            <a:r>
              <a:rPr lang="en-GB" sz="1200" spc="-20" noProof="0" dirty="0">
                <a:latin typeface="+mn-lt"/>
                <a:cs typeface="Segoe UI"/>
              </a:rPr>
              <a:t>the</a:t>
            </a:r>
            <a:r>
              <a:rPr lang="en-GB" sz="1200" spc="-55" noProof="0" dirty="0">
                <a:latin typeface="+mn-lt"/>
                <a:cs typeface="Segoe UI"/>
              </a:rPr>
              <a:t> </a:t>
            </a:r>
            <a:r>
              <a:rPr lang="en-GB" sz="1200" spc="-20" noProof="0" dirty="0">
                <a:latin typeface="+mn-lt"/>
                <a:cs typeface="Segoe UI"/>
              </a:rPr>
              <a:t>lpshut</a:t>
            </a:r>
            <a:r>
              <a:rPr lang="en-GB" sz="1200" spc="-65" noProof="0" dirty="0">
                <a:latin typeface="+mn-lt"/>
                <a:cs typeface="Segoe UI"/>
              </a:rPr>
              <a:t> </a:t>
            </a:r>
            <a:r>
              <a:rPr lang="en-GB" sz="1200" spc="-20" noProof="0" dirty="0">
                <a:latin typeface="+mn-lt"/>
                <a:cs typeface="Segoe UI"/>
              </a:rPr>
              <a:t>command;</a:t>
            </a:r>
            <a:r>
              <a:rPr lang="en-GB" sz="1200" spc="-35" noProof="0" dirty="0">
                <a:latin typeface="+mn-lt"/>
                <a:cs typeface="Segoe UI"/>
              </a:rPr>
              <a:t> </a:t>
            </a:r>
            <a:r>
              <a:rPr lang="en-GB" sz="1200" spc="-25" noProof="0" dirty="0">
                <a:latin typeface="+mn-lt"/>
                <a:cs typeface="Segoe UI"/>
              </a:rPr>
              <a:t>with</a:t>
            </a:r>
            <a:r>
              <a:rPr lang="en-GB" sz="1200" spc="-30" noProof="0" dirty="0">
                <a:latin typeface="+mn-lt"/>
                <a:cs typeface="Segoe UI"/>
              </a:rPr>
              <a:t> </a:t>
            </a:r>
            <a:r>
              <a:rPr lang="en-GB" sz="1200" spc="-15" noProof="0" dirty="0">
                <a:latin typeface="+mn-lt"/>
                <a:cs typeface="Segoe UI"/>
              </a:rPr>
              <a:t>lp’s </a:t>
            </a:r>
            <a:r>
              <a:rPr lang="en-GB" sz="1200" spc="-25" noProof="0" dirty="0">
                <a:latin typeface="+mn-lt"/>
                <a:cs typeface="Segoe UI"/>
              </a:rPr>
              <a:t>e</a:t>
            </a:r>
            <a:r>
              <a:rPr lang="en-GB" sz="1200" spc="-20" noProof="0" dirty="0">
                <a:latin typeface="+mn-lt"/>
                <a:cs typeface="Segoe UI"/>
              </a:rPr>
              <a:t>n</a:t>
            </a:r>
            <a:r>
              <a:rPr lang="en-GB" sz="1200" spc="-30" noProof="0" dirty="0">
                <a:latin typeface="+mn-lt"/>
                <a:cs typeface="Segoe UI"/>
              </a:rPr>
              <a:t>vi</a:t>
            </a:r>
            <a:r>
              <a:rPr lang="en-GB" sz="1200" spc="-15" noProof="0" dirty="0">
                <a:latin typeface="+mn-lt"/>
                <a:cs typeface="Segoe UI"/>
              </a:rPr>
              <a:t>r</a:t>
            </a:r>
            <a:r>
              <a:rPr lang="en-GB" sz="1200" spc="-20" noProof="0" dirty="0">
                <a:latin typeface="+mn-lt"/>
                <a:cs typeface="Segoe UI"/>
              </a:rPr>
              <a:t>on</a:t>
            </a:r>
            <a:r>
              <a:rPr lang="en-GB" sz="1200" spc="-25" noProof="0" dirty="0">
                <a:latin typeface="+mn-lt"/>
                <a:cs typeface="Segoe UI"/>
              </a:rPr>
              <a:t>me</a:t>
            </a:r>
            <a:r>
              <a:rPr lang="en-GB" sz="1200" spc="-20" noProof="0" dirty="0">
                <a:latin typeface="+mn-lt"/>
                <a:cs typeface="Segoe UI"/>
              </a:rPr>
              <a:t>n</a:t>
            </a:r>
            <a:r>
              <a:rPr lang="en-GB" sz="1200" spc="-30" noProof="0" dirty="0">
                <a:latin typeface="+mn-lt"/>
                <a:cs typeface="Segoe UI"/>
              </a:rPr>
              <a:t>t</a:t>
            </a:r>
            <a:r>
              <a:rPr lang="en-GB" sz="1200" noProof="0" dirty="0">
                <a:latin typeface="+mn-lt"/>
                <a:cs typeface="Segoe UI"/>
              </a:rPr>
              <a:t>;</a:t>
            </a:r>
            <a:r>
              <a:rPr lang="en-GB" sz="1200" spc="-110" noProof="0" dirty="0">
                <a:latin typeface="+mn-lt"/>
                <a:cs typeface="Segoe UI"/>
              </a:rPr>
              <a:t> </a:t>
            </a:r>
            <a:r>
              <a:rPr lang="en-GB" sz="1200" spc="-20" noProof="0" dirty="0">
                <a:latin typeface="+mn-lt"/>
                <a:cs typeface="Segoe UI"/>
              </a:rPr>
              <a:t>p</a:t>
            </a:r>
            <a:r>
              <a:rPr lang="en-GB" sz="1200" spc="-35" noProof="0" dirty="0">
                <a:latin typeface="+mn-lt"/>
                <a:cs typeface="Segoe UI"/>
              </a:rPr>
              <a:t>a</a:t>
            </a:r>
            <a:r>
              <a:rPr lang="en-GB" sz="1200" spc="-20" noProof="0" dirty="0">
                <a:latin typeface="+mn-lt"/>
                <a:cs typeface="Segoe UI"/>
              </a:rPr>
              <a:t>ss</a:t>
            </a:r>
            <a:r>
              <a:rPr lang="en-GB" sz="1200" spc="-30" noProof="0" dirty="0">
                <a:latin typeface="+mn-lt"/>
                <a:cs typeface="Segoe UI"/>
              </a:rPr>
              <a:t>w</a:t>
            </a:r>
            <a:r>
              <a:rPr lang="en-GB" sz="1200" spc="-20" noProof="0" dirty="0">
                <a:latin typeface="+mn-lt"/>
                <a:cs typeface="Segoe UI"/>
              </a:rPr>
              <a:t>o</a:t>
            </a:r>
            <a:r>
              <a:rPr lang="en-GB" sz="1200" spc="-15" noProof="0" dirty="0">
                <a:latin typeface="+mn-lt"/>
                <a:cs typeface="Segoe UI"/>
              </a:rPr>
              <a:t>r</a:t>
            </a:r>
            <a:r>
              <a:rPr lang="en-GB" sz="1200" noProof="0" dirty="0">
                <a:latin typeface="+mn-lt"/>
                <a:cs typeface="Segoe UI"/>
              </a:rPr>
              <a:t>d</a:t>
            </a:r>
            <a:r>
              <a:rPr lang="en-GB" sz="1200" spc="-55" noProof="0" dirty="0">
                <a:latin typeface="+mn-lt"/>
                <a:cs typeface="Segoe UI"/>
              </a:rPr>
              <a:t> </a:t>
            </a:r>
            <a:r>
              <a:rPr lang="en-GB" sz="1200" spc="-20" noProof="0" dirty="0">
                <a:latin typeface="+mn-lt"/>
                <a:cs typeface="Segoe UI"/>
              </a:rPr>
              <a:t>no</a:t>
            </a:r>
            <a:r>
              <a:rPr lang="en-GB" sz="1200" noProof="0" dirty="0">
                <a:latin typeface="+mn-lt"/>
                <a:cs typeface="Segoe UI"/>
              </a:rPr>
              <a:t>t</a:t>
            </a:r>
            <a:r>
              <a:rPr lang="en-GB" sz="1200" spc="-65" noProof="0" dirty="0">
                <a:latin typeface="+mn-lt"/>
                <a:cs typeface="Segoe UI"/>
              </a:rPr>
              <a:t> </a:t>
            </a:r>
            <a:r>
              <a:rPr lang="en-GB" sz="1200" spc="-15" noProof="0" dirty="0">
                <a:latin typeface="+mn-lt"/>
                <a:cs typeface="Segoe UI"/>
              </a:rPr>
              <a:t>r</a:t>
            </a:r>
            <a:r>
              <a:rPr lang="en-GB" sz="1200" spc="-25" noProof="0" dirty="0">
                <a:latin typeface="+mn-lt"/>
                <a:cs typeface="Segoe UI"/>
              </a:rPr>
              <a:t>e</a:t>
            </a:r>
            <a:r>
              <a:rPr lang="en-GB" sz="1200" spc="-20" noProof="0" dirty="0">
                <a:latin typeface="+mn-lt"/>
                <a:cs typeface="Segoe UI"/>
              </a:rPr>
              <a:t>qu</a:t>
            </a:r>
            <a:r>
              <a:rPr lang="en-GB" sz="1200" spc="-30" noProof="0" dirty="0">
                <a:latin typeface="+mn-lt"/>
                <a:cs typeface="Segoe UI"/>
              </a:rPr>
              <a:t>i</a:t>
            </a:r>
            <a:r>
              <a:rPr lang="en-GB" sz="1200" spc="-15" noProof="0" dirty="0">
                <a:latin typeface="+mn-lt"/>
                <a:cs typeface="Segoe UI"/>
              </a:rPr>
              <a:t>r</a:t>
            </a:r>
            <a:r>
              <a:rPr lang="en-GB" sz="1200" spc="-25" noProof="0" dirty="0">
                <a:latin typeface="+mn-lt"/>
                <a:cs typeface="Segoe UI"/>
              </a:rPr>
              <a:t>e</a:t>
            </a:r>
            <a:r>
              <a:rPr lang="en-GB" sz="1200" noProof="0" dirty="0">
                <a:latin typeface="+mn-lt"/>
                <a:cs typeface="Segoe UI"/>
              </a:rPr>
              <a:t>d</a:t>
            </a:r>
          </a:p>
          <a:p>
            <a:pPr marL="241300" marR="104775" indent="-228600">
              <a:lnSpc>
                <a:spcPct val="100000"/>
              </a:lnSpc>
              <a:spcBef>
                <a:spcPts val="600"/>
              </a:spcBef>
              <a:buFont typeface="+mj-lt"/>
              <a:buAutoNum type="arabicPeriod"/>
              <a:tabLst>
                <a:tab pos="180975" algn="l"/>
              </a:tabLst>
            </a:pPr>
            <a:r>
              <a:rPr lang="en-GB" sz="1200" spc="-15" noProof="0" dirty="0">
                <a:latin typeface="+mn-lt"/>
                <a:cs typeface="Segoe UI"/>
              </a:rPr>
              <a:t>End</a:t>
            </a:r>
            <a:r>
              <a:rPr lang="en-GB" sz="1200" spc="-50" noProof="0" dirty="0">
                <a:latin typeface="+mn-lt"/>
                <a:cs typeface="Segoe UI"/>
              </a:rPr>
              <a:t> </a:t>
            </a:r>
            <a:r>
              <a:rPr lang="en-GB" sz="1200" spc="-15" noProof="0" dirty="0">
                <a:latin typeface="+mn-lt"/>
                <a:cs typeface="Segoe UI"/>
              </a:rPr>
              <a:t>current</a:t>
            </a:r>
            <a:r>
              <a:rPr lang="en-GB" sz="1200" spc="-60" noProof="0" dirty="0">
                <a:latin typeface="+mn-lt"/>
                <a:cs typeface="Segoe UI"/>
              </a:rPr>
              <a:t> </a:t>
            </a:r>
            <a:r>
              <a:rPr lang="en-GB" sz="1200" spc="-20" noProof="0" dirty="0">
                <a:latin typeface="+mn-lt"/>
                <a:cs typeface="Segoe UI"/>
              </a:rPr>
              <a:t>shell</a:t>
            </a:r>
            <a:r>
              <a:rPr lang="en-GB" sz="1200" spc="-65" noProof="0" dirty="0">
                <a:latin typeface="+mn-lt"/>
                <a:cs typeface="Segoe UI"/>
              </a:rPr>
              <a:t> </a:t>
            </a:r>
            <a:r>
              <a:rPr lang="en-GB" sz="1200" noProof="0" dirty="0">
                <a:latin typeface="+mn-lt"/>
                <a:cs typeface="Segoe UI"/>
              </a:rPr>
              <a:t>-</a:t>
            </a:r>
            <a:r>
              <a:rPr lang="en-GB" sz="1200" spc="-25" noProof="0" dirty="0">
                <a:latin typeface="+mn-lt"/>
                <a:cs typeface="Segoe UI"/>
              </a:rPr>
              <a:t> </a:t>
            </a:r>
            <a:r>
              <a:rPr lang="en-GB" sz="1200" spc="-20" noProof="0" dirty="0">
                <a:latin typeface="+mn-lt"/>
                <a:cs typeface="Segoe UI"/>
              </a:rPr>
              <a:t>this</a:t>
            </a:r>
            <a:r>
              <a:rPr lang="en-GB" sz="1200" spc="-50"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last</a:t>
            </a:r>
            <a:r>
              <a:rPr lang="en-GB" sz="1200" spc="-35" noProof="0" dirty="0">
                <a:latin typeface="+mn-lt"/>
                <a:cs typeface="Segoe UI"/>
              </a:rPr>
              <a:t> </a:t>
            </a:r>
            <a:r>
              <a:rPr lang="en-GB" sz="1200" spc="-15" noProof="0" dirty="0">
                <a:latin typeface="+mn-lt"/>
                <a:cs typeface="Segoe UI"/>
              </a:rPr>
              <a:t>root's</a:t>
            </a:r>
            <a:r>
              <a:rPr lang="en-GB" sz="1200" spc="-50" noProof="0" dirty="0">
                <a:latin typeface="+mn-lt"/>
                <a:cs typeface="Segoe UI"/>
              </a:rPr>
              <a:t> </a:t>
            </a:r>
            <a:r>
              <a:rPr lang="en-GB" sz="1200" spc="-20" noProof="0" dirty="0">
                <a:latin typeface="+mn-lt"/>
                <a:cs typeface="Segoe UI"/>
              </a:rPr>
              <a:t>shell,</a:t>
            </a:r>
            <a:r>
              <a:rPr lang="en-GB" sz="1200" spc="-6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10" noProof="0" dirty="0">
                <a:latin typeface="+mn-lt"/>
                <a:cs typeface="Segoe UI"/>
              </a:rPr>
              <a:t>one</a:t>
            </a:r>
            <a:r>
              <a:rPr lang="en-GB" sz="1200" spc="-80" noProof="0" dirty="0">
                <a:latin typeface="+mn-lt"/>
                <a:cs typeface="Segoe UI"/>
              </a:rPr>
              <a:t> </a:t>
            </a:r>
            <a:r>
              <a:rPr lang="en-GB" sz="1200" spc="-20" noProof="0" dirty="0">
                <a:latin typeface="+mn-lt"/>
                <a:cs typeface="Segoe UI"/>
              </a:rPr>
              <a:t>entered</a:t>
            </a:r>
            <a:r>
              <a:rPr lang="en-GB" sz="1200" spc="-55" noProof="0" dirty="0">
                <a:latin typeface="+mn-lt"/>
                <a:cs typeface="Segoe UI"/>
              </a:rPr>
              <a:t> </a:t>
            </a:r>
            <a:r>
              <a:rPr lang="en-GB" sz="1200" spc="-20" noProof="0" dirty="0">
                <a:latin typeface="+mn-lt"/>
                <a:cs typeface="Segoe UI"/>
              </a:rPr>
              <a:t>into </a:t>
            </a:r>
            <a:r>
              <a:rPr lang="en-GB" sz="1200" spc="-15" noProof="0" dirty="0">
                <a:latin typeface="+mn-lt"/>
                <a:cs typeface="Segoe UI"/>
              </a:rPr>
              <a:t>in</a:t>
            </a:r>
            <a:r>
              <a:rPr lang="en-GB" sz="1200" spc="-5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15" noProof="0" dirty="0">
                <a:latin typeface="+mn-lt"/>
                <a:cs typeface="Segoe UI"/>
              </a:rPr>
              <a:t>step</a:t>
            </a:r>
            <a:r>
              <a:rPr lang="en-GB" sz="1200" spc="-30" noProof="0" dirty="0">
                <a:latin typeface="+mn-lt"/>
                <a:cs typeface="Segoe UI"/>
              </a:rPr>
              <a:t> </a:t>
            </a:r>
            <a:r>
              <a:rPr lang="en-GB" sz="1200" spc="-10" noProof="0" dirty="0">
                <a:latin typeface="+mn-lt"/>
                <a:cs typeface="Segoe UI"/>
              </a:rPr>
              <a:t>(3);</a:t>
            </a:r>
            <a:r>
              <a:rPr lang="en-GB" sz="1200" spc="-85" noProof="0" dirty="0">
                <a:latin typeface="+mn-lt"/>
                <a:cs typeface="Segoe UI"/>
              </a:rPr>
              <a:t> </a:t>
            </a:r>
            <a:r>
              <a:rPr lang="en-GB" sz="1200" spc="-15" noProof="0" dirty="0">
                <a:latin typeface="+mn-lt"/>
                <a:cs typeface="Segoe UI"/>
              </a:rPr>
              <a:t>we</a:t>
            </a:r>
            <a:r>
              <a:rPr lang="en-GB" sz="1200" spc="-3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20" noProof="0" dirty="0">
                <a:latin typeface="+mn-lt"/>
                <a:cs typeface="Segoe UI"/>
              </a:rPr>
              <a:t>back</a:t>
            </a:r>
            <a:r>
              <a:rPr lang="en-GB" sz="1200" spc="-1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15" noProof="0" dirty="0">
                <a:latin typeface="+mn-lt"/>
                <a:cs typeface="Segoe UI"/>
              </a:rPr>
              <a:t>the </a:t>
            </a:r>
            <a:r>
              <a:rPr lang="en-GB" sz="1200" spc="-20" noProof="0" dirty="0">
                <a:latin typeface="+mn-lt"/>
                <a:cs typeface="Segoe UI"/>
              </a:rPr>
              <a:t>shell</a:t>
            </a:r>
            <a:r>
              <a:rPr lang="en-GB" sz="1200" spc="-95" noProof="0" dirty="0">
                <a:latin typeface="+mn-lt"/>
                <a:cs typeface="Segoe UI"/>
              </a:rPr>
              <a:t> </a:t>
            </a:r>
            <a:r>
              <a:rPr lang="en-GB" sz="1200" spc="-20" noProof="0" dirty="0">
                <a:latin typeface="+mn-lt"/>
                <a:cs typeface="Segoe UI"/>
              </a:rPr>
              <a:t>belonging</a:t>
            </a:r>
            <a:r>
              <a:rPr lang="en-GB" sz="1200" spc="-80"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15" noProof="0" dirty="0">
                <a:latin typeface="+mn-lt"/>
                <a:cs typeface="Segoe UI"/>
              </a:rPr>
              <a:t>henry</a:t>
            </a:r>
            <a:endParaRPr lang="en-GB" sz="1200" noProof="0" dirty="0">
              <a:latin typeface="+mn-lt"/>
              <a:cs typeface="Segoe UI"/>
            </a:endParaRPr>
          </a:p>
          <a:p>
            <a:pPr marL="241300" marR="124460" indent="-228600">
              <a:lnSpc>
                <a:spcPct val="100000"/>
              </a:lnSpc>
              <a:spcBef>
                <a:spcPts val="600"/>
              </a:spcBef>
              <a:buFont typeface="+mj-lt"/>
              <a:buAutoNum type="arabicPeriod"/>
              <a:tabLst>
                <a:tab pos="180975" algn="l"/>
              </a:tabLst>
            </a:pPr>
            <a:r>
              <a:rPr lang="en-GB" sz="1200" spc="-20" noProof="0" dirty="0">
                <a:latin typeface="+mn-lt"/>
                <a:cs typeface="Segoe UI"/>
              </a:rPr>
              <a:t>Spawn </a:t>
            </a:r>
            <a:r>
              <a:rPr lang="en-GB" sz="1200" spc="-15" noProof="0" dirty="0">
                <a:latin typeface="+mn-lt"/>
                <a:cs typeface="Segoe UI"/>
              </a:rPr>
              <a:t>new</a:t>
            </a:r>
            <a:r>
              <a:rPr lang="en-GB" sz="1200" spc="-70" noProof="0" dirty="0">
                <a:latin typeface="+mn-lt"/>
                <a:cs typeface="Segoe UI"/>
              </a:rPr>
              <a:t> </a:t>
            </a:r>
            <a:r>
              <a:rPr lang="en-GB" sz="1200" spc="-20" noProof="0" dirty="0">
                <a:latin typeface="+mn-lt"/>
                <a:cs typeface="Segoe UI"/>
              </a:rPr>
              <a:t>shell</a:t>
            </a:r>
            <a:r>
              <a:rPr lang="en-GB" sz="1200" spc="-35"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spc="-15" noProof="0" dirty="0">
                <a:latin typeface="+mn-lt"/>
                <a:cs typeface="Segoe UI"/>
              </a:rPr>
              <a:t>user</a:t>
            </a:r>
            <a:r>
              <a:rPr lang="en-GB" sz="1200" spc="-45" noProof="0" dirty="0">
                <a:latin typeface="+mn-lt"/>
                <a:cs typeface="Segoe UI"/>
              </a:rPr>
              <a:t> </a:t>
            </a:r>
            <a:r>
              <a:rPr lang="en-GB" sz="1200" spc="-15" noProof="0" dirty="0">
                <a:latin typeface="+mn-lt"/>
                <a:cs typeface="Segoe UI"/>
              </a:rPr>
              <a:t>root,</a:t>
            </a:r>
            <a:r>
              <a:rPr lang="en-GB" sz="1200" spc="-6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10" noProof="0" dirty="0">
                <a:latin typeface="+mn-lt"/>
                <a:cs typeface="Segoe UI"/>
              </a:rPr>
              <a:t>run</a:t>
            </a:r>
            <a:r>
              <a:rPr lang="en-GB" sz="1200" spc="-5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5" noProof="0" dirty="0">
                <a:latin typeface="+mn-lt"/>
                <a:cs typeface="Segoe UI"/>
              </a:rPr>
              <a:t>rm</a:t>
            </a:r>
            <a:r>
              <a:rPr lang="en-GB" sz="1200" spc="-35" noProof="0" dirty="0">
                <a:latin typeface="+mn-lt"/>
                <a:cs typeface="Segoe UI"/>
              </a:rPr>
              <a:t> </a:t>
            </a:r>
            <a:r>
              <a:rPr lang="en-GB" sz="1200" spc="-20" noProof="0" dirty="0">
                <a:latin typeface="+mn-lt"/>
                <a:cs typeface="Segoe UI"/>
              </a:rPr>
              <a:t>command,</a:t>
            </a:r>
            <a:r>
              <a:rPr lang="en-GB" sz="1200" spc="-60" noProof="0" dirty="0">
                <a:latin typeface="+mn-lt"/>
                <a:cs typeface="Segoe UI"/>
              </a:rPr>
              <a:t> </a:t>
            </a:r>
            <a:r>
              <a:rPr lang="en-GB" sz="1200" spc="-15" noProof="0" dirty="0">
                <a:latin typeface="+mn-lt"/>
                <a:cs typeface="Segoe UI"/>
              </a:rPr>
              <a:t>then</a:t>
            </a:r>
            <a:r>
              <a:rPr lang="en-GB" sz="1200" spc="-50" noProof="0" dirty="0">
                <a:latin typeface="+mn-lt"/>
                <a:cs typeface="Segoe UI"/>
              </a:rPr>
              <a:t> </a:t>
            </a:r>
            <a:r>
              <a:rPr lang="en-GB" sz="1200" spc="-15" noProof="0" dirty="0">
                <a:latin typeface="+mn-lt"/>
                <a:cs typeface="Segoe UI"/>
              </a:rPr>
              <a:t>return</a:t>
            </a:r>
            <a:r>
              <a:rPr lang="en-GB" sz="1200" spc="-50" noProof="0" dirty="0">
                <a:latin typeface="+mn-lt"/>
                <a:cs typeface="Segoe UI"/>
              </a:rPr>
              <a:t> </a:t>
            </a:r>
            <a:r>
              <a:rPr lang="en-GB" sz="1200" spc="-15" noProof="0" dirty="0">
                <a:latin typeface="+mn-lt"/>
                <a:cs typeface="Segoe UI"/>
              </a:rPr>
              <a:t>to</a:t>
            </a:r>
            <a:r>
              <a:rPr lang="en-GB" sz="1200" spc="-2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previous</a:t>
            </a:r>
            <a:r>
              <a:rPr lang="en-GB" sz="1200" spc="-75" noProof="0" dirty="0">
                <a:latin typeface="+mn-lt"/>
                <a:cs typeface="Segoe UI"/>
              </a:rPr>
              <a:t> </a:t>
            </a:r>
            <a:r>
              <a:rPr lang="en-GB" sz="1200" spc="-20" noProof="0" dirty="0">
                <a:latin typeface="+mn-lt"/>
                <a:cs typeface="Segoe UI"/>
              </a:rPr>
              <a:t>identity</a:t>
            </a:r>
            <a:r>
              <a:rPr lang="en-GB" sz="1200" spc="-40" noProof="0" dirty="0">
                <a:latin typeface="+mn-lt"/>
                <a:cs typeface="Segoe UI"/>
              </a:rPr>
              <a:t> </a:t>
            </a:r>
            <a:r>
              <a:rPr lang="en-GB" sz="1200" spc="-20" noProof="0" dirty="0">
                <a:latin typeface="+mn-lt"/>
                <a:cs typeface="Segoe UI"/>
              </a:rPr>
              <a:t>(henry); environment</a:t>
            </a:r>
            <a:r>
              <a:rPr lang="en-GB" sz="1200" spc="-120" noProof="0" dirty="0">
                <a:latin typeface="+mn-lt"/>
                <a:cs typeface="Segoe UI"/>
              </a:rPr>
              <a:t> </a:t>
            </a:r>
            <a:r>
              <a:rPr lang="en-GB" sz="1200" spc="-10" noProof="0" dirty="0">
                <a:latin typeface="+mn-lt"/>
                <a:cs typeface="Segoe UI"/>
              </a:rPr>
              <a:t>of</a:t>
            </a:r>
            <a:r>
              <a:rPr lang="en-GB" sz="1200" spc="-40" noProof="0" dirty="0">
                <a:latin typeface="+mn-lt"/>
                <a:cs typeface="Segoe UI"/>
              </a:rPr>
              <a:t> </a:t>
            </a:r>
            <a:r>
              <a:rPr lang="en-GB" sz="1200" spc="-15" noProof="0" dirty="0">
                <a:latin typeface="+mn-lt"/>
                <a:cs typeface="Segoe UI"/>
              </a:rPr>
              <a:t>henry</a:t>
            </a:r>
            <a:r>
              <a:rPr lang="en-GB" sz="1200" spc="-70" noProof="0" dirty="0">
                <a:latin typeface="+mn-lt"/>
                <a:cs typeface="Segoe UI"/>
              </a:rPr>
              <a:t> </a:t>
            </a:r>
            <a:r>
              <a:rPr lang="en-GB" sz="1200" spc="-15" noProof="0" dirty="0">
                <a:latin typeface="+mn-lt"/>
                <a:cs typeface="Segoe UI"/>
              </a:rPr>
              <a:t>used</a:t>
            </a:r>
            <a:r>
              <a:rPr lang="en-GB" sz="1200" spc="-55" noProof="0" dirty="0">
                <a:latin typeface="+mn-lt"/>
                <a:cs typeface="Segoe UI"/>
              </a:rPr>
              <a:t> </a:t>
            </a:r>
            <a:r>
              <a:rPr lang="en-GB" sz="1200" spc="-15" noProof="0" dirty="0">
                <a:latin typeface="+mn-lt"/>
                <a:cs typeface="Segoe UI"/>
              </a:rPr>
              <a:t>throughout</a:t>
            </a:r>
          </a:p>
          <a:p>
            <a:pPr marL="241300" marR="124460" indent="-228600">
              <a:lnSpc>
                <a:spcPct val="100000"/>
              </a:lnSpc>
              <a:spcBef>
                <a:spcPts val="600"/>
              </a:spcBef>
              <a:buFont typeface="+mj-lt"/>
              <a:buAutoNum type="arabicPeriod"/>
              <a:tabLst>
                <a:tab pos="180975" algn="l"/>
              </a:tabLst>
            </a:pPr>
            <a:r>
              <a:rPr lang="en-GB" sz="1200" spc="-15" noProof="0" dirty="0">
                <a:latin typeface="+mn-lt"/>
                <a:cs typeface="Segoe UI"/>
              </a:rPr>
              <a:t>End</a:t>
            </a:r>
            <a:r>
              <a:rPr lang="en-GB" sz="1200" spc="-50" noProof="0" dirty="0">
                <a:latin typeface="+mn-lt"/>
                <a:cs typeface="Segoe UI"/>
              </a:rPr>
              <a:t> </a:t>
            </a:r>
            <a:r>
              <a:rPr lang="en-GB" sz="1200" spc="-15" noProof="0" dirty="0">
                <a:latin typeface="+mn-lt"/>
                <a:cs typeface="Segoe UI"/>
              </a:rPr>
              <a:t>current</a:t>
            </a:r>
            <a:r>
              <a:rPr lang="en-GB" sz="1200" spc="-60" noProof="0" dirty="0">
                <a:latin typeface="+mn-lt"/>
                <a:cs typeface="Segoe UI"/>
              </a:rPr>
              <a:t> </a:t>
            </a:r>
            <a:r>
              <a:rPr lang="en-GB" sz="1200" spc="-20" noProof="0" dirty="0">
                <a:latin typeface="+mn-lt"/>
                <a:cs typeface="Segoe UI"/>
              </a:rPr>
              <a:t>shell</a:t>
            </a:r>
            <a:r>
              <a:rPr lang="en-GB" sz="1200" spc="-65" noProof="0" dirty="0">
                <a:latin typeface="+mn-lt"/>
                <a:cs typeface="Segoe UI"/>
              </a:rPr>
              <a:t> for user henry, </a:t>
            </a:r>
            <a:r>
              <a:rPr lang="en-GB" sz="1200" spc="-15" noProof="0" dirty="0">
                <a:latin typeface="+mn-lt"/>
                <a:cs typeface="Segoe UI"/>
              </a:rPr>
              <a:t>back to user root’s shell</a:t>
            </a:r>
            <a:r>
              <a:rPr lang="en-GB" sz="1200" spc="-15" noProof="0" dirty="0">
                <a:latin typeface="Montserrat" panose="00000500000000000000" pitchFamily="2" charset="0"/>
                <a:cs typeface="Segoe UI"/>
              </a:rPr>
              <a:t>.</a:t>
            </a:r>
            <a:endParaRPr lang="en-GB" sz="1200" noProof="0" dirty="0">
              <a:latin typeface="Montserrat" panose="00000500000000000000" pitchFamily="2" charset="0"/>
              <a:cs typeface="Segoe UI"/>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14</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5243122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15</a:t>
            </a:fld>
            <a:endParaRPr lang="en-GB" dirty="0"/>
          </a:p>
        </p:txBody>
      </p:sp>
    </p:spTree>
    <p:extLst>
      <p:ext uri="{BB962C8B-B14F-4D97-AF65-F5344CB8AC3E}">
        <p14:creationId xmlns:p14="http://schemas.microsoft.com/office/powerpoint/2010/main" val="16741060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15" noProof="0" dirty="0">
                <a:latin typeface="+mn-lt"/>
                <a:cs typeface="Segoe UI"/>
              </a:rPr>
              <a:t>The</a:t>
            </a:r>
            <a:r>
              <a:rPr lang="en-GB" sz="1200" spc="-80" noProof="0" dirty="0">
                <a:latin typeface="+mn-lt"/>
                <a:cs typeface="Segoe UI"/>
              </a:rPr>
              <a:t> </a:t>
            </a:r>
            <a:r>
              <a:rPr lang="en-GB" sz="1200" spc="-10" noProof="0" dirty="0">
                <a:latin typeface="+mn-lt"/>
                <a:cs typeface="Segoe UI"/>
              </a:rPr>
              <a:t>su</a:t>
            </a:r>
            <a:r>
              <a:rPr lang="en-GB" sz="1200" spc="-50"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15" noProof="0" dirty="0">
                <a:latin typeface="+mn-lt"/>
                <a:cs typeface="Segoe UI"/>
              </a:rPr>
              <a:t>is</a:t>
            </a:r>
            <a:r>
              <a:rPr lang="en-GB" sz="1200" spc="-20" noProof="0" dirty="0">
                <a:latin typeface="+mn-lt"/>
                <a:cs typeface="Segoe UI"/>
              </a:rPr>
              <a:t> </a:t>
            </a:r>
            <a:r>
              <a:rPr lang="en-GB" sz="1200" spc="-15" noProof="0" dirty="0">
                <a:latin typeface="+mn-lt"/>
                <a:cs typeface="Segoe UI"/>
              </a:rPr>
              <a:t>used</a:t>
            </a:r>
            <a:r>
              <a:rPr lang="en-GB" sz="1200" spc="-75" noProof="0" dirty="0">
                <a:latin typeface="+mn-lt"/>
                <a:cs typeface="Segoe UI"/>
              </a:rPr>
              <a:t> </a:t>
            </a:r>
            <a:r>
              <a:rPr lang="en-GB" sz="1200" spc="-10" noProof="0" dirty="0">
                <a:latin typeface="+mn-lt"/>
                <a:cs typeface="Segoe UI"/>
              </a:rPr>
              <a:t>by</a:t>
            </a:r>
            <a:r>
              <a:rPr lang="en-GB" sz="1200" spc="-40" noProof="0" dirty="0">
                <a:latin typeface="+mn-lt"/>
                <a:cs typeface="Segoe UI"/>
              </a:rPr>
              <a:t> </a:t>
            </a:r>
            <a:r>
              <a:rPr lang="en-GB" sz="1200" spc="-15" noProof="0" dirty="0">
                <a:latin typeface="+mn-lt"/>
                <a:cs typeface="Segoe UI"/>
              </a:rPr>
              <a:t>the</a:t>
            </a:r>
            <a:r>
              <a:rPr lang="en-GB" sz="1200" spc="-25" noProof="0" dirty="0">
                <a:latin typeface="+mn-lt"/>
                <a:cs typeface="Segoe UI"/>
              </a:rPr>
              <a:t> </a:t>
            </a:r>
            <a:r>
              <a:rPr lang="en-GB" sz="1200" spc="-20" noProof="0" dirty="0">
                <a:latin typeface="+mn-lt"/>
                <a:cs typeface="Segoe UI"/>
              </a:rPr>
              <a:t>system</a:t>
            </a:r>
            <a:r>
              <a:rPr lang="en-GB" sz="1200" spc="-35" noProof="0" dirty="0">
                <a:latin typeface="+mn-lt"/>
                <a:cs typeface="Segoe UI"/>
              </a:rPr>
              <a:t> </a:t>
            </a:r>
            <a:r>
              <a:rPr lang="en-GB" sz="1200" spc="-25" noProof="0" dirty="0">
                <a:latin typeface="+mn-lt"/>
                <a:cs typeface="Segoe UI"/>
              </a:rPr>
              <a:t>administrator</a:t>
            </a:r>
            <a:r>
              <a:rPr lang="en-GB" sz="1200" spc="-15" noProof="0" dirty="0">
                <a:latin typeface="+mn-lt"/>
                <a:cs typeface="Segoe UI"/>
              </a:rPr>
              <a:t> to</a:t>
            </a:r>
            <a:r>
              <a:rPr lang="en-GB" sz="1200" spc="-45" noProof="0" dirty="0">
                <a:latin typeface="+mn-lt"/>
                <a:cs typeface="Segoe UI"/>
              </a:rPr>
              <a:t> </a:t>
            </a:r>
            <a:r>
              <a:rPr lang="en-GB" sz="1200" spc="-20" noProof="0" dirty="0">
                <a:latin typeface="+mn-lt"/>
                <a:cs typeface="Segoe UI"/>
              </a:rPr>
              <a:t>become</a:t>
            </a:r>
            <a:r>
              <a:rPr lang="en-GB" sz="1200" spc="-30" noProof="0" dirty="0">
                <a:latin typeface="+mn-lt"/>
                <a:cs typeface="Segoe UI"/>
              </a:rPr>
              <a:t> </a:t>
            </a:r>
            <a:r>
              <a:rPr lang="en-GB" sz="1200" spc="-20" noProof="0" dirty="0">
                <a:latin typeface="+mn-lt"/>
                <a:cs typeface="Segoe UI"/>
              </a:rPr>
              <a:t>another</a:t>
            </a:r>
            <a:r>
              <a:rPr lang="en-GB" sz="1200" spc="-40" noProof="0" dirty="0">
                <a:latin typeface="+mn-lt"/>
                <a:cs typeface="Segoe UI"/>
              </a:rPr>
              <a:t> </a:t>
            </a:r>
            <a:r>
              <a:rPr lang="en-GB" sz="1200" spc="-15" noProof="0" dirty="0">
                <a:latin typeface="+mn-lt"/>
                <a:cs typeface="Segoe UI"/>
              </a:rPr>
              <a:t>user</a:t>
            </a:r>
            <a:r>
              <a:rPr lang="en-GB" sz="1200" spc="-45" noProof="0" dirty="0">
                <a:latin typeface="+mn-lt"/>
                <a:cs typeface="Segoe UI"/>
              </a:rPr>
              <a:t> </a:t>
            </a:r>
            <a:r>
              <a:rPr lang="en-GB" sz="1200" spc="-20" noProof="0" dirty="0">
                <a:latin typeface="+mn-lt"/>
                <a:cs typeface="Segoe UI"/>
              </a:rPr>
              <a:t>temporarily</a:t>
            </a:r>
            <a:r>
              <a:rPr lang="en-GB" sz="1200" noProof="0" dirty="0">
                <a:latin typeface="+mn-lt"/>
                <a:cs typeface="Segoe UI"/>
              </a:rPr>
              <a:t>.</a:t>
            </a:r>
          </a:p>
          <a:p>
            <a:pPr marL="12700">
              <a:lnSpc>
                <a:spcPct val="100000"/>
              </a:lnSpc>
              <a:spcBef>
                <a:spcPts val="105"/>
              </a:spcBef>
            </a:pPr>
            <a:r>
              <a:rPr lang="en-GB" sz="1200" spc="5" noProof="0" dirty="0">
                <a:latin typeface="+mn-lt"/>
                <a:cs typeface="Segoe UI"/>
              </a:rPr>
              <a:t>A</a:t>
            </a:r>
            <a:r>
              <a:rPr lang="en-GB" sz="1200" spc="-35" noProof="0" dirty="0">
                <a:latin typeface="+mn-lt"/>
                <a:cs typeface="Segoe UI"/>
              </a:rPr>
              <a:t> </a:t>
            </a:r>
            <a:r>
              <a:rPr lang="en-GB" sz="1200" spc="-15" noProof="0" dirty="0">
                <a:latin typeface="+mn-lt"/>
                <a:cs typeface="Segoe UI"/>
              </a:rPr>
              <a:t>new</a:t>
            </a:r>
            <a:r>
              <a:rPr lang="en-GB" sz="1200" spc="-60" noProof="0" dirty="0">
                <a:latin typeface="+mn-lt"/>
                <a:cs typeface="Segoe UI"/>
              </a:rPr>
              <a:t> </a:t>
            </a:r>
            <a:r>
              <a:rPr lang="en-GB" sz="1200" spc="-20" noProof="0" dirty="0">
                <a:latin typeface="+mn-lt"/>
                <a:cs typeface="Segoe UI"/>
              </a:rPr>
              <a:t>shell</a:t>
            </a:r>
            <a:r>
              <a:rPr lang="en-GB" sz="1200" spc="-35" noProof="0" dirty="0">
                <a:latin typeface="+mn-lt"/>
                <a:cs typeface="Segoe UI"/>
              </a:rPr>
              <a:t> </a:t>
            </a:r>
            <a:r>
              <a:rPr lang="en-GB" sz="1200" spc="-15" noProof="0" dirty="0">
                <a:latin typeface="+mn-lt"/>
                <a:cs typeface="Segoe UI"/>
              </a:rPr>
              <a:t>is </a:t>
            </a:r>
            <a:r>
              <a:rPr lang="en-GB" sz="1200" spc="-20" noProof="0" dirty="0">
                <a:latin typeface="+mn-lt"/>
                <a:cs typeface="Segoe UI"/>
              </a:rPr>
              <a:t>invoked</a:t>
            </a:r>
            <a:r>
              <a:rPr lang="en-GB" sz="1200" spc="-80" noProof="0" dirty="0">
                <a:latin typeface="+mn-lt"/>
                <a:cs typeface="Segoe UI"/>
              </a:rPr>
              <a:t> </a:t>
            </a:r>
            <a:r>
              <a:rPr lang="en-GB" sz="1200" spc="-25" noProof="0" dirty="0">
                <a:latin typeface="+mn-lt"/>
                <a:cs typeface="Segoe UI"/>
              </a:rPr>
              <a:t>with</a:t>
            </a:r>
            <a:r>
              <a:rPr lang="en-GB" sz="1200" spc="-50" noProof="0" dirty="0">
                <a:latin typeface="+mn-lt"/>
                <a:cs typeface="Segoe UI"/>
              </a:rPr>
              <a:t> </a:t>
            </a:r>
            <a:r>
              <a:rPr lang="en-GB" sz="1200" spc="-20" noProof="0" dirty="0">
                <a:latin typeface="+mn-lt"/>
                <a:cs typeface="Segoe UI"/>
              </a:rPr>
              <a:t>the</a:t>
            </a:r>
            <a:r>
              <a:rPr lang="en-GB" sz="1200" spc="-30" noProof="0" dirty="0">
                <a:latin typeface="+mn-lt"/>
                <a:cs typeface="Segoe UI"/>
              </a:rPr>
              <a:t> </a:t>
            </a:r>
            <a:r>
              <a:rPr lang="en-GB" sz="1200" spc="-15" noProof="0" dirty="0">
                <a:latin typeface="+mn-lt"/>
                <a:cs typeface="Segoe UI"/>
              </a:rPr>
              <a:t>user</a:t>
            </a:r>
            <a:r>
              <a:rPr lang="en-GB" sz="1200" spc="-45"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15" noProof="0" dirty="0">
                <a:latin typeface="+mn-lt"/>
                <a:cs typeface="Segoe UI"/>
              </a:rPr>
              <a:t>group</a:t>
            </a:r>
            <a:r>
              <a:rPr lang="en-GB" sz="1200" spc="-75" noProof="0" dirty="0">
                <a:latin typeface="+mn-lt"/>
                <a:cs typeface="Segoe UI"/>
              </a:rPr>
              <a:t> </a:t>
            </a:r>
            <a:r>
              <a:rPr lang="en-GB" sz="1200" spc="-15" noProof="0" dirty="0">
                <a:latin typeface="+mn-lt"/>
                <a:cs typeface="Segoe UI"/>
              </a:rPr>
              <a:t>ids</a:t>
            </a:r>
            <a:r>
              <a:rPr lang="en-GB" sz="1200" spc="-50"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20" noProof="0" dirty="0">
                <a:latin typeface="+mn-lt"/>
                <a:cs typeface="Segoe UI"/>
              </a:rPr>
              <a:t>the</a:t>
            </a:r>
            <a:r>
              <a:rPr lang="en-GB" sz="1200" spc="-60" noProof="0" dirty="0">
                <a:latin typeface="+mn-lt"/>
                <a:cs typeface="Segoe UI"/>
              </a:rPr>
              <a:t> </a:t>
            </a:r>
            <a:r>
              <a:rPr lang="en-GB" sz="1200" spc="-20" noProof="0" dirty="0">
                <a:latin typeface="+mn-lt"/>
                <a:cs typeface="Segoe UI"/>
              </a:rPr>
              <a:t>specified</a:t>
            </a:r>
            <a:r>
              <a:rPr lang="en-GB" sz="1200" spc="-25" noProof="0" dirty="0">
                <a:latin typeface="+mn-lt"/>
                <a:cs typeface="Segoe UI"/>
              </a:rPr>
              <a:t> </a:t>
            </a:r>
            <a:r>
              <a:rPr lang="en-GB" sz="1200" spc="-20" noProof="0" dirty="0">
                <a:latin typeface="+mn-lt"/>
                <a:cs typeface="Segoe UI"/>
              </a:rPr>
              <a:t>login</a:t>
            </a:r>
            <a:r>
              <a:rPr lang="en-GB" sz="1200" spc="-50" noProof="0" dirty="0">
                <a:latin typeface="+mn-lt"/>
                <a:cs typeface="Segoe UI"/>
              </a:rPr>
              <a:t> </a:t>
            </a:r>
            <a:r>
              <a:rPr lang="en-GB" sz="1200" spc="-20" noProof="0" dirty="0">
                <a:latin typeface="+mn-lt"/>
                <a:cs typeface="Segoe UI"/>
              </a:rPr>
              <a:t>name.</a:t>
            </a:r>
            <a:endParaRPr lang="en-GB" sz="1200" noProof="0" dirty="0">
              <a:latin typeface="+mn-lt"/>
              <a:cs typeface="Segoe UI"/>
            </a:endParaRPr>
          </a:p>
          <a:p>
            <a:pPr marL="12700" marR="77470">
              <a:lnSpc>
                <a:spcPct val="100000"/>
              </a:lnSpc>
              <a:spcBef>
                <a:spcPts val="600"/>
              </a:spcBef>
            </a:pPr>
            <a:r>
              <a:rPr lang="en-GB" sz="1200" spc="-15" noProof="0" dirty="0">
                <a:latin typeface="+mn-lt"/>
                <a:cs typeface="Segoe UI"/>
              </a:rPr>
              <a:t>If the </a:t>
            </a:r>
            <a:r>
              <a:rPr lang="en-GB" sz="1200" noProof="0" dirty="0">
                <a:latin typeface="+mn-lt"/>
                <a:cs typeface="Segoe UI"/>
              </a:rPr>
              <a:t>- </a:t>
            </a:r>
            <a:r>
              <a:rPr lang="en-GB" sz="1200" spc="-20" noProof="0" dirty="0">
                <a:latin typeface="+mn-lt"/>
                <a:cs typeface="Segoe UI"/>
              </a:rPr>
              <a:t>argument </a:t>
            </a:r>
            <a:r>
              <a:rPr lang="en-GB" sz="1200" spc="-15" noProof="0" dirty="0">
                <a:latin typeface="+mn-lt"/>
                <a:cs typeface="Segoe UI"/>
              </a:rPr>
              <a:t>is </a:t>
            </a:r>
            <a:r>
              <a:rPr lang="en-GB" sz="1200" spc="-20" noProof="0" dirty="0">
                <a:latin typeface="+mn-lt"/>
                <a:cs typeface="Segoe UI"/>
              </a:rPr>
              <a:t>given, </a:t>
            </a:r>
            <a:r>
              <a:rPr lang="en-GB" sz="1200" spc="-15" noProof="0" dirty="0">
                <a:latin typeface="+mn-lt"/>
                <a:cs typeface="Segoe UI"/>
              </a:rPr>
              <a:t>the </a:t>
            </a:r>
            <a:r>
              <a:rPr lang="en-GB" sz="1200" spc="-20" noProof="0" dirty="0">
                <a:latin typeface="+mn-lt"/>
                <a:cs typeface="Segoe UI"/>
              </a:rPr>
              <a:t>shell </a:t>
            </a:r>
            <a:r>
              <a:rPr lang="en-GB" sz="1200" spc="-25" noProof="0" dirty="0">
                <a:latin typeface="+mn-lt"/>
                <a:cs typeface="Segoe UI"/>
              </a:rPr>
              <a:t>executes </a:t>
            </a:r>
            <a:r>
              <a:rPr lang="en-GB" sz="1200" spc="-15" noProof="0" dirty="0">
                <a:latin typeface="+mn-lt"/>
                <a:cs typeface="Segoe UI"/>
              </a:rPr>
              <a:t>the </a:t>
            </a:r>
            <a:r>
              <a:rPr lang="en-GB" sz="1200" spc="-20" noProof="0" dirty="0">
                <a:latin typeface="+mn-lt"/>
                <a:cs typeface="Segoe UI"/>
              </a:rPr>
              <a:t>login profiles </a:t>
            </a:r>
            <a:r>
              <a:rPr lang="en-GB" sz="1200" spc="-15" noProof="0" dirty="0">
                <a:latin typeface="+mn-lt"/>
                <a:cs typeface="Segoe UI"/>
              </a:rPr>
              <a:t>to set </a:t>
            </a:r>
            <a:r>
              <a:rPr lang="en-GB" sz="1200" spc="-10" noProof="0" dirty="0">
                <a:latin typeface="+mn-lt"/>
                <a:cs typeface="Segoe UI"/>
              </a:rPr>
              <a:t>up </a:t>
            </a:r>
            <a:r>
              <a:rPr lang="en-GB" sz="1200" spc="-15" noProof="0" dirty="0">
                <a:latin typeface="+mn-lt"/>
                <a:cs typeface="Segoe UI"/>
              </a:rPr>
              <a:t>the </a:t>
            </a:r>
            <a:r>
              <a:rPr lang="en-GB" sz="1200" spc="-20" noProof="0" dirty="0">
                <a:latin typeface="+mn-lt"/>
                <a:cs typeface="Segoe UI"/>
              </a:rPr>
              <a:t>environment </a:t>
            </a:r>
            <a:r>
              <a:rPr lang="en-GB" sz="1200" spc="-15" noProof="0" dirty="0">
                <a:latin typeface="+mn-lt"/>
                <a:cs typeface="Segoe UI"/>
              </a:rPr>
              <a:t>as though the new</a:t>
            </a:r>
            <a:r>
              <a:rPr lang="en-GB" sz="1200" spc="-70" noProof="0" dirty="0">
                <a:latin typeface="+mn-lt"/>
                <a:cs typeface="Segoe UI"/>
              </a:rPr>
              <a:t> </a:t>
            </a:r>
            <a:r>
              <a:rPr lang="en-GB" sz="1200" spc="-15" noProof="0" dirty="0">
                <a:latin typeface="+mn-lt"/>
                <a:cs typeface="Segoe UI"/>
              </a:rPr>
              <a:t>user</a:t>
            </a:r>
            <a:r>
              <a:rPr lang="en-GB" sz="1200" spc="-45" noProof="0" dirty="0">
                <a:latin typeface="+mn-lt"/>
                <a:cs typeface="Segoe UI"/>
              </a:rPr>
              <a:t> </a:t>
            </a:r>
            <a:r>
              <a:rPr lang="en-GB" sz="1200" spc="-15" noProof="0" dirty="0">
                <a:latin typeface="+mn-lt"/>
                <a:cs typeface="Segoe UI"/>
              </a:rPr>
              <a:t>had</a:t>
            </a:r>
            <a:r>
              <a:rPr lang="en-GB" sz="1200" spc="-50" noProof="0" dirty="0">
                <a:latin typeface="+mn-lt"/>
                <a:cs typeface="Segoe UI"/>
              </a:rPr>
              <a:t> </a:t>
            </a:r>
            <a:r>
              <a:rPr lang="en-GB" sz="1200" spc="-15" noProof="0" dirty="0">
                <a:latin typeface="+mn-lt"/>
                <a:cs typeface="Segoe UI"/>
              </a:rPr>
              <a:t>logged</a:t>
            </a:r>
            <a:r>
              <a:rPr lang="en-GB" sz="1200" spc="-75" noProof="0" dirty="0">
                <a:latin typeface="+mn-lt"/>
                <a:cs typeface="Segoe UI"/>
              </a:rPr>
              <a:t> </a:t>
            </a:r>
            <a:r>
              <a:rPr lang="en-GB" sz="1200" spc="-15" noProof="0" dirty="0">
                <a:latin typeface="+mn-lt"/>
                <a:cs typeface="Segoe UI"/>
              </a:rPr>
              <a:t>in</a:t>
            </a:r>
            <a:r>
              <a:rPr lang="en-GB" sz="1200" spc="-25" noProof="0" dirty="0">
                <a:latin typeface="+mn-lt"/>
                <a:cs typeface="Segoe UI"/>
              </a:rPr>
              <a:t> </a:t>
            </a:r>
            <a:r>
              <a:rPr lang="en-GB" sz="1200" spc="-15" noProof="0" dirty="0">
                <a:latin typeface="+mn-lt"/>
                <a:cs typeface="Segoe UI"/>
              </a:rPr>
              <a:t>as</a:t>
            </a:r>
            <a:r>
              <a:rPr lang="en-GB" sz="1200" spc="-30" noProof="0" dirty="0">
                <a:latin typeface="+mn-lt"/>
                <a:cs typeface="Segoe UI"/>
              </a:rPr>
              <a:t> </a:t>
            </a:r>
            <a:r>
              <a:rPr lang="en-GB" sz="1200" spc="-20" noProof="0" dirty="0">
                <a:latin typeface="+mn-lt"/>
                <a:cs typeface="Segoe UI"/>
              </a:rPr>
              <a:t>normal.</a:t>
            </a:r>
          </a:p>
          <a:p>
            <a:pPr marL="12700" marR="77470">
              <a:lnSpc>
                <a:spcPct val="100000"/>
              </a:lnSpc>
              <a:spcBef>
                <a:spcPts val="600"/>
              </a:spcBef>
            </a:pPr>
            <a:r>
              <a:rPr lang="en-GB" sz="1200" spc="-20" noProof="0" dirty="0">
                <a:latin typeface="+mn-lt"/>
                <a:cs typeface="Segoe UI"/>
              </a:rPr>
              <a:t>Without</a:t>
            </a:r>
            <a:r>
              <a:rPr lang="en-GB" sz="1200" spc="-60" noProof="0" dirty="0">
                <a:latin typeface="+mn-lt"/>
                <a:cs typeface="Segoe UI"/>
              </a:rPr>
              <a:t> </a:t>
            </a:r>
            <a:r>
              <a:rPr lang="en-GB" sz="1200" spc="-15" noProof="0" dirty="0">
                <a:latin typeface="+mn-lt"/>
                <a:cs typeface="Segoe UI"/>
              </a:rPr>
              <a:t>the</a:t>
            </a:r>
            <a:r>
              <a:rPr lang="en-GB" sz="1200" spc="-45" noProof="0" dirty="0">
                <a:latin typeface="+mn-lt"/>
                <a:cs typeface="Segoe UI"/>
              </a:rPr>
              <a:t> </a:t>
            </a:r>
            <a:r>
              <a:rPr lang="en-GB" sz="1200" noProof="0" dirty="0">
                <a:latin typeface="+mn-lt"/>
                <a:cs typeface="Segoe UI"/>
              </a:rPr>
              <a:t>-</a:t>
            </a:r>
            <a:r>
              <a:rPr lang="en-GB" sz="1200" spc="-25" noProof="0" dirty="0">
                <a:latin typeface="+mn-lt"/>
                <a:cs typeface="Segoe UI"/>
              </a:rPr>
              <a:t> </a:t>
            </a:r>
            <a:r>
              <a:rPr lang="en-GB" sz="1200" spc="-20" noProof="0" dirty="0">
                <a:latin typeface="+mn-lt"/>
                <a:cs typeface="Segoe UI"/>
              </a:rPr>
              <a:t>argument,</a:t>
            </a:r>
            <a:r>
              <a:rPr lang="en-GB" sz="1200" spc="-6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15" noProof="0" dirty="0">
                <a:latin typeface="+mn-lt"/>
                <a:cs typeface="Segoe UI"/>
              </a:rPr>
              <a:t>current</a:t>
            </a:r>
            <a:r>
              <a:rPr lang="en-GB" sz="1200" spc="-60" noProof="0" dirty="0">
                <a:latin typeface="+mn-lt"/>
                <a:cs typeface="Segoe UI"/>
              </a:rPr>
              <a:t> </a:t>
            </a:r>
            <a:r>
              <a:rPr lang="en-GB" sz="1200" spc="-20" noProof="0" dirty="0">
                <a:latin typeface="+mn-lt"/>
                <a:cs typeface="Segoe UI"/>
              </a:rPr>
              <a:t>environment</a:t>
            </a:r>
            <a:r>
              <a:rPr lang="en-GB" sz="1200" spc="-60" noProof="0" dirty="0">
                <a:latin typeface="+mn-lt"/>
                <a:cs typeface="Segoe UI"/>
              </a:rPr>
              <a:t> </a:t>
            </a:r>
            <a:r>
              <a:rPr lang="en-GB" sz="1200" spc="-15" noProof="0" dirty="0">
                <a:latin typeface="+mn-lt"/>
                <a:cs typeface="Segoe UI"/>
              </a:rPr>
              <a:t>is</a:t>
            </a:r>
            <a:r>
              <a:rPr lang="en-GB" sz="1200" spc="-55"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15" noProof="0" dirty="0">
                <a:latin typeface="+mn-lt"/>
                <a:cs typeface="Segoe UI"/>
              </a:rPr>
              <a:t>new </a:t>
            </a:r>
            <a:r>
              <a:rPr lang="en-GB" sz="1200" spc="-20" noProof="0" dirty="0">
                <a:latin typeface="+mn-lt"/>
                <a:cs typeface="Segoe UI"/>
              </a:rPr>
              <a:t>shell.</a:t>
            </a:r>
            <a:endParaRPr lang="en-GB" sz="1200" noProof="0" dirty="0">
              <a:latin typeface="+mn-lt"/>
              <a:cs typeface="Segoe UI"/>
            </a:endParaRPr>
          </a:p>
          <a:p>
            <a:pPr marL="12700">
              <a:lnSpc>
                <a:spcPct val="100000"/>
              </a:lnSpc>
              <a:spcBef>
                <a:spcPts val="600"/>
              </a:spcBef>
            </a:pPr>
            <a:r>
              <a:rPr lang="en-GB" sz="1200" spc="-15" noProof="0" dirty="0">
                <a:latin typeface="+mn-lt"/>
                <a:cs typeface="Segoe UI"/>
              </a:rPr>
              <a:t>The</a:t>
            </a:r>
            <a:r>
              <a:rPr lang="en-GB" sz="1200" spc="-85" noProof="0" dirty="0">
                <a:latin typeface="+mn-lt"/>
                <a:cs typeface="Segoe UI"/>
              </a:rPr>
              <a:t> </a:t>
            </a:r>
            <a:r>
              <a:rPr lang="en-GB" sz="1200" spc="-10" noProof="0" dirty="0">
                <a:latin typeface="+mn-lt"/>
                <a:cs typeface="Segoe UI"/>
              </a:rPr>
              <a:t>su</a:t>
            </a:r>
            <a:r>
              <a:rPr lang="en-GB" sz="1200" spc="-55"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15" noProof="0" dirty="0">
                <a:latin typeface="+mn-lt"/>
                <a:cs typeface="Segoe UI"/>
              </a:rPr>
              <a:t>logs</a:t>
            </a:r>
            <a:r>
              <a:rPr lang="en-GB" sz="1200" spc="-55" noProof="0" dirty="0">
                <a:latin typeface="+mn-lt"/>
                <a:cs typeface="Segoe UI"/>
              </a:rPr>
              <a:t> </a:t>
            </a:r>
            <a:r>
              <a:rPr lang="en-GB" sz="1200" spc="-20" noProof="0" dirty="0">
                <a:latin typeface="+mn-lt"/>
                <a:cs typeface="Segoe UI"/>
              </a:rPr>
              <a:t>all</a:t>
            </a:r>
            <a:r>
              <a:rPr lang="en-GB" sz="1200" spc="-40" noProof="0" dirty="0">
                <a:latin typeface="+mn-lt"/>
                <a:cs typeface="Segoe UI"/>
              </a:rPr>
              <a:t> </a:t>
            </a:r>
            <a:r>
              <a:rPr lang="en-GB" sz="1200" spc="-25" noProof="0" dirty="0">
                <a:latin typeface="+mn-lt"/>
                <a:cs typeface="Segoe UI"/>
              </a:rPr>
              <a:t>attempts</a:t>
            </a:r>
            <a:r>
              <a:rPr lang="en-GB" sz="1200" spc="-5"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20" noProof="0" dirty="0">
                <a:latin typeface="+mn-lt"/>
                <a:cs typeface="Segoe UI"/>
              </a:rPr>
              <a:t>become</a:t>
            </a:r>
            <a:r>
              <a:rPr lang="en-GB" sz="1200" spc="-3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15" noProof="0" dirty="0">
                <a:latin typeface="+mn-lt"/>
                <a:cs typeface="Segoe UI"/>
              </a:rPr>
              <a:t>new</a:t>
            </a:r>
            <a:r>
              <a:rPr lang="en-GB" sz="1200" spc="-45" noProof="0" dirty="0">
                <a:latin typeface="+mn-lt"/>
                <a:cs typeface="Segoe UI"/>
              </a:rPr>
              <a:t> </a:t>
            </a:r>
            <a:r>
              <a:rPr lang="en-GB" sz="1200" spc="-15" noProof="0" dirty="0">
                <a:latin typeface="+mn-lt"/>
                <a:cs typeface="Segoe UI"/>
              </a:rPr>
              <a:t>user.</a:t>
            </a:r>
          </a:p>
          <a:p>
            <a:pPr marL="12700">
              <a:lnSpc>
                <a:spcPct val="100000"/>
              </a:lnSpc>
              <a:spcBef>
                <a:spcPts val="600"/>
              </a:spcBef>
            </a:pPr>
            <a:endParaRPr lang="en-GB" sz="1200" spc="-15" noProof="0" dirty="0">
              <a:latin typeface="+mn-lt"/>
              <a:cs typeface="Segoe UI"/>
            </a:endParaRPr>
          </a:p>
          <a:p>
            <a:pPr marL="12700">
              <a:lnSpc>
                <a:spcPct val="100000"/>
              </a:lnSpc>
              <a:spcBef>
                <a:spcPts val="600"/>
              </a:spcBef>
            </a:pPr>
            <a:r>
              <a:rPr lang="en-GB" sz="1200" spc="-15" noProof="0" dirty="0">
                <a:latin typeface="+mn-lt"/>
                <a:cs typeface="Segoe UI"/>
              </a:rPr>
              <a:t>Note:</a:t>
            </a:r>
            <a:endParaRPr lang="en-GB" sz="1200" noProof="0" dirty="0">
              <a:latin typeface="+mn-lt"/>
              <a:cs typeface="Segoe UI"/>
            </a:endParaRPr>
          </a:p>
          <a:p>
            <a:pPr marL="12700" marR="315595">
              <a:lnSpc>
                <a:spcPct val="100000"/>
              </a:lnSpc>
              <a:spcBef>
                <a:spcPts val="600"/>
              </a:spcBef>
            </a:pPr>
            <a:r>
              <a:rPr lang="en-GB" sz="1200" spc="-15" noProof="0" dirty="0">
                <a:latin typeface="+mn-lt"/>
                <a:cs typeface="Segoe UI"/>
              </a:rPr>
              <a:t>The </a:t>
            </a:r>
            <a:r>
              <a:rPr lang="en-GB" sz="1200" spc="-20" noProof="0" dirty="0">
                <a:latin typeface="+mn-lt"/>
                <a:cs typeface="Segoe UI"/>
              </a:rPr>
              <a:t>login command can also </a:t>
            </a:r>
            <a:r>
              <a:rPr lang="en-GB" sz="1200" spc="-10" noProof="0" dirty="0">
                <a:latin typeface="+mn-lt"/>
                <a:cs typeface="Segoe UI"/>
              </a:rPr>
              <a:t>be </a:t>
            </a:r>
            <a:r>
              <a:rPr lang="en-GB" sz="1200" spc="-15" noProof="0" dirty="0">
                <a:latin typeface="+mn-lt"/>
                <a:cs typeface="Segoe UI"/>
              </a:rPr>
              <a:t>used to </a:t>
            </a:r>
            <a:r>
              <a:rPr lang="en-GB" sz="1200" spc="-20" noProof="0" dirty="0">
                <a:latin typeface="+mn-lt"/>
                <a:cs typeface="Segoe UI"/>
              </a:rPr>
              <a:t>become another </a:t>
            </a:r>
            <a:r>
              <a:rPr lang="en-GB" sz="1200" spc="-15" noProof="0" dirty="0">
                <a:latin typeface="+mn-lt"/>
                <a:cs typeface="Segoe UI"/>
              </a:rPr>
              <a:t>user.</a:t>
            </a:r>
          </a:p>
          <a:p>
            <a:pPr marL="12700" marR="315595">
              <a:lnSpc>
                <a:spcPct val="100000"/>
              </a:lnSpc>
              <a:spcBef>
                <a:spcPts val="600"/>
              </a:spcBef>
            </a:pPr>
            <a:r>
              <a:rPr lang="en-GB" sz="1200" spc="-15" noProof="0" dirty="0">
                <a:latin typeface="+mn-lt"/>
                <a:cs typeface="Segoe UI"/>
              </a:rPr>
              <a:t>In </a:t>
            </a:r>
            <a:r>
              <a:rPr lang="en-GB" sz="1200" spc="-20" noProof="0" dirty="0">
                <a:latin typeface="+mn-lt"/>
                <a:cs typeface="Segoe UI"/>
              </a:rPr>
              <a:t>this case, </a:t>
            </a:r>
            <a:r>
              <a:rPr lang="en-GB" sz="1200" spc="-15" noProof="0" dirty="0">
                <a:latin typeface="+mn-lt"/>
                <a:cs typeface="Segoe UI"/>
              </a:rPr>
              <a:t>the </a:t>
            </a:r>
            <a:r>
              <a:rPr lang="en-GB" sz="1200" spc="-25" noProof="0" dirty="0">
                <a:latin typeface="+mn-lt"/>
                <a:cs typeface="Segoe UI"/>
              </a:rPr>
              <a:t>existing </a:t>
            </a:r>
            <a:r>
              <a:rPr lang="en-GB" sz="1200" spc="-20" noProof="0" dirty="0">
                <a:latin typeface="+mn-lt"/>
                <a:cs typeface="Segoe UI"/>
              </a:rPr>
              <a:t>login shell </a:t>
            </a:r>
            <a:r>
              <a:rPr lang="en-GB" sz="1200" spc="-15" noProof="0" dirty="0">
                <a:latin typeface="+mn-lt"/>
                <a:cs typeface="Segoe UI"/>
              </a:rPr>
              <a:t>is </a:t>
            </a:r>
            <a:r>
              <a:rPr lang="en-GB" sz="1200" spc="-20" noProof="0" dirty="0">
                <a:latin typeface="+mn-lt"/>
                <a:cs typeface="Segoe UI"/>
              </a:rPr>
              <a:t>replaced</a:t>
            </a:r>
            <a:r>
              <a:rPr lang="en-GB" sz="1200" spc="-55" noProof="0" dirty="0">
                <a:latin typeface="+mn-lt"/>
                <a:cs typeface="Segoe UI"/>
              </a:rPr>
              <a:t> </a:t>
            </a:r>
            <a:r>
              <a:rPr lang="en-GB" sz="1200" spc="-10" noProof="0" dirty="0">
                <a:latin typeface="+mn-lt"/>
                <a:cs typeface="Segoe UI"/>
              </a:rPr>
              <a:t>by</a:t>
            </a:r>
            <a:r>
              <a:rPr lang="en-GB" sz="1200" spc="-4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15" noProof="0" dirty="0">
                <a:latin typeface="+mn-lt"/>
                <a:cs typeface="Segoe UI"/>
              </a:rPr>
              <a:t>new</a:t>
            </a:r>
            <a:r>
              <a:rPr lang="en-GB" sz="1200" spc="-70" noProof="0" dirty="0">
                <a:latin typeface="+mn-lt"/>
                <a:cs typeface="Segoe UI"/>
              </a:rPr>
              <a:t> </a:t>
            </a:r>
            <a:r>
              <a:rPr lang="en-GB" sz="1200" spc="-20" noProof="0" dirty="0">
                <a:latin typeface="+mn-lt"/>
                <a:cs typeface="Segoe UI"/>
              </a:rPr>
              <a:t>login</a:t>
            </a:r>
            <a:r>
              <a:rPr lang="en-GB" sz="1200" spc="-55" noProof="0" dirty="0">
                <a:latin typeface="+mn-lt"/>
                <a:cs typeface="Segoe UI"/>
              </a:rPr>
              <a:t> </a:t>
            </a:r>
            <a:r>
              <a:rPr lang="en-GB" sz="1200" spc="-20" noProof="0" dirty="0">
                <a:latin typeface="+mn-lt"/>
                <a:cs typeface="Segoe UI"/>
              </a:rPr>
              <a:t>shell</a:t>
            </a:r>
            <a:r>
              <a:rPr lang="en-GB" sz="1200" spc="-60" noProof="0" dirty="0">
                <a:latin typeface="+mn-lt"/>
                <a:cs typeface="Segoe UI"/>
              </a:rPr>
              <a:t> </a:t>
            </a:r>
            <a:r>
              <a:rPr lang="en-GB" sz="1200" spc="-15" noProof="0" dirty="0">
                <a:latin typeface="+mn-lt"/>
                <a:cs typeface="Segoe UI"/>
              </a:rPr>
              <a:t>for</a:t>
            </a:r>
            <a:r>
              <a:rPr lang="en-GB" sz="1200" spc="-5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named</a:t>
            </a:r>
            <a:r>
              <a:rPr lang="en-GB" sz="1200" spc="-55" noProof="0" dirty="0">
                <a:latin typeface="+mn-lt"/>
                <a:cs typeface="Segoe UI"/>
              </a:rPr>
              <a:t> </a:t>
            </a:r>
            <a:r>
              <a:rPr lang="en-GB" sz="1200" spc="-15" noProof="0" dirty="0">
                <a:latin typeface="+mn-lt"/>
                <a:cs typeface="Segoe UI"/>
              </a:rPr>
              <a:t>user</a:t>
            </a:r>
            <a:r>
              <a:rPr lang="en-GB" sz="1200" spc="-50" noProof="0" dirty="0">
                <a:latin typeface="+mn-lt"/>
                <a:cs typeface="Segoe UI"/>
              </a:rPr>
              <a:t> </a:t>
            </a:r>
            <a:r>
              <a:rPr lang="en-GB" sz="1200" spc="-20" noProof="0" dirty="0">
                <a:latin typeface="+mn-lt"/>
                <a:cs typeface="Segoe UI"/>
              </a:rPr>
              <a:t>(i.e.,</a:t>
            </a:r>
            <a:r>
              <a:rPr lang="en-GB" sz="1200" spc="-35" noProof="0" dirty="0">
                <a:latin typeface="+mn-lt"/>
                <a:cs typeface="Segoe UI"/>
              </a:rPr>
              <a:t> </a:t>
            </a:r>
            <a:r>
              <a:rPr lang="en-GB" sz="1200" spc="-20" noProof="0" dirty="0">
                <a:latin typeface="+mn-lt"/>
                <a:cs typeface="Segoe UI"/>
              </a:rPr>
              <a:t>cannot</a:t>
            </a:r>
            <a:r>
              <a:rPr lang="en-GB" sz="1200" spc="-65" noProof="0" dirty="0">
                <a:latin typeface="+mn-lt"/>
                <a:cs typeface="Segoe UI"/>
              </a:rPr>
              <a:t> </a:t>
            </a:r>
            <a:r>
              <a:rPr lang="en-GB" sz="1200" spc="-15" noProof="0" dirty="0">
                <a:latin typeface="+mn-lt"/>
                <a:cs typeface="Segoe UI"/>
              </a:rPr>
              <a:t>return</a:t>
            </a:r>
            <a:r>
              <a:rPr lang="en-GB" sz="1200" spc="-55" noProof="0" dirty="0">
                <a:latin typeface="+mn-lt"/>
                <a:cs typeface="Segoe UI"/>
              </a:rPr>
              <a:t> </a:t>
            </a:r>
            <a:r>
              <a:rPr lang="en-GB" sz="1200" spc="-15" noProof="0" dirty="0">
                <a:latin typeface="+mn-lt"/>
                <a:cs typeface="Segoe UI"/>
              </a:rPr>
              <a:t>to</a:t>
            </a:r>
            <a:r>
              <a:rPr lang="en-GB" sz="1200" spc="-20" noProof="0" dirty="0">
                <a:latin typeface="+mn-lt"/>
                <a:cs typeface="Segoe UI"/>
              </a:rPr>
              <a:t> </a:t>
            </a:r>
            <a:r>
              <a:rPr lang="en-GB" sz="1200" spc="-25" noProof="0" dirty="0">
                <a:latin typeface="+mn-lt"/>
                <a:cs typeface="Segoe UI"/>
              </a:rPr>
              <a:t>existing</a:t>
            </a:r>
            <a:r>
              <a:rPr lang="en-GB" sz="1200" spc="-55" noProof="0" dirty="0">
                <a:latin typeface="+mn-lt"/>
                <a:cs typeface="Segoe UI"/>
              </a:rPr>
              <a:t> </a:t>
            </a:r>
            <a:r>
              <a:rPr lang="en-GB" sz="1200" spc="-15" noProof="0" dirty="0">
                <a:latin typeface="+mn-lt"/>
                <a:cs typeface="Segoe UI"/>
              </a:rPr>
              <a:t>user).</a:t>
            </a:r>
            <a:endParaRPr lang="en-GB" sz="1200" noProof="0" dirty="0">
              <a:latin typeface="+mn-lt"/>
              <a:cs typeface="Segoe UI"/>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16</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3596728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17</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4714909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080">
              <a:lnSpc>
                <a:spcPct val="100000"/>
              </a:lnSpc>
              <a:spcBef>
                <a:spcPts val="105"/>
              </a:spcBef>
            </a:pPr>
            <a:endParaRPr lang="en-GB" noProof="0" dirty="0">
              <a:latin typeface="+mn-lt"/>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18</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3612854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3907427"/>
          </a:xfrm>
        </p:spPr>
        <p:txBody>
          <a:bodyPr/>
          <a:lstStyle/>
          <a:p>
            <a:pPr marL="12700" marR="5080">
              <a:lnSpc>
                <a:spcPct val="100000"/>
              </a:lnSpc>
              <a:spcBef>
                <a:spcPts val="105"/>
              </a:spcBef>
            </a:pPr>
            <a:r>
              <a:rPr lang="en-GB" sz="1200" spc="-15" noProof="0" dirty="0">
                <a:latin typeface="+mn-lt"/>
                <a:cs typeface="Segoe UI"/>
              </a:rPr>
              <a:t>The</a:t>
            </a:r>
            <a:r>
              <a:rPr lang="en-GB" sz="1200" spc="-85" noProof="0" dirty="0">
                <a:latin typeface="+mn-lt"/>
                <a:cs typeface="Segoe UI"/>
              </a:rPr>
              <a:t> </a:t>
            </a:r>
            <a:r>
              <a:rPr lang="en-GB" sz="1200" spc="-20" noProof="0" dirty="0">
                <a:latin typeface="+mn-lt"/>
                <a:cs typeface="Segoe UI"/>
              </a:rPr>
              <a:t>configuration</a:t>
            </a:r>
            <a:r>
              <a:rPr lang="en-GB" sz="1200" spc="-55" noProof="0" dirty="0">
                <a:latin typeface="+mn-lt"/>
                <a:cs typeface="Segoe UI"/>
              </a:rPr>
              <a:t> </a:t>
            </a:r>
            <a:r>
              <a:rPr lang="en-GB" sz="1200" spc="-10" noProof="0" dirty="0">
                <a:latin typeface="+mn-lt"/>
                <a:cs typeface="Segoe UI"/>
              </a:rPr>
              <a:t>of</a:t>
            </a:r>
            <a:r>
              <a:rPr lang="en-GB" sz="1200" spc="-6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15" noProof="0" dirty="0">
                <a:latin typeface="+mn-lt"/>
                <a:cs typeface="Segoe UI"/>
              </a:rPr>
              <a:t>sudo</a:t>
            </a:r>
            <a:r>
              <a:rPr lang="en-GB" sz="1200" spc="-75" noProof="0" dirty="0">
                <a:latin typeface="+mn-lt"/>
                <a:cs typeface="Segoe UI"/>
              </a:rPr>
              <a:t> </a:t>
            </a:r>
            <a:r>
              <a:rPr lang="en-GB" sz="1200" spc="-20" noProof="0" dirty="0">
                <a:latin typeface="+mn-lt"/>
                <a:cs typeface="Segoe UI"/>
              </a:rPr>
              <a:t>command</a:t>
            </a:r>
            <a:r>
              <a:rPr lang="en-GB" sz="1200" spc="-30"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15" noProof="0" dirty="0">
                <a:latin typeface="+mn-lt"/>
                <a:cs typeface="Segoe UI"/>
              </a:rPr>
              <a:t>stored</a:t>
            </a:r>
            <a:r>
              <a:rPr lang="en-GB" sz="1200" spc="-80" noProof="0" dirty="0">
                <a:latin typeface="+mn-lt"/>
                <a:cs typeface="Segoe UI"/>
              </a:rPr>
              <a:t> </a:t>
            </a:r>
            <a:r>
              <a:rPr lang="en-GB" sz="1200" spc="-15" noProof="0" dirty="0">
                <a:latin typeface="+mn-lt"/>
                <a:cs typeface="Segoe UI"/>
              </a:rPr>
              <a:t>in</a:t>
            </a:r>
            <a:r>
              <a:rPr lang="en-GB" sz="1200" spc="-3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Hack" panose="020B0609030202020204" pitchFamily="49" charset="0"/>
                <a:ea typeface="Hack" panose="020B0609030202020204" pitchFamily="49" charset="0"/>
                <a:cs typeface="Hack" panose="020B0609030202020204" pitchFamily="49" charset="0"/>
              </a:rPr>
              <a:t>/etc/sudoers</a:t>
            </a:r>
            <a:r>
              <a:rPr lang="en-GB" sz="1200" spc="-30" noProof="0" dirty="0">
                <a:latin typeface="Hack" panose="020B0609030202020204" pitchFamily="49" charset="0"/>
                <a:ea typeface="Hack" panose="020B0609030202020204" pitchFamily="49" charset="0"/>
                <a:cs typeface="Hack" panose="020B0609030202020204" pitchFamily="49" charset="0"/>
              </a:rPr>
              <a:t> </a:t>
            </a:r>
            <a:r>
              <a:rPr lang="en-GB" sz="1200" spc="-25" noProof="0" dirty="0">
                <a:latin typeface="+mn-lt"/>
                <a:cs typeface="Segoe UI"/>
              </a:rPr>
              <a:t>file,</a:t>
            </a:r>
            <a:r>
              <a:rPr lang="en-GB" sz="1200" spc="-40" noProof="0" dirty="0">
                <a:latin typeface="+mn-lt"/>
                <a:cs typeface="Segoe UI"/>
              </a:rPr>
              <a:t> </a:t>
            </a:r>
            <a:r>
              <a:rPr lang="en-GB" sz="1200" spc="-20" noProof="0" dirty="0">
                <a:latin typeface="+mn-lt"/>
                <a:cs typeface="Segoe UI"/>
              </a:rPr>
              <a:t>which</a:t>
            </a:r>
            <a:r>
              <a:rPr lang="en-GB" sz="1200" spc="-50" noProof="0" dirty="0">
                <a:latin typeface="+mn-lt"/>
                <a:cs typeface="Segoe UI"/>
              </a:rPr>
              <a:t> </a:t>
            </a:r>
            <a:r>
              <a:rPr lang="en-GB" sz="1200" spc="-20" noProof="0" dirty="0">
                <a:latin typeface="+mn-lt"/>
                <a:cs typeface="Segoe UI"/>
              </a:rPr>
              <a:t>can</a:t>
            </a:r>
            <a:r>
              <a:rPr lang="en-GB" sz="1200" spc="-30" noProof="0" dirty="0">
                <a:latin typeface="+mn-lt"/>
                <a:cs typeface="Segoe UI"/>
              </a:rPr>
              <a:t> </a:t>
            </a:r>
            <a:r>
              <a:rPr lang="en-GB" sz="1200" spc="-10" noProof="0" dirty="0">
                <a:latin typeface="+mn-lt"/>
                <a:cs typeface="Segoe UI"/>
              </a:rPr>
              <a:t>be</a:t>
            </a:r>
            <a:r>
              <a:rPr lang="en-GB" sz="1200" spc="-35" noProof="0" dirty="0">
                <a:latin typeface="+mn-lt"/>
                <a:cs typeface="Segoe UI"/>
              </a:rPr>
              <a:t> </a:t>
            </a:r>
            <a:r>
              <a:rPr lang="en-GB" sz="1200" spc="-20" noProof="0" dirty="0">
                <a:latin typeface="+mn-lt"/>
                <a:cs typeface="Segoe UI"/>
              </a:rPr>
              <a:t>modified</a:t>
            </a:r>
            <a:r>
              <a:rPr lang="en-GB" sz="1200" spc="-50" noProof="0" dirty="0">
                <a:latin typeface="+mn-lt"/>
                <a:cs typeface="Segoe UI"/>
              </a:rPr>
              <a:t> </a:t>
            </a:r>
            <a:r>
              <a:rPr lang="en-GB" sz="1200" spc="-15" noProof="0" dirty="0">
                <a:latin typeface="+mn-lt"/>
                <a:cs typeface="Segoe UI"/>
              </a:rPr>
              <a:t>using</a:t>
            </a:r>
            <a:r>
              <a:rPr lang="en-GB" sz="1200" spc="-80" noProof="0" dirty="0">
                <a:latin typeface="+mn-lt"/>
                <a:cs typeface="Segoe UI"/>
              </a:rPr>
              <a:t> </a:t>
            </a:r>
            <a:r>
              <a:rPr lang="en-GB" sz="1200" spc="-15" noProof="0" dirty="0">
                <a:latin typeface="+mn-lt"/>
                <a:cs typeface="Segoe UI"/>
              </a:rPr>
              <a:t>the </a:t>
            </a:r>
            <a:r>
              <a:rPr lang="en-GB" sz="1200" spc="-20" noProof="0" dirty="0">
                <a:latin typeface="Hack" panose="020B0609030202020204" pitchFamily="49" charset="0"/>
                <a:ea typeface="Hack" panose="020B0609030202020204" pitchFamily="49" charset="0"/>
                <a:cs typeface="Hack" panose="020B0609030202020204" pitchFamily="49" charset="0"/>
              </a:rPr>
              <a:t>visudo</a:t>
            </a:r>
            <a:r>
              <a:rPr lang="en-GB" sz="1200" spc="-20" noProof="0" dirty="0">
                <a:latin typeface="+mn-lt"/>
                <a:cs typeface="Segoe UI"/>
              </a:rPr>
              <a:t> command.</a:t>
            </a:r>
          </a:p>
          <a:p>
            <a:pPr marL="12700" marR="5080">
              <a:lnSpc>
                <a:spcPct val="100000"/>
              </a:lnSpc>
              <a:spcBef>
                <a:spcPts val="105"/>
              </a:spcBef>
            </a:pPr>
            <a:r>
              <a:rPr lang="en-GB" sz="1200" spc="-20" noProof="0" dirty="0">
                <a:latin typeface="+mn-lt"/>
                <a:cs typeface="Segoe UI"/>
              </a:rPr>
              <a:t>Unless the environment variable </a:t>
            </a:r>
            <a:r>
              <a:rPr lang="en-GB" sz="1200" spc="-20" noProof="0" dirty="0">
                <a:latin typeface="Hack" panose="020B0609030202020204" pitchFamily="49" charset="0"/>
                <a:ea typeface="Hack" panose="020B0609030202020204" pitchFamily="49" charset="0"/>
                <a:cs typeface="Hack" panose="020B0609030202020204" pitchFamily="49" charset="0"/>
              </a:rPr>
              <a:t>EDITOR</a:t>
            </a:r>
            <a:r>
              <a:rPr lang="en-GB" sz="1200" spc="-20" noProof="0" dirty="0">
                <a:latin typeface="+mn-lt"/>
                <a:cs typeface="Segoe UI"/>
              </a:rPr>
              <a:t> </a:t>
            </a:r>
            <a:r>
              <a:rPr lang="en-GB" sz="1200" spc="-15" noProof="0" dirty="0">
                <a:latin typeface="+mn-lt"/>
                <a:cs typeface="Segoe UI"/>
              </a:rPr>
              <a:t>is set to </a:t>
            </a:r>
            <a:r>
              <a:rPr lang="en-GB" sz="1200" spc="-20" noProof="0" dirty="0">
                <a:latin typeface="+mn-lt"/>
                <a:cs typeface="Segoe UI"/>
              </a:rPr>
              <a:t>another editor, </a:t>
            </a:r>
            <a:r>
              <a:rPr lang="en-GB" sz="1200" spc="-20" noProof="0" dirty="0">
                <a:latin typeface="Hack" panose="020B0609030202020204" pitchFamily="49" charset="0"/>
                <a:ea typeface="Hack" panose="020B0609030202020204" pitchFamily="49" charset="0"/>
                <a:cs typeface="Hack" panose="020B0609030202020204" pitchFamily="49" charset="0"/>
              </a:rPr>
              <a:t>visudo</a:t>
            </a:r>
            <a:r>
              <a:rPr lang="en-GB" sz="1200" spc="-20" noProof="0" dirty="0">
                <a:latin typeface="+mn-lt"/>
                <a:cs typeface="Segoe UI"/>
              </a:rPr>
              <a:t> will invoke </a:t>
            </a:r>
            <a:r>
              <a:rPr lang="en-GB" sz="1200" spc="-15" noProof="0" dirty="0">
                <a:latin typeface="+mn-lt"/>
                <a:cs typeface="Segoe UI"/>
              </a:rPr>
              <a:t>an </a:t>
            </a:r>
            <a:r>
              <a:rPr lang="en-GB" sz="1200" spc="-25" noProof="0" dirty="0">
                <a:latin typeface="+mn-lt"/>
                <a:cs typeface="Segoe UI"/>
              </a:rPr>
              <a:t>automatic</a:t>
            </a:r>
            <a:r>
              <a:rPr lang="en-GB" sz="1200" spc="-45" noProof="0" dirty="0">
                <a:latin typeface="+mn-lt"/>
                <a:cs typeface="Segoe UI"/>
              </a:rPr>
              <a:t> </a:t>
            </a:r>
            <a:r>
              <a:rPr lang="en-GB" sz="1200" spc="-20" noProof="0" dirty="0">
                <a:latin typeface="+mn-lt"/>
                <a:cs typeface="Segoe UI"/>
              </a:rPr>
              <a:t>editing</a:t>
            </a:r>
            <a:r>
              <a:rPr lang="en-GB" sz="1200" spc="-55" noProof="0" dirty="0">
                <a:latin typeface="+mn-lt"/>
                <a:cs typeface="Segoe UI"/>
              </a:rPr>
              <a:t> </a:t>
            </a:r>
            <a:r>
              <a:rPr lang="en-GB" sz="1200" spc="-20" noProof="0" dirty="0">
                <a:latin typeface="+mn-lt"/>
                <a:cs typeface="Segoe UI"/>
              </a:rPr>
              <a:t>session</a:t>
            </a:r>
            <a:r>
              <a:rPr lang="en-GB" sz="1200" spc="-55" noProof="0" dirty="0">
                <a:latin typeface="+mn-lt"/>
                <a:cs typeface="Segoe UI"/>
              </a:rPr>
              <a:t> </a:t>
            </a:r>
            <a:r>
              <a:rPr lang="en-GB" sz="1200" spc="-10" noProof="0" dirty="0">
                <a:latin typeface="+mn-lt"/>
                <a:cs typeface="Segoe UI"/>
              </a:rPr>
              <a:t>on</a:t>
            </a:r>
            <a:r>
              <a:rPr lang="en-GB" sz="1200" spc="-80"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15" noProof="0" dirty="0">
                <a:latin typeface="+mn-lt"/>
                <a:cs typeface="Segoe UI"/>
              </a:rPr>
              <a:t>sudoers</a:t>
            </a:r>
            <a:r>
              <a:rPr lang="en-GB" sz="1200" spc="-80" noProof="0" dirty="0">
                <a:latin typeface="+mn-lt"/>
                <a:cs typeface="Segoe UI"/>
              </a:rPr>
              <a:t> </a:t>
            </a:r>
            <a:r>
              <a:rPr lang="en-GB" sz="1200" spc="-20" noProof="0" dirty="0">
                <a:latin typeface="+mn-lt"/>
                <a:cs typeface="Segoe UI"/>
              </a:rPr>
              <a:t>file</a:t>
            </a:r>
            <a:r>
              <a:rPr lang="en-GB" sz="1200" spc="-35" noProof="0" dirty="0">
                <a:latin typeface="+mn-lt"/>
                <a:cs typeface="Segoe UI"/>
              </a:rPr>
              <a:t> </a:t>
            </a:r>
            <a:r>
              <a:rPr lang="en-GB" sz="1200" spc="-15" noProof="0" dirty="0">
                <a:latin typeface="+mn-lt"/>
                <a:cs typeface="Segoe UI"/>
              </a:rPr>
              <a:t>using</a:t>
            </a:r>
            <a:r>
              <a:rPr lang="en-GB" sz="1200" spc="-80" noProof="0" dirty="0">
                <a:latin typeface="+mn-lt"/>
                <a:cs typeface="Segoe UI"/>
              </a:rPr>
              <a:t> </a:t>
            </a:r>
            <a:r>
              <a:rPr lang="en-GB" sz="1200" spc="-20" noProof="0" dirty="0">
                <a:latin typeface="+mn-lt"/>
                <a:cs typeface="Segoe UI"/>
              </a:rPr>
              <a:t>vi.</a:t>
            </a:r>
            <a:endParaRPr lang="en-GB" sz="1200" noProof="0" dirty="0">
              <a:latin typeface="+mn-lt"/>
              <a:cs typeface="Segoe UI"/>
            </a:endParaRPr>
          </a:p>
          <a:p>
            <a:pPr marL="12700" marR="79375">
              <a:lnSpc>
                <a:spcPct val="100000"/>
              </a:lnSpc>
              <a:spcBef>
                <a:spcPts val="605"/>
              </a:spcBef>
            </a:pPr>
            <a:r>
              <a:rPr lang="en-GB" sz="1200" spc="-15" noProof="0" dirty="0">
                <a:latin typeface="+mn-lt"/>
                <a:cs typeface="Segoe UI"/>
              </a:rPr>
              <a:t>The</a:t>
            </a:r>
            <a:r>
              <a:rPr lang="en-GB" sz="1200" spc="-80" noProof="0" dirty="0">
                <a:latin typeface="+mn-lt"/>
                <a:cs typeface="Segoe UI"/>
              </a:rPr>
              <a:t> </a:t>
            </a:r>
            <a:r>
              <a:rPr lang="en-GB" sz="1200" spc="-15" noProof="0" dirty="0">
                <a:latin typeface="Hack" panose="020B0609030202020204" pitchFamily="49" charset="0"/>
                <a:ea typeface="Hack" panose="020B0609030202020204" pitchFamily="49" charset="0"/>
                <a:cs typeface="Hack" panose="020B0609030202020204" pitchFamily="49" charset="0"/>
              </a:rPr>
              <a:t>sudo</a:t>
            </a:r>
            <a:r>
              <a:rPr lang="en-GB" sz="1200" spc="-40" noProof="0" dirty="0">
                <a:latin typeface="+mn-lt"/>
                <a:cs typeface="Segoe UI"/>
              </a:rPr>
              <a:t> </a:t>
            </a:r>
            <a:r>
              <a:rPr lang="en-GB" sz="1200" spc="-25" noProof="0" dirty="0">
                <a:latin typeface="+mn-lt"/>
                <a:cs typeface="Segoe UI"/>
              </a:rPr>
              <a:t>facility</a:t>
            </a:r>
            <a:r>
              <a:rPr lang="en-GB" sz="1200" spc="-10" noProof="0" dirty="0">
                <a:latin typeface="+mn-lt"/>
                <a:cs typeface="Segoe UI"/>
              </a:rPr>
              <a:t> </a:t>
            </a:r>
            <a:r>
              <a:rPr lang="en-GB" sz="1200" spc="-15" noProof="0" dirty="0">
                <a:latin typeface="+mn-lt"/>
                <a:cs typeface="Segoe UI"/>
              </a:rPr>
              <a:t>is </a:t>
            </a:r>
            <a:r>
              <a:rPr lang="en-GB" sz="1200" spc="-20" noProof="0" dirty="0">
                <a:latin typeface="+mn-lt"/>
                <a:cs typeface="Segoe UI"/>
              </a:rPr>
              <a:t>quite</a:t>
            </a:r>
            <a:r>
              <a:rPr lang="en-GB" sz="1200" spc="-55" noProof="0" dirty="0">
                <a:latin typeface="+mn-lt"/>
                <a:cs typeface="Segoe UI"/>
              </a:rPr>
              <a:t> </a:t>
            </a:r>
            <a:r>
              <a:rPr lang="en-GB" sz="1200" spc="-25" noProof="0" dirty="0">
                <a:latin typeface="+mn-lt"/>
                <a:cs typeface="Segoe UI"/>
              </a:rPr>
              <a:t>sophisticated,</a:t>
            </a:r>
            <a:r>
              <a:rPr lang="en-GB" sz="1200" spc="-30" noProof="0" dirty="0">
                <a:latin typeface="+mn-lt"/>
                <a:cs typeface="Segoe UI"/>
              </a:rPr>
              <a:t> </a:t>
            </a:r>
            <a:r>
              <a:rPr lang="en-GB" sz="1200" spc="-15" noProof="0" dirty="0">
                <a:latin typeface="+mn-lt"/>
                <a:cs typeface="Segoe UI"/>
              </a:rPr>
              <a:t>and</a:t>
            </a:r>
            <a:r>
              <a:rPr lang="en-GB" sz="1200" spc="-45" noProof="0" dirty="0">
                <a:latin typeface="+mn-lt"/>
                <a:cs typeface="Segoe UI"/>
              </a:rPr>
              <a:t> </a:t>
            </a:r>
            <a:r>
              <a:rPr lang="en-GB" sz="1200" spc="-20" noProof="0" dirty="0">
                <a:latin typeface="+mn-lt"/>
                <a:cs typeface="Segoe UI"/>
              </a:rPr>
              <a:t>configuration</a:t>
            </a:r>
            <a:r>
              <a:rPr lang="en-GB" sz="1200" spc="-45" noProof="0" dirty="0">
                <a:latin typeface="+mn-lt"/>
                <a:cs typeface="Segoe UI"/>
              </a:rPr>
              <a:t> </a:t>
            </a:r>
            <a:r>
              <a:rPr lang="en-GB" sz="1200" spc="-20" noProof="0" dirty="0">
                <a:latin typeface="+mn-lt"/>
                <a:cs typeface="Segoe UI"/>
              </a:rPr>
              <a:t>can </a:t>
            </a:r>
            <a:r>
              <a:rPr lang="en-GB" sz="1200" spc="-10" noProof="0" dirty="0">
                <a:latin typeface="+mn-lt"/>
                <a:cs typeface="Segoe UI"/>
              </a:rPr>
              <a:t>be</a:t>
            </a:r>
            <a:r>
              <a:rPr lang="en-GB" sz="1200" spc="-50" noProof="0" dirty="0">
                <a:latin typeface="+mn-lt"/>
                <a:cs typeface="Segoe UI"/>
              </a:rPr>
              <a:t> </a:t>
            </a:r>
            <a:r>
              <a:rPr lang="en-GB" sz="1200" spc="-20" noProof="0" dirty="0">
                <a:latin typeface="+mn-lt"/>
                <a:cs typeface="Segoe UI"/>
              </a:rPr>
              <a:t>quite</a:t>
            </a:r>
            <a:r>
              <a:rPr lang="en-GB" sz="1200" spc="-50" noProof="0" dirty="0">
                <a:latin typeface="+mn-lt"/>
                <a:cs typeface="Segoe UI"/>
              </a:rPr>
              <a:t> </a:t>
            </a:r>
            <a:r>
              <a:rPr lang="en-GB" sz="1200" spc="-25" noProof="0" dirty="0">
                <a:latin typeface="+mn-lt"/>
                <a:cs typeface="Segoe UI"/>
              </a:rPr>
              <a:t>specific</a:t>
            </a:r>
            <a:r>
              <a:rPr lang="en-GB" sz="1200" spc="-10" noProof="0" dirty="0">
                <a:latin typeface="+mn-lt"/>
                <a:cs typeface="Segoe UI"/>
              </a:rPr>
              <a:t> </a:t>
            </a:r>
            <a:r>
              <a:rPr lang="en-GB" sz="1200" spc="-15" noProof="0" dirty="0">
                <a:latin typeface="+mn-lt"/>
                <a:cs typeface="Segoe UI"/>
              </a:rPr>
              <a:t>and</a:t>
            </a:r>
            <a:r>
              <a:rPr lang="en-GB" sz="1200" spc="-45" noProof="0" dirty="0">
                <a:latin typeface="+mn-lt"/>
                <a:cs typeface="Segoe UI"/>
              </a:rPr>
              <a:t> </a:t>
            </a:r>
            <a:r>
              <a:rPr lang="en-GB" sz="1200" spc="-25" noProof="0" dirty="0">
                <a:latin typeface="+mn-lt"/>
                <a:cs typeface="Segoe UI"/>
              </a:rPr>
              <a:t>complex.</a:t>
            </a:r>
            <a:endParaRPr lang="en-GB" sz="1200" spc="-30" noProof="0" dirty="0">
              <a:latin typeface="+mn-lt"/>
              <a:cs typeface="Segoe UI"/>
            </a:endParaRPr>
          </a:p>
          <a:p>
            <a:pPr marL="12700" marR="79375">
              <a:lnSpc>
                <a:spcPct val="100000"/>
              </a:lnSpc>
              <a:spcBef>
                <a:spcPts val="605"/>
              </a:spcBef>
            </a:pPr>
            <a:r>
              <a:rPr lang="en-GB" sz="1200" spc="-10" noProof="0" dirty="0">
                <a:latin typeface="+mn-lt"/>
                <a:cs typeface="Segoe UI"/>
              </a:rPr>
              <a:t>One</a:t>
            </a:r>
            <a:r>
              <a:rPr lang="en-GB" sz="1200" spc="-50" noProof="0" dirty="0">
                <a:latin typeface="+mn-lt"/>
                <a:cs typeface="Segoe UI"/>
              </a:rPr>
              <a:t> </a:t>
            </a:r>
            <a:r>
              <a:rPr lang="en-GB" sz="1200" spc="-20" noProof="0" dirty="0">
                <a:latin typeface="+mn-lt"/>
                <a:cs typeface="Segoe UI"/>
              </a:rPr>
              <a:t>popular </a:t>
            </a:r>
            <a:r>
              <a:rPr lang="en-GB" sz="1200" spc="-15" noProof="0" dirty="0">
                <a:latin typeface="+mn-lt"/>
                <a:cs typeface="Segoe UI"/>
              </a:rPr>
              <a:t>(and </a:t>
            </a:r>
            <a:r>
              <a:rPr lang="en-GB" sz="1200" spc="-25" noProof="0" dirty="0">
                <a:latin typeface="+mn-lt"/>
                <a:cs typeface="Segoe UI"/>
              </a:rPr>
              <a:t>relatively </a:t>
            </a:r>
            <a:r>
              <a:rPr lang="en-GB" sz="1200" spc="-20" noProof="0" dirty="0">
                <a:latin typeface="+mn-lt"/>
                <a:cs typeface="Segoe UI"/>
              </a:rPr>
              <a:t>simple) method </a:t>
            </a:r>
            <a:r>
              <a:rPr lang="en-GB" sz="1200" spc="-10" noProof="0" dirty="0">
                <a:latin typeface="+mn-lt"/>
                <a:cs typeface="Segoe UI"/>
              </a:rPr>
              <a:t>of </a:t>
            </a:r>
            <a:r>
              <a:rPr lang="en-GB" sz="1200" spc="-20" noProof="0" dirty="0">
                <a:latin typeface="+mn-lt"/>
                <a:cs typeface="Segoe UI"/>
              </a:rPr>
              <a:t>getting started with </a:t>
            </a:r>
            <a:r>
              <a:rPr lang="en-GB" sz="1200" spc="-15" noProof="0" dirty="0">
                <a:latin typeface="+mn-lt"/>
                <a:cs typeface="Segoe UI"/>
              </a:rPr>
              <a:t>sudo is to add </a:t>
            </a:r>
            <a:r>
              <a:rPr lang="en-GB" sz="1200" spc="-25" noProof="0" dirty="0">
                <a:latin typeface="+mn-lt"/>
                <a:cs typeface="Segoe UI"/>
              </a:rPr>
              <a:t>selected </a:t>
            </a:r>
            <a:r>
              <a:rPr lang="en-GB" sz="1200" spc="-15" noProof="0" dirty="0">
                <a:latin typeface="+mn-lt"/>
                <a:cs typeface="Segoe UI"/>
              </a:rPr>
              <a:t>users to the </a:t>
            </a:r>
            <a:r>
              <a:rPr lang="en-GB" sz="1200" spc="-20" noProof="0" dirty="0">
                <a:latin typeface="+mn-lt"/>
                <a:cs typeface="Segoe UI"/>
              </a:rPr>
              <a:t>system </a:t>
            </a:r>
            <a:r>
              <a:rPr lang="en-GB" sz="1200" spc="-15" noProof="0" dirty="0">
                <a:latin typeface="+mn-lt"/>
                <a:cs typeface="Segoe UI"/>
              </a:rPr>
              <a:t>group </a:t>
            </a:r>
            <a:r>
              <a:rPr lang="en-GB" sz="1200" spc="-20" noProof="0" dirty="0">
                <a:latin typeface="+mn-lt"/>
                <a:cs typeface="Segoe UI"/>
              </a:rPr>
              <a:t>wheel</a:t>
            </a:r>
            <a:r>
              <a:rPr lang="en-GB" sz="1200" spc="-65"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20" noProof="0" dirty="0">
                <a:latin typeface="+mn-lt"/>
                <a:cs typeface="Segoe UI"/>
              </a:rPr>
              <a:t>configure</a:t>
            </a:r>
            <a:r>
              <a:rPr lang="en-GB" sz="1200" spc="-60" noProof="0" dirty="0">
                <a:latin typeface="+mn-lt"/>
                <a:cs typeface="Segoe UI"/>
              </a:rPr>
              <a:t> </a:t>
            </a:r>
            <a:r>
              <a:rPr lang="en-GB" sz="1200" spc="-15" noProof="0" dirty="0">
                <a:latin typeface="+mn-lt"/>
                <a:cs typeface="Segoe UI"/>
              </a:rPr>
              <a:t>sudoers</a:t>
            </a:r>
            <a:r>
              <a:rPr lang="en-GB" sz="1200" spc="-75" noProof="0" dirty="0">
                <a:latin typeface="+mn-lt"/>
                <a:cs typeface="Segoe UI"/>
              </a:rPr>
              <a:t> </a:t>
            </a:r>
            <a:r>
              <a:rPr lang="en-GB" sz="1200" spc="-20" noProof="0" dirty="0">
                <a:latin typeface="+mn-lt"/>
                <a:cs typeface="Segoe UI"/>
              </a:rPr>
              <a:t>file</a:t>
            </a:r>
            <a:r>
              <a:rPr lang="en-GB" sz="1200" spc="-35"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20" noProof="0" dirty="0">
                <a:latin typeface="+mn-lt"/>
                <a:cs typeface="Segoe UI"/>
              </a:rPr>
              <a:t>give</a:t>
            </a:r>
            <a:r>
              <a:rPr lang="en-GB" sz="1200" spc="-30" noProof="0" dirty="0">
                <a:latin typeface="+mn-lt"/>
                <a:cs typeface="Segoe UI"/>
              </a:rPr>
              <a:t> </a:t>
            </a:r>
            <a:r>
              <a:rPr lang="en-GB" sz="1200" spc="-20" noProof="0" dirty="0">
                <a:latin typeface="+mn-lt"/>
                <a:cs typeface="Segoe UI"/>
              </a:rPr>
              <a:t>privileged</a:t>
            </a:r>
            <a:r>
              <a:rPr lang="en-GB" sz="1200" spc="-80" noProof="0" dirty="0">
                <a:latin typeface="+mn-lt"/>
                <a:cs typeface="Segoe UI"/>
              </a:rPr>
              <a:t> </a:t>
            </a:r>
            <a:r>
              <a:rPr lang="en-GB" sz="1200" spc="-25" noProof="0" dirty="0">
                <a:latin typeface="+mn-lt"/>
                <a:cs typeface="Segoe UI"/>
              </a:rPr>
              <a:t>access</a:t>
            </a:r>
            <a:r>
              <a:rPr lang="en-GB" sz="1200" spc="-10" noProof="0" dirty="0">
                <a:latin typeface="+mn-lt"/>
                <a:cs typeface="Segoe UI"/>
              </a:rPr>
              <a:t> </a:t>
            </a:r>
            <a:r>
              <a:rPr lang="en-GB" sz="1200" spc="-15" noProof="0" dirty="0">
                <a:latin typeface="+mn-lt"/>
                <a:cs typeface="Segoe UI"/>
              </a:rPr>
              <a:t>to</a:t>
            </a:r>
            <a:r>
              <a:rPr lang="en-GB" sz="1200" spc="-20" noProof="0" dirty="0">
                <a:latin typeface="+mn-lt"/>
                <a:cs typeface="Segoe UI"/>
              </a:rPr>
              <a:t> all</a:t>
            </a:r>
            <a:r>
              <a:rPr lang="en-GB" sz="1200" spc="-40" noProof="0" dirty="0">
                <a:latin typeface="+mn-lt"/>
                <a:cs typeface="Segoe UI"/>
              </a:rPr>
              <a:t> </a:t>
            </a:r>
            <a:r>
              <a:rPr lang="en-GB" sz="1200" spc="-20" noProof="0" dirty="0">
                <a:latin typeface="+mn-lt"/>
                <a:cs typeface="Segoe UI"/>
              </a:rPr>
              <a:t>members</a:t>
            </a:r>
            <a:r>
              <a:rPr lang="en-GB" sz="1200" spc="-55"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20" noProof="0" dirty="0">
                <a:latin typeface="+mn-lt"/>
                <a:cs typeface="Segoe UI"/>
              </a:rPr>
              <a:t>this</a:t>
            </a:r>
            <a:r>
              <a:rPr lang="en-GB" sz="1200" spc="-30" noProof="0" dirty="0">
                <a:latin typeface="+mn-lt"/>
                <a:cs typeface="Segoe UI"/>
              </a:rPr>
              <a:t> </a:t>
            </a:r>
            <a:r>
              <a:rPr lang="en-GB" sz="1200" spc="-15" noProof="0" dirty="0">
                <a:latin typeface="+mn-lt"/>
                <a:cs typeface="Segoe UI"/>
              </a:rPr>
              <a:t>group.</a:t>
            </a:r>
          </a:p>
          <a:p>
            <a:pPr marL="12700" marR="79375">
              <a:lnSpc>
                <a:spcPct val="100000"/>
              </a:lnSpc>
              <a:spcBef>
                <a:spcPts val="605"/>
              </a:spcBef>
            </a:pPr>
            <a:r>
              <a:rPr lang="en-GB" sz="1200" noProof="0" dirty="0">
                <a:latin typeface="+mn-lt"/>
                <a:cs typeface="Segoe UI"/>
              </a:rPr>
              <a:t>Users can be added either by editing the /etc/group file, using vi, or with the following command:</a:t>
            </a:r>
          </a:p>
          <a:p>
            <a:pPr marL="12700" marR="79375">
              <a:lnSpc>
                <a:spcPct val="100000"/>
              </a:lnSpc>
              <a:spcBef>
                <a:spcPts val="605"/>
              </a:spcBef>
            </a:pPr>
            <a:r>
              <a:rPr lang="en-GB" sz="1200" noProof="0" dirty="0">
                <a:latin typeface="Hack" panose="020B0609030202020204" pitchFamily="49" charset="0"/>
                <a:ea typeface="Hack" panose="020B0609030202020204" pitchFamily="49" charset="0"/>
                <a:cs typeface="Hack" panose="020B0609030202020204" pitchFamily="49" charset="0"/>
              </a:rPr>
              <a:t>#</a:t>
            </a:r>
            <a:r>
              <a:rPr lang="en-GB" sz="1200" spc="-60" noProof="0" dirty="0">
                <a:latin typeface="Hack" panose="020B0609030202020204" pitchFamily="49" charset="0"/>
                <a:ea typeface="Hack" panose="020B0609030202020204" pitchFamily="49" charset="0"/>
                <a:cs typeface="Hack" panose="020B0609030202020204" pitchFamily="49" charset="0"/>
              </a:rPr>
              <a:t> </a:t>
            </a:r>
            <a:r>
              <a:rPr lang="en-GB" sz="1200" spc="-15" noProof="0" dirty="0">
                <a:latin typeface="Hack" panose="020B0609030202020204" pitchFamily="49" charset="0"/>
                <a:ea typeface="Hack" panose="020B0609030202020204" pitchFamily="49" charset="0"/>
                <a:cs typeface="Hack" panose="020B0609030202020204" pitchFamily="49" charset="0"/>
              </a:rPr>
              <a:t>usermod</a:t>
            </a:r>
            <a:r>
              <a:rPr lang="en-GB" sz="1200" spc="-75" noProof="0" dirty="0">
                <a:latin typeface="Hack" panose="020B0609030202020204" pitchFamily="49" charset="0"/>
                <a:ea typeface="Hack" panose="020B0609030202020204" pitchFamily="49" charset="0"/>
                <a:cs typeface="Hack" panose="020B0609030202020204" pitchFamily="49" charset="0"/>
              </a:rPr>
              <a:t> </a:t>
            </a:r>
            <a:r>
              <a:rPr lang="en-GB" sz="1200" spc="-10" noProof="0" dirty="0">
                <a:latin typeface="Hack" panose="020B0609030202020204" pitchFamily="49" charset="0"/>
                <a:ea typeface="Hack" panose="020B0609030202020204" pitchFamily="49" charset="0"/>
                <a:cs typeface="Hack" panose="020B0609030202020204" pitchFamily="49" charset="0"/>
              </a:rPr>
              <a:t>-G</a:t>
            </a:r>
            <a:r>
              <a:rPr lang="en-GB" sz="1200" spc="-55" noProof="0" dirty="0">
                <a:latin typeface="Hack" panose="020B0609030202020204" pitchFamily="49" charset="0"/>
                <a:ea typeface="Hack" panose="020B0609030202020204" pitchFamily="49" charset="0"/>
                <a:cs typeface="Hack" panose="020B0609030202020204" pitchFamily="49" charset="0"/>
              </a:rPr>
              <a:t> </a:t>
            </a:r>
            <a:r>
              <a:rPr lang="en-GB" sz="1200" spc="-20" noProof="0" dirty="0">
                <a:latin typeface="Hack" panose="020B0609030202020204" pitchFamily="49" charset="0"/>
                <a:ea typeface="Hack" panose="020B0609030202020204" pitchFamily="49" charset="0"/>
                <a:cs typeface="Hack" panose="020B0609030202020204" pitchFamily="49" charset="0"/>
              </a:rPr>
              <a:t>wheel</a:t>
            </a:r>
            <a:r>
              <a:rPr lang="en-GB" sz="1200" spc="-40" noProof="0" dirty="0">
                <a:latin typeface="Hack" panose="020B0609030202020204" pitchFamily="49" charset="0"/>
                <a:ea typeface="Hack" panose="020B0609030202020204" pitchFamily="49" charset="0"/>
                <a:cs typeface="Hack" panose="020B0609030202020204" pitchFamily="49" charset="0"/>
              </a:rPr>
              <a:t> </a:t>
            </a:r>
            <a:r>
              <a:rPr lang="en-GB" sz="1200" spc="-15" noProof="0" dirty="0">
                <a:latin typeface="Hack" panose="020B0609030202020204" pitchFamily="49" charset="0"/>
                <a:ea typeface="Hack" panose="020B0609030202020204" pitchFamily="49" charset="0"/>
                <a:cs typeface="Hack" panose="020B0609030202020204" pitchFamily="49" charset="0"/>
              </a:rPr>
              <a:t>&lt;user&gt;</a:t>
            </a:r>
          </a:p>
          <a:p>
            <a:pPr marL="12700" marR="153670">
              <a:lnSpc>
                <a:spcPct val="100000"/>
              </a:lnSpc>
              <a:spcBef>
                <a:spcPts val="600"/>
              </a:spcBef>
            </a:pPr>
            <a:r>
              <a:rPr lang="en-GB" sz="1200" spc="-15" noProof="0" dirty="0">
                <a:latin typeface="+mn-lt"/>
                <a:cs typeface="Segoe UI"/>
              </a:rPr>
              <a:t>When</a:t>
            </a:r>
            <a:r>
              <a:rPr lang="en-GB" sz="1200" spc="-80"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15" noProof="0" dirty="0">
                <a:latin typeface="+mn-lt"/>
                <a:cs typeface="Segoe UI"/>
              </a:rPr>
              <a:t>user</a:t>
            </a:r>
            <a:r>
              <a:rPr lang="en-GB" sz="1200" spc="-45" noProof="0" dirty="0">
                <a:latin typeface="+mn-lt"/>
                <a:cs typeface="Segoe UI"/>
              </a:rPr>
              <a:t> </a:t>
            </a:r>
            <a:r>
              <a:rPr lang="en-GB" sz="1200" spc="-10" noProof="0" dirty="0">
                <a:latin typeface="+mn-lt"/>
                <a:cs typeface="Segoe UI"/>
              </a:rPr>
              <a:t>runs</a:t>
            </a:r>
            <a:r>
              <a:rPr lang="en-GB" sz="1200" spc="-50" noProof="0" dirty="0">
                <a:latin typeface="+mn-lt"/>
                <a:cs typeface="Segoe UI"/>
              </a:rPr>
              <a:t> </a:t>
            </a:r>
            <a:r>
              <a:rPr lang="en-GB" sz="1200" spc="-20" noProof="0" dirty="0">
                <a:latin typeface="+mn-lt"/>
                <a:cs typeface="Segoe UI"/>
              </a:rPr>
              <a:t>commands</a:t>
            </a:r>
            <a:r>
              <a:rPr lang="en-GB" sz="1200" spc="-50" noProof="0" dirty="0">
                <a:latin typeface="+mn-lt"/>
                <a:cs typeface="Segoe UI"/>
              </a:rPr>
              <a:t> </a:t>
            </a:r>
            <a:r>
              <a:rPr lang="en-GB" sz="1200" spc="-15" noProof="0" dirty="0">
                <a:latin typeface="+mn-lt"/>
                <a:cs typeface="Segoe UI"/>
              </a:rPr>
              <a:t>as</a:t>
            </a:r>
            <a:r>
              <a:rPr lang="en-GB" sz="1200" spc="-25" noProof="0" dirty="0">
                <a:latin typeface="+mn-lt"/>
                <a:cs typeface="Segoe UI"/>
              </a:rPr>
              <a:t> </a:t>
            </a:r>
            <a:r>
              <a:rPr lang="en-GB" sz="1200" spc="-15" noProof="0" dirty="0">
                <a:latin typeface="+mn-lt"/>
                <a:cs typeface="Segoe UI"/>
              </a:rPr>
              <a:t>sudo,</a:t>
            </a:r>
            <a:r>
              <a:rPr lang="en-GB" sz="1200" spc="-6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15" noProof="0" dirty="0">
                <a:latin typeface="Hack" panose="020B0609030202020204" pitchFamily="49" charset="0"/>
                <a:ea typeface="Hack" panose="020B0609030202020204" pitchFamily="49" charset="0"/>
                <a:cs typeface="Hack" panose="020B0609030202020204" pitchFamily="49" charset="0"/>
              </a:rPr>
              <a:t>PATH</a:t>
            </a:r>
            <a:r>
              <a:rPr lang="en-GB" sz="1200" spc="-50" noProof="0" dirty="0">
                <a:latin typeface="+mn-lt"/>
                <a:cs typeface="Segoe UI"/>
              </a:rPr>
              <a:t> </a:t>
            </a:r>
            <a:r>
              <a:rPr lang="en-GB" sz="1200" spc="-25" noProof="0" dirty="0">
                <a:latin typeface="+mn-lt"/>
                <a:cs typeface="Segoe UI"/>
              </a:rPr>
              <a:t>variable</a:t>
            </a:r>
            <a:r>
              <a:rPr lang="en-GB" sz="1200" spc="-5"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spc="-20" noProof="0" dirty="0">
                <a:latin typeface="+mn-lt"/>
                <a:cs typeface="Segoe UI"/>
              </a:rPr>
              <a:t>that</a:t>
            </a:r>
            <a:r>
              <a:rPr lang="en-GB" sz="1200" spc="-35"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original</a:t>
            </a:r>
            <a:r>
              <a:rPr lang="en-GB" sz="1200" spc="-60" noProof="0" dirty="0">
                <a:latin typeface="+mn-lt"/>
                <a:cs typeface="Segoe UI"/>
              </a:rPr>
              <a:t> </a:t>
            </a:r>
            <a:r>
              <a:rPr lang="en-GB" sz="1200" spc="-15" noProof="0" dirty="0">
                <a:latin typeface="+mn-lt"/>
                <a:cs typeface="Segoe UI"/>
              </a:rPr>
              <a:t>user.</a:t>
            </a:r>
            <a:endParaRPr lang="en-GB" sz="1200" spc="-60" noProof="0" dirty="0">
              <a:latin typeface="+mn-lt"/>
              <a:cs typeface="Segoe UI"/>
            </a:endParaRPr>
          </a:p>
          <a:p>
            <a:pPr marL="12700" marR="153670">
              <a:lnSpc>
                <a:spcPct val="100000"/>
              </a:lnSpc>
              <a:spcBef>
                <a:spcPts val="600"/>
              </a:spcBef>
            </a:pPr>
            <a:r>
              <a:rPr lang="en-GB" sz="1200" spc="-20" noProof="0" dirty="0">
                <a:latin typeface="+mn-lt"/>
                <a:cs typeface="Segoe UI"/>
              </a:rPr>
              <a:t>That</a:t>
            </a:r>
            <a:r>
              <a:rPr lang="en-GB" sz="1200" spc="-35" noProof="0" dirty="0">
                <a:latin typeface="+mn-lt"/>
                <a:cs typeface="Segoe UI"/>
              </a:rPr>
              <a:t> </a:t>
            </a:r>
            <a:r>
              <a:rPr lang="en-GB" sz="1200" spc="-20" noProof="0" dirty="0">
                <a:latin typeface="+mn-lt"/>
                <a:cs typeface="Segoe UI"/>
              </a:rPr>
              <a:t>means</a:t>
            </a:r>
            <a:r>
              <a:rPr lang="en-GB" sz="1200" spc="-25" noProof="0" dirty="0">
                <a:latin typeface="+mn-lt"/>
                <a:cs typeface="Segoe UI"/>
              </a:rPr>
              <a:t> </a:t>
            </a:r>
            <a:r>
              <a:rPr lang="en-GB" sz="1200" spc="-20" noProof="0" dirty="0">
                <a:latin typeface="+mn-lt"/>
                <a:cs typeface="Segoe UI"/>
              </a:rPr>
              <a:t>that</a:t>
            </a:r>
            <a:r>
              <a:rPr lang="en-GB" sz="1200" spc="-35" noProof="0" dirty="0">
                <a:latin typeface="+mn-lt"/>
                <a:cs typeface="Segoe UI"/>
              </a:rPr>
              <a:t> </a:t>
            </a:r>
            <a:r>
              <a:rPr lang="en-GB" sz="1200" spc="-20" noProof="0" dirty="0">
                <a:latin typeface="+mn-lt"/>
                <a:cs typeface="Segoe UI"/>
              </a:rPr>
              <a:t>full pathnames</a:t>
            </a:r>
            <a:r>
              <a:rPr lang="en-GB" sz="1200" spc="-55" noProof="0" dirty="0">
                <a:latin typeface="+mn-lt"/>
                <a:cs typeface="Segoe UI"/>
              </a:rPr>
              <a:t> </a:t>
            </a:r>
            <a:r>
              <a:rPr lang="en-GB" sz="1200" spc="-20" noProof="0" dirty="0">
                <a:latin typeface="+mn-lt"/>
                <a:cs typeface="Segoe UI"/>
              </a:rPr>
              <a:t>may</a:t>
            </a:r>
            <a:r>
              <a:rPr lang="en-GB" sz="1200" spc="-15" noProof="0" dirty="0">
                <a:latin typeface="+mn-lt"/>
                <a:cs typeface="Segoe UI"/>
              </a:rPr>
              <a:t> </a:t>
            </a:r>
            <a:r>
              <a:rPr lang="en-GB" sz="1200" spc="-20" noProof="0" dirty="0">
                <a:latin typeface="+mn-lt"/>
                <a:cs typeface="Segoe UI"/>
              </a:rPr>
              <a:t>have</a:t>
            </a:r>
            <a:r>
              <a:rPr lang="en-GB" sz="1200" spc="-60" noProof="0" dirty="0">
                <a:latin typeface="+mn-lt"/>
                <a:cs typeface="Segoe UI"/>
              </a:rPr>
              <a:t> </a:t>
            </a:r>
            <a:r>
              <a:rPr lang="en-GB" sz="1200" spc="-15" noProof="0" dirty="0">
                <a:latin typeface="+mn-lt"/>
                <a:cs typeface="Segoe UI"/>
              </a:rPr>
              <a:t>to</a:t>
            </a:r>
            <a:r>
              <a:rPr lang="en-GB" sz="1200" spc="-20" noProof="0" dirty="0">
                <a:latin typeface="+mn-lt"/>
                <a:cs typeface="Segoe UI"/>
              </a:rPr>
              <a:t> </a:t>
            </a:r>
            <a:r>
              <a:rPr lang="en-GB" sz="1200" spc="-10" noProof="0" dirty="0">
                <a:latin typeface="+mn-lt"/>
                <a:cs typeface="Segoe UI"/>
              </a:rPr>
              <a:t>be</a:t>
            </a:r>
            <a:r>
              <a:rPr lang="en-GB" sz="1200" spc="-60"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15" noProof="0" dirty="0">
                <a:latin typeface="+mn-lt"/>
                <a:cs typeface="Segoe UI"/>
              </a:rPr>
              <a:t>for</a:t>
            </a:r>
            <a:r>
              <a:rPr lang="en-GB" sz="1200" spc="-50" noProof="0" dirty="0">
                <a:latin typeface="+mn-lt"/>
                <a:cs typeface="Segoe UI"/>
              </a:rPr>
              <a:t> </a:t>
            </a:r>
            <a:r>
              <a:rPr lang="en-GB" sz="1200" spc="-15" noProof="0" dirty="0">
                <a:latin typeface="+mn-lt"/>
                <a:cs typeface="Segoe UI"/>
              </a:rPr>
              <a:t>those</a:t>
            </a:r>
            <a:r>
              <a:rPr lang="en-GB" sz="1200" spc="-55" noProof="0" dirty="0">
                <a:latin typeface="+mn-lt"/>
                <a:cs typeface="Segoe UI"/>
              </a:rPr>
              <a:t> </a:t>
            </a:r>
            <a:r>
              <a:rPr lang="en-GB" sz="1200" spc="-20" noProof="0" dirty="0">
                <a:latin typeface="+mn-lt"/>
                <a:cs typeface="Segoe UI"/>
              </a:rPr>
              <a:t>tools</a:t>
            </a:r>
            <a:r>
              <a:rPr lang="en-GB" sz="1200" spc="-55" noProof="0" dirty="0">
                <a:latin typeface="+mn-lt"/>
                <a:cs typeface="Segoe UI"/>
              </a:rPr>
              <a:t> </a:t>
            </a:r>
            <a:r>
              <a:rPr lang="en-GB" sz="1200" spc="-20" noProof="0" dirty="0">
                <a:latin typeface="+mn-lt"/>
                <a:cs typeface="Segoe UI"/>
              </a:rPr>
              <a:t>that</a:t>
            </a:r>
            <a:r>
              <a:rPr lang="en-GB" sz="1200" spc="-35" noProof="0" dirty="0">
                <a:latin typeface="+mn-lt"/>
                <a:cs typeface="Segoe UI"/>
              </a:rPr>
              <a:t> </a:t>
            </a:r>
            <a:r>
              <a:rPr lang="en-GB" sz="1200" spc="-15" noProof="0" dirty="0">
                <a:latin typeface="+mn-lt"/>
                <a:cs typeface="Segoe UI"/>
              </a:rPr>
              <a:t>are</a:t>
            </a:r>
            <a:r>
              <a:rPr lang="en-GB" sz="1200" spc="-35" noProof="0" dirty="0">
                <a:latin typeface="+mn-lt"/>
                <a:cs typeface="Segoe UI"/>
              </a:rPr>
              <a:t> </a:t>
            </a:r>
            <a:r>
              <a:rPr lang="en-GB" sz="1200" spc="-25" noProof="0" dirty="0">
                <a:latin typeface="+mn-lt"/>
                <a:cs typeface="Segoe UI"/>
              </a:rPr>
              <a:t>located</a:t>
            </a:r>
            <a:r>
              <a:rPr lang="en-GB" sz="1200" noProof="0" dirty="0">
                <a:latin typeface="+mn-lt"/>
                <a:cs typeface="Segoe UI"/>
              </a:rPr>
              <a:t> </a:t>
            </a:r>
            <a:r>
              <a:rPr lang="en-GB" sz="1200" spc="-15" noProof="0" dirty="0">
                <a:latin typeface="+mn-lt"/>
                <a:cs typeface="Segoe UI"/>
              </a:rPr>
              <a:t>in</a:t>
            </a:r>
            <a:r>
              <a:rPr lang="en-GB" sz="1200" spc="-55" noProof="0" dirty="0">
                <a:latin typeface="+mn-lt"/>
                <a:cs typeface="Segoe UI"/>
              </a:rPr>
              <a:t> </a:t>
            </a:r>
            <a:r>
              <a:rPr lang="en-GB" sz="1200" spc="-10" noProof="0" dirty="0">
                <a:latin typeface="+mn-lt"/>
                <a:cs typeface="Segoe UI"/>
              </a:rPr>
              <a:t>one</a:t>
            </a:r>
            <a:r>
              <a:rPr lang="en-GB" sz="1200" spc="-55" noProof="0" dirty="0">
                <a:latin typeface="+mn-lt"/>
                <a:cs typeface="Segoe UI"/>
              </a:rPr>
              <a:t> </a:t>
            </a:r>
            <a:r>
              <a:rPr lang="en-GB" sz="1200" spc="-10" noProof="0" dirty="0">
                <a:latin typeface="+mn-lt"/>
                <a:cs typeface="Segoe UI"/>
              </a:rPr>
              <a:t>of</a:t>
            </a:r>
            <a:r>
              <a:rPr lang="en-GB" sz="1200" spc="-6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a:t>
            </a:r>
            <a:r>
              <a:rPr lang="en-GB" sz="1200" spc="-20" noProof="0" dirty="0" err="1">
                <a:latin typeface="+mn-lt"/>
                <a:cs typeface="Segoe UI"/>
              </a:rPr>
              <a:t>sbin</a:t>
            </a:r>
            <a:r>
              <a:rPr lang="en-GB" sz="1200" spc="-20" noProof="0" dirty="0">
                <a:latin typeface="+mn-lt"/>
                <a:cs typeface="Segoe UI"/>
              </a:rPr>
              <a:t>”</a:t>
            </a:r>
            <a:r>
              <a:rPr lang="en-GB" sz="1200" spc="-75" noProof="0" dirty="0">
                <a:latin typeface="+mn-lt"/>
                <a:cs typeface="Segoe UI"/>
              </a:rPr>
              <a:t> </a:t>
            </a:r>
            <a:r>
              <a:rPr lang="en-GB" sz="1200" spc="-20" noProof="0" dirty="0">
                <a:latin typeface="+mn-lt"/>
                <a:cs typeface="Segoe UI"/>
              </a:rPr>
              <a:t>directories.</a:t>
            </a:r>
            <a:endParaRPr lang="en-GB" sz="1200" noProof="0" dirty="0">
              <a:latin typeface="+mn-lt"/>
              <a:cs typeface="Segoe UI"/>
            </a:endParaRPr>
          </a:p>
          <a:p>
            <a:endParaRPr lang="en-GB" noProof="0"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19</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0916911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4403816"/>
          </a:xfrm>
        </p:spPr>
        <p:txBody>
          <a:bodyPr/>
          <a:lstStyle/>
          <a:p>
            <a:pPr marL="12700">
              <a:lnSpc>
                <a:spcPct val="100000"/>
              </a:lnSpc>
              <a:spcBef>
                <a:spcPts val="600"/>
              </a:spcBef>
            </a:pPr>
            <a:r>
              <a:rPr lang="en-GB" spc="-15" noProof="0" dirty="0">
                <a:latin typeface="+mn-lt"/>
                <a:cs typeface="Segoe UI"/>
              </a:rPr>
              <a:t>The</a:t>
            </a:r>
            <a:r>
              <a:rPr lang="en-GB" spc="-80" noProof="0" dirty="0">
                <a:latin typeface="+mn-lt"/>
                <a:cs typeface="Segoe UI"/>
              </a:rPr>
              <a:t> </a:t>
            </a:r>
            <a:r>
              <a:rPr lang="en-GB" spc="-25" noProof="0" dirty="0">
                <a:latin typeface="+mn-lt"/>
                <a:cs typeface="Segoe UI"/>
              </a:rPr>
              <a:t>advantage</a:t>
            </a:r>
            <a:r>
              <a:rPr lang="en-GB" noProof="0" dirty="0">
                <a:latin typeface="+mn-lt"/>
                <a:cs typeface="Segoe UI"/>
              </a:rPr>
              <a:t> </a:t>
            </a:r>
            <a:r>
              <a:rPr lang="en-GB" spc="-10" noProof="0" dirty="0">
                <a:latin typeface="+mn-lt"/>
                <a:cs typeface="Segoe UI"/>
              </a:rPr>
              <a:t>of</a:t>
            </a:r>
            <a:r>
              <a:rPr lang="en-GB" spc="-60" noProof="0" dirty="0">
                <a:latin typeface="+mn-lt"/>
                <a:cs typeface="Segoe UI"/>
              </a:rPr>
              <a:t> </a:t>
            </a:r>
            <a:r>
              <a:rPr lang="en-GB" spc="-20" noProof="0" dirty="0">
                <a:latin typeface="+mn-lt"/>
                <a:cs typeface="Segoe UI"/>
              </a:rPr>
              <a:t>logging</a:t>
            </a:r>
            <a:r>
              <a:rPr lang="en-GB" spc="-70" noProof="0" dirty="0">
                <a:latin typeface="+mn-lt"/>
                <a:cs typeface="Segoe UI"/>
              </a:rPr>
              <a:t> </a:t>
            </a:r>
            <a:r>
              <a:rPr lang="en-GB" spc="-15" noProof="0" dirty="0">
                <a:latin typeface="+mn-lt"/>
                <a:cs typeface="Segoe UI"/>
              </a:rPr>
              <a:t>is</a:t>
            </a:r>
            <a:r>
              <a:rPr lang="en-GB" spc="-25" noProof="0" dirty="0">
                <a:latin typeface="+mn-lt"/>
                <a:cs typeface="Segoe UI"/>
              </a:rPr>
              <a:t> </a:t>
            </a:r>
            <a:r>
              <a:rPr lang="en-GB" spc="-20" noProof="0" dirty="0">
                <a:latin typeface="+mn-lt"/>
                <a:cs typeface="Segoe UI"/>
              </a:rPr>
              <a:t>still</a:t>
            </a:r>
            <a:r>
              <a:rPr lang="en-GB" spc="-30" noProof="0" dirty="0">
                <a:latin typeface="+mn-lt"/>
                <a:cs typeface="Segoe UI"/>
              </a:rPr>
              <a:t> </a:t>
            </a:r>
            <a:r>
              <a:rPr lang="en-GB" spc="-15" noProof="0" dirty="0">
                <a:latin typeface="+mn-lt"/>
                <a:cs typeface="Segoe UI"/>
              </a:rPr>
              <a:t>there</a:t>
            </a:r>
            <a:r>
              <a:rPr lang="en-GB" spc="-50" noProof="0" dirty="0">
                <a:latin typeface="+mn-lt"/>
                <a:cs typeface="Segoe UI"/>
              </a:rPr>
              <a:t> </a:t>
            </a:r>
            <a:r>
              <a:rPr lang="en-GB" spc="-20" noProof="0" dirty="0">
                <a:latin typeface="+mn-lt"/>
                <a:cs typeface="Segoe UI"/>
              </a:rPr>
              <a:t>(over</a:t>
            </a:r>
            <a:r>
              <a:rPr lang="en-GB" spc="-70" noProof="0" dirty="0">
                <a:latin typeface="+mn-lt"/>
                <a:cs typeface="Segoe UI"/>
              </a:rPr>
              <a:t> </a:t>
            </a:r>
            <a:r>
              <a:rPr lang="en-GB" spc="-20" noProof="0" dirty="0">
                <a:latin typeface="+mn-lt"/>
                <a:cs typeface="Segoe UI"/>
              </a:rPr>
              <a:t>straight</a:t>
            </a:r>
            <a:r>
              <a:rPr lang="en-GB" spc="-30" noProof="0" dirty="0">
                <a:latin typeface="+mn-lt"/>
                <a:cs typeface="Segoe UI"/>
              </a:rPr>
              <a:t> </a:t>
            </a:r>
            <a:r>
              <a:rPr lang="en-GB" spc="-15" noProof="0" dirty="0">
                <a:latin typeface="+mn-lt"/>
                <a:cs typeface="Segoe UI"/>
              </a:rPr>
              <a:t>su),</a:t>
            </a:r>
            <a:r>
              <a:rPr lang="en-GB" spc="-60" noProof="0" dirty="0">
                <a:latin typeface="+mn-lt"/>
                <a:cs typeface="Segoe UI"/>
              </a:rPr>
              <a:t> </a:t>
            </a:r>
            <a:r>
              <a:rPr lang="en-GB" spc="-10" noProof="0" dirty="0">
                <a:latin typeface="+mn-lt"/>
                <a:cs typeface="Segoe UI"/>
              </a:rPr>
              <a:t>but</a:t>
            </a:r>
            <a:r>
              <a:rPr lang="en-GB" spc="-55" noProof="0" dirty="0">
                <a:latin typeface="+mn-lt"/>
                <a:cs typeface="Segoe UI"/>
              </a:rPr>
              <a:t> </a:t>
            </a:r>
            <a:r>
              <a:rPr lang="en-GB" spc="-20" noProof="0" dirty="0">
                <a:latin typeface="+mn-lt"/>
                <a:cs typeface="Segoe UI"/>
              </a:rPr>
              <a:t>all</a:t>
            </a:r>
            <a:r>
              <a:rPr lang="en-GB" spc="-35" noProof="0" dirty="0">
                <a:latin typeface="+mn-lt"/>
                <a:cs typeface="Segoe UI"/>
              </a:rPr>
              <a:t> </a:t>
            </a:r>
            <a:r>
              <a:rPr lang="en-GB" spc="-20" noProof="0" dirty="0">
                <a:latin typeface="+mn-lt"/>
                <a:cs typeface="Segoe UI"/>
              </a:rPr>
              <a:t>other</a:t>
            </a:r>
            <a:r>
              <a:rPr lang="en-GB" spc="-40" noProof="0" dirty="0">
                <a:latin typeface="+mn-lt"/>
                <a:cs typeface="Segoe UI"/>
              </a:rPr>
              <a:t> </a:t>
            </a:r>
            <a:r>
              <a:rPr lang="en-GB" spc="-25" noProof="0" dirty="0">
                <a:latin typeface="+mn-lt"/>
                <a:cs typeface="Segoe UI"/>
              </a:rPr>
              <a:t>advantages</a:t>
            </a:r>
            <a:r>
              <a:rPr lang="en-GB" spc="-20" noProof="0" dirty="0">
                <a:latin typeface="+mn-lt"/>
                <a:cs typeface="Segoe UI"/>
              </a:rPr>
              <a:t> </a:t>
            </a:r>
            <a:r>
              <a:rPr lang="en-GB" spc="-15" noProof="0" dirty="0">
                <a:latin typeface="+mn-lt"/>
                <a:cs typeface="Segoe UI"/>
              </a:rPr>
              <a:t>are</a:t>
            </a:r>
            <a:r>
              <a:rPr lang="en-GB" spc="-30" noProof="0" dirty="0">
                <a:latin typeface="+mn-lt"/>
                <a:cs typeface="Segoe UI"/>
              </a:rPr>
              <a:t> </a:t>
            </a:r>
            <a:r>
              <a:rPr lang="en-GB" spc="-15" noProof="0" dirty="0">
                <a:latin typeface="+mn-lt"/>
                <a:cs typeface="Segoe UI"/>
              </a:rPr>
              <a:t>gone.</a:t>
            </a:r>
            <a:endParaRPr lang="en-GB" noProof="0" dirty="0">
              <a:latin typeface="+mn-lt"/>
              <a:cs typeface="Segoe UI"/>
            </a:endParaRPr>
          </a:p>
          <a:p>
            <a:pPr marL="12700" marR="5080">
              <a:lnSpc>
                <a:spcPct val="100000"/>
              </a:lnSpc>
              <a:spcBef>
                <a:spcPts val="600"/>
              </a:spcBef>
            </a:pPr>
            <a:r>
              <a:rPr lang="en-US" noProof="0" dirty="0">
                <a:latin typeface="+mn-lt"/>
                <a:cs typeface="Segoe UI"/>
              </a:rPr>
              <a:t>Using user's own password to authenticate in GNOME:</a:t>
            </a:r>
          </a:p>
          <a:p>
            <a:pPr marL="12700" marR="5080">
              <a:lnSpc>
                <a:spcPct val="100000"/>
              </a:lnSpc>
              <a:spcBef>
                <a:spcPts val="600"/>
              </a:spcBef>
            </a:pPr>
            <a:r>
              <a:rPr lang="en-US" noProof="0" dirty="0">
                <a:latin typeface="+mn-lt"/>
                <a:cs typeface="Segoe UI"/>
              </a:rPr>
              <a:t>To use the password of users belonging to the wheel group to authenticate in GNOME instead of the root password, the polkit rules need to be edited. </a:t>
            </a:r>
          </a:p>
          <a:p>
            <a:pPr marL="12700" marR="5080">
              <a:lnSpc>
                <a:spcPct val="100000"/>
              </a:lnSpc>
              <a:spcBef>
                <a:spcPts val="600"/>
              </a:spcBef>
            </a:pPr>
            <a:r>
              <a:rPr lang="en-US" noProof="0" dirty="0">
                <a:latin typeface="+mn-lt"/>
                <a:cs typeface="Segoe UI"/>
              </a:rPr>
              <a:t>First create a copy of the default rules file: </a:t>
            </a:r>
          </a:p>
          <a:p>
            <a:pPr marL="12700" marR="5080">
              <a:lnSpc>
                <a:spcPct val="100000"/>
              </a:lnSpc>
              <a:spcBef>
                <a:spcPts val="600"/>
              </a:spcBef>
            </a:pPr>
            <a:r>
              <a:rPr lang="en-US" noProof="0" dirty="0">
                <a:latin typeface="+mn-lt"/>
                <a:cs typeface="Segoe UI"/>
              </a:rPr>
              <a:t>sudo cp /usr/share/polkit-1/rules.d/50-default.rules /etc/polkit-1/rules.d/40-wheel.rules </a:t>
            </a:r>
          </a:p>
          <a:p>
            <a:pPr marL="12700" marR="5080">
              <a:lnSpc>
                <a:spcPct val="100000"/>
              </a:lnSpc>
              <a:spcBef>
                <a:spcPts val="600"/>
              </a:spcBef>
            </a:pPr>
            <a:r>
              <a:rPr lang="en-US" noProof="0" dirty="0">
                <a:latin typeface="+mn-lt"/>
                <a:cs typeface="Segoe UI"/>
              </a:rPr>
              <a:t>Then modify the file with the lower number to have it have precedence over the default. Find the line that has: </a:t>
            </a:r>
          </a:p>
          <a:p>
            <a:pPr marL="12700" marR="5080">
              <a:lnSpc>
                <a:spcPct val="100000"/>
              </a:lnSpc>
              <a:spcBef>
                <a:spcPts val="600"/>
              </a:spcBef>
            </a:pPr>
            <a:r>
              <a:rPr lang="en-US" noProof="0" dirty="0">
                <a:latin typeface="+mn-lt"/>
                <a:cs typeface="Segoe UI"/>
              </a:rPr>
              <a:t>return ["unix-user:0"]; </a:t>
            </a:r>
          </a:p>
          <a:p>
            <a:pPr marL="12700" marR="5080">
              <a:lnSpc>
                <a:spcPct val="100000"/>
              </a:lnSpc>
              <a:spcBef>
                <a:spcPts val="600"/>
              </a:spcBef>
            </a:pPr>
            <a:r>
              <a:rPr lang="en-US" noProof="0" dirty="0">
                <a:latin typeface="+mn-lt"/>
                <a:cs typeface="Segoe UI"/>
              </a:rPr>
              <a:t> And change it to: </a:t>
            </a:r>
          </a:p>
          <a:p>
            <a:pPr marL="12700" marR="5080">
              <a:lnSpc>
                <a:spcPct val="100000"/>
              </a:lnSpc>
              <a:spcBef>
                <a:spcPts val="600"/>
              </a:spcBef>
            </a:pPr>
            <a:r>
              <a:rPr lang="en-US" noProof="0" dirty="0">
                <a:latin typeface="+mn-lt"/>
                <a:cs typeface="Segoe UI"/>
              </a:rPr>
              <a:t>return ["unix-group:wheel"]; </a:t>
            </a:r>
          </a:p>
          <a:p>
            <a:pPr marL="12700" marR="5080">
              <a:lnSpc>
                <a:spcPct val="100000"/>
              </a:lnSpc>
              <a:spcBef>
                <a:spcPts val="600"/>
              </a:spcBef>
            </a:pPr>
            <a:r>
              <a:rPr lang="en-US" noProof="0" dirty="0">
                <a:latin typeface="+mn-lt"/>
                <a:cs typeface="Segoe UI"/>
              </a:rPr>
              <a:t> After fixing the file's permissions: </a:t>
            </a:r>
          </a:p>
          <a:p>
            <a:pPr marL="12700" marR="5080">
              <a:lnSpc>
                <a:spcPct val="100000"/>
              </a:lnSpc>
              <a:spcBef>
                <a:spcPts val="600"/>
              </a:spcBef>
            </a:pPr>
            <a:r>
              <a:rPr lang="en-US" noProof="0" dirty="0">
                <a:latin typeface="+mn-lt"/>
                <a:cs typeface="Segoe UI"/>
              </a:rPr>
              <a:t>sudo chmod +r /etc/polkit-1/rules.d/40-wheel.rules </a:t>
            </a:r>
          </a:p>
          <a:p>
            <a:pPr marL="12700" marR="5080">
              <a:lnSpc>
                <a:spcPct val="100000"/>
              </a:lnSpc>
              <a:spcBef>
                <a:spcPts val="600"/>
              </a:spcBef>
            </a:pPr>
            <a:r>
              <a:rPr lang="en-US" noProof="0" dirty="0">
                <a:latin typeface="+mn-lt"/>
                <a:cs typeface="Segoe UI"/>
              </a:rPr>
              <a:t>And rebooting the machine, GNOME will ask for the user's password to authenticate if that user is a part of the wheel group. </a:t>
            </a:r>
          </a:p>
          <a:p>
            <a:pPr marL="12700" marR="5080">
              <a:lnSpc>
                <a:spcPct val="100000"/>
              </a:lnSpc>
              <a:spcBef>
                <a:spcPts val="600"/>
              </a:spcBef>
            </a:pPr>
            <a:endParaRPr lang="en-US" noProof="0" dirty="0">
              <a:latin typeface="+mn-lt"/>
              <a:cs typeface="Segoe UI"/>
            </a:endParaRPr>
          </a:p>
          <a:p>
            <a:pPr marL="12700" marR="5080">
              <a:lnSpc>
                <a:spcPct val="100000"/>
              </a:lnSpc>
              <a:spcBef>
                <a:spcPts val="600"/>
              </a:spcBef>
            </a:pPr>
            <a:r>
              <a:rPr lang="en-US" noProof="0" dirty="0">
                <a:latin typeface="+mn-lt"/>
                <a:cs typeface="Segoe UI"/>
              </a:rPr>
              <a:t> </a:t>
            </a:r>
            <a:endParaRPr lang="en-GB"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20</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845815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700"/>
              </a:spcBef>
            </a:pPr>
            <a:r>
              <a:rPr lang="en-GB" sz="1200" spc="-15" noProof="0" dirty="0">
                <a:latin typeface="+mn-lt"/>
                <a:cs typeface="Segoe UI"/>
              </a:rPr>
              <a:t>The</a:t>
            </a:r>
            <a:r>
              <a:rPr lang="en-GB" sz="1200" spc="-80" noProof="0" dirty="0">
                <a:latin typeface="+mn-lt"/>
                <a:cs typeface="Segoe UI"/>
              </a:rPr>
              <a:t> </a:t>
            </a:r>
            <a:r>
              <a:rPr lang="en-GB" sz="1200" spc="-15" noProof="0" dirty="0">
                <a:latin typeface="+mn-lt"/>
                <a:cs typeface="Segoe UI"/>
              </a:rPr>
              <a:t>more</a:t>
            </a:r>
            <a:r>
              <a:rPr lang="en-GB" sz="1200" spc="-55" noProof="0" dirty="0">
                <a:latin typeface="+mn-lt"/>
                <a:cs typeface="Segoe UI"/>
              </a:rPr>
              <a:t> </a:t>
            </a:r>
            <a:r>
              <a:rPr lang="en-GB" sz="1200" spc="-25" noProof="0" dirty="0">
                <a:latin typeface="+mn-lt"/>
                <a:cs typeface="Segoe UI"/>
              </a:rPr>
              <a:t>sophisticated</a:t>
            </a:r>
            <a:r>
              <a:rPr lang="en-GB" sz="1200" spc="-20" noProof="0" dirty="0">
                <a:latin typeface="+mn-lt"/>
                <a:cs typeface="Segoe UI"/>
              </a:rPr>
              <a:t> configuration</a:t>
            </a:r>
            <a:r>
              <a:rPr lang="en-GB" sz="1200" spc="-45"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spc="-20" noProof="0" dirty="0">
                <a:latin typeface="+mn-lt"/>
                <a:cs typeface="Segoe UI"/>
              </a:rPr>
              <a:t>broadly</a:t>
            </a:r>
            <a:r>
              <a:rPr lang="en-GB" sz="1200" spc="-35" noProof="0" dirty="0">
                <a:latin typeface="+mn-lt"/>
                <a:cs typeface="Segoe UI"/>
              </a:rPr>
              <a:t> </a:t>
            </a:r>
            <a:r>
              <a:rPr lang="en-GB" sz="1200" spc="-15" noProof="0" dirty="0">
                <a:latin typeface="+mn-lt"/>
                <a:cs typeface="Segoe UI"/>
              </a:rPr>
              <a:t>done</a:t>
            </a:r>
            <a:r>
              <a:rPr lang="en-GB" sz="1200" spc="-80" noProof="0" dirty="0">
                <a:latin typeface="+mn-lt"/>
                <a:cs typeface="Segoe UI"/>
              </a:rPr>
              <a:t> </a:t>
            </a:r>
            <a:r>
              <a:rPr lang="en-GB" sz="1200" spc="-15" noProof="0" dirty="0">
                <a:latin typeface="+mn-lt"/>
                <a:cs typeface="Segoe UI"/>
              </a:rPr>
              <a:t>in</a:t>
            </a:r>
            <a:r>
              <a:rPr lang="en-GB" sz="1200" spc="-45" noProof="0" dirty="0">
                <a:latin typeface="+mn-lt"/>
                <a:cs typeface="Segoe UI"/>
              </a:rPr>
              <a:t> </a:t>
            </a:r>
            <a:r>
              <a:rPr lang="en-GB" sz="1200" spc="-20" noProof="0" dirty="0">
                <a:latin typeface="+mn-lt"/>
                <a:cs typeface="Segoe UI"/>
              </a:rPr>
              <a:t>two</a:t>
            </a:r>
            <a:r>
              <a:rPr lang="en-GB" sz="1200" spc="-15" noProof="0" dirty="0">
                <a:latin typeface="+mn-lt"/>
                <a:cs typeface="Segoe UI"/>
              </a:rPr>
              <a:t> </a:t>
            </a:r>
            <a:r>
              <a:rPr lang="en-GB" sz="1200" spc="-20" noProof="0" dirty="0">
                <a:latin typeface="+mn-lt"/>
                <a:cs typeface="Segoe UI"/>
              </a:rPr>
              <a:t>steps.</a:t>
            </a:r>
            <a:r>
              <a:rPr lang="en-GB" sz="1200" spc="-35" noProof="0" dirty="0">
                <a:latin typeface="+mn-lt"/>
                <a:cs typeface="Segoe UI"/>
              </a:rPr>
              <a:t> </a:t>
            </a:r>
            <a:r>
              <a:rPr lang="en-GB" sz="1200" spc="-15" noProof="0" dirty="0">
                <a:latin typeface="+mn-lt"/>
                <a:cs typeface="Segoe UI"/>
              </a:rPr>
              <a:t>In</a:t>
            </a:r>
            <a:r>
              <a:rPr lang="en-GB" sz="1200" spc="-45" noProof="0" dirty="0">
                <a:latin typeface="+mn-lt"/>
                <a:cs typeface="Segoe UI"/>
              </a:rPr>
              <a:t> </a:t>
            </a:r>
            <a:r>
              <a:rPr lang="en-GB" sz="1200" spc="-15" noProof="0" dirty="0">
                <a:latin typeface="+mn-lt"/>
                <a:cs typeface="Segoe UI"/>
              </a:rPr>
              <a:t>step</a:t>
            </a:r>
            <a:r>
              <a:rPr lang="en-GB" sz="1200" spc="-45" noProof="0" dirty="0">
                <a:latin typeface="+mn-lt"/>
                <a:cs typeface="Segoe UI"/>
              </a:rPr>
              <a:t> </a:t>
            </a:r>
            <a:r>
              <a:rPr lang="en-GB" sz="1200" spc="-15" noProof="0" dirty="0">
                <a:latin typeface="+mn-lt"/>
                <a:cs typeface="Segoe UI"/>
              </a:rPr>
              <a:t>one,</a:t>
            </a:r>
            <a:r>
              <a:rPr lang="en-GB" sz="1200" spc="-60" noProof="0" dirty="0">
                <a:latin typeface="+mn-lt"/>
                <a:cs typeface="Segoe UI"/>
              </a:rPr>
              <a:t> </a:t>
            </a:r>
            <a:r>
              <a:rPr lang="en-GB" sz="1200" spc="-15" noProof="0" dirty="0">
                <a:latin typeface="+mn-lt"/>
                <a:cs typeface="Segoe UI"/>
              </a:rPr>
              <a:t>any</a:t>
            </a:r>
            <a:r>
              <a:rPr lang="en-GB" sz="1200" spc="-10" noProof="0" dirty="0">
                <a:latin typeface="+mn-lt"/>
                <a:cs typeface="Segoe UI"/>
              </a:rPr>
              <a:t> </a:t>
            </a:r>
            <a:r>
              <a:rPr lang="en-GB" sz="1200" spc="-25" noProof="0" dirty="0">
                <a:latin typeface="+mn-lt"/>
                <a:cs typeface="Segoe UI"/>
              </a:rPr>
              <a:t>aliases</a:t>
            </a:r>
            <a:r>
              <a:rPr lang="en-GB" sz="1200" spc="-20" noProof="0" dirty="0">
                <a:latin typeface="+mn-lt"/>
                <a:cs typeface="Segoe UI"/>
              </a:rPr>
              <a:t> </a:t>
            </a:r>
            <a:r>
              <a:rPr lang="en-GB" sz="1200" spc="-15" noProof="0" dirty="0">
                <a:latin typeface="+mn-lt"/>
                <a:cs typeface="Segoe UI"/>
              </a:rPr>
              <a:t>are</a:t>
            </a:r>
            <a:r>
              <a:rPr lang="en-GB" sz="1200" spc="-25" noProof="0" dirty="0">
                <a:latin typeface="+mn-lt"/>
                <a:cs typeface="Segoe UI"/>
              </a:rPr>
              <a:t> </a:t>
            </a:r>
            <a:r>
              <a:rPr lang="en-GB" sz="1200" spc="-20" noProof="0" dirty="0">
                <a:latin typeface="+mn-lt"/>
                <a:cs typeface="Segoe UI"/>
              </a:rPr>
              <a:t>defined.</a:t>
            </a:r>
            <a:endParaRPr lang="en-GB" sz="1200" noProof="0" dirty="0">
              <a:latin typeface="+mn-lt"/>
              <a:cs typeface="Segoe UI"/>
            </a:endParaRPr>
          </a:p>
          <a:p>
            <a:pPr marL="12700" marR="5080">
              <a:lnSpc>
                <a:spcPct val="100000"/>
              </a:lnSpc>
              <a:spcBef>
                <a:spcPts val="605"/>
              </a:spcBef>
            </a:pPr>
            <a:r>
              <a:rPr lang="en-GB" sz="1200" spc="-25" noProof="0" dirty="0">
                <a:latin typeface="+mn-lt"/>
                <a:cs typeface="Segoe UI"/>
              </a:rPr>
              <a:t>User_Alias</a:t>
            </a:r>
            <a:r>
              <a:rPr lang="en-GB" sz="1200" spc="-50" noProof="0" dirty="0">
                <a:latin typeface="+mn-lt"/>
                <a:cs typeface="Segoe UI"/>
              </a:rPr>
              <a:t> </a:t>
            </a:r>
            <a:r>
              <a:rPr lang="en-GB" sz="1200" spc="-15" noProof="0" dirty="0">
                <a:latin typeface="+mn-lt"/>
                <a:cs typeface="Segoe UI"/>
              </a:rPr>
              <a:t>and</a:t>
            </a:r>
            <a:r>
              <a:rPr lang="en-GB" sz="1200" spc="-20" noProof="0" dirty="0">
                <a:latin typeface="+mn-lt"/>
                <a:cs typeface="Segoe UI"/>
              </a:rPr>
              <a:t> </a:t>
            </a:r>
            <a:r>
              <a:rPr lang="en-GB" sz="1200" spc="-25" noProof="0" dirty="0">
                <a:latin typeface="+mn-lt"/>
                <a:cs typeface="Segoe UI"/>
              </a:rPr>
              <a:t>Runas_Alias</a:t>
            </a:r>
            <a:r>
              <a:rPr lang="en-GB" sz="1200" spc="-20" noProof="0" dirty="0">
                <a:latin typeface="+mn-lt"/>
                <a:cs typeface="Segoe UI"/>
              </a:rPr>
              <a:t> entries</a:t>
            </a:r>
            <a:r>
              <a:rPr lang="en-GB" sz="1200" spc="-50" noProof="0" dirty="0">
                <a:latin typeface="+mn-lt"/>
                <a:cs typeface="Segoe UI"/>
              </a:rPr>
              <a:t> are </a:t>
            </a:r>
            <a:r>
              <a:rPr lang="en-GB" sz="1200" spc="-15" noProof="0" dirty="0">
                <a:latin typeface="+mn-lt"/>
                <a:cs typeface="Segoe UI"/>
              </a:rPr>
              <a:t>both</a:t>
            </a:r>
            <a:r>
              <a:rPr lang="en-GB" sz="1200" spc="-45" noProof="0" dirty="0">
                <a:latin typeface="+mn-lt"/>
                <a:cs typeface="Segoe UI"/>
              </a:rPr>
              <a:t> used </a:t>
            </a:r>
            <a:r>
              <a:rPr lang="en-GB" sz="1200" spc="-15" noProof="0" dirty="0">
                <a:latin typeface="+mn-lt"/>
                <a:cs typeface="Segoe UI"/>
              </a:rPr>
              <a:t>group</a:t>
            </a:r>
            <a:r>
              <a:rPr lang="en-GB" sz="1200" spc="-75" noProof="0" dirty="0">
                <a:latin typeface="+mn-lt"/>
                <a:cs typeface="Segoe UI"/>
              </a:rPr>
              <a:t> </a:t>
            </a:r>
            <a:r>
              <a:rPr lang="en-GB" sz="1200" spc="-15" noProof="0" dirty="0">
                <a:latin typeface="+mn-lt"/>
                <a:cs typeface="Segoe UI"/>
              </a:rPr>
              <a:t>user</a:t>
            </a:r>
            <a:r>
              <a:rPr lang="en-GB" sz="1200" spc="-20" noProof="0" dirty="0">
                <a:latin typeface="+mn-lt"/>
                <a:cs typeface="Segoe UI"/>
              </a:rPr>
              <a:t>names nut for different reasons.</a:t>
            </a:r>
          </a:p>
          <a:p>
            <a:pPr marL="12700" marR="5080">
              <a:lnSpc>
                <a:spcPct val="100000"/>
              </a:lnSpc>
              <a:spcBef>
                <a:spcPts val="605"/>
              </a:spcBef>
            </a:pPr>
            <a:r>
              <a:rPr lang="en-GB" sz="1200" spc="-15" noProof="0" dirty="0">
                <a:latin typeface="+mn-lt"/>
                <a:cs typeface="Segoe UI"/>
              </a:rPr>
              <a:t>User_alias is the original identity, but Runas_Alias is who they become.</a:t>
            </a:r>
            <a:endParaRPr lang="en-GB" sz="1200" noProof="0" dirty="0">
              <a:latin typeface="+mn-lt"/>
              <a:cs typeface="Segoe UI"/>
            </a:endParaRPr>
          </a:p>
          <a:p>
            <a:pPr marL="12700">
              <a:lnSpc>
                <a:spcPct val="100000"/>
              </a:lnSpc>
              <a:spcBef>
                <a:spcPts val="600"/>
              </a:spcBef>
            </a:pPr>
            <a:r>
              <a:rPr lang="en-GB" sz="1200" spc="5" noProof="0" dirty="0">
                <a:latin typeface="+mn-lt"/>
                <a:cs typeface="Segoe UI"/>
              </a:rPr>
              <a:t>A</a:t>
            </a:r>
            <a:r>
              <a:rPr lang="en-GB" sz="1200" spc="-65" noProof="0" dirty="0">
                <a:latin typeface="+mn-lt"/>
                <a:cs typeface="Segoe UI"/>
              </a:rPr>
              <a:t> </a:t>
            </a:r>
            <a:r>
              <a:rPr lang="en-GB" sz="1200" spc="-20" noProof="0" dirty="0">
                <a:latin typeface="+mn-lt"/>
                <a:cs typeface="Segoe UI"/>
              </a:rPr>
              <a:t>system</a:t>
            </a:r>
            <a:r>
              <a:rPr lang="en-GB" sz="1200" spc="-35" noProof="0" dirty="0">
                <a:latin typeface="+mn-lt"/>
                <a:cs typeface="Segoe UI"/>
              </a:rPr>
              <a:t> </a:t>
            </a:r>
            <a:r>
              <a:rPr lang="en-GB" sz="1200" spc="-15" noProof="0" dirty="0">
                <a:latin typeface="+mn-lt"/>
                <a:cs typeface="Segoe UI"/>
              </a:rPr>
              <a:t>group </a:t>
            </a:r>
            <a:r>
              <a:rPr lang="en-GB" sz="1200" spc="-260" noProof="0" dirty="0">
                <a:latin typeface="+mn-lt"/>
                <a:cs typeface="Segoe UI"/>
              </a:rPr>
              <a:t> </a:t>
            </a:r>
            <a:r>
              <a:rPr lang="en-GB" sz="1200" spc="-25" noProof="0" dirty="0">
                <a:latin typeface="+mn-lt"/>
                <a:cs typeface="Segoe UI"/>
              </a:rPr>
              <a:t>specification, </a:t>
            </a:r>
            <a:r>
              <a:rPr lang="en-GB" sz="1200" spc="-20" noProof="0" dirty="0">
                <a:latin typeface="+mn-lt"/>
                <a:cs typeface="Segoe UI"/>
              </a:rPr>
              <a:t>which relates </a:t>
            </a:r>
            <a:r>
              <a:rPr lang="en-GB" sz="1200" spc="-15" noProof="0" dirty="0">
                <a:latin typeface="+mn-lt"/>
                <a:cs typeface="Segoe UI"/>
              </a:rPr>
              <a:t>to the </a:t>
            </a:r>
            <a:r>
              <a:rPr lang="en-GB" sz="1200" spc="-20" noProof="0" dirty="0">
                <a:latin typeface="+mn-lt"/>
                <a:cs typeface="Segoe UI"/>
              </a:rPr>
              <a:t>/etc/group </a:t>
            </a:r>
            <a:r>
              <a:rPr lang="en-GB" sz="1200" spc="-25" noProof="0" dirty="0">
                <a:latin typeface="+mn-lt"/>
                <a:cs typeface="Segoe UI"/>
              </a:rPr>
              <a:t>file. </a:t>
            </a:r>
            <a:r>
              <a:rPr lang="en-GB" sz="1200" spc="-15" noProof="0" dirty="0">
                <a:latin typeface="+mn-lt"/>
                <a:cs typeface="Segoe UI"/>
              </a:rPr>
              <a:t>In the </a:t>
            </a:r>
            <a:r>
              <a:rPr lang="en-GB" sz="1200" spc="-25" noProof="0" dirty="0">
                <a:latin typeface="+mn-lt"/>
                <a:cs typeface="Segoe UI"/>
              </a:rPr>
              <a:t>example </a:t>
            </a:r>
            <a:r>
              <a:rPr lang="en-GB" sz="1200" spc="-20" noProof="0" dirty="0">
                <a:latin typeface="+mn-lt"/>
                <a:cs typeface="Segoe UI"/>
              </a:rPr>
              <a:t>above, </a:t>
            </a:r>
            <a:r>
              <a:rPr lang="en-GB" sz="1200" spc="-15" noProof="0" dirty="0">
                <a:latin typeface="+mn-lt"/>
                <a:cs typeface="Segoe UI"/>
              </a:rPr>
              <a:t>the </a:t>
            </a:r>
            <a:r>
              <a:rPr lang="en-GB" sz="1200" spc="-20" noProof="0" dirty="0">
                <a:latin typeface="+mn-lt"/>
                <a:cs typeface="Segoe UI"/>
              </a:rPr>
              <a:t>%adm </a:t>
            </a:r>
            <a:r>
              <a:rPr lang="en-GB" sz="1200" spc="-15" noProof="0" dirty="0">
                <a:latin typeface="+mn-lt"/>
                <a:cs typeface="Segoe UI"/>
              </a:rPr>
              <a:t>refers to the </a:t>
            </a:r>
            <a:r>
              <a:rPr lang="en-GB" sz="1200" spc="-20" noProof="0" dirty="0">
                <a:latin typeface="+mn-lt"/>
                <a:cs typeface="Segoe UI"/>
              </a:rPr>
              <a:t>system </a:t>
            </a:r>
            <a:r>
              <a:rPr lang="en-GB" sz="1200" spc="-15" noProof="0" dirty="0">
                <a:latin typeface="+mn-lt"/>
                <a:cs typeface="Segoe UI"/>
              </a:rPr>
              <a:t> group</a:t>
            </a:r>
            <a:r>
              <a:rPr lang="en-GB" sz="1200" spc="-105" noProof="0" dirty="0">
                <a:latin typeface="+mn-lt"/>
                <a:cs typeface="Segoe UI"/>
              </a:rPr>
              <a:t> </a:t>
            </a:r>
            <a:r>
              <a:rPr lang="en-GB" sz="1200" spc="-25" noProof="0" dirty="0">
                <a:latin typeface="+mn-lt"/>
                <a:cs typeface="Segoe UI"/>
              </a:rPr>
              <a:t>called</a:t>
            </a:r>
            <a:r>
              <a:rPr lang="en-GB" sz="1200" spc="-30" noProof="0" dirty="0">
                <a:latin typeface="+mn-lt"/>
                <a:cs typeface="Segoe UI"/>
              </a:rPr>
              <a:t> </a:t>
            </a:r>
            <a:r>
              <a:rPr lang="en-GB" sz="1200" spc="-20" noProof="0" dirty="0" err="1">
                <a:latin typeface="+mn-lt"/>
                <a:cs typeface="Segoe UI"/>
              </a:rPr>
              <a:t>adm.</a:t>
            </a:r>
            <a:endParaRPr lang="en-GB" sz="1200" noProof="0" dirty="0">
              <a:latin typeface="+mn-lt"/>
              <a:cs typeface="Segoe UI"/>
            </a:endParaRPr>
          </a:p>
          <a:p>
            <a:pPr marL="12700" marR="54610">
              <a:lnSpc>
                <a:spcPct val="100000"/>
              </a:lnSpc>
              <a:spcBef>
                <a:spcPts val="600"/>
              </a:spcBef>
            </a:pPr>
            <a:r>
              <a:rPr lang="en-GB" sz="1200" spc="-15" noProof="0" dirty="0">
                <a:latin typeface="+mn-lt"/>
                <a:cs typeface="Segoe UI"/>
              </a:rPr>
              <a:t>The</a:t>
            </a:r>
            <a:r>
              <a:rPr lang="en-GB" sz="1200" spc="-85" noProof="0" dirty="0">
                <a:latin typeface="+mn-lt"/>
                <a:cs typeface="Segoe UI"/>
              </a:rPr>
              <a:t> </a:t>
            </a:r>
            <a:r>
              <a:rPr lang="en-GB" sz="1200" spc="-20" noProof="0" dirty="0">
                <a:latin typeface="+mn-lt"/>
                <a:cs typeface="Segoe UI"/>
              </a:rPr>
              <a:t>syntax </a:t>
            </a:r>
            <a:r>
              <a:rPr lang="en-GB" sz="1200" spc="-10" noProof="0" dirty="0">
                <a:latin typeface="+mn-lt"/>
                <a:cs typeface="Segoe UI"/>
              </a:rPr>
              <a:t>of</a:t>
            </a:r>
            <a:r>
              <a:rPr lang="en-GB" sz="1200" spc="-35"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configuration</a:t>
            </a:r>
            <a:r>
              <a:rPr lang="en-GB" sz="1200" spc="-55"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20" noProof="0" dirty="0">
                <a:latin typeface="+mn-lt"/>
                <a:cs typeface="Segoe UI"/>
              </a:rPr>
              <a:t>follows</a:t>
            </a:r>
            <a:r>
              <a:rPr lang="en-GB" sz="1200" spc="-5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5" noProof="0" dirty="0">
                <a:latin typeface="+mn-lt"/>
                <a:cs typeface="Segoe UI"/>
              </a:rPr>
              <a:t>EBNF</a:t>
            </a:r>
            <a:r>
              <a:rPr lang="en-GB" sz="1200" spc="-45" noProof="0" dirty="0">
                <a:latin typeface="+mn-lt"/>
                <a:cs typeface="Segoe UI"/>
              </a:rPr>
              <a:t> </a:t>
            </a:r>
            <a:r>
              <a:rPr lang="en-GB" sz="1200" spc="-20" noProof="0" dirty="0">
                <a:latin typeface="+mn-lt"/>
                <a:cs typeface="Segoe UI"/>
              </a:rPr>
              <a:t>(Extended</a:t>
            </a:r>
            <a:r>
              <a:rPr lang="en-GB" sz="1200" spc="-55" noProof="0" dirty="0">
                <a:latin typeface="+mn-lt"/>
                <a:cs typeface="Segoe UI"/>
              </a:rPr>
              <a:t> </a:t>
            </a:r>
            <a:r>
              <a:rPr lang="en-GB" sz="1200" spc="-20" noProof="0" dirty="0">
                <a:latin typeface="+mn-lt"/>
                <a:cs typeface="Segoe UI"/>
              </a:rPr>
              <a:t>Backus-Naur</a:t>
            </a:r>
            <a:r>
              <a:rPr lang="en-GB" sz="1200" spc="-5" noProof="0" dirty="0">
                <a:latin typeface="+mn-lt"/>
                <a:cs typeface="Segoe UI"/>
              </a:rPr>
              <a:t> </a:t>
            </a:r>
            <a:r>
              <a:rPr lang="en-GB" sz="1200" spc="-15" noProof="0" dirty="0">
                <a:latin typeface="+mn-lt"/>
                <a:cs typeface="Segoe UI"/>
              </a:rPr>
              <a:t>Form)</a:t>
            </a:r>
            <a:r>
              <a:rPr lang="en-GB" sz="1200" spc="-70" noProof="0" dirty="0">
                <a:latin typeface="+mn-lt"/>
                <a:cs typeface="Segoe UI"/>
              </a:rPr>
              <a:t> </a:t>
            </a:r>
            <a:r>
              <a:rPr lang="en-GB" sz="1200" spc="-25" noProof="0" dirty="0">
                <a:latin typeface="+mn-lt"/>
                <a:cs typeface="Segoe UI"/>
              </a:rPr>
              <a:t>specification.</a:t>
            </a:r>
          </a:p>
          <a:p>
            <a:pPr marL="12700" marR="54610">
              <a:lnSpc>
                <a:spcPct val="100000"/>
              </a:lnSpc>
              <a:spcBef>
                <a:spcPts val="600"/>
              </a:spcBef>
            </a:pPr>
            <a:r>
              <a:rPr lang="en-GB" sz="1200" spc="-15" noProof="0" dirty="0">
                <a:latin typeface="+mn-lt"/>
                <a:cs typeface="Segoe UI"/>
              </a:rPr>
              <a:t>It</a:t>
            </a:r>
            <a:r>
              <a:rPr lang="en-GB" sz="1200" spc="-35" noProof="0" dirty="0">
                <a:latin typeface="+mn-lt"/>
                <a:cs typeface="Segoe UI"/>
              </a:rPr>
              <a:t> </a:t>
            </a:r>
            <a:r>
              <a:rPr lang="en-GB" sz="1200" spc="-20" noProof="0" dirty="0">
                <a:latin typeface="+mn-lt"/>
                <a:cs typeface="Segoe UI"/>
              </a:rPr>
              <a:t>can</a:t>
            </a:r>
            <a:r>
              <a:rPr lang="en-GB" sz="1200" spc="-30" noProof="0" dirty="0">
                <a:latin typeface="+mn-lt"/>
                <a:cs typeface="Segoe UI"/>
              </a:rPr>
              <a:t> </a:t>
            </a:r>
            <a:r>
              <a:rPr lang="en-GB" sz="1200" spc="-10" noProof="0" dirty="0">
                <a:latin typeface="+mn-lt"/>
                <a:cs typeface="Segoe UI"/>
              </a:rPr>
              <a:t>be </a:t>
            </a:r>
            <a:r>
              <a:rPr lang="en-GB" sz="1200" spc="-260" noProof="0" dirty="0">
                <a:latin typeface="+mn-lt"/>
                <a:cs typeface="Segoe UI"/>
              </a:rPr>
              <a:t> </a:t>
            </a:r>
            <a:r>
              <a:rPr lang="en-GB" sz="1200" spc="-20" noProof="0" dirty="0">
                <a:latin typeface="+mn-lt"/>
                <a:cs typeface="Segoe UI"/>
              </a:rPr>
              <a:t>quite </a:t>
            </a:r>
            <a:r>
              <a:rPr lang="en-GB" sz="1200" spc="-25" noProof="0" dirty="0">
                <a:latin typeface="+mn-lt"/>
                <a:cs typeface="Segoe UI"/>
              </a:rPr>
              <a:t>complex, </a:t>
            </a:r>
            <a:r>
              <a:rPr lang="en-GB" sz="1200" spc="-10" noProof="0" dirty="0">
                <a:latin typeface="+mn-lt"/>
                <a:cs typeface="Segoe UI"/>
              </a:rPr>
              <a:t>but </a:t>
            </a:r>
            <a:r>
              <a:rPr lang="en-GB" sz="1200" spc="-20" noProof="0" dirty="0">
                <a:latin typeface="+mn-lt"/>
                <a:cs typeface="Segoe UI"/>
              </a:rPr>
              <a:t>it's basic </a:t>
            </a:r>
            <a:r>
              <a:rPr lang="en-GB" sz="1200" spc="-15" noProof="0" dirty="0">
                <a:latin typeface="+mn-lt"/>
                <a:cs typeface="Segoe UI"/>
              </a:rPr>
              <a:t>usage is </a:t>
            </a:r>
            <a:r>
              <a:rPr lang="en-GB" sz="1200" spc="-25" noProof="0" dirty="0">
                <a:latin typeface="+mn-lt"/>
                <a:cs typeface="Segoe UI"/>
              </a:rPr>
              <a:t>intuitive </a:t>
            </a:r>
            <a:r>
              <a:rPr lang="en-GB" sz="1200" spc="-15" noProof="0" dirty="0">
                <a:latin typeface="+mn-lt"/>
                <a:cs typeface="Segoe UI"/>
              </a:rPr>
              <a:t>and </a:t>
            </a:r>
            <a:r>
              <a:rPr lang="en-GB" sz="1200" spc="-25" noProof="0" dirty="0">
                <a:latin typeface="+mn-lt"/>
                <a:cs typeface="Segoe UI"/>
              </a:rPr>
              <a:t>relatively </a:t>
            </a:r>
            <a:r>
              <a:rPr lang="en-GB" sz="1200" spc="-20" noProof="0" dirty="0">
                <a:latin typeface="+mn-lt"/>
                <a:cs typeface="Segoe UI"/>
              </a:rPr>
              <a:t>easy </a:t>
            </a:r>
            <a:r>
              <a:rPr lang="en-GB" sz="1200" spc="-15" noProof="0" dirty="0">
                <a:latin typeface="+mn-lt"/>
                <a:cs typeface="Segoe UI"/>
              </a:rPr>
              <a:t>to grasp.</a:t>
            </a:r>
          </a:p>
          <a:p>
            <a:pPr marL="12700" marR="54610">
              <a:lnSpc>
                <a:spcPct val="100000"/>
              </a:lnSpc>
              <a:spcBef>
                <a:spcPts val="600"/>
              </a:spcBef>
            </a:pPr>
            <a:r>
              <a:rPr lang="en-GB" sz="1200" spc="-15" noProof="0" dirty="0">
                <a:latin typeface="+mn-lt"/>
                <a:cs typeface="Segoe UI"/>
              </a:rPr>
              <a:t>The </a:t>
            </a:r>
            <a:r>
              <a:rPr lang="en-GB" sz="1200" spc="-20" noProof="0" dirty="0">
                <a:latin typeface="+mn-lt"/>
                <a:cs typeface="Segoe UI"/>
              </a:rPr>
              <a:t>manual pages </a:t>
            </a:r>
            <a:r>
              <a:rPr lang="en-GB" sz="1200" spc="-15" noProof="0" dirty="0">
                <a:latin typeface="+mn-lt"/>
                <a:cs typeface="Segoe UI"/>
              </a:rPr>
              <a:t>for the </a:t>
            </a:r>
            <a:r>
              <a:rPr lang="en-GB" sz="1200" spc="-10" noProof="0" dirty="0">
                <a:latin typeface="+mn-lt"/>
                <a:cs typeface="Segoe UI"/>
              </a:rPr>
              <a:t> </a:t>
            </a:r>
            <a:r>
              <a:rPr lang="en-GB" sz="1200" spc="-15" noProof="0" dirty="0">
                <a:latin typeface="+mn-lt"/>
                <a:cs typeface="Segoe UI"/>
              </a:rPr>
              <a:t>sudoers</a:t>
            </a:r>
            <a:r>
              <a:rPr lang="en-GB" sz="1200" spc="-105" noProof="0" dirty="0">
                <a:latin typeface="+mn-lt"/>
                <a:cs typeface="Segoe UI"/>
              </a:rPr>
              <a:t> </a:t>
            </a:r>
            <a:r>
              <a:rPr lang="en-GB" sz="1200" spc="-20" noProof="0" dirty="0">
                <a:latin typeface="+mn-lt"/>
                <a:cs typeface="Segoe UI"/>
              </a:rPr>
              <a:t>includes</a:t>
            </a:r>
            <a:r>
              <a:rPr lang="en-GB" sz="1200" spc="-5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complete</a:t>
            </a:r>
            <a:r>
              <a:rPr lang="en-GB" sz="1200" spc="-60" noProof="0" dirty="0">
                <a:latin typeface="+mn-lt"/>
                <a:cs typeface="Segoe UI"/>
              </a:rPr>
              <a:t> </a:t>
            </a:r>
            <a:r>
              <a:rPr lang="en-GB" sz="1200" spc="-20" noProof="0" dirty="0">
                <a:latin typeface="+mn-lt"/>
                <a:cs typeface="Segoe UI"/>
              </a:rPr>
              <a:t>description</a:t>
            </a:r>
            <a:r>
              <a:rPr lang="en-GB" sz="1200" spc="-50" noProof="0" dirty="0">
                <a:latin typeface="+mn-lt"/>
                <a:cs typeface="Segoe UI"/>
              </a:rPr>
              <a:t> </a:t>
            </a:r>
            <a:r>
              <a:rPr lang="en-GB" sz="1200" spc="-10" noProof="0" dirty="0">
                <a:latin typeface="+mn-lt"/>
                <a:cs typeface="Segoe UI"/>
              </a:rPr>
              <a:t>of</a:t>
            </a:r>
            <a:r>
              <a:rPr lang="en-GB" sz="1200" spc="-6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5" noProof="0" dirty="0">
                <a:latin typeface="+mn-lt"/>
                <a:cs typeface="Segoe UI"/>
              </a:rPr>
              <a:t>EBNF</a:t>
            </a:r>
            <a:r>
              <a:rPr lang="en-GB" sz="1200" spc="-10" noProof="0" dirty="0">
                <a:latin typeface="+mn-lt"/>
                <a:cs typeface="Segoe UI"/>
              </a:rPr>
              <a:t> </a:t>
            </a:r>
            <a:r>
              <a:rPr lang="en-GB" sz="1200" noProof="0" dirty="0">
                <a:latin typeface="+mn-lt"/>
                <a:cs typeface="Segoe UI"/>
              </a:rPr>
              <a:t>-</a:t>
            </a:r>
            <a:r>
              <a:rPr lang="en-GB" sz="1200" spc="-55" noProof="0" dirty="0">
                <a:latin typeface="+mn-lt"/>
                <a:cs typeface="Segoe UI"/>
              </a:rPr>
              <a:t> </a:t>
            </a:r>
            <a:r>
              <a:rPr lang="en-GB" sz="1200" spc="-15" noProof="0" dirty="0">
                <a:latin typeface="+mn-lt"/>
                <a:cs typeface="Segoe UI"/>
              </a:rPr>
              <a:t>if</a:t>
            </a:r>
            <a:r>
              <a:rPr lang="en-GB" sz="1200" spc="-35" noProof="0" dirty="0">
                <a:latin typeface="+mn-lt"/>
                <a:cs typeface="Segoe UI"/>
              </a:rPr>
              <a:t> </a:t>
            </a:r>
            <a:r>
              <a:rPr lang="en-GB" sz="1200" spc="-15" noProof="0" dirty="0">
                <a:latin typeface="+mn-lt"/>
                <a:cs typeface="Segoe UI"/>
              </a:rPr>
              <a:t>you</a:t>
            </a:r>
            <a:r>
              <a:rPr lang="en-GB" sz="1200" spc="-55" noProof="0" dirty="0">
                <a:latin typeface="+mn-lt"/>
                <a:cs typeface="Segoe UI"/>
              </a:rPr>
              <a:t> </a:t>
            </a:r>
            <a:r>
              <a:rPr lang="en-GB" sz="1200" spc="-15" noProof="0" dirty="0">
                <a:latin typeface="+mn-lt"/>
                <a:cs typeface="Segoe UI"/>
              </a:rPr>
              <a:t>are</a:t>
            </a:r>
            <a:r>
              <a:rPr lang="en-GB" sz="1200" spc="-35" noProof="0" dirty="0">
                <a:latin typeface="+mn-lt"/>
                <a:cs typeface="Segoe UI"/>
              </a:rPr>
              <a:t> </a:t>
            </a:r>
            <a:r>
              <a:rPr lang="en-GB" sz="1200" spc="-20" noProof="0" dirty="0">
                <a:latin typeface="+mn-lt"/>
                <a:cs typeface="Segoe UI"/>
              </a:rPr>
              <a:t>interested</a:t>
            </a:r>
            <a:r>
              <a:rPr lang="en-GB" sz="1200" spc="-55" noProof="0" dirty="0">
                <a:latin typeface="+mn-lt"/>
                <a:cs typeface="Segoe UI"/>
              </a:rPr>
              <a:t> </a:t>
            </a:r>
            <a:r>
              <a:rPr lang="en-GB" sz="1200" spc="-15" noProof="0" dirty="0">
                <a:latin typeface="+mn-lt"/>
                <a:cs typeface="Segoe UI"/>
              </a:rPr>
              <a:t>in</a:t>
            </a:r>
            <a:r>
              <a:rPr lang="en-GB" sz="1200" spc="-25"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5" noProof="0" dirty="0">
                <a:latin typeface="+mn-lt"/>
                <a:cs typeface="Segoe UI"/>
              </a:rPr>
              <a:t>detail.</a:t>
            </a:r>
            <a:endParaRPr lang="en-GB" sz="1200" noProof="0" dirty="0">
              <a:latin typeface="+mn-lt"/>
              <a:cs typeface="Segoe UI"/>
            </a:endParaRPr>
          </a:p>
          <a:p>
            <a:endParaRPr lang="en-GB" noProof="0"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21</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2016232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25" noProof="0" dirty="0">
                <a:latin typeface="+mn-lt"/>
                <a:cs typeface="Segoe UI"/>
              </a:rPr>
              <a:t>Host_Alias</a:t>
            </a:r>
            <a:r>
              <a:rPr lang="en-GB" sz="1200" spc="-50" noProof="0" dirty="0">
                <a:latin typeface="+mn-lt"/>
                <a:cs typeface="Segoe UI"/>
              </a:rPr>
              <a:t> </a:t>
            </a:r>
            <a:r>
              <a:rPr lang="en-GB" sz="1200" spc="-15" noProof="0" dirty="0">
                <a:latin typeface="+mn-lt"/>
                <a:cs typeface="Segoe UI"/>
              </a:rPr>
              <a:t>group</a:t>
            </a:r>
            <a:r>
              <a:rPr lang="en-GB" sz="1200" spc="-75" noProof="0" dirty="0">
                <a:latin typeface="+mn-lt"/>
                <a:cs typeface="Segoe UI"/>
              </a:rPr>
              <a:t> </a:t>
            </a:r>
            <a:r>
              <a:rPr lang="en-GB" sz="1200" spc="-20" noProof="0" dirty="0">
                <a:latin typeface="+mn-lt"/>
                <a:cs typeface="Segoe UI"/>
              </a:rPr>
              <a:t>network</a:t>
            </a:r>
            <a:r>
              <a:rPr lang="en-GB" sz="1200" spc="-25" noProof="0" dirty="0">
                <a:latin typeface="+mn-lt"/>
                <a:cs typeface="Segoe UI"/>
              </a:rPr>
              <a:t> </a:t>
            </a:r>
            <a:r>
              <a:rPr lang="en-GB" sz="1200" spc="-15" noProof="0" dirty="0">
                <a:latin typeface="+mn-lt"/>
                <a:cs typeface="Segoe UI"/>
              </a:rPr>
              <a:t>hosts,</a:t>
            </a:r>
            <a:r>
              <a:rPr lang="en-GB" sz="1200" spc="-85" noProof="0" dirty="0">
                <a:latin typeface="+mn-lt"/>
                <a:cs typeface="Segoe UI"/>
              </a:rPr>
              <a:t> </a:t>
            </a:r>
            <a:r>
              <a:rPr lang="en-GB" sz="1200" spc="-15" noProof="0" dirty="0">
                <a:latin typeface="+mn-lt"/>
                <a:cs typeface="Segoe UI"/>
              </a:rPr>
              <a:t>and</a:t>
            </a:r>
            <a:r>
              <a:rPr lang="en-GB" sz="1200" spc="-20" noProof="0" dirty="0">
                <a:latin typeface="+mn-lt"/>
                <a:cs typeface="Segoe UI"/>
              </a:rPr>
              <a:t> can</a:t>
            </a:r>
            <a:r>
              <a:rPr lang="en-GB" sz="1200" spc="-25" noProof="0" dirty="0">
                <a:latin typeface="+mn-lt"/>
                <a:cs typeface="Segoe UI"/>
              </a:rPr>
              <a:t> </a:t>
            </a:r>
            <a:r>
              <a:rPr lang="en-GB" sz="1200" spc="-10" noProof="0" dirty="0">
                <a:latin typeface="+mn-lt"/>
                <a:cs typeface="Segoe UI"/>
              </a:rPr>
              <a:t>be</a:t>
            </a:r>
            <a:r>
              <a:rPr lang="en-GB" sz="1200" spc="-50" noProof="0" dirty="0">
                <a:latin typeface="+mn-lt"/>
                <a:cs typeface="Segoe UI"/>
              </a:rPr>
              <a:t> </a:t>
            </a:r>
            <a:r>
              <a:rPr lang="en-GB" sz="1200" spc="-20" noProof="0" dirty="0">
                <a:latin typeface="+mn-lt"/>
                <a:cs typeface="Segoe UI"/>
              </a:rPr>
              <a:t>expressed</a:t>
            </a:r>
            <a:r>
              <a:rPr lang="en-GB" sz="1200" spc="-50" noProof="0" dirty="0">
                <a:latin typeface="+mn-lt"/>
                <a:cs typeface="Segoe UI"/>
              </a:rPr>
              <a:t> </a:t>
            </a:r>
            <a:r>
              <a:rPr lang="en-GB" sz="1200" spc="-15" noProof="0" dirty="0">
                <a:latin typeface="+mn-lt"/>
                <a:cs typeface="Segoe UI"/>
              </a:rPr>
              <a:t>in</a:t>
            </a:r>
            <a:r>
              <a:rPr lang="en-GB" sz="1200" spc="-20"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5" noProof="0" dirty="0">
                <a:latin typeface="+mn-lt"/>
                <a:cs typeface="Segoe UI"/>
              </a:rPr>
              <a:t>variety</a:t>
            </a:r>
            <a:r>
              <a:rPr lang="en-GB" sz="1200" spc="-35" noProof="0" dirty="0">
                <a:latin typeface="+mn-lt"/>
                <a:cs typeface="Segoe UI"/>
              </a:rPr>
              <a:t> </a:t>
            </a:r>
            <a:r>
              <a:rPr lang="en-GB" sz="1200" spc="-10" noProof="0" dirty="0">
                <a:latin typeface="+mn-lt"/>
                <a:cs typeface="Segoe UI"/>
              </a:rPr>
              <a:t>of</a:t>
            </a:r>
            <a:r>
              <a:rPr lang="en-GB" sz="1200" spc="-30" noProof="0" dirty="0">
                <a:latin typeface="+mn-lt"/>
                <a:cs typeface="Segoe UI"/>
              </a:rPr>
              <a:t> </a:t>
            </a:r>
            <a:r>
              <a:rPr lang="en-GB" sz="1200" spc="-25" noProof="0" dirty="0">
                <a:latin typeface="+mn-lt"/>
                <a:cs typeface="Segoe UI"/>
              </a:rPr>
              <a:t>ways,</a:t>
            </a:r>
            <a:r>
              <a:rPr lang="en-GB" sz="1200" spc="-10" noProof="0" dirty="0">
                <a:latin typeface="+mn-lt"/>
                <a:cs typeface="Segoe UI"/>
              </a:rPr>
              <a:t> </a:t>
            </a:r>
            <a:r>
              <a:rPr lang="en-GB" sz="1200" spc="-20" noProof="0" dirty="0">
                <a:latin typeface="+mn-lt"/>
                <a:cs typeface="Segoe UI"/>
              </a:rPr>
              <a:t>including</a:t>
            </a:r>
            <a:r>
              <a:rPr lang="en-GB" sz="1200" spc="-70" noProof="0" dirty="0">
                <a:latin typeface="+mn-lt"/>
                <a:cs typeface="Segoe UI"/>
              </a:rPr>
              <a:t> </a:t>
            </a:r>
            <a:r>
              <a:rPr lang="en-GB" sz="1200" spc="-15" noProof="0" dirty="0">
                <a:latin typeface="+mn-lt"/>
                <a:cs typeface="Segoe UI"/>
              </a:rPr>
              <a:t>IP</a:t>
            </a:r>
            <a:r>
              <a:rPr lang="en-GB" sz="1200" spc="-45" noProof="0" dirty="0">
                <a:latin typeface="+mn-lt"/>
                <a:cs typeface="Segoe UI"/>
              </a:rPr>
              <a:t> </a:t>
            </a:r>
            <a:r>
              <a:rPr lang="en-GB" sz="1200" spc="-15" noProof="0" dirty="0">
                <a:latin typeface="+mn-lt"/>
                <a:cs typeface="Segoe UI"/>
              </a:rPr>
              <a:t>and</a:t>
            </a:r>
            <a:r>
              <a:rPr lang="en-GB" sz="1200" spc="-20" noProof="0" dirty="0">
                <a:latin typeface="+mn-lt"/>
                <a:cs typeface="Segoe UI"/>
              </a:rPr>
              <a:t> network addresses.</a:t>
            </a:r>
            <a:endParaRPr lang="en-GB" sz="1200" noProof="0" dirty="0">
              <a:latin typeface="+mn-lt"/>
              <a:cs typeface="Segoe UI"/>
            </a:endParaRPr>
          </a:p>
          <a:p>
            <a:pPr marL="12700">
              <a:lnSpc>
                <a:spcPct val="100000"/>
              </a:lnSpc>
              <a:spcBef>
                <a:spcPts val="600"/>
              </a:spcBef>
            </a:pPr>
            <a:r>
              <a:rPr lang="en-GB" sz="1200" spc="-25" noProof="0" dirty="0">
                <a:latin typeface="+mn-lt"/>
                <a:cs typeface="Segoe UI"/>
              </a:rPr>
              <a:t>Cmnd_Alias</a:t>
            </a:r>
            <a:r>
              <a:rPr lang="en-GB" sz="1200" spc="-55" noProof="0" dirty="0">
                <a:latin typeface="+mn-lt"/>
                <a:cs typeface="Segoe UI"/>
              </a:rPr>
              <a:t> </a:t>
            </a:r>
            <a:r>
              <a:rPr lang="en-GB" sz="1200" spc="-15" noProof="0" dirty="0">
                <a:latin typeface="+mn-lt"/>
                <a:cs typeface="Segoe UI"/>
              </a:rPr>
              <a:t>groups</a:t>
            </a:r>
            <a:r>
              <a:rPr lang="en-GB" sz="1200" spc="-75" noProof="0" dirty="0">
                <a:latin typeface="+mn-lt"/>
                <a:cs typeface="Segoe UI"/>
              </a:rPr>
              <a:t> </a:t>
            </a:r>
            <a:r>
              <a:rPr lang="en-GB" sz="1200" spc="-20" noProof="0" dirty="0">
                <a:latin typeface="+mn-lt"/>
                <a:cs typeface="Segoe UI"/>
              </a:rPr>
              <a:t>commands,</a:t>
            </a:r>
            <a:r>
              <a:rPr lang="en-GB" sz="1200" spc="-40" noProof="0" dirty="0">
                <a:latin typeface="+mn-lt"/>
                <a:cs typeface="Segoe UI"/>
              </a:rPr>
              <a:t> </a:t>
            </a:r>
            <a:r>
              <a:rPr lang="en-GB" sz="1200" spc="-20" noProof="0" dirty="0">
                <a:latin typeface="+mn-lt"/>
                <a:cs typeface="Segoe UI"/>
              </a:rPr>
              <a:t>which</a:t>
            </a:r>
            <a:r>
              <a:rPr lang="en-GB" sz="1200" spc="-50" noProof="0" dirty="0">
                <a:latin typeface="+mn-lt"/>
                <a:cs typeface="Segoe UI"/>
              </a:rPr>
              <a:t> </a:t>
            </a:r>
            <a:r>
              <a:rPr lang="en-GB" sz="1200" spc="-15" noProof="0" dirty="0">
                <a:latin typeface="+mn-lt"/>
                <a:cs typeface="Segoe UI"/>
              </a:rPr>
              <a:t>must</a:t>
            </a:r>
            <a:r>
              <a:rPr lang="en-GB" sz="1200" spc="-40" noProof="0" dirty="0">
                <a:latin typeface="+mn-lt"/>
                <a:cs typeface="Segoe UI"/>
              </a:rPr>
              <a:t> </a:t>
            </a:r>
            <a:r>
              <a:rPr lang="en-GB" sz="1200" spc="-10" noProof="0" dirty="0">
                <a:latin typeface="+mn-lt"/>
                <a:cs typeface="Segoe UI"/>
              </a:rPr>
              <a:t>be</a:t>
            </a:r>
            <a:r>
              <a:rPr lang="en-GB" sz="1200" spc="-55" noProof="0" dirty="0">
                <a:latin typeface="+mn-lt"/>
                <a:cs typeface="Segoe UI"/>
              </a:rPr>
              <a:t> </a:t>
            </a:r>
            <a:r>
              <a:rPr lang="en-GB" sz="1200" spc="-20" noProof="0" dirty="0">
                <a:latin typeface="+mn-lt"/>
                <a:cs typeface="Segoe UI"/>
              </a:rPr>
              <a:t>provided</a:t>
            </a:r>
            <a:r>
              <a:rPr lang="en-GB" sz="1200" spc="-75" noProof="0" dirty="0">
                <a:latin typeface="+mn-lt"/>
                <a:cs typeface="Segoe UI"/>
              </a:rPr>
              <a:t> </a:t>
            </a:r>
            <a:r>
              <a:rPr lang="en-GB" sz="1200" spc="-20" noProof="0" dirty="0">
                <a:latin typeface="+mn-lt"/>
                <a:cs typeface="Segoe UI"/>
              </a:rPr>
              <a:t>with</a:t>
            </a:r>
            <a:r>
              <a:rPr lang="en-GB" sz="1200" spc="-30" noProof="0" dirty="0">
                <a:latin typeface="+mn-lt"/>
                <a:cs typeface="Segoe UI"/>
              </a:rPr>
              <a:t> </a:t>
            </a:r>
            <a:r>
              <a:rPr lang="en-GB" sz="1200" spc="-20" noProof="0" dirty="0">
                <a:latin typeface="+mn-lt"/>
                <a:cs typeface="Segoe UI"/>
              </a:rPr>
              <a:t>full</a:t>
            </a:r>
            <a:r>
              <a:rPr lang="en-GB" sz="1200" spc="-35" noProof="0" dirty="0">
                <a:latin typeface="+mn-lt"/>
                <a:cs typeface="Segoe UI"/>
              </a:rPr>
              <a:t> </a:t>
            </a:r>
            <a:r>
              <a:rPr lang="en-GB" sz="1200" spc="-20" noProof="0" dirty="0">
                <a:latin typeface="+mn-lt"/>
                <a:cs typeface="Segoe UI"/>
              </a:rPr>
              <a:t>pathnames.</a:t>
            </a:r>
            <a:endParaRPr lang="en-GB" sz="1200" noProof="0" dirty="0">
              <a:latin typeface="+mn-lt"/>
              <a:cs typeface="Segoe UI"/>
            </a:endParaRPr>
          </a:p>
          <a:p>
            <a:pPr marL="12700" marR="5080">
              <a:lnSpc>
                <a:spcPct val="100000"/>
              </a:lnSpc>
              <a:spcBef>
                <a:spcPts val="600"/>
              </a:spcBef>
            </a:pPr>
            <a:r>
              <a:rPr lang="en-GB" sz="1200" spc="-15" noProof="0" dirty="0">
                <a:latin typeface="+mn-lt"/>
                <a:cs typeface="Segoe UI"/>
              </a:rPr>
              <a:t>In</a:t>
            </a:r>
            <a:r>
              <a:rPr lang="en-GB" sz="1200" spc="-75" noProof="0" dirty="0">
                <a:latin typeface="+mn-lt"/>
                <a:cs typeface="Segoe UI"/>
              </a:rPr>
              <a:t> </a:t>
            </a:r>
            <a:r>
              <a:rPr lang="en-GB" sz="1200" spc="-15" noProof="0" dirty="0">
                <a:latin typeface="+mn-lt"/>
                <a:cs typeface="Segoe UI"/>
              </a:rPr>
              <a:t>the</a:t>
            </a:r>
            <a:r>
              <a:rPr lang="en-GB" sz="1200" spc="-25" noProof="0" dirty="0">
                <a:latin typeface="+mn-lt"/>
                <a:cs typeface="Segoe UI"/>
              </a:rPr>
              <a:t> </a:t>
            </a:r>
            <a:r>
              <a:rPr lang="en-GB" sz="1200" spc="-20" noProof="0" dirty="0">
                <a:latin typeface="+mn-lt"/>
                <a:cs typeface="Segoe UI"/>
              </a:rPr>
              <a:t>above</a:t>
            </a:r>
            <a:r>
              <a:rPr lang="en-GB" sz="1200" spc="-55" noProof="0" dirty="0">
                <a:latin typeface="+mn-lt"/>
                <a:cs typeface="Segoe UI"/>
              </a:rPr>
              <a:t> </a:t>
            </a:r>
            <a:r>
              <a:rPr lang="en-GB" sz="1200" spc="-20" noProof="0" dirty="0">
                <a:latin typeface="+mn-lt"/>
                <a:cs typeface="Segoe UI"/>
              </a:rPr>
              <a:t>slide,</a:t>
            </a:r>
            <a:r>
              <a:rPr lang="en-GB" sz="1200" spc="-3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syntax</a:t>
            </a:r>
            <a:r>
              <a:rPr lang="en-GB" sz="1200" spc="-10"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15" noProof="0" dirty="0">
                <a:latin typeface="+mn-lt"/>
                <a:cs typeface="Segoe UI"/>
              </a:rPr>
              <a:t>is</a:t>
            </a:r>
            <a:r>
              <a:rPr lang="en-GB" sz="1200" spc="-45" noProof="0" dirty="0">
                <a:latin typeface="+mn-lt"/>
                <a:cs typeface="Segoe UI"/>
              </a:rPr>
              <a:t> </a:t>
            </a:r>
            <a:r>
              <a:rPr lang="en-GB" sz="1200" spc="-25" noProof="0" dirty="0">
                <a:latin typeface="+mn-lt"/>
                <a:cs typeface="Segoe UI"/>
              </a:rPr>
              <a:t>relatively</a:t>
            </a:r>
            <a:r>
              <a:rPr lang="en-GB" sz="1200" spc="-10" noProof="0" dirty="0">
                <a:latin typeface="+mn-lt"/>
                <a:cs typeface="Segoe UI"/>
              </a:rPr>
              <a:t> </a:t>
            </a:r>
            <a:r>
              <a:rPr lang="en-GB" sz="1200" spc="-20" noProof="0" dirty="0">
                <a:latin typeface="+mn-lt"/>
                <a:cs typeface="Segoe UI"/>
              </a:rPr>
              <a:t>simple</a:t>
            </a:r>
            <a:r>
              <a:rPr lang="en-GB" sz="1200" spc="-55" noProof="0" dirty="0">
                <a:latin typeface="+mn-lt"/>
                <a:cs typeface="Segoe UI"/>
              </a:rPr>
              <a:t> </a:t>
            </a:r>
            <a:r>
              <a:rPr lang="en-GB" sz="1200" spc="-15" noProof="0" dirty="0">
                <a:latin typeface="+mn-lt"/>
                <a:cs typeface="Segoe UI"/>
              </a:rPr>
              <a:t>and</a:t>
            </a:r>
            <a:r>
              <a:rPr lang="en-GB" sz="1200" spc="-20" noProof="0" dirty="0">
                <a:latin typeface="+mn-lt"/>
                <a:cs typeface="Segoe UI"/>
              </a:rPr>
              <a:t> </a:t>
            </a:r>
            <a:r>
              <a:rPr lang="en-GB" sz="1200" spc="-25" noProof="0" dirty="0">
                <a:latin typeface="+mn-lt"/>
                <a:cs typeface="Segoe UI"/>
              </a:rPr>
              <a:t>self-explanatory.</a:t>
            </a:r>
            <a:r>
              <a:rPr lang="en-GB" sz="1200" spc="-35" noProof="0" dirty="0">
                <a:latin typeface="+mn-lt"/>
                <a:cs typeface="Segoe UI"/>
              </a:rPr>
              <a:t> </a:t>
            </a:r>
          </a:p>
          <a:p>
            <a:pPr marL="12700" marR="5080">
              <a:lnSpc>
                <a:spcPct val="100000"/>
              </a:lnSpc>
              <a:spcBef>
                <a:spcPts val="600"/>
              </a:spcBef>
            </a:pPr>
            <a:r>
              <a:rPr lang="en-GB" sz="1200" spc="-20" noProof="0" dirty="0">
                <a:latin typeface="+mn-lt"/>
                <a:cs typeface="Segoe UI"/>
              </a:rPr>
              <a:t>However,</a:t>
            </a:r>
            <a:r>
              <a:rPr lang="en-GB" sz="1200" spc="-30" noProof="0" dirty="0">
                <a:latin typeface="+mn-lt"/>
                <a:cs typeface="Segoe UI"/>
              </a:rPr>
              <a:t> </a:t>
            </a:r>
            <a:r>
              <a:rPr lang="en-GB" sz="1200" spc="-15" noProof="0" dirty="0">
                <a:latin typeface="+mn-lt"/>
                <a:cs typeface="Segoe UI"/>
              </a:rPr>
              <a:t>there</a:t>
            </a:r>
            <a:r>
              <a:rPr lang="en-GB" sz="1200" spc="-5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20" noProof="0" dirty="0">
                <a:latin typeface="+mn-lt"/>
                <a:cs typeface="Segoe UI"/>
              </a:rPr>
              <a:t>Boolean </a:t>
            </a:r>
            <a:r>
              <a:rPr lang="en-GB" sz="1200" spc="-260" noProof="0" dirty="0">
                <a:latin typeface="+mn-lt"/>
                <a:cs typeface="Segoe UI"/>
              </a:rPr>
              <a:t> </a:t>
            </a:r>
            <a:r>
              <a:rPr lang="en-GB" sz="1200" spc="-20" noProof="0" dirty="0">
                <a:latin typeface="+mn-lt"/>
                <a:cs typeface="Segoe UI"/>
              </a:rPr>
              <a:t>operators,</a:t>
            </a:r>
            <a:r>
              <a:rPr lang="en-GB" sz="1200" spc="-85" noProof="0" dirty="0">
                <a:latin typeface="+mn-lt"/>
                <a:cs typeface="Segoe UI"/>
              </a:rPr>
              <a:t> </a:t>
            </a:r>
            <a:r>
              <a:rPr lang="en-GB" sz="1200" spc="-20" noProof="0" dirty="0">
                <a:latin typeface="+mn-lt"/>
                <a:cs typeface="Segoe UI"/>
              </a:rPr>
              <a:t>pattern</a:t>
            </a:r>
            <a:r>
              <a:rPr lang="en-GB" sz="1200" spc="-50" noProof="0" dirty="0">
                <a:latin typeface="+mn-lt"/>
                <a:cs typeface="Segoe UI"/>
              </a:rPr>
              <a:t> </a:t>
            </a:r>
            <a:r>
              <a:rPr lang="en-GB" sz="1200" spc="-25" noProof="0" dirty="0">
                <a:latin typeface="+mn-lt"/>
                <a:cs typeface="Segoe UI"/>
              </a:rPr>
              <a:t>matching</a:t>
            </a:r>
            <a:r>
              <a:rPr lang="en-GB" sz="1200" spc="-20" noProof="0" dirty="0">
                <a:latin typeface="+mn-lt"/>
                <a:cs typeface="Segoe UI"/>
              </a:rPr>
              <a:t> </a:t>
            </a:r>
            <a:r>
              <a:rPr lang="en-GB" sz="1200" spc="-25" noProof="0" dirty="0">
                <a:latin typeface="+mn-lt"/>
                <a:cs typeface="Segoe UI"/>
              </a:rPr>
              <a:t>characters,</a:t>
            </a:r>
            <a:r>
              <a:rPr lang="en-GB" sz="1200" spc="-10" noProof="0" dirty="0">
                <a:latin typeface="+mn-lt"/>
                <a:cs typeface="Segoe UI"/>
              </a:rPr>
              <a:t> </a:t>
            </a:r>
            <a:r>
              <a:rPr lang="en-GB" sz="1200" spc="-20" noProof="0" dirty="0">
                <a:latin typeface="+mn-lt"/>
                <a:cs typeface="Segoe UI"/>
              </a:rPr>
              <a:t>etc.,</a:t>
            </a:r>
            <a:r>
              <a:rPr lang="en-GB" sz="1200" spc="-30" noProof="0" dirty="0">
                <a:latin typeface="+mn-lt"/>
                <a:cs typeface="Segoe UI"/>
              </a:rPr>
              <a:t> </a:t>
            </a:r>
            <a:r>
              <a:rPr lang="en-GB" sz="1200" spc="-20" noProof="0" dirty="0">
                <a:latin typeface="+mn-lt"/>
                <a:cs typeface="Segoe UI"/>
              </a:rPr>
              <a:t>which</a:t>
            </a:r>
            <a:r>
              <a:rPr lang="en-GB" sz="1200" spc="-25" noProof="0" dirty="0">
                <a:latin typeface="+mn-lt"/>
                <a:cs typeface="Segoe UI"/>
              </a:rPr>
              <a:t> </a:t>
            </a:r>
            <a:r>
              <a:rPr lang="en-GB" sz="1200" spc="-20" noProof="0" dirty="0">
                <a:latin typeface="+mn-lt"/>
                <a:cs typeface="Segoe UI"/>
              </a:rPr>
              <a:t>can </a:t>
            </a:r>
            <a:r>
              <a:rPr lang="en-GB" sz="1200" spc="-10" noProof="0" dirty="0">
                <a:latin typeface="+mn-lt"/>
                <a:cs typeface="Segoe UI"/>
              </a:rPr>
              <a:t>be</a:t>
            </a:r>
            <a:r>
              <a:rPr lang="en-GB" sz="1200" spc="-30" noProof="0" dirty="0">
                <a:latin typeface="+mn-lt"/>
                <a:cs typeface="Segoe UI"/>
              </a:rPr>
              <a:t> </a:t>
            </a:r>
            <a:r>
              <a:rPr lang="en-GB" sz="1200" spc="-15" noProof="0" dirty="0">
                <a:latin typeface="+mn-lt"/>
                <a:cs typeface="Segoe UI"/>
              </a:rPr>
              <a:t>used</a:t>
            </a:r>
            <a:r>
              <a:rPr lang="en-GB" sz="1200" spc="-75" noProof="0" dirty="0">
                <a:latin typeface="+mn-lt"/>
                <a:cs typeface="Segoe UI"/>
              </a:rPr>
              <a:t> </a:t>
            </a:r>
            <a:r>
              <a:rPr lang="en-GB" sz="1200" spc="-15" noProof="0" dirty="0">
                <a:latin typeface="+mn-lt"/>
                <a:cs typeface="Segoe UI"/>
              </a:rPr>
              <a:t>to </a:t>
            </a:r>
            <a:r>
              <a:rPr lang="en-GB" sz="1200" spc="-20" noProof="0" dirty="0">
                <a:latin typeface="+mn-lt"/>
                <a:cs typeface="Segoe UI"/>
              </a:rPr>
              <a:t>create</a:t>
            </a:r>
            <a:r>
              <a:rPr lang="en-GB" sz="1200" spc="-5" noProof="0" dirty="0">
                <a:latin typeface="+mn-lt"/>
                <a:cs typeface="Segoe UI"/>
              </a:rPr>
              <a:t> </a:t>
            </a:r>
            <a:r>
              <a:rPr lang="en-GB" sz="1200" spc="-20" noProof="0" dirty="0">
                <a:latin typeface="+mn-lt"/>
                <a:cs typeface="Segoe UI"/>
              </a:rPr>
              <a:t>really</a:t>
            </a:r>
            <a:r>
              <a:rPr lang="en-GB" sz="1200" spc="-35" noProof="0" dirty="0">
                <a:latin typeface="+mn-lt"/>
                <a:cs typeface="Segoe UI"/>
              </a:rPr>
              <a:t> </a:t>
            </a:r>
            <a:r>
              <a:rPr lang="en-GB" sz="1200" spc="-25" noProof="0" dirty="0">
                <a:latin typeface="+mn-lt"/>
                <a:cs typeface="Segoe UI"/>
              </a:rPr>
              <a:t>sophisticated </a:t>
            </a:r>
            <a:r>
              <a:rPr lang="en-GB" sz="1200" spc="-20" noProof="0" dirty="0">
                <a:latin typeface="+mn-lt"/>
                <a:cs typeface="Segoe UI"/>
              </a:rPr>
              <a:t>entries.</a:t>
            </a:r>
            <a:endParaRPr lang="en-GB" sz="1200" noProof="0" dirty="0">
              <a:latin typeface="+mn-lt"/>
              <a:cs typeface="Segoe UI"/>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22</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828326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4133850"/>
          </a:xfrm>
        </p:spPr>
        <p:txBody>
          <a:bodyPr/>
          <a:lstStyle/>
          <a:p>
            <a:pPr marL="12700">
              <a:lnSpc>
                <a:spcPct val="100000"/>
              </a:lnSpc>
              <a:spcBef>
                <a:spcPts val="700"/>
              </a:spcBef>
            </a:pPr>
            <a:r>
              <a:rPr lang="en-GB" sz="1200" spc="-30" noProof="0" dirty="0">
                <a:latin typeface="+mn-lt"/>
                <a:cs typeface="Segoe UI"/>
              </a:rPr>
              <a:t>I</a:t>
            </a:r>
            <a:r>
              <a:rPr lang="en-GB" sz="1200" noProof="0" dirty="0">
                <a:latin typeface="+mn-lt"/>
                <a:cs typeface="Segoe UI"/>
              </a:rPr>
              <a:t>n</a:t>
            </a:r>
            <a:r>
              <a:rPr lang="en-GB" sz="1200" spc="-80" noProof="0" dirty="0">
                <a:latin typeface="+mn-lt"/>
                <a:cs typeface="Segoe UI"/>
              </a:rPr>
              <a:t> </a:t>
            </a:r>
            <a:r>
              <a:rPr lang="en-GB" sz="1200" spc="-30"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35" noProof="0" dirty="0">
                <a:latin typeface="+mn-lt"/>
                <a:cs typeface="Segoe UI"/>
              </a:rPr>
              <a:t> </a:t>
            </a:r>
            <a:r>
              <a:rPr lang="en-GB" sz="1200" spc="-25" noProof="0" dirty="0">
                <a:latin typeface="+mn-lt"/>
                <a:cs typeface="Segoe UI"/>
              </a:rPr>
              <a:t>e</a:t>
            </a:r>
            <a:r>
              <a:rPr lang="en-GB" sz="1200" spc="-35" noProof="0" dirty="0">
                <a:latin typeface="+mn-lt"/>
                <a:cs typeface="Segoe UI"/>
              </a:rPr>
              <a:t>xa</a:t>
            </a:r>
            <a:r>
              <a:rPr lang="en-GB" sz="1200" spc="-25" noProof="0" dirty="0">
                <a:latin typeface="+mn-lt"/>
                <a:cs typeface="Segoe UI"/>
              </a:rPr>
              <a:t>m</a:t>
            </a:r>
            <a:r>
              <a:rPr lang="en-GB" sz="1200" spc="-20" noProof="0" dirty="0">
                <a:latin typeface="+mn-lt"/>
                <a:cs typeface="Segoe UI"/>
              </a:rPr>
              <a:t>p</a:t>
            </a:r>
            <a:r>
              <a:rPr lang="en-GB" sz="1200" spc="-30" noProof="0" dirty="0">
                <a:latin typeface="+mn-lt"/>
                <a:cs typeface="Segoe UI"/>
              </a:rPr>
              <a:t>l</a:t>
            </a:r>
            <a:r>
              <a:rPr lang="en-GB" sz="1200" noProof="0" dirty="0">
                <a:latin typeface="+mn-lt"/>
                <a:cs typeface="Segoe UI"/>
              </a:rPr>
              <a:t>e</a:t>
            </a:r>
            <a:r>
              <a:rPr lang="en-GB" sz="1200" spc="-35" noProof="0" dirty="0">
                <a:latin typeface="+mn-lt"/>
                <a:cs typeface="Segoe UI"/>
              </a:rPr>
              <a:t> a</a:t>
            </a:r>
            <a:r>
              <a:rPr lang="en-GB" sz="1200" spc="-20" noProof="0" dirty="0">
                <a:latin typeface="+mn-lt"/>
                <a:cs typeface="Segoe UI"/>
              </a:rPr>
              <a:t>bo</a:t>
            </a:r>
            <a:r>
              <a:rPr lang="en-GB" sz="1200" spc="-30" noProof="0" dirty="0">
                <a:latin typeface="+mn-lt"/>
                <a:cs typeface="Segoe UI"/>
              </a:rPr>
              <a:t>v</a:t>
            </a:r>
            <a:r>
              <a:rPr lang="en-GB" sz="1200" spc="-25" noProof="0" dirty="0">
                <a:latin typeface="+mn-lt"/>
                <a:cs typeface="Segoe UI"/>
              </a:rPr>
              <a:t>e</a:t>
            </a:r>
            <a:r>
              <a:rPr lang="en-GB" sz="1200" noProof="0" dirty="0">
                <a:latin typeface="+mn-lt"/>
                <a:cs typeface="Segoe UI"/>
              </a:rPr>
              <a:t>:</a:t>
            </a:r>
          </a:p>
          <a:p>
            <a:pPr marL="240665" indent="-228600">
              <a:lnSpc>
                <a:spcPct val="100000"/>
              </a:lnSpc>
              <a:spcBef>
                <a:spcPts val="605"/>
              </a:spcBef>
              <a:buFont typeface="+mj-lt"/>
              <a:buAutoNum type="arabicPeriod"/>
              <a:tabLst>
                <a:tab pos="180975" algn="l"/>
              </a:tabLst>
            </a:pPr>
            <a:r>
              <a:rPr lang="en-GB" spc="-20" noProof="0" dirty="0">
                <a:latin typeface="+mn-lt"/>
                <a:cs typeface="Segoe UI"/>
              </a:rPr>
              <a:t>Everybody</a:t>
            </a:r>
            <a:r>
              <a:rPr lang="en-GB" spc="-65" noProof="0" dirty="0">
                <a:latin typeface="+mn-lt"/>
                <a:cs typeface="Segoe UI"/>
              </a:rPr>
              <a:t> </a:t>
            </a:r>
            <a:r>
              <a:rPr lang="en-GB" spc="-15" noProof="0" dirty="0">
                <a:latin typeface="+mn-lt"/>
                <a:cs typeface="Segoe UI"/>
              </a:rPr>
              <a:t>in</a:t>
            </a:r>
            <a:r>
              <a:rPr lang="en-GB" spc="-50" noProof="0" dirty="0">
                <a:latin typeface="+mn-lt"/>
                <a:cs typeface="Segoe UI"/>
              </a:rPr>
              <a:t> </a:t>
            </a:r>
            <a:r>
              <a:rPr lang="en-GB" spc="-15" noProof="0" dirty="0">
                <a:latin typeface="+mn-lt"/>
                <a:cs typeface="Segoe UI"/>
              </a:rPr>
              <a:t>the</a:t>
            </a:r>
            <a:r>
              <a:rPr lang="en-GB" spc="-30" noProof="0" dirty="0">
                <a:latin typeface="+mn-lt"/>
                <a:cs typeface="Segoe UI"/>
              </a:rPr>
              <a:t> </a:t>
            </a:r>
            <a:r>
              <a:rPr lang="en-GB" spc="-20" noProof="0" dirty="0">
                <a:latin typeface="+mn-lt"/>
                <a:cs typeface="Segoe UI"/>
              </a:rPr>
              <a:t>FULLTIMERS</a:t>
            </a:r>
            <a:r>
              <a:rPr lang="en-GB" spc="-65" noProof="0" dirty="0">
                <a:latin typeface="+mn-lt"/>
                <a:cs typeface="Segoe UI"/>
              </a:rPr>
              <a:t> </a:t>
            </a:r>
            <a:r>
              <a:rPr lang="en-GB" spc="-25" noProof="0" dirty="0">
                <a:latin typeface="+mn-lt"/>
                <a:cs typeface="Segoe UI"/>
              </a:rPr>
              <a:t>alias</a:t>
            </a:r>
            <a:r>
              <a:rPr lang="en-GB" noProof="0" dirty="0">
                <a:latin typeface="+mn-lt"/>
                <a:cs typeface="Segoe UI"/>
              </a:rPr>
              <a:t> </a:t>
            </a:r>
            <a:r>
              <a:rPr lang="en-GB" spc="-20" noProof="0" dirty="0">
                <a:latin typeface="+mn-lt"/>
                <a:cs typeface="Segoe UI"/>
              </a:rPr>
              <a:t>can</a:t>
            </a:r>
            <a:r>
              <a:rPr lang="en-GB" spc="-25" noProof="0" dirty="0">
                <a:latin typeface="+mn-lt"/>
                <a:cs typeface="Segoe UI"/>
              </a:rPr>
              <a:t> execute</a:t>
            </a:r>
            <a:r>
              <a:rPr lang="en-GB" spc="-30" noProof="0" dirty="0">
                <a:latin typeface="+mn-lt"/>
                <a:cs typeface="Segoe UI"/>
              </a:rPr>
              <a:t> </a:t>
            </a:r>
            <a:r>
              <a:rPr lang="en-GB" spc="-15" noProof="0" dirty="0">
                <a:latin typeface="+mn-lt"/>
                <a:cs typeface="Segoe UI"/>
              </a:rPr>
              <a:t>any</a:t>
            </a:r>
            <a:r>
              <a:rPr lang="en-GB" spc="-10" noProof="0" dirty="0">
                <a:latin typeface="+mn-lt"/>
                <a:cs typeface="Segoe UI"/>
              </a:rPr>
              <a:t> </a:t>
            </a:r>
            <a:r>
              <a:rPr lang="en-GB" spc="-20" noProof="0" dirty="0">
                <a:latin typeface="+mn-lt"/>
                <a:cs typeface="Segoe UI"/>
              </a:rPr>
              <a:t>command</a:t>
            </a:r>
            <a:r>
              <a:rPr lang="en-GB" spc="-50" noProof="0" dirty="0">
                <a:latin typeface="+mn-lt"/>
                <a:cs typeface="Segoe UI"/>
              </a:rPr>
              <a:t> </a:t>
            </a:r>
            <a:r>
              <a:rPr lang="en-GB" spc="-10" noProof="0" dirty="0">
                <a:latin typeface="+mn-lt"/>
                <a:cs typeface="Segoe UI"/>
              </a:rPr>
              <a:t>on</a:t>
            </a:r>
            <a:r>
              <a:rPr lang="en-GB" spc="-50" noProof="0" dirty="0">
                <a:latin typeface="+mn-lt"/>
                <a:cs typeface="Segoe UI"/>
              </a:rPr>
              <a:t> </a:t>
            </a:r>
            <a:r>
              <a:rPr lang="en-GB" spc="-15" noProof="0" dirty="0">
                <a:latin typeface="+mn-lt"/>
                <a:cs typeface="Segoe UI"/>
              </a:rPr>
              <a:t>any</a:t>
            </a:r>
            <a:r>
              <a:rPr lang="en-GB" spc="-40" noProof="0" dirty="0">
                <a:latin typeface="+mn-lt"/>
                <a:cs typeface="Segoe UI"/>
              </a:rPr>
              <a:t> </a:t>
            </a:r>
            <a:r>
              <a:rPr lang="en-GB" spc="-20" noProof="0" dirty="0">
                <a:latin typeface="+mn-lt"/>
                <a:cs typeface="Segoe UI"/>
              </a:rPr>
              <a:t>computer,</a:t>
            </a:r>
            <a:r>
              <a:rPr lang="en-GB" spc="-55" noProof="0" dirty="0">
                <a:latin typeface="+mn-lt"/>
                <a:cs typeface="Segoe UI"/>
              </a:rPr>
              <a:t> </a:t>
            </a:r>
            <a:r>
              <a:rPr lang="en-GB" spc="-20" noProof="0" dirty="0">
                <a:latin typeface="+mn-lt"/>
                <a:cs typeface="Segoe UI"/>
              </a:rPr>
              <a:t>without</a:t>
            </a:r>
            <a:r>
              <a:rPr lang="en-GB" spc="-35" noProof="0" dirty="0">
                <a:latin typeface="+mn-lt"/>
                <a:cs typeface="Segoe UI"/>
              </a:rPr>
              <a:t> </a:t>
            </a:r>
            <a:r>
              <a:rPr lang="en-GB" spc="-15" noProof="0" dirty="0">
                <a:latin typeface="+mn-lt"/>
                <a:cs typeface="Segoe UI"/>
              </a:rPr>
              <a:t>the</a:t>
            </a:r>
            <a:r>
              <a:rPr lang="en-GB" spc="-55" noProof="0" dirty="0">
                <a:latin typeface="+mn-lt"/>
                <a:cs typeface="Segoe UI"/>
              </a:rPr>
              <a:t> </a:t>
            </a:r>
            <a:r>
              <a:rPr lang="en-GB" spc="-20" noProof="0" dirty="0">
                <a:latin typeface="+mn-lt"/>
                <a:cs typeface="Segoe UI"/>
              </a:rPr>
              <a:t>password.</a:t>
            </a:r>
            <a:endParaRPr lang="en-GB" noProof="0" dirty="0">
              <a:latin typeface="+mn-lt"/>
              <a:cs typeface="Segoe UI"/>
            </a:endParaRPr>
          </a:p>
          <a:p>
            <a:pPr marL="241300" marR="41275" indent="-228600">
              <a:lnSpc>
                <a:spcPct val="100000"/>
              </a:lnSpc>
              <a:spcBef>
                <a:spcPts val="600"/>
              </a:spcBef>
              <a:buFont typeface="+mj-lt"/>
              <a:buAutoNum type="arabicPeriod"/>
              <a:tabLst>
                <a:tab pos="180975" algn="l"/>
                <a:tab pos="4358640" algn="l"/>
              </a:tabLst>
            </a:pPr>
            <a:r>
              <a:rPr lang="en-GB" sz="1200" spc="-25" noProof="0" dirty="0">
                <a:latin typeface="+mn-lt"/>
                <a:cs typeface="Segoe UI"/>
              </a:rPr>
              <a:t>E</a:t>
            </a:r>
            <a:r>
              <a:rPr lang="en-GB" sz="1200" spc="-30" noProof="0" dirty="0">
                <a:latin typeface="+mn-lt"/>
                <a:cs typeface="Segoe UI"/>
              </a:rPr>
              <a:t>v</a:t>
            </a:r>
            <a:r>
              <a:rPr lang="en-GB" sz="1200" spc="-25" noProof="0" dirty="0">
                <a:latin typeface="+mn-lt"/>
                <a:cs typeface="Segoe UI"/>
              </a:rPr>
              <a:t>e</a:t>
            </a:r>
            <a:r>
              <a:rPr lang="en-GB" sz="1200" spc="-15" noProof="0" dirty="0">
                <a:latin typeface="+mn-lt"/>
                <a:cs typeface="Segoe UI"/>
              </a:rPr>
              <a:t>r</a:t>
            </a:r>
            <a:r>
              <a:rPr lang="en-GB" sz="1200" spc="-35" noProof="0" dirty="0">
                <a:latin typeface="+mn-lt"/>
                <a:cs typeface="Segoe UI"/>
              </a:rPr>
              <a:t>y</a:t>
            </a:r>
            <a:r>
              <a:rPr lang="en-GB" sz="1200" spc="-20" noProof="0" dirty="0">
                <a:latin typeface="+mn-lt"/>
                <a:cs typeface="Segoe UI"/>
              </a:rPr>
              <a:t>bod</a:t>
            </a:r>
            <a:r>
              <a:rPr lang="en-GB" sz="1200" noProof="0" dirty="0">
                <a:latin typeface="+mn-lt"/>
                <a:cs typeface="Segoe UI"/>
              </a:rPr>
              <a:t>y</a:t>
            </a:r>
            <a:r>
              <a:rPr lang="en-GB" sz="1200" spc="-70" noProof="0" dirty="0">
                <a:latin typeface="+mn-lt"/>
                <a:cs typeface="Segoe UI"/>
              </a:rPr>
              <a:t> </a:t>
            </a:r>
            <a:r>
              <a:rPr lang="en-GB" sz="1200" spc="-30" noProof="0" dirty="0">
                <a:latin typeface="+mn-lt"/>
                <a:cs typeface="Segoe UI"/>
              </a:rPr>
              <a:t>i</a:t>
            </a:r>
            <a:r>
              <a:rPr lang="en-GB" sz="1200" noProof="0" dirty="0">
                <a:latin typeface="+mn-lt"/>
                <a:cs typeface="Segoe UI"/>
              </a:rPr>
              <a:t>n</a:t>
            </a:r>
            <a:r>
              <a:rPr lang="en-GB" sz="1200" spc="-55" noProof="0" dirty="0">
                <a:latin typeface="+mn-lt"/>
                <a:cs typeface="Segoe UI"/>
              </a:rPr>
              <a:t> </a:t>
            </a:r>
            <a:r>
              <a:rPr lang="en-GB" sz="1200" spc="-30"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35" noProof="0" dirty="0">
                <a:latin typeface="+mn-lt"/>
                <a:cs typeface="Segoe UI"/>
              </a:rPr>
              <a:t> </a:t>
            </a:r>
            <a:r>
              <a:rPr lang="en-GB" sz="1200" spc="-25" noProof="0" dirty="0">
                <a:latin typeface="+mn-lt"/>
                <a:cs typeface="Segoe UI"/>
              </a:rPr>
              <a:t>A</a:t>
            </a:r>
            <a:r>
              <a:rPr lang="en-GB" sz="1200" spc="-35" noProof="0" dirty="0">
                <a:latin typeface="+mn-lt"/>
                <a:cs typeface="Segoe UI"/>
              </a:rPr>
              <a:t>SS</a:t>
            </a:r>
            <a:r>
              <a:rPr lang="en-GB" sz="1200" spc="-15" noProof="0" dirty="0">
                <a:latin typeface="+mn-lt"/>
                <a:cs typeface="Segoe UI"/>
              </a:rPr>
              <a:t>O</a:t>
            </a:r>
            <a:r>
              <a:rPr lang="en-GB" sz="1200" spc="-20" noProof="0" dirty="0">
                <a:latin typeface="+mn-lt"/>
                <a:cs typeface="Segoe UI"/>
              </a:rPr>
              <a:t>C</a:t>
            </a:r>
            <a:r>
              <a:rPr lang="en-GB" sz="1200" spc="-30" noProof="0" dirty="0">
                <a:latin typeface="+mn-lt"/>
                <a:cs typeface="Segoe UI"/>
              </a:rPr>
              <a:t>IA</a:t>
            </a:r>
            <a:r>
              <a:rPr lang="en-GB" sz="1200" spc="-25" noProof="0" dirty="0">
                <a:latin typeface="+mn-lt"/>
                <a:cs typeface="Segoe UI"/>
              </a:rPr>
              <a:t>T</a:t>
            </a:r>
            <a:r>
              <a:rPr lang="en-GB" sz="1200" spc="-35" noProof="0" dirty="0">
                <a:latin typeface="+mn-lt"/>
                <a:cs typeface="Segoe UI"/>
              </a:rPr>
              <a:t>E</a:t>
            </a:r>
            <a:r>
              <a:rPr lang="en-GB" sz="1200" noProof="0" dirty="0">
                <a:latin typeface="+mn-lt"/>
                <a:cs typeface="Segoe UI"/>
              </a:rPr>
              <a:t>S</a:t>
            </a:r>
            <a:r>
              <a:rPr lang="en-GB" sz="1200" spc="-20" noProof="0" dirty="0">
                <a:latin typeface="+mn-lt"/>
                <a:cs typeface="Segoe UI"/>
              </a:rPr>
              <a:t> </a:t>
            </a:r>
            <a:r>
              <a:rPr lang="en-GB" sz="1200" spc="-35" noProof="0" dirty="0">
                <a:latin typeface="+mn-lt"/>
                <a:cs typeface="Segoe UI"/>
              </a:rPr>
              <a:t>a</a:t>
            </a:r>
            <a:r>
              <a:rPr lang="en-GB" sz="1200" spc="-30" noProof="0" dirty="0">
                <a:latin typeface="+mn-lt"/>
                <a:cs typeface="Segoe UI"/>
              </a:rPr>
              <a:t>li</a:t>
            </a:r>
            <a:r>
              <a:rPr lang="en-GB" sz="1200" spc="-35" noProof="0" dirty="0">
                <a:latin typeface="+mn-lt"/>
                <a:cs typeface="Segoe UI"/>
              </a:rPr>
              <a:t>a</a:t>
            </a:r>
            <a:r>
              <a:rPr lang="en-GB" sz="1200" noProof="0" dirty="0">
                <a:latin typeface="+mn-lt"/>
                <a:cs typeface="Segoe UI"/>
              </a:rPr>
              <a:t>s</a:t>
            </a:r>
            <a:r>
              <a:rPr lang="en-GB" sz="1200" spc="-10" noProof="0" dirty="0">
                <a:latin typeface="+mn-lt"/>
                <a:cs typeface="Segoe UI"/>
              </a:rPr>
              <a:t> </a:t>
            </a:r>
            <a:r>
              <a:rPr lang="en-GB" sz="1200" spc="-35" noProof="0" dirty="0">
                <a:latin typeface="+mn-lt"/>
                <a:cs typeface="Segoe UI"/>
              </a:rPr>
              <a:t>ca</a:t>
            </a:r>
            <a:r>
              <a:rPr lang="en-GB" sz="1200" noProof="0" dirty="0">
                <a:latin typeface="+mn-lt"/>
                <a:cs typeface="Segoe UI"/>
              </a:rPr>
              <a:t>n</a:t>
            </a:r>
            <a:r>
              <a:rPr lang="en-GB" sz="1200" spc="-30" noProof="0" dirty="0">
                <a:latin typeface="+mn-lt"/>
                <a:cs typeface="Segoe UI"/>
              </a:rPr>
              <a:t> </a:t>
            </a:r>
            <a:r>
              <a:rPr lang="en-GB" sz="1200" spc="-35" noProof="0" dirty="0">
                <a:latin typeface="+mn-lt"/>
                <a:cs typeface="Segoe UI"/>
              </a:rPr>
              <a:t>a</a:t>
            </a:r>
            <a:r>
              <a:rPr lang="en-GB" sz="1200" spc="-30" noProof="0" dirty="0">
                <a:latin typeface="+mn-lt"/>
                <a:cs typeface="Segoe UI"/>
              </a:rPr>
              <a:t>l</a:t>
            </a:r>
            <a:r>
              <a:rPr lang="en-GB" sz="1200" spc="-20" noProof="0" dirty="0">
                <a:latin typeface="+mn-lt"/>
                <a:cs typeface="Segoe UI"/>
              </a:rPr>
              <a:t>s</a:t>
            </a:r>
            <a:r>
              <a:rPr lang="en-GB" sz="1200" noProof="0" dirty="0">
                <a:latin typeface="+mn-lt"/>
                <a:cs typeface="Segoe UI"/>
              </a:rPr>
              <a:t>o</a:t>
            </a:r>
            <a:r>
              <a:rPr lang="en-GB" sz="1200" spc="-25" noProof="0" dirty="0">
                <a:latin typeface="+mn-lt"/>
                <a:cs typeface="Segoe UI"/>
              </a:rPr>
              <a:t> e</a:t>
            </a:r>
            <a:r>
              <a:rPr lang="en-GB" sz="1200" spc="-35" noProof="0" dirty="0">
                <a:latin typeface="+mn-lt"/>
                <a:cs typeface="Segoe UI"/>
              </a:rPr>
              <a:t>x</a:t>
            </a:r>
            <a:r>
              <a:rPr lang="en-GB" sz="1200" spc="-25" noProof="0" dirty="0">
                <a:latin typeface="+mn-lt"/>
                <a:cs typeface="Segoe UI"/>
              </a:rPr>
              <a:t>e</a:t>
            </a:r>
            <a:r>
              <a:rPr lang="en-GB" sz="1200" spc="-35" noProof="0" dirty="0">
                <a:latin typeface="+mn-lt"/>
                <a:cs typeface="Segoe UI"/>
              </a:rPr>
              <a:t>c</a:t>
            </a:r>
            <a:r>
              <a:rPr lang="en-GB" sz="1200" spc="-20" noProof="0" dirty="0">
                <a:latin typeface="+mn-lt"/>
                <a:cs typeface="Segoe UI"/>
              </a:rPr>
              <a:t>u</a:t>
            </a:r>
            <a:r>
              <a:rPr lang="en-GB" sz="1200" spc="-30" noProof="0" dirty="0">
                <a:latin typeface="+mn-lt"/>
                <a:cs typeface="Segoe UI"/>
              </a:rPr>
              <a:t>t</a:t>
            </a:r>
            <a:r>
              <a:rPr lang="en-GB" sz="1200" noProof="0" dirty="0">
                <a:latin typeface="+mn-lt"/>
                <a:cs typeface="Segoe UI"/>
              </a:rPr>
              <a:t>e</a:t>
            </a:r>
            <a:r>
              <a:rPr lang="en-GB" sz="1200" spc="-35" noProof="0" dirty="0">
                <a:latin typeface="+mn-lt"/>
                <a:cs typeface="Segoe UI"/>
              </a:rPr>
              <a:t> a</a:t>
            </a:r>
            <a:r>
              <a:rPr lang="en-GB" sz="1200" spc="-20" noProof="0" dirty="0">
                <a:latin typeface="+mn-lt"/>
                <a:cs typeface="Segoe UI"/>
              </a:rPr>
              <a:t>n</a:t>
            </a:r>
            <a:r>
              <a:rPr lang="en-GB" sz="1200" noProof="0" dirty="0">
                <a:latin typeface="+mn-lt"/>
                <a:cs typeface="Segoe UI"/>
              </a:rPr>
              <a:t>y</a:t>
            </a:r>
            <a:r>
              <a:rPr lang="en-GB" sz="1200" spc="-45" noProof="0" dirty="0">
                <a:latin typeface="+mn-lt"/>
                <a:cs typeface="Segoe UI"/>
              </a:rPr>
              <a:t> </a:t>
            </a:r>
            <a:r>
              <a:rPr lang="en-GB" sz="1200" spc="-35" noProof="0" dirty="0">
                <a:latin typeface="+mn-lt"/>
                <a:cs typeface="Segoe UI"/>
              </a:rPr>
              <a:t>c</a:t>
            </a:r>
            <a:r>
              <a:rPr lang="en-GB" sz="1200" spc="-20" noProof="0" dirty="0">
                <a:latin typeface="+mn-lt"/>
                <a:cs typeface="Segoe UI"/>
              </a:rPr>
              <a:t>o</a:t>
            </a:r>
            <a:r>
              <a:rPr lang="en-GB" sz="1200" spc="-25" noProof="0" dirty="0">
                <a:latin typeface="+mn-lt"/>
                <a:cs typeface="Segoe UI"/>
              </a:rPr>
              <a:t>mm</a:t>
            </a:r>
            <a:r>
              <a:rPr lang="en-GB" sz="1200" spc="-35" noProof="0" dirty="0">
                <a:latin typeface="+mn-lt"/>
                <a:cs typeface="Segoe UI"/>
              </a:rPr>
              <a:t>a</a:t>
            </a:r>
            <a:r>
              <a:rPr lang="en-GB" sz="1200" spc="-20" noProof="0" dirty="0">
                <a:latin typeface="+mn-lt"/>
                <a:cs typeface="Segoe UI"/>
              </a:rPr>
              <a:t>n</a:t>
            </a:r>
            <a:r>
              <a:rPr lang="en-GB" sz="1200" noProof="0" dirty="0">
                <a:latin typeface="+mn-lt"/>
                <a:cs typeface="Segoe UI"/>
              </a:rPr>
              <a:t>d</a:t>
            </a:r>
            <a:r>
              <a:rPr lang="en-GB" sz="1200" spc="-30" noProof="0" dirty="0">
                <a:latin typeface="+mn-lt"/>
                <a:cs typeface="Segoe UI"/>
              </a:rPr>
              <a:t> </a:t>
            </a:r>
            <a:r>
              <a:rPr lang="en-GB" sz="1200" spc="-20" noProof="0" dirty="0">
                <a:latin typeface="+mn-lt"/>
                <a:cs typeface="Segoe UI"/>
              </a:rPr>
              <a:t>o</a:t>
            </a:r>
            <a:r>
              <a:rPr lang="en-GB" sz="1200" noProof="0" dirty="0">
                <a:latin typeface="+mn-lt"/>
                <a:cs typeface="Segoe UI"/>
              </a:rPr>
              <a:t>n</a:t>
            </a:r>
            <a:r>
              <a:rPr lang="en-GB" sz="1200" spc="-55" noProof="0" dirty="0">
                <a:latin typeface="+mn-lt"/>
                <a:cs typeface="Segoe UI"/>
              </a:rPr>
              <a:t> </a:t>
            </a:r>
            <a:r>
              <a:rPr lang="en-GB" sz="1200" spc="-35" noProof="0" dirty="0">
                <a:latin typeface="+mn-lt"/>
                <a:cs typeface="Segoe UI"/>
              </a:rPr>
              <a:t>a</a:t>
            </a:r>
            <a:r>
              <a:rPr lang="en-GB" sz="1200" spc="-20" noProof="0" dirty="0">
                <a:latin typeface="+mn-lt"/>
                <a:cs typeface="Segoe UI"/>
              </a:rPr>
              <a:t>n</a:t>
            </a:r>
            <a:r>
              <a:rPr lang="en-GB" sz="1200" noProof="0" dirty="0">
                <a:latin typeface="+mn-lt"/>
                <a:cs typeface="Segoe UI"/>
              </a:rPr>
              <a:t>y </a:t>
            </a:r>
            <a:r>
              <a:rPr lang="en-GB" sz="1200" spc="-35" noProof="0" dirty="0">
                <a:latin typeface="+mn-lt"/>
                <a:cs typeface="Segoe UI"/>
              </a:rPr>
              <a:t>c</a:t>
            </a:r>
            <a:r>
              <a:rPr lang="en-GB" sz="1200" spc="-20" noProof="0" dirty="0">
                <a:latin typeface="+mn-lt"/>
                <a:cs typeface="Segoe UI"/>
              </a:rPr>
              <a:t>o</a:t>
            </a:r>
            <a:r>
              <a:rPr lang="en-GB" sz="1200" spc="-25" noProof="0" dirty="0">
                <a:latin typeface="+mn-lt"/>
                <a:cs typeface="Segoe UI"/>
              </a:rPr>
              <a:t>m</a:t>
            </a:r>
            <a:r>
              <a:rPr lang="en-GB" sz="1200" spc="-20" noProof="0" dirty="0">
                <a:latin typeface="+mn-lt"/>
                <a:cs typeface="Segoe UI"/>
              </a:rPr>
              <a:t>pu</a:t>
            </a:r>
            <a:r>
              <a:rPr lang="en-GB" sz="1200" spc="-30" noProof="0" dirty="0">
                <a:latin typeface="+mn-lt"/>
                <a:cs typeface="Segoe UI"/>
              </a:rPr>
              <a:t>t</a:t>
            </a:r>
            <a:r>
              <a:rPr lang="en-GB" sz="1200" spc="-25" noProof="0" dirty="0">
                <a:latin typeface="+mn-lt"/>
                <a:cs typeface="Segoe UI"/>
              </a:rPr>
              <a:t>e</a:t>
            </a:r>
            <a:r>
              <a:rPr lang="en-GB" sz="1200" spc="-15" noProof="0" dirty="0">
                <a:latin typeface="+mn-lt"/>
                <a:cs typeface="Segoe UI"/>
              </a:rPr>
              <a:t>r</a:t>
            </a:r>
            <a:r>
              <a:rPr lang="en-GB" sz="1200" noProof="0" dirty="0">
                <a:latin typeface="+mn-lt"/>
                <a:cs typeface="Segoe UI"/>
              </a:rPr>
              <a:t>,</a:t>
            </a:r>
            <a:r>
              <a:rPr lang="en-GB" sz="1200" spc="-40" noProof="0" dirty="0">
                <a:latin typeface="+mn-lt"/>
                <a:cs typeface="Segoe UI"/>
              </a:rPr>
              <a:t> </a:t>
            </a:r>
            <a:r>
              <a:rPr lang="en-GB" sz="1200" spc="-20" noProof="0" dirty="0">
                <a:latin typeface="+mn-lt"/>
                <a:cs typeface="Segoe UI"/>
              </a:rPr>
              <a:t>bu</a:t>
            </a:r>
            <a:r>
              <a:rPr lang="en-GB" sz="1200" noProof="0" dirty="0">
                <a:latin typeface="+mn-lt"/>
                <a:cs typeface="Segoe UI"/>
              </a:rPr>
              <a:t>t</a:t>
            </a:r>
            <a:r>
              <a:rPr lang="en-GB" sz="1200" spc="-65" noProof="0" dirty="0">
                <a:latin typeface="+mn-lt"/>
                <a:cs typeface="Segoe UI"/>
              </a:rPr>
              <a:t> </a:t>
            </a:r>
            <a:r>
              <a:rPr lang="en-GB" sz="1200" spc="-20" noProof="0" dirty="0">
                <a:latin typeface="+mn-lt"/>
                <a:cs typeface="Segoe UI"/>
              </a:rPr>
              <a:t>on</a:t>
            </a:r>
            <a:r>
              <a:rPr lang="en-GB" sz="1200" spc="-30" noProof="0" dirty="0">
                <a:latin typeface="+mn-lt"/>
                <a:cs typeface="Segoe UI"/>
              </a:rPr>
              <a:t>l</a:t>
            </a:r>
            <a:r>
              <a:rPr lang="en-GB" sz="1200" noProof="0" dirty="0">
                <a:latin typeface="+mn-lt"/>
                <a:cs typeface="Segoe UI"/>
              </a:rPr>
              <a:t>y</a:t>
            </a:r>
            <a:r>
              <a:rPr lang="en-GB" sz="1200" spc="-70" noProof="0" dirty="0">
                <a:latin typeface="+mn-lt"/>
                <a:cs typeface="Segoe UI"/>
              </a:rPr>
              <a:t> </a:t>
            </a:r>
            <a:r>
              <a:rPr lang="en-GB" sz="1200" spc="-30" noProof="0" dirty="0">
                <a:latin typeface="+mn-lt"/>
                <a:cs typeface="Segoe UI"/>
              </a:rPr>
              <a:t>wit</a:t>
            </a:r>
            <a:r>
              <a:rPr lang="en-GB" sz="1200" noProof="0" dirty="0">
                <a:latin typeface="+mn-lt"/>
                <a:cs typeface="Segoe UI"/>
              </a:rPr>
              <a:t>h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identity</a:t>
            </a:r>
            <a:r>
              <a:rPr lang="en-GB" sz="1200" spc="-70" noProof="0" dirty="0">
                <a:latin typeface="+mn-lt"/>
                <a:cs typeface="Segoe UI"/>
              </a:rPr>
              <a:t> </a:t>
            </a:r>
            <a:r>
              <a:rPr lang="en-GB" sz="1200" spc="-10" noProof="0" dirty="0">
                <a:latin typeface="+mn-lt"/>
                <a:cs typeface="Segoe UI"/>
              </a:rPr>
              <a:t>of</a:t>
            </a:r>
            <a:r>
              <a:rPr lang="en-GB" sz="1200" spc="-40"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15" noProof="0" dirty="0">
                <a:latin typeface="+mn-lt"/>
                <a:cs typeface="Segoe UI"/>
              </a:rPr>
              <a:t>DB </a:t>
            </a:r>
            <a:r>
              <a:rPr lang="en-GB" sz="1200" spc="-25" noProof="0" dirty="0">
                <a:latin typeface="+mn-lt"/>
                <a:cs typeface="Segoe UI"/>
              </a:rPr>
              <a:t>alias</a:t>
            </a:r>
            <a:r>
              <a:rPr lang="en-GB" sz="1200" spc="-30" noProof="0" dirty="0">
                <a:latin typeface="+mn-lt"/>
                <a:cs typeface="Segoe UI"/>
              </a:rPr>
              <a:t> </a:t>
            </a:r>
            <a:r>
              <a:rPr lang="en-GB" sz="1200" spc="-20" noProof="0" dirty="0">
                <a:latin typeface="+mn-lt"/>
                <a:cs typeface="Segoe UI"/>
              </a:rPr>
              <a:t>(password</a:t>
            </a:r>
            <a:r>
              <a:rPr lang="en-GB" sz="1200" spc="-55" noProof="0" dirty="0">
                <a:latin typeface="+mn-lt"/>
                <a:cs typeface="Segoe UI"/>
              </a:rPr>
              <a:t> </a:t>
            </a:r>
            <a:r>
              <a:rPr lang="en-GB" sz="1200" spc="-20" noProof="0" dirty="0">
                <a:latin typeface="+mn-lt"/>
                <a:cs typeface="Segoe UI"/>
              </a:rPr>
              <a:t>required).</a:t>
            </a:r>
            <a:endParaRPr lang="en-GB" sz="1200" noProof="0" dirty="0">
              <a:latin typeface="+mn-lt"/>
              <a:cs typeface="Segoe UI"/>
            </a:endParaRPr>
          </a:p>
          <a:p>
            <a:pPr marL="241300" marR="236220" indent="-228600">
              <a:lnSpc>
                <a:spcPct val="100000"/>
              </a:lnSpc>
              <a:spcBef>
                <a:spcPts val="600"/>
              </a:spcBef>
              <a:buFont typeface="+mj-lt"/>
              <a:buAutoNum type="arabicPeriod"/>
              <a:tabLst>
                <a:tab pos="180975" algn="l"/>
              </a:tabLst>
            </a:pPr>
            <a:r>
              <a:rPr lang="en-GB" sz="1200" spc="-20" noProof="0" dirty="0" err="1">
                <a:latin typeface="+mn-lt"/>
                <a:cs typeface="Segoe UI"/>
              </a:rPr>
              <a:t>Grahamb</a:t>
            </a:r>
            <a:r>
              <a:rPr lang="en-GB" sz="1200" spc="-50" noProof="0" dirty="0">
                <a:latin typeface="+mn-lt"/>
                <a:cs typeface="Segoe UI"/>
              </a:rPr>
              <a:t> </a:t>
            </a:r>
            <a:r>
              <a:rPr lang="en-GB" sz="1200" spc="-20" noProof="0" dirty="0">
                <a:latin typeface="+mn-lt"/>
                <a:cs typeface="Segoe UI"/>
              </a:rPr>
              <a:t>can</a:t>
            </a:r>
            <a:r>
              <a:rPr lang="en-GB" sz="1200" spc="-25" noProof="0" dirty="0">
                <a:latin typeface="+mn-lt"/>
                <a:cs typeface="Segoe UI"/>
              </a:rPr>
              <a:t> execute</a:t>
            </a:r>
            <a:r>
              <a:rPr lang="en-GB" sz="1200" spc="-10" noProof="0" dirty="0">
                <a:latin typeface="+mn-lt"/>
                <a:cs typeface="Segoe UI"/>
              </a:rPr>
              <a:t> on</a:t>
            </a:r>
            <a:r>
              <a:rPr lang="en-GB" sz="1200" spc="-75" noProof="0" dirty="0">
                <a:latin typeface="+mn-lt"/>
                <a:cs typeface="Segoe UI"/>
              </a:rPr>
              <a:t> </a:t>
            </a:r>
            <a:r>
              <a:rPr lang="en-GB" sz="1200" spc="-15" noProof="0" dirty="0">
                <a:latin typeface="+mn-lt"/>
                <a:cs typeface="Segoe UI"/>
              </a:rPr>
              <a:t>hosts</a:t>
            </a:r>
            <a:r>
              <a:rPr lang="en-GB" sz="1200" spc="-50" noProof="0" dirty="0">
                <a:latin typeface="+mn-lt"/>
                <a:cs typeface="Segoe UI"/>
              </a:rPr>
              <a:t> </a:t>
            </a:r>
            <a:r>
              <a:rPr lang="en-GB" sz="1200" spc="-20" noProof="0" dirty="0">
                <a:latin typeface="+mn-lt"/>
                <a:cs typeface="Segoe UI"/>
              </a:rPr>
              <a:t>assigned</a:t>
            </a:r>
            <a:r>
              <a:rPr lang="en-GB" sz="1200" spc="-55" noProof="0" dirty="0">
                <a:latin typeface="+mn-lt"/>
                <a:cs typeface="Segoe UI"/>
              </a:rPr>
              <a:t> </a:t>
            </a:r>
            <a:r>
              <a:rPr lang="en-GB" sz="1200" spc="-15" noProof="0" dirty="0">
                <a:latin typeface="+mn-lt"/>
                <a:cs typeface="Segoe UI"/>
              </a:rPr>
              <a:t>to</a:t>
            </a:r>
            <a:r>
              <a:rPr lang="en-GB" sz="1200" spc="-20" noProof="0" dirty="0">
                <a:latin typeface="+mn-lt"/>
                <a:cs typeface="Segoe UI"/>
              </a:rPr>
              <a:t> </a:t>
            </a:r>
            <a:r>
              <a:rPr lang="en-GB" sz="1200" spc="-15" noProof="0" dirty="0">
                <a:latin typeface="+mn-lt"/>
                <a:cs typeface="Segoe UI"/>
              </a:rPr>
              <a:t>LOCAL</a:t>
            </a:r>
            <a:r>
              <a:rPr lang="en-GB" sz="1200" spc="-55" noProof="0" dirty="0">
                <a:latin typeface="+mn-lt"/>
                <a:cs typeface="Segoe UI"/>
              </a:rPr>
              <a:t> </a:t>
            </a:r>
            <a:r>
              <a:rPr lang="en-GB" sz="1200" spc="-25" noProof="0" dirty="0">
                <a:latin typeface="+mn-lt"/>
                <a:cs typeface="Segoe UI"/>
              </a:rPr>
              <a:t>alias</a:t>
            </a:r>
            <a:r>
              <a:rPr lang="en-GB" sz="1200" spc="-5" noProof="0" dirty="0">
                <a:latin typeface="+mn-lt"/>
                <a:cs typeface="Segoe UI"/>
              </a:rPr>
              <a:t> </a:t>
            </a:r>
            <a:r>
              <a:rPr lang="en-GB" sz="1200" spc="-15" noProof="0" dirty="0">
                <a:latin typeface="+mn-lt"/>
                <a:cs typeface="Segoe UI"/>
              </a:rPr>
              <a:t>just</a:t>
            </a:r>
            <a:r>
              <a:rPr lang="en-GB" sz="1200" spc="-60" noProof="0" dirty="0">
                <a:latin typeface="+mn-lt"/>
                <a:cs typeface="Segoe UI"/>
              </a:rPr>
              <a:t> </a:t>
            </a:r>
            <a:r>
              <a:rPr lang="en-GB" sz="1200" spc="-10" noProof="0" dirty="0">
                <a:latin typeface="+mn-lt"/>
                <a:cs typeface="Segoe UI"/>
              </a:rPr>
              <a:t>one</a:t>
            </a:r>
            <a:r>
              <a:rPr lang="en-GB" sz="1200" spc="-60" noProof="0" dirty="0">
                <a:latin typeface="+mn-lt"/>
                <a:cs typeface="Segoe UI"/>
              </a:rPr>
              <a:t> </a:t>
            </a:r>
            <a:r>
              <a:rPr lang="en-GB" sz="1200" spc="-20" noProof="0" dirty="0">
                <a:latin typeface="+mn-lt"/>
                <a:cs typeface="Segoe UI"/>
              </a:rPr>
              <a:t>command,</a:t>
            </a:r>
            <a:r>
              <a:rPr lang="en-GB" sz="1200" spc="-35" noProof="0" dirty="0">
                <a:latin typeface="+mn-lt"/>
                <a:cs typeface="Segoe UI"/>
              </a:rPr>
              <a:t> </a:t>
            </a:r>
            <a:r>
              <a:rPr lang="en-GB" sz="1200" spc="-20" noProof="0" dirty="0">
                <a:latin typeface="+mn-lt"/>
                <a:cs typeface="Segoe UI"/>
              </a:rPr>
              <a:t>which</a:t>
            </a:r>
            <a:r>
              <a:rPr lang="en-GB" sz="1200" spc="-30" noProof="0" dirty="0">
                <a:latin typeface="+mn-lt"/>
                <a:cs typeface="Segoe UI"/>
              </a:rPr>
              <a:t> </a:t>
            </a:r>
            <a:r>
              <a:rPr lang="en-GB" sz="1200" spc="-20" noProof="0" dirty="0">
                <a:latin typeface="+mn-lt"/>
                <a:cs typeface="Segoe UI"/>
              </a:rPr>
              <a:t>restarts</a:t>
            </a:r>
            <a:r>
              <a:rPr lang="en-GB" sz="1200" spc="-50" noProof="0" dirty="0">
                <a:latin typeface="+mn-lt"/>
                <a:cs typeface="Segoe UI"/>
              </a:rPr>
              <a:t> </a:t>
            </a:r>
            <a:r>
              <a:rPr lang="en-GB" sz="1200" spc="-15" noProof="0" dirty="0">
                <a:latin typeface="+mn-lt"/>
                <a:cs typeface="Segoe UI"/>
              </a:rPr>
              <a:t>the </a:t>
            </a:r>
            <a:r>
              <a:rPr lang="en-GB" sz="1200" spc="-15" noProof="0" dirty="0" err="1">
                <a:latin typeface="+mn-lt"/>
                <a:cs typeface="Segoe UI"/>
              </a:rPr>
              <a:t>cron</a:t>
            </a:r>
            <a:r>
              <a:rPr lang="en-GB" sz="1200" spc="-15" noProof="0" dirty="0">
                <a:latin typeface="+mn-lt"/>
                <a:cs typeface="Segoe UI"/>
              </a:rPr>
              <a:t> </a:t>
            </a:r>
            <a:r>
              <a:rPr lang="en-GB" sz="1200" spc="-260" noProof="0" dirty="0">
                <a:latin typeface="+mn-lt"/>
                <a:cs typeface="Segoe UI"/>
              </a:rPr>
              <a:t> </a:t>
            </a:r>
            <a:r>
              <a:rPr lang="en-GB" sz="1200" spc="-20" noProof="0" dirty="0">
                <a:latin typeface="+mn-lt"/>
                <a:cs typeface="Segoe UI"/>
              </a:rPr>
              <a:t>daemon</a:t>
            </a:r>
            <a:r>
              <a:rPr lang="en-GB" sz="1200" spc="-80" noProof="0" dirty="0">
                <a:latin typeface="+mn-lt"/>
                <a:cs typeface="Segoe UI"/>
              </a:rPr>
              <a:t> </a:t>
            </a:r>
            <a:r>
              <a:rPr lang="en-GB" sz="1200" spc="-20" noProof="0" dirty="0">
                <a:latin typeface="+mn-lt"/>
                <a:cs typeface="Segoe UI"/>
              </a:rPr>
              <a:t>service</a:t>
            </a:r>
            <a:r>
              <a:rPr lang="en-GB" sz="1200" spc="-35" noProof="0" dirty="0">
                <a:latin typeface="+mn-lt"/>
                <a:cs typeface="Segoe UI"/>
              </a:rPr>
              <a:t> </a:t>
            </a:r>
            <a:r>
              <a:rPr lang="en-GB" sz="1200" spc="-20" noProof="0" dirty="0">
                <a:latin typeface="+mn-lt"/>
                <a:cs typeface="Segoe UI"/>
              </a:rPr>
              <a:t>(password</a:t>
            </a:r>
            <a:r>
              <a:rPr lang="en-GB" sz="1200" spc="-55" noProof="0" dirty="0">
                <a:latin typeface="+mn-lt"/>
                <a:cs typeface="Segoe UI"/>
              </a:rPr>
              <a:t> </a:t>
            </a:r>
            <a:r>
              <a:rPr lang="en-GB" sz="1200" spc="-20" noProof="0" dirty="0">
                <a:latin typeface="+mn-lt"/>
                <a:cs typeface="Segoe UI"/>
              </a:rPr>
              <a:t>required).</a:t>
            </a:r>
            <a:endParaRPr lang="en-GB" sz="1200" noProof="0" dirty="0">
              <a:latin typeface="+mn-lt"/>
              <a:cs typeface="Segoe UI"/>
            </a:endParaRPr>
          </a:p>
          <a:p>
            <a:pPr marL="240665" indent="-228600">
              <a:lnSpc>
                <a:spcPct val="100000"/>
              </a:lnSpc>
              <a:spcBef>
                <a:spcPts val="600"/>
              </a:spcBef>
              <a:buFont typeface="+mj-lt"/>
              <a:buAutoNum type="arabicPeriod"/>
              <a:tabLst>
                <a:tab pos="180975" algn="l"/>
              </a:tabLst>
            </a:pPr>
            <a:r>
              <a:rPr lang="en-GB" sz="1200" spc="-20" noProof="0" dirty="0">
                <a:latin typeface="+mn-lt"/>
                <a:cs typeface="Segoe UI"/>
              </a:rPr>
              <a:t>Everybody</a:t>
            </a:r>
            <a:r>
              <a:rPr lang="en-GB" sz="1200" spc="-65" noProof="0" dirty="0">
                <a:latin typeface="+mn-lt"/>
                <a:cs typeface="Segoe UI"/>
              </a:rPr>
              <a:t> </a:t>
            </a:r>
            <a:r>
              <a:rPr lang="en-GB" sz="1200" spc="-15" noProof="0" dirty="0">
                <a:latin typeface="+mn-lt"/>
                <a:cs typeface="Segoe UI"/>
              </a:rPr>
              <a:t>in</a:t>
            </a:r>
            <a:r>
              <a:rPr lang="en-GB" sz="1200" spc="-45" noProof="0" dirty="0">
                <a:latin typeface="+mn-lt"/>
                <a:cs typeface="Segoe UI"/>
              </a:rPr>
              <a:t> </a:t>
            </a:r>
            <a:r>
              <a:rPr lang="en-GB" sz="1200" spc="-20" noProof="0" dirty="0">
                <a:latin typeface="+mn-lt"/>
                <a:cs typeface="Segoe UI"/>
              </a:rPr>
              <a:t>the</a:t>
            </a:r>
            <a:r>
              <a:rPr lang="en-GB" sz="1200" spc="-30" noProof="0" dirty="0">
                <a:latin typeface="+mn-lt"/>
                <a:cs typeface="Segoe UI"/>
              </a:rPr>
              <a:t> </a:t>
            </a:r>
            <a:r>
              <a:rPr lang="en-GB" sz="1200" spc="-25" noProof="0" dirty="0">
                <a:latin typeface="+mn-lt"/>
                <a:cs typeface="Segoe UI"/>
              </a:rPr>
              <a:t>WEBMASTERS</a:t>
            </a:r>
            <a:r>
              <a:rPr lang="en-GB" sz="1200" spc="-10" noProof="0" dirty="0">
                <a:latin typeface="+mn-lt"/>
                <a:cs typeface="Segoe UI"/>
              </a:rPr>
              <a:t> </a:t>
            </a:r>
            <a:r>
              <a:rPr lang="en-GB" sz="1200" spc="-25" noProof="0" dirty="0">
                <a:latin typeface="+mn-lt"/>
                <a:cs typeface="Segoe UI"/>
              </a:rPr>
              <a:t>alias</a:t>
            </a:r>
            <a:r>
              <a:rPr lang="en-GB" sz="1200" noProof="0" dirty="0">
                <a:latin typeface="+mn-lt"/>
                <a:cs typeface="Segoe UI"/>
              </a:rPr>
              <a:t> </a:t>
            </a:r>
            <a:r>
              <a:rPr lang="en-GB" sz="1200" spc="-20" noProof="0" dirty="0">
                <a:latin typeface="+mn-lt"/>
                <a:cs typeface="Segoe UI"/>
              </a:rPr>
              <a:t>can</a:t>
            </a:r>
            <a:r>
              <a:rPr lang="en-GB" sz="1200" spc="-25" noProof="0" dirty="0">
                <a:latin typeface="+mn-lt"/>
                <a:cs typeface="Segoe UI"/>
              </a:rPr>
              <a:t> execute</a:t>
            </a:r>
            <a:r>
              <a:rPr lang="en-GB" sz="1200" spc="-30" noProof="0" dirty="0">
                <a:latin typeface="+mn-lt"/>
                <a:cs typeface="Segoe UI"/>
              </a:rPr>
              <a:t> </a:t>
            </a:r>
            <a:r>
              <a:rPr lang="en-GB" sz="1200" spc="-5" noProof="0" dirty="0">
                <a:latin typeface="+mn-lt"/>
                <a:cs typeface="Segoe UI"/>
              </a:rPr>
              <a:t>on</a:t>
            </a:r>
            <a:r>
              <a:rPr lang="en-GB" sz="1200" spc="-45" noProof="0" dirty="0">
                <a:latin typeface="+mn-lt"/>
                <a:cs typeface="Segoe UI"/>
              </a:rPr>
              <a:t> </a:t>
            </a:r>
            <a:r>
              <a:rPr lang="en-GB" sz="1200" spc="-20" noProof="0" dirty="0">
                <a:latin typeface="+mn-lt"/>
                <a:cs typeface="Segoe UI"/>
              </a:rPr>
              <a:t>hosts</a:t>
            </a:r>
            <a:r>
              <a:rPr lang="en-GB" sz="1200" spc="-45" noProof="0" dirty="0">
                <a:latin typeface="+mn-lt"/>
                <a:cs typeface="Segoe UI"/>
              </a:rPr>
              <a:t> </a:t>
            </a:r>
            <a:r>
              <a:rPr lang="en-GB" sz="1200" spc="-20" noProof="0" dirty="0">
                <a:latin typeface="+mn-lt"/>
                <a:cs typeface="Segoe UI"/>
              </a:rPr>
              <a:t>assigned</a:t>
            </a:r>
            <a:r>
              <a:rPr lang="en-GB" sz="1200" spc="-50" noProof="0" dirty="0">
                <a:latin typeface="+mn-lt"/>
                <a:cs typeface="Segoe UI"/>
              </a:rPr>
              <a:t> </a:t>
            </a:r>
            <a:r>
              <a:rPr lang="en-GB" sz="1200" spc="-15" noProof="0" dirty="0">
                <a:latin typeface="+mn-lt"/>
                <a:cs typeface="Segoe UI"/>
              </a:rPr>
              <a:t>to</a:t>
            </a:r>
            <a:r>
              <a:rPr lang="en-GB" sz="1200" spc="-40" noProof="0" dirty="0">
                <a:latin typeface="+mn-lt"/>
                <a:cs typeface="Segoe UI"/>
              </a:rPr>
              <a:t> </a:t>
            </a:r>
            <a:r>
              <a:rPr lang="en-GB" sz="1200" spc="-15" noProof="0" dirty="0">
                <a:latin typeface="+mn-lt"/>
                <a:cs typeface="Segoe UI"/>
              </a:rPr>
              <a:t>WWW</a:t>
            </a:r>
            <a:r>
              <a:rPr lang="en-GB" sz="1200" spc="-10" noProof="0" dirty="0">
                <a:latin typeface="+mn-lt"/>
                <a:cs typeface="Segoe UI"/>
              </a:rPr>
              <a:t> </a:t>
            </a:r>
            <a:r>
              <a:rPr lang="en-GB" sz="1200" spc="-25" noProof="0" dirty="0">
                <a:latin typeface="+mn-lt"/>
                <a:cs typeface="Segoe UI"/>
              </a:rPr>
              <a:t>alias</a:t>
            </a:r>
            <a:r>
              <a:rPr lang="en-GB" sz="1200" spc="-30" noProof="0" dirty="0">
                <a:latin typeface="+mn-lt"/>
                <a:cs typeface="Segoe UI"/>
              </a:rPr>
              <a:t> </a:t>
            </a:r>
            <a:r>
              <a:rPr lang="en-GB" sz="1200" spc="-20" noProof="0" dirty="0">
                <a:latin typeface="+mn-lt"/>
                <a:cs typeface="Segoe UI"/>
              </a:rPr>
              <a:t>all</a:t>
            </a:r>
            <a:r>
              <a:rPr lang="en-GB" sz="1200" spc="-10" noProof="0" dirty="0">
                <a:latin typeface="+mn-lt"/>
                <a:cs typeface="Segoe UI"/>
              </a:rPr>
              <a:t> </a:t>
            </a:r>
            <a:r>
              <a:rPr lang="en-GB" sz="1200" spc="-20" noProof="0" dirty="0">
                <a:latin typeface="+mn-lt"/>
                <a:cs typeface="Segoe UI"/>
              </a:rPr>
              <a:t>commands</a:t>
            </a:r>
            <a:r>
              <a:rPr lang="en-GB" sz="1200" spc="-45" noProof="0" dirty="0">
                <a:latin typeface="+mn-lt"/>
                <a:cs typeface="Segoe UI"/>
              </a:rPr>
              <a:t> </a:t>
            </a:r>
            <a:r>
              <a:rPr lang="en-GB" sz="1200" spc="-25" noProof="0" dirty="0">
                <a:latin typeface="+mn-lt"/>
                <a:cs typeface="Segoe UI"/>
              </a:rPr>
              <a:t>with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identity</a:t>
            </a:r>
            <a:r>
              <a:rPr lang="en-GB" sz="1200" spc="-70" noProof="0" dirty="0">
                <a:latin typeface="+mn-lt"/>
                <a:cs typeface="Segoe UI"/>
              </a:rPr>
              <a:t> </a:t>
            </a:r>
            <a:r>
              <a:rPr lang="en-GB" sz="1200" spc="-25" noProof="0" dirty="0">
                <a:latin typeface="+mn-lt"/>
                <a:cs typeface="Segoe UI"/>
              </a:rPr>
              <a:t>www,</a:t>
            </a:r>
            <a:r>
              <a:rPr lang="en-GB" sz="1200" spc="-10" noProof="0" dirty="0">
                <a:latin typeface="+mn-lt"/>
                <a:cs typeface="Segoe UI"/>
              </a:rPr>
              <a:t> </a:t>
            </a:r>
            <a:r>
              <a:rPr lang="en-GB" sz="1200" spc="-15" noProof="0" dirty="0">
                <a:latin typeface="+mn-lt"/>
                <a:cs typeface="Segoe UI"/>
              </a:rPr>
              <a:t>and</a:t>
            </a:r>
            <a:r>
              <a:rPr lang="en-GB" sz="1200" spc="-20" noProof="0" dirty="0">
                <a:latin typeface="+mn-lt"/>
                <a:cs typeface="Segoe UI"/>
              </a:rPr>
              <a:t> </a:t>
            </a:r>
            <a:r>
              <a:rPr lang="en-GB" sz="1200" spc="-10" noProof="0" dirty="0" err="1">
                <a:latin typeface="+mn-lt"/>
                <a:cs typeface="Segoe UI"/>
              </a:rPr>
              <a:t>su</a:t>
            </a:r>
            <a:r>
              <a:rPr lang="en-GB" sz="1200" spc="-55" noProof="0" dirty="0">
                <a:latin typeface="+mn-lt"/>
                <a:cs typeface="Segoe UI"/>
              </a:rPr>
              <a:t> </a:t>
            </a:r>
            <a:r>
              <a:rPr lang="en-GB" sz="1200" spc="-20" noProof="0" dirty="0">
                <a:latin typeface="+mn-lt"/>
                <a:cs typeface="Segoe UI"/>
              </a:rPr>
              <a:t>www</a:t>
            </a:r>
            <a:r>
              <a:rPr lang="en-GB" sz="1200" spc="-15" noProof="0" dirty="0">
                <a:latin typeface="+mn-lt"/>
                <a:cs typeface="Segoe UI"/>
              </a:rPr>
              <a:t> as</a:t>
            </a:r>
            <a:r>
              <a:rPr lang="en-GB" sz="1200" spc="-3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10" noProof="0" dirty="0">
                <a:latin typeface="+mn-lt"/>
                <a:cs typeface="Segoe UI"/>
              </a:rPr>
              <a:t>root</a:t>
            </a:r>
            <a:r>
              <a:rPr lang="en-GB" sz="1200" spc="-65" noProof="0" dirty="0">
                <a:latin typeface="+mn-lt"/>
                <a:cs typeface="Segoe UI"/>
              </a:rPr>
              <a:t> </a:t>
            </a:r>
            <a:r>
              <a:rPr lang="en-GB" sz="1200" spc="-15" noProof="0" dirty="0">
                <a:latin typeface="+mn-lt"/>
                <a:cs typeface="Segoe UI"/>
              </a:rPr>
              <a:t>user</a:t>
            </a:r>
            <a:r>
              <a:rPr lang="en-GB" sz="1200" spc="-45" noProof="0" dirty="0">
                <a:latin typeface="+mn-lt"/>
                <a:cs typeface="Segoe UI"/>
              </a:rPr>
              <a:t> </a:t>
            </a:r>
            <a:r>
              <a:rPr lang="en-GB" sz="1200" spc="-20" noProof="0" dirty="0">
                <a:latin typeface="+mn-lt"/>
                <a:cs typeface="Segoe UI"/>
              </a:rPr>
              <a:t>(password</a:t>
            </a:r>
            <a:r>
              <a:rPr lang="en-GB" sz="1200" spc="-80" noProof="0" dirty="0">
                <a:latin typeface="+mn-lt"/>
                <a:cs typeface="Segoe UI"/>
              </a:rPr>
              <a:t> </a:t>
            </a:r>
            <a:r>
              <a:rPr lang="en-GB" sz="1200" spc="-20" noProof="0" dirty="0">
                <a:latin typeface="+mn-lt"/>
                <a:cs typeface="Segoe UI"/>
              </a:rPr>
              <a:t>required)</a:t>
            </a:r>
            <a:endParaRPr lang="en-GB" sz="1200" noProof="0" dirty="0">
              <a:latin typeface="+mn-lt"/>
              <a:cs typeface="Segoe UI"/>
            </a:endParaRPr>
          </a:p>
          <a:p>
            <a:pPr marL="241300" marR="306705" indent="-228600">
              <a:lnSpc>
                <a:spcPct val="100000"/>
              </a:lnSpc>
              <a:spcBef>
                <a:spcPts val="600"/>
              </a:spcBef>
              <a:buFont typeface="+mj-lt"/>
              <a:buAutoNum type="arabicPeriod"/>
              <a:tabLst>
                <a:tab pos="180975" algn="l"/>
              </a:tabLst>
            </a:pPr>
            <a:r>
              <a:rPr lang="en-GB" sz="1200" spc="-20" noProof="0" dirty="0">
                <a:latin typeface="+mn-lt"/>
                <a:cs typeface="Segoe UI"/>
              </a:rPr>
              <a:t>All</a:t>
            </a:r>
            <a:r>
              <a:rPr lang="en-GB" sz="1200" spc="-40" noProof="0" dirty="0">
                <a:latin typeface="+mn-lt"/>
                <a:cs typeface="Segoe UI"/>
              </a:rPr>
              <a:t> </a:t>
            </a:r>
            <a:r>
              <a:rPr lang="en-GB" sz="1200" spc="-20" noProof="0" dirty="0">
                <a:latin typeface="+mn-lt"/>
                <a:cs typeface="Segoe UI"/>
              </a:rPr>
              <a:t>members</a:t>
            </a:r>
            <a:r>
              <a:rPr lang="en-GB" sz="1200" spc="-50"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system</a:t>
            </a:r>
            <a:r>
              <a:rPr lang="en-GB" sz="1200" spc="-35" noProof="0" dirty="0">
                <a:latin typeface="+mn-lt"/>
                <a:cs typeface="Segoe UI"/>
              </a:rPr>
              <a:t> </a:t>
            </a:r>
            <a:r>
              <a:rPr lang="en-GB" sz="1200" spc="-15" noProof="0" dirty="0">
                <a:latin typeface="+mn-lt"/>
                <a:cs typeface="Segoe UI"/>
              </a:rPr>
              <a:t>groups</a:t>
            </a:r>
            <a:r>
              <a:rPr lang="en-GB" sz="1200" spc="-75" noProof="0" dirty="0">
                <a:latin typeface="+mn-lt"/>
                <a:cs typeface="Segoe UI"/>
              </a:rPr>
              <a:t> </a:t>
            </a:r>
            <a:r>
              <a:rPr lang="en-GB" sz="1200" spc="-20" noProof="0" dirty="0">
                <a:latin typeface="+mn-lt"/>
                <a:cs typeface="Segoe UI"/>
              </a:rPr>
              <a:t>wheel</a:t>
            </a:r>
            <a:r>
              <a:rPr lang="en-GB" sz="1200" spc="-35"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20" noProof="0" dirty="0">
                <a:latin typeface="+mn-lt"/>
                <a:cs typeface="Segoe UI"/>
              </a:rPr>
              <a:t>admin</a:t>
            </a:r>
            <a:r>
              <a:rPr lang="en-GB" sz="1200" spc="-25" noProof="0" dirty="0">
                <a:latin typeface="+mn-lt"/>
                <a:cs typeface="Segoe UI"/>
              </a:rPr>
              <a:t> </a:t>
            </a:r>
            <a:r>
              <a:rPr lang="en-GB" sz="1200" spc="-20" noProof="0" dirty="0">
                <a:latin typeface="+mn-lt"/>
                <a:cs typeface="Segoe UI"/>
              </a:rPr>
              <a:t>can</a:t>
            </a:r>
            <a:r>
              <a:rPr lang="en-GB" sz="1200" spc="-25" noProof="0" dirty="0">
                <a:latin typeface="+mn-lt"/>
                <a:cs typeface="Segoe UI"/>
              </a:rPr>
              <a:t> execute</a:t>
            </a:r>
            <a:r>
              <a:rPr lang="en-GB" sz="1200" spc="-30" noProof="0" dirty="0">
                <a:latin typeface="+mn-lt"/>
                <a:cs typeface="Segoe UI"/>
              </a:rPr>
              <a:t> </a:t>
            </a:r>
            <a:r>
              <a:rPr lang="en-GB" sz="1200" spc="-15" noProof="0" dirty="0">
                <a:latin typeface="+mn-lt"/>
                <a:cs typeface="Segoe UI"/>
              </a:rPr>
              <a:t>any </a:t>
            </a:r>
            <a:r>
              <a:rPr lang="en-GB" sz="1200" spc="-20" noProof="0" dirty="0">
                <a:latin typeface="+mn-lt"/>
                <a:cs typeface="Segoe UI"/>
              </a:rPr>
              <a:t>command</a:t>
            </a:r>
            <a:r>
              <a:rPr lang="en-GB" sz="1200" spc="-50" noProof="0" dirty="0">
                <a:latin typeface="+mn-lt"/>
                <a:cs typeface="Segoe UI"/>
              </a:rPr>
              <a:t> </a:t>
            </a:r>
            <a:r>
              <a:rPr lang="en-GB" sz="1200" spc="-10" noProof="0" dirty="0">
                <a:latin typeface="+mn-lt"/>
                <a:cs typeface="Segoe UI"/>
              </a:rPr>
              <a:t>on</a:t>
            </a:r>
            <a:r>
              <a:rPr lang="en-GB" sz="1200" spc="-50" noProof="0" dirty="0">
                <a:latin typeface="+mn-lt"/>
                <a:cs typeface="Segoe UI"/>
              </a:rPr>
              <a:t> </a:t>
            </a:r>
            <a:r>
              <a:rPr lang="en-GB" sz="1200" spc="-15" noProof="0" dirty="0">
                <a:latin typeface="+mn-lt"/>
                <a:cs typeface="Segoe UI"/>
              </a:rPr>
              <a:t>any</a:t>
            </a:r>
            <a:r>
              <a:rPr lang="en-GB" sz="1200" spc="-45" noProof="0" dirty="0">
                <a:latin typeface="+mn-lt"/>
                <a:cs typeface="Segoe UI"/>
              </a:rPr>
              <a:t> </a:t>
            </a:r>
            <a:r>
              <a:rPr lang="en-GB" sz="1200" spc="-20" noProof="0" dirty="0">
                <a:latin typeface="+mn-lt"/>
                <a:cs typeface="Segoe UI"/>
              </a:rPr>
              <a:t>computer </a:t>
            </a:r>
            <a:r>
              <a:rPr lang="en-GB" sz="1200" spc="-254" noProof="0" dirty="0">
                <a:latin typeface="+mn-lt"/>
                <a:cs typeface="Segoe UI"/>
              </a:rPr>
              <a:t> </a:t>
            </a:r>
            <a:r>
              <a:rPr lang="en-GB" sz="1200" spc="-20" noProof="0" dirty="0">
                <a:latin typeface="+mn-lt"/>
                <a:cs typeface="Segoe UI"/>
              </a:rPr>
              <a:t>(password</a:t>
            </a:r>
            <a:r>
              <a:rPr lang="en-GB" sz="1200" spc="-85" noProof="0" dirty="0">
                <a:latin typeface="+mn-lt"/>
                <a:cs typeface="Segoe UI"/>
              </a:rPr>
              <a:t> </a:t>
            </a:r>
            <a:r>
              <a:rPr lang="en-GB" sz="1200" spc="-20" noProof="0" dirty="0">
                <a:latin typeface="+mn-lt"/>
                <a:cs typeface="Segoe UI"/>
              </a:rPr>
              <a:t>required).</a:t>
            </a:r>
            <a:endParaRPr lang="en-GB" sz="1200" noProof="0" dirty="0">
              <a:latin typeface="+mn-lt"/>
              <a:cs typeface="Segoe UI"/>
            </a:endParaRPr>
          </a:p>
          <a:p>
            <a:pPr marL="240665" indent="-228600">
              <a:lnSpc>
                <a:spcPct val="100000"/>
              </a:lnSpc>
              <a:spcBef>
                <a:spcPts val="600"/>
              </a:spcBef>
              <a:buFont typeface="+mj-lt"/>
              <a:buAutoNum type="arabicPeriod"/>
              <a:tabLst>
                <a:tab pos="180975" algn="l"/>
              </a:tabLst>
            </a:pPr>
            <a:r>
              <a:rPr lang="en-GB" sz="1200" spc="-10" noProof="0" dirty="0">
                <a:latin typeface="+mn-lt"/>
                <a:cs typeface="Segoe UI"/>
              </a:rPr>
              <a:t>Bob</a:t>
            </a:r>
            <a:r>
              <a:rPr lang="en-GB" sz="1200" spc="-80" noProof="0" dirty="0">
                <a:latin typeface="+mn-lt"/>
                <a:cs typeface="Segoe UI"/>
              </a:rPr>
              <a:t> </a:t>
            </a:r>
            <a:r>
              <a:rPr lang="en-GB" sz="1200" spc="-20" noProof="0" dirty="0">
                <a:latin typeface="+mn-lt"/>
                <a:cs typeface="Segoe UI"/>
              </a:rPr>
              <a:t>can</a:t>
            </a:r>
            <a:r>
              <a:rPr lang="en-GB" sz="1200" spc="-25" noProof="0" dirty="0">
                <a:latin typeface="+mn-lt"/>
                <a:cs typeface="Segoe UI"/>
              </a:rPr>
              <a:t> </a:t>
            </a:r>
            <a:r>
              <a:rPr lang="en-GB" sz="1200" spc="-10" noProof="0" dirty="0">
                <a:latin typeface="+mn-lt"/>
                <a:cs typeface="Segoe UI"/>
              </a:rPr>
              <a:t>run</a:t>
            </a:r>
            <a:r>
              <a:rPr lang="en-GB" sz="1200" spc="-55" noProof="0" dirty="0">
                <a:latin typeface="+mn-lt"/>
                <a:cs typeface="Segoe UI"/>
              </a:rPr>
              <a:t> </a:t>
            </a:r>
            <a:r>
              <a:rPr lang="en-GB" sz="1200" spc="-10" noProof="0" dirty="0">
                <a:latin typeface="+mn-lt"/>
                <a:cs typeface="Segoe UI"/>
              </a:rPr>
              <a:t>on</a:t>
            </a:r>
            <a:r>
              <a:rPr lang="en-GB" sz="1200" spc="-50" noProof="0" dirty="0">
                <a:latin typeface="+mn-lt"/>
                <a:cs typeface="Segoe UI"/>
              </a:rPr>
              <a:t> </a:t>
            </a:r>
            <a:r>
              <a:rPr lang="en-GB" sz="1200" spc="-20" noProof="0" dirty="0">
                <a:latin typeface="+mn-lt"/>
                <a:cs typeface="Segoe UI"/>
              </a:rPr>
              <a:t>all</a:t>
            </a:r>
            <a:r>
              <a:rPr lang="en-GB" sz="1200" spc="-40" noProof="0" dirty="0">
                <a:latin typeface="+mn-lt"/>
                <a:cs typeface="Segoe UI"/>
              </a:rPr>
              <a:t> </a:t>
            </a:r>
            <a:r>
              <a:rPr lang="en-GB" sz="1200" spc="-15" noProof="0" dirty="0">
                <a:latin typeface="+mn-lt"/>
                <a:cs typeface="Segoe UI"/>
              </a:rPr>
              <a:t>hosts</a:t>
            </a:r>
            <a:r>
              <a:rPr lang="en-GB" sz="1200" spc="-50" noProof="0" dirty="0">
                <a:latin typeface="+mn-lt"/>
                <a:cs typeface="Segoe UI"/>
              </a:rPr>
              <a:t> </a:t>
            </a:r>
            <a:r>
              <a:rPr lang="en-GB" sz="1200" spc="-20" noProof="0" dirty="0">
                <a:latin typeface="+mn-lt"/>
                <a:cs typeface="Segoe UI"/>
              </a:rPr>
              <a:t>assigned</a:t>
            </a:r>
            <a:r>
              <a:rPr lang="en-GB" sz="1200" spc="-55"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0" noProof="0" dirty="0">
                <a:latin typeface="+mn-lt"/>
                <a:cs typeface="Segoe UI"/>
              </a:rPr>
              <a:t>CDROM</a:t>
            </a:r>
            <a:r>
              <a:rPr lang="en-GB" sz="1200" spc="-30" noProof="0" dirty="0">
                <a:latin typeface="+mn-lt"/>
                <a:cs typeface="Segoe UI"/>
              </a:rPr>
              <a:t> </a:t>
            </a:r>
            <a:r>
              <a:rPr lang="en-GB" sz="1200" spc="-25" noProof="0" dirty="0">
                <a:latin typeface="+mn-lt"/>
                <a:cs typeface="Segoe UI"/>
              </a:rPr>
              <a:t>alias,</a:t>
            </a:r>
            <a:r>
              <a:rPr lang="en-GB" sz="1200" spc="-35" noProof="0" dirty="0">
                <a:latin typeface="+mn-lt"/>
                <a:cs typeface="Segoe UI"/>
              </a:rPr>
              <a:t> </a:t>
            </a:r>
            <a:r>
              <a:rPr lang="en-GB" sz="1200" spc="-15" noProof="0" dirty="0">
                <a:latin typeface="+mn-lt"/>
                <a:cs typeface="Segoe UI"/>
              </a:rPr>
              <a:t>as</a:t>
            </a:r>
            <a:r>
              <a:rPr lang="en-GB" sz="1200" spc="-30" noProof="0" dirty="0">
                <a:latin typeface="+mn-lt"/>
                <a:cs typeface="Segoe UI"/>
              </a:rPr>
              <a:t> </a:t>
            </a:r>
            <a:r>
              <a:rPr lang="en-GB" sz="1200" spc="-15" noProof="0" dirty="0">
                <a:latin typeface="+mn-lt"/>
                <a:cs typeface="Segoe UI"/>
              </a:rPr>
              <a:t>root,</a:t>
            </a:r>
            <a:r>
              <a:rPr lang="en-GB" sz="1200" spc="-60"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commands</a:t>
            </a:r>
            <a:r>
              <a:rPr lang="en-GB" sz="1200" spc="-50" noProof="0" dirty="0">
                <a:latin typeface="+mn-lt"/>
                <a:cs typeface="Segoe UI"/>
              </a:rPr>
              <a:t> </a:t>
            </a:r>
            <a:r>
              <a:rPr lang="en-GB" sz="1200" spc="-15" noProof="0" dirty="0">
                <a:latin typeface="+mn-lt"/>
                <a:cs typeface="Segoe UI"/>
              </a:rPr>
              <a:t>in</a:t>
            </a:r>
            <a:r>
              <a:rPr lang="en-GB" sz="1200" spc="-3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15" noProof="0" dirty="0">
                <a:latin typeface="+mn-lt"/>
                <a:cs typeface="Segoe UI"/>
              </a:rPr>
              <a:t>DUMPS</a:t>
            </a:r>
            <a:r>
              <a:rPr lang="en-GB" sz="1200" spc="-45" noProof="0" dirty="0">
                <a:latin typeface="+mn-lt"/>
                <a:cs typeface="Segoe UI"/>
              </a:rPr>
              <a:t> </a:t>
            </a:r>
            <a:r>
              <a:rPr lang="en-GB" sz="1200" spc="-25" noProof="0" dirty="0">
                <a:latin typeface="+mn-lt"/>
                <a:cs typeface="Segoe UI"/>
              </a:rPr>
              <a:t>alias.</a:t>
            </a:r>
            <a:endParaRPr lang="en-GB" sz="1200" noProof="0" dirty="0">
              <a:latin typeface="+mn-lt"/>
              <a:cs typeface="Segoe UI"/>
            </a:endParaRPr>
          </a:p>
          <a:p>
            <a:pPr marL="240665" indent="-228600">
              <a:lnSpc>
                <a:spcPct val="100000"/>
              </a:lnSpc>
              <a:spcBef>
                <a:spcPts val="605"/>
              </a:spcBef>
              <a:buFont typeface="+mj-lt"/>
              <a:buAutoNum type="arabicPeriod"/>
              <a:tabLst>
                <a:tab pos="180975" algn="l"/>
              </a:tabLst>
            </a:pPr>
            <a:r>
              <a:rPr lang="en-GB" sz="1200" spc="-20" noProof="0" dirty="0" err="1">
                <a:latin typeface="+mn-lt"/>
                <a:cs typeface="Segoe UI"/>
              </a:rPr>
              <a:t>Mickw</a:t>
            </a:r>
            <a:r>
              <a:rPr lang="en-GB" sz="1200" spc="-40" noProof="0" dirty="0">
                <a:latin typeface="+mn-lt"/>
                <a:cs typeface="Segoe UI"/>
              </a:rPr>
              <a:t> </a:t>
            </a:r>
            <a:r>
              <a:rPr lang="en-GB" sz="1200" spc="-20" noProof="0" dirty="0">
                <a:latin typeface="+mn-lt"/>
                <a:cs typeface="Segoe UI"/>
              </a:rPr>
              <a:t>can</a:t>
            </a:r>
            <a:r>
              <a:rPr lang="en-GB" sz="1200" spc="-30" noProof="0" dirty="0">
                <a:latin typeface="+mn-lt"/>
                <a:cs typeface="Segoe UI"/>
              </a:rPr>
              <a:t> </a:t>
            </a:r>
            <a:r>
              <a:rPr lang="en-GB" sz="1200" spc="-10" noProof="0" dirty="0">
                <a:latin typeface="+mn-lt"/>
                <a:cs typeface="Segoe UI"/>
              </a:rPr>
              <a:t>run</a:t>
            </a:r>
            <a:r>
              <a:rPr lang="en-GB" sz="1200" spc="-45" noProof="0" dirty="0">
                <a:latin typeface="+mn-lt"/>
                <a:cs typeface="Segoe UI"/>
              </a:rPr>
              <a:t> </a:t>
            </a:r>
            <a:r>
              <a:rPr lang="en-GB" sz="1200" spc="-5" noProof="0" dirty="0">
                <a:latin typeface="+mn-lt"/>
                <a:cs typeface="Segoe UI"/>
              </a:rPr>
              <a:t>on</a:t>
            </a:r>
            <a:r>
              <a:rPr lang="en-GB" sz="1200" spc="-50" noProof="0" dirty="0">
                <a:latin typeface="+mn-lt"/>
                <a:cs typeface="Segoe UI"/>
              </a:rPr>
              <a:t> </a:t>
            </a:r>
            <a:r>
              <a:rPr lang="en-GB" sz="1200" spc="-20" noProof="0" dirty="0">
                <a:latin typeface="+mn-lt"/>
                <a:cs typeface="Segoe UI"/>
              </a:rPr>
              <a:t>all</a:t>
            </a:r>
            <a:r>
              <a:rPr lang="en-GB" sz="1200" spc="-35" noProof="0" dirty="0">
                <a:latin typeface="+mn-lt"/>
                <a:cs typeface="Segoe UI"/>
              </a:rPr>
              <a:t> </a:t>
            </a:r>
            <a:r>
              <a:rPr lang="en-GB" sz="1200" spc="-25" noProof="0" dirty="0">
                <a:latin typeface="+mn-lt"/>
                <a:cs typeface="Segoe UI"/>
              </a:rPr>
              <a:t>machines,</a:t>
            </a:r>
            <a:r>
              <a:rPr lang="en-GB" sz="1200" spc="-30" noProof="0" dirty="0">
                <a:latin typeface="+mn-lt"/>
                <a:cs typeface="Segoe UI"/>
              </a:rPr>
              <a:t> </a:t>
            </a:r>
            <a:r>
              <a:rPr lang="en-GB" sz="1200" spc="-25" noProof="0" dirty="0">
                <a:latin typeface="+mn-lt"/>
                <a:cs typeface="Segoe UI"/>
              </a:rPr>
              <a:t>with</a:t>
            </a:r>
            <a:r>
              <a:rPr lang="en-GB" sz="1200" spc="-30" noProof="0" dirty="0">
                <a:latin typeface="+mn-lt"/>
                <a:cs typeface="Segoe UI"/>
              </a:rPr>
              <a:t> </a:t>
            </a:r>
            <a:r>
              <a:rPr lang="en-GB" sz="1200" spc="-20" noProof="0" dirty="0">
                <a:latin typeface="+mn-lt"/>
                <a:cs typeface="Segoe UI"/>
              </a:rPr>
              <a:t>the</a:t>
            </a:r>
            <a:r>
              <a:rPr lang="en-GB" sz="1200" spc="-55" noProof="0" dirty="0">
                <a:latin typeface="+mn-lt"/>
                <a:cs typeface="Segoe UI"/>
              </a:rPr>
              <a:t> </a:t>
            </a:r>
            <a:r>
              <a:rPr lang="en-GB" sz="1200" spc="-25" noProof="0" dirty="0">
                <a:latin typeface="+mn-lt"/>
                <a:cs typeface="Segoe UI"/>
              </a:rPr>
              <a:t>identity</a:t>
            </a:r>
            <a:r>
              <a:rPr lang="en-GB" sz="1200" spc="-35"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20" noProof="0" dirty="0">
                <a:latin typeface="+mn-lt"/>
                <a:cs typeface="Segoe UI"/>
              </a:rPr>
              <a:t>the</a:t>
            </a:r>
            <a:r>
              <a:rPr lang="en-GB" sz="1200" spc="-55" noProof="0" dirty="0">
                <a:latin typeface="+mn-lt"/>
                <a:cs typeface="Segoe UI"/>
              </a:rPr>
              <a:t> </a:t>
            </a:r>
            <a:r>
              <a:rPr lang="en-GB" sz="1200" spc="-5" noProof="0" dirty="0">
                <a:latin typeface="+mn-lt"/>
                <a:cs typeface="Segoe UI"/>
              </a:rPr>
              <a:t>OP</a:t>
            </a:r>
            <a:r>
              <a:rPr lang="en-GB" sz="1200" spc="-40" noProof="0" dirty="0">
                <a:latin typeface="+mn-lt"/>
                <a:cs typeface="Segoe UI"/>
              </a:rPr>
              <a:t> </a:t>
            </a:r>
            <a:r>
              <a:rPr lang="en-GB" sz="1200" spc="-25" noProof="0" dirty="0">
                <a:latin typeface="+mn-lt"/>
                <a:cs typeface="Segoe UI"/>
              </a:rPr>
              <a:t>alias</a:t>
            </a:r>
            <a:r>
              <a:rPr lang="en-GB" sz="1200" spc="-5" noProof="0" dirty="0">
                <a:latin typeface="+mn-lt"/>
                <a:cs typeface="Segoe UI"/>
              </a:rPr>
              <a:t> </a:t>
            </a:r>
            <a:r>
              <a:rPr lang="en-GB" sz="1200" noProof="0" dirty="0">
                <a:latin typeface="+mn-lt"/>
                <a:cs typeface="Segoe UI"/>
              </a:rPr>
              <a:t>,</a:t>
            </a:r>
            <a:r>
              <a:rPr lang="en-GB" sz="1200" spc="-60" noProof="0" dirty="0">
                <a:latin typeface="+mn-lt"/>
                <a:cs typeface="Segoe UI"/>
              </a:rPr>
              <a:t> </a:t>
            </a:r>
            <a:r>
              <a:rPr lang="en-GB" sz="1200" spc="-20" noProof="0" dirty="0">
                <a:latin typeface="+mn-lt"/>
                <a:cs typeface="Segoe UI"/>
              </a:rPr>
              <a:t>the</a:t>
            </a:r>
            <a:r>
              <a:rPr lang="en-GB" sz="1200" spc="-25" noProof="0" dirty="0">
                <a:latin typeface="+mn-lt"/>
                <a:cs typeface="Segoe UI"/>
              </a:rPr>
              <a:t> </a:t>
            </a:r>
            <a:r>
              <a:rPr lang="en-GB" sz="1200" spc="-20" noProof="0" dirty="0">
                <a:latin typeface="+mn-lt"/>
                <a:cs typeface="Segoe UI"/>
              </a:rPr>
              <a:t>commands</a:t>
            </a:r>
            <a:r>
              <a:rPr lang="en-GB" sz="1200" spc="-50" noProof="0" dirty="0">
                <a:latin typeface="+mn-lt"/>
                <a:cs typeface="Segoe UI"/>
              </a:rPr>
              <a:t> </a:t>
            </a:r>
            <a:r>
              <a:rPr lang="en-GB" sz="1200" spc="-20" noProof="0" dirty="0">
                <a:latin typeface="+mn-lt"/>
                <a:cs typeface="Segoe UI"/>
              </a:rPr>
              <a:t>belonging</a:t>
            </a:r>
            <a:r>
              <a:rPr lang="en-GB" sz="1200" spc="-75"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15" noProof="0" dirty="0">
                <a:latin typeface="+mn-lt"/>
                <a:cs typeface="Segoe UI"/>
              </a:rPr>
              <a:t>SHUT </a:t>
            </a:r>
            <a:r>
              <a:rPr lang="en-GB" sz="1200" spc="-35" noProof="0" dirty="0">
                <a:latin typeface="+mn-lt"/>
                <a:cs typeface="Segoe UI"/>
              </a:rPr>
              <a:t>a</a:t>
            </a:r>
            <a:r>
              <a:rPr lang="en-GB" sz="1200" spc="-20" noProof="0" dirty="0">
                <a:latin typeface="+mn-lt"/>
                <a:cs typeface="Segoe UI"/>
              </a:rPr>
              <a:t>n</a:t>
            </a:r>
            <a:r>
              <a:rPr lang="en-GB" sz="1200" noProof="0" dirty="0">
                <a:latin typeface="+mn-lt"/>
                <a:cs typeface="Segoe UI"/>
              </a:rPr>
              <a:t>d</a:t>
            </a:r>
            <a:r>
              <a:rPr lang="en-GB" sz="1200" spc="-80" noProof="0" dirty="0">
                <a:latin typeface="+mn-lt"/>
                <a:cs typeface="Segoe UI"/>
              </a:rPr>
              <a:t> </a:t>
            </a:r>
            <a:r>
              <a:rPr lang="en-GB" sz="1200" spc="-30" noProof="0" dirty="0">
                <a:latin typeface="+mn-lt"/>
                <a:cs typeface="Segoe UI"/>
              </a:rPr>
              <a:t>D</a:t>
            </a:r>
            <a:r>
              <a:rPr lang="en-GB" sz="1200" spc="-20" noProof="0" dirty="0">
                <a:latin typeface="+mn-lt"/>
                <a:cs typeface="Segoe UI"/>
              </a:rPr>
              <a:t>U</a:t>
            </a:r>
            <a:r>
              <a:rPr lang="en-GB" sz="1200" spc="-15" noProof="0" dirty="0">
                <a:latin typeface="+mn-lt"/>
                <a:cs typeface="Segoe UI"/>
              </a:rPr>
              <a:t>MP</a:t>
            </a:r>
            <a:r>
              <a:rPr lang="en-GB" sz="1200" noProof="0" dirty="0">
                <a:latin typeface="+mn-lt"/>
                <a:cs typeface="Segoe UI"/>
              </a:rPr>
              <a:t>S</a:t>
            </a:r>
            <a:r>
              <a:rPr lang="en-GB" sz="1200" spc="-45" noProof="0" dirty="0">
                <a:latin typeface="+mn-lt"/>
                <a:cs typeface="Segoe UI"/>
              </a:rPr>
              <a:t> </a:t>
            </a:r>
            <a:r>
              <a:rPr lang="en-GB" sz="1200" spc="-35" noProof="0" dirty="0">
                <a:latin typeface="+mn-lt"/>
                <a:cs typeface="Segoe UI"/>
              </a:rPr>
              <a:t>a</a:t>
            </a:r>
            <a:r>
              <a:rPr lang="en-GB" sz="1200" spc="-30" noProof="0" dirty="0">
                <a:latin typeface="+mn-lt"/>
                <a:cs typeface="Segoe UI"/>
              </a:rPr>
              <a:t>li</a:t>
            </a:r>
            <a:r>
              <a:rPr lang="en-GB" sz="1200" spc="-35" noProof="0" dirty="0">
                <a:latin typeface="+mn-lt"/>
                <a:cs typeface="Segoe UI"/>
              </a:rPr>
              <a:t>a</a:t>
            </a:r>
            <a:r>
              <a:rPr lang="en-GB" sz="1200" spc="-20" noProof="0" dirty="0">
                <a:latin typeface="+mn-lt"/>
                <a:cs typeface="Segoe UI"/>
              </a:rPr>
              <a:t>s</a:t>
            </a:r>
            <a:r>
              <a:rPr lang="en-GB" sz="1200" spc="-25" noProof="0" dirty="0">
                <a:latin typeface="+mn-lt"/>
                <a:cs typeface="Segoe UI"/>
              </a:rPr>
              <a:t>e</a:t>
            </a:r>
            <a:r>
              <a:rPr lang="en-GB" sz="1200" spc="-20" noProof="0" dirty="0">
                <a:latin typeface="+mn-lt"/>
                <a:cs typeface="Segoe UI"/>
              </a:rPr>
              <a:t>s</a:t>
            </a:r>
            <a:r>
              <a:rPr lang="en-GB" sz="1200" noProof="0" dirty="0">
                <a:latin typeface="+mn-lt"/>
                <a:cs typeface="Segoe UI"/>
              </a:rPr>
              <a:t>.</a:t>
            </a:r>
          </a:p>
        </p:txBody>
      </p:sp>
      <p:sp>
        <p:nvSpPr>
          <p:cNvPr id="4" name="Slide Number Placeholder 3"/>
          <p:cNvSpPr>
            <a:spLocks noGrp="1"/>
          </p:cNvSpPr>
          <p:nvPr>
            <p:ph type="sldNum" sz="quarter" idx="5"/>
          </p:nvPr>
        </p:nvSpPr>
        <p:spPr/>
        <p:txBody>
          <a:bodyPr/>
          <a:lstStyle/>
          <a:p>
            <a:fld id="{548901C6-1DA1-FB44-ABEE-06A0FEB7738E}" type="slidenum">
              <a:rPr lang="en-GB" smtClean="0"/>
              <a:pPr/>
              <a:t>23</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2212030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24</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7206682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25</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6874238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noProof="0" dirty="0">
                <a:latin typeface="+mn-lt"/>
              </a:rPr>
              <a:t>For more information check: http://man.openbsd.org/doas.conf.5</a:t>
            </a:r>
          </a:p>
          <a:p>
            <a:endParaRPr lang="en-GB" noProof="0"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26</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6697014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27</a:t>
            </a:fld>
            <a:endParaRPr lang="en-GB" dirty="0"/>
          </a:p>
        </p:txBody>
      </p:sp>
    </p:spTree>
    <p:extLst>
      <p:ext uri="{BB962C8B-B14F-4D97-AF65-F5344CB8AC3E}">
        <p14:creationId xmlns:p14="http://schemas.microsoft.com/office/powerpoint/2010/main" val="38013334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4284663"/>
          </a:xfrm>
        </p:spPr>
        <p:txBody>
          <a:bodyPr/>
          <a:lstStyle/>
          <a:p>
            <a:pPr marL="12700" algn="just">
              <a:lnSpc>
                <a:spcPct val="100000"/>
              </a:lnSpc>
              <a:spcBef>
                <a:spcPts val="105"/>
              </a:spcBef>
            </a:pPr>
            <a:r>
              <a:rPr lang="en-GB" sz="1200" spc="-15" noProof="0" dirty="0">
                <a:latin typeface="+mn-lt"/>
                <a:cs typeface="Segoe UI"/>
              </a:rPr>
              <a:t>There</a:t>
            </a:r>
            <a:r>
              <a:rPr lang="en-GB" sz="1200" spc="-80"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15" noProof="0" dirty="0">
                <a:latin typeface="+mn-lt"/>
                <a:cs typeface="Segoe UI"/>
              </a:rPr>
              <a:t>an</a:t>
            </a:r>
            <a:r>
              <a:rPr lang="en-GB" sz="1200" spc="-45" noProof="0" dirty="0">
                <a:latin typeface="+mn-lt"/>
                <a:cs typeface="Segoe UI"/>
              </a:rPr>
              <a:t> </a:t>
            </a:r>
            <a:r>
              <a:rPr lang="en-GB" sz="1200" spc="-20" noProof="0" dirty="0">
                <a:latin typeface="+mn-lt"/>
                <a:cs typeface="Segoe UI"/>
              </a:rPr>
              <a:t>important</a:t>
            </a:r>
            <a:r>
              <a:rPr lang="en-GB" sz="1200" spc="-35" noProof="0" dirty="0">
                <a:latin typeface="+mn-lt"/>
                <a:cs typeface="Segoe UI"/>
              </a:rPr>
              <a:t> </a:t>
            </a:r>
            <a:r>
              <a:rPr lang="en-GB" sz="1200" spc="-20" noProof="0" dirty="0">
                <a:latin typeface="+mn-lt"/>
                <a:cs typeface="Segoe UI"/>
              </a:rPr>
              <a:t>lesson</a:t>
            </a:r>
            <a:r>
              <a:rPr lang="en-GB" sz="1200" spc="-45"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5" noProof="0" dirty="0">
                <a:latin typeface="+mn-lt"/>
                <a:cs typeface="Segoe UI"/>
              </a:rPr>
              <a:t>example</a:t>
            </a:r>
            <a:r>
              <a:rPr lang="en-GB" sz="1200" noProof="0" dirty="0">
                <a:latin typeface="+mn-lt"/>
                <a:cs typeface="Segoe UI"/>
              </a:rPr>
              <a:t> </a:t>
            </a:r>
            <a:r>
              <a:rPr lang="en-GB" sz="1200" spc="-20" noProof="0" dirty="0">
                <a:latin typeface="+mn-lt"/>
                <a:cs typeface="Segoe UI"/>
              </a:rPr>
              <a:t>above.</a:t>
            </a:r>
          </a:p>
          <a:p>
            <a:pPr marL="12700" algn="just">
              <a:lnSpc>
                <a:spcPct val="100000"/>
              </a:lnSpc>
              <a:spcBef>
                <a:spcPts val="105"/>
              </a:spcBef>
            </a:pPr>
            <a:r>
              <a:rPr lang="en-GB" sz="1200" spc="-15" noProof="0" dirty="0">
                <a:latin typeface="+mn-lt"/>
                <a:cs typeface="Segoe UI"/>
              </a:rPr>
              <a:t>If</a:t>
            </a:r>
            <a:r>
              <a:rPr lang="en-GB" sz="1200" spc="-30" noProof="0" dirty="0">
                <a:latin typeface="+mn-lt"/>
                <a:cs typeface="Segoe UI"/>
              </a:rPr>
              <a:t> </a:t>
            </a:r>
            <a:r>
              <a:rPr lang="en-GB" sz="1200" spc="-15" noProof="0" dirty="0">
                <a:latin typeface="+mn-lt"/>
                <a:cs typeface="Segoe UI"/>
              </a:rPr>
              <a:t>you</a:t>
            </a:r>
            <a:r>
              <a:rPr lang="en-GB" sz="1200" spc="-25" noProof="0" dirty="0">
                <a:latin typeface="+mn-lt"/>
                <a:cs typeface="Segoe UI"/>
              </a:rPr>
              <a:t> switch</a:t>
            </a:r>
            <a:r>
              <a:rPr lang="en-GB" sz="1200" spc="-20" noProof="0" dirty="0">
                <a:latin typeface="+mn-lt"/>
                <a:cs typeface="Segoe UI"/>
              </a:rPr>
              <a:t> into</a:t>
            </a:r>
            <a:r>
              <a:rPr lang="en-GB" sz="1200" spc="-45" noProof="0" dirty="0">
                <a:latin typeface="+mn-lt"/>
                <a:cs typeface="Segoe UI"/>
              </a:rPr>
              <a:t> </a:t>
            </a:r>
            <a:r>
              <a:rPr lang="en-GB" sz="1200" spc="-20" noProof="0" dirty="0">
                <a:latin typeface="+mn-lt"/>
                <a:cs typeface="Segoe UI"/>
              </a:rPr>
              <a:t>another</a:t>
            </a:r>
            <a:r>
              <a:rPr lang="en-GB" sz="1200" spc="-40" noProof="0" dirty="0">
                <a:latin typeface="+mn-lt"/>
                <a:cs typeface="Segoe UI"/>
              </a:rPr>
              <a:t> </a:t>
            </a:r>
            <a:r>
              <a:rPr lang="en-GB" sz="1200" spc="-15" noProof="0" dirty="0">
                <a:latin typeface="+mn-lt"/>
                <a:cs typeface="Segoe UI"/>
              </a:rPr>
              <a:t>user</a:t>
            </a:r>
            <a:r>
              <a:rPr lang="en-GB" sz="1200" spc="-45" noProof="0" dirty="0">
                <a:latin typeface="+mn-lt"/>
                <a:cs typeface="Segoe UI"/>
              </a:rPr>
              <a:t> </a:t>
            </a:r>
            <a:r>
              <a:rPr lang="en-GB" sz="1200" spc="-15" noProof="0" dirty="0">
                <a:latin typeface="+mn-lt"/>
                <a:cs typeface="Segoe UI"/>
              </a:rPr>
              <a:t>id</a:t>
            </a:r>
            <a:r>
              <a:rPr lang="en-GB" sz="1200" spc="-50" noProof="0" dirty="0">
                <a:latin typeface="+mn-lt"/>
                <a:cs typeface="Segoe UI"/>
              </a:rPr>
              <a:t> </a:t>
            </a:r>
            <a:r>
              <a:rPr lang="en-GB" sz="1200" spc="-15" noProof="0" dirty="0">
                <a:latin typeface="+mn-lt"/>
                <a:cs typeface="Segoe UI"/>
              </a:rPr>
              <a:t>during</a:t>
            </a:r>
            <a:r>
              <a:rPr lang="en-GB" sz="1200" spc="-70"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session,</a:t>
            </a:r>
            <a:r>
              <a:rPr lang="en-GB" sz="1200" spc="-60" noProof="0" dirty="0">
                <a:latin typeface="+mn-lt"/>
                <a:cs typeface="Segoe UI"/>
              </a:rPr>
              <a:t> </a:t>
            </a:r>
            <a:r>
              <a:rPr lang="en-GB" sz="1200" spc="-15" noProof="0" dirty="0">
                <a:latin typeface="+mn-lt"/>
                <a:cs typeface="Segoe UI"/>
              </a:rPr>
              <a:t>the </a:t>
            </a:r>
            <a:r>
              <a:rPr lang="en-GB" sz="1200" spc="-30" noProof="0" dirty="0">
                <a:latin typeface="+mn-lt"/>
                <a:cs typeface="Segoe UI"/>
              </a:rPr>
              <a:t>i</a:t>
            </a:r>
            <a:r>
              <a:rPr lang="en-GB" sz="1200" spc="5" noProof="0" dirty="0">
                <a:latin typeface="+mn-lt"/>
                <a:cs typeface="Segoe UI"/>
              </a:rPr>
              <a:t>d</a:t>
            </a:r>
            <a:r>
              <a:rPr lang="en-GB" sz="1200" spc="-80" noProof="0" dirty="0">
                <a:latin typeface="+mn-lt"/>
                <a:cs typeface="Segoe UI"/>
              </a:rPr>
              <a:t> </a:t>
            </a:r>
            <a:r>
              <a:rPr lang="en-GB" sz="1200" spc="-35" noProof="0" dirty="0">
                <a:latin typeface="+mn-lt"/>
                <a:cs typeface="Segoe UI"/>
              </a:rPr>
              <a:t>c</a:t>
            </a:r>
            <a:r>
              <a:rPr lang="en-GB" sz="1200" spc="-15" noProof="0" dirty="0">
                <a:latin typeface="+mn-lt"/>
                <a:cs typeface="Segoe UI"/>
              </a:rPr>
              <a:t>o</a:t>
            </a:r>
            <a:r>
              <a:rPr lang="en-GB" sz="1200" spc="-30" noProof="0" dirty="0">
                <a:latin typeface="+mn-lt"/>
                <a:cs typeface="Segoe UI"/>
              </a:rPr>
              <a:t>mma</a:t>
            </a:r>
            <a:r>
              <a:rPr lang="en-GB" sz="1200" spc="-20" noProof="0" dirty="0">
                <a:latin typeface="+mn-lt"/>
                <a:cs typeface="Segoe UI"/>
              </a:rPr>
              <a:t>n</a:t>
            </a:r>
            <a:r>
              <a:rPr lang="en-GB" sz="1200" spc="5" noProof="0" dirty="0">
                <a:latin typeface="+mn-lt"/>
                <a:cs typeface="Segoe UI"/>
              </a:rPr>
              <a:t>d</a:t>
            </a:r>
            <a:r>
              <a:rPr lang="en-GB" sz="1200" spc="-30" noProof="0" dirty="0">
                <a:latin typeface="+mn-lt"/>
                <a:cs typeface="Segoe UI"/>
              </a:rPr>
              <a:t> wil</a:t>
            </a:r>
            <a:r>
              <a:rPr lang="en-GB" sz="1200" noProof="0" dirty="0">
                <a:latin typeface="+mn-lt"/>
                <a:cs typeface="Segoe UI"/>
              </a:rPr>
              <a:t>l</a:t>
            </a:r>
            <a:r>
              <a:rPr lang="en-GB" sz="1200" spc="-40" noProof="0" dirty="0">
                <a:latin typeface="+mn-lt"/>
                <a:cs typeface="Segoe UI"/>
              </a:rPr>
              <a:t> </a:t>
            </a:r>
            <a:r>
              <a:rPr lang="en-GB" sz="1200" spc="-15" noProof="0" dirty="0">
                <a:latin typeface="+mn-lt"/>
                <a:cs typeface="Segoe UI"/>
              </a:rPr>
              <a:t>r</a:t>
            </a:r>
            <a:r>
              <a:rPr lang="en-GB" sz="1200" spc="-20" noProof="0" dirty="0">
                <a:latin typeface="+mn-lt"/>
                <a:cs typeface="Segoe UI"/>
              </a:rPr>
              <a:t>e</a:t>
            </a:r>
            <a:r>
              <a:rPr lang="en-GB" sz="1200" spc="-30" noProof="0" dirty="0">
                <a:latin typeface="+mn-lt"/>
                <a:cs typeface="Segoe UI"/>
              </a:rPr>
              <a:t>fl</a:t>
            </a:r>
            <a:r>
              <a:rPr lang="en-GB" sz="1200" spc="-20" noProof="0" dirty="0">
                <a:latin typeface="+mn-lt"/>
                <a:cs typeface="Segoe UI"/>
              </a:rPr>
              <a:t>e</a:t>
            </a:r>
            <a:r>
              <a:rPr lang="en-GB" sz="1200" spc="-35" noProof="0" dirty="0">
                <a:latin typeface="+mn-lt"/>
                <a:cs typeface="Segoe UI"/>
              </a:rPr>
              <a:t>c</a:t>
            </a:r>
            <a:r>
              <a:rPr lang="en-GB" sz="1200" noProof="0" dirty="0">
                <a:latin typeface="+mn-lt"/>
                <a:cs typeface="Segoe UI"/>
              </a:rPr>
              <a:t>t</a:t>
            </a:r>
            <a:r>
              <a:rPr lang="en-GB" sz="1200" spc="-20" noProof="0" dirty="0">
                <a:latin typeface="+mn-lt"/>
                <a:cs typeface="Segoe UI"/>
              </a:rPr>
              <a:t> </a:t>
            </a:r>
            <a:r>
              <a:rPr lang="en-GB" sz="1200" spc="-35" noProof="0" dirty="0">
                <a:latin typeface="+mn-lt"/>
                <a:cs typeface="Segoe UI"/>
              </a:rPr>
              <a:t>t</a:t>
            </a:r>
            <a:r>
              <a:rPr lang="en-GB" sz="1200" spc="-20" noProof="0" dirty="0">
                <a:latin typeface="+mn-lt"/>
                <a:cs typeface="Segoe UI"/>
              </a:rPr>
              <a:t>h</a:t>
            </a:r>
            <a:r>
              <a:rPr lang="en-GB" sz="1200" spc="5" noProof="0" dirty="0">
                <a:latin typeface="+mn-lt"/>
                <a:cs typeface="Segoe UI"/>
              </a:rPr>
              <a:t>e</a:t>
            </a:r>
            <a:r>
              <a:rPr lang="en-GB" sz="1200" spc="-60" noProof="0" dirty="0">
                <a:latin typeface="+mn-lt"/>
                <a:cs typeface="Segoe UI"/>
              </a:rPr>
              <a:t> </a:t>
            </a:r>
            <a:r>
              <a:rPr lang="en-GB" sz="1200" spc="-35" noProof="0" dirty="0">
                <a:latin typeface="+mn-lt"/>
                <a:cs typeface="Segoe UI"/>
              </a:rPr>
              <a:t>c</a:t>
            </a:r>
            <a:r>
              <a:rPr lang="en-GB" sz="1200" spc="-20" noProof="0" dirty="0">
                <a:latin typeface="+mn-lt"/>
                <a:cs typeface="Segoe UI"/>
              </a:rPr>
              <a:t>h</a:t>
            </a:r>
            <a:r>
              <a:rPr lang="en-GB" sz="1200" spc="-30" noProof="0" dirty="0">
                <a:latin typeface="+mn-lt"/>
                <a:cs typeface="Segoe UI"/>
              </a:rPr>
              <a:t>a</a:t>
            </a:r>
            <a:r>
              <a:rPr lang="en-GB" sz="1200" spc="-20" noProof="0" dirty="0">
                <a:latin typeface="+mn-lt"/>
                <a:cs typeface="Segoe UI"/>
              </a:rPr>
              <a:t>n</a:t>
            </a:r>
            <a:r>
              <a:rPr lang="en-GB" sz="1200" spc="-15" noProof="0" dirty="0">
                <a:latin typeface="+mn-lt"/>
                <a:cs typeface="Segoe UI"/>
              </a:rPr>
              <a:t>g</a:t>
            </a:r>
            <a:r>
              <a:rPr lang="en-GB" sz="1200" spc="-20" noProof="0" dirty="0">
                <a:latin typeface="+mn-lt"/>
                <a:cs typeface="Segoe UI"/>
              </a:rPr>
              <a:t>e</a:t>
            </a:r>
            <a:r>
              <a:rPr lang="en-GB" sz="1200" noProof="0" dirty="0">
                <a:latin typeface="+mn-lt"/>
                <a:cs typeface="Segoe UI"/>
              </a:rPr>
              <a:t>.</a:t>
            </a:r>
          </a:p>
          <a:p>
            <a:pPr marL="12700" marR="82550" algn="just">
              <a:lnSpc>
                <a:spcPct val="100000"/>
              </a:lnSpc>
              <a:spcBef>
                <a:spcPts val="600"/>
              </a:spcBef>
            </a:pPr>
            <a:r>
              <a:rPr lang="en-GB" sz="1200" spc="-20" noProof="0" dirty="0">
                <a:latin typeface="+mn-lt"/>
                <a:cs typeface="Segoe UI"/>
              </a:rPr>
              <a:t>However,</a:t>
            </a:r>
            <a:r>
              <a:rPr lang="en-GB" sz="1200" spc="-9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commands</a:t>
            </a:r>
            <a:r>
              <a:rPr lang="en-GB" sz="1200" spc="-50" noProof="0" dirty="0">
                <a:latin typeface="+mn-lt"/>
                <a:cs typeface="Segoe UI"/>
              </a:rPr>
              <a:t> </a:t>
            </a:r>
            <a:r>
              <a:rPr lang="en-GB" sz="1200" spc="-15" noProof="0" dirty="0">
                <a:latin typeface="+mn-lt"/>
                <a:cs typeface="Segoe UI"/>
              </a:rPr>
              <a:t>from</a:t>
            </a:r>
            <a:r>
              <a:rPr lang="en-GB" sz="1200" spc="-35"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‘who’</a:t>
            </a:r>
            <a:r>
              <a:rPr lang="en-GB" sz="1200" spc="-45" noProof="0" dirty="0">
                <a:latin typeface="+mn-lt"/>
                <a:cs typeface="Segoe UI"/>
              </a:rPr>
              <a:t> </a:t>
            </a:r>
            <a:r>
              <a:rPr lang="en-GB" sz="1200" spc="-25" noProof="0" dirty="0">
                <a:latin typeface="+mn-lt"/>
                <a:cs typeface="Segoe UI"/>
              </a:rPr>
              <a:t>family</a:t>
            </a:r>
            <a:r>
              <a:rPr lang="en-GB" sz="1200" spc="-15" noProof="0" dirty="0">
                <a:latin typeface="+mn-lt"/>
                <a:cs typeface="Segoe UI"/>
              </a:rPr>
              <a:t> (to</a:t>
            </a:r>
            <a:r>
              <a:rPr lang="en-GB" sz="1200" spc="-45" noProof="0" dirty="0">
                <a:latin typeface="+mn-lt"/>
                <a:cs typeface="Segoe UI"/>
              </a:rPr>
              <a:t> </a:t>
            </a:r>
            <a:r>
              <a:rPr lang="en-GB" sz="1200" spc="-20" noProof="0" dirty="0">
                <a:latin typeface="+mn-lt"/>
                <a:cs typeface="Segoe UI"/>
              </a:rPr>
              <a:t>which</a:t>
            </a:r>
            <a:r>
              <a:rPr lang="en-GB" sz="1200" spc="-50"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15" noProof="0" dirty="0">
                <a:latin typeface="+mn-lt"/>
                <a:cs typeface="Segoe UI"/>
              </a:rPr>
              <a:t>who</a:t>
            </a:r>
            <a:r>
              <a:rPr lang="en-GB" sz="1200" spc="-50" noProof="0" dirty="0">
                <a:latin typeface="+mn-lt"/>
                <a:cs typeface="Segoe UI"/>
              </a:rPr>
              <a:t> </a:t>
            </a:r>
            <a:r>
              <a:rPr lang="en-GB" sz="1200" spc="-15" noProof="0" dirty="0">
                <a:latin typeface="+mn-lt"/>
                <a:cs typeface="Segoe UI"/>
              </a:rPr>
              <a:t>am </a:t>
            </a:r>
            <a:r>
              <a:rPr lang="en-GB" sz="1200" noProof="0" dirty="0">
                <a:latin typeface="+mn-lt"/>
                <a:cs typeface="Segoe UI"/>
              </a:rPr>
              <a:t>I</a:t>
            </a:r>
            <a:r>
              <a:rPr lang="en-GB" sz="1200" spc="-60" noProof="0" dirty="0">
                <a:latin typeface="+mn-lt"/>
                <a:cs typeface="Segoe UI"/>
              </a:rPr>
              <a:t> </a:t>
            </a:r>
            <a:r>
              <a:rPr lang="en-GB" sz="1200" spc="-20" noProof="0" dirty="0">
                <a:latin typeface="+mn-lt"/>
                <a:cs typeface="Segoe UI"/>
              </a:rPr>
              <a:t>belongs)</a:t>
            </a:r>
            <a:r>
              <a:rPr lang="en-GB" sz="1200" spc="-70" noProof="0" dirty="0">
                <a:latin typeface="+mn-lt"/>
                <a:cs typeface="Segoe UI"/>
              </a:rPr>
              <a:t> </a:t>
            </a:r>
            <a:r>
              <a:rPr lang="en-GB" sz="1200" spc="-10" noProof="0" dirty="0">
                <a:latin typeface="+mn-lt"/>
                <a:cs typeface="Segoe UI"/>
              </a:rPr>
              <a:t>do</a:t>
            </a:r>
            <a:r>
              <a:rPr lang="en-GB" sz="1200" spc="-45" noProof="0" dirty="0">
                <a:latin typeface="+mn-lt"/>
                <a:cs typeface="Segoe UI"/>
              </a:rPr>
              <a:t> </a:t>
            </a:r>
            <a:r>
              <a:rPr lang="en-GB" sz="1200" spc="-10" noProof="0" dirty="0">
                <a:latin typeface="+mn-lt"/>
                <a:cs typeface="Segoe UI"/>
              </a:rPr>
              <a:t>not</a:t>
            </a:r>
            <a:r>
              <a:rPr lang="en-GB" sz="1200" spc="-65" noProof="0" dirty="0">
                <a:latin typeface="+mn-lt"/>
                <a:cs typeface="Segoe UI"/>
              </a:rPr>
              <a:t> </a:t>
            </a:r>
            <a:r>
              <a:rPr lang="en-GB" sz="1200" spc="-20" noProof="0" dirty="0">
                <a:latin typeface="+mn-lt"/>
                <a:cs typeface="Segoe UI"/>
              </a:rPr>
              <a:t>check</a:t>
            </a:r>
            <a:r>
              <a:rPr lang="en-GB" sz="1200" spc="-30" noProof="0" dirty="0">
                <a:latin typeface="+mn-lt"/>
                <a:cs typeface="Segoe UI"/>
              </a:rPr>
              <a:t> </a:t>
            </a:r>
            <a:r>
              <a:rPr lang="en-GB" sz="1200" spc="-15" noProof="0" dirty="0">
                <a:latin typeface="+mn-lt"/>
                <a:cs typeface="Segoe UI"/>
              </a:rPr>
              <a:t>who </a:t>
            </a:r>
            <a:r>
              <a:rPr lang="en-GB" sz="1200" spc="-260" noProof="0" dirty="0">
                <a:latin typeface="+mn-lt"/>
                <a:cs typeface="Segoe UI"/>
              </a:rPr>
              <a:t> </a:t>
            </a:r>
            <a:r>
              <a:rPr lang="en-GB" sz="1200" spc="-15" noProof="0" dirty="0">
                <a:latin typeface="+mn-lt"/>
                <a:cs typeface="Segoe UI"/>
              </a:rPr>
              <a:t>you are in </a:t>
            </a:r>
            <a:r>
              <a:rPr lang="en-GB" sz="1200" spc="-20" noProof="0" dirty="0">
                <a:latin typeface="+mn-lt"/>
                <a:cs typeface="Segoe UI"/>
              </a:rPr>
              <a:t>real time.</a:t>
            </a:r>
          </a:p>
          <a:p>
            <a:pPr marL="12700" marR="82550" algn="just">
              <a:lnSpc>
                <a:spcPct val="100000"/>
              </a:lnSpc>
              <a:spcBef>
                <a:spcPts val="600"/>
              </a:spcBef>
            </a:pPr>
            <a:r>
              <a:rPr lang="en-GB" sz="1200" spc="-20" noProof="0" dirty="0">
                <a:latin typeface="+mn-lt"/>
                <a:cs typeface="Segoe UI"/>
              </a:rPr>
              <a:t>Instead, </a:t>
            </a:r>
            <a:r>
              <a:rPr lang="en-GB" sz="1200" spc="-15" noProof="0" dirty="0">
                <a:latin typeface="+mn-lt"/>
                <a:cs typeface="Segoe UI"/>
              </a:rPr>
              <a:t>they base </a:t>
            </a:r>
            <a:r>
              <a:rPr lang="en-GB" sz="1200" spc="-20" noProof="0" dirty="0">
                <a:latin typeface="+mn-lt"/>
                <a:cs typeface="Segoe UI"/>
              </a:rPr>
              <a:t>their information </a:t>
            </a:r>
            <a:r>
              <a:rPr lang="en-GB" sz="1200" spc="-10" noProof="0" dirty="0">
                <a:latin typeface="+mn-lt"/>
                <a:cs typeface="Segoe UI"/>
              </a:rPr>
              <a:t>on </a:t>
            </a:r>
            <a:r>
              <a:rPr lang="en-GB" sz="1200" spc="-15" noProof="0" dirty="0">
                <a:latin typeface="+mn-lt"/>
                <a:cs typeface="Segoe UI"/>
              </a:rPr>
              <a:t>the </a:t>
            </a:r>
            <a:r>
              <a:rPr lang="en-GB" sz="1200" spc="-25" noProof="0" dirty="0">
                <a:latin typeface="+mn-lt"/>
                <a:cs typeface="Segoe UI"/>
              </a:rPr>
              <a:t>/var/log/wtmp file, </a:t>
            </a:r>
            <a:r>
              <a:rPr lang="en-GB" sz="1200" spc="-20" noProof="0" dirty="0">
                <a:latin typeface="+mn-lt"/>
                <a:cs typeface="Segoe UI"/>
              </a:rPr>
              <a:t>which </a:t>
            </a:r>
            <a:r>
              <a:rPr lang="en-GB" sz="1200" spc="-15" noProof="0" dirty="0">
                <a:latin typeface="+mn-lt"/>
                <a:cs typeface="Segoe UI"/>
              </a:rPr>
              <a:t>is </a:t>
            </a:r>
            <a:r>
              <a:rPr lang="en-GB" sz="1200" spc="-25" noProof="0" dirty="0">
                <a:latin typeface="+mn-lt"/>
                <a:cs typeface="Segoe UI"/>
              </a:rPr>
              <a:t>written </a:t>
            </a:r>
            <a:r>
              <a:rPr lang="en-GB" sz="1200" spc="-15" noProof="0" dirty="0">
                <a:latin typeface="+mn-lt"/>
                <a:cs typeface="Segoe UI"/>
              </a:rPr>
              <a:t>at the </a:t>
            </a:r>
            <a:r>
              <a:rPr lang="en-GB" sz="1200" spc="-260" noProof="0" dirty="0">
                <a:latin typeface="+mn-lt"/>
                <a:cs typeface="Segoe UI"/>
              </a:rPr>
              <a:t> </a:t>
            </a:r>
            <a:r>
              <a:rPr lang="en-GB" sz="1200" spc="-20" noProof="0" dirty="0">
                <a:latin typeface="+mn-lt"/>
                <a:cs typeface="Segoe UI"/>
              </a:rPr>
              <a:t>time</a:t>
            </a:r>
            <a:r>
              <a:rPr lang="en-GB" sz="1200" spc="-65" noProof="0" dirty="0">
                <a:latin typeface="+mn-lt"/>
                <a:cs typeface="Segoe UI"/>
              </a:rPr>
              <a:t> </a:t>
            </a:r>
            <a:r>
              <a:rPr lang="en-GB" sz="1200" spc="-15" noProof="0" dirty="0">
                <a:latin typeface="+mn-lt"/>
                <a:cs typeface="Segoe UI"/>
              </a:rPr>
              <a:t>user</a:t>
            </a:r>
            <a:r>
              <a:rPr lang="en-GB" sz="1200" spc="-50" noProof="0" dirty="0">
                <a:latin typeface="+mn-lt"/>
                <a:cs typeface="Segoe UI"/>
              </a:rPr>
              <a:t> </a:t>
            </a:r>
            <a:r>
              <a:rPr lang="en-GB" sz="1200" spc="-15" noProof="0" dirty="0">
                <a:latin typeface="+mn-lt"/>
                <a:cs typeface="Segoe UI"/>
              </a:rPr>
              <a:t>logs</a:t>
            </a:r>
            <a:r>
              <a:rPr lang="en-GB" sz="1200" spc="-55" noProof="0" dirty="0">
                <a:latin typeface="+mn-lt"/>
                <a:cs typeface="Segoe UI"/>
              </a:rPr>
              <a:t> </a:t>
            </a:r>
            <a:r>
              <a:rPr lang="en-GB" sz="1200" spc="-15" noProof="0" dirty="0">
                <a:latin typeface="+mn-lt"/>
                <a:cs typeface="Segoe UI"/>
              </a:rPr>
              <a:t>in.</a:t>
            </a:r>
          </a:p>
          <a:p>
            <a:pPr marL="12700" marR="82550" algn="just">
              <a:lnSpc>
                <a:spcPct val="100000"/>
              </a:lnSpc>
              <a:spcBef>
                <a:spcPts val="600"/>
              </a:spcBef>
            </a:pPr>
            <a:r>
              <a:rPr lang="en-GB" sz="1200" spc="-15" noProof="0" dirty="0">
                <a:latin typeface="+mn-lt"/>
                <a:cs typeface="Segoe UI"/>
              </a:rPr>
              <a:t>Like who -m</a:t>
            </a:r>
            <a:endParaRPr lang="en-GB" sz="1200" noProof="0" dirty="0">
              <a:latin typeface="+mn-lt"/>
              <a:cs typeface="Segoe UI"/>
            </a:endParaRPr>
          </a:p>
          <a:p>
            <a:pPr marL="12700" marR="386715">
              <a:lnSpc>
                <a:spcPct val="100000"/>
              </a:lnSpc>
              <a:spcBef>
                <a:spcPts val="600"/>
              </a:spcBef>
            </a:pPr>
            <a:r>
              <a:rPr lang="en-GB" sz="1200" spc="-20" noProof="0" dirty="0">
                <a:latin typeface="+mn-lt"/>
                <a:cs typeface="Segoe UI"/>
              </a:rPr>
              <a:t>Be aware s</a:t>
            </a:r>
            <a:r>
              <a:rPr lang="en-GB" sz="1200" spc="-25" noProof="0" dirty="0">
                <a:latin typeface="+mn-lt"/>
                <a:cs typeface="Segoe UI"/>
              </a:rPr>
              <a:t>witching </a:t>
            </a:r>
            <a:r>
              <a:rPr lang="en-GB" sz="1200" spc="-20" noProof="0" dirty="0">
                <a:latin typeface="+mn-lt"/>
                <a:cs typeface="Segoe UI"/>
              </a:rPr>
              <a:t>identity</a:t>
            </a:r>
            <a:r>
              <a:rPr lang="en-GB" sz="1200" spc="-40" noProof="0" dirty="0">
                <a:latin typeface="+mn-lt"/>
                <a:cs typeface="Segoe UI"/>
              </a:rPr>
              <a:t> </a:t>
            </a:r>
            <a:r>
              <a:rPr lang="en-GB" sz="1200" spc="-20" noProof="0" dirty="0">
                <a:latin typeface="+mn-lt"/>
                <a:cs typeface="Segoe UI"/>
              </a:rPr>
              <a:t>with</a:t>
            </a:r>
            <a:r>
              <a:rPr lang="en-GB" sz="1200" spc="-30" noProof="0" dirty="0">
                <a:latin typeface="+mn-lt"/>
                <a:cs typeface="Segoe UI"/>
              </a:rPr>
              <a:t> </a:t>
            </a:r>
            <a:r>
              <a:rPr lang="en-GB" sz="1200" spc="-10" noProof="0" dirty="0">
                <a:latin typeface="+mn-lt"/>
                <a:cs typeface="Segoe UI"/>
              </a:rPr>
              <a:t>su</a:t>
            </a:r>
            <a:r>
              <a:rPr lang="en-GB" sz="1200" spc="-50" noProof="0" dirty="0">
                <a:latin typeface="+mn-lt"/>
                <a:cs typeface="Segoe UI"/>
              </a:rPr>
              <a:t> </a:t>
            </a:r>
            <a:r>
              <a:rPr lang="en-GB" sz="1200" spc="-20" noProof="0" dirty="0">
                <a:latin typeface="+mn-lt"/>
                <a:cs typeface="Segoe UI"/>
              </a:rPr>
              <a:t>may</a:t>
            </a:r>
            <a:r>
              <a:rPr lang="en-GB" sz="1200" spc="-15" noProof="0" dirty="0">
                <a:latin typeface="+mn-lt"/>
                <a:cs typeface="Segoe UI"/>
              </a:rPr>
              <a:t> </a:t>
            </a:r>
            <a:r>
              <a:rPr lang="en-GB" sz="1200" spc="-10" noProof="0" dirty="0">
                <a:latin typeface="+mn-lt"/>
                <a:cs typeface="Segoe UI"/>
              </a:rPr>
              <a:t>not</a:t>
            </a:r>
            <a:r>
              <a:rPr lang="en-GB" sz="1200" spc="-65" noProof="0" dirty="0">
                <a:latin typeface="+mn-lt"/>
                <a:cs typeface="Segoe UI"/>
              </a:rPr>
              <a:t> </a:t>
            </a:r>
            <a:r>
              <a:rPr lang="en-GB" sz="1200" spc="-25" noProof="0" dirty="0">
                <a:latin typeface="+mn-lt"/>
                <a:cs typeface="Segoe UI"/>
              </a:rPr>
              <a:t>satisfy</a:t>
            </a:r>
            <a:r>
              <a:rPr lang="en-GB" sz="1200" spc="-15" noProof="0" dirty="0">
                <a:latin typeface="+mn-lt"/>
                <a:cs typeface="Segoe UI"/>
              </a:rPr>
              <a:t> those</a:t>
            </a:r>
            <a:r>
              <a:rPr lang="en-GB" sz="1200" spc="-55" noProof="0" dirty="0">
                <a:latin typeface="+mn-lt"/>
                <a:cs typeface="Segoe UI"/>
              </a:rPr>
              <a:t> </a:t>
            </a:r>
            <a:r>
              <a:rPr lang="en-GB" sz="1200" spc="-20" noProof="0" dirty="0">
                <a:latin typeface="+mn-lt"/>
                <a:cs typeface="Segoe UI"/>
              </a:rPr>
              <a:t>programs,</a:t>
            </a:r>
            <a:r>
              <a:rPr lang="en-GB" sz="1200" spc="-90" noProof="0" dirty="0">
                <a:latin typeface="+mn-lt"/>
                <a:cs typeface="Segoe UI"/>
              </a:rPr>
              <a:t> </a:t>
            </a:r>
            <a:r>
              <a:rPr lang="en-GB" sz="1200" spc="-20" noProof="0" dirty="0">
                <a:latin typeface="+mn-lt"/>
                <a:cs typeface="Segoe UI"/>
              </a:rPr>
              <a:t>which</a:t>
            </a:r>
            <a:r>
              <a:rPr lang="en-GB" sz="1200" spc="-25" noProof="0" dirty="0">
                <a:latin typeface="+mn-lt"/>
                <a:cs typeface="Segoe UI"/>
              </a:rPr>
              <a:t> </a:t>
            </a:r>
            <a:r>
              <a:rPr lang="en-GB" sz="1200" spc="-10" noProof="0" dirty="0">
                <a:latin typeface="+mn-lt"/>
                <a:cs typeface="Segoe UI"/>
              </a:rPr>
              <a:t>use</a:t>
            </a:r>
            <a:r>
              <a:rPr lang="en-GB" sz="1200" spc="-6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15" noProof="0" dirty="0">
                <a:latin typeface="+mn-lt"/>
                <a:cs typeface="Segoe UI"/>
              </a:rPr>
              <a:t>who</a:t>
            </a:r>
            <a:r>
              <a:rPr lang="en-GB" sz="1200" spc="-20" noProof="0" dirty="0">
                <a:latin typeface="+mn-lt"/>
                <a:cs typeface="Segoe UI"/>
              </a:rPr>
              <a:t> command</a:t>
            </a:r>
            <a:r>
              <a:rPr lang="en-GB" sz="1200" spc="-55" noProof="0" dirty="0">
                <a:latin typeface="+mn-lt"/>
                <a:cs typeface="Segoe UI"/>
              </a:rPr>
              <a:t> </a:t>
            </a:r>
            <a:r>
              <a:rPr lang="en-GB" sz="1200" spc="-15" noProof="0" dirty="0">
                <a:latin typeface="+mn-lt"/>
                <a:cs typeface="Segoe UI"/>
              </a:rPr>
              <a:t>to </a:t>
            </a:r>
            <a:r>
              <a:rPr lang="en-GB" sz="1200" spc="-254" noProof="0" dirty="0">
                <a:latin typeface="+mn-lt"/>
                <a:cs typeface="Segoe UI"/>
              </a:rPr>
              <a:t> </a:t>
            </a:r>
            <a:r>
              <a:rPr lang="en-GB" sz="1200" spc="-20" noProof="0" dirty="0">
                <a:latin typeface="+mn-lt"/>
                <a:cs typeface="Segoe UI"/>
              </a:rPr>
              <a:t>establish</a:t>
            </a:r>
            <a:r>
              <a:rPr lang="en-GB" sz="1200" spc="-60" noProof="0" dirty="0">
                <a:latin typeface="+mn-lt"/>
                <a:cs typeface="Segoe UI"/>
              </a:rPr>
              <a:t> </a:t>
            </a:r>
            <a:r>
              <a:rPr lang="en-GB" sz="1200" spc="-25" noProof="0" dirty="0">
                <a:latin typeface="+mn-lt"/>
                <a:cs typeface="Segoe UI"/>
              </a:rPr>
              <a:t>access</a:t>
            </a:r>
            <a:r>
              <a:rPr lang="en-GB" sz="1200" spc="-30" noProof="0" dirty="0">
                <a:latin typeface="+mn-lt"/>
                <a:cs typeface="Segoe UI"/>
              </a:rPr>
              <a:t> </a:t>
            </a:r>
            <a:r>
              <a:rPr lang="en-GB" sz="1200" spc="-20" noProof="0" dirty="0">
                <a:latin typeface="+mn-lt"/>
                <a:cs typeface="Segoe UI"/>
              </a:rPr>
              <a:t>rights</a:t>
            </a:r>
            <a:r>
              <a:rPr lang="en-GB" sz="1200" spc="-55" noProof="0" dirty="0">
                <a:latin typeface="+mn-lt"/>
                <a:cs typeface="Segoe UI"/>
              </a:rPr>
              <a:t> </a:t>
            </a:r>
            <a:r>
              <a:rPr lang="en-GB" sz="1200" spc="-20" noProof="0" dirty="0">
                <a:latin typeface="+mn-lt"/>
                <a:cs typeface="Segoe UI"/>
              </a:rPr>
              <a:t>etc.</a:t>
            </a:r>
            <a:endParaRPr lang="en-GB" sz="1200" noProof="0" dirty="0">
              <a:latin typeface="+mn-lt"/>
              <a:cs typeface="Segoe UI"/>
            </a:endParaRPr>
          </a:p>
          <a:p>
            <a:pPr marL="12700" marR="5080">
              <a:lnSpc>
                <a:spcPct val="100000"/>
              </a:lnSpc>
              <a:spcBef>
                <a:spcPts val="600"/>
              </a:spcBef>
            </a:pPr>
            <a:r>
              <a:rPr lang="en-GB" sz="1200" spc="-15" noProof="0" dirty="0">
                <a:latin typeface="+mn-lt"/>
                <a:cs typeface="Segoe UI"/>
              </a:rPr>
              <a:t>There</a:t>
            </a:r>
            <a:r>
              <a:rPr lang="en-GB" sz="1200" spc="-85" noProof="0" dirty="0">
                <a:latin typeface="+mn-lt"/>
                <a:cs typeface="Segoe UI"/>
              </a:rPr>
              <a:t> </a:t>
            </a:r>
            <a:r>
              <a:rPr lang="en-GB" sz="1200" spc="-15" noProof="0" dirty="0">
                <a:latin typeface="+mn-lt"/>
                <a:cs typeface="Segoe UI"/>
              </a:rPr>
              <a:t>is</a:t>
            </a:r>
            <a:r>
              <a:rPr lang="en-GB" sz="1200" spc="-30" noProof="0" dirty="0">
                <a:latin typeface="+mn-lt"/>
                <a:cs typeface="Segoe UI"/>
              </a:rPr>
              <a:t> </a:t>
            </a:r>
            <a:r>
              <a:rPr lang="en-GB" sz="1200" spc="-20" noProof="0" dirty="0">
                <a:latin typeface="+mn-lt"/>
                <a:cs typeface="Segoe UI"/>
              </a:rPr>
              <a:t>also</a:t>
            </a:r>
            <a:r>
              <a:rPr lang="en-GB" sz="1200" spc="-45" noProof="0" dirty="0">
                <a:latin typeface="+mn-lt"/>
                <a:cs typeface="Segoe UI"/>
              </a:rPr>
              <a:t> </a:t>
            </a:r>
            <a:r>
              <a:rPr lang="en-GB" sz="1200" noProof="0" dirty="0">
                <a:latin typeface="+mn-lt"/>
                <a:cs typeface="Segoe UI"/>
              </a:rPr>
              <a:t>a</a:t>
            </a:r>
            <a:r>
              <a:rPr lang="en-GB" sz="1200" spc="-20" noProof="0" dirty="0">
                <a:latin typeface="+mn-lt"/>
                <a:cs typeface="Segoe UI"/>
              </a:rPr>
              <a:t> whoami</a:t>
            </a:r>
            <a:r>
              <a:rPr lang="en-GB" sz="1200" spc="-65" noProof="0" dirty="0">
                <a:latin typeface="+mn-lt"/>
                <a:cs typeface="Segoe UI"/>
              </a:rPr>
              <a:t> </a:t>
            </a:r>
            <a:r>
              <a:rPr lang="en-GB" sz="1200" spc="-20" noProof="0" dirty="0">
                <a:latin typeface="+mn-lt"/>
                <a:cs typeface="Segoe UI"/>
              </a:rPr>
              <a:t>command,</a:t>
            </a:r>
            <a:r>
              <a:rPr lang="en-GB" sz="1200" spc="-35" noProof="0" dirty="0">
                <a:latin typeface="+mn-lt"/>
                <a:cs typeface="Segoe UI"/>
              </a:rPr>
              <a:t> </a:t>
            </a:r>
            <a:r>
              <a:rPr lang="en-GB" sz="1200" spc="-20" noProof="0" dirty="0">
                <a:latin typeface="+mn-lt"/>
                <a:cs typeface="Segoe UI"/>
              </a:rPr>
              <a:t>which</a:t>
            </a:r>
            <a:r>
              <a:rPr lang="en-GB" sz="1200" spc="-30" noProof="0" dirty="0">
                <a:latin typeface="+mn-lt"/>
                <a:cs typeface="Segoe UI"/>
              </a:rPr>
              <a:t> </a:t>
            </a:r>
            <a:r>
              <a:rPr lang="en-GB" sz="1200" spc="-20" noProof="0" dirty="0">
                <a:latin typeface="+mn-lt"/>
                <a:cs typeface="Segoe UI"/>
              </a:rPr>
              <a:t>behaves</a:t>
            </a:r>
            <a:r>
              <a:rPr lang="en-GB" sz="1200" spc="-55" noProof="0" dirty="0">
                <a:latin typeface="+mn-lt"/>
                <a:cs typeface="Segoe UI"/>
              </a:rPr>
              <a:t> </a:t>
            </a:r>
            <a:r>
              <a:rPr lang="en-GB" sz="1200" spc="-15" noProof="0" dirty="0">
                <a:latin typeface="+mn-lt"/>
                <a:cs typeface="Segoe UI"/>
              </a:rPr>
              <a:t>just</a:t>
            </a:r>
            <a:r>
              <a:rPr lang="en-GB" sz="1200" spc="-35" noProof="0" dirty="0">
                <a:latin typeface="+mn-lt"/>
                <a:cs typeface="Segoe UI"/>
              </a:rPr>
              <a:t> </a:t>
            </a:r>
            <a:r>
              <a:rPr lang="en-GB" sz="1200" spc="-20" noProof="0" dirty="0">
                <a:latin typeface="+mn-lt"/>
                <a:cs typeface="Segoe UI"/>
              </a:rPr>
              <a:t>like</a:t>
            </a:r>
            <a:r>
              <a:rPr lang="en-GB" sz="1200" spc="-60" noProof="0" dirty="0">
                <a:latin typeface="+mn-lt"/>
                <a:cs typeface="Segoe UI"/>
              </a:rPr>
              <a:t> </a:t>
            </a:r>
            <a:r>
              <a:rPr lang="en-GB" sz="1200" spc="-15" noProof="0" dirty="0">
                <a:latin typeface="+mn-lt"/>
                <a:cs typeface="Segoe UI"/>
              </a:rPr>
              <a:t>id,</a:t>
            </a:r>
            <a:r>
              <a:rPr lang="en-GB" sz="1200" spc="-40"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20" noProof="0" dirty="0">
                <a:latin typeface="+mn-lt"/>
                <a:cs typeface="Segoe UI"/>
              </a:rPr>
              <a:t>other</a:t>
            </a:r>
            <a:r>
              <a:rPr lang="en-GB" sz="1200" spc="-50" noProof="0" dirty="0">
                <a:latin typeface="+mn-lt"/>
                <a:cs typeface="Segoe UI"/>
              </a:rPr>
              <a:t> </a:t>
            </a:r>
            <a:r>
              <a:rPr lang="en-GB" sz="1200" spc="-15" noProof="0" dirty="0">
                <a:latin typeface="+mn-lt"/>
                <a:cs typeface="Segoe UI"/>
              </a:rPr>
              <a:t>words</a:t>
            </a:r>
            <a:r>
              <a:rPr lang="en-GB" sz="1200" spc="-55" noProof="0" dirty="0">
                <a:latin typeface="+mn-lt"/>
                <a:cs typeface="Segoe UI"/>
              </a:rPr>
              <a:t> </a:t>
            </a:r>
            <a:r>
              <a:rPr lang="en-GB" sz="1200" spc="-25" noProof="0" dirty="0">
                <a:latin typeface="+mn-lt"/>
                <a:cs typeface="Segoe UI"/>
              </a:rPr>
              <a:t>always</a:t>
            </a:r>
            <a:r>
              <a:rPr lang="en-GB" sz="1200" spc="-5" noProof="0" dirty="0">
                <a:latin typeface="+mn-lt"/>
                <a:cs typeface="Segoe UI"/>
              </a:rPr>
              <a:t> </a:t>
            </a:r>
            <a:r>
              <a:rPr lang="en-GB" sz="1200" spc="-15" noProof="0" dirty="0">
                <a:latin typeface="+mn-lt"/>
                <a:cs typeface="Segoe UI"/>
              </a:rPr>
              <a:t>shows</a:t>
            </a:r>
            <a:r>
              <a:rPr lang="en-GB" sz="1200" spc="-5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15" noProof="0" dirty="0">
                <a:latin typeface="+mn-lt"/>
                <a:cs typeface="Segoe UI"/>
              </a:rPr>
              <a:t>current</a:t>
            </a:r>
            <a:r>
              <a:rPr lang="en-GB" sz="1200" spc="-60" noProof="0" dirty="0">
                <a:latin typeface="+mn-lt"/>
                <a:cs typeface="Segoe UI"/>
              </a:rPr>
              <a:t> </a:t>
            </a:r>
            <a:r>
              <a:rPr lang="en-GB" sz="1200" spc="-15" noProof="0" dirty="0">
                <a:latin typeface="+mn-lt"/>
                <a:cs typeface="Segoe UI"/>
              </a:rPr>
              <a:t>ID</a:t>
            </a:r>
            <a:r>
              <a:rPr lang="en-GB" sz="1200" spc="-45" noProof="0" dirty="0">
                <a:latin typeface="+mn-lt"/>
                <a:cs typeface="Segoe UI"/>
              </a:rPr>
              <a:t> </a:t>
            </a:r>
            <a:r>
              <a:rPr lang="en-GB" sz="1200" spc="-10" noProof="0" dirty="0">
                <a:latin typeface="+mn-lt"/>
                <a:cs typeface="Segoe UI"/>
              </a:rPr>
              <a:t>of </a:t>
            </a:r>
            <a:r>
              <a:rPr lang="en-GB" sz="1200" spc="-260" noProof="0" dirty="0">
                <a:latin typeface="+mn-lt"/>
                <a:cs typeface="Segoe UI"/>
              </a:rPr>
              <a:t> </a:t>
            </a:r>
            <a:r>
              <a:rPr lang="en-GB" sz="1200" spc="-15" noProof="0" dirty="0">
                <a:latin typeface="+mn-lt"/>
                <a:cs typeface="Segoe UI"/>
              </a:rPr>
              <a:t>the</a:t>
            </a:r>
            <a:r>
              <a:rPr lang="en-GB" sz="1200" spc="-65" noProof="0" dirty="0">
                <a:latin typeface="+mn-lt"/>
                <a:cs typeface="Segoe UI"/>
              </a:rPr>
              <a:t> </a:t>
            </a:r>
            <a:r>
              <a:rPr lang="en-GB" sz="1200" spc="-15" noProof="0" dirty="0">
                <a:latin typeface="+mn-lt"/>
                <a:cs typeface="Segoe UI"/>
              </a:rPr>
              <a:t>user.</a:t>
            </a:r>
          </a:p>
          <a:p>
            <a:pPr marL="12700" marR="5080">
              <a:lnSpc>
                <a:spcPct val="100000"/>
              </a:lnSpc>
              <a:spcBef>
                <a:spcPts val="600"/>
              </a:spcBef>
            </a:pPr>
            <a:r>
              <a:rPr lang="en-GB" sz="1200" spc="-15" noProof="0" dirty="0">
                <a:latin typeface="+mn-lt"/>
                <a:cs typeface="Segoe UI"/>
              </a:rPr>
              <a:t>To find original identy on the terminal use:</a:t>
            </a:r>
          </a:p>
          <a:p>
            <a:pPr marL="12700" marR="5080">
              <a:lnSpc>
                <a:spcPct val="100000"/>
              </a:lnSpc>
              <a:spcBef>
                <a:spcPts val="600"/>
              </a:spcBef>
            </a:pPr>
            <a:r>
              <a:rPr lang="en-GB" sz="1200" spc="-15" noProof="0" dirty="0">
                <a:latin typeface="+mn-lt"/>
                <a:cs typeface="Segoe UI"/>
              </a:rPr>
              <a:t>On Linux only: </a:t>
            </a:r>
            <a:r>
              <a:rPr lang="en-GB" sz="1200" b="1" spc="-15" noProof="0" dirty="0">
                <a:latin typeface="Hack" panose="020B0609030202020204" pitchFamily="49" charset="0"/>
                <a:ea typeface="Hack" panose="020B0609030202020204" pitchFamily="49" charset="0"/>
                <a:cs typeface="Hack" panose="020B0609030202020204" pitchFamily="49" charset="0"/>
              </a:rPr>
              <a:t>stat –c '%U' $(tty)</a:t>
            </a:r>
          </a:p>
          <a:p>
            <a:pPr marL="12700" marR="5080">
              <a:lnSpc>
                <a:spcPct val="100000"/>
              </a:lnSpc>
              <a:spcBef>
                <a:spcPts val="600"/>
              </a:spcBef>
            </a:pPr>
            <a:r>
              <a:rPr lang="en-GB" sz="1200" spc="-15" noProof="0" dirty="0">
                <a:latin typeface="+mn-lt"/>
                <a:cs typeface="Segoe UI"/>
              </a:rPr>
              <a:t>Any system, including Linux: </a:t>
            </a:r>
            <a:r>
              <a:rPr lang="en-GB" sz="1200" b="1" spc="-15" noProof="0" dirty="0">
                <a:latin typeface="Hack" panose="020B0609030202020204" pitchFamily="49" charset="0"/>
                <a:ea typeface="Hack" panose="020B0609030202020204" pitchFamily="49" charset="0"/>
                <a:cs typeface="Hack" panose="020B0609030202020204" pitchFamily="49" charset="0"/>
              </a:rPr>
              <a:t>ls -l $(tty)|awk ‘{print $3}’</a:t>
            </a:r>
          </a:p>
          <a:p>
            <a:pPr marL="12700" marR="5080">
              <a:lnSpc>
                <a:spcPct val="100000"/>
              </a:lnSpc>
              <a:spcBef>
                <a:spcPts val="600"/>
              </a:spcBef>
            </a:pPr>
            <a:endParaRPr lang="en-GB" sz="1200" spc="-15" noProof="0" dirty="0">
              <a:latin typeface="Montserrat" panose="00000500000000000000" pitchFamily="2" charset="0"/>
              <a:cs typeface="Segoe UI"/>
            </a:endParaRPr>
          </a:p>
          <a:p>
            <a:pPr marL="12700" marR="5080">
              <a:lnSpc>
                <a:spcPct val="100000"/>
              </a:lnSpc>
              <a:spcBef>
                <a:spcPts val="600"/>
              </a:spcBef>
            </a:pPr>
            <a:endParaRPr lang="en-GB" sz="1200" noProof="0" dirty="0">
              <a:latin typeface="Montserrat" panose="00000500000000000000" pitchFamily="2" charset="0"/>
              <a:cs typeface="Segoe UI"/>
            </a:endParaRPr>
          </a:p>
          <a:p>
            <a:endParaRPr lang="en-GB" noProof="0"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28</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7281379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29</a:t>
            </a:fld>
            <a:endParaRPr lang="en-GB" dirty="0"/>
          </a:p>
        </p:txBody>
      </p:sp>
    </p:spTree>
    <p:extLst>
      <p:ext uri="{BB962C8B-B14F-4D97-AF65-F5344CB8AC3E}">
        <p14:creationId xmlns:p14="http://schemas.microsoft.com/office/powerpoint/2010/main" val="11657627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228600" indent="-228600">
              <a:buFont typeface="+mj-lt"/>
              <a:buAutoNum type="arabicPeriod"/>
            </a:pPr>
            <a:r>
              <a:rPr lang="en-US" noProof="0" dirty="0">
                <a:latin typeface="+mn-lt"/>
              </a:rPr>
              <a:t>The </a:t>
            </a:r>
            <a:r>
              <a:rPr lang="en-US" b="1" noProof="0" dirty="0">
                <a:latin typeface="Hack" panose="020B0609030202020204" pitchFamily="49" charset="0"/>
                <a:ea typeface="Hack" panose="020B0609030202020204" pitchFamily="49" charset="0"/>
                <a:cs typeface="Hack" panose="020B0609030202020204" pitchFamily="49" charset="0"/>
              </a:rPr>
              <a:t>–</a:t>
            </a:r>
            <a:r>
              <a:rPr lang="en-US" noProof="0" dirty="0">
                <a:latin typeface="+mn-lt"/>
              </a:rPr>
              <a:t> makes the new shell the login shell, which ensures the correct environment for the new user. A popular mistake users make when needing superuser privileges is to type </a:t>
            </a:r>
            <a:r>
              <a:rPr lang="en-US" b="1" noProof="0" dirty="0">
                <a:latin typeface="Hack" panose="020B0609030202020204" pitchFamily="49" charset="0"/>
                <a:ea typeface="Hack" panose="020B0609030202020204" pitchFamily="49" charset="0"/>
                <a:cs typeface="Hack" panose="020B0609030202020204" pitchFamily="49" charset="0"/>
              </a:rPr>
              <a:t>su</a:t>
            </a:r>
            <a:r>
              <a:rPr lang="en-US" noProof="0" dirty="0">
                <a:latin typeface="+mn-lt"/>
              </a:rPr>
              <a:t> on its own, which defaults the new user to root, but does not give root’s environment.</a:t>
            </a:r>
          </a:p>
          <a:p>
            <a:pPr marL="228600" indent="-228600">
              <a:buFont typeface="+mj-lt"/>
              <a:buAutoNum type="arabicPeriod"/>
            </a:pPr>
            <a:r>
              <a:rPr lang="en-US" noProof="0" dirty="0">
                <a:latin typeface="+mn-lt"/>
              </a:rPr>
              <a:t>Same as before the </a:t>
            </a:r>
            <a:r>
              <a:rPr lang="en-US" b="1" noProof="0" dirty="0">
                <a:latin typeface="Hack" panose="020B0609030202020204" pitchFamily="49" charset="0"/>
                <a:ea typeface="Hack" panose="020B0609030202020204" pitchFamily="49" charset="0"/>
                <a:cs typeface="Hack" panose="020B0609030202020204" pitchFamily="49" charset="0"/>
              </a:rPr>
              <a:t>su</a:t>
            </a:r>
            <a:r>
              <a:rPr lang="en-US" noProof="0" dirty="0">
                <a:latin typeface="+mn-lt"/>
              </a:rPr>
              <a:t> command was issued, as su does not change the directory by default. </a:t>
            </a:r>
          </a:p>
          <a:p>
            <a:pPr marL="228600" indent="-228600">
              <a:buFont typeface="+mj-lt"/>
              <a:buAutoNum type="arabicPeriod"/>
            </a:pPr>
            <a:r>
              <a:rPr lang="en-US" b="1" noProof="0" dirty="0">
                <a:latin typeface="Hack" panose="020B0609030202020204" pitchFamily="49" charset="0"/>
                <a:ea typeface="Hack" panose="020B0609030202020204" pitchFamily="49" charset="0"/>
                <a:cs typeface="Hack" panose="020B0609030202020204" pitchFamily="49" charset="0"/>
              </a:rPr>
              <a:t>sudo</a:t>
            </a:r>
            <a:r>
              <a:rPr lang="en-US" noProof="0" dirty="0">
                <a:latin typeface="+mn-lt"/>
              </a:rPr>
              <a:t> always expects your own (original user’s) password, not the target user’s one. So, you are expected to provide the password for user fred, not root.</a:t>
            </a:r>
          </a:p>
          <a:p>
            <a:pPr marL="228600" indent="-228600">
              <a:buFont typeface="+mj-lt"/>
              <a:buAutoNum type="arabicPeriod"/>
            </a:pPr>
            <a:r>
              <a:rPr lang="en-US" noProof="0" dirty="0">
                <a:latin typeface="+mn-lt"/>
              </a:rPr>
              <a:t>advantages include:</a:t>
            </a:r>
          </a:p>
          <a:p>
            <a:pPr marL="685789" lvl="1" indent="-228600">
              <a:buFont typeface="+mj-lt"/>
              <a:buAutoNum type="alphaLcParenR"/>
            </a:pPr>
            <a:r>
              <a:rPr lang="en-US" noProof="0" dirty="0">
                <a:latin typeface="+mn-lt"/>
              </a:rPr>
              <a:t>sudo automatically logs all transactions through rsyslogd (no logging performed for su commands)</a:t>
            </a:r>
          </a:p>
          <a:p>
            <a:pPr marL="685789" lvl="1" indent="-228600">
              <a:buFont typeface="+mj-lt"/>
              <a:buAutoNum type="alphaLcParenR"/>
            </a:pPr>
            <a:r>
              <a:rPr lang="en-US" noProof="0" dirty="0">
                <a:latin typeface="+mn-lt"/>
              </a:rPr>
              <a:t>Implementing sudo allows you to keep root’s password away from ordinary users. The su root command always requires root’s password.</a:t>
            </a:r>
          </a:p>
          <a:p>
            <a:pPr marL="228600" indent="-228600">
              <a:buFont typeface="+mj-lt"/>
              <a:buAutoNum type="arabicPeriod"/>
            </a:pPr>
            <a:r>
              <a:rPr lang="en-US" noProof="0" dirty="0">
                <a:latin typeface="+mn-lt"/>
              </a:rPr>
              <a:t>Although </a:t>
            </a:r>
            <a:r>
              <a:rPr lang="en-US" b="1" noProof="0" dirty="0">
                <a:latin typeface="Hack" panose="020B0609030202020204" pitchFamily="49" charset="0"/>
                <a:ea typeface="Hack" panose="020B0609030202020204" pitchFamily="49" charset="0"/>
                <a:cs typeface="Hack" panose="020B0609030202020204" pitchFamily="49" charset="0"/>
              </a:rPr>
              <a:t>sudo</a:t>
            </a:r>
            <a:r>
              <a:rPr lang="en-US" noProof="0" dirty="0">
                <a:latin typeface="+mn-lt"/>
              </a:rPr>
              <a:t> can be installed on BSD you are more likely to use </a:t>
            </a:r>
            <a:r>
              <a:rPr lang="en-US" b="1" noProof="0" dirty="0" err="1">
                <a:latin typeface="Hack" panose="020B0609030202020204" pitchFamily="49" charset="0"/>
                <a:ea typeface="Hack" panose="020B0609030202020204" pitchFamily="49" charset="0"/>
                <a:cs typeface="Hack" panose="020B0609030202020204" pitchFamily="49" charset="0"/>
              </a:rPr>
              <a:t>doas</a:t>
            </a:r>
            <a:r>
              <a:rPr lang="en-US" b="1" noProof="0" dirty="0">
                <a:latin typeface="Hack" panose="020B0609030202020204" pitchFamily="49" charset="0"/>
                <a:ea typeface="Hack" panose="020B0609030202020204" pitchFamily="49" charset="0"/>
                <a:cs typeface="Hack" panose="020B0609030202020204" pitchFamily="49" charset="0"/>
              </a:rPr>
              <a:t>.</a:t>
            </a:r>
            <a:endParaRPr lang="en-GB" b="1" noProof="0" dirty="0">
              <a:latin typeface="Hack" panose="020B0609030202020204" pitchFamily="49" charset="0"/>
              <a:ea typeface="Hack" panose="020B0609030202020204" pitchFamily="49" charset="0"/>
              <a:cs typeface="Hack" panose="020B0609030202020204" pitchFamily="49" charset="0"/>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30</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15994035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31</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289772630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32</a:t>
            </a:fld>
            <a:endParaRPr lang="en-GB" dirty="0"/>
          </a:p>
        </p:txBody>
      </p:sp>
      <p:sp>
        <p:nvSpPr>
          <p:cNvPr id="7" name="Slide Image Placeholder 6">
            <a:extLst>
              <a:ext uri="{FF2B5EF4-FFF2-40B4-BE49-F238E27FC236}">
                <a16:creationId xmlns:a16="http://schemas.microsoft.com/office/drawing/2014/main" id="{37E3CDF4-8151-4C72-9D24-AEAE185BC411}"/>
              </a:ext>
            </a:extLst>
          </p:cNvPr>
          <p:cNvSpPr>
            <a:spLocks noGrp="1" noRot="1" noChangeAspect="1"/>
          </p:cNvSpPr>
          <p:nvPr>
            <p:ph type="sldImg"/>
          </p:nvPr>
        </p:nvSpPr>
        <p:spPr/>
      </p:sp>
    </p:spTree>
    <p:extLst>
      <p:ext uri="{BB962C8B-B14F-4D97-AF65-F5344CB8AC3E}">
        <p14:creationId xmlns:p14="http://schemas.microsoft.com/office/powerpoint/2010/main" val="89122760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2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png"/><Relationship Id="rId1" Type="http://schemas.openxmlformats.org/officeDocument/2006/relationships/slideMaster" Target="../slideMasters/slideMaster3.xml"/><Relationship Id="rId5" Type="http://schemas.openxmlformats.org/officeDocument/2006/relationships/image" Target="../media/image28.png"/><Relationship Id="rId4" Type="http://schemas.openxmlformats.org/officeDocument/2006/relationships/image" Target="../media/image32.emf"/></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3.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4.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png"/><Relationship Id="rId1" Type="http://schemas.openxmlformats.org/officeDocument/2006/relationships/slideMaster" Target="../slideMasters/slideMaster4.xml"/><Relationship Id="rId5" Type="http://schemas.openxmlformats.org/officeDocument/2006/relationships/image" Target="../media/image28.png"/><Relationship Id="rId4" Type="http://schemas.openxmlformats.org/officeDocument/2006/relationships/image" Target="../media/image38.emf"/></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9.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0.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1.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png"/><Relationship Id="rId1" Type="http://schemas.openxmlformats.org/officeDocument/2006/relationships/slideMaster" Target="../slideMasters/slideMaster5.xml"/><Relationship Id="rId5" Type="http://schemas.openxmlformats.org/officeDocument/2006/relationships/image" Target="../media/image28.png"/><Relationship Id="rId4" Type="http://schemas.openxmlformats.org/officeDocument/2006/relationships/image" Target="../media/image44.emf"/></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5.pn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6.pn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7.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png"/><Relationship Id="rId1" Type="http://schemas.openxmlformats.org/officeDocument/2006/relationships/slideMaster" Target="../slideMasters/slideMaster6.xml"/><Relationship Id="rId5" Type="http://schemas.openxmlformats.org/officeDocument/2006/relationships/image" Target="../media/image28.png"/><Relationship Id="rId4" Type="http://schemas.openxmlformats.org/officeDocument/2006/relationships/image" Target="../media/image50.emf"/></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1.pn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2.png"/><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3.png"/><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54.png"/><Relationship Id="rId1" Type="http://schemas.openxmlformats.org/officeDocument/2006/relationships/slideMaster" Target="../slideMasters/slideMaster7.xml"/><Relationship Id="rId5" Type="http://schemas.openxmlformats.org/officeDocument/2006/relationships/image" Target="../media/image28.png"/><Relationship Id="rId4" Type="http://schemas.openxmlformats.org/officeDocument/2006/relationships/image" Target="../media/image56.emf"/></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7.png"/><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8.png"/><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9.png"/><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8.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image" Target="../media/image60.png"/><Relationship Id="rId1" Type="http://schemas.openxmlformats.org/officeDocument/2006/relationships/slideMaster" Target="../slideMasters/slideMaster8.xml"/><Relationship Id="rId5" Type="http://schemas.openxmlformats.org/officeDocument/2006/relationships/image" Target="../media/image28.png"/><Relationship Id="rId4" Type="http://schemas.openxmlformats.org/officeDocument/2006/relationships/image" Target="../media/image62.emf"/></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3.png"/><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4.png"/><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5.png"/><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usiness/Marketing - 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0" name="Picture 9" descr="A person holding an orange paper&#10;&#10;Description automatically generated">
            <a:extLst>
              <a:ext uri="{FF2B5EF4-FFF2-40B4-BE49-F238E27FC236}">
                <a16:creationId xmlns:a16="http://schemas.microsoft.com/office/drawing/2014/main" id="{04697691-3082-2ECF-DAB8-FE29E8E66DDD}"/>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49922"/>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91237393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usiness/Marketing - 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talking to another person&#10;&#10;Description automatically generated">
            <a:extLst>
              <a:ext uri="{FF2B5EF4-FFF2-40B4-BE49-F238E27FC236}">
                <a16:creationId xmlns:a16="http://schemas.microsoft.com/office/drawing/2014/main" id="{BD578162-5FB4-6C6D-006A-D95E9BA25FA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59064"/>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547826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usiness/Marketing - 3">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8" name="Picture 7" descr="A person and person standing in an office&#10;&#10;Description automatically generated">
            <a:extLst>
              <a:ext uri="{FF2B5EF4-FFF2-40B4-BE49-F238E27FC236}">
                <a16:creationId xmlns:a16="http://schemas.microsoft.com/office/drawing/2014/main" id="{5A656440-781D-FF89-A173-6F135D6EB40D}"/>
              </a:ext>
            </a:extLst>
          </p:cNvPr>
          <p:cNvPicPr>
            <a:picLocks noChangeAspect="1"/>
          </p:cNvPicPr>
          <p:nvPr userDrawn="1"/>
        </p:nvPicPr>
        <p:blipFill>
          <a:blip r:embed="rId2">
            <a:extLst>
              <a:ext uri="{28A0092B-C50C-407E-A947-70E740481C1C}">
                <a14:useLocalDpi xmlns:a14="http://schemas.microsoft.com/office/drawing/2010/main" val="0"/>
              </a:ext>
            </a:extLst>
          </a:blip>
          <a:srcRect t="-118"/>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8146165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usiness/Marketing - 4">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67CEBF45-943F-B807-5DB4-2E9C2442F67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89" y="0"/>
            <a:ext cx="5663609"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322034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Business/Marketing - 5">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10FDA179-75B5-61CF-9CC0-8277D61F403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79371051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Blu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900B100-2687-1806-91A0-1745BAAE233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3"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811363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Yello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85F22E-218E-4306-C170-579CCBF0BB8A}"/>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54975612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Red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217865-0F45-7305-80EA-583FC42047A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162475033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5275451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Orang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C7FB40-8E4C-9F3C-39E4-77F63BEB70F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17498587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Green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CAA40E-1785-77D1-B497-23C4B7D0F1D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77020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B853B-6666-2B54-6421-F982E0932E7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Picture 4">
            <a:extLst>
              <a:ext uri="{FF2B5EF4-FFF2-40B4-BE49-F238E27FC236}">
                <a16:creationId xmlns:a16="http://schemas.microsoft.com/office/drawing/2014/main" id="{D526B79A-062B-09A4-399F-9A4F4ABCAA8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7"/>
            <a:ext cx="1972082" cy="650979"/>
          </a:xfrm>
          <a:prstGeom prst="rect">
            <a:avLst/>
          </a:prstGeom>
        </p:spPr>
      </p:pic>
    </p:spTree>
    <p:extLst>
      <p:ext uri="{BB962C8B-B14F-4D97-AF65-F5344CB8AC3E}">
        <p14:creationId xmlns:p14="http://schemas.microsoft.com/office/powerpoint/2010/main" val="304424972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lack_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923268F-18BB-EA9A-A601-DD97D746AC7D}"/>
              </a:ext>
            </a:extLst>
          </p:cNvPr>
          <p:cNvSpPr/>
          <p:nvPr userDrawn="1"/>
        </p:nvSpPr>
        <p:spPr>
          <a:xfrm flipH="1">
            <a:off x="0" y="512763"/>
            <a:ext cx="3863975" cy="6153213"/>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573B24FD-F975-8AFC-9607-A7F61051FCED}"/>
              </a:ext>
            </a:extLst>
          </p:cNvPr>
          <p:cNvSpPr>
            <a:spLocks noGrp="1"/>
          </p:cNvSpPr>
          <p:nvPr>
            <p:ph type="title" hasCustomPrompt="1"/>
          </p:nvPr>
        </p:nvSpPr>
        <p:spPr>
          <a:xfrm>
            <a:off x="515940" y="1094400"/>
            <a:ext cx="2914134" cy="1166400"/>
          </a:xfrm>
          <a:ln>
            <a:noFill/>
          </a:ln>
        </p:spPr>
        <p:txBody>
          <a:bodyPr tIns="126000" bIns="46800" anchor="t"/>
          <a:lstStyle>
            <a:lvl1pPr algn="l">
              <a:defRPr>
                <a:solidFill>
                  <a:schemeClr val="bg1"/>
                </a:solidFill>
              </a:defRPr>
            </a:lvl1pPr>
          </a:lstStyle>
          <a:p>
            <a:r>
              <a:rPr lang="en-US" dirty="0"/>
              <a:t>Click to edit Agenda/ TOC title style</a:t>
            </a:r>
            <a:endParaRPr lang="en-GB" dirty="0"/>
          </a:p>
        </p:txBody>
      </p:sp>
      <p:sp>
        <p:nvSpPr>
          <p:cNvPr id="14" name="Text Placeholder 13">
            <a:extLst>
              <a:ext uri="{FF2B5EF4-FFF2-40B4-BE49-F238E27FC236}">
                <a16:creationId xmlns:a16="http://schemas.microsoft.com/office/drawing/2014/main" id="{8E7018EA-03DA-0C52-42A5-298818F40F63}"/>
              </a:ext>
            </a:extLst>
          </p:cNvPr>
          <p:cNvSpPr>
            <a:spLocks noGrp="1"/>
          </p:cNvSpPr>
          <p:nvPr>
            <p:ph type="body" sz="quarter" idx="10" hasCustomPrompt="1"/>
          </p:nvPr>
        </p:nvSpPr>
        <p:spPr>
          <a:xfrm>
            <a:off x="4403725" y="1093788"/>
            <a:ext cx="7272338" cy="5214937"/>
          </a:xfrm>
        </p:spPr>
        <p:txBody>
          <a:bodyPr/>
          <a:lstStyle>
            <a:lvl1pPr marL="0" indent="0">
              <a:lnSpc>
                <a:spcPct val="150000"/>
              </a:lnSpc>
              <a:buNone/>
              <a:tabLst>
                <a:tab pos="5740400" algn="l"/>
              </a:tabLst>
              <a:defRPr/>
            </a:lvl1pPr>
            <a:lvl2pPr marL="457200" indent="0">
              <a:buNone/>
              <a:tabLst/>
              <a:defRPr/>
            </a:lvl2pPr>
            <a:lvl3pPr marL="914400" indent="0">
              <a:buNone/>
              <a:tabLst/>
              <a:defRPr/>
            </a:lvl3pPr>
            <a:lvl4pPr marL="1371600" indent="0">
              <a:buNone/>
              <a:tabLst/>
              <a:defRPr/>
            </a:lvl4pPr>
          </a:lstStyle>
          <a:p>
            <a:pPr lvl="0"/>
            <a:r>
              <a:rPr lang="en-US" dirty="0"/>
              <a:t>Click to edit Agenda/TOC styles</a:t>
            </a:r>
          </a:p>
        </p:txBody>
      </p:sp>
    </p:spTree>
    <p:extLst>
      <p:ext uri="{BB962C8B-B14F-4D97-AF65-F5344CB8AC3E}">
        <p14:creationId xmlns:p14="http://schemas.microsoft.com/office/powerpoint/2010/main" val="36665820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Orange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573876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Green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3pPr>
              <a:defRPr/>
            </a:lvl3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265094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Green - Plus Symbol">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1F750EB8-8B5E-27BB-F5B5-15E38895D8B5}"/>
              </a:ext>
            </a:extLst>
          </p:cNvPr>
          <p:cNvSpPr/>
          <p:nvPr userDrawn="1"/>
        </p:nvSpPr>
        <p:spPr>
          <a:xfrm>
            <a:off x="0" y="6663189"/>
            <a:ext cx="12192000" cy="194811"/>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4468218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lue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5966427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Red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8225536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Orange - Plus Symbol">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4pPr>
              <a:defRPr/>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1F750EB8-8B5E-27BB-F5B5-15E38895D8B5}"/>
              </a:ext>
            </a:extLst>
          </p:cNvPr>
          <p:cNvSpPr/>
          <p:nvPr userDrawn="1"/>
        </p:nvSpPr>
        <p:spPr>
          <a:xfrm>
            <a:off x="0" y="6663189"/>
            <a:ext cx="12192000" cy="19481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5730458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u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D2F0620-6E87-D078-F005-280481B46EF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7852307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u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8" name="Picture 7">
            <a:extLst>
              <a:ext uri="{FF2B5EF4-FFF2-40B4-BE49-F238E27FC236}">
                <a16:creationId xmlns:a16="http://schemas.microsoft.com/office/drawing/2014/main" id="{95D8961C-132F-4F5B-9513-3BEEB7EC740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22380720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u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C30AB-4BD7-1BEE-D547-04278C77F57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1510911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u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A4A0AF7-E60F-D26C-223A-64972B70308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E784AA55-C870-2115-4570-2D8A771D8E82}"/>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33E9731A-D775-7881-2ADE-9A501C24649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704220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u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2A10433-18F2-F019-2A4C-866AA14AE49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7851615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u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8" name="Picture 7">
            <a:extLst>
              <a:ext uri="{FF2B5EF4-FFF2-40B4-BE49-F238E27FC236}">
                <a16:creationId xmlns:a16="http://schemas.microsoft.com/office/drawing/2014/main" id="{5C022282-7C40-5A57-692E-44D409C5BF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0" cy="881899"/>
          </a:xfrm>
          <a:prstGeom prst="rect">
            <a:avLst/>
          </a:prstGeom>
        </p:spPr>
      </p:pic>
      <p:pic>
        <p:nvPicPr>
          <p:cNvPr id="12" name="Picture 11">
            <a:extLst>
              <a:ext uri="{FF2B5EF4-FFF2-40B4-BE49-F238E27FC236}">
                <a16:creationId xmlns:a16="http://schemas.microsoft.com/office/drawing/2014/main" id="{2BCAA29C-63B0-9448-5C14-96920038F1B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022344C5-2C6A-6968-FC4F-D7A4F001B0B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585208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u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F4AB0FA7-2EA8-46CD-3DD8-9A8AB864529F}"/>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1081213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u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696AA4DE-F380-3C2D-4A19-3FFC6A6A497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898542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u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 uri="{C183D7F6-B498-43B3-948B-1728B52AA6E4}">
                <adec:decorative xmlns:adec="http://schemas.microsoft.com/office/drawing/2017/decorative" val="0"/>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39219E7-A5DF-DCFC-ECD4-D3B7C588338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722513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u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5" name="Picture 4">
            <a:extLst>
              <a:ext uri="{FF2B5EF4-FFF2-40B4-BE49-F238E27FC236}">
                <a16:creationId xmlns:a16="http://schemas.microsoft.com/office/drawing/2014/main" id="{C8E707AA-EFC2-FC0D-980D-5A04483F54C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4440488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Yello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C19CFEDB-1653-0EED-46D8-475B98465B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351191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Yello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C3730F2-6DEC-D896-1430-33605078FC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8029478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Yello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E2A2D6B-ABC5-BCE1-3725-0A105BCE6E1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745687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Yellow_image+text_v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02858F-B20D-C124-765A-91E5E5C4916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75DA1C70-139A-A7C6-8271-6F38BBB4B959}"/>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7" name="Content Placeholder 5">
            <a:extLst>
              <a:ext uri="{FF2B5EF4-FFF2-40B4-BE49-F238E27FC236}">
                <a16:creationId xmlns:a16="http://schemas.microsoft.com/office/drawing/2014/main" id="{080A5B11-85BD-B494-600D-3402BBF9D8B0}"/>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2" name="Text Placeholder 6">
            <a:extLst>
              <a:ext uri="{FF2B5EF4-FFF2-40B4-BE49-F238E27FC236}">
                <a16:creationId xmlns:a16="http://schemas.microsoft.com/office/drawing/2014/main" id="{0EA56FB2-667C-DAC6-0BC5-0F43E110DB83}"/>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2FD56FE-21A4-046E-1FD0-FA742B41035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965661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Yello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8B625F-2939-0076-EE39-F5E9774F09E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481906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Yello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03CEB9C0-B1BF-F2F0-CFBD-DBAA3B7E832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4" name="Picture 3">
            <a:extLst>
              <a:ext uri="{FF2B5EF4-FFF2-40B4-BE49-F238E27FC236}">
                <a16:creationId xmlns:a16="http://schemas.microsoft.com/office/drawing/2014/main" id="{351BCE8B-B415-2BED-F4E1-46E84CF60B1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D96D993C-5A39-AF81-154F-95170C32DF08}"/>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4879838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Yello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4D6264FC-E45E-4A65-ECA6-F6E6C78FF5C5}"/>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125063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Yello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5DBBE13A-E1A6-9F15-F402-BD17E71929A8}"/>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2735521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Yello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86B467-B6E6-07FD-82C2-C8A720A2FAA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08430269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Yello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FE50924B-6CC7-5CA4-2459-E85A3EB990A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23128021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Red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B9174DD2-79E4-DA24-0FFC-AA922A467A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51754207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Red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pic>
        <p:nvPicPr>
          <p:cNvPr id="6" name="Picture 5">
            <a:extLst>
              <a:ext uri="{FF2B5EF4-FFF2-40B4-BE49-F238E27FC236}">
                <a16:creationId xmlns:a16="http://schemas.microsoft.com/office/drawing/2014/main" id="{0DCA14C3-7ED5-46A2-17DF-41AE41BFC37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9450891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Red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41A2384-AB6C-1FB5-35F0-9F0E3D0A4E6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0190811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Red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5E7C4392-7068-04E6-20E1-4BBCA1386C0A}"/>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5F91432-260F-83D5-486C-E3B551E2ACBF}"/>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9FEABEF-5D6F-38BC-0E0A-DA96D9716C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54840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Red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6063FAD-08EF-BC2C-950C-16B3F0DE190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5982617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Red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96FEF6-B591-9B6F-F783-763A926B77E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8" name="Picture 7">
            <a:extLst>
              <a:ext uri="{FF2B5EF4-FFF2-40B4-BE49-F238E27FC236}">
                <a16:creationId xmlns:a16="http://schemas.microsoft.com/office/drawing/2014/main" id="{5ADEBD8F-B578-3E5F-0F06-192614975472}"/>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81EE01A-23C2-F8D5-2384-023AC8FA97E0}"/>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9848582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ed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85256DBB-84CC-C614-857B-C35C00C4AB1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22719890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ed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3D5CAE40-06A7-714E-722E-1EB095B8FE1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372833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ed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6B6BAC1-D792-8826-2337-B6A97D9A6F6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819918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Red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4B1F8BED-FE48-CDF0-DEFB-8F7954964A9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7424434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Purpl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FAF83E-84C1-EB63-2AE6-A697F4B2314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6529755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urpl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A9F038F-3F25-E2F9-C87A-21E6BA0347E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104167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Purpl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D058DBC-ECFC-992C-B787-CF026CF7FC2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3263744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urpl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3EADF05-6147-C359-65E0-0B6C167D1B0D}"/>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4A3EF1E2-21DA-1F1B-ED20-1E0CA140086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FF1A10E-9321-C019-89DF-4455D521905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1143197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urpl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E63F0D2-F250-3107-1483-DBDD26CD5D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515521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urpl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10531E-8BB5-02D6-AFEC-E5A33795F5F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2" name="Picture 1">
            <a:extLst>
              <a:ext uri="{FF2B5EF4-FFF2-40B4-BE49-F238E27FC236}">
                <a16:creationId xmlns:a16="http://schemas.microsoft.com/office/drawing/2014/main" id="{56DA6B95-D3C8-78E5-07B4-FD97F67B4DA4}"/>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D9A27BC2-2F18-5323-A182-B58E5988F64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66292723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Purpl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764599EA-33A9-714A-71F9-C9917BED559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6855707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Purpl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4ED66C63-7725-D0B5-A2BA-B83166EDE7E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102830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Purpl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25625-45A1-4974-9E2F-ACF1457967F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275123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Purpl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8A974466-2D86-293F-6B05-5E0EFB38430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5709535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Green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D630461-FF09-AE3A-830B-60852F9A836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89304766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Green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3BBDAFE-3463-2F49-E910-428222427573}"/>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101860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Green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F5DD92F-2C07-73B9-B390-73B00479653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965548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Green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F8C62C48-B4FC-0C92-2FD2-2D4AACC4DD15}"/>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0AD711B9-F295-7F9C-3A4F-1116B45B62C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55278A0-C5E7-0F91-FA5D-B53388E5F65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2402766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Green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C364825-0C99-1A6F-72FE-EBD3B38BDD1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36556119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Green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C243CC-3824-5807-3C69-6EEB0749E73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2" name="Picture 1">
            <a:extLst>
              <a:ext uri="{FF2B5EF4-FFF2-40B4-BE49-F238E27FC236}">
                <a16:creationId xmlns:a16="http://schemas.microsoft.com/office/drawing/2014/main" id="{480F448F-030F-0DD7-92C5-68D5DB7D0C9F}"/>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36002736-0B0C-97D2-6858-41E62A667891}"/>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09289571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Green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34FE57C0-8EB6-2F8A-9E5B-3DC9F8E1DE5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04417228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Green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14E64E92-AD3E-BA76-4490-B706C44AC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76037272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Green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5363842-446F-A21D-AB60-B1E5997B0E0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262530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Green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C4EBBC7E-E4F7-506B-BF90-CAA82E82041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4147224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B/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66FDA6DA-A09B-E661-C701-83631A4422D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9475224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B/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FB6E4D2-0D65-2FC1-182E-9DA3C208A6B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1532740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1008DA0-5295-D75C-0FE0-632E0C11E4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127985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W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6AB3388-802E-7B9B-7386-5AF80CDF16C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473B3AC-AF7F-86D1-5DB4-7B53B835C9BE}"/>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B49F0CE-684B-DB8B-145F-C329BD62D35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638146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4E39C6B-D41F-5AD8-64AA-312B1C2E436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5824270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B/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CCA076-EDFD-D91F-15A9-688C5B09155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E343ED6A-BB5E-C793-4091-0F75D5BF67C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9638542B-692B-0B4A-EA75-7BC9459A2E46}"/>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6699012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A4F6843B-CBB4-1F01-0AEC-1BDA76C02CE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2141813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C6084BB7-FD33-E999-BB00-95C0B46F38A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55453986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87CA38A-68D0-CAE1-B333-86E61211039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3525073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E21EB1F4-036A-EB96-EB90-23B4F28871BA}"/>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2169294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theme" Target="../theme/theme2.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image" Target="../media/image27.png"/><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theme" Target="../theme/theme3.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image" Target="../media/image27.png"/><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theme" Target="../theme/theme4.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image" Target="../media/image27.png"/><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theme" Target="../theme/theme5.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7.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image" Target="../media/image27.png"/><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theme" Target="../theme/theme6.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7.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image" Target="../media/image27.png"/><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theme" Target="../theme/theme7.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77.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image" Target="../media/image27.png"/><Relationship Id="rId2" Type="http://schemas.openxmlformats.org/officeDocument/2006/relationships/slideLayout" Target="../slideLayouts/slideLayout71.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theme" Target="../theme/theme8.xml"/><Relationship Id="rId5" Type="http://schemas.openxmlformats.org/officeDocument/2006/relationships/slideLayout" Target="../slideLayouts/slideLayout74.xml"/><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719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945" r:id="rId3"/>
    <p:sldLayoutId id="2147483946" r:id="rId4"/>
    <p:sldLayoutId id="214748394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guide id="9" pos="325" userDrawn="1">
          <p15:clr>
            <a:srgbClr val="F26B43"/>
          </p15:clr>
        </p15:guide>
        <p15:guide id="10" orient="horz" pos="2478" userDrawn="1">
          <p15:clr>
            <a:srgbClr val="F26B43"/>
          </p15:clr>
        </p15:guide>
        <p15:guide id="11" orient="horz" pos="32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850972"/>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956" r:id="rId8"/>
    <p:sldLayoutId id="2147483957" r:id="rId9"/>
    <p:sldLayoutId id="2147483958" r:id="rId10"/>
    <p:sldLayoutId id="2147483959" r:id="rId11"/>
    <p:sldLayoutId id="2147483960" r:id="rId12"/>
    <p:sldLayoutId id="2147483961" r:id="rId13"/>
    <p:sldLayoutId id="2147483962"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F334A430-5193-9483-EEDE-569F4A32A8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217866481"/>
      </p:ext>
    </p:extLst>
  </p:cSld>
  <p:clrMap bg1="lt1" tx1="dk1" bg2="lt2" tx2="dk2" accent1="accent1" accent2="accent2" accent3="accent3" accent4="accent4" accent5="accent5" accent6="accent6" hlink="hlink" folHlink="folHlink"/>
  <p:sldLayoutIdLst>
    <p:sldLayoutId id="2147483777" r:id="rId1"/>
    <p:sldLayoutId id="2147483797" r:id="rId2"/>
    <p:sldLayoutId id="2147483780" r:id="rId3"/>
    <p:sldLayoutId id="2147483781" r:id="rId4"/>
    <p:sldLayoutId id="2147483798" r:id="rId5"/>
    <p:sldLayoutId id="2147483872" r:id="rId6"/>
    <p:sldLayoutId id="2147483786" r:id="rId7"/>
    <p:sldLayoutId id="2147483788" r:id="rId8"/>
    <p:sldLayoutId id="2147483873" r:id="rId9"/>
    <p:sldLayoutId id="21474837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848A3F5E-1236-23F6-5236-3FAD012CBE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84537100"/>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59" r:id="rId4"/>
    <p:sldLayoutId id="2147483879" r:id="rId5"/>
    <p:sldLayoutId id="2147483880" r:id="rId6"/>
    <p:sldLayoutId id="2147483881" r:id="rId7"/>
    <p:sldLayoutId id="2147483882" r:id="rId8"/>
    <p:sldLayoutId id="2147483883" r:id="rId9"/>
    <p:sldLayoutId id="2147483884"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1683F0D5-4147-71E2-B2A7-09736BD6E1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175251079"/>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1" r:id="rId5"/>
    <p:sldLayoutId id="2147483892" r:id="rId6"/>
    <p:sldLayoutId id="2147483893" r:id="rId7"/>
    <p:sldLayoutId id="2147483894" r:id="rId8"/>
    <p:sldLayoutId id="2147483895" r:id="rId9"/>
    <p:sldLayoutId id="21474838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5DA4E335-689A-BB63-649D-BD74FAB55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00756167"/>
      </p:ext>
    </p:extLst>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EF2D64E5-DE40-8B2B-7400-731C8C1F4B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031503955"/>
      </p:ext>
    </p:extLst>
  </p:cSld>
  <p:clrMap bg1="lt1" tx1="dk1" bg2="lt2" tx2="dk2" accent1="accent1" accent2="accent2" accent3="accent3" accent4="accent4" accent5="accent5" accent6="accent6" hlink="hlink" folHlink="folHlink"/>
  <p:sldLayoutIdLst>
    <p:sldLayoutId id="2147483920" r:id="rId1"/>
    <p:sldLayoutId id="2147483921" r:id="rId2"/>
    <p:sldLayoutId id="2147483922" r:id="rId3"/>
    <p:sldLayoutId id="2147483923" r:id="rId4"/>
    <p:sldLayoutId id="2147483924" r:id="rId5"/>
    <p:sldLayoutId id="2147483925" r:id="rId6"/>
    <p:sldLayoutId id="2147483926" r:id="rId7"/>
    <p:sldLayoutId id="2147483927" r:id="rId8"/>
    <p:sldLayoutId id="2147483928" r:id="rId9"/>
    <p:sldLayoutId id="2147483929"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053B8D01-33E2-B6D7-43AD-647436D96C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6447705"/>
      </p:ext>
    </p:extLst>
  </p:cSld>
  <p:clrMap bg1="lt1" tx1="dk1" bg2="lt2" tx2="dk2" accent1="accent1" accent2="accent2" accent3="accent3" accent4="accent4" accent5="accent5" accent6="accent6" hlink="hlink" folHlink="folHlink"/>
  <p:sldLayoutIdLst>
    <p:sldLayoutId id="2147483931" r:id="rId1"/>
    <p:sldLayoutId id="2147483932" r:id="rId2"/>
    <p:sldLayoutId id="2147483933" r:id="rId3"/>
    <p:sldLayoutId id="2147483934" r:id="rId4"/>
    <p:sldLayoutId id="2147483935" r:id="rId5"/>
    <p:sldLayoutId id="2147483936" r:id="rId6"/>
    <p:sldLayoutId id="2147483937" r:id="rId7"/>
    <p:sldLayoutId id="2147483938" r:id="rId8"/>
    <p:sldLayoutId id="2147483939" r:id="rId9"/>
    <p:sldLayoutId id="2147483940"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6.emf"/><Relationship Id="rId2" Type="http://schemas.openxmlformats.org/officeDocument/2006/relationships/notesSlide" Target="../notesSlides/notesSlide4.xml"/><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notesSlide" Target="../notesSlides/notesSlide5.xml"/><Relationship Id="rId1" Type="http://schemas.openxmlformats.org/officeDocument/2006/relationships/slideLayout" Target="../slideLayouts/slideLayout31.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6.xml"/><Relationship Id="rId1" Type="http://schemas.openxmlformats.org/officeDocument/2006/relationships/slideLayout" Target="../slideLayouts/slideLayout38.xml"/><Relationship Id="rId5" Type="http://schemas.openxmlformats.org/officeDocument/2006/relationships/image" Target="../media/image69.png"/><Relationship Id="rId4" Type="http://schemas.openxmlformats.org/officeDocument/2006/relationships/image" Target="../media/image68.w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9.xml"/><Relationship Id="rId1" Type="http://schemas.openxmlformats.org/officeDocument/2006/relationships/slideLayout" Target="../slideLayouts/slideLayout68.xml"/></Relationships>
</file>

<file path=ppt/slides/_rels/slide1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0.xml"/><Relationship Id="rId1" Type="http://schemas.openxmlformats.org/officeDocument/2006/relationships/slideLayout" Target="../slideLayouts/slideLayout6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8.xml"/></Relationships>
</file>

<file path=ppt/slides/_rels/slide1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3.xml"/><Relationship Id="rId1" Type="http://schemas.openxmlformats.org/officeDocument/2006/relationships/slideLayout" Target="../slideLayouts/slideLayout6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66.emf"/><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notesSlide" Target="../notesSlides/notesSlide19.xml"/><Relationship Id="rId1" Type="http://schemas.openxmlformats.org/officeDocument/2006/relationships/slideLayout" Target="../slideLayouts/slideLayout28.xml"/><Relationship Id="rId6" Type="http://schemas.openxmlformats.org/officeDocument/2006/relationships/image" Target="../media/image75.jpeg"/><Relationship Id="rId5" Type="http://schemas.openxmlformats.org/officeDocument/2006/relationships/image" Target="../media/image74.jpeg"/><Relationship Id="rId4" Type="http://schemas.openxmlformats.org/officeDocument/2006/relationships/image" Target="../media/image73.png"/></Relationships>
</file>

<file path=ppt/slides/_rels/slide2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0.xml"/><Relationship Id="rId1" Type="http://schemas.openxmlformats.org/officeDocument/2006/relationships/slideLayout" Target="../slideLayouts/slideLayout28.xml"/><Relationship Id="rId5" Type="http://schemas.openxmlformats.org/officeDocument/2006/relationships/image" Target="../media/image78.emf"/><Relationship Id="rId4" Type="http://schemas.openxmlformats.org/officeDocument/2006/relationships/image" Target="../media/image73.png"/></Relationships>
</file>

<file path=ppt/slides/_rels/slide21.xml.rels><?xml version="1.0" encoding="UTF-8" standalone="yes"?>
<Relationships xmlns="http://schemas.openxmlformats.org/package/2006/relationships"><Relationship Id="rId3" Type="http://schemas.openxmlformats.org/officeDocument/2006/relationships/image" Target="../media/image79.emf"/><Relationship Id="rId2" Type="http://schemas.openxmlformats.org/officeDocument/2006/relationships/notesSlide" Target="../notesSlides/notesSlide21.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3" Type="http://schemas.openxmlformats.org/officeDocument/2006/relationships/image" Target="../media/image79.emf"/><Relationship Id="rId2" Type="http://schemas.openxmlformats.org/officeDocument/2006/relationships/notesSlide" Target="../notesSlides/notesSlide23.xml"/><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6.xml"/><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1B5810-8C67-B742-B639-848419728702}"/>
              </a:ext>
            </a:extLst>
          </p:cNvPr>
          <p:cNvSpPr>
            <a:spLocks noGrp="1"/>
          </p:cNvSpPr>
          <p:nvPr>
            <p:ph type="ctrTitle"/>
          </p:nvPr>
        </p:nvSpPr>
        <p:spPr/>
        <p:txBody>
          <a:bodyPr/>
          <a:lstStyle/>
          <a:p>
            <a:r>
              <a:rPr lang="en-US" noProof="0" dirty="0"/>
              <a:t>Module 7: Who is the boss?</a:t>
            </a:r>
          </a:p>
        </p:txBody>
      </p:sp>
      <p:sp>
        <p:nvSpPr>
          <p:cNvPr id="5" name="Subtitle 4">
            <a:extLst>
              <a:ext uri="{FF2B5EF4-FFF2-40B4-BE49-F238E27FC236}">
                <a16:creationId xmlns:a16="http://schemas.microsoft.com/office/drawing/2014/main" id="{435A2612-53B9-44A5-8081-0DA1EC08A137}"/>
              </a:ext>
            </a:extLst>
          </p:cNvPr>
          <p:cNvSpPr>
            <a:spLocks noGrp="1"/>
          </p:cNvSpPr>
          <p:nvPr>
            <p:ph type="subTitle" idx="1"/>
          </p:nvPr>
        </p:nvSpPr>
        <p:spPr/>
        <p:txBody>
          <a:bodyPr/>
          <a:lstStyle/>
          <a:p>
            <a:r>
              <a:rPr lang="en-US" noProof="0" dirty="0"/>
              <a:t>Running as someone else</a:t>
            </a:r>
          </a:p>
        </p:txBody>
      </p:sp>
      <p:graphicFrame>
        <p:nvGraphicFramePr>
          <p:cNvPr id="6" name="Table 5">
            <a:extLst>
              <a:ext uri="{FF2B5EF4-FFF2-40B4-BE49-F238E27FC236}">
                <a16:creationId xmlns:a16="http://schemas.microsoft.com/office/drawing/2014/main" id="{7126B363-71F0-DCBD-8CBB-C5D65E6C70E4}"/>
              </a:ext>
            </a:extLst>
          </p:cNvPr>
          <p:cNvGraphicFramePr>
            <a:graphicFrameLocks noGrp="1"/>
          </p:cNvGraphicFramePr>
          <p:nvPr>
            <p:extLst>
              <p:ext uri="{D42A27DB-BD31-4B8C-83A1-F6EECF244321}">
                <p14:modId xmlns:p14="http://schemas.microsoft.com/office/powerpoint/2010/main" val="160367629"/>
              </p:ext>
            </p:extLst>
          </p:nvPr>
        </p:nvGraphicFramePr>
        <p:xfrm>
          <a:off x="473407" y="3429000"/>
          <a:ext cx="5399074" cy="1247916"/>
        </p:xfrm>
        <a:graphic>
          <a:graphicData uri="http://schemas.openxmlformats.org/drawingml/2006/table">
            <a:tbl>
              <a:tblPr firstRow="1" bandRow="1">
                <a:tableStyleId>{F2DE63D5-997A-4646-A377-4702673A728D}</a:tableStyleId>
              </a:tblPr>
              <a:tblGrid>
                <a:gridCol w="5399074">
                  <a:extLst>
                    <a:ext uri="{9D8B030D-6E8A-4147-A177-3AD203B41FA5}">
                      <a16:colId xmlns:a16="http://schemas.microsoft.com/office/drawing/2014/main" val="2961166630"/>
                    </a:ext>
                  </a:extLst>
                </a:gridCol>
              </a:tblGrid>
              <a:tr h="415972">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7: Who is the boss?</a:t>
                      </a:r>
                    </a:p>
                  </a:txBody>
                  <a:tcPr/>
                </a:tc>
                <a:extLst>
                  <a:ext uri="{0D108BD9-81ED-4DB2-BD59-A6C34878D82A}">
                    <a16:rowId xmlns:a16="http://schemas.microsoft.com/office/drawing/2014/main" val="1661260948"/>
                  </a:ext>
                </a:extLst>
              </a:tr>
              <a:tr h="415972">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8: Data streams</a:t>
                      </a:r>
                    </a:p>
                  </a:txBody>
                  <a:tcPr/>
                </a:tc>
                <a:extLst>
                  <a:ext uri="{0D108BD9-81ED-4DB2-BD59-A6C34878D82A}">
                    <a16:rowId xmlns:a16="http://schemas.microsoft.com/office/drawing/2014/main" val="4257274740"/>
                  </a:ext>
                </a:extLst>
              </a:tr>
              <a:tr h="415972">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9: Processes</a:t>
                      </a:r>
                    </a:p>
                  </a:txBody>
                  <a:tcPr/>
                </a:tc>
                <a:extLst>
                  <a:ext uri="{0D108BD9-81ED-4DB2-BD59-A6C34878D82A}">
                    <a16:rowId xmlns:a16="http://schemas.microsoft.com/office/drawing/2014/main" val="1554429816"/>
                  </a:ext>
                </a:extLst>
              </a:tr>
            </a:tbl>
          </a:graphicData>
        </a:graphic>
      </p:graphicFrame>
    </p:spTree>
    <p:extLst>
      <p:ext uri="{BB962C8B-B14F-4D97-AF65-F5344CB8AC3E}">
        <p14:creationId xmlns:p14="http://schemas.microsoft.com/office/powerpoint/2010/main" val="3378873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p:cNvSpPr>
            <a:spLocks noGrp="1"/>
          </p:cNvSpPr>
          <p:nvPr>
            <p:ph type="ctrTitle"/>
          </p:nvPr>
        </p:nvSpPr>
        <p:spPr/>
        <p:txBody>
          <a:bodyPr/>
          <a:lstStyle/>
          <a:p>
            <a:r>
              <a:rPr lang="en-US" noProof="0" dirty="0"/>
              <a:t>Contents</a:t>
            </a:r>
          </a:p>
        </p:txBody>
      </p:sp>
      <p:sp>
        <p:nvSpPr>
          <p:cNvPr id="6" name="Text Placeholder 5"/>
          <p:cNvSpPr>
            <a:spLocks noGrp="1"/>
          </p:cNvSpPr>
          <p:nvPr>
            <p:ph type="body" sz="quarter" idx="13"/>
          </p:nvPr>
        </p:nvSpPr>
        <p:spPr/>
        <p:txBody>
          <a:bodyPr/>
          <a:lstStyle/>
          <a:p>
            <a:pPr marL="285750" indent="-285750">
              <a:buFont typeface="Arial" panose="020B0604020202020204" pitchFamily="34" charset="0"/>
              <a:buChar char="•"/>
            </a:pPr>
            <a:r>
              <a:rPr lang="en-US" noProof="0" dirty="0"/>
              <a:t>Superuser</a:t>
            </a:r>
          </a:p>
          <a:p>
            <a:pPr marL="285750" indent="-285750">
              <a:buFont typeface="Arial" panose="020B0604020202020204" pitchFamily="34" charset="0"/>
              <a:buChar char="•"/>
            </a:pPr>
            <a:r>
              <a:rPr lang="en-US" noProof="0" dirty="0"/>
              <a:t>The su command</a:t>
            </a:r>
          </a:p>
          <a:p>
            <a:pPr marL="285750" indent="-285750">
              <a:buFont typeface="Arial" panose="020B0604020202020204" pitchFamily="34" charset="0"/>
              <a:buChar char="•"/>
            </a:pPr>
            <a:r>
              <a:rPr lang="en-US" noProof="0" dirty="0"/>
              <a:t>The sudo command</a:t>
            </a:r>
          </a:p>
          <a:p>
            <a:pPr marL="285750" indent="-285750">
              <a:buFont typeface="Arial" panose="020B0604020202020204" pitchFamily="34" charset="0"/>
              <a:buChar char="•"/>
            </a:pPr>
            <a:r>
              <a:rPr lang="en-US" noProof="0" dirty="0"/>
              <a:t>The doas command</a:t>
            </a:r>
          </a:p>
          <a:p>
            <a:pPr marL="285750" indent="-285750">
              <a:buFont typeface="Arial" panose="020B0604020202020204" pitchFamily="34" charset="0"/>
              <a:buChar char="•"/>
            </a:pPr>
            <a:r>
              <a:rPr lang="en-US" noProof="0" dirty="0"/>
              <a:t>Checking who you are</a:t>
            </a:r>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endParaRPr lang="en-US" noProof="0" dirty="0"/>
          </a:p>
        </p:txBody>
      </p:sp>
    </p:spTree>
    <p:extLst>
      <p:ext uri="{BB962C8B-B14F-4D97-AF65-F5344CB8AC3E}">
        <p14:creationId xmlns:p14="http://schemas.microsoft.com/office/powerpoint/2010/main" val="630277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Superuser</a:t>
            </a:r>
          </a:p>
        </p:txBody>
      </p:sp>
      <p:sp>
        <p:nvSpPr>
          <p:cNvPr id="2" name="Subtitle 1">
            <a:extLst>
              <a:ext uri="{FF2B5EF4-FFF2-40B4-BE49-F238E27FC236}">
                <a16:creationId xmlns:a16="http://schemas.microsoft.com/office/drawing/2014/main" id="{5CFC17B0-A657-16F0-FFC0-1547372E47BB}"/>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2137010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CDE4BDF-DF4B-E304-1D46-4D99764CAD24}"/>
              </a:ext>
            </a:extLst>
          </p:cNvPr>
          <p:cNvSpPr>
            <a:spLocks noGrp="1"/>
          </p:cNvSpPr>
          <p:nvPr>
            <p:ph type="ctrTitle"/>
          </p:nvPr>
        </p:nvSpPr>
        <p:spPr/>
        <p:txBody>
          <a:bodyPr/>
          <a:lstStyle/>
          <a:p>
            <a:r>
              <a:rPr lang="en-US" noProof="0" dirty="0"/>
              <a:t>Working as superuser</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8" noProof="0" dirty="0">
                <a:solidFill>
                  <a:srgbClr val="2D2C2C"/>
                </a:solidFill>
                <a:cs typeface="Segoe UI"/>
              </a:rPr>
              <a:t>Nearly</a:t>
            </a:r>
            <a:r>
              <a:rPr lang="en-US" sz="1800" spc="12" noProof="0" dirty="0">
                <a:solidFill>
                  <a:srgbClr val="2D2C2C"/>
                </a:solidFill>
                <a:cs typeface="Segoe UI"/>
              </a:rPr>
              <a:t> </a:t>
            </a:r>
            <a:r>
              <a:rPr lang="en-US" sz="1800" spc="-8" noProof="0" dirty="0">
                <a:solidFill>
                  <a:srgbClr val="2D2C2C"/>
                </a:solidFill>
                <a:cs typeface="Segoe UI"/>
              </a:rPr>
              <a:t>all</a:t>
            </a:r>
            <a:r>
              <a:rPr lang="en-US" sz="1800" spc="16" noProof="0" dirty="0">
                <a:solidFill>
                  <a:srgbClr val="2D2C2C"/>
                </a:solidFill>
                <a:cs typeface="Segoe UI"/>
              </a:rPr>
              <a:t> </a:t>
            </a:r>
            <a:r>
              <a:rPr lang="en-US" sz="1800" spc="-4" noProof="0" dirty="0">
                <a:solidFill>
                  <a:srgbClr val="2D2C2C"/>
                </a:solidFill>
                <a:cs typeface="Segoe UI"/>
              </a:rPr>
              <a:t>Linux</a:t>
            </a:r>
            <a:r>
              <a:rPr lang="en-US" sz="1800" spc="20" noProof="0" dirty="0">
                <a:solidFill>
                  <a:srgbClr val="2D2C2C"/>
                </a:solidFill>
                <a:cs typeface="Segoe UI"/>
              </a:rPr>
              <a:t> </a:t>
            </a:r>
            <a:r>
              <a:rPr lang="en-US" sz="1800" spc="-8" noProof="0" dirty="0">
                <a:solidFill>
                  <a:srgbClr val="2D2C2C"/>
                </a:solidFill>
                <a:cs typeface="Segoe UI"/>
              </a:rPr>
              <a:t>administration</a:t>
            </a:r>
            <a:r>
              <a:rPr lang="en-US" sz="1800" spc="61" noProof="0" dirty="0">
                <a:solidFill>
                  <a:srgbClr val="2D2C2C"/>
                </a:solidFill>
                <a:cs typeface="Segoe UI"/>
              </a:rPr>
              <a:t> </a:t>
            </a:r>
            <a:r>
              <a:rPr lang="en-US" sz="1800" spc="-8" noProof="0" dirty="0">
                <a:solidFill>
                  <a:srgbClr val="2D2C2C"/>
                </a:solidFill>
                <a:cs typeface="Segoe UI"/>
              </a:rPr>
              <a:t>must</a:t>
            </a:r>
            <a:r>
              <a:rPr lang="en-US" sz="1800" spc="37" noProof="0" dirty="0">
                <a:solidFill>
                  <a:srgbClr val="2D2C2C"/>
                </a:solidFill>
                <a:cs typeface="Segoe UI"/>
              </a:rPr>
              <a:t> </a:t>
            </a:r>
            <a:r>
              <a:rPr lang="en-US" sz="1800" spc="-4" noProof="0" dirty="0">
                <a:solidFill>
                  <a:srgbClr val="2D2C2C"/>
                </a:solidFill>
                <a:cs typeface="Segoe UI"/>
              </a:rPr>
              <a:t>be</a:t>
            </a:r>
            <a:r>
              <a:rPr lang="en-US" sz="1800" spc="16" noProof="0" dirty="0">
                <a:solidFill>
                  <a:srgbClr val="2D2C2C"/>
                </a:solidFill>
                <a:cs typeface="Segoe UI"/>
              </a:rPr>
              <a:t> </a:t>
            </a:r>
            <a:r>
              <a:rPr lang="en-US" sz="1800" spc="-4" noProof="0" dirty="0">
                <a:solidFill>
                  <a:srgbClr val="2D2C2C"/>
                </a:solidFill>
                <a:cs typeface="Segoe UI"/>
              </a:rPr>
              <a:t>done</a:t>
            </a:r>
            <a:r>
              <a:rPr lang="en-US" sz="1800" spc="16" noProof="0" dirty="0">
                <a:solidFill>
                  <a:srgbClr val="2D2C2C"/>
                </a:solidFill>
                <a:cs typeface="Segoe UI"/>
              </a:rPr>
              <a:t> </a:t>
            </a:r>
            <a:r>
              <a:rPr lang="en-US" sz="1800" spc="-4" noProof="0" dirty="0">
                <a:solidFill>
                  <a:srgbClr val="2D2C2C"/>
                </a:solidFill>
                <a:cs typeface="Segoe UI"/>
              </a:rPr>
              <a:t>as</a:t>
            </a:r>
            <a:r>
              <a:rPr lang="en-US" sz="1800" spc="8" noProof="0" dirty="0">
                <a:solidFill>
                  <a:srgbClr val="2D2C2C"/>
                </a:solidFill>
                <a:cs typeface="Segoe UI"/>
              </a:rPr>
              <a:t> </a:t>
            </a:r>
            <a:r>
              <a:rPr lang="en-US" sz="1800" b="1" spc="-12" noProof="0" dirty="0">
                <a:solidFill>
                  <a:srgbClr val="0000C7"/>
                </a:solidFill>
                <a:latin typeface="Hack" panose="020B0609030202020204" pitchFamily="49" charset="0"/>
                <a:ea typeface="Hack" panose="020B0609030202020204" pitchFamily="49" charset="0"/>
                <a:cs typeface="Hack" panose="020B0609030202020204" pitchFamily="49" charset="0"/>
              </a:rPr>
              <a:t>UID=0</a:t>
            </a:r>
            <a:r>
              <a:rPr lang="en-US" spc="-4" noProof="0" dirty="0">
                <a:solidFill>
                  <a:srgbClr val="2D2C2C"/>
                </a:solidFill>
                <a:cs typeface="Segoe UI"/>
              </a:rPr>
              <a:t>.</a:t>
            </a:r>
          </a:p>
          <a:p>
            <a:pPr marL="469953" lvl="1" indent="-280154">
              <a:spcBef>
                <a:spcPts val="569"/>
              </a:spcBef>
              <a:buClr>
                <a:srgbClr val="000000"/>
              </a:buClr>
              <a:buFont typeface="Arial"/>
              <a:buChar char="•"/>
              <a:tabLst>
                <a:tab pos="289957" algn="l"/>
                <a:tab pos="290473" algn="l"/>
              </a:tabLst>
            </a:pPr>
            <a:r>
              <a:rPr lang="en-US" sz="1800" spc="-8" noProof="0" dirty="0">
                <a:solidFill>
                  <a:srgbClr val="2D2C2C"/>
                </a:solidFill>
                <a:cs typeface="Segoe UI"/>
              </a:rPr>
              <a:t>This</a:t>
            </a:r>
            <a:r>
              <a:rPr lang="en-US" sz="1800" spc="16" noProof="0" dirty="0">
                <a:solidFill>
                  <a:srgbClr val="2D2C2C"/>
                </a:solidFill>
                <a:cs typeface="Segoe UI"/>
              </a:rPr>
              <a:t> </a:t>
            </a:r>
            <a:r>
              <a:rPr lang="en-US" sz="1800" spc="-8" noProof="0" dirty="0">
                <a:solidFill>
                  <a:srgbClr val="2D2C2C"/>
                </a:solidFill>
                <a:cs typeface="Segoe UI"/>
              </a:rPr>
              <a:t>user</a:t>
            </a:r>
            <a:r>
              <a:rPr lang="en-US" sz="1800" spc="24" noProof="0" dirty="0">
                <a:solidFill>
                  <a:srgbClr val="2D2C2C"/>
                </a:solidFill>
                <a:cs typeface="Segoe UI"/>
              </a:rPr>
              <a:t> </a:t>
            </a:r>
            <a:r>
              <a:rPr lang="en-US" sz="1800" spc="-4" noProof="0" dirty="0">
                <a:solidFill>
                  <a:srgbClr val="2D2C2C"/>
                </a:solidFill>
                <a:cs typeface="Segoe UI"/>
              </a:rPr>
              <a:t>(</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root</a:t>
            </a:r>
            <a:r>
              <a:rPr lang="en-US" sz="1800" spc="-4" noProof="0" dirty="0">
                <a:solidFill>
                  <a:srgbClr val="2D2C2C"/>
                </a:solidFill>
                <a:cs typeface="Segoe UI"/>
              </a:rPr>
              <a:t>)</a:t>
            </a:r>
            <a:r>
              <a:rPr lang="en-US" sz="1800" spc="20" noProof="0" dirty="0">
                <a:solidFill>
                  <a:srgbClr val="2D2C2C"/>
                </a:solidFill>
                <a:cs typeface="Segoe UI"/>
              </a:rPr>
              <a:t> </a:t>
            </a:r>
            <a:r>
              <a:rPr lang="en-US" sz="1800" spc="-4" noProof="0" dirty="0">
                <a:solidFill>
                  <a:srgbClr val="2D2C2C"/>
                </a:solidFill>
                <a:cs typeface="Segoe UI"/>
              </a:rPr>
              <a:t>has</a:t>
            </a:r>
            <a:r>
              <a:rPr lang="en-US" sz="1800" spc="12" noProof="0" dirty="0">
                <a:solidFill>
                  <a:srgbClr val="2D2C2C"/>
                </a:solidFill>
                <a:cs typeface="Segoe UI"/>
              </a:rPr>
              <a:t> </a:t>
            </a:r>
            <a:r>
              <a:rPr lang="en-US" sz="1800" spc="-12" noProof="0" dirty="0">
                <a:solidFill>
                  <a:srgbClr val="2D2C2C"/>
                </a:solidFill>
                <a:cs typeface="Segoe UI"/>
              </a:rPr>
              <a:t>unrestricted</a:t>
            </a:r>
            <a:r>
              <a:rPr lang="en-US" sz="1800" spc="81" noProof="0" dirty="0">
                <a:solidFill>
                  <a:srgbClr val="2D2C2C"/>
                </a:solidFill>
                <a:cs typeface="Segoe UI"/>
              </a:rPr>
              <a:t> </a:t>
            </a:r>
            <a:r>
              <a:rPr lang="en-US" sz="1800" spc="-12" noProof="0" dirty="0">
                <a:solidFill>
                  <a:srgbClr val="2D2C2C"/>
                </a:solidFill>
                <a:cs typeface="Segoe UI"/>
              </a:rPr>
              <a:t>access</a:t>
            </a:r>
            <a:r>
              <a:rPr lang="en-US" sz="1800" spc="53" noProof="0" dirty="0">
                <a:solidFill>
                  <a:srgbClr val="2D2C2C"/>
                </a:solidFill>
                <a:cs typeface="Segoe UI"/>
              </a:rPr>
              <a:t> </a:t>
            </a:r>
            <a:r>
              <a:rPr lang="en-US" sz="1800" spc="-16" noProof="0" dirty="0">
                <a:solidFill>
                  <a:srgbClr val="2D2C2C"/>
                </a:solidFill>
                <a:cs typeface="Segoe UI"/>
              </a:rPr>
              <a:t>to</a:t>
            </a:r>
            <a:r>
              <a:rPr lang="en-US" sz="1800" spc="4" noProof="0" dirty="0">
                <a:solidFill>
                  <a:srgbClr val="2D2C2C"/>
                </a:solidFill>
                <a:cs typeface="Segoe UI"/>
              </a:rPr>
              <a:t> </a:t>
            </a:r>
            <a:r>
              <a:rPr lang="en-US" sz="1800" spc="-4" noProof="0" dirty="0">
                <a:solidFill>
                  <a:srgbClr val="2D2C2C"/>
                </a:solidFill>
                <a:cs typeface="Segoe UI"/>
              </a:rPr>
              <a:t>the</a:t>
            </a:r>
            <a:r>
              <a:rPr lang="en-US" sz="1800" spc="8" noProof="0" dirty="0">
                <a:solidFill>
                  <a:srgbClr val="2D2C2C"/>
                </a:solidFill>
                <a:cs typeface="Segoe UI"/>
              </a:rPr>
              <a:t> </a:t>
            </a:r>
            <a:r>
              <a:rPr lang="en-US" sz="1800" spc="-12" noProof="0" dirty="0">
                <a:solidFill>
                  <a:srgbClr val="2D2C2C"/>
                </a:solidFill>
                <a:cs typeface="Segoe UI"/>
              </a:rPr>
              <a:t>system.</a:t>
            </a:r>
            <a:endParaRPr lang="en-US" sz="1800" noProof="0" dirty="0">
              <a:cs typeface="Segoe UI"/>
            </a:endParaRPr>
          </a:p>
          <a:p>
            <a:pPr marL="289957" indent="-280154">
              <a:spcBef>
                <a:spcPts val="975"/>
              </a:spcBef>
              <a:buClr>
                <a:srgbClr val="000000"/>
              </a:buClr>
              <a:buFont typeface="Arial"/>
              <a:buChar char="•"/>
              <a:tabLst>
                <a:tab pos="289957" algn="l"/>
                <a:tab pos="290473" algn="l"/>
              </a:tabLst>
            </a:pPr>
            <a:r>
              <a:rPr lang="en-US" sz="1800" spc="-8" noProof="0" dirty="0">
                <a:solidFill>
                  <a:srgbClr val="2D2C2C"/>
                </a:solidFill>
                <a:cs typeface="Segoe UI"/>
              </a:rPr>
              <a:t>Several</a:t>
            </a:r>
            <a:r>
              <a:rPr lang="en-US" sz="1800" spc="12" noProof="0" dirty="0">
                <a:solidFill>
                  <a:srgbClr val="2D2C2C"/>
                </a:solidFill>
                <a:cs typeface="Segoe UI"/>
              </a:rPr>
              <a:t> </a:t>
            </a:r>
            <a:r>
              <a:rPr lang="en-US" sz="1800" spc="-8" noProof="0" dirty="0">
                <a:solidFill>
                  <a:srgbClr val="2D2C2C"/>
                </a:solidFill>
                <a:cs typeface="Segoe UI"/>
              </a:rPr>
              <a:t>privileged</a:t>
            </a:r>
            <a:r>
              <a:rPr lang="en-US" sz="1800" spc="37" noProof="0" dirty="0">
                <a:solidFill>
                  <a:srgbClr val="2D2C2C"/>
                </a:solidFill>
                <a:cs typeface="Segoe UI"/>
              </a:rPr>
              <a:t> </a:t>
            </a:r>
            <a:r>
              <a:rPr lang="en-US" sz="1800" spc="-12" noProof="0" dirty="0">
                <a:solidFill>
                  <a:srgbClr val="2D2C2C"/>
                </a:solidFill>
                <a:cs typeface="Segoe UI"/>
              </a:rPr>
              <a:t>system</a:t>
            </a:r>
            <a:r>
              <a:rPr lang="en-US" sz="1800" spc="49" noProof="0" dirty="0">
                <a:solidFill>
                  <a:srgbClr val="2D2C2C"/>
                </a:solidFill>
                <a:cs typeface="Segoe UI"/>
              </a:rPr>
              <a:t> </a:t>
            </a:r>
            <a:r>
              <a:rPr lang="en-US" sz="1800" spc="-8" noProof="0" dirty="0">
                <a:solidFill>
                  <a:srgbClr val="2D2C2C"/>
                </a:solidFill>
                <a:cs typeface="Segoe UI"/>
              </a:rPr>
              <a:t>accounts</a:t>
            </a:r>
            <a:r>
              <a:rPr lang="en-US" sz="1800" spc="49" noProof="0" dirty="0">
                <a:solidFill>
                  <a:srgbClr val="2D2C2C"/>
                </a:solidFill>
                <a:cs typeface="Segoe UI"/>
              </a:rPr>
              <a:t> </a:t>
            </a:r>
            <a:r>
              <a:rPr lang="en-US" sz="1800" spc="-8" noProof="0" dirty="0">
                <a:solidFill>
                  <a:srgbClr val="2D2C2C"/>
                </a:solidFill>
                <a:cs typeface="Segoe UI"/>
              </a:rPr>
              <a:t>exist.</a:t>
            </a:r>
            <a:endParaRPr lang="en-US" sz="1800" noProof="0" dirty="0">
              <a:cs typeface="Segoe UI"/>
            </a:endParaRPr>
          </a:p>
          <a:p>
            <a:pPr marL="518001" lvl="1" indent="-233204">
              <a:spcBef>
                <a:spcPts val="492"/>
              </a:spcBef>
              <a:buClr>
                <a:srgbClr val="000000"/>
              </a:buClr>
              <a:buFont typeface="Arial"/>
              <a:buChar char="•"/>
              <a:tabLst>
                <a:tab pos="517485" algn="l"/>
                <a:tab pos="518001" algn="l"/>
              </a:tabLst>
            </a:pPr>
            <a:r>
              <a:rPr lang="en-US" sz="1800" spc="-12" noProof="0" dirty="0">
                <a:solidFill>
                  <a:srgbClr val="2D2C2C"/>
                </a:solidFill>
                <a:cs typeface="Segoe UI"/>
              </a:rPr>
              <a:t>They are </a:t>
            </a:r>
            <a:r>
              <a:rPr lang="en-US" spc="-12" noProof="0" dirty="0">
                <a:solidFill>
                  <a:srgbClr val="2D2C2C"/>
                </a:solidFill>
                <a:cs typeface="Segoe UI"/>
              </a:rPr>
              <a:t>a</a:t>
            </a:r>
            <a:r>
              <a:rPr lang="en-US" sz="1800" spc="-12" noProof="0" dirty="0">
                <a:solidFill>
                  <a:srgbClr val="2D2C2C"/>
                </a:solidFill>
                <a:cs typeface="Segoe UI"/>
              </a:rPr>
              <a:t>ssociated</a:t>
            </a:r>
            <a:r>
              <a:rPr lang="en-US" sz="1800" spc="37" noProof="0" dirty="0">
                <a:solidFill>
                  <a:srgbClr val="2D2C2C"/>
                </a:solidFill>
                <a:cs typeface="Segoe UI"/>
              </a:rPr>
              <a:t> </a:t>
            </a:r>
            <a:r>
              <a:rPr lang="en-US" sz="1800" spc="-8" noProof="0" dirty="0">
                <a:solidFill>
                  <a:srgbClr val="2D2C2C"/>
                </a:solidFill>
                <a:cs typeface="Segoe UI"/>
              </a:rPr>
              <a:t>with</a:t>
            </a:r>
            <a:r>
              <a:rPr lang="en-US" sz="1800" spc="16" noProof="0" dirty="0">
                <a:solidFill>
                  <a:srgbClr val="2D2C2C"/>
                </a:solidFill>
                <a:cs typeface="Segoe UI"/>
              </a:rPr>
              <a:t> </a:t>
            </a:r>
            <a:r>
              <a:rPr lang="en-US" sz="1800" spc="-8" noProof="0" dirty="0">
                <a:solidFill>
                  <a:srgbClr val="2D2C2C"/>
                </a:solidFill>
                <a:cs typeface="Segoe UI"/>
              </a:rPr>
              <a:t>specific</a:t>
            </a:r>
            <a:r>
              <a:rPr lang="en-US" sz="1800" spc="49" noProof="0" dirty="0">
                <a:solidFill>
                  <a:srgbClr val="2D2C2C"/>
                </a:solidFill>
                <a:cs typeface="Segoe UI"/>
              </a:rPr>
              <a:t> </a:t>
            </a:r>
            <a:r>
              <a:rPr lang="en-US" sz="1800" spc="-8" noProof="0" dirty="0">
                <a:solidFill>
                  <a:srgbClr val="2D2C2C"/>
                </a:solidFill>
                <a:cs typeface="Segoe UI"/>
              </a:rPr>
              <a:t>administrative</a:t>
            </a:r>
            <a:r>
              <a:rPr lang="en-US" sz="1800" spc="45" noProof="0" dirty="0">
                <a:solidFill>
                  <a:srgbClr val="2D2C2C"/>
                </a:solidFill>
                <a:cs typeface="Segoe UI"/>
              </a:rPr>
              <a:t> </a:t>
            </a:r>
            <a:r>
              <a:rPr lang="en-US" sz="1800" spc="-4" noProof="0" dirty="0">
                <a:solidFill>
                  <a:srgbClr val="2D2C2C"/>
                </a:solidFill>
                <a:cs typeface="Segoe UI"/>
              </a:rPr>
              <a:t>functions.</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cs typeface="Segoe UI"/>
              </a:rPr>
              <a:t>Use</a:t>
            </a:r>
            <a:r>
              <a:rPr lang="en-US" sz="1800" spc="-24" noProof="0" dirty="0">
                <a:solidFill>
                  <a:srgbClr val="2D2C2C"/>
                </a:solidFill>
                <a:cs typeface="Segoe UI"/>
              </a:rPr>
              <a:t> </a:t>
            </a:r>
            <a:r>
              <a:rPr lang="en-US" sz="1800" spc="-8" noProof="0" dirty="0">
                <a:solidFill>
                  <a:srgbClr val="2D2C2C"/>
                </a:solidFill>
                <a:cs typeface="Segoe UI"/>
              </a:rPr>
              <a:t>them,</a:t>
            </a:r>
            <a:r>
              <a:rPr lang="en-US" sz="1800" spc="49" noProof="0" dirty="0">
                <a:solidFill>
                  <a:srgbClr val="2D2C2C"/>
                </a:solidFill>
                <a:cs typeface="Segoe UI"/>
              </a:rPr>
              <a:t> </a:t>
            </a:r>
            <a:r>
              <a:rPr lang="en-US" sz="1800" spc="-12" noProof="0" dirty="0">
                <a:solidFill>
                  <a:srgbClr val="2D2C2C"/>
                </a:solidFill>
                <a:cs typeface="Segoe UI"/>
              </a:rPr>
              <a:t>whenever </a:t>
            </a:r>
            <a:r>
              <a:rPr lang="en-US" sz="1800" spc="-16" noProof="0" dirty="0">
                <a:solidFill>
                  <a:srgbClr val="2D2C2C"/>
                </a:solidFill>
                <a:cs typeface="Segoe UI"/>
              </a:rPr>
              <a:t>relevant.</a:t>
            </a:r>
            <a:endParaRPr lang="en-US" sz="1800" noProof="0" dirty="0">
              <a:cs typeface="Segoe UI"/>
            </a:endParaRPr>
          </a:p>
          <a:p>
            <a:pPr marL="289957" indent="-280154">
              <a:spcBef>
                <a:spcPts val="975"/>
              </a:spcBef>
              <a:buClr>
                <a:srgbClr val="000000"/>
              </a:buClr>
              <a:buFont typeface="Arial"/>
              <a:buChar char="•"/>
              <a:tabLst>
                <a:tab pos="289957" algn="l"/>
                <a:tab pos="290473" algn="l"/>
              </a:tabLst>
            </a:pPr>
            <a:r>
              <a:rPr lang="en-US" sz="1800" spc="-8" noProof="0" dirty="0">
                <a:solidFill>
                  <a:srgbClr val="2D2C2C"/>
                </a:solidFill>
                <a:cs typeface="Segoe UI"/>
              </a:rPr>
              <a:t>Administration</a:t>
            </a:r>
            <a:r>
              <a:rPr lang="en-US" sz="1800" spc="37" noProof="0" dirty="0">
                <a:solidFill>
                  <a:srgbClr val="2D2C2C"/>
                </a:solidFill>
                <a:cs typeface="Segoe UI"/>
              </a:rPr>
              <a:t> </a:t>
            </a:r>
            <a:r>
              <a:rPr lang="en-US" sz="1800" spc="-4" noProof="0" dirty="0">
                <a:solidFill>
                  <a:srgbClr val="2D2C2C"/>
                </a:solidFill>
                <a:cs typeface="Segoe UI"/>
              </a:rPr>
              <a:t>should</a:t>
            </a:r>
            <a:r>
              <a:rPr lang="en-US" sz="1800" spc="16" noProof="0" dirty="0">
                <a:solidFill>
                  <a:srgbClr val="2D2C2C"/>
                </a:solidFill>
                <a:cs typeface="Segoe UI"/>
              </a:rPr>
              <a:t> </a:t>
            </a:r>
            <a:r>
              <a:rPr lang="en-US" sz="1800" spc="-4" noProof="0" dirty="0">
                <a:solidFill>
                  <a:srgbClr val="2D2C2C"/>
                </a:solidFill>
                <a:cs typeface="Segoe UI"/>
              </a:rPr>
              <a:t>be</a:t>
            </a:r>
            <a:r>
              <a:rPr lang="en-US" sz="1800" spc="12" noProof="0" dirty="0">
                <a:solidFill>
                  <a:srgbClr val="2D2C2C"/>
                </a:solidFill>
                <a:cs typeface="Segoe UI"/>
              </a:rPr>
              <a:t> </a:t>
            </a:r>
            <a:r>
              <a:rPr lang="en-US" sz="1800" spc="-4" noProof="0" dirty="0">
                <a:solidFill>
                  <a:srgbClr val="2D2C2C"/>
                </a:solidFill>
                <a:cs typeface="Segoe UI"/>
              </a:rPr>
              <a:t>done</a:t>
            </a:r>
            <a:r>
              <a:rPr lang="en-US" sz="1800" spc="8" noProof="0" dirty="0">
                <a:solidFill>
                  <a:srgbClr val="2D2C2C"/>
                </a:solidFill>
                <a:cs typeface="Segoe UI"/>
              </a:rPr>
              <a:t> </a:t>
            </a:r>
            <a:r>
              <a:rPr lang="en-US" sz="1800" spc="-4" noProof="0" dirty="0">
                <a:solidFill>
                  <a:srgbClr val="2D2C2C"/>
                </a:solidFill>
                <a:cs typeface="Segoe UI"/>
              </a:rPr>
              <a:t>by one</a:t>
            </a:r>
            <a:r>
              <a:rPr lang="en-US" sz="1800" spc="8" noProof="0" dirty="0">
                <a:solidFill>
                  <a:srgbClr val="2D2C2C"/>
                </a:solidFill>
                <a:cs typeface="Segoe UI"/>
              </a:rPr>
              <a:t> </a:t>
            </a:r>
            <a:r>
              <a:rPr lang="en-US" sz="1800" spc="-4" noProof="0" dirty="0">
                <a:solidFill>
                  <a:srgbClr val="2D2C2C"/>
                </a:solidFill>
                <a:cs typeface="Segoe UI"/>
              </a:rPr>
              <a:t>entity</a:t>
            </a:r>
            <a:r>
              <a:rPr lang="en-US" sz="1800" spc="16" noProof="0" dirty="0">
                <a:solidFill>
                  <a:srgbClr val="2D2C2C"/>
                </a:solidFill>
                <a:cs typeface="Segoe UI"/>
              </a:rPr>
              <a:t> </a:t>
            </a:r>
            <a:r>
              <a:rPr lang="en-US" sz="1800" spc="-8" noProof="0" dirty="0">
                <a:solidFill>
                  <a:srgbClr val="2D2C2C"/>
                </a:solidFill>
                <a:cs typeface="Segoe UI"/>
              </a:rPr>
              <a:t>at</a:t>
            </a:r>
            <a:r>
              <a:rPr lang="en-US" sz="1800" spc="-4" noProof="0" dirty="0">
                <a:solidFill>
                  <a:srgbClr val="2D2C2C"/>
                </a:solidFill>
                <a:cs typeface="Segoe UI"/>
              </a:rPr>
              <a:t> a</a:t>
            </a:r>
            <a:r>
              <a:rPr lang="en-US" sz="1800" spc="16" noProof="0" dirty="0">
                <a:solidFill>
                  <a:srgbClr val="2D2C2C"/>
                </a:solidFill>
                <a:cs typeface="Segoe UI"/>
              </a:rPr>
              <a:t> </a:t>
            </a:r>
            <a:r>
              <a:rPr lang="en-US" sz="1800" spc="-8" noProof="0" dirty="0">
                <a:solidFill>
                  <a:srgbClr val="2D2C2C"/>
                </a:solidFill>
                <a:cs typeface="Segoe UI"/>
              </a:rPr>
              <a:t>time.</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12" noProof="0" dirty="0">
                <a:solidFill>
                  <a:srgbClr val="2D2C2C"/>
                </a:solidFill>
                <a:cs typeface="Segoe UI"/>
              </a:rPr>
              <a:t>Check</a:t>
            </a:r>
            <a:r>
              <a:rPr lang="en-US" sz="1800" spc="28" noProof="0" dirty="0">
                <a:solidFill>
                  <a:srgbClr val="2D2C2C"/>
                </a:solidFill>
                <a:cs typeface="Segoe UI"/>
              </a:rPr>
              <a:t> </a:t>
            </a:r>
            <a:r>
              <a:rPr lang="en-US" sz="1800" spc="-8" noProof="0" dirty="0">
                <a:solidFill>
                  <a:srgbClr val="2D2C2C"/>
                </a:solidFill>
                <a:cs typeface="Segoe UI"/>
              </a:rPr>
              <a:t>that</a:t>
            </a:r>
            <a:r>
              <a:rPr lang="en-US" sz="1800" spc="12" noProof="0" dirty="0">
                <a:solidFill>
                  <a:srgbClr val="2D2C2C"/>
                </a:solidFill>
                <a:cs typeface="Segoe UI"/>
              </a:rPr>
              <a:t> </a:t>
            </a:r>
            <a:r>
              <a:rPr lang="en-US" sz="1800" spc="-4" noProof="0" dirty="0">
                <a:solidFill>
                  <a:srgbClr val="2D2C2C"/>
                </a:solidFill>
                <a:cs typeface="Segoe UI"/>
              </a:rPr>
              <a:t>no</a:t>
            </a:r>
            <a:r>
              <a:rPr lang="en-US" sz="1800" spc="8" noProof="0" dirty="0">
                <a:solidFill>
                  <a:srgbClr val="2D2C2C"/>
                </a:solidFill>
                <a:cs typeface="Segoe UI"/>
              </a:rPr>
              <a:t> </a:t>
            </a:r>
            <a:r>
              <a:rPr lang="en-US" sz="1800" spc="-4" noProof="0" dirty="0">
                <a:solidFill>
                  <a:srgbClr val="2D2C2C"/>
                </a:solidFill>
                <a:cs typeface="Segoe UI"/>
              </a:rPr>
              <a:t>one</a:t>
            </a:r>
            <a:r>
              <a:rPr lang="en-US" sz="1800" spc="8" noProof="0" dirty="0">
                <a:solidFill>
                  <a:srgbClr val="2D2C2C"/>
                </a:solidFill>
                <a:cs typeface="Segoe UI"/>
              </a:rPr>
              <a:t> </a:t>
            </a:r>
            <a:r>
              <a:rPr lang="en-US" sz="1800" spc="-8" noProof="0" dirty="0">
                <a:solidFill>
                  <a:srgbClr val="2D2C2C"/>
                </a:solidFill>
                <a:cs typeface="Segoe UI"/>
              </a:rPr>
              <a:t>else</a:t>
            </a:r>
            <a:r>
              <a:rPr lang="en-US" sz="1800" spc="24" noProof="0" dirty="0">
                <a:solidFill>
                  <a:srgbClr val="2D2C2C"/>
                </a:solidFill>
                <a:cs typeface="Segoe UI"/>
              </a:rPr>
              <a:t> </a:t>
            </a:r>
            <a:r>
              <a:rPr lang="en-US" sz="1800" spc="-8" noProof="0" dirty="0">
                <a:solidFill>
                  <a:srgbClr val="2D2C2C"/>
                </a:solidFill>
                <a:cs typeface="Segoe UI"/>
              </a:rPr>
              <a:t>is</a:t>
            </a:r>
            <a:r>
              <a:rPr lang="en-US" sz="1800" spc="12" noProof="0" dirty="0">
                <a:solidFill>
                  <a:srgbClr val="2D2C2C"/>
                </a:solidFill>
                <a:cs typeface="Segoe UI"/>
              </a:rPr>
              <a:t> </a:t>
            </a:r>
            <a:r>
              <a:rPr lang="en-US" sz="1800" spc="-4" noProof="0" dirty="0">
                <a:solidFill>
                  <a:srgbClr val="2D2C2C"/>
                </a:solidFill>
                <a:cs typeface="Segoe UI"/>
              </a:rPr>
              <a:t>logged</a:t>
            </a:r>
            <a:r>
              <a:rPr lang="en-US" sz="1800" spc="-8" noProof="0" dirty="0">
                <a:solidFill>
                  <a:srgbClr val="2D2C2C"/>
                </a:solidFill>
                <a:cs typeface="Segoe UI"/>
              </a:rPr>
              <a:t> in</a:t>
            </a:r>
            <a:r>
              <a:rPr lang="en-US" sz="1800" spc="20" noProof="0" dirty="0">
                <a:solidFill>
                  <a:srgbClr val="2D2C2C"/>
                </a:solidFill>
                <a:cs typeface="Segoe UI"/>
              </a:rPr>
              <a:t> </a:t>
            </a:r>
            <a:r>
              <a:rPr lang="en-US" sz="1800" spc="-4" noProof="0" dirty="0">
                <a:solidFill>
                  <a:srgbClr val="2D2C2C"/>
                </a:solidFill>
                <a:cs typeface="Segoe UI"/>
              </a:rPr>
              <a:t>as</a:t>
            </a:r>
            <a:r>
              <a:rPr lang="en-US" sz="1800" spc="33"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root</a:t>
            </a:r>
            <a:r>
              <a:rPr lang="en-US" spc="-4" noProof="0" dirty="0">
                <a:solidFill>
                  <a:srgbClr val="2D2C2C"/>
                </a:solidFill>
                <a:cs typeface="Segoe UI"/>
              </a:rPr>
              <a:t>.</a:t>
            </a:r>
          </a:p>
          <a:p>
            <a:pPr marL="518001" lvl="1" indent="-233204">
              <a:spcBef>
                <a:spcPts val="492"/>
              </a:spcBef>
              <a:buClr>
                <a:srgbClr val="000000"/>
              </a:buClr>
              <a:buFont typeface="Arial"/>
              <a:buChar char="•"/>
              <a:tabLst>
                <a:tab pos="517485" algn="l"/>
                <a:tab pos="518001" algn="l"/>
              </a:tabLst>
            </a:pPr>
            <a:r>
              <a:rPr lang="en-US" sz="1800" spc="-4" noProof="0" dirty="0">
                <a:solidFill>
                  <a:srgbClr val="2D2C2C"/>
                </a:solidFill>
                <a:cs typeface="Segoe UI"/>
              </a:rPr>
              <a:t>If</a:t>
            </a:r>
            <a:r>
              <a:rPr lang="en-US" sz="1800" spc="-24" noProof="0" dirty="0">
                <a:solidFill>
                  <a:srgbClr val="2D2C2C"/>
                </a:solidFill>
                <a:cs typeface="Segoe UI"/>
              </a:rPr>
              <a:t> </a:t>
            </a:r>
            <a:r>
              <a:rPr lang="en-US" sz="1800" spc="-8" noProof="0" dirty="0">
                <a:solidFill>
                  <a:srgbClr val="2D2C2C"/>
                </a:solidFill>
                <a:cs typeface="Segoe UI"/>
              </a:rPr>
              <a:t>someone</a:t>
            </a:r>
            <a:r>
              <a:rPr lang="en-US" sz="1800" spc="49" noProof="0" dirty="0">
                <a:solidFill>
                  <a:srgbClr val="2D2C2C"/>
                </a:solidFill>
                <a:cs typeface="Segoe UI"/>
              </a:rPr>
              <a:t> </a:t>
            </a:r>
            <a:r>
              <a:rPr lang="en-US" sz="1800" spc="-8" noProof="0" dirty="0">
                <a:solidFill>
                  <a:srgbClr val="2D2C2C"/>
                </a:solidFill>
                <a:cs typeface="Segoe UI"/>
              </a:rPr>
              <a:t>else</a:t>
            </a:r>
            <a:r>
              <a:rPr lang="en-US" sz="1800" spc="49" noProof="0" dirty="0">
                <a:solidFill>
                  <a:srgbClr val="2D2C2C"/>
                </a:solidFill>
                <a:cs typeface="Segoe UI"/>
              </a:rPr>
              <a:t> </a:t>
            </a:r>
            <a:r>
              <a:rPr lang="en-US" sz="1800" spc="-8" noProof="0" dirty="0">
                <a:solidFill>
                  <a:srgbClr val="2D2C2C"/>
                </a:solidFill>
                <a:cs typeface="Segoe UI"/>
              </a:rPr>
              <a:t>is</a:t>
            </a:r>
            <a:r>
              <a:rPr lang="en-US" sz="1800" spc="-4" noProof="0" dirty="0">
                <a:solidFill>
                  <a:srgbClr val="2D2C2C"/>
                </a:solidFill>
                <a:cs typeface="Segoe UI"/>
              </a:rPr>
              <a:t> working</a:t>
            </a:r>
            <a:r>
              <a:rPr lang="en-US" sz="1800" spc="37" noProof="0" dirty="0">
                <a:solidFill>
                  <a:srgbClr val="2D2C2C"/>
                </a:solidFill>
                <a:cs typeface="Segoe UI"/>
              </a:rPr>
              <a:t> </a:t>
            </a:r>
            <a:r>
              <a:rPr lang="en-US" sz="1800" spc="-4" noProof="0" dirty="0">
                <a:solidFill>
                  <a:srgbClr val="2D2C2C"/>
                </a:solidFill>
                <a:cs typeface="Segoe UI"/>
              </a:rPr>
              <a:t>as</a:t>
            </a:r>
            <a:r>
              <a:rPr lang="en-US" sz="1800" spc="8"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root</a:t>
            </a:r>
            <a:r>
              <a:rPr lang="en-US" sz="1800" spc="-4" noProof="0" dirty="0">
                <a:solidFill>
                  <a:srgbClr val="2D2C2C"/>
                </a:solidFill>
                <a:cs typeface="Segoe UI"/>
              </a:rPr>
              <a:t>,</a:t>
            </a:r>
            <a:r>
              <a:rPr lang="en-US" sz="1800" spc="20" noProof="0" dirty="0">
                <a:solidFill>
                  <a:srgbClr val="2D2C2C"/>
                </a:solidFill>
                <a:cs typeface="Segoe UI"/>
              </a:rPr>
              <a:t> </a:t>
            </a:r>
            <a:r>
              <a:rPr lang="en-US" sz="1800" spc="-4" noProof="0" dirty="0">
                <a:solidFill>
                  <a:srgbClr val="2D2C2C"/>
                </a:solidFill>
                <a:cs typeface="Segoe UI"/>
              </a:rPr>
              <a:t>find</a:t>
            </a:r>
            <a:r>
              <a:rPr lang="en-US" sz="1800" noProof="0" dirty="0">
                <a:solidFill>
                  <a:srgbClr val="2D2C2C"/>
                </a:solidFill>
                <a:cs typeface="Segoe UI"/>
              </a:rPr>
              <a:t> </a:t>
            </a:r>
            <a:r>
              <a:rPr lang="en-US" sz="1800" spc="-4" noProof="0" dirty="0">
                <a:solidFill>
                  <a:srgbClr val="2D2C2C"/>
                </a:solidFill>
                <a:cs typeface="Segoe UI"/>
              </a:rPr>
              <a:t>out</a:t>
            </a:r>
            <a:r>
              <a:rPr lang="en-US" sz="1800" spc="16" noProof="0" dirty="0">
                <a:solidFill>
                  <a:srgbClr val="2D2C2C"/>
                </a:solidFill>
                <a:cs typeface="Segoe UI"/>
              </a:rPr>
              <a:t> </a:t>
            </a:r>
            <a:r>
              <a:rPr lang="en-US" sz="1800" spc="-4" noProof="0" dirty="0">
                <a:solidFill>
                  <a:srgbClr val="2D2C2C"/>
                </a:solidFill>
                <a:cs typeface="Segoe UI"/>
              </a:rPr>
              <a:t>what</a:t>
            </a:r>
            <a:r>
              <a:rPr lang="en-US" sz="1800" spc="12" noProof="0" dirty="0">
                <a:solidFill>
                  <a:srgbClr val="2D2C2C"/>
                </a:solidFill>
                <a:cs typeface="Segoe UI"/>
              </a:rPr>
              <a:t> </a:t>
            </a:r>
            <a:r>
              <a:rPr lang="en-US" sz="1800" spc="-8" noProof="0" dirty="0">
                <a:solidFill>
                  <a:srgbClr val="2D2C2C"/>
                </a:solidFill>
                <a:cs typeface="Segoe UI"/>
              </a:rPr>
              <a:t>they</a:t>
            </a:r>
            <a:r>
              <a:rPr lang="en-US" sz="1800" spc="16" noProof="0" dirty="0">
                <a:solidFill>
                  <a:srgbClr val="2D2C2C"/>
                </a:solidFill>
                <a:cs typeface="Segoe UI"/>
              </a:rPr>
              <a:t> </a:t>
            </a:r>
            <a:r>
              <a:rPr lang="en-US" sz="1800" spc="-12" noProof="0" dirty="0">
                <a:solidFill>
                  <a:srgbClr val="2D2C2C"/>
                </a:solidFill>
                <a:cs typeface="Segoe UI"/>
              </a:rPr>
              <a:t>are</a:t>
            </a:r>
            <a:r>
              <a:rPr lang="en-US" sz="1800" spc="12" noProof="0" dirty="0">
                <a:solidFill>
                  <a:srgbClr val="2D2C2C"/>
                </a:solidFill>
                <a:cs typeface="Segoe UI"/>
              </a:rPr>
              <a:t> </a:t>
            </a:r>
            <a:r>
              <a:rPr lang="en-US" sz="1800" spc="-8" noProof="0" dirty="0">
                <a:solidFill>
                  <a:srgbClr val="2D2C2C"/>
                </a:solidFill>
                <a:cs typeface="Segoe UI"/>
              </a:rPr>
              <a:t>doing.</a:t>
            </a:r>
            <a:endParaRPr lang="en-US" sz="1800" noProof="0" dirty="0">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4</a:t>
            </a:fld>
            <a:endParaRPr lang="en-US" noProof="0" dirty="0"/>
          </a:p>
        </p:txBody>
      </p:sp>
      <p:sp>
        <p:nvSpPr>
          <p:cNvPr id="22" name="object 4">
            <a:extLst>
              <a:ext uri="{FF2B5EF4-FFF2-40B4-BE49-F238E27FC236}">
                <a16:creationId xmlns:a16="http://schemas.microsoft.com/office/drawing/2014/main" id="{AC33F83C-5FF4-8B06-E2E2-1705EA600BAE}"/>
              </a:ext>
            </a:extLst>
          </p:cNvPr>
          <p:cNvSpPr txBox="1"/>
          <p:nvPr/>
        </p:nvSpPr>
        <p:spPr>
          <a:xfrm>
            <a:off x="4818339" y="4883770"/>
            <a:ext cx="6770687" cy="1198053"/>
          </a:xfrm>
          <a:prstGeom prst="rect">
            <a:avLst/>
          </a:prstGeom>
          <a:solidFill>
            <a:srgbClr val="FB0028"/>
          </a:solidFill>
          <a:ln w="12600">
            <a:solidFill>
              <a:srgbClr val="000066"/>
            </a:solidFill>
          </a:ln>
        </p:spPr>
        <p:txBody>
          <a:bodyPr vert="horz" wrap="square" lIns="0" tIns="2064" rIns="0" bIns="0" rtlCol="0">
            <a:spAutoFit/>
          </a:bodyPr>
          <a:lstStyle/>
          <a:p>
            <a:pPr marL="3096" algn="ctr">
              <a:spcBef>
                <a:spcPts val="16"/>
              </a:spcBef>
            </a:pPr>
            <a:r>
              <a:rPr lang="en-US" sz="3200" b="1" spc="-12" noProof="0" dirty="0">
                <a:solidFill>
                  <a:srgbClr val="FFFF00"/>
                </a:solidFill>
                <a:cs typeface="Segoe UI"/>
              </a:rPr>
              <a:t>WARNING</a:t>
            </a:r>
            <a:endParaRPr lang="en-US" sz="3200" noProof="0" dirty="0">
              <a:solidFill>
                <a:srgbClr val="FFFF00"/>
              </a:solidFill>
              <a:cs typeface="Segoe UI"/>
            </a:endParaRPr>
          </a:p>
          <a:p>
            <a:pPr algn="ctr">
              <a:spcBef>
                <a:spcPts val="508"/>
              </a:spcBef>
            </a:pPr>
            <a:r>
              <a:rPr lang="en-US" sz="1869" b="1" noProof="0" dirty="0">
                <a:solidFill>
                  <a:srgbClr val="FFFFFF"/>
                </a:solidFill>
                <a:cs typeface="Segoe UI"/>
              </a:rPr>
              <a:t>root</a:t>
            </a:r>
            <a:r>
              <a:rPr lang="en-US" sz="1869" b="1" spc="-57" noProof="0" dirty="0">
                <a:solidFill>
                  <a:srgbClr val="FFFFFF"/>
                </a:solidFill>
                <a:cs typeface="Segoe UI"/>
              </a:rPr>
              <a:t> </a:t>
            </a:r>
            <a:r>
              <a:rPr lang="en-US" sz="1869" b="1" noProof="0" dirty="0">
                <a:solidFill>
                  <a:srgbClr val="FFFFFF"/>
                </a:solidFill>
                <a:cs typeface="Segoe UI"/>
              </a:rPr>
              <a:t>can</a:t>
            </a:r>
            <a:r>
              <a:rPr lang="en-US" sz="1869" b="1" spc="-8" noProof="0" dirty="0">
                <a:solidFill>
                  <a:srgbClr val="FFFFFF"/>
                </a:solidFill>
                <a:cs typeface="Segoe UI"/>
              </a:rPr>
              <a:t> </a:t>
            </a:r>
            <a:r>
              <a:rPr lang="en-US" sz="1869" b="1" spc="-4" noProof="0" dirty="0">
                <a:solidFill>
                  <a:srgbClr val="FFFFFF"/>
                </a:solidFill>
                <a:cs typeface="Segoe UI"/>
              </a:rPr>
              <a:t>irrevocably</a:t>
            </a:r>
            <a:r>
              <a:rPr lang="en-US" sz="1869" b="1" spc="-41" noProof="0" dirty="0">
                <a:solidFill>
                  <a:srgbClr val="FFFFFF"/>
                </a:solidFill>
                <a:cs typeface="Segoe UI"/>
              </a:rPr>
              <a:t> </a:t>
            </a:r>
            <a:r>
              <a:rPr lang="en-US" sz="1869" b="1" spc="-4" noProof="0" dirty="0">
                <a:solidFill>
                  <a:srgbClr val="FFFFFF"/>
                </a:solidFill>
                <a:cs typeface="Segoe UI"/>
              </a:rPr>
              <a:t>damage</a:t>
            </a:r>
            <a:r>
              <a:rPr lang="en-US" sz="1869" b="1" noProof="0" dirty="0">
                <a:solidFill>
                  <a:srgbClr val="FFFFFF"/>
                </a:solidFill>
                <a:cs typeface="Segoe UI"/>
              </a:rPr>
              <a:t> </a:t>
            </a:r>
            <a:r>
              <a:rPr lang="en-US" sz="1869" b="1" spc="-4" noProof="0" dirty="0">
                <a:solidFill>
                  <a:srgbClr val="FFFFFF"/>
                </a:solidFill>
                <a:cs typeface="Segoe UI"/>
              </a:rPr>
              <a:t>the</a:t>
            </a:r>
            <a:r>
              <a:rPr lang="en-US" sz="1869" b="1" spc="8" noProof="0" dirty="0">
                <a:solidFill>
                  <a:srgbClr val="FFFFFF"/>
                </a:solidFill>
                <a:cs typeface="Segoe UI"/>
              </a:rPr>
              <a:t> </a:t>
            </a:r>
            <a:r>
              <a:rPr lang="en-US" sz="1869" b="1" spc="-4" noProof="0" dirty="0">
                <a:solidFill>
                  <a:srgbClr val="FFFFFF"/>
                </a:solidFill>
                <a:cs typeface="Segoe UI"/>
              </a:rPr>
              <a:t>system</a:t>
            </a:r>
            <a:r>
              <a:rPr lang="en-US" sz="1869" b="1" spc="33" noProof="0" dirty="0">
                <a:solidFill>
                  <a:srgbClr val="FFFFFF"/>
                </a:solidFill>
                <a:cs typeface="Segoe UI"/>
              </a:rPr>
              <a:t>.</a:t>
            </a:r>
            <a:endParaRPr lang="en-US" sz="1869" noProof="0" dirty="0">
              <a:cs typeface="Segoe UI"/>
            </a:endParaRPr>
          </a:p>
          <a:p>
            <a:pPr marL="1548" algn="ctr">
              <a:spcBef>
                <a:spcPts val="508"/>
              </a:spcBef>
            </a:pPr>
            <a:r>
              <a:rPr lang="en-US" sz="1869" b="1" spc="-4" noProof="0" dirty="0">
                <a:solidFill>
                  <a:srgbClr val="FFFFFF"/>
                </a:solidFill>
                <a:cs typeface="Segoe UI"/>
              </a:rPr>
              <a:t>Take</a:t>
            </a:r>
            <a:r>
              <a:rPr lang="en-US" sz="1869" b="1" spc="-33" noProof="0" dirty="0">
                <a:solidFill>
                  <a:srgbClr val="FFFFFF"/>
                </a:solidFill>
                <a:cs typeface="Segoe UI"/>
              </a:rPr>
              <a:t> </a:t>
            </a:r>
            <a:r>
              <a:rPr lang="en-US" sz="1869" b="1" noProof="0" dirty="0">
                <a:solidFill>
                  <a:srgbClr val="FFFFFF"/>
                </a:solidFill>
                <a:cs typeface="Segoe UI"/>
              </a:rPr>
              <a:t>care</a:t>
            </a:r>
            <a:r>
              <a:rPr lang="en-US" sz="1869" b="1" spc="-16" noProof="0" dirty="0">
                <a:solidFill>
                  <a:srgbClr val="FFFFFF"/>
                </a:solidFill>
                <a:cs typeface="Segoe UI"/>
              </a:rPr>
              <a:t> </a:t>
            </a:r>
            <a:r>
              <a:rPr lang="en-US" sz="1869" b="1" noProof="0" dirty="0">
                <a:solidFill>
                  <a:srgbClr val="FFFFFF"/>
                </a:solidFill>
                <a:cs typeface="Segoe UI"/>
              </a:rPr>
              <a:t>when</a:t>
            </a:r>
            <a:r>
              <a:rPr lang="en-US" sz="1869" b="1" spc="-12" noProof="0" dirty="0">
                <a:solidFill>
                  <a:srgbClr val="FFFFFF"/>
                </a:solidFill>
                <a:cs typeface="Segoe UI"/>
              </a:rPr>
              <a:t> </a:t>
            </a:r>
            <a:r>
              <a:rPr lang="en-US" sz="1869" b="1" noProof="0" dirty="0">
                <a:solidFill>
                  <a:srgbClr val="FFFFFF"/>
                </a:solidFill>
                <a:cs typeface="Segoe UI"/>
              </a:rPr>
              <a:t>working</a:t>
            </a:r>
            <a:r>
              <a:rPr lang="en-US" sz="1869" b="1" spc="-61" noProof="0" dirty="0">
                <a:solidFill>
                  <a:srgbClr val="FFFFFF"/>
                </a:solidFill>
                <a:cs typeface="Segoe UI"/>
              </a:rPr>
              <a:t> </a:t>
            </a:r>
            <a:r>
              <a:rPr lang="en-US" sz="1869" b="1" noProof="0" dirty="0">
                <a:solidFill>
                  <a:srgbClr val="FFFFFF"/>
                </a:solidFill>
                <a:cs typeface="Segoe UI"/>
              </a:rPr>
              <a:t>as</a:t>
            </a:r>
            <a:r>
              <a:rPr lang="en-US" sz="1869" b="1" spc="-8" noProof="0" dirty="0">
                <a:solidFill>
                  <a:srgbClr val="FFFFFF"/>
                </a:solidFill>
                <a:cs typeface="Segoe UI"/>
              </a:rPr>
              <a:t> </a:t>
            </a:r>
            <a:r>
              <a:rPr lang="en-US" sz="1869" b="1" noProof="0" dirty="0">
                <a:solidFill>
                  <a:srgbClr val="FFFFFF"/>
                </a:solidFill>
                <a:cs typeface="Segoe UI"/>
              </a:rPr>
              <a:t>root.</a:t>
            </a:r>
            <a:endParaRPr lang="en-US" sz="1869" noProof="0" dirty="0">
              <a:cs typeface="Segoe UI"/>
            </a:endParaRPr>
          </a:p>
        </p:txBody>
      </p:sp>
      <p:pic>
        <p:nvPicPr>
          <p:cNvPr id="10" name="Picture 9">
            <a:extLst>
              <a:ext uri="{FF2B5EF4-FFF2-40B4-BE49-F238E27FC236}">
                <a16:creationId xmlns:a16="http://schemas.microsoft.com/office/drawing/2014/main" id="{ABEAB033-7967-85A3-92E4-9AED3441268F}"/>
              </a:ext>
            </a:extLst>
          </p:cNvPr>
          <p:cNvPicPr>
            <a:picLocks noChangeAspect="1"/>
          </p:cNvPicPr>
          <p:nvPr/>
        </p:nvPicPr>
        <p:blipFill>
          <a:blip r:embed="rId3"/>
          <a:stretch>
            <a:fillRect/>
          </a:stretch>
        </p:blipFill>
        <p:spPr>
          <a:xfrm>
            <a:off x="9750287" y="698085"/>
            <a:ext cx="1838739" cy="1828764"/>
          </a:xfrm>
          <a:prstGeom prst="rect">
            <a:avLst/>
          </a:prstGeom>
        </p:spPr>
      </p:pic>
    </p:spTree>
    <p:extLst>
      <p:ext uri="{BB962C8B-B14F-4D97-AF65-F5344CB8AC3E}">
        <p14:creationId xmlns:p14="http://schemas.microsoft.com/office/powerpoint/2010/main" val="19189691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F578D1-B602-5C38-D266-6DE9CD68C57E}"/>
              </a:ext>
            </a:extLst>
          </p:cNvPr>
          <p:cNvSpPr>
            <a:spLocks noGrp="1"/>
          </p:cNvSpPr>
          <p:nvPr>
            <p:ph type="ctrTitle"/>
          </p:nvPr>
        </p:nvSpPr>
        <p:spPr/>
        <p:txBody>
          <a:bodyPr/>
          <a:lstStyle/>
          <a:p>
            <a:r>
              <a:rPr lang="en-US" noProof="0" dirty="0"/>
              <a:t>Life of an administrator</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pPr marL="285750" indent="-285750">
              <a:buFont typeface="Arial" panose="020B0604020202020204" pitchFamily="34" charset="0"/>
              <a:buChar char="•"/>
            </a:pPr>
            <a:r>
              <a:rPr lang="en-US" sz="1800" noProof="0" dirty="0">
                <a:solidFill>
                  <a:schemeClr val="tx1"/>
                </a:solidFill>
              </a:rPr>
              <a:t>Keep your technical knowledge up-to-date.</a:t>
            </a:r>
          </a:p>
          <a:p>
            <a:pPr lvl="1"/>
            <a:r>
              <a:rPr lang="en-US" sz="1800" noProof="0" dirty="0"/>
              <a:t>Monitor developments.</a:t>
            </a:r>
          </a:p>
          <a:p>
            <a:pPr lvl="1"/>
            <a:r>
              <a:rPr lang="en-US" sz="1800" noProof="0" dirty="0"/>
              <a:t>Apply patches / upgrades.</a:t>
            </a:r>
          </a:p>
          <a:p>
            <a:pPr lvl="1"/>
            <a:endParaRPr lang="en-US" sz="1800" noProof="0" dirty="0"/>
          </a:p>
          <a:p>
            <a:pPr marL="285750" indent="-285750">
              <a:buFont typeface="Arial" panose="020B0604020202020204" pitchFamily="34" charset="0"/>
              <a:buChar char="•"/>
            </a:pPr>
            <a:r>
              <a:rPr lang="en-US" sz="1800" noProof="0" dirty="0">
                <a:solidFill>
                  <a:schemeClr val="tx1"/>
                </a:solidFill>
              </a:rPr>
              <a:t>Learn your system.</a:t>
            </a:r>
          </a:p>
          <a:p>
            <a:pPr lvl="1"/>
            <a:r>
              <a:rPr lang="en-US" sz="1800" noProof="0" dirty="0"/>
              <a:t>Who is using it, why?</a:t>
            </a:r>
          </a:p>
          <a:p>
            <a:pPr lvl="1"/>
            <a:r>
              <a:rPr lang="en-US" sz="1800" noProof="0" dirty="0"/>
              <a:t>What services are / should be available?</a:t>
            </a:r>
          </a:p>
          <a:p>
            <a:pPr lvl="1"/>
            <a:r>
              <a:rPr lang="en-US" sz="1800" noProof="0" dirty="0"/>
              <a:t>Know the expectations of the users and applications.</a:t>
            </a:r>
          </a:p>
          <a:p>
            <a:pPr lvl="1"/>
            <a:endParaRPr lang="en-US" sz="1800" noProof="0" dirty="0"/>
          </a:p>
          <a:p>
            <a:pPr marL="285750" indent="-285750">
              <a:buFont typeface="Arial" panose="020B0604020202020204" pitchFamily="34" charset="0"/>
              <a:buChar char="•"/>
            </a:pPr>
            <a:r>
              <a:rPr lang="en-US" sz="1800" noProof="0" dirty="0">
                <a:solidFill>
                  <a:schemeClr val="tx1"/>
                </a:solidFill>
              </a:rPr>
              <a:t>Maintain correct configuration of system services.</a:t>
            </a:r>
          </a:p>
          <a:p>
            <a:pPr lvl="1"/>
            <a:r>
              <a:rPr lang="en-US" sz="1800" noProof="0" dirty="0"/>
              <a:t>Understand the configuration files under /etc</a:t>
            </a:r>
            <a:r>
              <a:rPr lang="en-US" noProof="0" dirty="0"/>
              <a:t>.</a:t>
            </a:r>
            <a:endParaRPr lang="en-US" sz="1800" noProof="0" dirty="0"/>
          </a:p>
          <a:p>
            <a:pPr lvl="1"/>
            <a:r>
              <a:rPr lang="en-US" sz="1800" noProof="0" dirty="0"/>
              <a:t>Use the best tool for the job!</a:t>
            </a:r>
          </a:p>
          <a:p>
            <a:pPr lvl="1"/>
            <a:r>
              <a:rPr lang="en-US" sz="1800" noProof="0" dirty="0"/>
              <a:t>Where available, use front end utility – these are safer.</a:t>
            </a:r>
          </a:p>
          <a:p>
            <a:pPr marL="285750" indent="-285750">
              <a:buFont typeface="Arial" panose="020B0604020202020204" pitchFamily="34" charset="0"/>
              <a:buChar char="•"/>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5</a:t>
            </a:fld>
            <a:endParaRPr lang="en-US" noProof="0" dirty="0"/>
          </a:p>
        </p:txBody>
      </p:sp>
      <p:pic>
        <p:nvPicPr>
          <p:cNvPr id="6" name="Picture 5">
            <a:extLst>
              <a:ext uri="{FF2B5EF4-FFF2-40B4-BE49-F238E27FC236}">
                <a16:creationId xmlns:a16="http://schemas.microsoft.com/office/drawing/2014/main" id="{B580290D-132A-535D-2B2D-873B3C7F0D9F}"/>
              </a:ext>
            </a:extLst>
          </p:cNvPr>
          <p:cNvPicPr>
            <a:picLocks noChangeAspect="1"/>
          </p:cNvPicPr>
          <p:nvPr/>
        </p:nvPicPr>
        <p:blipFill>
          <a:blip r:embed="rId3"/>
          <a:stretch>
            <a:fillRect/>
          </a:stretch>
        </p:blipFill>
        <p:spPr>
          <a:xfrm>
            <a:off x="8276865" y="427930"/>
            <a:ext cx="1806505" cy="1862498"/>
          </a:xfrm>
          <a:prstGeom prst="rect">
            <a:avLst/>
          </a:prstGeom>
        </p:spPr>
      </p:pic>
    </p:spTree>
    <p:extLst>
      <p:ext uri="{BB962C8B-B14F-4D97-AF65-F5344CB8AC3E}">
        <p14:creationId xmlns:p14="http://schemas.microsoft.com/office/powerpoint/2010/main" val="783978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7B389D1B-DCC5-B0B3-F1FD-35FF257E56A3}"/>
              </a:ext>
            </a:extLst>
          </p:cNvPr>
          <p:cNvSpPr>
            <a:spLocks noGrp="1"/>
          </p:cNvSpPr>
          <p:nvPr>
            <p:ph type="ctrTitle"/>
          </p:nvPr>
        </p:nvSpPr>
        <p:spPr/>
        <p:txBody>
          <a:bodyPr/>
          <a:lstStyle/>
          <a:p>
            <a:r>
              <a:rPr lang="en-US" noProof="0" dirty="0"/>
              <a:t>Important file locations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noProof="0" dirty="0">
                <a:solidFill>
                  <a:schemeClr val="tx1"/>
                </a:solidFill>
              </a:rPr>
              <a:t>Example of typical UNIX approach to file locations:</a:t>
            </a:r>
          </a:p>
          <a:p>
            <a:pPr lvl="1"/>
            <a:r>
              <a:rPr lang="en-US" sz="1800" noProof="0" dirty="0"/>
              <a:t>Configuration files are under </a:t>
            </a:r>
            <a:r>
              <a:rPr lang="en-US" sz="1800" b="0" noProof="0"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US" sz="1800" noProof="0" dirty="0">
                <a:solidFill>
                  <a:srgbClr val="0000C8"/>
                </a:solidFill>
                <a:latin typeface="Hack" panose="020B0609030202020204" pitchFamily="49" charset="0"/>
                <a:ea typeface="Hack" panose="020B0609030202020204" pitchFamily="49" charset="0"/>
                <a:cs typeface="Hack" panose="020B0609030202020204" pitchFamily="49" charset="0"/>
              </a:rPr>
              <a:t>etc</a:t>
            </a:r>
            <a:r>
              <a:rPr lang="en-US" sz="1800" noProof="0" dirty="0">
                <a:latin typeface="Hack" panose="020B0609030202020204" pitchFamily="49" charset="0"/>
                <a:ea typeface="Hack" panose="020B0609030202020204" pitchFamily="49" charset="0"/>
                <a:cs typeface="Hack" panose="020B0609030202020204" pitchFamily="49" charset="0"/>
              </a:rPr>
              <a:t> </a:t>
            </a:r>
            <a:r>
              <a:rPr lang="en-US" sz="1800" noProof="0" dirty="0"/>
              <a:t>directory structure.</a:t>
            </a:r>
          </a:p>
          <a:p>
            <a:pPr lvl="1"/>
            <a:r>
              <a:rPr lang="en-US" sz="1800" noProof="0" dirty="0"/>
              <a:t>Spool, request, and log files are under </a:t>
            </a:r>
            <a:r>
              <a:rPr lang="en-US" sz="1800" noProof="0" dirty="0">
                <a:solidFill>
                  <a:srgbClr val="0000C8"/>
                </a:solidFill>
                <a:latin typeface="Hack" panose="020B0609030202020204" pitchFamily="49" charset="0"/>
                <a:ea typeface="Hack" panose="020B0609030202020204" pitchFamily="49" charset="0"/>
                <a:cs typeface="Hack" panose="020B0609030202020204" pitchFamily="49" charset="0"/>
              </a:rPr>
              <a:t>/var</a:t>
            </a:r>
            <a:r>
              <a:rPr lang="en-US" sz="1800" noProof="0" dirty="0">
                <a:latin typeface="Hack" panose="020B0609030202020204" pitchFamily="49" charset="0"/>
                <a:ea typeface="Hack" panose="020B0609030202020204" pitchFamily="49" charset="0"/>
                <a:cs typeface="Hack" panose="020B0609030202020204" pitchFamily="49" charset="0"/>
              </a:rPr>
              <a:t> </a:t>
            </a:r>
            <a:r>
              <a:rPr lang="en-US" sz="1800" noProof="0" dirty="0"/>
              <a:t>branch.</a:t>
            </a:r>
          </a:p>
          <a:p>
            <a:pPr lvl="1"/>
            <a:r>
              <a:rPr lang="en-US" sz="1800" noProof="0" dirty="0"/>
              <a:t>Details differ from system to system, but same layout principle.</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6</a:t>
            </a:fld>
            <a:endParaRPr lang="en-US" noProof="0" dirty="0"/>
          </a:p>
        </p:txBody>
      </p:sp>
      <p:grpSp>
        <p:nvGrpSpPr>
          <p:cNvPr id="3" name="Group 2">
            <a:extLst>
              <a:ext uri="{FF2B5EF4-FFF2-40B4-BE49-F238E27FC236}">
                <a16:creationId xmlns:a16="http://schemas.microsoft.com/office/drawing/2014/main" id="{F7D7E688-0B44-E1F8-FBD4-C7F1DEF3AB79}"/>
              </a:ext>
            </a:extLst>
          </p:cNvPr>
          <p:cNvGrpSpPr/>
          <p:nvPr/>
        </p:nvGrpSpPr>
        <p:grpSpPr>
          <a:xfrm>
            <a:off x="4411662" y="3041791"/>
            <a:ext cx="7264400" cy="3270972"/>
            <a:chOff x="2298700" y="2771775"/>
            <a:chExt cx="8059739" cy="3557217"/>
          </a:xfrm>
        </p:grpSpPr>
        <p:graphicFrame>
          <p:nvGraphicFramePr>
            <p:cNvPr id="4" name="Object 4">
              <a:extLst>
                <a:ext uri="{FF2B5EF4-FFF2-40B4-BE49-F238E27FC236}">
                  <a16:creationId xmlns:a16="http://schemas.microsoft.com/office/drawing/2014/main" id="{B85DD540-F239-45F3-3A7D-17DD6C804E0A}"/>
                </a:ext>
              </a:extLst>
            </p:cNvPr>
            <p:cNvGraphicFramePr>
              <a:graphicFrameLocks noChangeAspect="1"/>
            </p:cNvGraphicFramePr>
            <p:nvPr/>
          </p:nvGraphicFramePr>
          <p:xfrm>
            <a:off x="2590800" y="2771775"/>
            <a:ext cx="7221538" cy="2357438"/>
          </p:xfrm>
          <a:graphic>
            <a:graphicData uri="http://schemas.openxmlformats.org/presentationml/2006/ole">
              <mc:AlternateContent xmlns:mc="http://schemas.openxmlformats.org/markup-compatibility/2006">
                <mc:Choice xmlns:v="urn:schemas-microsoft-com:vml" Requires="v">
                  <p:oleObj name="Organization Chart" r:id="rId3" imgW="4152600" imgH="1720800" progId="OrgPlusWOPX.4">
                    <p:embed followColorScheme="full"/>
                  </p:oleObj>
                </mc:Choice>
                <mc:Fallback>
                  <p:oleObj name="Organization Chart" r:id="rId3" imgW="4152600" imgH="1720800" progId="OrgPlusWOPX.4">
                    <p:embed followColorScheme="full"/>
                    <p:pic>
                      <p:nvPicPr>
                        <p:cNvPr id="4" name="Object 4">
                          <a:extLst>
                            <a:ext uri="{FF2B5EF4-FFF2-40B4-BE49-F238E27FC236}">
                              <a16:creationId xmlns:a16="http://schemas.microsoft.com/office/drawing/2014/main" id="{B85DD540-F239-45F3-3A7D-17DD6C804E0A}"/>
                            </a:ext>
                          </a:extLst>
                        </p:cNvPr>
                        <p:cNvPicPr>
                          <a:picLocks noChangeAspect="1" noChangeArrowheads="1"/>
                        </p:cNvPicPr>
                        <p:nvPr/>
                      </p:nvPicPr>
                      <p:blipFill>
                        <a:blip r:embed="rId4"/>
                        <a:srcRect/>
                        <a:stretch>
                          <a:fillRect/>
                        </a:stretch>
                      </p:blipFill>
                      <p:spPr bwMode="auto">
                        <a:xfrm>
                          <a:off x="2590800" y="2771775"/>
                          <a:ext cx="7221538" cy="2357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Oval 5">
              <a:extLst>
                <a:ext uri="{FF2B5EF4-FFF2-40B4-BE49-F238E27FC236}">
                  <a16:creationId xmlns:a16="http://schemas.microsoft.com/office/drawing/2014/main" id="{0F003BA1-1C64-3896-069D-F7946EC69ECF}"/>
                </a:ext>
              </a:extLst>
            </p:cNvPr>
            <p:cNvSpPr>
              <a:spLocks noChangeArrowheads="1"/>
            </p:cNvSpPr>
            <p:nvPr/>
          </p:nvSpPr>
          <p:spPr bwMode="auto">
            <a:xfrm>
              <a:off x="6167439" y="3373438"/>
              <a:ext cx="3729037" cy="2209800"/>
            </a:xfrm>
            <a:prstGeom prst="ellipse">
              <a:avLst/>
            </a:prstGeom>
            <a:noFill/>
            <a:ln w="9525">
              <a:solidFill>
                <a:srgbClr val="0000FF"/>
              </a:solidFill>
              <a:round/>
              <a:headEnd type="none" w="sm" len="sm"/>
              <a:tailEnd type="none" w="sm" len="sm"/>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sp>
          <p:nvSpPr>
            <p:cNvPr id="8" name="Oval 6">
              <a:extLst>
                <a:ext uri="{FF2B5EF4-FFF2-40B4-BE49-F238E27FC236}">
                  <a16:creationId xmlns:a16="http://schemas.microsoft.com/office/drawing/2014/main" id="{17E345A1-8334-6496-D9B0-C226D32928EC}"/>
                </a:ext>
              </a:extLst>
            </p:cNvPr>
            <p:cNvSpPr>
              <a:spLocks noChangeArrowheads="1"/>
            </p:cNvSpPr>
            <p:nvPr/>
          </p:nvSpPr>
          <p:spPr bwMode="auto">
            <a:xfrm>
              <a:off x="2298700" y="3373438"/>
              <a:ext cx="3868738" cy="2209800"/>
            </a:xfrm>
            <a:prstGeom prst="ellipse">
              <a:avLst/>
            </a:prstGeom>
            <a:noFill/>
            <a:ln w="9525">
              <a:solidFill>
                <a:srgbClr val="0000FF"/>
              </a:solidFill>
              <a:round/>
              <a:headEnd type="none" w="sm" len="sm"/>
              <a:tailEnd type="none" w="sm" len="sm"/>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sp>
          <p:nvSpPr>
            <p:cNvPr id="9" name="Text Box 7">
              <a:extLst>
                <a:ext uri="{FF2B5EF4-FFF2-40B4-BE49-F238E27FC236}">
                  <a16:creationId xmlns:a16="http://schemas.microsoft.com/office/drawing/2014/main" id="{764B2173-1584-85E0-0DFF-B8EBFE38545D}"/>
                </a:ext>
              </a:extLst>
            </p:cNvPr>
            <p:cNvSpPr txBox="1">
              <a:spLocks noChangeArrowheads="1"/>
            </p:cNvSpPr>
            <p:nvPr/>
          </p:nvSpPr>
          <p:spPr bwMode="auto">
            <a:xfrm>
              <a:off x="2446339" y="5626100"/>
              <a:ext cx="3438525" cy="7028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39775">
                <a:spcBef>
                  <a:spcPct val="50000"/>
                </a:spcBef>
                <a:defRPr sz="1000">
                  <a:solidFill>
                    <a:schemeClr val="tx1"/>
                  </a:solidFill>
                  <a:latin typeface="Arial" panose="020B0604020202020204" pitchFamily="34" charset="0"/>
                </a:defRPr>
              </a:lvl1pPr>
              <a:lvl2pPr marL="742950" indent="-285750" defTabSz="739775">
                <a:spcBef>
                  <a:spcPct val="50000"/>
                </a:spcBef>
                <a:defRPr sz="1000">
                  <a:solidFill>
                    <a:schemeClr val="tx1"/>
                  </a:solidFill>
                  <a:latin typeface="Arial" panose="020B0604020202020204" pitchFamily="34" charset="0"/>
                </a:defRPr>
              </a:lvl2pPr>
              <a:lvl3pPr marL="1143000" indent="-228600" defTabSz="739775">
                <a:spcBef>
                  <a:spcPct val="50000"/>
                </a:spcBef>
                <a:defRPr sz="1000">
                  <a:solidFill>
                    <a:schemeClr val="tx1"/>
                  </a:solidFill>
                  <a:latin typeface="Arial" panose="020B0604020202020204" pitchFamily="34" charset="0"/>
                </a:defRPr>
              </a:lvl3pPr>
              <a:lvl4pPr marL="1600200" indent="-228600" defTabSz="739775">
                <a:spcBef>
                  <a:spcPct val="50000"/>
                </a:spcBef>
                <a:defRPr sz="1000">
                  <a:solidFill>
                    <a:schemeClr val="tx1"/>
                  </a:solidFill>
                  <a:latin typeface="Arial" panose="020B0604020202020204" pitchFamily="34" charset="0"/>
                </a:defRPr>
              </a:lvl4pPr>
              <a:lvl5pPr marL="2057400" indent="-228600" defTabSz="739775">
                <a:spcBef>
                  <a:spcPct val="50000"/>
                </a:spcBef>
                <a:defRPr sz="1000">
                  <a:solidFill>
                    <a:schemeClr val="tx1"/>
                  </a:solidFill>
                  <a:latin typeface="Arial" panose="020B0604020202020204" pitchFamily="34" charset="0"/>
                </a:defRPr>
              </a:lvl5pPr>
              <a:lvl6pPr marL="2514600" indent="-228600" defTabSz="739775"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739775"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739775"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739775" eaLnBrk="0" fontAlgn="base" hangingPunct="0">
                <a:spcBef>
                  <a:spcPct val="50000"/>
                </a:spcBef>
                <a:spcAft>
                  <a:spcPct val="0"/>
                </a:spcAft>
                <a:defRPr sz="1000">
                  <a:solidFill>
                    <a:schemeClr val="tx1"/>
                  </a:solidFill>
                  <a:latin typeface="Arial" panose="020B0604020202020204" pitchFamily="34" charset="0"/>
                </a:defRPr>
              </a:lvl9pPr>
            </a:lstStyle>
            <a:p>
              <a:pPr algn="ct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/var</a:t>
              </a:r>
              <a:r>
                <a:rPr lang="en-US" sz="1800" b="1" noProof="0" dirty="0">
                  <a:latin typeface="Hack" panose="020B0609030202020204" pitchFamily="49" charset="0"/>
                  <a:ea typeface="Hack" panose="020B0609030202020204" pitchFamily="49" charset="0"/>
                  <a:cs typeface="Hack" panose="020B0609030202020204" pitchFamily="49" charset="0"/>
                </a:rPr>
                <a:t> </a:t>
              </a:r>
              <a:r>
                <a:rPr lang="en-US" sz="1800" b="1" noProof="0" dirty="0">
                  <a:latin typeface="+mn-lt"/>
                </a:rPr>
                <a:t>needs monitoring: </a:t>
              </a:r>
              <a:br>
                <a:rPr lang="en-US" sz="1800" b="1" noProof="0" dirty="0">
                  <a:latin typeface="+mn-lt"/>
                </a:rPr>
              </a:br>
              <a:r>
                <a:rPr lang="en-US" sz="1800" b="1" noProof="0" dirty="0">
                  <a:latin typeface="+mn-lt"/>
                </a:rPr>
                <a:t>easily grows out of control</a:t>
              </a:r>
            </a:p>
          </p:txBody>
        </p:sp>
        <p:sp>
          <p:nvSpPr>
            <p:cNvPr id="10" name="Text Box 8">
              <a:extLst>
                <a:ext uri="{FF2B5EF4-FFF2-40B4-BE49-F238E27FC236}">
                  <a16:creationId xmlns:a16="http://schemas.microsoft.com/office/drawing/2014/main" id="{CCD16BA7-77FF-0687-57C1-322338096D68}"/>
                </a:ext>
              </a:extLst>
            </p:cNvPr>
            <p:cNvSpPr txBox="1">
              <a:spLocks noChangeArrowheads="1"/>
            </p:cNvSpPr>
            <p:nvPr/>
          </p:nvSpPr>
          <p:spPr bwMode="auto">
            <a:xfrm>
              <a:off x="6003925" y="5588000"/>
              <a:ext cx="4124325" cy="7028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39775">
                <a:spcBef>
                  <a:spcPct val="50000"/>
                </a:spcBef>
                <a:defRPr sz="1000">
                  <a:solidFill>
                    <a:schemeClr val="tx1"/>
                  </a:solidFill>
                  <a:latin typeface="Arial" panose="020B0604020202020204" pitchFamily="34" charset="0"/>
                </a:defRPr>
              </a:lvl1pPr>
              <a:lvl2pPr marL="742950" indent="-285750" defTabSz="739775">
                <a:spcBef>
                  <a:spcPct val="50000"/>
                </a:spcBef>
                <a:defRPr sz="1000">
                  <a:solidFill>
                    <a:schemeClr val="tx1"/>
                  </a:solidFill>
                  <a:latin typeface="Arial" panose="020B0604020202020204" pitchFamily="34" charset="0"/>
                </a:defRPr>
              </a:lvl2pPr>
              <a:lvl3pPr marL="1143000" indent="-228600" defTabSz="739775">
                <a:spcBef>
                  <a:spcPct val="50000"/>
                </a:spcBef>
                <a:defRPr sz="1000">
                  <a:solidFill>
                    <a:schemeClr val="tx1"/>
                  </a:solidFill>
                  <a:latin typeface="Arial" panose="020B0604020202020204" pitchFamily="34" charset="0"/>
                </a:defRPr>
              </a:lvl3pPr>
              <a:lvl4pPr marL="1600200" indent="-228600" defTabSz="739775">
                <a:spcBef>
                  <a:spcPct val="50000"/>
                </a:spcBef>
                <a:defRPr sz="1000">
                  <a:solidFill>
                    <a:schemeClr val="tx1"/>
                  </a:solidFill>
                  <a:latin typeface="Arial" panose="020B0604020202020204" pitchFamily="34" charset="0"/>
                </a:defRPr>
              </a:lvl4pPr>
              <a:lvl5pPr marL="2057400" indent="-228600" defTabSz="739775">
                <a:spcBef>
                  <a:spcPct val="50000"/>
                </a:spcBef>
                <a:defRPr sz="1000">
                  <a:solidFill>
                    <a:schemeClr val="tx1"/>
                  </a:solidFill>
                  <a:latin typeface="Arial" panose="020B0604020202020204" pitchFamily="34" charset="0"/>
                </a:defRPr>
              </a:lvl5pPr>
              <a:lvl6pPr marL="2514600" indent="-228600" defTabSz="739775"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739775"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739775"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739775" eaLnBrk="0" fontAlgn="base" hangingPunct="0">
                <a:spcBef>
                  <a:spcPct val="50000"/>
                </a:spcBef>
                <a:spcAft>
                  <a:spcPct val="0"/>
                </a:spcAft>
                <a:defRPr sz="1000">
                  <a:solidFill>
                    <a:schemeClr val="tx1"/>
                  </a:solidFill>
                  <a:latin typeface="Arial" panose="020B0604020202020204" pitchFamily="34" charset="0"/>
                </a:defRPr>
              </a:lvl9pPr>
            </a:lstStyle>
            <a:p>
              <a:pPr algn="ctr"/>
              <a:r>
                <a:rPr lang="en-US" sz="1800" b="1" noProof="0" dirty="0">
                  <a:latin typeface="+mn-lt"/>
                </a:rPr>
                <a:t>most admin tasks involve </a:t>
              </a:r>
              <a:br>
                <a:rPr lang="en-US" sz="1800" b="1" noProof="0" dirty="0">
                  <a:latin typeface="+mn-lt"/>
                </a:rPr>
              </a:br>
              <a:r>
                <a:rPr lang="en-US" sz="1800" b="1" noProof="0" dirty="0">
                  <a:latin typeface="+mn-lt"/>
                </a:rPr>
                <a:t>modifying config files in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/etc</a:t>
              </a:r>
            </a:p>
          </p:txBody>
        </p:sp>
        <p:sp>
          <p:nvSpPr>
            <p:cNvPr id="11" name="AutoShape 9">
              <a:extLst>
                <a:ext uri="{FF2B5EF4-FFF2-40B4-BE49-F238E27FC236}">
                  <a16:creationId xmlns:a16="http://schemas.microsoft.com/office/drawing/2014/main" id="{07ED7D92-D153-8F2F-57A5-A6A60CB31629}"/>
                </a:ext>
              </a:extLst>
            </p:cNvPr>
            <p:cNvSpPr>
              <a:spLocks noChangeArrowheads="1"/>
            </p:cNvSpPr>
            <p:nvPr/>
          </p:nvSpPr>
          <p:spPr bwMode="auto">
            <a:xfrm>
              <a:off x="2368550" y="5486400"/>
              <a:ext cx="3517900" cy="838200"/>
            </a:xfrm>
            <a:prstGeom prst="horizontalScroll">
              <a:avLst>
                <a:gd name="adj" fmla="val 12500"/>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3333CC"/>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sp>
          <p:nvSpPr>
            <p:cNvPr id="12" name="AutoShape 10">
              <a:extLst>
                <a:ext uri="{FF2B5EF4-FFF2-40B4-BE49-F238E27FC236}">
                  <a16:creationId xmlns:a16="http://schemas.microsoft.com/office/drawing/2014/main" id="{8FC9F2DD-2908-C70D-15AE-F4A1252D896A}"/>
                </a:ext>
              </a:extLst>
            </p:cNvPr>
            <p:cNvSpPr>
              <a:spLocks noChangeArrowheads="1"/>
            </p:cNvSpPr>
            <p:nvPr/>
          </p:nvSpPr>
          <p:spPr bwMode="auto">
            <a:xfrm>
              <a:off x="5953126" y="5486400"/>
              <a:ext cx="4405313" cy="838200"/>
            </a:xfrm>
            <a:prstGeom prst="horizontalScroll">
              <a:avLst>
                <a:gd name="adj" fmla="val 12500"/>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FF"/>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grpSp>
      <p:pic>
        <p:nvPicPr>
          <p:cNvPr id="6" name="Picture 5" descr="A screenshot of a computer screen&#10;&#10;Description automatically generated">
            <a:extLst>
              <a:ext uri="{FF2B5EF4-FFF2-40B4-BE49-F238E27FC236}">
                <a16:creationId xmlns:a16="http://schemas.microsoft.com/office/drawing/2014/main" id="{27241378-F134-8A3F-F5C2-F00D961F5AEA}"/>
              </a:ext>
            </a:extLst>
          </p:cNvPr>
          <p:cNvPicPr>
            <a:picLocks noChangeAspect="1"/>
          </p:cNvPicPr>
          <p:nvPr/>
        </p:nvPicPr>
        <p:blipFill>
          <a:blip r:embed="rId5"/>
          <a:stretch>
            <a:fillRect/>
          </a:stretch>
        </p:blipFill>
        <p:spPr>
          <a:xfrm>
            <a:off x="6977270" y="675352"/>
            <a:ext cx="4641415" cy="858985"/>
          </a:xfrm>
          <a:prstGeom prst="rect">
            <a:avLst/>
          </a:prstGeom>
        </p:spPr>
      </p:pic>
    </p:spTree>
    <p:extLst>
      <p:ext uri="{BB962C8B-B14F-4D97-AF65-F5344CB8AC3E}">
        <p14:creationId xmlns:p14="http://schemas.microsoft.com/office/powerpoint/2010/main" val="3365621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D5418-C880-7AB5-31DA-66074E51C74C}"/>
              </a:ext>
            </a:extLst>
          </p:cNvPr>
          <p:cNvSpPr>
            <a:spLocks noGrp="1"/>
          </p:cNvSpPr>
          <p:nvPr>
            <p:ph type="ctrTitle"/>
          </p:nvPr>
        </p:nvSpPr>
        <p:spPr/>
        <p:txBody>
          <a:bodyPr/>
          <a:lstStyle/>
          <a:p>
            <a:r>
              <a:rPr lang="en-US" noProof="0" dirty="0"/>
              <a:t>A case study: Add new user</a:t>
            </a:r>
          </a:p>
        </p:txBody>
      </p:sp>
      <p:sp>
        <p:nvSpPr>
          <p:cNvPr id="3" name="Content Placeholder 2">
            <a:extLst>
              <a:ext uri="{FF2B5EF4-FFF2-40B4-BE49-F238E27FC236}">
                <a16:creationId xmlns:a16="http://schemas.microsoft.com/office/drawing/2014/main" id="{555DE0B6-E365-2D30-4D8F-8AB93E0C4D93}"/>
              </a:ext>
            </a:extLst>
          </p:cNvPr>
          <p:cNvSpPr>
            <a:spLocks noGrp="1"/>
          </p:cNvSpPr>
          <p:nvPr>
            <p:ph sz="quarter" idx="4"/>
          </p:nvPr>
        </p:nvSpPr>
        <p:spPr/>
        <p:txBody>
          <a:bodyPr/>
          <a:lstStyle/>
          <a:p>
            <a:r>
              <a:rPr lang="en-US" sz="1800" noProof="0" dirty="0">
                <a:solidFill>
                  <a:schemeClr val="tx1"/>
                </a:solidFill>
                <a:latin typeface="+mn-lt"/>
              </a:rPr>
              <a:t>Use manual pages to identify commands and files involved.</a:t>
            </a:r>
          </a:p>
          <a:p>
            <a:endParaRPr lang="en-US" sz="1800" noProof="0" dirty="0">
              <a:solidFill>
                <a:schemeClr val="tx1"/>
              </a:solidFill>
              <a:latin typeface="+mn-lt"/>
            </a:endParaRPr>
          </a:p>
          <a:p>
            <a:r>
              <a:rPr lang="en-US" sz="1800" noProof="0" dirty="0">
                <a:solidFill>
                  <a:schemeClr val="tx1"/>
                </a:solidFill>
                <a:latin typeface="+mn-lt"/>
              </a:rPr>
              <a:t>Explore pages for the chosen commands; notice optional arguments.</a:t>
            </a:r>
          </a:p>
          <a:p>
            <a:endParaRPr lang="en-US" sz="1800" noProof="0" dirty="0">
              <a:solidFill>
                <a:schemeClr val="tx1"/>
              </a:solidFill>
              <a:latin typeface="+mn-lt"/>
            </a:endParaRPr>
          </a:p>
          <a:p>
            <a:r>
              <a:rPr lang="en-US" sz="1800" noProof="0" dirty="0">
                <a:solidFill>
                  <a:schemeClr val="tx1"/>
                </a:solidFill>
                <a:latin typeface="+mn-lt"/>
              </a:rPr>
              <a:t>Look at the config files; explore defaults.</a:t>
            </a:r>
          </a:p>
          <a:p>
            <a:endParaRPr lang="en-US" noProof="0" dirty="0">
              <a:solidFill>
                <a:schemeClr val="tx1"/>
              </a:solidFill>
            </a:endParaRPr>
          </a:p>
          <a:p>
            <a:endParaRPr lang="en-US" sz="1800" noProof="0" dirty="0">
              <a:solidFill>
                <a:schemeClr val="tx1"/>
              </a:solidFill>
              <a:latin typeface="+mn-lt"/>
            </a:endParaRPr>
          </a:p>
          <a:p>
            <a:endParaRPr lang="en-US" sz="1800" noProof="0" dirty="0">
              <a:solidFill>
                <a:schemeClr val="tx1"/>
              </a:solidFill>
              <a:latin typeface="+mn-lt"/>
            </a:endParaRPr>
          </a:p>
          <a:p>
            <a:r>
              <a:rPr lang="en-US" sz="1800" noProof="0" dirty="0">
                <a:solidFill>
                  <a:schemeClr val="tx1"/>
                </a:solidFill>
                <a:latin typeface="+mn-lt"/>
              </a:rPr>
              <a:t>Look at the config files; explore defaults.</a:t>
            </a:r>
          </a:p>
          <a:p>
            <a:pPr lvl="1"/>
            <a:r>
              <a:rPr lang="en-US" noProof="0" dirty="0">
                <a:solidFill>
                  <a:srgbClr val="990033"/>
                </a:solidFill>
                <a:latin typeface="+mn-lt"/>
              </a:rPr>
              <a:t>Often though, some options might be needed...</a:t>
            </a:r>
          </a:p>
          <a:p>
            <a:endParaRPr lang="en-US" sz="1800" noProof="0" dirty="0">
              <a:solidFill>
                <a:schemeClr val="tx1"/>
              </a:solidFill>
              <a:latin typeface="+mn-lt"/>
            </a:endParaRPr>
          </a:p>
          <a:p>
            <a:endParaRPr lang="en-US" noProof="0" dirty="0"/>
          </a:p>
        </p:txBody>
      </p:sp>
      <p:sp>
        <p:nvSpPr>
          <p:cNvPr id="4" name="Slide Number Placeholder 3">
            <a:extLst>
              <a:ext uri="{FF2B5EF4-FFF2-40B4-BE49-F238E27FC236}">
                <a16:creationId xmlns:a16="http://schemas.microsoft.com/office/drawing/2014/main" id="{BBC6A8E6-0D42-30C0-0EF0-3DFE1210C1F4}"/>
              </a:ext>
            </a:extLst>
          </p:cNvPr>
          <p:cNvSpPr>
            <a:spLocks noGrp="1"/>
          </p:cNvSpPr>
          <p:nvPr>
            <p:ph type="sldNum" sz="quarter" idx="12"/>
          </p:nvPr>
        </p:nvSpPr>
        <p:spPr/>
        <p:txBody>
          <a:bodyPr/>
          <a:lstStyle/>
          <a:p>
            <a:fld id="{F3469444-D02B-D446-9CF8-19DEDDE073D1}" type="slidenum">
              <a:rPr lang="en-US" noProof="0" smtClean="0"/>
              <a:pPr/>
              <a:t>7</a:t>
            </a:fld>
            <a:endParaRPr lang="en-US" noProof="0" dirty="0"/>
          </a:p>
        </p:txBody>
      </p:sp>
      <p:sp>
        <p:nvSpPr>
          <p:cNvPr id="15371" name="Rectangle 11">
            <a:extLst>
              <a:ext uri="{FF2B5EF4-FFF2-40B4-BE49-F238E27FC236}">
                <a16:creationId xmlns:a16="http://schemas.microsoft.com/office/drawing/2014/main" id="{2501EBAC-C594-F1B9-AF40-326B80716BE0}"/>
              </a:ext>
            </a:extLst>
          </p:cNvPr>
          <p:cNvSpPr>
            <a:spLocks noChangeArrowheads="1"/>
          </p:cNvSpPr>
          <p:nvPr/>
        </p:nvSpPr>
        <p:spPr bwMode="auto">
          <a:xfrm>
            <a:off x="860517" y="2121194"/>
            <a:ext cx="4219921" cy="274464"/>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lIns="87312" tIns="42862" rIns="87312" bIns="42862">
            <a:spAutoFit/>
          </a:bodyPr>
          <a:lstStyle>
            <a:lvl1pPr defTabSz="715963">
              <a:spcBef>
                <a:spcPct val="50000"/>
              </a:spcBef>
              <a:defRPr sz="1000">
                <a:solidFill>
                  <a:schemeClr val="tx1"/>
                </a:solidFill>
                <a:latin typeface="Arial" panose="020B0604020202020204" pitchFamily="34" charset="0"/>
              </a:defRPr>
            </a:lvl1pPr>
            <a:lvl2pPr marL="742950" indent="-285750" defTabSz="715963">
              <a:spcBef>
                <a:spcPct val="50000"/>
              </a:spcBef>
              <a:defRPr sz="1000">
                <a:solidFill>
                  <a:schemeClr val="tx1"/>
                </a:solidFill>
                <a:latin typeface="Arial" panose="020B0604020202020204" pitchFamily="34" charset="0"/>
              </a:defRPr>
            </a:lvl2pPr>
            <a:lvl3pPr marL="1143000" indent="-228600" defTabSz="715963">
              <a:spcBef>
                <a:spcPct val="50000"/>
              </a:spcBef>
              <a:defRPr sz="1000">
                <a:solidFill>
                  <a:schemeClr val="tx1"/>
                </a:solidFill>
                <a:latin typeface="Arial" panose="020B0604020202020204" pitchFamily="34" charset="0"/>
              </a:defRPr>
            </a:lvl3pPr>
            <a:lvl4pPr marL="1600200" indent="-228600" defTabSz="715963">
              <a:spcBef>
                <a:spcPct val="50000"/>
              </a:spcBef>
              <a:defRPr sz="1000">
                <a:solidFill>
                  <a:schemeClr val="tx1"/>
                </a:solidFill>
                <a:latin typeface="Arial" panose="020B0604020202020204" pitchFamily="34" charset="0"/>
              </a:defRPr>
            </a:lvl4pPr>
            <a:lvl5pPr marL="2057400" indent="-228600" defTabSz="715963">
              <a:spcBef>
                <a:spcPct val="50000"/>
              </a:spcBef>
              <a:defRPr sz="1000">
                <a:solidFill>
                  <a:schemeClr val="tx1"/>
                </a:solidFill>
                <a:latin typeface="Arial" panose="020B0604020202020204" pitchFamily="34" charset="0"/>
              </a:defRPr>
            </a:lvl5pPr>
            <a:lvl6pPr marL="2514600" indent="-228600" defTabSz="715963"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715963"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715963"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715963" eaLnBrk="0" fontAlgn="base" hangingPunct="0">
              <a:spcBef>
                <a:spcPct val="50000"/>
              </a:spcBef>
              <a:spcAft>
                <a:spcPct val="0"/>
              </a:spcAft>
              <a:defRPr sz="1000">
                <a:solidFill>
                  <a:schemeClr val="tx1"/>
                </a:solidFill>
                <a:latin typeface="Arial" panose="020B0604020202020204" pitchFamily="34" charset="0"/>
              </a:defRPr>
            </a:lvl9pPr>
          </a:lstStyle>
          <a:p>
            <a:pPr>
              <a:lnSpc>
                <a:spcPct val="90000"/>
              </a:lnSpc>
              <a:spcBef>
                <a:spcPct val="0"/>
              </a:spcBef>
            </a:pPr>
            <a:r>
              <a:rPr lang="en-US" sz="14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noProof="0" dirty="0">
                <a:solidFill>
                  <a:schemeClr val="bg1"/>
                </a:solidFill>
                <a:latin typeface="Hack" panose="020B0609030202020204" pitchFamily="49" charset="0"/>
                <a:ea typeface="Hack" panose="020B0609030202020204" pitchFamily="49" charset="0"/>
                <a:cs typeface="Hack" panose="020B0609030202020204" pitchFamily="49" charset="0"/>
              </a:rPr>
              <a:t>man -k user |grep '(8)'</a:t>
            </a:r>
          </a:p>
        </p:txBody>
      </p:sp>
      <p:sp>
        <p:nvSpPr>
          <p:cNvPr id="15366" name="Rectangle 6">
            <a:extLst>
              <a:ext uri="{FF2B5EF4-FFF2-40B4-BE49-F238E27FC236}">
                <a16:creationId xmlns:a16="http://schemas.microsoft.com/office/drawing/2014/main" id="{931BD70F-0E85-B464-7E72-601D234C5994}"/>
              </a:ext>
            </a:extLst>
          </p:cNvPr>
          <p:cNvSpPr>
            <a:spLocks noChangeArrowheads="1"/>
          </p:cNvSpPr>
          <p:nvPr/>
        </p:nvSpPr>
        <p:spPr bwMode="auto">
          <a:xfrm>
            <a:off x="860517" y="2927797"/>
            <a:ext cx="4203628" cy="274464"/>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lIns="87312" tIns="42862" rIns="87312" bIns="42862">
            <a:spAutoFit/>
          </a:bodyPr>
          <a:lstStyle>
            <a:lvl1pPr defTabSz="715963">
              <a:spcBef>
                <a:spcPct val="50000"/>
              </a:spcBef>
              <a:defRPr sz="1000">
                <a:solidFill>
                  <a:schemeClr val="tx1"/>
                </a:solidFill>
                <a:latin typeface="Arial" panose="020B0604020202020204" pitchFamily="34" charset="0"/>
              </a:defRPr>
            </a:lvl1pPr>
            <a:lvl2pPr marL="742950" indent="-285750" defTabSz="715963">
              <a:spcBef>
                <a:spcPct val="50000"/>
              </a:spcBef>
              <a:defRPr sz="1000">
                <a:solidFill>
                  <a:schemeClr val="tx1"/>
                </a:solidFill>
                <a:latin typeface="Arial" panose="020B0604020202020204" pitchFamily="34" charset="0"/>
              </a:defRPr>
            </a:lvl2pPr>
            <a:lvl3pPr marL="1143000" indent="-228600" defTabSz="715963">
              <a:spcBef>
                <a:spcPct val="50000"/>
              </a:spcBef>
              <a:defRPr sz="1000">
                <a:solidFill>
                  <a:schemeClr val="tx1"/>
                </a:solidFill>
                <a:latin typeface="Arial" panose="020B0604020202020204" pitchFamily="34" charset="0"/>
              </a:defRPr>
            </a:lvl3pPr>
            <a:lvl4pPr marL="1600200" indent="-228600" defTabSz="715963">
              <a:spcBef>
                <a:spcPct val="50000"/>
              </a:spcBef>
              <a:defRPr sz="1000">
                <a:solidFill>
                  <a:schemeClr val="tx1"/>
                </a:solidFill>
                <a:latin typeface="Arial" panose="020B0604020202020204" pitchFamily="34" charset="0"/>
              </a:defRPr>
            </a:lvl4pPr>
            <a:lvl5pPr marL="2057400" indent="-228600" defTabSz="715963">
              <a:spcBef>
                <a:spcPct val="50000"/>
              </a:spcBef>
              <a:defRPr sz="1000">
                <a:solidFill>
                  <a:schemeClr val="tx1"/>
                </a:solidFill>
                <a:latin typeface="Arial" panose="020B0604020202020204" pitchFamily="34" charset="0"/>
              </a:defRPr>
            </a:lvl5pPr>
            <a:lvl6pPr marL="2514600" indent="-228600" defTabSz="715963"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715963"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715963"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715963" eaLnBrk="0" fontAlgn="base" hangingPunct="0">
              <a:spcBef>
                <a:spcPct val="50000"/>
              </a:spcBef>
              <a:spcAft>
                <a:spcPct val="0"/>
              </a:spcAft>
              <a:defRPr sz="1000">
                <a:solidFill>
                  <a:schemeClr val="tx1"/>
                </a:solidFill>
                <a:latin typeface="Arial" panose="020B0604020202020204" pitchFamily="34" charset="0"/>
              </a:defRPr>
            </a:lvl9pPr>
          </a:lstStyle>
          <a:p>
            <a:pPr>
              <a:lnSpc>
                <a:spcPct val="90000"/>
              </a:lnSpc>
              <a:spcBef>
                <a:spcPct val="0"/>
              </a:spcBef>
            </a:pPr>
            <a:r>
              <a:rPr lang="en-US" sz="14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noProof="0" dirty="0">
                <a:solidFill>
                  <a:schemeClr val="bg1"/>
                </a:solidFill>
                <a:latin typeface="Hack" panose="020B0609030202020204" pitchFamily="49" charset="0"/>
                <a:ea typeface="Hack" panose="020B0609030202020204" pitchFamily="49" charset="0"/>
                <a:cs typeface="Hack" panose="020B0609030202020204" pitchFamily="49" charset="0"/>
              </a:rPr>
              <a:t>man useradd</a:t>
            </a:r>
          </a:p>
        </p:txBody>
      </p:sp>
      <p:sp>
        <p:nvSpPr>
          <p:cNvPr id="15370" name="Rectangle 10">
            <a:extLst>
              <a:ext uri="{FF2B5EF4-FFF2-40B4-BE49-F238E27FC236}">
                <a16:creationId xmlns:a16="http://schemas.microsoft.com/office/drawing/2014/main" id="{BAC1CC85-AA27-B1DD-839D-A400AE15CD2A}"/>
              </a:ext>
            </a:extLst>
          </p:cNvPr>
          <p:cNvSpPr>
            <a:spLocks noChangeArrowheads="1"/>
          </p:cNvSpPr>
          <p:nvPr/>
        </p:nvSpPr>
        <p:spPr bwMode="auto">
          <a:xfrm>
            <a:off x="860518" y="3607949"/>
            <a:ext cx="4203628" cy="854394"/>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87312" tIns="42862" rIns="87312" bIns="42862">
            <a:spAutoFit/>
          </a:bodyPr>
          <a:lstStyle>
            <a:lvl1pPr defTabSz="715963">
              <a:spcBef>
                <a:spcPct val="50000"/>
              </a:spcBef>
              <a:defRPr sz="1000">
                <a:solidFill>
                  <a:schemeClr val="tx1"/>
                </a:solidFill>
                <a:latin typeface="Arial" panose="020B0604020202020204" pitchFamily="34" charset="0"/>
              </a:defRPr>
            </a:lvl1pPr>
            <a:lvl2pPr marL="742950" indent="-285750" defTabSz="715963">
              <a:spcBef>
                <a:spcPct val="50000"/>
              </a:spcBef>
              <a:defRPr sz="1000">
                <a:solidFill>
                  <a:schemeClr val="tx1"/>
                </a:solidFill>
                <a:latin typeface="Arial" panose="020B0604020202020204" pitchFamily="34" charset="0"/>
              </a:defRPr>
            </a:lvl2pPr>
            <a:lvl3pPr marL="1143000" indent="-228600" defTabSz="715963">
              <a:spcBef>
                <a:spcPct val="50000"/>
              </a:spcBef>
              <a:defRPr sz="1000">
                <a:solidFill>
                  <a:schemeClr val="tx1"/>
                </a:solidFill>
                <a:latin typeface="Arial" panose="020B0604020202020204" pitchFamily="34" charset="0"/>
              </a:defRPr>
            </a:lvl3pPr>
            <a:lvl4pPr marL="1600200" indent="-228600" defTabSz="715963">
              <a:spcBef>
                <a:spcPct val="50000"/>
              </a:spcBef>
              <a:defRPr sz="1000">
                <a:solidFill>
                  <a:schemeClr val="tx1"/>
                </a:solidFill>
                <a:latin typeface="Arial" panose="020B0604020202020204" pitchFamily="34" charset="0"/>
              </a:defRPr>
            </a:lvl4pPr>
            <a:lvl5pPr marL="2057400" indent="-228600" defTabSz="715963">
              <a:spcBef>
                <a:spcPct val="50000"/>
              </a:spcBef>
              <a:defRPr sz="1000">
                <a:solidFill>
                  <a:schemeClr val="tx1"/>
                </a:solidFill>
                <a:latin typeface="Arial" panose="020B0604020202020204" pitchFamily="34" charset="0"/>
              </a:defRPr>
            </a:lvl5pPr>
            <a:lvl6pPr marL="2514600" indent="-228600" defTabSz="715963"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715963"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715963"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715963" eaLnBrk="0" fontAlgn="base" hangingPunct="0">
              <a:spcBef>
                <a:spcPct val="50000"/>
              </a:spcBef>
              <a:spcAft>
                <a:spcPct val="0"/>
              </a:spcAft>
              <a:defRPr sz="1000">
                <a:solidFill>
                  <a:schemeClr val="tx1"/>
                </a:solidFill>
                <a:latin typeface="Arial" panose="020B0604020202020204" pitchFamily="34" charset="0"/>
              </a:defRPr>
            </a:lvl9pPr>
          </a:lstStyle>
          <a:p>
            <a:pPr>
              <a:lnSpc>
                <a:spcPct val="90000"/>
              </a:lnSpc>
              <a:spcBef>
                <a:spcPct val="0"/>
              </a:spcBef>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noProof="0" dirty="0">
                <a:solidFill>
                  <a:schemeClr val="bg1"/>
                </a:solidFill>
                <a:latin typeface="Hack" panose="020B0609030202020204" pitchFamily="49" charset="0"/>
                <a:ea typeface="Hack" panose="020B0609030202020204" pitchFamily="49" charset="0"/>
                <a:cs typeface="Hack" panose="020B0609030202020204" pitchFamily="49" charset="0"/>
              </a:rPr>
              <a:t>man 5 passwd</a:t>
            </a:r>
          </a:p>
          <a:p>
            <a:pPr>
              <a:lnSpc>
                <a:spcPct val="90000"/>
              </a:lnSpc>
              <a:spcBef>
                <a:spcPct val="0"/>
              </a:spcBef>
            </a:pPr>
            <a:r>
              <a:rPr lang="en-US" sz="1400" b="1" noProof="0" dirty="0">
                <a:solidFill>
                  <a:schemeClr val="bg1"/>
                </a:solidFill>
                <a:latin typeface="Hack" panose="020B0609030202020204" pitchFamily="49" charset="0"/>
                <a:ea typeface="Hack" panose="020B0609030202020204" pitchFamily="49" charset="0"/>
                <a:cs typeface="Hack" panose="020B0609030202020204" pitchFamily="49" charset="0"/>
              </a:rPr>
              <a:t>...</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a:lnSpc>
                <a:spcPct val="90000"/>
              </a:lnSpc>
              <a:spcBef>
                <a:spcPct val="0"/>
              </a:spcBef>
            </a:pPr>
            <a:r>
              <a:rPr lang="en-US" sz="14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noProof="0" dirty="0">
                <a:solidFill>
                  <a:schemeClr val="bg1"/>
                </a:solidFill>
                <a:latin typeface="Hack" panose="020B0609030202020204" pitchFamily="49" charset="0"/>
                <a:ea typeface="Hack" panose="020B0609030202020204" pitchFamily="49" charset="0"/>
                <a:cs typeface="Hack" panose="020B0609030202020204" pitchFamily="49" charset="0"/>
              </a:rPr>
              <a:t>head -1 /etc/passwd</a:t>
            </a:r>
          </a:p>
          <a:p>
            <a:pPr>
              <a:lnSpc>
                <a:spcPct val="90000"/>
              </a:lnSpc>
              <a:spcBef>
                <a:spcPct val="0"/>
              </a:spcBef>
            </a:pPr>
            <a:r>
              <a:rPr lang="en-US" sz="14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noProof="0" dirty="0">
                <a:solidFill>
                  <a:schemeClr val="bg1"/>
                </a:solidFill>
                <a:latin typeface="Hack" panose="020B0609030202020204" pitchFamily="49" charset="0"/>
                <a:ea typeface="Hack" panose="020B0609030202020204" pitchFamily="49" charset="0"/>
                <a:cs typeface="Hack" panose="020B0609030202020204" pitchFamily="49" charset="0"/>
              </a:rPr>
              <a:t>cat /etc/default/useradd</a:t>
            </a:r>
          </a:p>
        </p:txBody>
      </p:sp>
      <p:sp>
        <p:nvSpPr>
          <p:cNvPr id="15365" name="Rectangle 5">
            <a:extLst>
              <a:ext uri="{FF2B5EF4-FFF2-40B4-BE49-F238E27FC236}">
                <a16:creationId xmlns:a16="http://schemas.microsoft.com/office/drawing/2014/main" id="{4CAFFAE8-416C-5ACA-2BE4-D612C2A3FD2C}"/>
              </a:ext>
            </a:extLst>
          </p:cNvPr>
          <p:cNvSpPr>
            <a:spLocks noChangeArrowheads="1"/>
          </p:cNvSpPr>
          <p:nvPr/>
        </p:nvSpPr>
        <p:spPr bwMode="auto">
          <a:xfrm>
            <a:off x="860517" y="5402550"/>
            <a:ext cx="4203628" cy="474360"/>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87312" tIns="42862" rIns="87312" bIns="42862">
            <a:spAutoFit/>
          </a:bodyPr>
          <a:lstStyle>
            <a:lvl1pPr defTabSz="715963">
              <a:spcBef>
                <a:spcPct val="50000"/>
              </a:spcBef>
              <a:defRPr sz="1000">
                <a:solidFill>
                  <a:schemeClr val="tx1"/>
                </a:solidFill>
                <a:latin typeface="Arial" panose="020B0604020202020204" pitchFamily="34" charset="0"/>
              </a:defRPr>
            </a:lvl1pPr>
            <a:lvl2pPr marL="742950" indent="-285750" defTabSz="715963">
              <a:spcBef>
                <a:spcPct val="50000"/>
              </a:spcBef>
              <a:defRPr sz="1000">
                <a:solidFill>
                  <a:schemeClr val="tx1"/>
                </a:solidFill>
                <a:latin typeface="Arial" panose="020B0604020202020204" pitchFamily="34" charset="0"/>
              </a:defRPr>
            </a:lvl2pPr>
            <a:lvl3pPr marL="1143000" indent="-228600" defTabSz="715963">
              <a:spcBef>
                <a:spcPct val="50000"/>
              </a:spcBef>
              <a:defRPr sz="1000">
                <a:solidFill>
                  <a:schemeClr val="tx1"/>
                </a:solidFill>
                <a:latin typeface="Arial" panose="020B0604020202020204" pitchFamily="34" charset="0"/>
              </a:defRPr>
            </a:lvl3pPr>
            <a:lvl4pPr marL="1600200" indent="-228600" defTabSz="715963">
              <a:spcBef>
                <a:spcPct val="50000"/>
              </a:spcBef>
              <a:defRPr sz="1000">
                <a:solidFill>
                  <a:schemeClr val="tx1"/>
                </a:solidFill>
                <a:latin typeface="Arial" panose="020B0604020202020204" pitchFamily="34" charset="0"/>
              </a:defRPr>
            </a:lvl4pPr>
            <a:lvl5pPr marL="2057400" indent="-228600" defTabSz="715963">
              <a:spcBef>
                <a:spcPct val="50000"/>
              </a:spcBef>
              <a:defRPr sz="1000">
                <a:solidFill>
                  <a:schemeClr val="tx1"/>
                </a:solidFill>
                <a:latin typeface="Arial" panose="020B0604020202020204" pitchFamily="34" charset="0"/>
              </a:defRPr>
            </a:lvl5pPr>
            <a:lvl6pPr marL="2514600" indent="-228600" defTabSz="715963"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715963"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715963"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715963" eaLnBrk="0" fontAlgn="base" hangingPunct="0">
              <a:spcBef>
                <a:spcPct val="50000"/>
              </a:spcBef>
              <a:spcAft>
                <a:spcPct val="0"/>
              </a:spcAft>
              <a:defRPr sz="1000">
                <a:solidFill>
                  <a:schemeClr val="tx1"/>
                </a:solidFill>
                <a:latin typeface="Arial" panose="020B0604020202020204" pitchFamily="34" charset="0"/>
              </a:defRPr>
            </a:lvl9pPr>
          </a:lstStyle>
          <a:p>
            <a:pPr>
              <a:lnSpc>
                <a:spcPct val="90000"/>
              </a:lnSpc>
              <a:spcBef>
                <a:spcPct val="0"/>
              </a:spcBef>
            </a:pPr>
            <a:r>
              <a:rPr lang="en-US" sz="14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noProof="0" dirty="0">
                <a:solidFill>
                  <a:schemeClr val="bg1"/>
                </a:solidFill>
                <a:latin typeface="Hack" panose="020B0609030202020204" pitchFamily="49" charset="0"/>
                <a:ea typeface="Hack" panose="020B0609030202020204" pitchFamily="49" charset="0"/>
                <a:cs typeface="Hack" panose="020B0609030202020204" pitchFamily="49" charset="0"/>
              </a:rPr>
              <a:t>useradd squid</a:t>
            </a:r>
          </a:p>
          <a:p>
            <a:pPr>
              <a:lnSpc>
                <a:spcPct val="90000"/>
              </a:lnSpc>
              <a:spcBef>
                <a:spcPct val="0"/>
              </a:spcBef>
            </a:pPr>
            <a:r>
              <a:rPr lang="en-US" sz="14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noProof="0" dirty="0">
                <a:solidFill>
                  <a:schemeClr val="bg1"/>
                </a:solidFill>
                <a:latin typeface="Hack" panose="020B0609030202020204" pitchFamily="49" charset="0"/>
                <a:ea typeface="Hack" panose="020B0609030202020204" pitchFamily="49" charset="0"/>
                <a:cs typeface="Hack" panose="020B0609030202020204" pitchFamily="49" charset="0"/>
              </a:rPr>
              <a:t>useradd -u 876 -s /bin/ksh cray </a:t>
            </a:r>
          </a:p>
        </p:txBody>
      </p:sp>
      <p:grpSp>
        <p:nvGrpSpPr>
          <p:cNvPr id="5" name="Group 4">
            <a:extLst>
              <a:ext uri="{FF2B5EF4-FFF2-40B4-BE49-F238E27FC236}">
                <a16:creationId xmlns:a16="http://schemas.microsoft.com/office/drawing/2014/main" id="{F60FB5E8-14B7-10F7-A62F-FA098D312414}"/>
              </a:ext>
            </a:extLst>
          </p:cNvPr>
          <p:cNvGrpSpPr/>
          <p:nvPr/>
        </p:nvGrpSpPr>
        <p:grpSpPr>
          <a:xfrm>
            <a:off x="6902392" y="1780715"/>
            <a:ext cx="4734060" cy="802267"/>
            <a:chOff x="5708238" y="1776698"/>
            <a:chExt cx="4734060" cy="802267"/>
          </a:xfrm>
        </p:grpSpPr>
        <p:sp>
          <p:nvSpPr>
            <p:cNvPr id="15362" name="AutoShape 2">
              <a:extLst>
                <a:ext uri="{FF2B5EF4-FFF2-40B4-BE49-F238E27FC236}">
                  <a16:creationId xmlns:a16="http://schemas.microsoft.com/office/drawing/2014/main" id="{B61CEE24-F296-2CB6-E543-7918821DB9DD}"/>
                </a:ext>
              </a:extLst>
            </p:cNvPr>
            <p:cNvSpPr>
              <a:spLocks noChangeArrowheads="1"/>
            </p:cNvSpPr>
            <p:nvPr/>
          </p:nvSpPr>
          <p:spPr bwMode="auto">
            <a:xfrm>
              <a:off x="5751685" y="1776698"/>
              <a:ext cx="4605525" cy="717393"/>
            </a:xfrm>
            <a:prstGeom prst="flowChartDocument">
              <a:avLst/>
            </a:prstGeom>
            <a:noFill/>
            <a:ln w="6350">
              <a:solidFill>
                <a:srgbClr val="0000C8"/>
              </a:solidFill>
              <a:miter lim="800000"/>
              <a:headEnd type="none" w="sm" len="sm"/>
              <a:tailEnd type="none" w="sm" len="sm"/>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sp>
          <p:nvSpPr>
            <p:cNvPr id="15363" name="Text Box 3">
              <a:extLst>
                <a:ext uri="{FF2B5EF4-FFF2-40B4-BE49-F238E27FC236}">
                  <a16:creationId xmlns:a16="http://schemas.microsoft.com/office/drawing/2014/main" id="{5473259B-215C-7B34-F6F2-1C6EF7136275}"/>
                </a:ext>
              </a:extLst>
            </p:cNvPr>
            <p:cNvSpPr txBox="1">
              <a:spLocks noChangeArrowheads="1"/>
            </p:cNvSpPr>
            <p:nvPr/>
          </p:nvSpPr>
          <p:spPr bwMode="auto">
            <a:xfrm>
              <a:off x="5708238" y="1794135"/>
              <a:ext cx="4734060" cy="78483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39775">
                <a:spcBef>
                  <a:spcPct val="50000"/>
                </a:spcBef>
                <a:defRPr sz="1000">
                  <a:solidFill>
                    <a:schemeClr val="tx1"/>
                  </a:solidFill>
                  <a:latin typeface="Arial" panose="020B0604020202020204" pitchFamily="34" charset="0"/>
                </a:defRPr>
              </a:lvl1pPr>
              <a:lvl2pPr marL="742950" indent="-285750" defTabSz="739775">
                <a:spcBef>
                  <a:spcPct val="50000"/>
                </a:spcBef>
                <a:defRPr sz="1000">
                  <a:solidFill>
                    <a:schemeClr val="tx1"/>
                  </a:solidFill>
                  <a:latin typeface="Arial" panose="020B0604020202020204" pitchFamily="34" charset="0"/>
                </a:defRPr>
              </a:lvl2pPr>
              <a:lvl3pPr marL="1143000" indent="-228600" defTabSz="739775">
                <a:spcBef>
                  <a:spcPct val="50000"/>
                </a:spcBef>
                <a:defRPr sz="1000">
                  <a:solidFill>
                    <a:schemeClr val="tx1"/>
                  </a:solidFill>
                  <a:latin typeface="Arial" panose="020B0604020202020204" pitchFamily="34" charset="0"/>
                </a:defRPr>
              </a:lvl3pPr>
              <a:lvl4pPr marL="1600200" indent="-228600" defTabSz="739775">
                <a:spcBef>
                  <a:spcPct val="50000"/>
                </a:spcBef>
                <a:defRPr sz="1000">
                  <a:solidFill>
                    <a:schemeClr val="tx1"/>
                  </a:solidFill>
                  <a:latin typeface="Arial" panose="020B0604020202020204" pitchFamily="34" charset="0"/>
                </a:defRPr>
              </a:lvl4pPr>
              <a:lvl5pPr marL="2057400" indent="-228600" defTabSz="739775">
                <a:spcBef>
                  <a:spcPct val="50000"/>
                </a:spcBef>
                <a:defRPr sz="1000">
                  <a:solidFill>
                    <a:schemeClr val="tx1"/>
                  </a:solidFill>
                  <a:latin typeface="Arial" panose="020B0604020202020204" pitchFamily="34" charset="0"/>
                </a:defRPr>
              </a:lvl5pPr>
              <a:lvl6pPr marL="2514600" indent="-228600" defTabSz="739775"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739775"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739775"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739775" eaLnBrk="0" fontAlgn="base" hangingPunct="0">
                <a:spcBef>
                  <a:spcPct val="50000"/>
                </a:spcBef>
                <a:spcAft>
                  <a:spcPct val="0"/>
                </a:spcAft>
                <a:defRPr sz="1000">
                  <a:solidFill>
                    <a:schemeClr val="tx1"/>
                  </a:solidFill>
                  <a:latin typeface="Arial" panose="020B0604020202020204" pitchFamily="34" charset="0"/>
                </a:defRPr>
              </a:lvl9pPr>
            </a:lstStyle>
            <a:p>
              <a:pPr>
                <a:lnSpc>
                  <a:spcPct val="90000"/>
                </a:lnSpc>
                <a:spcBef>
                  <a:spcPct val="0"/>
                </a:spcBef>
              </a:pPr>
              <a:r>
                <a:rPr lang="en-US" sz="1200" noProof="0" dirty="0">
                  <a:latin typeface="Hack" panose="020B0609030202020204" pitchFamily="49" charset="0"/>
                  <a:ea typeface="Hack" panose="020B0609030202020204" pitchFamily="49" charset="0"/>
                  <a:cs typeface="Hack" panose="020B0609030202020204" pitchFamily="49" charset="0"/>
                </a:rPr>
                <a:t>useradd(8)	- create a new user</a:t>
              </a:r>
            </a:p>
            <a:p>
              <a:pPr>
                <a:lnSpc>
                  <a:spcPct val="90000"/>
                </a:lnSpc>
                <a:spcBef>
                  <a:spcPct val="0"/>
                </a:spcBef>
              </a:pPr>
              <a:r>
                <a:rPr lang="en-US" sz="1200" noProof="0" dirty="0">
                  <a:latin typeface="Hack" panose="020B0609030202020204" pitchFamily="49" charset="0"/>
                  <a:ea typeface="Hack" panose="020B0609030202020204" pitchFamily="49" charset="0"/>
                  <a:cs typeface="Hack" panose="020B0609030202020204" pitchFamily="49" charset="0"/>
                </a:rPr>
                <a:t>userdel(8)	- delete a user account</a:t>
              </a:r>
            </a:p>
            <a:p>
              <a:pPr>
                <a:lnSpc>
                  <a:spcPct val="90000"/>
                </a:lnSpc>
                <a:spcBef>
                  <a:spcPct val="0"/>
                </a:spcBef>
              </a:pPr>
              <a:r>
                <a:rPr lang="en-US" sz="1200" noProof="0" dirty="0">
                  <a:latin typeface="Hack" panose="020B0609030202020204" pitchFamily="49" charset="0"/>
                  <a:ea typeface="Hack" panose="020B0609030202020204" pitchFamily="49" charset="0"/>
                  <a:cs typeface="Hack" panose="020B0609030202020204" pitchFamily="49" charset="0"/>
                </a:rPr>
                <a:t>usermod(8)	- modify a user account</a:t>
              </a:r>
            </a:p>
            <a:p>
              <a:pPr>
                <a:lnSpc>
                  <a:spcPct val="90000"/>
                </a:lnSpc>
                <a:spcBef>
                  <a:spcPct val="0"/>
                </a:spcBef>
              </a:pPr>
              <a:r>
                <a:rPr lang="en-US" sz="1400" noProof="0" dirty="0">
                  <a:latin typeface="Hack" panose="020B0609030202020204" pitchFamily="49" charset="0"/>
                  <a:ea typeface="Hack" panose="020B0609030202020204" pitchFamily="49" charset="0"/>
                  <a:cs typeface="Hack" panose="020B0609030202020204" pitchFamily="49" charset="0"/>
                </a:rPr>
                <a:t>...</a:t>
              </a:r>
            </a:p>
          </p:txBody>
        </p:sp>
      </p:grpSp>
      <p:grpSp>
        <p:nvGrpSpPr>
          <p:cNvPr id="6" name="Group 5">
            <a:extLst>
              <a:ext uri="{FF2B5EF4-FFF2-40B4-BE49-F238E27FC236}">
                <a16:creationId xmlns:a16="http://schemas.microsoft.com/office/drawing/2014/main" id="{EA8A43EA-DD65-D58F-A397-D12A8A5CBD3D}"/>
              </a:ext>
            </a:extLst>
          </p:cNvPr>
          <p:cNvGrpSpPr/>
          <p:nvPr/>
        </p:nvGrpSpPr>
        <p:grpSpPr>
          <a:xfrm>
            <a:off x="7653685" y="2953037"/>
            <a:ext cx="3897679" cy="1837426"/>
            <a:chOff x="6340050" y="2542663"/>
            <a:chExt cx="3897679" cy="1837426"/>
          </a:xfrm>
        </p:grpSpPr>
        <p:sp>
          <p:nvSpPr>
            <p:cNvPr id="15375" name="Text Box 15">
              <a:extLst>
                <a:ext uri="{FF2B5EF4-FFF2-40B4-BE49-F238E27FC236}">
                  <a16:creationId xmlns:a16="http://schemas.microsoft.com/office/drawing/2014/main" id="{961F07EB-057A-DA62-7C7F-1520B8649ADB}"/>
                </a:ext>
              </a:extLst>
            </p:cNvPr>
            <p:cNvSpPr txBox="1">
              <a:spLocks noChangeArrowheads="1"/>
            </p:cNvSpPr>
            <p:nvPr/>
          </p:nvSpPr>
          <p:spPr bwMode="auto">
            <a:xfrm>
              <a:off x="6390737" y="2542663"/>
              <a:ext cx="3769144" cy="183742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39775">
                <a:spcBef>
                  <a:spcPct val="50000"/>
                </a:spcBef>
                <a:defRPr sz="1000">
                  <a:solidFill>
                    <a:schemeClr val="tx1"/>
                  </a:solidFill>
                  <a:latin typeface="Arial" panose="020B0604020202020204" pitchFamily="34" charset="0"/>
                </a:defRPr>
              </a:lvl1pPr>
              <a:lvl2pPr marL="742950" indent="-285750" defTabSz="739775">
                <a:spcBef>
                  <a:spcPct val="50000"/>
                </a:spcBef>
                <a:defRPr sz="1000">
                  <a:solidFill>
                    <a:schemeClr val="tx1"/>
                  </a:solidFill>
                  <a:latin typeface="Arial" panose="020B0604020202020204" pitchFamily="34" charset="0"/>
                </a:defRPr>
              </a:lvl2pPr>
              <a:lvl3pPr marL="1143000" indent="-228600" defTabSz="739775">
                <a:spcBef>
                  <a:spcPct val="50000"/>
                </a:spcBef>
                <a:defRPr sz="1000">
                  <a:solidFill>
                    <a:schemeClr val="tx1"/>
                  </a:solidFill>
                  <a:latin typeface="Arial" panose="020B0604020202020204" pitchFamily="34" charset="0"/>
                </a:defRPr>
              </a:lvl3pPr>
              <a:lvl4pPr marL="1600200" indent="-228600" defTabSz="739775">
                <a:spcBef>
                  <a:spcPct val="50000"/>
                </a:spcBef>
                <a:defRPr sz="1000">
                  <a:solidFill>
                    <a:schemeClr val="tx1"/>
                  </a:solidFill>
                  <a:latin typeface="Arial" panose="020B0604020202020204" pitchFamily="34" charset="0"/>
                </a:defRPr>
              </a:lvl4pPr>
              <a:lvl5pPr marL="2057400" indent="-228600" defTabSz="739775">
                <a:spcBef>
                  <a:spcPct val="50000"/>
                </a:spcBef>
                <a:defRPr sz="1000">
                  <a:solidFill>
                    <a:schemeClr val="tx1"/>
                  </a:solidFill>
                  <a:latin typeface="Arial" panose="020B0604020202020204" pitchFamily="34" charset="0"/>
                </a:defRPr>
              </a:lvl5pPr>
              <a:lvl6pPr marL="2514600" indent="-228600" defTabSz="739775"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739775"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739775"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739775" eaLnBrk="0" fontAlgn="base" hangingPunct="0">
                <a:spcBef>
                  <a:spcPct val="50000"/>
                </a:spcBef>
                <a:spcAft>
                  <a:spcPct val="0"/>
                </a:spcAft>
                <a:defRPr sz="1000">
                  <a:solidFill>
                    <a:schemeClr val="tx1"/>
                  </a:solidFill>
                  <a:latin typeface="Arial" panose="020B0604020202020204" pitchFamily="34" charset="0"/>
                </a:defRPr>
              </a:lvl9pPr>
            </a:lstStyle>
            <a:p>
              <a:pPr>
                <a:lnSpc>
                  <a:spcPct val="90000"/>
                </a:lnSpc>
                <a:spcBef>
                  <a:spcPct val="0"/>
                </a:spcBef>
              </a:pPr>
              <a:r>
                <a:rPr lang="en-US" sz="1200" noProof="0" dirty="0">
                  <a:latin typeface="Hack" panose="020B0609030202020204" pitchFamily="49" charset="0"/>
                  <a:ea typeface="Hack" panose="020B0609030202020204" pitchFamily="49" charset="0"/>
                  <a:cs typeface="Hack" panose="020B0609030202020204" pitchFamily="49" charset="0"/>
                </a:rPr>
                <a:t>SYNOPSIS</a:t>
              </a:r>
            </a:p>
            <a:p>
              <a:pPr>
                <a:lnSpc>
                  <a:spcPct val="90000"/>
                </a:lnSpc>
                <a:spcBef>
                  <a:spcPct val="0"/>
                </a:spcBef>
              </a:pPr>
              <a:r>
                <a:rPr lang="en-US" sz="1200" noProof="0" dirty="0">
                  <a:latin typeface="Hack" panose="020B0609030202020204" pitchFamily="49" charset="0"/>
                  <a:ea typeface="Hack" panose="020B0609030202020204" pitchFamily="49" charset="0"/>
                  <a:cs typeface="Hack" panose="020B0609030202020204" pitchFamily="49" charset="0"/>
                </a:rPr>
                <a:t>useradd […][…][…][…]login</a:t>
              </a:r>
            </a:p>
            <a:p>
              <a:pPr>
                <a:lnSpc>
                  <a:spcPct val="90000"/>
                </a:lnSpc>
                <a:spcBef>
                  <a:spcPct val="0"/>
                </a:spcBef>
              </a:pPr>
              <a:r>
                <a:rPr lang="en-US" sz="1200" noProof="0" dirty="0">
                  <a:latin typeface="Hack" panose="020B0609030202020204" pitchFamily="49" charset="0"/>
                  <a:ea typeface="Hack" panose="020B0609030202020204" pitchFamily="49" charset="0"/>
                  <a:cs typeface="Hack" panose="020B0609030202020204" pitchFamily="49" charset="0"/>
                </a:rPr>
                <a:t>...</a:t>
              </a:r>
            </a:p>
            <a:p>
              <a:pPr>
                <a:lnSpc>
                  <a:spcPct val="90000"/>
                </a:lnSpc>
                <a:spcBef>
                  <a:spcPct val="0"/>
                </a:spcBef>
              </a:pPr>
              <a:r>
                <a:rPr lang="en-US" sz="1200" noProof="0" dirty="0">
                  <a:latin typeface="Hack" panose="020B0609030202020204" pitchFamily="49" charset="0"/>
                  <a:ea typeface="Hack" panose="020B0609030202020204" pitchFamily="49" charset="0"/>
                  <a:cs typeface="Hack" panose="020B0609030202020204" pitchFamily="49" charset="0"/>
                </a:rPr>
                <a:t>FILES:/etc/passwd</a:t>
              </a:r>
            </a:p>
            <a:p>
              <a:pPr>
                <a:lnSpc>
                  <a:spcPct val="90000"/>
                </a:lnSpc>
                <a:spcBef>
                  <a:spcPct val="0"/>
                </a:spcBef>
              </a:pPr>
              <a:r>
                <a:rPr lang="en-US" sz="1200" noProof="0" dirty="0">
                  <a:latin typeface="Hack" panose="020B0609030202020204" pitchFamily="49" charset="0"/>
                  <a:ea typeface="Hack" panose="020B0609030202020204" pitchFamily="49" charset="0"/>
                  <a:cs typeface="Hack" panose="020B0609030202020204" pitchFamily="49" charset="0"/>
                </a:rPr>
                <a:t>	/etc/shadow</a:t>
              </a:r>
            </a:p>
            <a:p>
              <a:pPr>
                <a:lnSpc>
                  <a:spcPct val="90000"/>
                </a:lnSpc>
                <a:spcBef>
                  <a:spcPct val="0"/>
                </a:spcBef>
              </a:pPr>
              <a:r>
                <a:rPr lang="en-US" sz="1200" noProof="0" dirty="0">
                  <a:latin typeface="Hack" panose="020B0609030202020204" pitchFamily="49" charset="0"/>
                  <a:ea typeface="Hack" panose="020B0609030202020204" pitchFamily="49" charset="0"/>
                  <a:cs typeface="Hack" panose="020B0609030202020204" pitchFamily="49" charset="0"/>
                </a:rPr>
                <a:t>	/etc/group</a:t>
              </a:r>
            </a:p>
            <a:p>
              <a:pPr>
                <a:lnSpc>
                  <a:spcPct val="90000"/>
                </a:lnSpc>
                <a:spcBef>
                  <a:spcPct val="0"/>
                </a:spcBef>
              </a:pPr>
              <a:r>
                <a:rPr lang="en-US" sz="1200" noProof="0" dirty="0">
                  <a:latin typeface="Hack" panose="020B0609030202020204" pitchFamily="49" charset="0"/>
                  <a:ea typeface="Hack" panose="020B0609030202020204" pitchFamily="49" charset="0"/>
                  <a:cs typeface="Hack" panose="020B0609030202020204" pitchFamily="49" charset="0"/>
                </a:rPr>
                <a:t>	/etc/default/useradd</a:t>
              </a:r>
            </a:p>
            <a:p>
              <a:pPr>
                <a:lnSpc>
                  <a:spcPct val="90000"/>
                </a:lnSpc>
                <a:spcBef>
                  <a:spcPct val="0"/>
                </a:spcBef>
              </a:pPr>
              <a:r>
                <a:rPr lang="en-US" sz="1200" noProof="0" dirty="0">
                  <a:latin typeface="Hack" panose="020B0609030202020204" pitchFamily="49" charset="0"/>
                  <a:ea typeface="Hack" panose="020B0609030202020204" pitchFamily="49" charset="0"/>
                  <a:cs typeface="Hack" panose="020B0609030202020204" pitchFamily="49" charset="0"/>
                </a:rPr>
                <a:t>	/etc/skel</a:t>
              </a:r>
            </a:p>
            <a:p>
              <a:endParaRPr lang="en-US" sz="1800" b="1" noProof="0" dirty="0"/>
            </a:p>
          </p:txBody>
        </p:sp>
        <p:sp>
          <p:nvSpPr>
            <p:cNvPr id="15376" name="AutoShape 16">
              <a:extLst>
                <a:ext uri="{FF2B5EF4-FFF2-40B4-BE49-F238E27FC236}">
                  <a16:creationId xmlns:a16="http://schemas.microsoft.com/office/drawing/2014/main" id="{F5B6B41C-0141-8606-BD59-7EDD55D3F335}"/>
                </a:ext>
              </a:extLst>
            </p:cNvPr>
            <p:cNvSpPr>
              <a:spLocks noChangeArrowheads="1"/>
            </p:cNvSpPr>
            <p:nvPr/>
          </p:nvSpPr>
          <p:spPr bwMode="auto">
            <a:xfrm>
              <a:off x="6340050" y="2565083"/>
              <a:ext cx="3897679" cy="1571952"/>
            </a:xfrm>
            <a:prstGeom prst="flowChartDocument">
              <a:avLst/>
            </a:prstGeom>
            <a:noFill/>
            <a:ln w="6350" algn="ctr">
              <a:solidFill>
                <a:srgbClr val="0000C8"/>
              </a:solidFill>
              <a:miter lim="800000"/>
              <a:headEnd type="none" w="sm" len="sm"/>
              <a:tailEnd type="none" w="sm" len="sm"/>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grpSp>
      <p:grpSp>
        <p:nvGrpSpPr>
          <p:cNvPr id="7" name="Group 6">
            <a:extLst>
              <a:ext uri="{FF2B5EF4-FFF2-40B4-BE49-F238E27FC236}">
                <a16:creationId xmlns:a16="http://schemas.microsoft.com/office/drawing/2014/main" id="{A0774A4C-5BDC-7E90-F49E-83316AB0C5CF}"/>
              </a:ext>
            </a:extLst>
          </p:cNvPr>
          <p:cNvGrpSpPr/>
          <p:nvPr/>
        </p:nvGrpSpPr>
        <p:grpSpPr>
          <a:xfrm>
            <a:off x="7174087" y="5041903"/>
            <a:ext cx="4382852" cy="597827"/>
            <a:chOff x="5916427" y="4262827"/>
            <a:chExt cx="4382852" cy="597827"/>
          </a:xfrm>
        </p:grpSpPr>
        <p:sp>
          <p:nvSpPr>
            <p:cNvPr id="15378" name="Text Box 18">
              <a:extLst>
                <a:ext uri="{FF2B5EF4-FFF2-40B4-BE49-F238E27FC236}">
                  <a16:creationId xmlns:a16="http://schemas.microsoft.com/office/drawing/2014/main" id="{D262BDCE-CD07-3612-9F52-17A15E4611AB}"/>
                </a:ext>
              </a:extLst>
            </p:cNvPr>
            <p:cNvSpPr txBox="1">
              <a:spLocks noChangeArrowheads="1"/>
            </p:cNvSpPr>
            <p:nvPr/>
          </p:nvSpPr>
          <p:spPr bwMode="auto">
            <a:xfrm>
              <a:off x="5977979" y="4381442"/>
              <a:ext cx="4321300" cy="31625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39775">
                <a:spcBef>
                  <a:spcPct val="50000"/>
                </a:spcBef>
                <a:defRPr sz="1000">
                  <a:solidFill>
                    <a:schemeClr val="tx1"/>
                  </a:solidFill>
                  <a:latin typeface="Arial" panose="020B0604020202020204" pitchFamily="34" charset="0"/>
                </a:defRPr>
              </a:lvl1pPr>
              <a:lvl2pPr marL="742950" indent="-285750" defTabSz="739775">
                <a:spcBef>
                  <a:spcPct val="50000"/>
                </a:spcBef>
                <a:defRPr sz="1000">
                  <a:solidFill>
                    <a:schemeClr val="tx1"/>
                  </a:solidFill>
                  <a:latin typeface="Arial" panose="020B0604020202020204" pitchFamily="34" charset="0"/>
                </a:defRPr>
              </a:lvl2pPr>
              <a:lvl3pPr marL="1143000" indent="-228600" defTabSz="739775">
                <a:spcBef>
                  <a:spcPct val="50000"/>
                </a:spcBef>
                <a:defRPr sz="1000">
                  <a:solidFill>
                    <a:schemeClr val="tx1"/>
                  </a:solidFill>
                  <a:latin typeface="Arial" panose="020B0604020202020204" pitchFamily="34" charset="0"/>
                </a:defRPr>
              </a:lvl3pPr>
              <a:lvl4pPr marL="1600200" indent="-228600" defTabSz="739775">
                <a:spcBef>
                  <a:spcPct val="50000"/>
                </a:spcBef>
                <a:defRPr sz="1000">
                  <a:solidFill>
                    <a:schemeClr val="tx1"/>
                  </a:solidFill>
                  <a:latin typeface="Arial" panose="020B0604020202020204" pitchFamily="34" charset="0"/>
                </a:defRPr>
              </a:lvl4pPr>
              <a:lvl5pPr marL="2057400" indent="-228600" defTabSz="739775">
                <a:spcBef>
                  <a:spcPct val="50000"/>
                </a:spcBef>
                <a:defRPr sz="1000">
                  <a:solidFill>
                    <a:schemeClr val="tx1"/>
                  </a:solidFill>
                  <a:latin typeface="Arial" panose="020B0604020202020204" pitchFamily="34" charset="0"/>
                </a:defRPr>
              </a:lvl5pPr>
              <a:lvl6pPr marL="2514600" indent="-228600" defTabSz="739775"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739775"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739775"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739775" eaLnBrk="0" fontAlgn="base" hangingPunct="0">
                <a:spcBef>
                  <a:spcPct val="50000"/>
                </a:spcBef>
                <a:spcAft>
                  <a:spcPct val="0"/>
                </a:spcAft>
                <a:defRPr sz="1000">
                  <a:solidFill>
                    <a:schemeClr val="tx1"/>
                  </a:solidFill>
                  <a:latin typeface="Arial" panose="020B0604020202020204" pitchFamily="34" charset="0"/>
                </a:defRPr>
              </a:lvl9pPr>
            </a:lstStyle>
            <a:p>
              <a:r>
                <a:rPr lang="en-US" sz="1500" noProof="0" dirty="0">
                  <a:latin typeface="Hack" panose="020B0609030202020204" pitchFamily="49" charset="0"/>
                  <a:ea typeface="Hack" panose="020B0609030202020204" pitchFamily="49" charset="0"/>
                  <a:cs typeface="Hack" panose="020B0609030202020204" pitchFamily="49" charset="0"/>
                </a:rPr>
                <a:t>root:x:0:0:root::/root:/bin/ksh</a:t>
              </a:r>
            </a:p>
          </p:txBody>
        </p:sp>
        <p:sp>
          <p:nvSpPr>
            <p:cNvPr id="15379" name="AutoShape 19">
              <a:extLst>
                <a:ext uri="{FF2B5EF4-FFF2-40B4-BE49-F238E27FC236}">
                  <a16:creationId xmlns:a16="http://schemas.microsoft.com/office/drawing/2014/main" id="{88E92CDE-0576-38DC-4735-4192D430983B}"/>
                </a:ext>
              </a:extLst>
            </p:cNvPr>
            <p:cNvSpPr>
              <a:spLocks noChangeArrowheads="1"/>
            </p:cNvSpPr>
            <p:nvPr/>
          </p:nvSpPr>
          <p:spPr bwMode="auto">
            <a:xfrm>
              <a:off x="5916427" y="4262827"/>
              <a:ext cx="4382852" cy="597827"/>
            </a:xfrm>
            <a:prstGeom prst="flowChartDocument">
              <a:avLst/>
            </a:prstGeom>
            <a:noFill/>
            <a:ln w="6350" algn="ctr">
              <a:solidFill>
                <a:srgbClr val="0000C8"/>
              </a:solidFill>
              <a:miter lim="800000"/>
              <a:headEnd type="none" w="sm" len="sm"/>
              <a:tailEnd type="none" w="sm" len="sm"/>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grpSp>
      <p:cxnSp>
        <p:nvCxnSpPr>
          <p:cNvPr id="15374" name="AutoShape 14">
            <a:extLst>
              <a:ext uri="{FF2B5EF4-FFF2-40B4-BE49-F238E27FC236}">
                <a16:creationId xmlns:a16="http://schemas.microsoft.com/office/drawing/2014/main" id="{EA271C18-AB8F-2B59-914F-25F97B0B0F16}"/>
              </a:ext>
            </a:extLst>
          </p:cNvPr>
          <p:cNvCxnSpPr>
            <a:cxnSpLocks noChangeShapeType="1"/>
          </p:cNvCxnSpPr>
          <p:nvPr/>
        </p:nvCxnSpPr>
        <p:spPr bwMode="auto">
          <a:xfrm>
            <a:off x="5166346" y="4167956"/>
            <a:ext cx="1961510" cy="1150690"/>
          </a:xfrm>
          <a:prstGeom prst="curvedConnector3">
            <a:avLst>
              <a:gd name="adj1" fmla="val 50000"/>
            </a:avLst>
          </a:prstGeom>
          <a:noFill/>
          <a:ln w="12700">
            <a:solidFill>
              <a:srgbClr val="9900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2" name="AutoShape 12">
            <a:extLst>
              <a:ext uri="{FF2B5EF4-FFF2-40B4-BE49-F238E27FC236}">
                <a16:creationId xmlns:a16="http://schemas.microsoft.com/office/drawing/2014/main" id="{3C44716D-04D0-0AB2-F3E5-E11BE5EA97FD}"/>
              </a:ext>
            </a:extLst>
          </p:cNvPr>
          <p:cNvCxnSpPr>
            <a:cxnSpLocks noChangeShapeType="1"/>
          </p:cNvCxnSpPr>
          <p:nvPr/>
        </p:nvCxnSpPr>
        <p:spPr bwMode="auto">
          <a:xfrm>
            <a:off x="5166346" y="3107122"/>
            <a:ext cx="2368158" cy="520705"/>
          </a:xfrm>
          <a:prstGeom prst="curvedConnector3">
            <a:avLst>
              <a:gd name="adj1" fmla="val 50000"/>
            </a:avLst>
          </a:prstGeom>
          <a:noFill/>
          <a:ln w="12700">
            <a:solidFill>
              <a:srgbClr val="9900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9" name="AutoShape 9">
            <a:extLst>
              <a:ext uri="{FF2B5EF4-FFF2-40B4-BE49-F238E27FC236}">
                <a16:creationId xmlns:a16="http://schemas.microsoft.com/office/drawing/2014/main" id="{EC7FCACC-DF20-50DC-1869-1E62DC10A3B7}"/>
              </a:ext>
            </a:extLst>
          </p:cNvPr>
          <p:cNvCxnSpPr>
            <a:cxnSpLocks noChangeShapeType="1"/>
            <a:endCxn id="15363" idx="1"/>
          </p:cNvCxnSpPr>
          <p:nvPr/>
        </p:nvCxnSpPr>
        <p:spPr bwMode="auto">
          <a:xfrm flipV="1">
            <a:off x="5245859" y="2190567"/>
            <a:ext cx="1656533" cy="128225"/>
          </a:xfrm>
          <a:prstGeom prst="curvedConnector3">
            <a:avLst>
              <a:gd name="adj1" fmla="val 50000"/>
            </a:avLst>
          </a:prstGeom>
          <a:noFill/>
          <a:ln w="12700">
            <a:solidFill>
              <a:srgbClr val="9900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7730887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The su command</a:t>
            </a:r>
          </a:p>
        </p:txBody>
      </p:sp>
      <p:sp>
        <p:nvSpPr>
          <p:cNvPr id="2" name="Subtitle 1">
            <a:extLst>
              <a:ext uri="{FF2B5EF4-FFF2-40B4-BE49-F238E27FC236}">
                <a16:creationId xmlns:a16="http://schemas.microsoft.com/office/drawing/2014/main" id="{F7F6EAF0-4D02-E0BB-9284-AF6CB503E13B}"/>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1300885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CFA0893-2CDB-7159-B441-2A4F8542FA81}"/>
              </a:ext>
            </a:extLst>
          </p:cNvPr>
          <p:cNvSpPr>
            <a:spLocks noGrp="1"/>
          </p:cNvSpPr>
          <p:nvPr>
            <p:ph type="ctrTitle"/>
          </p:nvPr>
        </p:nvSpPr>
        <p:spPr/>
        <p:txBody>
          <a:bodyPr/>
          <a:lstStyle/>
          <a:p>
            <a:r>
              <a:rPr lang="en-US" noProof="0" dirty="0"/>
              <a:t>su</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8" noProof="0" dirty="0">
                <a:solidFill>
                  <a:srgbClr val="2D2C2C"/>
                </a:solidFill>
                <a:cs typeface="Segoe UI"/>
              </a:rPr>
              <a:t>Originating in UNIX v1, the</a:t>
            </a:r>
            <a:r>
              <a:rPr lang="en-US" sz="1800" spc="12" noProof="0" dirty="0">
                <a:solidFill>
                  <a:srgbClr val="2D2C2C"/>
                </a:solidFill>
                <a:cs typeface="Segoe UI"/>
              </a:rPr>
              <a:t> </a:t>
            </a:r>
            <a:r>
              <a:rPr lang="en-US" sz="1800" spc="-12" noProof="0" dirty="0">
                <a:solidFill>
                  <a:srgbClr val="2D2C2C"/>
                </a:solidFill>
                <a:cs typeface="Segoe UI"/>
              </a:rPr>
              <a:t>substitute</a:t>
            </a:r>
            <a:r>
              <a:rPr lang="en-US" sz="1800" spc="16" noProof="0" dirty="0">
                <a:solidFill>
                  <a:srgbClr val="2D2C2C"/>
                </a:solidFill>
                <a:cs typeface="Segoe UI"/>
              </a:rPr>
              <a:t> </a:t>
            </a:r>
            <a:r>
              <a:rPr lang="en-US" sz="1800" spc="-8" noProof="0" dirty="0">
                <a:solidFill>
                  <a:srgbClr val="2D2C2C"/>
                </a:solidFill>
                <a:cs typeface="Segoe UI"/>
              </a:rPr>
              <a:t>user</a:t>
            </a:r>
            <a:r>
              <a:rPr lang="en-US" sz="1800" spc="45" noProof="0" dirty="0">
                <a:solidFill>
                  <a:srgbClr val="2D2C2C"/>
                </a:solidFill>
                <a:cs typeface="Segoe UI"/>
              </a:rPr>
              <a:t> </a:t>
            </a:r>
            <a:r>
              <a:rPr lang="en-US" sz="1800" spc="-4" noProof="0" dirty="0">
                <a:solidFill>
                  <a:srgbClr val="2D2C2C"/>
                </a:solidFill>
                <a:cs typeface="Segoe UI"/>
              </a:rPr>
              <a:t>(</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su</a:t>
            </a:r>
            <a:r>
              <a:rPr lang="en-US" sz="1800" spc="-4" noProof="0" dirty="0">
                <a:solidFill>
                  <a:srgbClr val="2D2C2C"/>
                </a:solidFill>
                <a:cs typeface="Segoe UI"/>
              </a:rPr>
              <a:t>)</a:t>
            </a:r>
            <a:r>
              <a:rPr lang="en-US" sz="1800" noProof="0" dirty="0">
                <a:solidFill>
                  <a:srgbClr val="2D2C2C"/>
                </a:solidFill>
                <a:cs typeface="Segoe UI"/>
              </a:rPr>
              <a:t> </a:t>
            </a:r>
            <a:r>
              <a:rPr lang="en-US" sz="1800" spc="-8" noProof="0" dirty="0">
                <a:solidFill>
                  <a:srgbClr val="2D2C2C"/>
                </a:solidFill>
                <a:cs typeface="Segoe UI"/>
              </a:rPr>
              <a:t>command</a:t>
            </a:r>
            <a:r>
              <a:rPr lang="en-US" sz="1800" spc="37" noProof="0" dirty="0">
                <a:solidFill>
                  <a:srgbClr val="2D2C2C"/>
                </a:solidFill>
                <a:cs typeface="Segoe UI"/>
              </a:rPr>
              <a:t> </a:t>
            </a:r>
            <a:r>
              <a:rPr lang="en-US" sz="1800" spc="-12" noProof="0" dirty="0">
                <a:solidFill>
                  <a:srgbClr val="2D2C2C"/>
                </a:solidFill>
                <a:cs typeface="Segoe UI"/>
              </a:rPr>
              <a:t>switches</a:t>
            </a:r>
            <a:r>
              <a:rPr lang="en-US" sz="1800" spc="53" noProof="0" dirty="0">
                <a:solidFill>
                  <a:srgbClr val="2D2C2C"/>
                </a:solidFill>
                <a:cs typeface="Segoe UI"/>
              </a:rPr>
              <a:t> </a:t>
            </a:r>
            <a:r>
              <a:rPr lang="en-US" sz="1800" spc="-16" noProof="0" dirty="0">
                <a:solidFill>
                  <a:srgbClr val="2D2C2C"/>
                </a:solidFill>
                <a:cs typeface="Segoe UI"/>
              </a:rPr>
              <a:t>to</a:t>
            </a:r>
            <a:r>
              <a:rPr lang="en-US" sz="1800" spc="28" noProof="0" dirty="0">
                <a:solidFill>
                  <a:srgbClr val="2D2C2C"/>
                </a:solidFill>
                <a:cs typeface="Segoe UI"/>
              </a:rPr>
              <a:t> </a:t>
            </a:r>
            <a:r>
              <a:rPr lang="en-US" sz="1800" spc="-8" noProof="0" dirty="0">
                <a:solidFill>
                  <a:srgbClr val="2D2C2C"/>
                </a:solidFill>
                <a:cs typeface="Segoe UI"/>
              </a:rPr>
              <a:t>another</a:t>
            </a:r>
            <a:r>
              <a:rPr lang="en-US" sz="1800" spc="45" noProof="0" dirty="0">
                <a:solidFill>
                  <a:srgbClr val="2D2C2C"/>
                </a:solidFill>
                <a:cs typeface="Segoe UI"/>
              </a:rPr>
              <a:t> </a:t>
            </a:r>
            <a:r>
              <a:rPr lang="en-US" sz="1800" spc="-8" noProof="0" dirty="0">
                <a:solidFill>
                  <a:srgbClr val="2D2C2C"/>
                </a:solidFill>
                <a:cs typeface="Segoe UI"/>
              </a:rPr>
              <a:t>user.</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The</a:t>
            </a:r>
            <a:r>
              <a:rPr lang="en-US" sz="1800" spc="8" noProof="0" dirty="0">
                <a:solidFill>
                  <a:srgbClr val="2D2C2C"/>
                </a:solidFill>
                <a:cs typeface="Segoe UI"/>
              </a:rPr>
              <a:t> </a:t>
            </a:r>
            <a:r>
              <a:rPr lang="en-US" sz="1800" spc="-8" noProof="0" dirty="0">
                <a:solidFill>
                  <a:srgbClr val="2D2C2C"/>
                </a:solidFill>
                <a:cs typeface="Segoe UI"/>
              </a:rPr>
              <a:t>effective</a:t>
            </a:r>
            <a:r>
              <a:rPr lang="en-US" sz="1800" spc="45" noProof="0" dirty="0">
                <a:solidFill>
                  <a:srgbClr val="2D2C2C"/>
                </a:solidFill>
                <a:cs typeface="Segoe UI"/>
              </a:rPr>
              <a:t> </a:t>
            </a:r>
            <a:r>
              <a:rPr lang="en-US" sz="1800" spc="-8" noProof="0" dirty="0">
                <a:solidFill>
                  <a:srgbClr val="2D2C2C"/>
                </a:solidFill>
                <a:cs typeface="Segoe UI"/>
              </a:rPr>
              <a:t>user</a:t>
            </a:r>
            <a:r>
              <a:rPr lang="en-US" sz="1800" spc="24" noProof="0" dirty="0">
                <a:solidFill>
                  <a:srgbClr val="2D2C2C"/>
                </a:solidFill>
                <a:cs typeface="Segoe UI"/>
              </a:rPr>
              <a:t> </a:t>
            </a:r>
            <a:r>
              <a:rPr lang="en-US" sz="1800" spc="-4" noProof="0" dirty="0">
                <a:solidFill>
                  <a:srgbClr val="2D2C2C"/>
                </a:solidFill>
                <a:cs typeface="Segoe UI"/>
              </a:rPr>
              <a:t>and</a:t>
            </a:r>
            <a:r>
              <a:rPr lang="en-US" sz="1800" spc="12" noProof="0" dirty="0">
                <a:solidFill>
                  <a:srgbClr val="2D2C2C"/>
                </a:solidFill>
                <a:cs typeface="Segoe UI"/>
              </a:rPr>
              <a:t> </a:t>
            </a:r>
            <a:r>
              <a:rPr lang="en-US" sz="1800" spc="-8" noProof="0" dirty="0">
                <a:solidFill>
                  <a:srgbClr val="2D2C2C"/>
                </a:solidFill>
                <a:cs typeface="Segoe UI"/>
              </a:rPr>
              <a:t>group</a:t>
            </a:r>
            <a:r>
              <a:rPr lang="en-US" sz="1800" spc="4" noProof="0" dirty="0">
                <a:solidFill>
                  <a:srgbClr val="2D2C2C"/>
                </a:solidFill>
                <a:cs typeface="Segoe UI"/>
              </a:rPr>
              <a:t> </a:t>
            </a:r>
            <a:r>
              <a:rPr lang="en-US" sz="1800" spc="-8" noProof="0" dirty="0">
                <a:solidFill>
                  <a:srgbClr val="2D2C2C"/>
                </a:solidFill>
                <a:cs typeface="Segoe UI"/>
              </a:rPr>
              <a:t>id</a:t>
            </a:r>
            <a:r>
              <a:rPr lang="en-US" sz="1800" spc="-4" noProof="0" dirty="0">
                <a:solidFill>
                  <a:srgbClr val="2D2C2C"/>
                </a:solidFill>
                <a:cs typeface="Segoe UI"/>
              </a:rPr>
              <a:t> </a:t>
            </a:r>
            <a:r>
              <a:rPr lang="en-US" sz="1800" spc="-8" noProof="0" dirty="0">
                <a:solidFill>
                  <a:srgbClr val="2D2C2C"/>
                </a:solidFill>
                <a:cs typeface="Segoe UI"/>
              </a:rPr>
              <a:t>changed (by default to root).</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A</a:t>
            </a:r>
            <a:r>
              <a:rPr lang="en-US" sz="1800" spc="-16" noProof="0" dirty="0">
                <a:solidFill>
                  <a:srgbClr val="2D2C2C"/>
                </a:solidFill>
                <a:cs typeface="Segoe UI"/>
              </a:rPr>
              <a:t> </a:t>
            </a:r>
            <a:r>
              <a:rPr lang="en-US" sz="1800" spc="-8" noProof="0" dirty="0">
                <a:solidFill>
                  <a:srgbClr val="2D2C2C"/>
                </a:solidFill>
                <a:cs typeface="Segoe UI"/>
              </a:rPr>
              <a:t>new</a:t>
            </a:r>
            <a:r>
              <a:rPr lang="en-US" sz="1800" spc="16" noProof="0" dirty="0">
                <a:solidFill>
                  <a:srgbClr val="2D2C2C"/>
                </a:solidFill>
                <a:cs typeface="Segoe UI"/>
              </a:rPr>
              <a:t> </a:t>
            </a:r>
            <a:r>
              <a:rPr lang="en-US" sz="1800" spc="-8" noProof="0" dirty="0">
                <a:solidFill>
                  <a:srgbClr val="2D2C2C"/>
                </a:solidFill>
                <a:cs typeface="Segoe UI"/>
              </a:rPr>
              <a:t>shell</a:t>
            </a:r>
            <a:r>
              <a:rPr lang="en-US" sz="1800" spc="37" noProof="0" dirty="0">
                <a:solidFill>
                  <a:srgbClr val="2D2C2C"/>
                </a:solidFill>
                <a:cs typeface="Segoe UI"/>
              </a:rPr>
              <a:t> </a:t>
            </a:r>
            <a:r>
              <a:rPr lang="en-US" sz="1800" spc="-4" noProof="0" dirty="0">
                <a:solidFill>
                  <a:srgbClr val="2D2C2C"/>
                </a:solidFill>
                <a:cs typeface="Segoe UI"/>
              </a:rPr>
              <a:t>for</a:t>
            </a:r>
            <a:r>
              <a:rPr lang="en-US" sz="1800" noProof="0" dirty="0">
                <a:solidFill>
                  <a:srgbClr val="2D2C2C"/>
                </a:solidFill>
                <a:cs typeface="Segoe UI"/>
              </a:rPr>
              <a:t> </a:t>
            </a:r>
            <a:r>
              <a:rPr lang="en-US" sz="1800" spc="-4" noProof="0" dirty="0">
                <a:solidFill>
                  <a:srgbClr val="2D2C2C"/>
                </a:solidFill>
                <a:cs typeface="Segoe UI"/>
              </a:rPr>
              <a:t>the</a:t>
            </a:r>
            <a:r>
              <a:rPr lang="en-US" sz="1800" spc="4" noProof="0" dirty="0">
                <a:solidFill>
                  <a:srgbClr val="2D2C2C"/>
                </a:solidFill>
                <a:cs typeface="Segoe UI"/>
              </a:rPr>
              <a:t> </a:t>
            </a:r>
            <a:r>
              <a:rPr lang="en-US" sz="1800" spc="-8" noProof="0" dirty="0">
                <a:solidFill>
                  <a:srgbClr val="2D2C2C"/>
                </a:solidFill>
                <a:cs typeface="Segoe UI"/>
              </a:rPr>
              <a:t>new</a:t>
            </a:r>
            <a:r>
              <a:rPr lang="en-US" sz="1800" spc="41" noProof="0" dirty="0">
                <a:solidFill>
                  <a:srgbClr val="2D2C2C"/>
                </a:solidFill>
                <a:cs typeface="Segoe UI"/>
              </a:rPr>
              <a:t> </a:t>
            </a:r>
            <a:r>
              <a:rPr lang="en-US" sz="1800" spc="-8" noProof="0" dirty="0">
                <a:solidFill>
                  <a:srgbClr val="2D2C2C"/>
                </a:solidFill>
                <a:cs typeface="Segoe UI"/>
              </a:rPr>
              <a:t>user</a:t>
            </a:r>
            <a:r>
              <a:rPr lang="en-US" sz="1800" spc="41" noProof="0" dirty="0">
                <a:solidFill>
                  <a:srgbClr val="2D2C2C"/>
                </a:solidFill>
                <a:cs typeface="Segoe UI"/>
              </a:rPr>
              <a:t> </a:t>
            </a:r>
            <a:r>
              <a:rPr lang="en-US" sz="1800" spc="-8" noProof="0" dirty="0">
                <a:solidFill>
                  <a:srgbClr val="2D2C2C"/>
                </a:solidFill>
                <a:cs typeface="Segoe UI"/>
              </a:rPr>
              <a:t>started.</a:t>
            </a:r>
            <a:endParaRPr lang="en-US" sz="1800" noProof="0" dirty="0">
              <a:cs typeface="Segoe UI"/>
            </a:endParaRPr>
          </a:p>
          <a:p>
            <a:pPr marL="518001" lvl="1" indent="-233204">
              <a:spcBef>
                <a:spcPts val="492"/>
              </a:spcBef>
              <a:buClr>
                <a:srgbClr val="000000"/>
              </a:buClr>
              <a:buFont typeface="Arial"/>
              <a:buChar char="•"/>
              <a:tabLst>
                <a:tab pos="517485" algn="l"/>
                <a:tab pos="518001" algn="l"/>
              </a:tabLst>
            </a:pPr>
            <a:r>
              <a:rPr lang="en-US" sz="1800" spc="-4" noProof="0" dirty="0">
                <a:solidFill>
                  <a:srgbClr val="2D2C2C"/>
                </a:solidFill>
                <a:cs typeface="Segoe UI"/>
              </a:rPr>
              <a:t>Exit</a:t>
            </a:r>
            <a:r>
              <a:rPr lang="en-US" sz="1800" spc="-8" noProof="0" dirty="0">
                <a:solidFill>
                  <a:srgbClr val="2D2C2C"/>
                </a:solidFill>
                <a:cs typeface="Segoe UI"/>
              </a:rPr>
              <a:t> from</a:t>
            </a:r>
            <a:r>
              <a:rPr lang="en-US" sz="1800" spc="-16" noProof="0" dirty="0">
                <a:solidFill>
                  <a:srgbClr val="2D2C2C"/>
                </a:solidFill>
                <a:cs typeface="Segoe UI"/>
              </a:rPr>
              <a:t> </a:t>
            </a:r>
            <a:r>
              <a:rPr lang="en-US" sz="1800" spc="-4" noProof="0" dirty="0">
                <a:solidFill>
                  <a:srgbClr val="2D2C2C"/>
                </a:solidFill>
                <a:cs typeface="Segoe UI"/>
              </a:rPr>
              <a:t>the</a:t>
            </a:r>
            <a:r>
              <a:rPr lang="en-US" sz="1800" spc="33" noProof="0" dirty="0">
                <a:solidFill>
                  <a:srgbClr val="2D2C2C"/>
                </a:solidFill>
                <a:cs typeface="Segoe UI"/>
              </a:rPr>
              <a:t> </a:t>
            </a:r>
            <a:r>
              <a:rPr lang="en-US" sz="1800" spc="-8" noProof="0" dirty="0">
                <a:solidFill>
                  <a:srgbClr val="2D2C2C"/>
                </a:solidFill>
                <a:cs typeface="Segoe UI"/>
              </a:rPr>
              <a:t>new</a:t>
            </a:r>
            <a:r>
              <a:rPr lang="en-US" sz="1800" spc="16" noProof="0" dirty="0">
                <a:solidFill>
                  <a:srgbClr val="2D2C2C"/>
                </a:solidFill>
                <a:cs typeface="Segoe UI"/>
              </a:rPr>
              <a:t> </a:t>
            </a:r>
            <a:r>
              <a:rPr lang="en-US" sz="1800" spc="-8" noProof="0" dirty="0">
                <a:solidFill>
                  <a:srgbClr val="2D2C2C"/>
                </a:solidFill>
                <a:cs typeface="Segoe UI"/>
              </a:rPr>
              <a:t>shell</a:t>
            </a:r>
            <a:r>
              <a:rPr lang="en-US" sz="1800" spc="33" noProof="0" dirty="0">
                <a:solidFill>
                  <a:srgbClr val="2D2C2C"/>
                </a:solidFill>
                <a:cs typeface="Segoe UI"/>
              </a:rPr>
              <a:t> </a:t>
            </a:r>
            <a:r>
              <a:rPr lang="en-US" sz="1800" spc="-16" noProof="0" dirty="0">
                <a:solidFill>
                  <a:srgbClr val="2D2C2C"/>
                </a:solidFill>
                <a:cs typeface="Segoe UI"/>
              </a:rPr>
              <a:t>to</a:t>
            </a:r>
            <a:r>
              <a:rPr lang="en-US" sz="1800" spc="24" noProof="0" dirty="0">
                <a:solidFill>
                  <a:srgbClr val="2D2C2C"/>
                </a:solidFill>
                <a:cs typeface="Segoe UI"/>
              </a:rPr>
              <a:t> </a:t>
            </a:r>
            <a:r>
              <a:rPr lang="en-US" sz="1800" spc="-12" noProof="0" dirty="0">
                <a:solidFill>
                  <a:srgbClr val="2D2C2C"/>
                </a:solidFill>
                <a:cs typeface="Segoe UI"/>
              </a:rPr>
              <a:t>resume</a:t>
            </a:r>
            <a:r>
              <a:rPr lang="en-US" sz="1800" spc="45" noProof="0" dirty="0">
                <a:solidFill>
                  <a:srgbClr val="2D2C2C"/>
                </a:solidFill>
                <a:cs typeface="Segoe UI"/>
              </a:rPr>
              <a:t> </a:t>
            </a:r>
            <a:r>
              <a:rPr lang="en-US" sz="1800" spc="-4" noProof="0" dirty="0">
                <a:solidFill>
                  <a:srgbClr val="2D2C2C"/>
                </a:solidFill>
                <a:cs typeface="Segoe UI"/>
              </a:rPr>
              <a:t>original</a:t>
            </a:r>
            <a:r>
              <a:rPr lang="en-US" sz="1800" spc="16" noProof="0" dirty="0">
                <a:solidFill>
                  <a:srgbClr val="2D2C2C"/>
                </a:solidFill>
                <a:cs typeface="Segoe UI"/>
              </a:rPr>
              <a:t> </a:t>
            </a:r>
            <a:r>
              <a:rPr lang="en-US" sz="1800" spc="-16" noProof="0" dirty="0">
                <a:solidFill>
                  <a:srgbClr val="2D2C2C"/>
                </a:solidFill>
                <a:cs typeface="Segoe UI"/>
              </a:rPr>
              <a:t>user's</a:t>
            </a:r>
            <a:r>
              <a:rPr lang="en-US" sz="1800" spc="49" noProof="0" dirty="0">
                <a:solidFill>
                  <a:srgbClr val="2D2C2C"/>
                </a:solidFill>
                <a:cs typeface="Segoe UI"/>
              </a:rPr>
              <a:t> </a:t>
            </a:r>
            <a:r>
              <a:rPr lang="en-US" sz="1800" spc="-12" noProof="0" dirty="0">
                <a:solidFill>
                  <a:srgbClr val="2D2C2C"/>
                </a:solidFill>
                <a:cs typeface="Segoe UI"/>
              </a:rPr>
              <a:t>shell.</a:t>
            </a:r>
            <a:endParaRPr lang="en-US" sz="1800" noProof="0" dirty="0">
              <a:cs typeface="Segoe UI"/>
            </a:endParaRPr>
          </a:p>
          <a:p>
            <a:pPr marL="289957" indent="-280154">
              <a:spcBef>
                <a:spcPts val="975"/>
              </a:spcBef>
              <a:buClr>
                <a:srgbClr val="000000"/>
              </a:buClr>
              <a:buFont typeface="Arial"/>
              <a:buChar char="•"/>
              <a:tabLst>
                <a:tab pos="289957" algn="l"/>
                <a:tab pos="290473" algn="l"/>
              </a:tabLst>
            </a:pPr>
            <a:r>
              <a:rPr lang="en-US" sz="1800" spc="-12" noProof="0" dirty="0">
                <a:solidFill>
                  <a:srgbClr val="2D2C2C"/>
                </a:solidFill>
                <a:cs typeface="Segoe UI"/>
              </a:rPr>
              <a:t>Only root</a:t>
            </a:r>
            <a:r>
              <a:rPr lang="en-US" sz="1800" spc="-24" noProof="0" dirty="0">
                <a:solidFill>
                  <a:srgbClr val="2D2C2C"/>
                </a:solidFill>
                <a:cs typeface="Segoe UI"/>
              </a:rPr>
              <a:t> </a:t>
            </a:r>
            <a:r>
              <a:rPr lang="en-US" sz="1800" spc="-8" noProof="0" dirty="0">
                <a:solidFill>
                  <a:srgbClr val="2D2C2C"/>
                </a:solidFill>
                <a:cs typeface="Segoe UI"/>
              </a:rPr>
              <a:t>can</a:t>
            </a:r>
            <a:r>
              <a:rPr lang="en-US" sz="1800" spc="16" noProof="0" dirty="0">
                <a:solidFill>
                  <a:srgbClr val="2D2C2C"/>
                </a:solidFill>
                <a:cs typeface="Segoe UI"/>
              </a:rPr>
              <a:t> </a:t>
            </a:r>
            <a:r>
              <a:rPr lang="en-US" sz="1800" spc="-4" noProof="0" dirty="0">
                <a:solidFill>
                  <a:srgbClr val="2D2C2C"/>
                </a:solidFill>
                <a:cs typeface="Segoe UI"/>
              </a:rPr>
              <a:t>use</a:t>
            </a:r>
            <a:r>
              <a:rPr lang="en-US" sz="1800" spc="12"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su</a:t>
            </a:r>
            <a:r>
              <a:rPr lang="en-US" sz="1800" b="1" spc="-4" noProof="0" dirty="0">
                <a:solidFill>
                  <a:srgbClr val="0000C7"/>
                </a:solidFill>
                <a:cs typeface="Segoe UI"/>
              </a:rPr>
              <a:t> </a:t>
            </a:r>
            <a:r>
              <a:rPr lang="en-US" sz="1800" spc="-4" noProof="0" dirty="0">
                <a:solidFill>
                  <a:srgbClr val="2D2C2C"/>
                </a:solidFill>
                <a:cs typeface="Segoe UI"/>
              </a:rPr>
              <a:t>without</a:t>
            </a:r>
            <a:r>
              <a:rPr lang="en-US" sz="1800" spc="37" noProof="0" dirty="0">
                <a:solidFill>
                  <a:srgbClr val="2D2C2C"/>
                </a:solidFill>
                <a:cs typeface="Segoe UI"/>
              </a:rPr>
              <a:t> </a:t>
            </a:r>
            <a:r>
              <a:rPr lang="en-US" sz="1800" spc="-8" noProof="0" dirty="0">
                <a:solidFill>
                  <a:srgbClr val="2D2C2C"/>
                </a:solidFill>
                <a:cs typeface="Segoe UI"/>
              </a:rPr>
              <a:t>providing</a:t>
            </a:r>
            <a:r>
              <a:rPr lang="en-US" sz="1800" spc="20" noProof="0" dirty="0">
                <a:solidFill>
                  <a:srgbClr val="2D2C2C"/>
                </a:solidFill>
                <a:cs typeface="Segoe UI"/>
              </a:rPr>
              <a:t> </a:t>
            </a:r>
            <a:r>
              <a:rPr lang="en-US" sz="1800" spc="-4" noProof="0" dirty="0">
                <a:solidFill>
                  <a:srgbClr val="2D2C2C"/>
                </a:solidFill>
                <a:cs typeface="Segoe UI"/>
              </a:rPr>
              <a:t>a</a:t>
            </a:r>
            <a:r>
              <a:rPr lang="en-US" sz="1800" spc="-8" noProof="0" dirty="0">
                <a:solidFill>
                  <a:srgbClr val="2D2C2C"/>
                </a:solidFill>
                <a:cs typeface="Segoe UI"/>
              </a:rPr>
              <a:t> </a:t>
            </a:r>
            <a:r>
              <a:rPr lang="en-US" sz="1800" spc="-12" noProof="0" dirty="0">
                <a:solidFill>
                  <a:srgbClr val="2D2C2C"/>
                </a:solidFill>
                <a:cs typeface="Segoe UI"/>
              </a:rPr>
              <a:t>password.</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Other</a:t>
            </a:r>
            <a:r>
              <a:rPr lang="en-US" sz="1800" spc="4" noProof="0" dirty="0">
                <a:solidFill>
                  <a:srgbClr val="2D2C2C"/>
                </a:solidFill>
                <a:cs typeface="Segoe UI"/>
              </a:rPr>
              <a:t> </a:t>
            </a:r>
            <a:r>
              <a:rPr lang="en-US" sz="1800" spc="-4" noProof="0" dirty="0">
                <a:solidFill>
                  <a:srgbClr val="2D2C2C"/>
                </a:solidFill>
                <a:cs typeface="Segoe UI"/>
              </a:rPr>
              <a:t>users</a:t>
            </a:r>
            <a:r>
              <a:rPr lang="en-US" sz="1800" spc="37" noProof="0" dirty="0">
                <a:solidFill>
                  <a:srgbClr val="2D2C2C"/>
                </a:solidFill>
                <a:cs typeface="Segoe UI"/>
              </a:rPr>
              <a:t> </a:t>
            </a:r>
            <a:r>
              <a:rPr lang="en-US" sz="1800" spc="-8" noProof="0" dirty="0">
                <a:solidFill>
                  <a:srgbClr val="2D2C2C"/>
                </a:solidFill>
                <a:cs typeface="Segoe UI"/>
              </a:rPr>
              <a:t>must</a:t>
            </a:r>
            <a:r>
              <a:rPr lang="en-US" sz="1800" spc="37" noProof="0" dirty="0">
                <a:solidFill>
                  <a:srgbClr val="2D2C2C"/>
                </a:solidFill>
                <a:cs typeface="Segoe UI"/>
              </a:rPr>
              <a:t> </a:t>
            </a:r>
            <a:r>
              <a:rPr lang="en-US" sz="1800" spc="-8" noProof="0" dirty="0">
                <a:solidFill>
                  <a:srgbClr val="2D2C2C"/>
                </a:solidFill>
                <a:cs typeface="Segoe UI"/>
              </a:rPr>
              <a:t>supply</a:t>
            </a:r>
            <a:r>
              <a:rPr lang="en-US" sz="1800" spc="16" noProof="0" dirty="0">
                <a:solidFill>
                  <a:srgbClr val="2D2C2C"/>
                </a:solidFill>
                <a:cs typeface="Segoe UI"/>
              </a:rPr>
              <a:t> </a:t>
            </a:r>
            <a:r>
              <a:rPr lang="en-US" sz="1800" spc="-4" noProof="0" dirty="0">
                <a:solidFill>
                  <a:srgbClr val="2D2C2C"/>
                </a:solidFill>
                <a:cs typeface="Segoe UI"/>
              </a:rPr>
              <a:t>a</a:t>
            </a:r>
            <a:r>
              <a:rPr lang="en-US" sz="1800" spc="-8" noProof="0" dirty="0">
                <a:solidFill>
                  <a:srgbClr val="2D2C2C"/>
                </a:solidFill>
                <a:cs typeface="Segoe UI"/>
              </a:rPr>
              <a:t> </a:t>
            </a:r>
            <a:r>
              <a:rPr lang="en-US" sz="1800" spc="-12" noProof="0" dirty="0">
                <a:solidFill>
                  <a:srgbClr val="2D2C2C"/>
                </a:solidFill>
                <a:cs typeface="Segoe UI"/>
              </a:rPr>
              <a:t>password</a:t>
            </a:r>
            <a:r>
              <a:rPr lang="en-US" sz="1800" spc="24" noProof="0" dirty="0">
                <a:solidFill>
                  <a:srgbClr val="2D2C2C"/>
                </a:solidFill>
                <a:cs typeface="Segoe UI"/>
              </a:rPr>
              <a:t> </a:t>
            </a:r>
            <a:r>
              <a:rPr lang="en-US" sz="1800" spc="-20" noProof="0" dirty="0">
                <a:solidFill>
                  <a:srgbClr val="2D2C2C"/>
                </a:solidFill>
                <a:cs typeface="Segoe UI"/>
              </a:rPr>
              <a:t>of</a:t>
            </a:r>
            <a:r>
              <a:rPr lang="en-US" sz="1800" spc="-4" noProof="0" dirty="0">
                <a:solidFill>
                  <a:srgbClr val="2D2C2C"/>
                </a:solidFill>
                <a:cs typeface="Segoe UI"/>
              </a:rPr>
              <a:t> the</a:t>
            </a:r>
            <a:r>
              <a:rPr lang="en-US" sz="1800" spc="16" noProof="0" dirty="0">
                <a:solidFill>
                  <a:srgbClr val="2D2C2C"/>
                </a:solidFill>
                <a:cs typeface="Segoe UI"/>
              </a:rPr>
              <a:t> </a:t>
            </a:r>
            <a:r>
              <a:rPr lang="en-US" sz="1800" spc="-12" noProof="0" dirty="0">
                <a:solidFill>
                  <a:srgbClr val="2D2C2C"/>
                </a:solidFill>
                <a:cs typeface="Segoe UI"/>
              </a:rPr>
              <a:t>target</a:t>
            </a:r>
            <a:r>
              <a:rPr lang="en-US" sz="1800" spc="37" noProof="0" dirty="0">
                <a:solidFill>
                  <a:srgbClr val="2D2C2C"/>
                </a:solidFill>
                <a:cs typeface="Segoe UI"/>
              </a:rPr>
              <a:t> </a:t>
            </a:r>
            <a:r>
              <a:rPr lang="en-US" sz="1800" spc="-8" noProof="0" dirty="0">
                <a:solidFill>
                  <a:srgbClr val="2D2C2C"/>
                </a:solidFill>
                <a:cs typeface="Segoe UI"/>
              </a:rPr>
              <a:t>ID.</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12" noProof="0" dirty="0">
                <a:solidFill>
                  <a:srgbClr val="2D2C2C"/>
                </a:solidFill>
                <a:cs typeface="Segoe UI"/>
              </a:rPr>
              <a:t>Dash</a:t>
            </a:r>
            <a:r>
              <a:rPr lang="en-US" sz="1800" spc="-4" noProof="0" dirty="0">
                <a:solidFill>
                  <a:srgbClr val="2D2C2C"/>
                </a:solidFill>
                <a:cs typeface="Segoe UI"/>
              </a:rPr>
              <a:t> (</a:t>
            </a:r>
            <a:r>
              <a:rPr lang="en-US" sz="1800" b="1" spc="-4" noProof="0" dirty="0">
                <a:solidFill>
                  <a:srgbClr val="2D2C2C"/>
                </a:solidFill>
                <a:latin typeface="Hack" panose="020B0609030202020204" pitchFamily="49" charset="0"/>
                <a:ea typeface="Hack" panose="020B0609030202020204" pitchFamily="49" charset="0"/>
                <a:cs typeface="Hack" panose="020B0609030202020204" pitchFamily="49" charset="0"/>
              </a:rPr>
              <a:t>-</a:t>
            </a:r>
            <a:r>
              <a:rPr lang="en-US" sz="1800" spc="-4" noProof="0" dirty="0">
                <a:solidFill>
                  <a:srgbClr val="2D2C2C"/>
                </a:solidFill>
                <a:cs typeface="Segoe UI"/>
              </a:rPr>
              <a:t>) after</a:t>
            </a:r>
            <a:r>
              <a:rPr lang="en-US" sz="1800" spc="33"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su</a:t>
            </a:r>
            <a:r>
              <a:rPr lang="en-US" sz="1800" b="1" spc="-4" noProof="0" dirty="0">
                <a:solidFill>
                  <a:srgbClr val="0000C7"/>
                </a:solidFill>
                <a:cs typeface="Segoe UI"/>
              </a:rPr>
              <a:t> </a:t>
            </a:r>
            <a:r>
              <a:rPr lang="en-US" sz="1800" spc="-12" noProof="0" dirty="0">
                <a:solidFill>
                  <a:srgbClr val="2D2C2C"/>
                </a:solidFill>
                <a:cs typeface="Segoe UI"/>
              </a:rPr>
              <a:t>forces</a:t>
            </a:r>
            <a:r>
              <a:rPr lang="en-US" sz="1800" spc="37" noProof="0" dirty="0">
                <a:solidFill>
                  <a:srgbClr val="2D2C2C"/>
                </a:solidFill>
                <a:cs typeface="Segoe UI"/>
              </a:rPr>
              <a:t> </a:t>
            </a:r>
            <a:r>
              <a:rPr lang="en-US" sz="1800" spc="-8" noProof="0" dirty="0">
                <a:solidFill>
                  <a:srgbClr val="2D2C2C"/>
                </a:solidFill>
                <a:cs typeface="Segoe UI"/>
              </a:rPr>
              <a:t>environment</a:t>
            </a:r>
            <a:r>
              <a:rPr lang="en-US" sz="1800" spc="81" noProof="0" dirty="0">
                <a:solidFill>
                  <a:srgbClr val="2D2C2C"/>
                </a:solidFill>
                <a:cs typeface="Segoe UI"/>
              </a:rPr>
              <a:t> </a:t>
            </a:r>
            <a:r>
              <a:rPr lang="en-US" sz="1800" spc="-4" noProof="0" dirty="0">
                <a:solidFill>
                  <a:srgbClr val="2D2C2C"/>
                </a:solidFill>
                <a:cs typeface="Segoe UI"/>
              </a:rPr>
              <a:t>similar</a:t>
            </a:r>
            <a:r>
              <a:rPr lang="en-US" sz="1800" spc="57" noProof="0" dirty="0">
                <a:solidFill>
                  <a:srgbClr val="2D2C2C"/>
                </a:solidFill>
                <a:cs typeface="Segoe UI"/>
              </a:rPr>
              <a:t> </a:t>
            </a:r>
            <a:r>
              <a:rPr lang="en-US" sz="1800" spc="-16" noProof="0" dirty="0">
                <a:solidFill>
                  <a:srgbClr val="2D2C2C"/>
                </a:solidFill>
                <a:cs typeface="Segoe UI"/>
              </a:rPr>
              <a:t>to</a:t>
            </a:r>
            <a:r>
              <a:rPr lang="en-US" sz="1800" spc="8" noProof="0" dirty="0">
                <a:solidFill>
                  <a:srgbClr val="2D2C2C"/>
                </a:solidFill>
                <a:cs typeface="Segoe UI"/>
              </a:rPr>
              <a:t> </a:t>
            </a:r>
            <a:r>
              <a:rPr lang="en-US" sz="1800" spc="-12" noProof="0" dirty="0">
                <a:solidFill>
                  <a:srgbClr val="2D2C2C"/>
                </a:solidFill>
                <a:cs typeface="Segoe UI"/>
              </a:rPr>
              <a:t>target</a:t>
            </a:r>
            <a:r>
              <a:rPr lang="en-US" sz="1800" spc="20" noProof="0" dirty="0">
                <a:solidFill>
                  <a:srgbClr val="2D2C2C"/>
                </a:solidFill>
                <a:cs typeface="Segoe UI"/>
              </a:rPr>
              <a:t> </a:t>
            </a:r>
            <a:r>
              <a:rPr lang="en-US" sz="1800" spc="-8" noProof="0" dirty="0">
                <a:solidFill>
                  <a:srgbClr val="2D2C2C"/>
                </a:solidFill>
                <a:cs typeface="Segoe UI"/>
              </a:rPr>
              <a:t>user’s.</a:t>
            </a:r>
            <a:endParaRPr lang="en-US" sz="1800" noProof="0" dirty="0">
              <a:cs typeface="Segoe UI"/>
            </a:endParaRPr>
          </a:p>
          <a:p>
            <a:pPr marL="289957" indent="-280154">
              <a:spcBef>
                <a:spcPts val="979"/>
              </a:spcBef>
              <a:buClr>
                <a:srgbClr val="000000"/>
              </a:buClr>
              <a:buFont typeface="Arial"/>
              <a:buChar char="•"/>
              <a:tabLst>
                <a:tab pos="289957" algn="l"/>
                <a:tab pos="290473" algn="l"/>
              </a:tabLst>
            </a:pPr>
            <a:r>
              <a:rPr lang="en-US" sz="1800" spc="-12" noProof="0" dirty="0">
                <a:solidFill>
                  <a:srgbClr val="2D2C2C"/>
                </a:solidFill>
                <a:cs typeface="Segoe UI"/>
              </a:rPr>
              <a:t>Limited</a:t>
            </a:r>
            <a:r>
              <a:rPr lang="en-US" sz="1800" spc="28" noProof="0" dirty="0">
                <a:solidFill>
                  <a:srgbClr val="2D2C2C"/>
                </a:solidFill>
                <a:cs typeface="Segoe UI"/>
              </a:rPr>
              <a:t> </a:t>
            </a:r>
            <a:r>
              <a:rPr lang="en-US" sz="1800" spc="-8" noProof="0" dirty="0">
                <a:solidFill>
                  <a:srgbClr val="2D2C2C"/>
                </a:solidFill>
                <a:cs typeface="Segoe UI"/>
              </a:rPr>
              <a:t>log</a:t>
            </a:r>
            <a:r>
              <a:rPr lang="en-US" sz="1800" spc="-4" noProof="0" dirty="0">
                <a:solidFill>
                  <a:srgbClr val="2D2C2C"/>
                </a:solidFill>
                <a:cs typeface="Segoe UI"/>
              </a:rPr>
              <a:t> </a:t>
            </a:r>
            <a:r>
              <a:rPr lang="en-US" sz="1800" spc="-8" noProof="0" dirty="0">
                <a:solidFill>
                  <a:srgbClr val="2D2C2C"/>
                </a:solidFill>
                <a:cs typeface="Segoe UI"/>
              </a:rPr>
              <a:t>entries</a:t>
            </a:r>
            <a:r>
              <a:rPr lang="en-US" sz="1800" spc="45" noProof="0" dirty="0">
                <a:solidFill>
                  <a:srgbClr val="2D2C2C"/>
                </a:solidFill>
                <a:cs typeface="Segoe UI"/>
              </a:rPr>
              <a:t> are </a:t>
            </a:r>
            <a:r>
              <a:rPr lang="en-US" sz="1800" spc="-16" noProof="0" dirty="0">
                <a:solidFill>
                  <a:srgbClr val="2D2C2C"/>
                </a:solidFill>
                <a:cs typeface="Segoe UI"/>
              </a:rPr>
              <a:t>created.</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The</a:t>
            </a:r>
            <a:r>
              <a:rPr lang="en-US" sz="1800" spc="12"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su</a:t>
            </a:r>
            <a:r>
              <a:rPr lang="en-US" sz="1800" b="1" spc="-4" noProof="0" dirty="0">
                <a:solidFill>
                  <a:srgbClr val="0000C7"/>
                </a:solidFill>
                <a:cs typeface="Segoe UI"/>
              </a:rPr>
              <a:t> </a:t>
            </a:r>
            <a:r>
              <a:rPr lang="en-US" sz="1800" spc="-8" noProof="0" dirty="0">
                <a:solidFill>
                  <a:srgbClr val="2D2C2C"/>
                </a:solidFill>
                <a:cs typeface="Segoe UI"/>
              </a:rPr>
              <a:t>command itself</a:t>
            </a:r>
            <a:r>
              <a:rPr lang="en-US" sz="1800" spc="37" noProof="0" dirty="0">
                <a:solidFill>
                  <a:srgbClr val="2D2C2C"/>
                </a:solidFill>
                <a:cs typeface="Segoe UI"/>
              </a:rPr>
              <a:t> </a:t>
            </a:r>
            <a:r>
              <a:rPr lang="en-US" sz="1800" spc="-8" noProof="0" dirty="0">
                <a:solidFill>
                  <a:srgbClr val="2D2C2C"/>
                </a:solidFill>
                <a:cs typeface="Segoe UI"/>
              </a:rPr>
              <a:t>is</a:t>
            </a:r>
            <a:r>
              <a:rPr lang="en-US" sz="1800" spc="-4" noProof="0" dirty="0">
                <a:solidFill>
                  <a:srgbClr val="2D2C2C"/>
                </a:solidFill>
                <a:cs typeface="Segoe UI"/>
              </a:rPr>
              <a:t> logged,</a:t>
            </a:r>
            <a:r>
              <a:rPr lang="en-US" sz="1800" spc="16" noProof="0" dirty="0">
                <a:solidFill>
                  <a:srgbClr val="2D2C2C"/>
                </a:solidFill>
                <a:cs typeface="Segoe UI"/>
              </a:rPr>
              <a:t> but the </a:t>
            </a:r>
            <a:r>
              <a:rPr lang="en-US" sz="1800" spc="-8" noProof="0" dirty="0">
                <a:solidFill>
                  <a:srgbClr val="2D2C2C"/>
                </a:solidFill>
                <a:cs typeface="Segoe UI"/>
              </a:rPr>
              <a:t>subsequent</a:t>
            </a:r>
            <a:r>
              <a:rPr lang="en-US" sz="1800" spc="77" noProof="0" dirty="0">
                <a:solidFill>
                  <a:srgbClr val="2D2C2C"/>
                </a:solidFill>
                <a:cs typeface="Segoe UI"/>
              </a:rPr>
              <a:t> </a:t>
            </a:r>
            <a:r>
              <a:rPr lang="en-US" sz="1800" spc="-8" noProof="0" dirty="0">
                <a:solidFill>
                  <a:srgbClr val="2D2C2C"/>
                </a:solidFill>
                <a:cs typeface="Segoe UI"/>
              </a:rPr>
              <a:t>transactions</a:t>
            </a:r>
            <a:r>
              <a:rPr lang="en-US" sz="1800" spc="57" noProof="0" dirty="0">
                <a:solidFill>
                  <a:srgbClr val="2D2C2C"/>
                </a:solidFill>
                <a:cs typeface="Segoe UI"/>
              </a:rPr>
              <a:t> </a:t>
            </a:r>
            <a:r>
              <a:rPr lang="en-US" sz="1800" spc="-12" noProof="0" dirty="0">
                <a:solidFill>
                  <a:srgbClr val="2D2C2C"/>
                </a:solidFill>
                <a:cs typeface="Segoe UI"/>
              </a:rPr>
              <a:t>are</a:t>
            </a:r>
            <a:r>
              <a:rPr lang="en-US" sz="1800" spc="8" noProof="0" dirty="0">
                <a:solidFill>
                  <a:srgbClr val="2D2C2C"/>
                </a:solidFill>
                <a:cs typeface="Segoe UI"/>
              </a:rPr>
              <a:t> </a:t>
            </a:r>
            <a:r>
              <a:rPr lang="en-US" sz="1800" spc="-4" noProof="0" dirty="0">
                <a:solidFill>
                  <a:srgbClr val="2D2C2C"/>
                </a:solidFill>
                <a:cs typeface="Segoe UI"/>
              </a:rPr>
              <a:t>not.</a:t>
            </a:r>
            <a:endParaRPr lang="en-US" sz="1800" noProof="0" dirty="0">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9</a:t>
            </a:fld>
            <a:endParaRPr lang="en-US" noProof="0" dirty="0"/>
          </a:p>
        </p:txBody>
      </p:sp>
      <p:sp>
        <p:nvSpPr>
          <p:cNvPr id="7" name="Rectangle 3">
            <a:extLst>
              <a:ext uri="{FF2B5EF4-FFF2-40B4-BE49-F238E27FC236}">
                <a16:creationId xmlns:a16="http://schemas.microsoft.com/office/drawing/2014/main" id="{D5AC9464-A3E5-A955-F169-FE4396DC5323}"/>
              </a:ext>
            </a:extLst>
          </p:cNvPr>
          <p:cNvSpPr>
            <a:spLocks noChangeArrowheads="1"/>
          </p:cNvSpPr>
          <p:nvPr/>
        </p:nvSpPr>
        <p:spPr bwMode="auto">
          <a:xfrm>
            <a:off x="4788660" y="5107197"/>
            <a:ext cx="6770687" cy="974626"/>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su</a:t>
            </a:r>
            <a:r>
              <a:rPr lang="en-US"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Password:</a:t>
            </a:r>
            <a:endParaRPr lang="en-US" noProof="0" dirty="0">
              <a:solidFill>
                <a:srgbClr val="FFFF00"/>
              </a:solidFill>
              <a:latin typeface="Hack" panose="020B0609030202020204" pitchFamily="49" charset="0"/>
              <a:ea typeface="Hack" panose="020B0609030202020204" pitchFamily="49" charset="0"/>
              <a:cs typeface="Hack" panose="020B0609030202020204" pitchFamily="49" charset="0"/>
            </a:endParaRPr>
          </a:p>
          <a:p>
            <a:pPr marL="77391"/>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endParaRPr lang="en-US" noProof="0" dirty="0">
              <a:solidFill>
                <a:srgbClr val="FFFF00"/>
              </a:solidFill>
              <a:latin typeface="Hack" panose="020B0609030202020204" pitchFamily="49" charset="0"/>
              <a:ea typeface="Hack" panose="020B0609030202020204" pitchFamily="49" charset="0"/>
              <a:cs typeface="Hack" panose="020B0609030202020204" pitchFamily="49" charset="0"/>
            </a:endParaRPr>
          </a:p>
        </p:txBody>
      </p:sp>
      <p:pic>
        <p:nvPicPr>
          <p:cNvPr id="6" name="Picture 5" descr="A cartoon penguin wearing a cape&#10;&#10;AI-generated content may be incorrect.">
            <a:extLst>
              <a:ext uri="{FF2B5EF4-FFF2-40B4-BE49-F238E27FC236}">
                <a16:creationId xmlns:a16="http://schemas.microsoft.com/office/drawing/2014/main" id="{12BD42BC-C983-E2AA-E9A2-B6CC9EA3D2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4667" y="689982"/>
            <a:ext cx="1814679" cy="1814679"/>
          </a:xfrm>
          <a:prstGeom prst="rect">
            <a:avLst/>
          </a:prstGeom>
        </p:spPr>
      </p:pic>
    </p:spTree>
    <p:extLst>
      <p:ext uri="{BB962C8B-B14F-4D97-AF65-F5344CB8AC3E}">
        <p14:creationId xmlns:p14="http://schemas.microsoft.com/office/powerpoint/2010/main" val="1405774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itle 31">
            <a:extLst>
              <a:ext uri="{FF2B5EF4-FFF2-40B4-BE49-F238E27FC236}">
                <a16:creationId xmlns:a16="http://schemas.microsoft.com/office/drawing/2014/main" id="{FA91B43A-3BFB-3B27-A491-1EF5BD9258E0}"/>
              </a:ext>
            </a:extLst>
          </p:cNvPr>
          <p:cNvSpPr>
            <a:spLocks noGrp="1"/>
          </p:cNvSpPr>
          <p:nvPr>
            <p:ph type="ctrTitle"/>
          </p:nvPr>
        </p:nvSpPr>
        <p:spPr/>
        <p:txBody>
          <a:bodyPr/>
          <a:lstStyle/>
          <a:p>
            <a:r>
              <a:rPr lang="en-US" noProof="0" dirty="0"/>
              <a:t>Changing identity</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9803">
              <a:spcBef>
                <a:spcPts val="569"/>
              </a:spcBef>
              <a:buClr>
                <a:srgbClr val="000000"/>
              </a:buClr>
              <a:tabLst>
                <a:tab pos="289957" algn="l"/>
                <a:tab pos="290473" algn="l"/>
              </a:tabLst>
            </a:pPr>
            <a:r>
              <a:rPr lang="en-US" sz="1800" spc="-8" noProof="0" dirty="0">
                <a:solidFill>
                  <a:srgbClr val="2D2C2C"/>
                </a:solidFill>
                <a:cs typeface="Segoe UI"/>
              </a:rPr>
              <a:t>Changing the identity with su</a:t>
            </a:r>
          </a:p>
          <a:p>
            <a:pPr marL="467003" lvl="1">
              <a:spcBef>
                <a:spcPts val="569"/>
              </a:spcBef>
              <a:buClr>
                <a:srgbClr val="000000"/>
              </a:buClr>
              <a:tabLst>
                <a:tab pos="289957" algn="l"/>
                <a:tab pos="290473" algn="l"/>
              </a:tabLst>
            </a:pPr>
            <a:r>
              <a:rPr lang="en-US" sz="1800" spc="-8" noProof="0" dirty="0">
                <a:solidFill>
                  <a:srgbClr val="2D2C2C"/>
                </a:solidFill>
                <a:cs typeface="Segoe UI"/>
              </a:rPr>
              <a:t>A new shell is created</a:t>
            </a:r>
          </a:p>
          <a:p>
            <a:pPr marL="467003" lvl="1">
              <a:spcBef>
                <a:spcPts val="569"/>
              </a:spcBef>
              <a:buClr>
                <a:srgbClr val="000000"/>
              </a:buClr>
              <a:tabLst>
                <a:tab pos="289957" algn="l"/>
                <a:tab pos="290473" algn="l"/>
              </a:tabLst>
            </a:pPr>
            <a:r>
              <a:rPr lang="en-US" sz="1800" spc="-8" noProof="0" dirty="0">
                <a:solidFill>
                  <a:srgbClr val="2D2C2C"/>
                </a:solidFill>
                <a:cs typeface="Segoe UI"/>
              </a:rPr>
              <a:t>Initially the parent’s environment is used</a:t>
            </a:r>
          </a:p>
          <a:p>
            <a:pPr marL="467003" lvl="1">
              <a:spcBef>
                <a:spcPts val="569"/>
              </a:spcBef>
              <a:buClr>
                <a:srgbClr val="000000"/>
              </a:buClr>
              <a:tabLst>
                <a:tab pos="289957" algn="l"/>
                <a:tab pos="290473" algn="l"/>
              </a:tabLst>
            </a:pPr>
            <a:r>
              <a:rPr lang="en-US" sz="1800" spc="-8" noProof="0" dirty="0">
                <a:solidFill>
                  <a:srgbClr val="2D2C2C"/>
                </a:solidFill>
                <a:cs typeface="Segoe UI"/>
              </a:rPr>
              <a:t>If su is used with a </a:t>
            </a:r>
            <a:r>
              <a:rPr lang="en-US" sz="1800" b="1" spc="-8" noProof="0" dirty="0">
                <a:solidFill>
                  <a:srgbClr val="7030A0"/>
                </a:solidFill>
                <a:ea typeface="Hack" panose="020B0609030202020204" pitchFamily="49" charset="0"/>
                <a:cs typeface="Hack" panose="020B0609030202020204" pitchFamily="49" charset="0"/>
              </a:rPr>
              <a:t>–</a:t>
            </a:r>
            <a:r>
              <a:rPr lang="en-US" sz="1800" spc="-8" noProof="0" dirty="0">
                <a:solidFill>
                  <a:srgbClr val="2D2C2C"/>
                </a:solidFill>
                <a:cs typeface="Segoe UI"/>
              </a:rPr>
              <a:t> </a:t>
            </a:r>
          </a:p>
          <a:p>
            <a:pPr marL="924203" lvl="2">
              <a:spcBef>
                <a:spcPts val="569"/>
              </a:spcBef>
              <a:buClr>
                <a:srgbClr val="000000"/>
              </a:buClr>
              <a:tabLst>
                <a:tab pos="289957" algn="l"/>
                <a:tab pos="290473" algn="l"/>
              </a:tabLst>
            </a:pPr>
            <a:r>
              <a:rPr lang="en-US" sz="1800" spc="-8" noProof="0" dirty="0">
                <a:solidFill>
                  <a:srgbClr val="2D2C2C"/>
                </a:solidFill>
                <a:cs typeface="Segoe UI"/>
              </a:rPr>
              <a:t>This will change to that of the target user</a:t>
            </a:r>
            <a:endParaRPr lang="en-US" sz="1800" noProof="0" dirty="0">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10</a:t>
            </a:fld>
            <a:endParaRPr lang="en-US" noProof="0" dirty="0"/>
          </a:p>
        </p:txBody>
      </p:sp>
      <p:grpSp>
        <p:nvGrpSpPr>
          <p:cNvPr id="31" name="Group 30">
            <a:extLst>
              <a:ext uri="{FF2B5EF4-FFF2-40B4-BE49-F238E27FC236}">
                <a16:creationId xmlns:a16="http://schemas.microsoft.com/office/drawing/2014/main" id="{AC36B210-A6C4-93D0-4E6B-2AAA4C1D5B05}"/>
              </a:ext>
            </a:extLst>
          </p:cNvPr>
          <p:cNvGrpSpPr/>
          <p:nvPr/>
        </p:nvGrpSpPr>
        <p:grpSpPr>
          <a:xfrm>
            <a:off x="6400801" y="2718230"/>
            <a:ext cx="4756284" cy="3793695"/>
            <a:chOff x="5101881" y="1348721"/>
            <a:chExt cx="4808029" cy="4340400"/>
          </a:xfrm>
        </p:grpSpPr>
        <p:grpSp>
          <p:nvGrpSpPr>
            <p:cNvPr id="29" name="Group 28">
              <a:extLst>
                <a:ext uri="{FF2B5EF4-FFF2-40B4-BE49-F238E27FC236}">
                  <a16:creationId xmlns:a16="http://schemas.microsoft.com/office/drawing/2014/main" id="{B2F8A32C-7299-EA83-524B-8567DD9A6E1C}"/>
                </a:ext>
              </a:extLst>
            </p:cNvPr>
            <p:cNvGrpSpPr/>
            <p:nvPr/>
          </p:nvGrpSpPr>
          <p:grpSpPr>
            <a:xfrm>
              <a:off x="5101881" y="1348721"/>
              <a:ext cx="4060441" cy="4340400"/>
              <a:chOff x="5038381" y="2108977"/>
              <a:chExt cx="4060441" cy="4340400"/>
            </a:xfrm>
          </p:grpSpPr>
          <p:grpSp>
            <p:nvGrpSpPr>
              <p:cNvPr id="28" name="Group 27">
                <a:extLst>
                  <a:ext uri="{FF2B5EF4-FFF2-40B4-BE49-F238E27FC236}">
                    <a16:creationId xmlns:a16="http://schemas.microsoft.com/office/drawing/2014/main" id="{233668FB-0B08-4A4B-A951-27406AB6AF9C}"/>
                  </a:ext>
                </a:extLst>
              </p:cNvPr>
              <p:cNvGrpSpPr/>
              <p:nvPr/>
            </p:nvGrpSpPr>
            <p:grpSpPr>
              <a:xfrm>
                <a:off x="5038381" y="2108977"/>
                <a:ext cx="4060441" cy="4340400"/>
                <a:chOff x="5038381" y="2108977"/>
                <a:chExt cx="4060441" cy="4340400"/>
              </a:xfrm>
            </p:grpSpPr>
            <p:grpSp>
              <p:nvGrpSpPr>
                <p:cNvPr id="3" name="Group 2">
                  <a:extLst>
                    <a:ext uri="{FF2B5EF4-FFF2-40B4-BE49-F238E27FC236}">
                      <a16:creationId xmlns:a16="http://schemas.microsoft.com/office/drawing/2014/main" id="{C5B825D7-B110-38C2-8B9C-AF409859F233}"/>
                    </a:ext>
                  </a:extLst>
                </p:cNvPr>
                <p:cNvGrpSpPr/>
                <p:nvPr/>
              </p:nvGrpSpPr>
              <p:grpSpPr>
                <a:xfrm>
                  <a:off x="5038381" y="2108977"/>
                  <a:ext cx="4060441" cy="4340400"/>
                  <a:chOff x="4889413" y="298594"/>
                  <a:chExt cx="4060441" cy="4340400"/>
                </a:xfrm>
              </p:grpSpPr>
              <p:grpSp>
                <p:nvGrpSpPr>
                  <p:cNvPr id="4" name="Group 3">
                    <a:extLst>
                      <a:ext uri="{FF2B5EF4-FFF2-40B4-BE49-F238E27FC236}">
                        <a16:creationId xmlns:a16="http://schemas.microsoft.com/office/drawing/2014/main" id="{FF3A1F0F-E62A-D624-6C55-E97C8F7CEA26}"/>
                      </a:ext>
                    </a:extLst>
                  </p:cNvPr>
                  <p:cNvGrpSpPr/>
                  <p:nvPr/>
                </p:nvGrpSpPr>
                <p:grpSpPr>
                  <a:xfrm>
                    <a:off x="4889413" y="734114"/>
                    <a:ext cx="1286748" cy="1083411"/>
                    <a:chOff x="9306753" y="679288"/>
                    <a:chExt cx="1286748" cy="982985"/>
                  </a:xfrm>
                </p:grpSpPr>
                <p:sp>
                  <p:nvSpPr>
                    <p:cNvPr id="23" name="object 9">
                      <a:extLst>
                        <a:ext uri="{FF2B5EF4-FFF2-40B4-BE49-F238E27FC236}">
                          <a16:creationId xmlns:a16="http://schemas.microsoft.com/office/drawing/2014/main" id="{7DD7F962-FE59-FE39-0E3C-CBF2B7D0FA60}"/>
                        </a:ext>
                      </a:extLst>
                    </p:cNvPr>
                    <p:cNvSpPr txBox="1"/>
                    <p:nvPr/>
                  </p:nvSpPr>
                  <p:spPr>
                    <a:xfrm>
                      <a:off x="9606709" y="879594"/>
                      <a:ext cx="760164" cy="528389"/>
                    </a:xfrm>
                    <a:prstGeom prst="rect">
                      <a:avLst/>
                    </a:prstGeom>
                  </p:spPr>
                  <p:txBody>
                    <a:bodyPr vert="horz" wrap="square" lIns="0" tIns="43339" rIns="0" bIns="0" rtlCol="0">
                      <a:spAutoFit/>
                    </a:bodyPr>
                    <a:lstStyle/>
                    <a:p>
                      <a:pPr marL="10319" algn="ctr">
                        <a:spcBef>
                          <a:spcPts val="341"/>
                        </a:spcBef>
                      </a:pPr>
                      <a:r>
                        <a:rPr lang="en-US" sz="1600" b="1" spc="-37" noProof="0" dirty="0">
                          <a:solidFill>
                            <a:srgbClr val="0000C7"/>
                          </a:solidFill>
                          <a:latin typeface="Hack" panose="020B0609030202020204" pitchFamily="49" charset="0"/>
                          <a:ea typeface="Hack" panose="020B0609030202020204" pitchFamily="49" charset="0"/>
                          <a:cs typeface="Hack" panose="020B0609030202020204" pitchFamily="49" charset="0"/>
                        </a:rPr>
                        <a:t>b</a:t>
                      </a:r>
                      <a:r>
                        <a:rPr lang="en-US" sz="1600" b="1" noProof="0" dirty="0">
                          <a:solidFill>
                            <a:srgbClr val="0000C7"/>
                          </a:solidFill>
                          <a:latin typeface="Hack" panose="020B0609030202020204" pitchFamily="49" charset="0"/>
                          <a:ea typeface="Hack" panose="020B0609030202020204" pitchFamily="49" charset="0"/>
                          <a:cs typeface="Hack" panose="020B0609030202020204" pitchFamily="49" charset="0"/>
                        </a:rPr>
                        <a:t>a</a:t>
                      </a:r>
                      <a:r>
                        <a:rPr lang="en-US" sz="1600" b="1" spc="4" noProof="0" dirty="0">
                          <a:solidFill>
                            <a:srgbClr val="0000C7"/>
                          </a:solidFill>
                          <a:latin typeface="Hack" panose="020B0609030202020204" pitchFamily="49" charset="0"/>
                          <a:ea typeface="Hack" panose="020B0609030202020204" pitchFamily="49" charset="0"/>
                          <a:cs typeface="Hack" panose="020B0609030202020204" pitchFamily="49" charset="0"/>
                        </a:rPr>
                        <a:t>s</a:t>
                      </a:r>
                      <a:r>
                        <a:rPr lang="en-US" sz="1600" b="1" spc="-4" noProof="0" dirty="0">
                          <a:solidFill>
                            <a:srgbClr val="0000C7"/>
                          </a:solidFill>
                          <a:latin typeface="Hack" panose="020B0609030202020204" pitchFamily="49" charset="0"/>
                          <a:ea typeface="Hack" panose="020B0609030202020204" pitchFamily="49" charset="0"/>
                          <a:cs typeface="Hack" panose="020B0609030202020204" pitchFamily="49" charset="0"/>
                        </a:rPr>
                        <a:t>h</a:t>
                      </a:r>
                      <a:endParaRPr lang="en-US" sz="1600" b="1" noProof="0" dirty="0">
                        <a:latin typeface="Hack" panose="020B0609030202020204" pitchFamily="49" charset="0"/>
                        <a:ea typeface="Hack" panose="020B0609030202020204" pitchFamily="49" charset="0"/>
                        <a:cs typeface="Hack" panose="020B0609030202020204" pitchFamily="49" charset="0"/>
                      </a:endParaRPr>
                    </a:p>
                    <a:p>
                      <a:pPr marL="10319" algn="ctr">
                        <a:spcBef>
                          <a:spcPts val="341"/>
                        </a:spcBef>
                      </a:pPr>
                      <a:r>
                        <a:rPr lang="en-US" sz="1600" spc="-8" noProof="0" dirty="0">
                          <a:solidFill>
                            <a:srgbClr val="C70000"/>
                          </a:solidFill>
                          <a:latin typeface="Segoe UI"/>
                          <a:cs typeface="Segoe UI"/>
                        </a:rPr>
                        <a:t>env</a:t>
                      </a:r>
                      <a:endParaRPr lang="en-US" sz="1600" noProof="0" dirty="0">
                        <a:latin typeface="Segoe UI"/>
                        <a:cs typeface="Segoe UI"/>
                      </a:endParaRPr>
                    </a:p>
                  </p:txBody>
                </p:sp>
                <p:sp>
                  <p:nvSpPr>
                    <p:cNvPr id="24" name="object 12">
                      <a:extLst>
                        <a:ext uri="{FF2B5EF4-FFF2-40B4-BE49-F238E27FC236}">
                          <a16:creationId xmlns:a16="http://schemas.microsoft.com/office/drawing/2014/main" id="{4B896EA5-AD23-FFF2-E1D5-685A855F4537}"/>
                        </a:ext>
                      </a:extLst>
                    </p:cNvPr>
                    <p:cNvSpPr/>
                    <p:nvPr/>
                  </p:nvSpPr>
                  <p:spPr>
                    <a:xfrm>
                      <a:off x="9306753" y="679288"/>
                      <a:ext cx="1286748" cy="982985"/>
                    </a:xfrm>
                    <a:custGeom>
                      <a:avLst/>
                      <a:gdLst/>
                      <a:ahLst/>
                      <a:cxnLst/>
                      <a:rect l="l" t="t" r="r" b="b"/>
                      <a:pathLst>
                        <a:path w="1583690" h="883919">
                          <a:moveTo>
                            <a:pt x="0" y="441960"/>
                          </a:moveTo>
                          <a:lnTo>
                            <a:pt x="9410" y="373607"/>
                          </a:lnTo>
                          <a:lnTo>
                            <a:pt x="36703" y="308557"/>
                          </a:lnTo>
                          <a:lnTo>
                            <a:pt x="80472" y="247594"/>
                          </a:lnTo>
                          <a:lnTo>
                            <a:pt x="108095" y="218891"/>
                          </a:lnTo>
                          <a:lnTo>
                            <a:pt x="139309" y="191505"/>
                          </a:lnTo>
                          <a:lnTo>
                            <a:pt x="173939" y="165533"/>
                          </a:lnTo>
                          <a:lnTo>
                            <a:pt x="211807" y="141075"/>
                          </a:lnTo>
                          <a:lnTo>
                            <a:pt x="252739" y="118228"/>
                          </a:lnTo>
                          <a:lnTo>
                            <a:pt x="296559" y="97091"/>
                          </a:lnTo>
                          <a:lnTo>
                            <a:pt x="343090" y="77762"/>
                          </a:lnTo>
                          <a:lnTo>
                            <a:pt x="392157" y="60339"/>
                          </a:lnTo>
                          <a:lnTo>
                            <a:pt x="443583" y="44920"/>
                          </a:lnTo>
                          <a:lnTo>
                            <a:pt x="497193" y="31603"/>
                          </a:lnTo>
                          <a:lnTo>
                            <a:pt x="552811" y="20488"/>
                          </a:lnTo>
                          <a:lnTo>
                            <a:pt x="610262" y="11672"/>
                          </a:lnTo>
                          <a:lnTo>
                            <a:pt x="669368" y="5253"/>
                          </a:lnTo>
                          <a:lnTo>
                            <a:pt x="729954" y="1329"/>
                          </a:lnTo>
                          <a:lnTo>
                            <a:pt x="791845" y="0"/>
                          </a:lnTo>
                          <a:lnTo>
                            <a:pt x="853719" y="1329"/>
                          </a:lnTo>
                          <a:lnTo>
                            <a:pt x="914292" y="5253"/>
                          </a:lnTo>
                          <a:lnTo>
                            <a:pt x="973387" y="11672"/>
                          </a:lnTo>
                          <a:lnTo>
                            <a:pt x="1030830" y="20488"/>
                          </a:lnTo>
                          <a:lnTo>
                            <a:pt x="1086443" y="31603"/>
                          </a:lnTo>
                          <a:lnTo>
                            <a:pt x="1140050" y="44920"/>
                          </a:lnTo>
                          <a:lnTo>
                            <a:pt x="1191476" y="60339"/>
                          </a:lnTo>
                          <a:lnTo>
                            <a:pt x="1240543" y="77762"/>
                          </a:lnTo>
                          <a:lnTo>
                            <a:pt x="1287077" y="97091"/>
                          </a:lnTo>
                          <a:lnTo>
                            <a:pt x="1330900" y="118228"/>
                          </a:lnTo>
                          <a:lnTo>
                            <a:pt x="1371836" y="141075"/>
                          </a:lnTo>
                          <a:lnTo>
                            <a:pt x="1409710" y="165533"/>
                          </a:lnTo>
                          <a:lnTo>
                            <a:pt x="1444345" y="191505"/>
                          </a:lnTo>
                          <a:lnTo>
                            <a:pt x="1475565" y="218891"/>
                          </a:lnTo>
                          <a:lnTo>
                            <a:pt x="1503194" y="247594"/>
                          </a:lnTo>
                          <a:lnTo>
                            <a:pt x="1527056" y="277515"/>
                          </a:lnTo>
                          <a:lnTo>
                            <a:pt x="1562773" y="340620"/>
                          </a:lnTo>
                          <a:lnTo>
                            <a:pt x="1581307" y="407420"/>
                          </a:lnTo>
                          <a:lnTo>
                            <a:pt x="1583690" y="441960"/>
                          </a:lnTo>
                          <a:lnTo>
                            <a:pt x="1581307" y="476499"/>
                          </a:lnTo>
                          <a:lnTo>
                            <a:pt x="1574276" y="510312"/>
                          </a:lnTo>
                          <a:lnTo>
                            <a:pt x="1546974" y="575362"/>
                          </a:lnTo>
                          <a:lnTo>
                            <a:pt x="1503194" y="636325"/>
                          </a:lnTo>
                          <a:lnTo>
                            <a:pt x="1475565" y="665028"/>
                          </a:lnTo>
                          <a:lnTo>
                            <a:pt x="1444345" y="692414"/>
                          </a:lnTo>
                          <a:lnTo>
                            <a:pt x="1409710" y="718386"/>
                          </a:lnTo>
                          <a:lnTo>
                            <a:pt x="1371836" y="742844"/>
                          </a:lnTo>
                          <a:lnTo>
                            <a:pt x="1330900" y="765691"/>
                          </a:lnTo>
                          <a:lnTo>
                            <a:pt x="1287077" y="786828"/>
                          </a:lnTo>
                          <a:lnTo>
                            <a:pt x="1240543" y="806157"/>
                          </a:lnTo>
                          <a:lnTo>
                            <a:pt x="1191476" y="823580"/>
                          </a:lnTo>
                          <a:lnTo>
                            <a:pt x="1140050" y="838999"/>
                          </a:lnTo>
                          <a:lnTo>
                            <a:pt x="1086443" y="852316"/>
                          </a:lnTo>
                          <a:lnTo>
                            <a:pt x="1030830" y="863431"/>
                          </a:lnTo>
                          <a:lnTo>
                            <a:pt x="973387" y="872247"/>
                          </a:lnTo>
                          <a:lnTo>
                            <a:pt x="914292" y="878666"/>
                          </a:lnTo>
                          <a:lnTo>
                            <a:pt x="853719" y="882590"/>
                          </a:lnTo>
                          <a:lnTo>
                            <a:pt x="791845" y="883920"/>
                          </a:lnTo>
                          <a:lnTo>
                            <a:pt x="729954" y="882590"/>
                          </a:lnTo>
                          <a:lnTo>
                            <a:pt x="669368" y="878666"/>
                          </a:lnTo>
                          <a:lnTo>
                            <a:pt x="610262" y="872247"/>
                          </a:lnTo>
                          <a:lnTo>
                            <a:pt x="552811" y="863431"/>
                          </a:lnTo>
                          <a:lnTo>
                            <a:pt x="497193" y="852316"/>
                          </a:lnTo>
                          <a:lnTo>
                            <a:pt x="443583" y="838999"/>
                          </a:lnTo>
                          <a:lnTo>
                            <a:pt x="392157" y="823580"/>
                          </a:lnTo>
                          <a:lnTo>
                            <a:pt x="343090" y="806157"/>
                          </a:lnTo>
                          <a:lnTo>
                            <a:pt x="296559" y="786828"/>
                          </a:lnTo>
                          <a:lnTo>
                            <a:pt x="252739" y="765691"/>
                          </a:lnTo>
                          <a:lnTo>
                            <a:pt x="211807" y="742844"/>
                          </a:lnTo>
                          <a:lnTo>
                            <a:pt x="173939" y="718386"/>
                          </a:lnTo>
                          <a:lnTo>
                            <a:pt x="139309" y="692414"/>
                          </a:lnTo>
                          <a:lnTo>
                            <a:pt x="108095" y="665028"/>
                          </a:lnTo>
                          <a:lnTo>
                            <a:pt x="80472" y="636325"/>
                          </a:lnTo>
                          <a:lnTo>
                            <a:pt x="56616" y="606404"/>
                          </a:lnTo>
                          <a:lnTo>
                            <a:pt x="20909" y="543299"/>
                          </a:lnTo>
                          <a:lnTo>
                            <a:pt x="2381" y="476499"/>
                          </a:lnTo>
                          <a:lnTo>
                            <a:pt x="0" y="441960"/>
                          </a:lnTo>
                          <a:close/>
                        </a:path>
                      </a:pathLst>
                    </a:custGeom>
                    <a:ln w="12600">
                      <a:solidFill>
                        <a:srgbClr val="000066"/>
                      </a:solidFill>
                    </a:ln>
                  </p:spPr>
                  <p:txBody>
                    <a:bodyPr wrap="square" lIns="0" tIns="0" rIns="0" bIns="0" rtlCol="0"/>
                    <a:lstStyle/>
                    <a:p>
                      <a:endParaRPr lang="en-US" sz="1463" noProof="0" dirty="0"/>
                    </a:p>
                  </p:txBody>
                </p:sp>
                <p:sp>
                  <p:nvSpPr>
                    <p:cNvPr id="25" name="object 14">
                      <a:extLst>
                        <a:ext uri="{FF2B5EF4-FFF2-40B4-BE49-F238E27FC236}">
                          <a16:creationId xmlns:a16="http://schemas.microsoft.com/office/drawing/2014/main" id="{0A2D9C34-6246-BE3A-8126-7D25456AA102}"/>
                        </a:ext>
                      </a:extLst>
                    </p:cNvPr>
                    <p:cNvSpPr/>
                    <p:nvPr/>
                  </p:nvSpPr>
                  <p:spPr>
                    <a:xfrm>
                      <a:off x="9468697" y="1177132"/>
                      <a:ext cx="980797" cy="0"/>
                    </a:xfrm>
                    <a:custGeom>
                      <a:avLst/>
                      <a:gdLst/>
                      <a:ahLst/>
                      <a:cxnLst/>
                      <a:rect l="l" t="t" r="r" b="b"/>
                      <a:pathLst>
                        <a:path w="1207134">
                          <a:moveTo>
                            <a:pt x="0" y="0"/>
                          </a:moveTo>
                          <a:lnTo>
                            <a:pt x="1207007" y="0"/>
                          </a:lnTo>
                        </a:path>
                      </a:pathLst>
                    </a:custGeom>
                    <a:ln w="12600">
                      <a:solidFill>
                        <a:srgbClr val="000066"/>
                      </a:solidFill>
                    </a:ln>
                  </p:spPr>
                  <p:txBody>
                    <a:bodyPr wrap="square" lIns="0" tIns="0" rIns="0" bIns="0" rtlCol="0"/>
                    <a:lstStyle/>
                    <a:p>
                      <a:endParaRPr lang="en-US" sz="1463" noProof="0" dirty="0"/>
                    </a:p>
                  </p:txBody>
                </p:sp>
              </p:grpSp>
              <p:sp>
                <p:nvSpPr>
                  <p:cNvPr id="7" name="object 16">
                    <a:extLst>
                      <a:ext uri="{FF2B5EF4-FFF2-40B4-BE49-F238E27FC236}">
                        <a16:creationId xmlns:a16="http://schemas.microsoft.com/office/drawing/2014/main" id="{51FF51FB-FFDE-075D-457E-DF4528D3C5A6}"/>
                      </a:ext>
                    </a:extLst>
                  </p:cNvPr>
                  <p:cNvSpPr txBox="1"/>
                  <p:nvPr/>
                </p:nvSpPr>
                <p:spPr>
                  <a:xfrm>
                    <a:off x="5160655" y="298594"/>
                    <a:ext cx="2119380" cy="328839"/>
                  </a:xfrm>
                  <a:prstGeom prst="rect">
                    <a:avLst/>
                  </a:prstGeom>
                </p:spPr>
                <p:txBody>
                  <a:bodyPr vert="horz" wrap="square" lIns="0" tIns="10319" rIns="0" bIns="0" rtlCol="0">
                    <a:spAutoFit/>
                  </a:bodyPr>
                  <a:lstStyle/>
                  <a:p>
                    <a:pPr marL="10319">
                      <a:spcBef>
                        <a:spcPts val="81"/>
                      </a:spcBef>
                    </a:pPr>
                    <a:r>
                      <a:rPr lang="en-US" spc="-8" noProof="0" dirty="0">
                        <a:cs typeface="Segoe UI"/>
                      </a:rPr>
                      <a:t>Parent - me</a:t>
                    </a:r>
                    <a:endParaRPr lang="en-US" noProof="0" dirty="0">
                      <a:cs typeface="Segoe UI"/>
                    </a:endParaRPr>
                  </a:p>
                </p:txBody>
              </p:sp>
              <p:sp>
                <p:nvSpPr>
                  <p:cNvPr id="8" name="object 17">
                    <a:extLst>
                      <a:ext uri="{FF2B5EF4-FFF2-40B4-BE49-F238E27FC236}">
                        <a16:creationId xmlns:a16="http://schemas.microsoft.com/office/drawing/2014/main" id="{6F4C12C0-25D3-0A76-3694-F2A4E845FE8E}"/>
                      </a:ext>
                    </a:extLst>
                  </p:cNvPr>
                  <p:cNvSpPr txBox="1"/>
                  <p:nvPr/>
                </p:nvSpPr>
                <p:spPr>
                  <a:xfrm>
                    <a:off x="7412321" y="303765"/>
                    <a:ext cx="1298827" cy="328839"/>
                  </a:xfrm>
                  <a:prstGeom prst="rect">
                    <a:avLst/>
                  </a:prstGeom>
                </p:spPr>
                <p:txBody>
                  <a:bodyPr vert="horz" wrap="square" lIns="0" tIns="10319" rIns="0" bIns="0" rtlCol="0">
                    <a:spAutoFit/>
                  </a:bodyPr>
                  <a:lstStyle/>
                  <a:p>
                    <a:pPr marL="10319" algn="ctr">
                      <a:spcBef>
                        <a:spcPts val="81"/>
                      </a:spcBef>
                    </a:pPr>
                    <a:r>
                      <a:rPr lang="en-US" noProof="0" dirty="0">
                        <a:cs typeface="Segoe UI"/>
                      </a:rPr>
                      <a:t>Child - me</a:t>
                    </a:r>
                  </a:p>
                </p:txBody>
              </p:sp>
              <p:grpSp>
                <p:nvGrpSpPr>
                  <p:cNvPr id="9" name="Group 8">
                    <a:extLst>
                      <a:ext uri="{FF2B5EF4-FFF2-40B4-BE49-F238E27FC236}">
                        <a16:creationId xmlns:a16="http://schemas.microsoft.com/office/drawing/2014/main" id="{E9842796-00F5-2791-2FDA-F3BA0D26A627}"/>
                      </a:ext>
                    </a:extLst>
                  </p:cNvPr>
                  <p:cNvGrpSpPr/>
                  <p:nvPr/>
                </p:nvGrpSpPr>
                <p:grpSpPr>
                  <a:xfrm>
                    <a:off x="7663106" y="3498662"/>
                    <a:ext cx="1286748" cy="1140332"/>
                    <a:chOff x="9306752" y="793315"/>
                    <a:chExt cx="1286748" cy="982985"/>
                  </a:xfrm>
                </p:grpSpPr>
                <p:sp>
                  <p:nvSpPr>
                    <p:cNvPr id="20" name="object 9">
                      <a:extLst>
                        <a:ext uri="{FF2B5EF4-FFF2-40B4-BE49-F238E27FC236}">
                          <a16:creationId xmlns:a16="http://schemas.microsoft.com/office/drawing/2014/main" id="{292ECA2B-E890-E725-AACB-362AE8C783B9}"/>
                        </a:ext>
                      </a:extLst>
                    </p:cNvPr>
                    <p:cNvSpPr txBox="1"/>
                    <p:nvPr/>
                  </p:nvSpPr>
                  <p:spPr>
                    <a:xfrm>
                      <a:off x="9468697" y="879594"/>
                      <a:ext cx="1016662" cy="502013"/>
                    </a:xfrm>
                    <a:prstGeom prst="rect">
                      <a:avLst/>
                    </a:prstGeom>
                  </p:spPr>
                  <p:txBody>
                    <a:bodyPr vert="horz" wrap="square" lIns="0" tIns="43339" rIns="0" bIns="0" rtlCol="0">
                      <a:spAutoFit/>
                    </a:bodyPr>
                    <a:lstStyle/>
                    <a:p>
                      <a:pPr marL="10319" algn="ctr">
                        <a:spcBef>
                          <a:spcPts val="341"/>
                        </a:spcBef>
                      </a:pPr>
                      <a:r>
                        <a:rPr lang="en-US" sz="1600" b="1" spc="-37" noProof="0" dirty="0">
                          <a:solidFill>
                            <a:srgbClr val="0000C7"/>
                          </a:solidFill>
                          <a:latin typeface="Hack" panose="020B0609030202020204" pitchFamily="49" charset="0"/>
                          <a:ea typeface="Hack" panose="020B0609030202020204" pitchFamily="49" charset="0"/>
                          <a:cs typeface="Hack" panose="020B0609030202020204" pitchFamily="49" charset="0"/>
                        </a:rPr>
                        <a:t>bash</a:t>
                      </a:r>
                    </a:p>
                    <a:p>
                      <a:pPr marL="10319" algn="ctr">
                        <a:spcBef>
                          <a:spcPts val="341"/>
                        </a:spcBef>
                      </a:pPr>
                      <a:r>
                        <a:rPr lang="en-US" sz="1600" spc="-8" noProof="0" dirty="0">
                          <a:solidFill>
                            <a:srgbClr val="C70000"/>
                          </a:solidFill>
                          <a:latin typeface="Segoe UI"/>
                          <a:cs typeface="Segoe UI"/>
                        </a:rPr>
                        <a:t>env</a:t>
                      </a:r>
                      <a:endParaRPr lang="en-US" sz="1600" noProof="0" dirty="0">
                        <a:latin typeface="Segoe UI"/>
                        <a:cs typeface="Segoe UI"/>
                      </a:endParaRPr>
                    </a:p>
                  </p:txBody>
                </p:sp>
                <p:sp>
                  <p:nvSpPr>
                    <p:cNvPr id="21" name="object 12">
                      <a:extLst>
                        <a:ext uri="{FF2B5EF4-FFF2-40B4-BE49-F238E27FC236}">
                          <a16:creationId xmlns:a16="http://schemas.microsoft.com/office/drawing/2014/main" id="{F436C494-0167-13AA-F1E3-807DC6F884A1}"/>
                        </a:ext>
                      </a:extLst>
                    </p:cNvPr>
                    <p:cNvSpPr/>
                    <p:nvPr/>
                  </p:nvSpPr>
                  <p:spPr>
                    <a:xfrm>
                      <a:off x="9306752" y="793315"/>
                      <a:ext cx="1286748" cy="982985"/>
                    </a:xfrm>
                    <a:custGeom>
                      <a:avLst/>
                      <a:gdLst/>
                      <a:ahLst/>
                      <a:cxnLst/>
                      <a:rect l="l" t="t" r="r" b="b"/>
                      <a:pathLst>
                        <a:path w="1583690" h="883919">
                          <a:moveTo>
                            <a:pt x="0" y="441960"/>
                          </a:moveTo>
                          <a:lnTo>
                            <a:pt x="9410" y="373607"/>
                          </a:lnTo>
                          <a:lnTo>
                            <a:pt x="36703" y="308557"/>
                          </a:lnTo>
                          <a:lnTo>
                            <a:pt x="80472" y="247594"/>
                          </a:lnTo>
                          <a:lnTo>
                            <a:pt x="108095" y="218891"/>
                          </a:lnTo>
                          <a:lnTo>
                            <a:pt x="139309" y="191505"/>
                          </a:lnTo>
                          <a:lnTo>
                            <a:pt x="173939" y="165533"/>
                          </a:lnTo>
                          <a:lnTo>
                            <a:pt x="211807" y="141075"/>
                          </a:lnTo>
                          <a:lnTo>
                            <a:pt x="252739" y="118228"/>
                          </a:lnTo>
                          <a:lnTo>
                            <a:pt x="296559" y="97091"/>
                          </a:lnTo>
                          <a:lnTo>
                            <a:pt x="343090" y="77762"/>
                          </a:lnTo>
                          <a:lnTo>
                            <a:pt x="392157" y="60339"/>
                          </a:lnTo>
                          <a:lnTo>
                            <a:pt x="443583" y="44920"/>
                          </a:lnTo>
                          <a:lnTo>
                            <a:pt x="497193" y="31603"/>
                          </a:lnTo>
                          <a:lnTo>
                            <a:pt x="552811" y="20488"/>
                          </a:lnTo>
                          <a:lnTo>
                            <a:pt x="610262" y="11672"/>
                          </a:lnTo>
                          <a:lnTo>
                            <a:pt x="669368" y="5253"/>
                          </a:lnTo>
                          <a:lnTo>
                            <a:pt x="729954" y="1329"/>
                          </a:lnTo>
                          <a:lnTo>
                            <a:pt x="791845" y="0"/>
                          </a:lnTo>
                          <a:lnTo>
                            <a:pt x="853719" y="1329"/>
                          </a:lnTo>
                          <a:lnTo>
                            <a:pt x="914292" y="5253"/>
                          </a:lnTo>
                          <a:lnTo>
                            <a:pt x="973387" y="11672"/>
                          </a:lnTo>
                          <a:lnTo>
                            <a:pt x="1030830" y="20488"/>
                          </a:lnTo>
                          <a:lnTo>
                            <a:pt x="1086443" y="31603"/>
                          </a:lnTo>
                          <a:lnTo>
                            <a:pt x="1140050" y="44920"/>
                          </a:lnTo>
                          <a:lnTo>
                            <a:pt x="1191476" y="60339"/>
                          </a:lnTo>
                          <a:lnTo>
                            <a:pt x="1240543" y="77762"/>
                          </a:lnTo>
                          <a:lnTo>
                            <a:pt x="1287077" y="97091"/>
                          </a:lnTo>
                          <a:lnTo>
                            <a:pt x="1330900" y="118228"/>
                          </a:lnTo>
                          <a:lnTo>
                            <a:pt x="1371836" y="141075"/>
                          </a:lnTo>
                          <a:lnTo>
                            <a:pt x="1409710" y="165533"/>
                          </a:lnTo>
                          <a:lnTo>
                            <a:pt x="1444345" y="191505"/>
                          </a:lnTo>
                          <a:lnTo>
                            <a:pt x="1475565" y="218891"/>
                          </a:lnTo>
                          <a:lnTo>
                            <a:pt x="1503194" y="247594"/>
                          </a:lnTo>
                          <a:lnTo>
                            <a:pt x="1527056" y="277515"/>
                          </a:lnTo>
                          <a:lnTo>
                            <a:pt x="1562773" y="340620"/>
                          </a:lnTo>
                          <a:lnTo>
                            <a:pt x="1581307" y="407420"/>
                          </a:lnTo>
                          <a:lnTo>
                            <a:pt x="1583690" y="441960"/>
                          </a:lnTo>
                          <a:lnTo>
                            <a:pt x="1581307" y="476499"/>
                          </a:lnTo>
                          <a:lnTo>
                            <a:pt x="1574276" y="510312"/>
                          </a:lnTo>
                          <a:lnTo>
                            <a:pt x="1546974" y="575362"/>
                          </a:lnTo>
                          <a:lnTo>
                            <a:pt x="1503194" y="636325"/>
                          </a:lnTo>
                          <a:lnTo>
                            <a:pt x="1475565" y="665028"/>
                          </a:lnTo>
                          <a:lnTo>
                            <a:pt x="1444345" y="692414"/>
                          </a:lnTo>
                          <a:lnTo>
                            <a:pt x="1409710" y="718386"/>
                          </a:lnTo>
                          <a:lnTo>
                            <a:pt x="1371836" y="742844"/>
                          </a:lnTo>
                          <a:lnTo>
                            <a:pt x="1330900" y="765691"/>
                          </a:lnTo>
                          <a:lnTo>
                            <a:pt x="1287077" y="786828"/>
                          </a:lnTo>
                          <a:lnTo>
                            <a:pt x="1240543" y="806157"/>
                          </a:lnTo>
                          <a:lnTo>
                            <a:pt x="1191476" y="823580"/>
                          </a:lnTo>
                          <a:lnTo>
                            <a:pt x="1140050" y="838999"/>
                          </a:lnTo>
                          <a:lnTo>
                            <a:pt x="1086443" y="852316"/>
                          </a:lnTo>
                          <a:lnTo>
                            <a:pt x="1030830" y="863431"/>
                          </a:lnTo>
                          <a:lnTo>
                            <a:pt x="973387" y="872247"/>
                          </a:lnTo>
                          <a:lnTo>
                            <a:pt x="914292" y="878666"/>
                          </a:lnTo>
                          <a:lnTo>
                            <a:pt x="853719" y="882590"/>
                          </a:lnTo>
                          <a:lnTo>
                            <a:pt x="791845" y="883920"/>
                          </a:lnTo>
                          <a:lnTo>
                            <a:pt x="729954" y="882590"/>
                          </a:lnTo>
                          <a:lnTo>
                            <a:pt x="669368" y="878666"/>
                          </a:lnTo>
                          <a:lnTo>
                            <a:pt x="610262" y="872247"/>
                          </a:lnTo>
                          <a:lnTo>
                            <a:pt x="552811" y="863431"/>
                          </a:lnTo>
                          <a:lnTo>
                            <a:pt x="497193" y="852316"/>
                          </a:lnTo>
                          <a:lnTo>
                            <a:pt x="443583" y="838999"/>
                          </a:lnTo>
                          <a:lnTo>
                            <a:pt x="392157" y="823580"/>
                          </a:lnTo>
                          <a:lnTo>
                            <a:pt x="343090" y="806157"/>
                          </a:lnTo>
                          <a:lnTo>
                            <a:pt x="296559" y="786828"/>
                          </a:lnTo>
                          <a:lnTo>
                            <a:pt x="252739" y="765691"/>
                          </a:lnTo>
                          <a:lnTo>
                            <a:pt x="211807" y="742844"/>
                          </a:lnTo>
                          <a:lnTo>
                            <a:pt x="173939" y="718386"/>
                          </a:lnTo>
                          <a:lnTo>
                            <a:pt x="139309" y="692414"/>
                          </a:lnTo>
                          <a:lnTo>
                            <a:pt x="108095" y="665028"/>
                          </a:lnTo>
                          <a:lnTo>
                            <a:pt x="80472" y="636325"/>
                          </a:lnTo>
                          <a:lnTo>
                            <a:pt x="56616" y="606404"/>
                          </a:lnTo>
                          <a:lnTo>
                            <a:pt x="20909" y="543299"/>
                          </a:lnTo>
                          <a:lnTo>
                            <a:pt x="2381" y="476499"/>
                          </a:lnTo>
                          <a:lnTo>
                            <a:pt x="0" y="441960"/>
                          </a:lnTo>
                          <a:close/>
                        </a:path>
                      </a:pathLst>
                    </a:custGeom>
                    <a:ln w="12600">
                      <a:solidFill>
                        <a:srgbClr val="000066"/>
                      </a:solidFill>
                    </a:ln>
                  </p:spPr>
                  <p:txBody>
                    <a:bodyPr wrap="square" lIns="0" tIns="0" rIns="0" bIns="0" rtlCol="0"/>
                    <a:lstStyle/>
                    <a:p>
                      <a:endParaRPr lang="en-US" sz="1463" noProof="0" dirty="0"/>
                    </a:p>
                  </p:txBody>
                </p:sp>
                <p:sp>
                  <p:nvSpPr>
                    <p:cNvPr id="22" name="object 14">
                      <a:extLst>
                        <a:ext uri="{FF2B5EF4-FFF2-40B4-BE49-F238E27FC236}">
                          <a16:creationId xmlns:a16="http://schemas.microsoft.com/office/drawing/2014/main" id="{4AA7ECCE-AD2A-DEB4-4B12-6782DBC72354}"/>
                        </a:ext>
                      </a:extLst>
                    </p:cNvPr>
                    <p:cNvSpPr/>
                    <p:nvPr/>
                  </p:nvSpPr>
                  <p:spPr>
                    <a:xfrm>
                      <a:off x="9468697" y="1177132"/>
                      <a:ext cx="980797" cy="0"/>
                    </a:xfrm>
                    <a:custGeom>
                      <a:avLst/>
                      <a:gdLst/>
                      <a:ahLst/>
                      <a:cxnLst/>
                      <a:rect l="l" t="t" r="r" b="b"/>
                      <a:pathLst>
                        <a:path w="1207134">
                          <a:moveTo>
                            <a:pt x="0" y="0"/>
                          </a:moveTo>
                          <a:lnTo>
                            <a:pt x="1207007" y="0"/>
                          </a:lnTo>
                        </a:path>
                      </a:pathLst>
                    </a:custGeom>
                    <a:ln w="12600">
                      <a:solidFill>
                        <a:srgbClr val="000066"/>
                      </a:solidFill>
                    </a:ln>
                  </p:spPr>
                  <p:txBody>
                    <a:bodyPr wrap="square" lIns="0" tIns="0" rIns="0" bIns="0" rtlCol="0"/>
                    <a:lstStyle/>
                    <a:p>
                      <a:endParaRPr lang="en-US" sz="1463" noProof="0" dirty="0"/>
                    </a:p>
                  </p:txBody>
                </p:sp>
              </p:grpSp>
              <p:grpSp>
                <p:nvGrpSpPr>
                  <p:cNvPr id="10" name="Group 9">
                    <a:extLst>
                      <a:ext uri="{FF2B5EF4-FFF2-40B4-BE49-F238E27FC236}">
                        <a16:creationId xmlns:a16="http://schemas.microsoft.com/office/drawing/2014/main" id="{2A6DDB37-5D54-D06D-C741-003A14ED5739}"/>
                      </a:ext>
                    </a:extLst>
                  </p:cNvPr>
                  <p:cNvGrpSpPr/>
                  <p:nvPr/>
                </p:nvGrpSpPr>
                <p:grpSpPr>
                  <a:xfrm>
                    <a:off x="7651028" y="734113"/>
                    <a:ext cx="1286748" cy="1083411"/>
                    <a:chOff x="9306753" y="679288"/>
                    <a:chExt cx="1286748" cy="982985"/>
                  </a:xfrm>
                </p:grpSpPr>
                <p:sp>
                  <p:nvSpPr>
                    <p:cNvPr id="17" name="object 9">
                      <a:extLst>
                        <a:ext uri="{FF2B5EF4-FFF2-40B4-BE49-F238E27FC236}">
                          <a16:creationId xmlns:a16="http://schemas.microsoft.com/office/drawing/2014/main" id="{0834A03F-A917-A6A5-6CFD-490084402651}"/>
                        </a:ext>
                      </a:extLst>
                    </p:cNvPr>
                    <p:cNvSpPr txBox="1"/>
                    <p:nvPr/>
                  </p:nvSpPr>
                  <p:spPr>
                    <a:xfrm>
                      <a:off x="9606709" y="879594"/>
                      <a:ext cx="760164" cy="528389"/>
                    </a:xfrm>
                    <a:prstGeom prst="rect">
                      <a:avLst/>
                    </a:prstGeom>
                  </p:spPr>
                  <p:txBody>
                    <a:bodyPr vert="horz" wrap="square" lIns="0" tIns="43339" rIns="0" bIns="0" rtlCol="0">
                      <a:spAutoFit/>
                    </a:bodyPr>
                    <a:lstStyle/>
                    <a:p>
                      <a:pPr marL="10319" algn="ctr">
                        <a:spcBef>
                          <a:spcPts val="341"/>
                        </a:spcBef>
                      </a:pPr>
                      <a:r>
                        <a:rPr lang="en-US" sz="1600" b="1" spc="-37" noProof="0" dirty="0">
                          <a:solidFill>
                            <a:srgbClr val="0000C7"/>
                          </a:solidFill>
                          <a:latin typeface="Segoe UI"/>
                          <a:cs typeface="Segoe UI"/>
                        </a:rPr>
                        <a:t>b</a:t>
                      </a:r>
                      <a:r>
                        <a:rPr lang="en-US" sz="1600" b="1" noProof="0" dirty="0">
                          <a:solidFill>
                            <a:srgbClr val="0000C7"/>
                          </a:solidFill>
                          <a:latin typeface="Hack" panose="020B0609030202020204" pitchFamily="49" charset="0"/>
                          <a:ea typeface="Hack" panose="020B0609030202020204" pitchFamily="49" charset="0"/>
                          <a:cs typeface="Hack" panose="020B0609030202020204" pitchFamily="49" charset="0"/>
                        </a:rPr>
                        <a:t>a</a:t>
                      </a:r>
                      <a:r>
                        <a:rPr lang="en-US" sz="1600" b="1" spc="4" noProof="0" dirty="0">
                          <a:solidFill>
                            <a:srgbClr val="0000C7"/>
                          </a:solidFill>
                          <a:latin typeface="Hack" panose="020B0609030202020204" pitchFamily="49" charset="0"/>
                          <a:ea typeface="Hack" panose="020B0609030202020204" pitchFamily="49" charset="0"/>
                          <a:cs typeface="Hack" panose="020B0609030202020204" pitchFamily="49" charset="0"/>
                        </a:rPr>
                        <a:t>s</a:t>
                      </a:r>
                      <a:r>
                        <a:rPr lang="en-US" sz="1600" b="1" spc="-4" noProof="0" dirty="0">
                          <a:solidFill>
                            <a:srgbClr val="0000C7"/>
                          </a:solidFill>
                          <a:latin typeface="Hack" panose="020B0609030202020204" pitchFamily="49" charset="0"/>
                          <a:ea typeface="Hack" panose="020B0609030202020204" pitchFamily="49" charset="0"/>
                          <a:cs typeface="Hack" panose="020B0609030202020204" pitchFamily="49" charset="0"/>
                        </a:rPr>
                        <a:t>h</a:t>
                      </a:r>
                      <a:endParaRPr lang="en-US" sz="1600" b="1" noProof="0" dirty="0">
                        <a:latin typeface="Hack" panose="020B0609030202020204" pitchFamily="49" charset="0"/>
                        <a:ea typeface="Hack" panose="020B0609030202020204" pitchFamily="49" charset="0"/>
                        <a:cs typeface="Hack" panose="020B0609030202020204" pitchFamily="49" charset="0"/>
                      </a:endParaRPr>
                    </a:p>
                    <a:p>
                      <a:pPr marL="10319" algn="ctr">
                        <a:spcBef>
                          <a:spcPts val="341"/>
                        </a:spcBef>
                      </a:pPr>
                      <a:r>
                        <a:rPr lang="en-US" sz="1600" spc="-8" noProof="0" dirty="0">
                          <a:solidFill>
                            <a:srgbClr val="C70000"/>
                          </a:solidFill>
                          <a:latin typeface="Segoe UI"/>
                          <a:cs typeface="Segoe UI"/>
                        </a:rPr>
                        <a:t>env</a:t>
                      </a:r>
                      <a:endParaRPr lang="en-US" sz="1600" noProof="0" dirty="0">
                        <a:latin typeface="Segoe UI"/>
                        <a:cs typeface="Segoe UI"/>
                      </a:endParaRPr>
                    </a:p>
                  </p:txBody>
                </p:sp>
                <p:sp>
                  <p:nvSpPr>
                    <p:cNvPr id="18" name="object 12">
                      <a:extLst>
                        <a:ext uri="{FF2B5EF4-FFF2-40B4-BE49-F238E27FC236}">
                          <a16:creationId xmlns:a16="http://schemas.microsoft.com/office/drawing/2014/main" id="{69A98151-3AD6-A415-3DE0-683808B99A7C}"/>
                        </a:ext>
                      </a:extLst>
                    </p:cNvPr>
                    <p:cNvSpPr/>
                    <p:nvPr/>
                  </p:nvSpPr>
                  <p:spPr>
                    <a:xfrm>
                      <a:off x="9306753" y="679288"/>
                      <a:ext cx="1286748" cy="982985"/>
                    </a:xfrm>
                    <a:custGeom>
                      <a:avLst/>
                      <a:gdLst/>
                      <a:ahLst/>
                      <a:cxnLst/>
                      <a:rect l="l" t="t" r="r" b="b"/>
                      <a:pathLst>
                        <a:path w="1583690" h="883919">
                          <a:moveTo>
                            <a:pt x="0" y="441960"/>
                          </a:moveTo>
                          <a:lnTo>
                            <a:pt x="9410" y="373607"/>
                          </a:lnTo>
                          <a:lnTo>
                            <a:pt x="36703" y="308557"/>
                          </a:lnTo>
                          <a:lnTo>
                            <a:pt x="80472" y="247594"/>
                          </a:lnTo>
                          <a:lnTo>
                            <a:pt x="108095" y="218891"/>
                          </a:lnTo>
                          <a:lnTo>
                            <a:pt x="139309" y="191505"/>
                          </a:lnTo>
                          <a:lnTo>
                            <a:pt x="173939" y="165533"/>
                          </a:lnTo>
                          <a:lnTo>
                            <a:pt x="211807" y="141075"/>
                          </a:lnTo>
                          <a:lnTo>
                            <a:pt x="252739" y="118228"/>
                          </a:lnTo>
                          <a:lnTo>
                            <a:pt x="296559" y="97091"/>
                          </a:lnTo>
                          <a:lnTo>
                            <a:pt x="343090" y="77762"/>
                          </a:lnTo>
                          <a:lnTo>
                            <a:pt x="392157" y="60339"/>
                          </a:lnTo>
                          <a:lnTo>
                            <a:pt x="443583" y="44920"/>
                          </a:lnTo>
                          <a:lnTo>
                            <a:pt x="497193" y="31603"/>
                          </a:lnTo>
                          <a:lnTo>
                            <a:pt x="552811" y="20488"/>
                          </a:lnTo>
                          <a:lnTo>
                            <a:pt x="610262" y="11672"/>
                          </a:lnTo>
                          <a:lnTo>
                            <a:pt x="669368" y="5253"/>
                          </a:lnTo>
                          <a:lnTo>
                            <a:pt x="729954" y="1329"/>
                          </a:lnTo>
                          <a:lnTo>
                            <a:pt x="791845" y="0"/>
                          </a:lnTo>
                          <a:lnTo>
                            <a:pt x="853719" y="1329"/>
                          </a:lnTo>
                          <a:lnTo>
                            <a:pt x="914292" y="5253"/>
                          </a:lnTo>
                          <a:lnTo>
                            <a:pt x="973387" y="11672"/>
                          </a:lnTo>
                          <a:lnTo>
                            <a:pt x="1030830" y="20488"/>
                          </a:lnTo>
                          <a:lnTo>
                            <a:pt x="1086443" y="31603"/>
                          </a:lnTo>
                          <a:lnTo>
                            <a:pt x="1140050" y="44920"/>
                          </a:lnTo>
                          <a:lnTo>
                            <a:pt x="1191476" y="60339"/>
                          </a:lnTo>
                          <a:lnTo>
                            <a:pt x="1240543" y="77762"/>
                          </a:lnTo>
                          <a:lnTo>
                            <a:pt x="1287077" y="97091"/>
                          </a:lnTo>
                          <a:lnTo>
                            <a:pt x="1330900" y="118228"/>
                          </a:lnTo>
                          <a:lnTo>
                            <a:pt x="1371836" y="141075"/>
                          </a:lnTo>
                          <a:lnTo>
                            <a:pt x="1409710" y="165533"/>
                          </a:lnTo>
                          <a:lnTo>
                            <a:pt x="1444345" y="191505"/>
                          </a:lnTo>
                          <a:lnTo>
                            <a:pt x="1475565" y="218891"/>
                          </a:lnTo>
                          <a:lnTo>
                            <a:pt x="1503194" y="247594"/>
                          </a:lnTo>
                          <a:lnTo>
                            <a:pt x="1527056" y="277515"/>
                          </a:lnTo>
                          <a:lnTo>
                            <a:pt x="1562773" y="340620"/>
                          </a:lnTo>
                          <a:lnTo>
                            <a:pt x="1581307" y="407420"/>
                          </a:lnTo>
                          <a:lnTo>
                            <a:pt x="1583690" y="441960"/>
                          </a:lnTo>
                          <a:lnTo>
                            <a:pt x="1581307" y="476499"/>
                          </a:lnTo>
                          <a:lnTo>
                            <a:pt x="1574276" y="510312"/>
                          </a:lnTo>
                          <a:lnTo>
                            <a:pt x="1546974" y="575362"/>
                          </a:lnTo>
                          <a:lnTo>
                            <a:pt x="1503194" y="636325"/>
                          </a:lnTo>
                          <a:lnTo>
                            <a:pt x="1475565" y="665028"/>
                          </a:lnTo>
                          <a:lnTo>
                            <a:pt x="1444345" y="692414"/>
                          </a:lnTo>
                          <a:lnTo>
                            <a:pt x="1409710" y="718386"/>
                          </a:lnTo>
                          <a:lnTo>
                            <a:pt x="1371836" y="742844"/>
                          </a:lnTo>
                          <a:lnTo>
                            <a:pt x="1330900" y="765691"/>
                          </a:lnTo>
                          <a:lnTo>
                            <a:pt x="1287077" y="786828"/>
                          </a:lnTo>
                          <a:lnTo>
                            <a:pt x="1240543" y="806157"/>
                          </a:lnTo>
                          <a:lnTo>
                            <a:pt x="1191476" y="823580"/>
                          </a:lnTo>
                          <a:lnTo>
                            <a:pt x="1140050" y="838999"/>
                          </a:lnTo>
                          <a:lnTo>
                            <a:pt x="1086443" y="852316"/>
                          </a:lnTo>
                          <a:lnTo>
                            <a:pt x="1030830" y="863431"/>
                          </a:lnTo>
                          <a:lnTo>
                            <a:pt x="973387" y="872247"/>
                          </a:lnTo>
                          <a:lnTo>
                            <a:pt x="914292" y="878666"/>
                          </a:lnTo>
                          <a:lnTo>
                            <a:pt x="853719" y="882590"/>
                          </a:lnTo>
                          <a:lnTo>
                            <a:pt x="791845" y="883920"/>
                          </a:lnTo>
                          <a:lnTo>
                            <a:pt x="729954" y="882590"/>
                          </a:lnTo>
                          <a:lnTo>
                            <a:pt x="669368" y="878666"/>
                          </a:lnTo>
                          <a:lnTo>
                            <a:pt x="610262" y="872247"/>
                          </a:lnTo>
                          <a:lnTo>
                            <a:pt x="552811" y="863431"/>
                          </a:lnTo>
                          <a:lnTo>
                            <a:pt x="497193" y="852316"/>
                          </a:lnTo>
                          <a:lnTo>
                            <a:pt x="443583" y="838999"/>
                          </a:lnTo>
                          <a:lnTo>
                            <a:pt x="392157" y="823580"/>
                          </a:lnTo>
                          <a:lnTo>
                            <a:pt x="343090" y="806157"/>
                          </a:lnTo>
                          <a:lnTo>
                            <a:pt x="296559" y="786828"/>
                          </a:lnTo>
                          <a:lnTo>
                            <a:pt x="252739" y="765691"/>
                          </a:lnTo>
                          <a:lnTo>
                            <a:pt x="211807" y="742844"/>
                          </a:lnTo>
                          <a:lnTo>
                            <a:pt x="173939" y="718386"/>
                          </a:lnTo>
                          <a:lnTo>
                            <a:pt x="139309" y="692414"/>
                          </a:lnTo>
                          <a:lnTo>
                            <a:pt x="108095" y="665028"/>
                          </a:lnTo>
                          <a:lnTo>
                            <a:pt x="80472" y="636325"/>
                          </a:lnTo>
                          <a:lnTo>
                            <a:pt x="56616" y="606404"/>
                          </a:lnTo>
                          <a:lnTo>
                            <a:pt x="20909" y="543299"/>
                          </a:lnTo>
                          <a:lnTo>
                            <a:pt x="2381" y="476499"/>
                          </a:lnTo>
                          <a:lnTo>
                            <a:pt x="0" y="441960"/>
                          </a:lnTo>
                          <a:close/>
                        </a:path>
                      </a:pathLst>
                    </a:custGeom>
                    <a:ln w="12600">
                      <a:solidFill>
                        <a:srgbClr val="000066"/>
                      </a:solidFill>
                    </a:ln>
                  </p:spPr>
                  <p:txBody>
                    <a:bodyPr wrap="square" lIns="0" tIns="0" rIns="0" bIns="0" rtlCol="0"/>
                    <a:lstStyle/>
                    <a:p>
                      <a:endParaRPr lang="en-US" sz="1463" noProof="0" dirty="0"/>
                    </a:p>
                  </p:txBody>
                </p:sp>
                <p:sp>
                  <p:nvSpPr>
                    <p:cNvPr id="19" name="object 14">
                      <a:extLst>
                        <a:ext uri="{FF2B5EF4-FFF2-40B4-BE49-F238E27FC236}">
                          <a16:creationId xmlns:a16="http://schemas.microsoft.com/office/drawing/2014/main" id="{DA6F94D3-2B87-01B5-E8A1-8645B644DA6A}"/>
                        </a:ext>
                      </a:extLst>
                    </p:cNvPr>
                    <p:cNvSpPr/>
                    <p:nvPr/>
                  </p:nvSpPr>
                  <p:spPr>
                    <a:xfrm>
                      <a:off x="9468697" y="1177132"/>
                      <a:ext cx="980797" cy="0"/>
                    </a:xfrm>
                    <a:custGeom>
                      <a:avLst/>
                      <a:gdLst/>
                      <a:ahLst/>
                      <a:cxnLst/>
                      <a:rect l="l" t="t" r="r" b="b"/>
                      <a:pathLst>
                        <a:path w="1207134">
                          <a:moveTo>
                            <a:pt x="0" y="0"/>
                          </a:moveTo>
                          <a:lnTo>
                            <a:pt x="1207007" y="0"/>
                          </a:lnTo>
                        </a:path>
                      </a:pathLst>
                    </a:custGeom>
                    <a:ln w="12600">
                      <a:solidFill>
                        <a:srgbClr val="000066"/>
                      </a:solidFill>
                    </a:ln>
                  </p:spPr>
                  <p:txBody>
                    <a:bodyPr wrap="square" lIns="0" tIns="0" rIns="0" bIns="0" rtlCol="0"/>
                    <a:lstStyle/>
                    <a:p>
                      <a:endParaRPr lang="en-US" sz="1463" noProof="0" dirty="0"/>
                    </a:p>
                  </p:txBody>
                </p:sp>
              </p:grpSp>
              <p:cxnSp>
                <p:nvCxnSpPr>
                  <p:cNvPr id="11" name="Straight Arrow Connector 10">
                    <a:extLst>
                      <a:ext uri="{FF2B5EF4-FFF2-40B4-BE49-F238E27FC236}">
                        <a16:creationId xmlns:a16="http://schemas.microsoft.com/office/drawing/2014/main" id="{8D34B95B-7B3A-4C15-A125-94716781405D}"/>
                      </a:ext>
                    </a:extLst>
                  </p:cNvPr>
                  <p:cNvCxnSpPr>
                    <a:cxnSpLocks/>
                  </p:cNvCxnSpPr>
                  <p:nvPr/>
                </p:nvCxnSpPr>
                <p:spPr>
                  <a:xfrm>
                    <a:off x="6328565" y="1249286"/>
                    <a:ext cx="10958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6AE3729-0FE3-B5B4-6997-85C9890632E8}"/>
                      </a:ext>
                    </a:extLst>
                  </p:cNvPr>
                  <p:cNvCxnSpPr>
                    <a:cxnSpLocks/>
                  </p:cNvCxnSpPr>
                  <p:nvPr/>
                </p:nvCxnSpPr>
                <p:spPr>
                  <a:xfrm flipH="1">
                    <a:off x="8285554" y="1936845"/>
                    <a:ext cx="8848" cy="13304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945A9A0-15CC-2987-4995-10802E24E9DA}"/>
                      </a:ext>
                    </a:extLst>
                  </p:cNvPr>
                  <p:cNvCxnSpPr>
                    <a:cxnSpLocks/>
                  </p:cNvCxnSpPr>
                  <p:nvPr/>
                </p:nvCxnSpPr>
                <p:spPr>
                  <a:xfrm flipH="1" flipV="1">
                    <a:off x="5719205" y="1874851"/>
                    <a:ext cx="1823681" cy="19149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object 9">
                    <a:extLst>
                      <a:ext uri="{FF2B5EF4-FFF2-40B4-BE49-F238E27FC236}">
                        <a16:creationId xmlns:a16="http://schemas.microsoft.com/office/drawing/2014/main" id="{59FE4BF5-7F3E-9F49-5F28-925F9DF7F4D4}"/>
                      </a:ext>
                    </a:extLst>
                  </p:cNvPr>
                  <p:cNvSpPr txBox="1"/>
                  <p:nvPr/>
                </p:nvSpPr>
                <p:spPr>
                  <a:xfrm>
                    <a:off x="6194582" y="853777"/>
                    <a:ext cx="1286747" cy="293831"/>
                  </a:xfrm>
                  <a:prstGeom prst="rect">
                    <a:avLst/>
                  </a:prstGeom>
                </p:spPr>
                <p:txBody>
                  <a:bodyPr vert="horz" wrap="square" lIns="0" tIns="43339" rIns="0" bIns="0" rtlCol="0">
                    <a:spAutoFit/>
                  </a:bodyPr>
                  <a:lstStyle/>
                  <a:p>
                    <a:pPr marL="10319" algn="ctr">
                      <a:spcBef>
                        <a:spcPts val="341"/>
                      </a:spcBef>
                    </a:pPr>
                    <a:r>
                      <a:rPr lang="en-US" sz="1600" b="1" spc="-37" noProof="0" dirty="0">
                        <a:solidFill>
                          <a:srgbClr val="0000C7"/>
                        </a:solidFill>
                        <a:cs typeface="Segoe UI"/>
                      </a:rPr>
                      <a:t>fork (clone)</a:t>
                    </a:r>
                    <a:endParaRPr lang="en-US" sz="1600" noProof="0" dirty="0">
                      <a:cs typeface="Segoe UI"/>
                    </a:endParaRPr>
                  </a:p>
                </p:txBody>
              </p:sp>
              <p:sp>
                <p:nvSpPr>
                  <p:cNvPr id="15" name="object 9">
                    <a:extLst>
                      <a:ext uri="{FF2B5EF4-FFF2-40B4-BE49-F238E27FC236}">
                        <a16:creationId xmlns:a16="http://schemas.microsoft.com/office/drawing/2014/main" id="{C9D6D373-D4C4-8B49-C0C4-49009AC8B093}"/>
                      </a:ext>
                    </a:extLst>
                  </p:cNvPr>
                  <p:cNvSpPr txBox="1"/>
                  <p:nvPr/>
                </p:nvSpPr>
                <p:spPr>
                  <a:xfrm rot="5400000">
                    <a:off x="8150583" y="2437970"/>
                    <a:ext cx="1286747" cy="293831"/>
                  </a:xfrm>
                  <a:prstGeom prst="rect">
                    <a:avLst/>
                  </a:prstGeom>
                </p:spPr>
                <p:txBody>
                  <a:bodyPr vert="horz" wrap="square" lIns="0" tIns="43339" rIns="0" bIns="0" rtlCol="0">
                    <a:spAutoFit/>
                  </a:bodyPr>
                  <a:lstStyle/>
                  <a:p>
                    <a:pPr marL="10319" algn="ctr">
                      <a:spcBef>
                        <a:spcPts val="341"/>
                      </a:spcBef>
                    </a:pPr>
                    <a:r>
                      <a:rPr lang="en-US" sz="1600" b="1" spc="-37" noProof="0" dirty="0">
                        <a:solidFill>
                          <a:srgbClr val="0000C7"/>
                        </a:solidFill>
                        <a:latin typeface="Hack" panose="020B0609030202020204" pitchFamily="49" charset="0"/>
                        <a:ea typeface="Hack" panose="020B0609030202020204" pitchFamily="49" charset="0"/>
                        <a:cs typeface="Hack" panose="020B0609030202020204" pitchFamily="49" charset="0"/>
                      </a:rPr>
                      <a:t>su user</a:t>
                    </a:r>
                    <a:endParaRPr lang="en-US" sz="1600" i="1" noProof="0" dirty="0">
                      <a:latin typeface="Hack" panose="020B0609030202020204" pitchFamily="49" charset="0"/>
                      <a:ea typeface="Hack" panose="020B0609030202020204" pitchFamily="49" charset="0"/>
                      <a:cs typeface="Hack" panose="020B0609030202020204" pitchFamily="49" charset="0"/>
                    </a:endParaRPr>
                  </a:p>
                </p:txBody>
              </p:sp>
              <p:sp>
                <p:nvSpPr>
                  <p:cNvPr id="16" name="object 9">
                    <a:extLst>
                      <a:ext uri="{FF2B5EF4-FFF2-40B4-BE49-F238E27FC236}">
                        <a16:creationId xmlns:a16="http://schemas.microsoft.com/office/drawing/2014/main" id="{2728E7FB-39F3-25E1-6095-0F56CE9E5D07}"/>
                      </a:ext>
                    </a:extLst>
                  </p:cNvPr>
                  <p:cNvSpPr txBox="1"/>
                  <p:nvPr/>
                </p:nvSpPr>
                <p:spPr>
                  <a:xfrm rot="2852273">
                    <a:off x="6093935" y="2437969"/>
                    <a:ext cx="1286747" cy="293831"/>
                  </a:xfrm>
                  <a:prstGeom prst="rect">
                    <a:avLst/>
                  </a:prstGeom>
                </p:spPr>
                <p:txBody>
                  <a:bodyPr vert="horz" wrap="square" lIns="0" tIns="43339" rIns="0" bIns="0" rtlCol="0">
                    <a:spAutoFit/>
                  </a:bodyPr>
                  <a:lstStyle/>
                  <a:p>
                    <a:pPr marL="10319" algn="ctr">
                      <a:spcBef>
                        <a:spcPts val="341"/>
                      </a:spcBef>
                    </a:pPr>
                    <a:r>
                      <a:rPr lang="en-US" sz="1600" b="1" spc="-37" noProof="0" dirty="0">
                        <a:solidFill>
                          <a:srgbClr val="0000C7"/>
                        </a:solidFill>
                        <a:latin typeface="Hack" panose="020B0609030202020204" pitchFamily="49" charset="0"/>
                        <a:ea typeface="Hack" panose="020B0609030202020204" pitchFamily="49" charset="0"/>
                        <a:cs typeface="Hack" panose="020B0609030202020204" pitchFamily="49" charset="0"/>
                      </a:rPr>
                      <a:t>exit [n]</a:t>
                    </a:r>
                    <a:endParaRPr lang="en-US" sz="1600" noProof="0" dirty="0">
                      <a:latin typeface="Hack" panose="020B0609030202020204" pitchFamily="49" charset="0"/>
                      <a:ea typeface="Hack" panose="020B0609030202020204" pitchFamily="49" charset="0"/>
                      <a:cs typeface="Hack" panose="020B0609030202020204" pitchFamily="49" charset="0"/>
                    </a:endParaRPr>
                  </a:p>
                </p:txBody>
              </p:sp>
            </p:grpSp>
            <p:sp>
              <p:nvSpPr>
                <p:cNvPr id="26" name="object 9">
                  <a:extLst>
                    <a:ext uri="{FF2B5EF4-FFF2-40B4-BE49-F238E27FC236}">
                      <a16:creationId xmlns:a16="http://schemas.microsoft.com/office/drawing/2014/main" id="{3AE4D251-A03F-4322-E283-7A321B22B890}"/>
                    </a:ext>
                  </a:extLst>
                </p:cNvPr>
                <p:cNvSpPr txBox="1"/>
                <p:nvPr/>
              </p:nvSpPr>
              <p:spPr>
                <a:xfrm rot="2852273">
                  <a:off x="5878510" y="4593412"/>
                  <a:ext cx="1461684" cy="293831"/>
                </a:xfrm>
                <a:prstGeom prst="rect">
                  <a:avLst/>
                </a:prstGeom>
              </p:spPr>
              <p:txBody>
                <a:bodyPr vert="horz" wrap="square" lIns="0" tIns="43339" rIns="0" bIns="0" rtlCol="0">
                  <a:spAutoFit/>
                </a:bodyPr>
                <a:lstStyle/>
                <a:p>
                  <a:pPr marL="10319" algn="ctr">
                    <a:spcBef>
                      <a:spcPts val="341"/>
                    </a:spcBef>
                  </a:pPr>
                  <a:r>
                    <a:rPr lang="en-US" sz="1600" strike="sngStrike" spc="-37" noProof="0" dirty="0">
                      <a:cs typeface="Segoe UI"/>
                    </a:rPr>
                    <a:t>environment</a:t>
                  </a:r>
                  <a:endParaRPr lang="en-US" sz="1600" strike="sngStrike" noProof="0" dirty="0">
                    <a:cs typeface="Segoe UI"/>
                  </a:endParaRPr>
                </a:p>
              </p:txBody>
            </p:sp>
          </p:grpSp>
          <p:sp>
            <p:nvSpPr>
              <p:cNvPr id="27" name="object 9">
                <a:extLst>
                  <a:ext uri="{FF2B5EF4-FFF2-40B4-BE49-F238E27FC236}">
                    <a16:creationId xmlns:a16="http://schemas.microsoft.com/office/drawing/2014/main" id="{6AB54F5C-C286-EC95-854E-9289F5B0CBBB}"/>
                  </a:ext>
                </a:extLst>
              </p:cNvPr>
              <p:cNvSpPr txBox="1"/>
              <p:nvPr/>
            </p:nvSpPr>
            <p:spPr>
              <a:xfrm>
                <a:off x="6382076" y="3102261"/>
                <a:ext cx="1335299" cy="293831"/>
              </a:xfrm>
              <a:prstGeom prst="rect">
                <a:avLst/>
              </a:prstGeom>
            </p:spPr>
            <p:txBody>
              <a:bodyPr vert="horz" wrap="square" lIns="0" tIns="43339" rIns="0" bIns="0" rtlCol="0">
                <a:spAutoFit/>
              </a:bodyPr>
              <a:lstStyle/>
              <a:p>
                <a:pPr marL="10319" algn="ctr">
                  <a:spcBef>
                    <a:spcPts val="341"/>
                  </a:spcBef>
                </a:pPr>
                <a:r>
                  <a:rPr lang="en-US" sz="1625" spc="-37" noProof="0" dirty="0">
                    <a:cs typeface="Segoe UI"/>
                  </a:rPr>
                  <a:t>environment</a:t>
                </a:r>
                <a:endParaRPr lang="en-US" sz="1625" noProof="0" dirty="0">
                  <a:cs typeface="Segoe UI"/>
                </a:endParaRPr>
              </a:p>
            </p:txBody>
          </p:sp>
        </p:grpSp>
        <p:sp>
          <p:nvSpPr>
            <p:cNvPr id="30" name="object 17">
              <a:extLst>
                <a:ext uri="{FF2B5EF4-FFF2-40B4-BE49-F238E27FC236}">
                  <a16:creationId xmlns:a16="http://schemas.microsoft.com/office/drawing/2014/main" id="{EBFF7A11-E19B-BCDA-18AC-05C62CAC2D43}"/>
                </a:ext>
              </a:extLst>
            </p:cNvPr>
            <p:cNvSpPr txBox="1"/>
            <p:nvPr/>
          </p:nvSpPr>
          <p:spPr>
            <a:xfrm>
              <a:off x="7755353" y="4251046"/>
              <a:ext cx="2154557" cy="328839"/>
            </a:xfrm>
            <a:prstGeom prst="rect">
              <a:avLst/>
            </a:prstGeom>
          </p:spPr>
          <p:txBody>
            <a:bodyPr vert="horz" wrap="square" lIns="0" tIns="10319" rIns="0" bIns="0" rtlCol="0">
              <a:spAutoFit/>
            </a:bodyPr>
            <a:lstStyle/>
            <a:p>
              <a:pPr marL="10319">
                <a:spcBef>
                  <a:spcPts val="81"/>
                </a:spcBef>
              </a:pPr>
              <a:r>
                <a:rPr lang="en-US" noProof="0" dirty="0">
                  <a:cs typeface="Segoe UI"/>
                </a:rPr>
                <a:t>Child – Different-</a:t>
              </a:r>
              <a:r>
                <a:rPr lang="en-US" noProof="0" dirty="0">
                  <a:solidFill>
                    <a:srgbClr val="FF0000"/>
                  </a:solidFill>
                  <a:cs typeface="Segoe UI"/>
                </a:rPr>
                <a:t>User</a:t>
              </a:r>
              <a:endParaRPr lang="en-US" sz="2000" noProof="0" dirty="0">
                <a:solidFill>
                  <a:srgbClr val="FF0000"/>
                </a:solidFill>
                <a:cs typeface="Segoe UI"/>
              </a:endParaRPr>
            </a:p>
          </p:txBody>
        </p:sp>
      </p:grpSp>
      <p:pic>
        <p:nvPicPr>
          <p:cNvPr id="34" name="Picture 33" descr="A cartoon penguin wearing a blue coat and gloves&#10;&#10;AI-generated content may be incorrect.">
            <a:extLst>
              <a:ext uri="{FF2B5EF4-FFF2-40B4-BE49-F238E27FC236}">
                <a16:creationId xmlns:a16="http://schemas.microsoft.com/office/drawing/2014/main" id="{D150254E-8B00-58E1-09E4-AEBF1C1C62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9769145" y="683238"/>
            <a:ext cx="1805346" cy="1914151"/>
          </a:xfrm>
          <a:prstGeom prst="rect">
            <a:avLst/>
          </a:prstGeom>
        </p:spPr>
      </p:pic>
    </p:spTree>
    <p:extLst>
      <p:ext uri="{BB962C8B-B14F-4D97-AF65-F5344CB8AC3E}">
        <p14:creationId xmlns:p14="http://schemas.microsoft.com/office/powerpoint/2010/main" val="8691642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E1C45B6-2BAF-ED2C-B7E6-E68DE3F50172}"/>
              </a:ext>
            </a:extLst>
          </p:cNvPr>
          <p:cNvSpPr>
            <a:spLocks noGrp="1"/>
          </p:cNvSpPr>
          <p:nvPr>
            <p:ph type="ctrTitle"/>
          </p:nvPr>
        </p:nvSpPr>
        <p:spPr/>
        <p:txBody>
          <a:bodyPr/>
          <a:lstStyle/>
          <a:p>
            <a:r>
              <a:rPr lang="en-US" noProof="0" dirty="0"/>
              <a:t>su (no hyphen)</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endParaRPr lang="en-US" noProof="0" dirty="0"/>
          </a:p>
          <a:p>
            <a:endParaRPr lang="en-US" noProof="0" dirty="0">
              <a:solidFill>
                <a:schemeClr val="tx1"/>
              </a:solidFill>
            </a:endParaRPr>
          </a:p>
          <a:p>
            <a:endParaRPr lang="en-US" noProof="0" dirty="0">
              <a:solidFill>
                <a:schemeClr val="tx1"/>
              </a:solidFill>
            </a:endParaRPr>
          </a:p>
          <a:p>
            <a:endParaRPr lang="en-US" noProof="0" dirty="0">
              <a:solidFill>
                <a:schemeClr val="tx1"/>
              </a:solidFill>
            </a:endParaRPr>
          </a:p>
          <a:p>
            <a:endParaRPr lang="en-US" noProof="0" dirty="0">
              <a:solidFill>
                <a:schemeClr val="tx1"/>
              </a:solidFill>
            </a:endParaRPr>
          </a:p>
          <a:p>
            <a:r>
              <a:rPr lang="en-US" noProof="0" dirty="0">
                <a:solidFill>
                  <a:schemeClr val="tx1"/>
                </a:solidFill>
              </a:rPr>
              <a:t>Original environment maintained</a:t>
            </a:r>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11</a:t>
            </a:fld>
            <a:endParaRPr lang="en-US" noProof="0" dirty="0"/>
          </a:p>
        </p:txBody>
      </p:sp>
      <p:sp>
        <p:nvSpPr>
          <p:cNvPr id="12" name="Rectangle 3">
            <a:extLst>
              <a:ext uri="{FF2B5EF4-FFF2-40B4-BE49-F238E27FC236}">
                <a16:creationId xmlns:a16="http://schemas.microsoft.com/office/drawing/2014/main" id="{8DCB9AC3-E617-28C1-2032-8E553C878F1F}"/>
              </a:ext>
            </a:extLst>
          </p:cNvPr>
          <p:cNvSpPr>
            <a:spLocks noChangeArrowheads="1"/>
          </p:cNvSpPr>
          <p:nvPr/>
        </p:nvSpPr>
        <p:spPr bwMode="auto">
          <a:xfrm>
            <a:off x="9147855" y="1734720"/>
            <a:ext cx="2500539" cy="232884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whoami</a:t>
            </a:r>
          </a:p>
          <a:p>
            <a:pPr marL="77391">
              <a:spcBef>
                <a:spcPts val="158"/>
              </a:spcBef>
            </a:pPr>
            <a:r>
              <a:rPr lang="en-US" sz="1400" spc="-16" noProof="0" dirty="0">
                <a:solidFill>
                  <a:schemeClr val="bg1"/>
                </a:solidFill>
                <a:latin typeface="Hack" panose="020B0609030202020204" pitchFamily="49" charset="0"/>
                <a:ea typeface="Hack" panose="020B0609030202020204" pitchFamily="49" charset="0"/>
                <a:cs typeface="Hack" panose="020B0609030202020204" pitchFamily="49" charset="0"/>
              </a:rPr>
              <a:t>qa</a:t>
            </a:r>
          </a:p>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pwd</a:t>
            </a:r>
          </a:p>
          <a:p>
            <a:pPr marL="77391">
              <a:spcBef>
                <a:spcPts val="158"/>
              </a:spcBef>
            </a:pPr>
            <a:r>
              <a:rPr lang="en-US" sz="1400" b="1" spc="-4" noProof="0" dirty="0">
                <a:solidFill>
                  <a:schemeClr val="bg2"/>
                </a:solidFill>
                <a:latin typeface="Hack" panose="020B0609030202020204" pitchFamily="49" charset="0"/>
                <a:ea typeface="Hack" panose="020B0609030202020204" pitchFamily="49" charset="0"/>
                <a:cs typeface="Hack" panose="020B0609030202020204" pitchFamily="49" charset="0"/>
              </a:rPr>
              <a:t>/home/qa</a:t>
            </a:r>
            <a:endParaRPr lang="en-US" sz="1400" noProof="0" dirty="0">
              <a:solidFill>
                <a:schemeClr val="bg2"/>
              </a:solidFill>
              <a:latin typeface="Hack" panose="020B0609030202020204" pitchFamily="49" charset="0"/>
              <a:ea typeface="Hack" panose="020B0609030202020204" pitchFamily="49" charset="0"/>
              <a:cs typeface="Hack" panose="020B0609030202020204" pitchFamily="49" charset="0"/>
            </a:endParaRPr>
          </a:p>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 ${PATH}</a:t>
            </a:r>
          </a:p>
          <a:p>
            <a:pPr marL="77391">
              <a:spcBef>
                <a:spcPts val="158"/>
              </a:spcBef>
            </a:pP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…qa’s path …</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su</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r>
              <a:rPr lang="en-US" sz="1400" spc="-4" noProof="0" dirty="0">
                <a:solidFill>
                  <a:srgbClr val="FFFF00"/>
                </a:solidFill>
                <a:latin typeface="Hack" panose="020B0609030202020204" pitchFamily="49" charset="0"/>
                <a:ea typeface="Hack" panose="020B0609030202020204" pitchFamily="49" charset="0"/>
                <a:cs typeface="Hack" panose="020B0609030202020204" pitchFamily="49" charset="0"/>
              </a:rPr>
              <a:t>Password:</a:t>
            </a:r>
            <a:endParaRPr lang="en-US" sz="1400" noProof="0" dirty="0">
              <a:solidFill>
                <a:srgbClr val="FFFF00"/>
              </a:solidFill>
              <a:latin typeface="Hack" panose="020B0609030202020204" pitchFamily="49" charset="0"/>
              <a:ea typeface="Hack" panose="020B0609030202020204" pitchFamily="49" charset="0"/>
              <a:cs typeface="Hack" panose="020B0609030202020204" pitchFamily="49" charset="0"/>
            </a:endParaRPr>
          </a:p>
        </p:txBody>
      </p:sp>
      <p:sp>
        <p:nvSpPr>
          <p:cNvPr id="6" name="Rectangle 3">
            <a:extLst>
              <a:ext uri="{FF2B5EF4-FFF2-40B4-BE49-F238E27FC236}">
                <a16:creationId xmlns:a16="http://schemas.microsoft.com/office/drawing/2014/main" id="{EE862010-B812-6EFA-C595-05E5F8CFDE02}"/>
              </a:ext>
            </a:extLst>
          </p:cNvPr>
          <p:cNvSpPr>
            <a:spLocks noChangeArrowheads="1"/>
          </p:cNvSpPr>
          <p:nvPr/>
        </p:nvSpPr>
        <p:spPr bwMode="auto">
          <a:xfrm>
            <a:off x="9147854" y="4182817"/>
            <a:ext cx="2500539" cy="1749197"/>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whoami</a:t>
            </a:r>
          </a:p>
          <a:p>
            <a:pPr marL="77391">
              <a:spcBef>
                <a:spcPts val="158"/>
              </a:spcBef>
            </a:pPr>
            <a:r>
              <a:rPr lang="en-US" sz="1400" spc="-16" noProof="0" dirty="0">
                <a:solidFill>
                  <a:schemeClr val="bg1"/>
                </a:solidFill>
                <a:latin typeface="Hack" panose="020B0609030202020204" pitchFamily="49" charset="0"/>
                <a:ea typeface="Hack" panose="020B0609030202020204" pitchFamily="49" charset="0"/>
                <a:cs typeface="Hack" panose="020B0609030202020204" pitchFamily="49" charset="0"/>
              </a:rPr>
              <a:t>root</a:t>
            </a:r>
          </a:p>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pwd</a:t>
            </a:r>
          </a:p>
          <a:p>
            <a:pPr marL="77391">
              <a:spcBef>
                <a:spcPts val="158"/>
              </a:spcBef>
            </a:pPr>
            <a:r>
              <a:rPr lang="en-US" sz="1400" b="1" spc="-4" noProof="0" dirty="0">
                <a:solidFill>
                  <a:schemeClr val="bg2"/>
                </a:solidFill>
                <a:latin typeface="Hack" panose="020B0609030202020204" pitchFamily="49" charset="0"/>
                <a:ea typeface="Hack" panose="020B0609030202020204" pitchFamily="49" charset="0"/>
                <a:cs typeface="Hack" panose="020B0609030202020204" pitchFamily="49" charset="0"/>
              </a:rPr>
              <a:t>/home/qa</a:t>
            </a:r>
            <a:endParaRPr lang="en-US" sz="1400" noProof="0" dirty="0">
              <a:solidFill>
                <a:schemeClr val="bg2"/>
              </a:solidFill>
              <a:latin typeface="Hack" panose="020B0609030202020204" pitchFamily="49" charset="0"/>
              <a:ea typeface="Hack" panose="020B0609030202020204" pitchFamily="49" charset="0"/>
              <a:cs typeface="Hack" panose="020B0609030202020204" pitchFamily="49" charset="0"/>
            </a:endParaRPr>
          </a:p>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 ${PATH}</a:t>
            </a:r>
          </a:p>
          <a:p>
            <a:pPr marL="77391">
              <a:spcBef>
                <a:spcPts val="158"/>
              </a:spcBef>
            </a:pP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…qa’s path …</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grpSp>
        <p:nvGrpSpPr>
          <p:cNvPr id="8" name="Group 7">
            <a:extLst>
              <a:ext uri="{FF2B5EF4-FFF2-40B4-BE49-F238E27FC236}">
                <a16:creationId xmlns:a16="http://schemas.microsoft.com/office/drawing/2014/main" id="{11A0165F-5FDA-E3EF-9690-0E24F7DFAF64}"/>
              </a:ext>
            </a:extLst>
          </p:cNvPr>
          <p:cNvGrpSpPr/>
          <p:nvPr/>
        </p:nvGrpSpPr>
        <p:grpSpPr>
          <a:xfrm>
            <a:off x="3619428" y="1842352"/>
            <a:ext cx="4454724" cy="3502905"/>
            <a:chOff x="4692393" y="835141"/>
            <a:chExt cx="4454724" cy="3502905"/>
          </a:xfrm>
        </p:grpSpPr>
        <p:sp>
          <p:nvSpPr>
            <p:cNvPr id="4" name="Cloud 3">
              <a:extLst>
                <a:ext uri="{FF2B5EF4-FFF2-40B4-BE49-F238E27FC236}">
                  <a16:creationId xmlns:a16="http://schemas.microsoft.com/office/drawing/2014/main" id="{513ABA01-7B11-FDC4-3747-2A6C5AF12D43}"/>
                </a:ext>
              </a:extLst>
            </p:cNvPr>
            <p:cNvSpPr/>
            <p:nvPr/>
          </p:nvSpPr>
          <p:spPr>
            <a:xfrm>
              <a:off x="6779101" y="3563341"/>
              <a:ext cx="2368016" cy="774705"/>
            </a:xfrm>
            <a:prstGeom prst="cloud">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none"/>
            </a:ln>
            <a:effectLst/>
          </p:spPr>
          <p:txBody>
            <a:bodyPr wrap="none" rtlCol="0" anchor="ctr"/>
            <a:lstStyle/>
            <a:p>
              <a:pPr indent="-95250" algn="ctr" fontAlgn="auto">
                <a:spcBef>
                  <a:spcPct val="20000"/>
                </a:spcBef>
                <a:spcAft>
                  <a:spcPts val="0"/>
                </a:spcAft>
                <a:buClr>
                  <a:srgbClr val="B8CCE4"/>
                </a:buClr>
              </a:pPr>
              <a:r>
                <a:rPr lang="en-US" sz="1600" noProof="0" dirty="0">
                  <a:solidFill>
                    <a:srgbClr val="000000"/>
                  </a:solidFill>
                  <a:latin typeface="Arial" pitchFamily="34" charset="0"/>
                  <a:cs typeface="Arial" pitchFamily="34" charset="0"/>
                </a:rPr>
                <a:t>Non-login </a:t>
              </a:r>
            </a:p>
            <a:p>
              <a:pPr indent="-95250" algn="ctr" fontAlgn="auto">
                <a:spcBef>
                  <a:spcPct val="20000"/>
                </a:spcBef>
                <a:spcAft>
                  <a:spcPts val="0"/>
                </a:spcAft>
                <a:buClr>
                  <a:srgbClr val="B8CCE4"/>
                </a:buClr>
              </a:pPr>
              <a:r>
                <a:rPr lang="en-US" sz="1600" noProof="0" dirty="0">
                  <a:solidFill>
                    <a:srgbClr val="000000"/>
                  </a:solidFill>
                  <a:latin typeface="Arial" pitchFamily="34" charset="0"/>
                  <a:cs typeface="Arial" pitchFamily="34" charset="0"/>
                </a:rPr>
                <a:t>Interactive bash</a:t>
              </a:r>
            </a:p>
          </p:txBody>
        </p:sp>
        <p:sp>
          <p:nvSpPr>
            <p:cNvPr id="7" name="Bent Arrow 68">
              <a:extLst>
                <a:ext uri="{FF2B5EF4-FFF2-40B4-BE49-F238E27FC236}">
                  <a16:creationId xmlns:a16="http://schemas.microsoft.com/office/drawing/2014/main" id="{DBB614D3-DA76-7F54-C6A7-EAEB78FB9C1B}"/>
                </a:ext>
              </a:extLst>
            </p:cNvPr>
            <p:cNvSpPr/>
            <p:nvPr/>
          </p:nvSpPr>
          <p:spPr>
            <a:xfrm rot="10800000" flipH="1">
              <a:off x="6368792" y="2725984"/>
              <a:ext cx="410309" cy="1282506"/>
            </a:xfrm>
            <a:prstGeom prst="bentArrow">
              <a:avLst/>
            </a:prstGeom>
            <a:solidFill>
              <a:schemeClr val="accent6">
                <a:lumMod val="20000"/>
                <a:lumOff val="80000"/>
              </a:schemeClr>
            </a:solidFill>
            <a:ln w="9525" algn="ctr">
              <a:solidFill>
                <a:srgbClr val="808080"/>
              </a:solidFill>
              <a:miter lim="800000"/>
              <a:headEnd/>
              <a:tailEnd type="triangle"/>
            </a:ln>
            <a:effectLst/>
          </p:spPr>
          <p:txBody>
            <a:bodyPr wrap="none" rtlCol="0" anchor="ctr"/>
            <a:lstStyle/>
            <a:p>
              <a:pPr algn="ctr" defTabSz="720725">
                <a:tabLst>
                  <a:tab pos="649288" algn="l"/>
                  <a:tab pos="7050088" algn="r"/>
                </a:tabLst>
              </a:pPr>
              <a:endParaRPr lang="en-US" sz="1600" noProof="0" dirty="0">
                <a:latin typeface="+mn-lt"/>
                <a:ea typeface="Verdana" pitchFamily="34" charset="0"/>
                <a:cs typeface="Verdana" pitchFamily="34" charset="0"/>
              </a:endParaRPr>
            </a:p>
          </p:txBody>
        </p:sp>
        <p:sp>
          <p:nvSpPr>
            <p:cNvPr id="14" name="Bent Arrow 68">
              <a:extLst>
                <a:ext uri="{FF2B5EF4-FFF2-40B4-BE49-F238E27FC236}">
                  <a16:creationId xmlns:a16="http://schemas.microsoft.com/office/drawing/2014/main" id="{0F91AF0E-2040-BC07-0A77-EA650ED1FFFE}"/>
                </a:ext>
              </a:extLst>
            </p:cNvPr>
            <p:cNvSpPr/>
            <p:nvPr/>
          </p:nvSpPr>
          <p:spPr>
            <a:xfrm rot="10800000" flipH="1">
              <a:off x="5463701" y="1427307"/>
              <a:ext cx="410309" cy="1282506"/>
            </a:xfrm>
            <a:prstGeom prst="bentArrow">
              <a:avLst/>
            </a:prstGeom>
            <a:solidFill>
              <a:schemeClr val="accent6">
                <a:lumMod val="20000"/>
                <a:lumOff val="80000"/>
              </a:schemeClr>
            </a:solidFill>
            <a:ln w="9525" algn="ctr">
              <a:solidFill>
                <a:srgbClr val="808080"/>
              </a:solidFill>
              <a:miter lim="800000"/>
              <a:headEnd/>
              <a:tailEnd type="triangle"/>
            </a:ln>
            <a:effectLst/>
          </p:spPr>
          <p:txBody>
            <a:bodyPr wrap="none" rtlCol="0" anchor="ctr"/>
            <a:lstStyle/>
            <a:p>
              <a:pPr algn="ctr" defTabSz="720725">
                <a:tabLst>
                  <a:tab pos="649288" algn="l"/>
                  <a:tab pos="7050088" algn="r"/>
                </a:tabLst>
              </a:pPr>
              <a:endParaRPr lang="en-US" sz="1600" noProof="0" dirty="0">
                <a:latin typeface="+mn-lt"/>
                <a:ea typeface="Verdana" pitchFamily="34" charset="0"/>
                <a:cs typeface="Verdana" pitchFamily="34" charset="0"/>
              </a:endParaRPr>
            </a:p>
          </p:txBody>
        </p:sp>
        <p:sp>
          <p:nvSpPr>
            <p:cNvPr id="10" name="Cloud 9">
              <a:extLst>
                <a:ext uri="{FF2B5EF4-FFF2-40B4-BE49-F238E27FC236}">
                  <a16:creationId xmlns:a16="http://schemas.microsoft.com/office/drawing/2014/main" id="{A7192A11-A03F-4335-3AAA-76BC553CA206}"/>
                </a:ext>
              </a:extLst>
            </p:cNvPr>
            <p:cNvSpPr/>
            <p:nvPr/>
          </p:nvSpPr>
          <p:spPr>
            <a:xfrm>
              <a:off x="5874010" y="2247106"/>
              <a:ext cx="1181099" cy="837357"/>
            </a:xfrm>
            <a:prstGeom prst="cloud">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none"/>
            </a:ln>
            <a:effectLst/>
          </p:spPr>
          <p:txBody>
            <a:bodyPr wrap="none" rtlCol="0" anchor="ctr"/>
            <a:lstStyle/>
            <a:p>
              <a:pPr indent="-95250" algn="ctr" fontAlgn="auto">
                <a:spcBef>
                  <a:spcPct val="20000"/>
                </a:spcBef>
                <a:spcAft>
                  <a:spcPts val="0"/>
                </a:spcAft>
                <a:buClr>
                  <a:srgbClr val="B8CCE4"/>
                </a:buClr>
              </a:pPr>
              <a:r>
                <a:rPr lang="en-US" sz="1600" noProof="0" dirty="0">
                  <a:solidFill>
                    <a:srgbClr val="000000"/>
                  </a:solidFill>
                  <a:latin typeface="Arial" pitchFamily="34" charset="0"/>
                  <a:cs typeface="Arial" pitchFamily="34" charset="0"/>
                </a:rPr>
                <a:t>su</a:t>
              </a:r>
              <a:endParaRPr lang="en-US" sz="1800" noProof="0" dirty="0">
                <a:solidFill>
                  <a:srgbClr val="000000"/>
                </a:solidFill>
                <a:latin typeface="Arial" pitchFamily="34" charset="0"/>
                <a:cs typeface="Arial" pitchFamily="34" charset="0"/>
              </a:endParaRPr>
            </a:p>
          </p:txBody>
        </p:sp>
        <p:sp>
          <p:nvSpPr>
            <p:cNvPr id="9" name="Cloud 8">
              <a:extLst>
                <a:ext uri="{FF2B5EF4-FFF2-40B4-BE49-F238E27FC236}">
                  <a16:creationId xmlns:a16="http://schemas.microsoft.com/office/drawing/2014/main" id="{8EF8CA18-C05D-3FA5-297B-7379DDECEAC2}"/>
                </a:ext>
              </a:extLst>
            </p:cNvPr>
            <p:cNvSpPr/>
            <p:nvPr/>
          </p:nvSpPr>
          <p:spPr>
            <a:xfrm>
              <a:off x="4692393" y="835141"/>
              <a:ext cx="1625599" cy="853843"/>
            </a:xfrm>
            <a:prstGeom prst="cloud">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none"/>
            </a:ln>
            <a:effectLst/>
          </p:spPr>
          <p:txBody>
            <a:bodyPr wrap="none" rtlCol="0" anchor="ctr"/>
            <a:lstStyle/>
            <a:p>
              <a:pPr indent="-95250" algn="ctr" fontAlgn="auto">
                <a:spcBef>
                  <a:spcPct val="20000"/>
                </a:spcBef>
                <a:spcAft>
                  <a:spcPts val="0"/>
                </a:spcAft>
                <a:buClr>
                  <a:srgbClr val="B8CCE4"/>
                </a:buClr>
              </a:pPr>
              <a:r>
                <a:rPr lang="en-US" sz="1600" noProof="0" dirty="0">
                  <a:solidFill>
                    <a:srgbClr val="000000"/>
                  </a:solidFill>
                  <a:latin typeface="Arial" pitchFamily="34" charset="0"/>
                  <a:cs typeface="Arial" pitchFamily="34" charset="0"/>
                </a:rPr>
                <a:t>bash</a:t>
              </a:r>
              <a:endParaRPr lang="en-US" sz="1800" noProof="0" dirty="0">
                <a:solidFill>
                  <a:srgbClr val="000000"/>
                </a:solidFill>
                <a:latin typeface="Arial" pitchFamily="34" charset="0"/>
                <a:cs typeface="Arial" pitchFamily="34" charset="0"/>
              </a:endParaRPr>
            </a:p>
          </p:txBody>
        </p:sp>
      </p:grpSp>
    </p:spTree>
    <p:extLst>
      <p:ext uri="{BB962C8B-B14F-4D97-AF65-F5344CB8AC3E}">
        <p14:creationId xmlns:p14="http://schemas.microsoft.com/office/powerpoint/2010/main" val="13896166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24B05-1622-BE96-2EF1-210ECAF8A4A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BAA9AFD-1794-C36A-6AC3-4FF81959AC1F}"/>
              </a:ext>
            </a:extLst>
          </p:cNvPr>
          <p:cNvSpPr>
            <a:spLocks noGrp="1"/>
          </p:cNvSpPr>
          <p:nvPr>
            <p:ph type="ctrTitle"/>
          </p:nvPr>
        </p:nvSpPr>
        <p:spPr/>
        <p:txBody>
          <a:bodyPr/>
          <a:lstStyle/>
          <a:p>
            <a:r>
              <a:rPr lang="en-US" noProof="0" dirty="0"/>
              <a:t>su -</a:t>
            </a:r>
          </a:p>
        </p:txBody>
      </p:sp>
      <p:sp>
        <p:nvSpPr>
          <p:cNvPr id="5" name="Text Placeholder 4">
            <a:extLst>
              <a:ext uri="{FF2B5EF4-FFF2-40B4-BE49-F238E27FC236}">
                <a16:creationId xmlns:a16="http://schemas.microsoft.com/office/drawing/2014/main" id="{F61DFFA8-093D-FD29-E364-FD67E34CD5B6}"/>
              </a:ext>
            </a:extLst>
          </p:cNvPr>
          <p:cNvSpPr>
            <a:spLocks noGrp="1"/>
          </p:cNvSpPr>
          <p:nvPr>
            <p:ph sz="quarter" idx="4"/>
          </p:nvPr>
        </p:nvSpPr>
        <p:spPr/>
        <p:txBody>
          <a:bodyPr/>
          <a:lstStyle/>
          <a:p>
            <a:endParaRPr lang="en-US" noProof="0" dirty="0"/>
          </a:p>
          <a:p>
            <a:endParaRPr lang="en-US" noProof="0" dirty="0">
              <a:solidFill>
                <a:schemeClr val="tx1"/>
              </a:solidFill>
            </a:endParaRPr>
          </a:p>
          <a:p>
            <a:endParaRPr lang="en-US" noProof="0" dirty="0">
              <a:solidFill>
                <a:schemeClr val="tx1"/>
              </a:solidFill>
            </a:endParaRPr>
          </a:p>
          <a:p>
            <a:endParaRPr lang="en-US" noProof="0" dirty="0">
              <a:solidFill>
                <a:schemeClr val="tx1"/>
              </a:solidFill>
            </a:endParaRPr>
          </a:p>
          <a:p>
            <a:endParaRPr lang="en-US" noProof="0" dirty="0">
              <a:solidFill>
                <a:schemeClr val="tx1"/>
              </a:solidFill>
            </a:endParaRPr>
          </a:p>
          <a:p>
            <a:r>
              <a:rPr lang="en-US" noProof="0" dirty="0">
                <a:solidFill>
                  <a:schemeClr val="tx1"/>
                </a:solidFill>
              </a:rPr>
              <a:t>Environment changes</a:t>
            </a:r>
          </a:p>
        </p:txBody>
      </p:sp>
      <p:sp>
        <p:nvSpPr>
          <p:cNvPr id="2" name="Slide Number Placeholder 1">
            <a:extLst>
              <a:ext uri="{FF2B5EF4-FFF2-40B4-BE49-F238E27FC236}">
                <a16:creationId xmlns:a16="http://schemas.microsoft.com/office/drawing/2014/main" id="{C70E9497-ADCA-C649-10D5-6CD2896089B2}"/>
              </a:ext>
            </a:extLst>
          </p:cNvPr>
          <p:cNvSpPr>
            <a:spLocks noGrp="1"/>
          </p:cNvSpPr>
          <p:nvPr>
            <p:ph type="sldNum" sz="quarter" idx="12"/>
          </p:nvPr>
        </p:nvSpPr>
        <p:spPr>
          <a:prstGeom prst="rect">
            <a:avLst/>
          </a:prstGeom>
        </p:spPr>
        <p:txBody>
          <a:bodyPr/>
          <a:lstStyle/>
          <a:p>
            <a:fld id="{EF892D59-8F09-EF4B-AD6D-DA609442F868}" type="slidenum">
              <a:rPr lang="en-US" noProof="0" smtClean="0"/>
              <a:pPr/>
              <a:t>12</a:t>
            </a:fld>
            <a:endParaRPr lang="en-US" noProof="0" dirty="0"/>
          </a:p>
        </p:txBody>
      </p:sp>
      <p:sp>
        <p:nvSpPr>
          <p:cNvPr id="12" name="Rectangle 3">
            <a:extLst>
              <a:ext uri="{FF2B5EF4-FFF2-40B4-BE49-F238E27FC236}">
                <a16:creationId xmlns:a16="http://schemas.microsoft.com/office/drawing/2014/main" id="{A99103DA-9CEF-D00A-69B8-62AF916E9F2E}"/>
              </a:ext>
            </a:extLst>
          </p:cNvPr>
          <p:cNvSpPr>
            <a:spLocks noChangeArrowheads="1"/>
          </p:cNvSpPr>
          <p:nvPr/>
        </p:nvSpPr>
        <p:spPr bwMode="auto">
          <a:xfrm>
            <a:off x="9147855" y="1740835"/>
            <a:ext cx="2500539" cy="232884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whoami</a:t>
            </a:r>
          </a:p>
          <a:p>
            <a:pPr marL="77391">
              <a:spcBef>
                <a:spcPts val="158"/>
              </a:spcBef>
            </a:pPr>
            <a:r>
              <a:rPr lang="en-US" sz="1400" spc="-16" noProof="0" dirty="0">
                <a:solidFill>
                  <a:schemeClr val="bg1"/>
                </a:solidFill>
                <a:latin typeface="Hack" panose="020B0609030202020204" pitchFamily="49" charset="0"/>
                <a:ea typeface="Hack" panose="020B0609030202020204" pitchFamily="49" charset="0"/>
                <a:cs typeface="Hack" panose="020B0609030202020204" pitchFamily="49" charset="0"/>
              </a:rPr>
              <a:t>qa</a:t>
            </a:r>
          </a:p>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pwd</a:t>
            </a:r>
          </a:p>
          <a:p>
            <a:pPr marL="77391">
              <a:spcBef>
                <a:spcPts val="158"/>
              </a:spcBef>
            </a:pPr>
            <a:r>
              <a:rPr lang="en-US" sz="1400" b="1" spc="-4" noProof="0" dirty="0">
                <a:solidFill>
                  <a:schemeClr val="bg2"/>
                </a:solidFill>
                <a:latin typeface="Hack" panose="020B0609030202020204" pitchFamily="49" charset="0"/>
                <a:ea typeface="Hack" panose="020B0609030202020204" pitchFamily="49" charset="0"/>
                <a:cs typeface="Hack" panose="020B0609030202020204" pitchFamily="49" charset="0"/>
              </a:rPr>
              <a:t>/home/qa</a:t>
            </a:r>
            <a:endParaRPr lang="en-US" sz="1400" noProof="0" dirty="0">
              <a:solidFill>
                <a:schemeClr val="bg2"/>
              </a:solidFill>
              <a:latin typeface="Hack" panose="020B0609030202020204" pitchFamily="49" charset="0"/>
              <a:ea typeface="Hack" panose="020B0609030202020204" pitchFamily="49" charset="0"/>
              <a:cs typeface="Hack" panose="020B0609030202020204" pitchFamily="49" charset="0"/>
            </a:endParaRPr>
          </a:p>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 ${PATH}</a:t>
            </a:r>
          </a:p>
          <a:p>
            <a:pPr marL="77391">
              <a:spcBef>
                <a:spcPts val="158"/>
              </a:spcBef>
            </a:pP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…qa’s path …</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su -</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r>
              <a:rPr lang="en-US" sz="1400" spc="-4" noProof="0" dirty="0">
                <a:solidFill>
                  <a:srgbClr val="FFFF00"/>
                </a:solidFill>
                <a:latin typeface="Hack" panose="020B0609030202020204" pitchFamily="49" charset="0"/>
                <a:ea typeface="Hack" panose="020B0609030202020204" pitchFamily="49" charset="0"/>
                <a:cs typeface="Hack" panose="020B0609030202020204" pitchFamily="49" charset="0"/>
              </a:rPr>
              <a:t>Password:</a:t>
            </a:r>
            <a:endParaRPr lang="en-US" sz="1400" noProof="0" dirty="0">
              <a:solidFill>
                <a:srgbClr val="FFFF00"/>
              </a:solidFill>
              <a:latin typeface="Hack" panose="020B0609030202020204" pitchFamily="49" charset="0"/>
              <a:ea typeface="Hack" panose="020B0609030202020204" pitchFamily="49" charset="0"/>
              <a:cs typeface="Hack" panose="020B0609030202020204" pitchFamily="49" charset="0"/>
            </a:endParaRPr>
          </a:p>
        </p:txBody>
      </p:sp>
      <p:sp>
        <p:nvSpPr>
          <p:cNvPr id="6" name="Rectangle 3">
            <a:extLst>
              <a:ext uri="{FF2B5EF4-FFF2-40B4-BE49-F238E27FC236}">
                <a16:creationId xmlns:a16="http://schemas.microsoft.com/office/drawing/2014/main" id="{F5F59F97-F4AE-E269-7EA9-5D550919E728}"/>
              </a:ext>
            </a:extLst>
          </p:cNvPr>
          <p:cNvSpPr>
            <a:spLocks noChangeArrowheads="1"/>
          </p:cNvSpPr>
          <p:nvPr/>
        </p:nvSpPr>
        <p:spPr bwMode="auto">
          <a:xfrm>
            <a:off x="9147854" y="4202062"/>
            <a:ext cx="2500539" cy="1749197"/>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whoami</a:t>
            </a:r>
          </a:p>
          <a:p>
            <a:pPr marL="77391">
              <a:spcBef>
                <a:spcPts val="158"/>
              </a:spcBef>
            </a:pPr>
            <a:r>
              <a:rPr lang="en-US" sz="1400" spc="-16" noProof="0" dirty="0">
                <a:solidFill>
                  <a:schemeClr val="bg1"/>
                </a:solidFill>
                <a:latin typeface="Hack" panose="020B0609030202020204" pitchFamily="49" charset="0"/>
                <a:ea typeface="Hack" panose="020B0609030202020204" pitchFamily="49" charset="0"/>
                <a:cs typeface="Hack" panose="020B0609030202020204" pitchFamily="49" charset="0"/>
              </a:rPr>
              <a:t>root</a:t>
            </a:r>
          </a:p>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pwd</a:t>
            </a:r>
          </a:p>
          <a:p>
            <a:pPr marL="77391">
              <a:spcBef>
                <a:spcPts val="158"/>
              </a:spcBef>
            </a:pPr>
            <a:r>
              <a:rPr lang="en-US" sz="1400" b="1" spc="-4" noProof="0" dirty="0">
                <a:solidFill>
                  <a:schemeClr val="bg2"/>
                </a:solidFill>
                <a:latin typeface="Hack" panose="020B0609030202020204" pitchFamily="49" charset="0"/>
                <a:ea typeface="Hack" panose="020B0609030202020204" pitchFamily="49" charset="0"/>
                <a:cs typeface="Hack" panose="020B0609030202020204" pitchFamily="49" charset="0"/>
              </a:rPr>
              <a:t>/root</a:t>
            </a:r>
            <a:endParaRPr lang="en-US" sz="1400" noProof="0" dirty="0">
              <a:solidFill>
                <a:schemeClr val="bg2"/>
              </a:solidFill>
              <a:latin typeface="Hack" panose="020B0609030202020204" pitchFamily="49" charset="0"/>
              <a:ea typeface="Hack" panose="020B0609030202020204" pitchFamily="49" charset="0"/>
              <a:cs typeface="Hack" panose="020B0609030202020204" pitchFamily="49" charset="0"/>
            </a:endParaRPr>
          </a:p>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 ${PATH}</a:t>
            </a:r>
          </a:p>
          <a:p>
            <a:pPr marL="77391">
              <a:spcBef>
                <a:spcPts val="158"/>
              </a:spcBef>
            </a:pP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…roots’s path …</a:t>
            </a:r>
          </a:p>
        </p:txBody>
      </p:sp>
      <p:grpSp>
        <p:nvGrpSpPr>
          <p:cNvPr id="8" name="Group 7">
            <a:extLst>
              <a:ext uri="{FF2B5EF4-FFF2-40B4-BE49-F238E27FC236}">
                <a16:creationId xmlns:a16="http://schemas.microsoft.com/office/drawing/2014/main" id="{CDBC9081-5908-CC5B-7D9C-A20DA4C715EC}"/>
              </a:ext>
            </a:extLst>
          </p:cNvPr>
          <p:cNvGrpSpPr/>
          <p:nvPr/>
        </p:nvGrpSpPr>
        <p:grpSpPr>
          <a:xfrm>
            <a:off x="3223188" y="1903312"/>
            <a:ext cx="4454724" cy="3502905"/>
            <a:chOff x="4692393" y="835141"/>
            <a:chExt cx="4454724" cy="3502905"/>
          </a:xfrm>
        </p:grpSpPr>
        <p:sp>
          <p:nvSpPr>
            <p:cNvPr id="4" name="Cloud 3">
              <a:extLst>
                <a:ext uri="{FF2B5EF4-FFF2-40B4-BE49-F238E27FC236}">
                  <a16:creationId xmlns:a16="http://schemas.microsoft.com/office/drawing/2014/main" id="{33D845A7-90CC-8830-833C-0E028C4AE861}"/>
                </a:ext>
              </a:extLst>
            </p:cNvPr>
            <p:cNvSpPr/>
            <p:nvPr/>
          </p:nvSpPr>
          <p:spPr>
            <a:xfrm>
              <a:off x="6779101" y="3563341"/>
              <a:ext cx="2368016" cy="774705"/>
            </a:xfrm>
            <a:prstGeom prst="cloud">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none"/>
            </a:ln>
            <a:effectLst/>
          </p:spPr>
          <p:txBody>
            <a:bodyPr wrap="none" rtlCol="0" anchor="ctr"/>
            <a:lstStyle/>
            <a:p>
              <a:pPr indent="-95250" algn="ctr" fontAlgn="auto">
                <a:spcBef>
                  <a:spcPct val="20000"/>
                </a:spcBef>
                <a:spcAft>
                  <a:spcPts val="0"/>
                </a:spcAft>
                <a:buClr>
                  <a:srgbClr val="B8CCE4"/>
                </a:buClr>
              </a:pPr>
              <a:r>
                <a:rPr lang="en-US" sz="1600" noProof="0" dirty="0">
                  <a:solidFill>
                    <a:srgbClr val="000000"/>
                  </a:solidFill>
                  <a:latin typeface="Arial" pitchFamily="34" charset="0"/>
                  <a:cs typeface="Arial" pitchFamily="34" charset="0"/>
                </a:rPr>
                <a:t>Non-login </a:t>
              </a:r>
            </a:p>
            <a:p>
              <a:pPr indent="-95250" algn="ctr" fontAlgn="auto">
                <a:spcBef>
                  <a:spcPct val="20000"/>
                </a:spcBef>
                <a:spcAft>
                  <a:spcPts val="0"/>
                </a:spcAft>
                <a:buClr>
                  <a:srgbClr val="B8CCE4"/>
                </a:buClr>
              </a:pPr>
              <a:r>
                <a:rPr lang="en-US" sz="1600" noProof="0" dirty="0">
                  <a:solidFill>
                    <a:srgbClr val="000000"/>
                  </a:solidFill>
                  <a:latin typeface="Arial" pitchFamily="34" charset="0"/>
                  <a:cs typeface="Arial" pitchFamily="34" charset="0"/>
                </a:rPr>
                <a:t>Interactive bash</a:t>
              </a:r>
            </a:p>
          </p:txBody>
        </p:sp>
        <p:sp>
          <p:nvSpPr>
            <p:cNvPr id="7" name="Bent Arrow 68">
              <a:extLst>
                <a:ext uri="{FF2B5EF4-FFF2-40B4-BE49-F238E27FC236}">
                  <a16:creationId xmlns:a16="http://schemas.microsoft.com/office/drawing/2014/main" id="{22776CC3-E0BA-CD4D-93E9-BA73694D0D41}"/>
                </a:ext>
              </a:extLst>
            </p:cNvPr>
            <p:cNvSpPr/>
            <p:nvPr/>
          </p:nvSpPr>
          <p:spPr>
            <a:xfrm rot="10800000" flipH="1">
              <a:off x="6368792" y="2725984"/>
              <a:ext cx="410309" cy="1282506"/>
            </a:xfrm>
            <a:prstGeom prst="bentArrow">
              <a:avLst/>
            </a:prstGeom>
            <a:solidFill>
              <a:schemeClr val="accent6">
                <a:lumMod val="20000"/>
                <a:lumOff val="80000"/>
              </a:schemeClr>
            </a:solidFill>
            <a:ln w="9525" algn="ctr">
              <a:solidFill>
                <a:srgbClr val="808080"/>
              </a:solidFill>
              <a:miter lim="800000"/>
              <a:headEnd/>
              <a:tailEnd type="triangle"/>
            </a:ln>
            <a:effectLst/>
          </p:spPr>
          <p:txBody>
            <a:bodyPr wrap="none" rtlCol="0" anchor="ctr"/>
            <a:lstStyle/>
            <a:p>
              <a:pPr algn="ctr" defTabSz="720725">
                <a:tabLst>
                  <a:tab pos="649288" algn="l"/>
                  <a:tab pos="7050088" algn="r"/>
                </a:tabLst>
              </a:pPr>
              <a:endParaRPr lang="en-US" sz="1600" noProof="0" dirty="0">
                <a:latin typeface="+mn-lt"/>
                <a:ea typeface="Verdana" pitchFamily="34" charset="0"/>
                <a:cs typeface="Verdana" pitchFamily="34" charset="0"/>
              </a:endParaRPr>
            </a:p>
          </p:txBody>
        </p:sp>
        <p:sp>
          <p:nvSpPr>
            <p:cNvPr id="14" name="Bent Arrow 68">
              <a:extLst>
                <a:ext uri="{FF2B5EF4-FFF2-40B4-BE49-F238E27FC236}">
                  <a16:creationId xmlns:a16="http://schemas.microsoft.com/office/drawing/2014/main" id="{151683D4-7313-94C0-C69F-833F5D44B3A4}"/>
                </a:ext>
              </a:extLst>
            </p:cNvPr>
            <p:cNvSpPr/>
            <p:nvPr/>
          </p:nvSpPr>
          <p:spPr>
            <a:xfrm rot="10800000" flipH="1">
              <a:off x="5463701" y="1427307"/>
              <a:ext cx="410309" cy="1282506"/>
            </a:xfrm>
            <a:prstGeom prst="bentArrow">
              <a:avLst/>
            </a:prstGeom>
            <a:solidFill>
              <a:schemeClr val="accent6">
                <a:lumMod val="20000"/>
                <a:lumOff val="80000"/>
              </a:schemeClr>
            </a:solidFill>
            <a:ln w="9525" algn="ctr">
              <a:solidFill>
                <a:srgbClr val="808080"/>
              </a:solidFill>
              <a:miter lim="800000"/>
              <a:headEnd/>
              <a:tailEnd type="triangle"/>
            </a:ln>
            <a:effectLst/>
          </p:spPr>
          <p:txBody>
            <a:bodyPr wrap="none" rtlCol="0" anchor="ctr"/>
            <a:lstStyle/>
            <a:p>
              <a:pPr algn="ctr" defTabSz="720725">
                <a:tabLst>
                  <a:tab pos="649288" algn="l"/>
                  <a:tab pos="7050088" algn="r"/>
                </a:tabLst>
              </a:pPr>
              <a:endParaRPr lang="en-US" sz="1600" noProof="0" dirty="0">
                <a:latin typeface="+mn-lt"/>
                <a:ea typeface="Verdana" pitchFamily="34" charset="0"/>
                <a:cs typeface="Verdana" pitchFamily="34" charset="0"/>
              </a:endParaRPr>
            </a:p>
          </p:txBody>
        </p:sp>
        <p:sp>
          <p:nvSpPr>
            <p:cNvPr id="10" name="Cloud 9">
              <a:extLst>
                <a:ext uri="{FF2B5EF4-FFF2-40B4-BE49-F238E27FC236}">
                  <a16:creationId xmlns:a16="http://schemas.microsoft.com/office/drawing/2014/main" id="{CBF2EE22-CDB4-D10D-1893-10C6EC3DB6E4}"/>
                </a:ext>
              </a:extLst>
            </p:cNvPr>
            <p:cNvSpPr/>
            <p:nvPr/>
          </p:nvSpPr>
          <p:spPr>
            <a:xfrm>
              <a:off x="5874010" y="2247106"/>
              <a:ext cx="1181099" cy="837357"/>
            </a:xfrm>
            <a:prstGeom prst="cloud">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none"/>
            </a:ln>
            <a:effectLst/>
          </p:spPr>
          <p:txBody>
            <a:bodyPr wrap="none" rtlCol="0" anchor="ctr"/>
            <a:lstStyle/>
            <a:p>
              <a:pPr indent="-95250" algn="ctr" fontAlgn="auto">
                <a:spcBef>
                  <a:spcPct val="20000"/>
                </a:spcBef>
                <a:spcAft>
                  <a:spcPts val="0"/>
                </a:spcAft>
                <a:buClr>
                  <a:srgbClr val="B8CCE4"/>
                </a:buClr>
              </a:pPr>
              <a:r>
                <a:rPr lang="en-US" sz="1600" noProof="0" dirty="0">
                  <a:solidFill>
                    <a:srgbClr val="000000"/>
                  </a:solidFill>
                  <a:latin typeface="Arial" pitchFamily="34" charset="0"/>
                  <a:cs typeface="Arial" pitchFamily="34" charset="0"/>
                </a:rPr>
                <a:t>su -</a:t>
              </a:r>
              <a:endParaRPr lang="en-US" sz="1800" noProof="0" dirty="0">
                <a:solidFill>
                  <a:srgbClr val="000000"/>
                </a:solidFill>
                <a:latin typeface="Arial" pitchFamily="34" charset="0"/>
                <a:cs typeface="Arial" pitchFamily="34" charset="0"/>
              </a:endParaRPr>
            </a:p>
          </p:txBody>
        </p:sp>
        <p:sp>
          <p:nvSpPr>
            <p:cNvPr id="9" name="Cloud 8">
              <a:extLst>
                <a:ext uri="{FF2B5EF4-FFF2-40B4-BE49-F238E27FC236}">
                  <a16:creationId xmlns:a16="http://schemas.microsoft.com/office/drawing/2014/main" id="{07F943BE-DC52-0182-AA92-2B6848565515}"/>
                </a:ext>
              </a:extLst>
            </p:cNvPr>
            <p:cNvSpPr/>
            <p:nvPr/>
          </p:nvSpPr>
          <p:spPr>
            <a:xfrm>
              <a:off x="4692393" y="835141"/>
              <a:ext cx="1625599" cy="853843"/>
            </a:xfrm>
            <a:prstGeom prst="cloud">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none"/>
            </a:ln>
            <a:effectLst/>
          </p:spPr>
          <p:txBody>
            <a:bodyPr wrap="none" rtlCol="0" anchor="ctr"/>
            <a:lstStyle/>
            <a:p>
              <a:pPr indent="-95250" algn="ctr" fontAlgn="auto">
                <a:spcBef>
                  <a:spcPct val="20000"/>
                </a:spcBef>
                <a:spcAft>
                  <a:spcPts val="0"/>
                </a:spcAft>
                <a:buClr>
                  <a:srgbClr val="B8CCE4"/>
                </a:buClr>
              </a:pPr>
              <a:r>
                <a:rPr lang="en-US" sz="1600" noProof="0" dirty="0">
                  <a:solidFill>
                    <a:srgbClr val="000000"/>
                  </a:solidFill>
                  <a:latin typeface="Arial" pitchFamily="34" charset="0"/>
                  <a:cs typeface="Arial" pitchFamily="34" charset="0"/>
                </a:rPr>
                <a:t>bash</a:t>
              </a:r>
              <a:endParaRPr lang="en-US" sz="1800" noProof="0" dirty="0">
                <a:solidFill>
                  <a:srgbClr val="000000"/>
                </a:solidFill>
                <a:latin typeface="Arial" pitchFamily="34" charset="0"/>
                <a:cs typeface="Arial" pitchFamily="34" charset="0"/>
              </a:endParaRPr>
            </a:p>
          </p:txBody>
        </p:sp>
      </p:grpSp>
    </p:spTree>
    <p:extLst>
      <p:ext uri="{BB962C8B-B14F-4D97-AF65-F5344CB8AC3E}">
        <p14:creationId xmlns:p14="http://schemas.microsoft.com/office/powerpoint/2010/main" val="17544162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BFD1FE-F15E-9CC7-4C18-9E51794403E4}"/>
              </a:ext>
            </a:extLst>
          </p:cNvPr>
          <p:cNvSpPr>
            <a:spLocks noGrp="1"/>
          </p:cNvSpPr>
          <p:nvPr>
            <p:ph type="ctrTitle"/>
          </p:nvPr>
        </p:nvSpPr>
        <p:spPr/>
        <p:txBody>
          <a:bodyPr/>
          <a:lstStyle/>
          <a:p>
            <a:pPr marL="228600" marR="0" lvl="0" indent="-228600" defTabSz="914400" rtl="0" eaLnBrk="1" fontAlgn="auto" latinLnBrk="0" hangingPunct="1">
              <a:lnSpc>
                <a:spcPct val="90000"/>
              </a:lnSpc>
              <a:spcBef>
                <a:spcPts val="1000"/>
              </a:spcBef>
              <a:spcAft>
                <a:spcPts val="0"/>
              </a:spcAft>
              <a:tabLst/>
              <a:defRPr/>
            </a:pPr>
            <a:r>
              <a:rPr kumimoji="0" lang="en-US" i="0" u="none" strike="noStrike" kern="1200" cap="none" spc="0" normalizeH="0" baseline="0" noProof="0" dirty="0">
                <a:ln>
                  <a:noFill/>
                </a:ln>
                <a:solidFill>
                  <a:srgbClr val="0D0D0D"/>
                </a:solidFill>
                <a:effectLst/>
                <a:uLnTx/>
                <a:uFillTx/>
                <a:ea typeface="+mn-ea"/>
                <a:cs typeface="+mn-cs"/>
              </a:rPr>
              <a:t>Running commands via su</a:t>
            </a:r>
            <a:endParaRPr lang="en-US"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su</a:t>
            </a:r>
            <a:r>
              <a:rPr lang="en-US" sz="1800" spc="-4" noProof="0" dirty="0">
                <a:solidFill>
                  <a:srgbClr val="2D2C2C"/>
                </a:solidFill>
                <a:latin typeface="Montserrat" panose="00000500000000000000" pitchFamily="2" charset="0"/>
                <a:cs typeface="Segoe UI"/>
              </a:rPr>
              <a:t> </a:t>
            </a:r>
            <a:r>
              <a:rPr lang="en-US" sz="1800" spc="-8" noProof="0" dirty="0">
                <a:solidFill>
                  <a:srgbClr val="2D2C2C"/>
                </a:solidFill>
                <a:cs typeface="Segoe UI"/>
              </a:rPr>
              <a:t>can</a:t>
            </a:r>
            <a:r>
              <a:rPr lang="en-US" sz="1800" spc="20" noProof="0" dirty="0">
                <a:solidFill>
                  <a:srgbClr val="2D2C2C"/>
                </a:solidFill>
                <a:cs typeface="Segoe UI"/>
              </a:rPr>
              <a:t> </a:t>
            </a:r>
            <a:r>
              <a:rPr lang="en-US" sz="1800" spc="-4" noProof="0" dirty="0">
                <a:solidFill>
                  <a:srgbClr val="2D2C2C"/>
                </a:solidFill>
                <a:cs typeface="Segoe UI"/>
              </a:rPr>
              <a:t>be</a:t>
            </a:r>
            <a:r>
              <a:rPr lang="en-US" sz="1800" spc="20" noProof="0" dirty="0">
                <a:solidFill>
                  <a:srgbClr val="2D2C2C"/>
                </a:solidFill>
                <a:cs typeface="Segoe UI"/>
              </a:rPr>
              <a:t> </a:t>
            </a:r>
            <a:r>
              <a:rPr lang="en-US" sz="1800" spc="-8" noProof="0" dirty="0">
                <a:solidFill>
                  <a:srgbClr val="2D2C2C"/>
                </a:solidFill>
                <a:cs typeface="Segoe UI"/>
              </a:rPr>
              <a:t>used</a:t>
            </a:r>
            <a:r>
              <a:rPr lang="en-US" sz="1800" spc="28" noProof="0" dirty="0">
                <a:solidFill>
                  <a:srgbClr val="2D2C2C"/>
                </a:solidFill>
                <a:cs typeface="Segoe UI"/>
              </a:rPr>
              <a:t> </a:t>
            </a:r>
            <a:r>
              <a:rPr lang="en-US" sz="1800" spc="-16" noProof="0" dirty="0">
                <a:solidFill>
                  <a:srgbClr val="2D2C2C"/>
                </a:solidFill>
                <a:cs typeface="Segoe UI"/>
              </a:rPr>
              <a:t>to</a:t>
            </a:r>
            <a:r>
              <a:rPr lang="en-US" sz="1800" spc="8" noProof="0" dirty="0">
                <a:solidFill>
                  <a:srgbClr val="2D2C2C"/>
                </a:solidFill>
                <a:cs typeface="Segoe UI"/>
              </a:rPr>
              <a:t> </a:t>
            </a:r>
            <a:r>
              <a:rPr lang="en-US" sz="1800" spc="-4" noProof="0" dirty="0">
                <a:solidFill>
                  <a:srgbClr val="2D2C2C"/>
                </a:solidFill>
                <a:cs typeface="Segoe UI"/>
              </a:rPr>
              <a:t>run</a:t>
            </a:r>
            <a:r>
              <a:rPr lang="en-US" sz="1800" spc="28" noProof="0" dirty="0">
                <a:solidFill>
                  <a:srgbClr val="2D2C2C"/>
                </a:solidFill>
                <a:cs typeface="Segoe UI"/>
              </a:rPr>
              <a:t> </a:t>
            </a:r>
            <a:r>
              <a:rPr lang="en-US" sz="1800" spc="-4" noProof="0" dirty="0">
                <a:solidFill>
                  <a:srgbClr val="2D2C2C"/>
                </a:solidFill>
                <a:cs typeface="Segoe UI"/>
              </a:rPr>
              <a:t>a</a:t>
            </a:r>
            <a:r>
              <a:rPr lang="en-US" sz="1800" noProof="0" dirty="0">
                <a:solidFill>
                  <a:srgbClr val="2D2C2C"/>
                </a:solidFill>
                <a:cs typeface="Segoe UI"/>
              </a:rPr>
              <a:t> </a:t>
            </a:r>
            <a:r>
              <a:rPr lang="en-US" sz="1800" spc="-12" noProof="0" dirty="0">
                <a:solidFill>
                  <a:srgbClr val="2D2C2C"/>
                </a:solidFill>
                <a:cs typeface="Segoe UI"/>
              </a:rPr>
              <a:t>command</a:t>
            </a:r>
            <a:r>
              <a:rPr lang="en-US" sz="1800" spc="61" noProof="0" dirty="0">
                <a:solidFill>
                  <a:srgbClr val="2D2C2C"/>
                </a:solidFill>
                <a:cs typeface="Segoe UI"/>
              </a:rPr>
              <a:t> </a:t>
            </a:r>
            <a:r>
              <a:rPr lang="en-US" sz="1800" spc="-4" noProof="0" dirty="0">
                <a:solidFill>
                  <a:srgbClr val="2D2C2C"/>
                </a:solidFill>
                <a:cs typeface="Segoe UI"/>
              </a:rPr>
              <a:t>as</a:t>
            </a:r>
            <a:r>
              <a:rPr lang="en-US" sz="1800" spc="16" noProof="0" dirty="0">
                <a:solidFill>
                  <a:srgbClr val="2D2C2C"/>
                </a:solidFill>
                <a:cs typeface="Segoe UI"/>
              </a:rPr>
              <a:t> </a:t>
            </a:r>
            <a:r>
              <a:rPr lang="en-US" sz="1800" spc="-8" noProof="0" dirty="0">
                <a:solidFill>
                  <a:srgbClr val="2D2C2C"/>
                </a:solidFill>
                <a:cs typeface="Segoe UI"/>
              </a:rPr>
              <a:t>another</a:t>
            </a:r>
            <a:r>
              <a:rPr lang="en-US" sz="1800" spc="28" noProof="0" dirty="0">
                <a:solidFill>
                  <a:srgbClr val="2D2C2C"/>
                </a:solidFill>
                <a:cs typeface="Segoe UI"/>
              </a:rPr>
              <a:t> </a:t>
            </a:r>
            <a:r>
              <a:rPr lang="en-US" sz="1800" spc="-8" noProof="0" dirty="0">
                <a:solidFill>
                  <a:srgbClr val="2D2C2C"/>
                </a:solidFill>
                <a:cs typeface="Segoe UI"/>
              </a:rPr>
              <a:t>user.</a:t>
            </a:r>
            <a:endParaRPr lang="en-US" sz="1800" noProof="0" dirty="0">
              <a:cs typeface="Segoe UI"/>
            </a:endParaRPr>
          </a:p>
          <a:p>
            <a:pPr marL="469953" lvl="1" indent="-280154">
              <a:spcBef>
                <a:spcPts val="569"/>
              </a:spcBef>
              <a:buClr>
                <a:srgbClr val="000000"/>
              </a:buClr>
              <a:buFont typeface="Arial"/>
              <a:buChar char="•"/>
              <a:tabLst>
                <a:tab pos="289957" algn="l"/>
                <a:tab pos="290473" algn="l"/>
              </a:tabLst>
            </a:pPr>
            <a:r>
              <a:rPr lang="en-US" sz="1800" spc="-4" noProof="0" dirty="0">
                <a:solidFill>
                  <a:srgbClr val="2D2C2C"/>
                </a:solidFill>
                <a:cs typeface="Segoe UI"/>
              </a:rPr>
              <a:t>Use</a:t>
            </a:r>
            <a:r>
              <a:rPr lang="en-US" sz="1800" spc="-12" noProof="0" dirty="0">
                <a:solidFill>
                  <a:srgbClr val="2D2C2C"/>
                </a:solidFill>
                <a:cs typeface="Segoe UI"/>
              </a:rPr>
              <a:t> </a:t>
            </a:r>
            <a:r>
              <a:rPr lang="en-US" sz="1800" spc="-4" noProof="0" dirty="0">
                <a:solidFill>
                  <a:srgbClr val="2D2C2C"/>
                </a:solidFill>
                <a:cs typeface="Segoe UI"/>
              </a:rPr>
              <a:t>the</a:t>
            </a:r>
            <a:r>
              <a:rPr lang="en-US" sz="1800" spc="33" noProof="0" dirty="0">
                <a:solidFill>
                  <a:srgbClr val="2D2C2C"/>
                </a:solidFill>
                <a:cs typeface="Segoe UI"/>
              </a:rPr>
              <a:t> </a:t>
            </a:r>
            <a:r>
              <a:rPr lang="en-US" sz="1800" b="1" noProof="0" dirty="0">
                <a:solidFill>
                  <a:srgbClr val="0000C7"/>
                </a:solidFill>
                <a:latin typeface="Hack" panose="020B0609030202020204" pitchFamily="49" charset="0"/>
                <a:ea typeface="Hack" panose="020B0609030202020204" pitchFamily="49" charset="0"/>
                <a:cs typeface="Hack" panose="020B0609030202020204" pitchFamily="49" charset="0"/>
              </a:rPr>
              <a:t>-c</a:t>
            </a:r>
            <a:r>
              <a:rPr lang="en-US" sz="1800" b="1" spc="-16"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spc="-4" noProof="0" dirty="0">
                <a:solidFill>
                  <a:srgbClr val="2D2C2C"/>
                </a:solidFill>
                <a:cs typeface="Segoe UI"/>
              </a:rPr>
              <a:t>option</a:t>
            </a:r>
            <a:r>
              <a:rPr lang="en-US" sz="1800" spc="20" noProof="0" dirty="0">
                <a:solidFill>
                  <a:srgbClr val="2D2C2C"/>
                </a:solidFill>
                <a:cs typeface="Segoe UI"/>
              </a:rPr>
              <a:t> </a:t>
            </a:r>
            <a:r>
              <a:rPr lang="en-US" sz="1800" spc="-16" noProof="0" dirty="0">
                <a:solidFill>
                  <a:srgbClr val="2D2C2C"/>
                </a:solidFill>
                <a:cs typeface="Segoe UI"/>
              </a:rPr>
              <a:t>to</a:t>
            </a:r>
            <a:r>
              <a:rPr lang="en-US" sz="1800" spc="8" noProof="0" dirty="0">
                <a:solidFill>
                  <a:srgbClr val="2D2C2C"/>
                </a:solidFill>
                <a:cs typeface="Segoe UI"/>
              </a:rPr>
              <a:t> </a:t>
            </a:r>
            <a:r>
              <a:rPr lang="en-US" sz="1800" spc="-8" noProof="0" dirty="0">
                <a:solidFill>
                  <a:srgbClr val="2D2C2C"/>
                </a:solidFill>
                <a:cs typeface="Segoe UI"/>
              </a:rPr>
              <a:t>specify</a:t>
            </a:r>
            <a:r>
              <a:rPr lang="en-US" sz="1800" spc="57" noProof="0" dirty="0">
                <a:solidFill>
                  <a:srgbClr val="2D2C2C"/>
                </a:solidFill>
                <a:cs typeface="Segoe UI"/>
              </a:rPr>
              <a:t> </a:t>
            </a:r>
            <a:r>
              <a:rPr lang="en-US" sz="1800" spc="-4" noProof="0" dirty="0">
                <a:solidFill>
                  <a:srgbClr val="2D2C2C"/>
                </a:solidFill>
                <a:cs typeface="Segoe UI"/>
              </a:rPr>
              <a:t>a </a:t>
            </a:r>
            <a:r>
              <a:rPr lang="en-US" sz="1800" spc="-8" noProof="0" dirty="0">
                <a:solidFill>
                  <a:srgbClr val="2D2C2C"/>
                </a:solidFill>
                <a:cs typeface="Segoe UI"/>
              </a:rPr>
              <a:t>command</a:t>
            </a:r>
            <a:r>
              <a:rPr lang="en-US" sz="1800" spc="37" noProof="0" dirty="0">
                <a:solidFill>
                  <a:srgbClr val="2D2C2C"/>
                </a:solidFill>
                <a:cs typeface="Segoe UI"/>
              </a:rPr>
              <a:t> </a:t>
            </a:r>
            <a:r>
              <a:rPr lang="en-US" sz="1800" spc="-8" noProof="0" dirty="0">
                <a:solidFill>
                  <a:srgbClr val="2D2C2C"/>
                </a:solidFill>
                <a:cs typeface="Segoe UI"/>
              </a:rPr>
              <a:t>string.</a:t>
            </a:r>
            <a:endParaRPr lang="en-US" sz="1800" noProof="0" dirty="0">
              <a:cs typeface="Segoe UI"/>
            </a:endParaRPr>
          </a:p>
          <a:p>
            <a:pPr marL="469953" lvl="1" indent="-280154">
              <a:spcBef>
                <a:spcPts val="569"/>
              </a:spcBef>
              <a:buClr>
                <a:srgbClr val="000000"/>
              </a:buClr>
              <a:buFont typeface="Arial"/>
              <a:buChar char="•"/>
              <a:tabLst>
                <a:tab pos="289957" algn="l"/>
                <a:tab pos="290473" algn="l"/>
              </a:tabLst>
            </a:pPr>
            <a:r>
              <a:rPr lang="en-US" sz="1800" spc="-8" noProof="0" dirty="0">
                <a:solidFill>
                  <a:srgbClr val="2D2C2C"/>
                </a:solidFill>
                <a:cs typeface="Segoe UI"/>
              </a:rPr>
              <a:t>Useful</a:t>
            </a:r>
            <a:r>
              <a:rPr lang="en-US" sz="1800" spc="16" noProof="0" dirty="0">
                <a:solidFill>
                  <a:srgbClr val="2D2C2C"/>
                </a:solidFill>
                <a:cs typeface="Segoe UI"/>
              </a:rPr>
              <a:t> </a:t>
            </a:r>
            <a:r>
              <a:rPr lang="en-US" sz="1800" spc="-4" noProof="0" dirty="0">
                <a:solidFill>
                  <a:srgbClr val="2D2C2C"/>
                </a:solidFill>
                <a:cs typeface="Segoe UI"/>
              </a:rPr>
              <a:t>for</a:t>
            </a:r>
            <a:r>
              <a:rPr lang="en-US" sz="1800" noProof="0" dirty="0">
                <a:solidFill>
                  <a:srgbClr val="2D2C2C"/>
                </a:solidFill>
                <a:cs typeface="Segoe UI"/>
              </a:rPr>
              <a:t> </a:t>
            </a:r>
            <a:r>
              <a:rPr lang="en-US" sz="1800" spc="-8" noProof="0" dirty="0">
                <a:solidFill>
                  <a:srgbClr val="2D2C2C"/>
                </a:solidFill>
                <a:cs typeface="Segoe UI"/>
              </a:rPr>
              <a:t>including</a:t>
            </a:r>
            <a:r>
              <a:rPr lang="en-US" sz="1800" spc="57" noProof="0" dirty="0">
                <a:solidFill>
                  <a:srgbClr val="2D2C2C"/>
                </a:solidFill>
                <a:cs typeface="Segoe UI"/>
              </a:rPr>
              <a:t> </a:t>
            </a:r>
            <a:r>
              <a:rPr lang="en-US" sz="1800" spc="-8" noProof="0" dirty="0">
                <a:solidFill>
                  <a:srgbClr val="2D2C2C"/>
                </a:solidFill>
                <a:cs typeface="Segoe UI"/>
              </a:rPr>
              <a:t>in shell</a:t>
            </a:r>
            <a:r>
              <a:rPr lang="en-US" sz="1800" spc="33" noProof="0" dirty="0">
                <a:solidFill>
                  <a:srgbClr val="2D2C2C"/>
                </a:solidFill>
                <a:cs typeface="Segoe UI"/>
              </a:rPr>
              <a:t> </a:t>
            </a:r>
            <a:r>
              <a:rPr lang="en-US" sz="1800" spc="-8" noProof="0" dirty="0">
                <a:solidFill>
                  <a:srgbClr val="2D2C2C"/>
                </a:solidFill>
                <a:cs typeface="Segoe UI"/>
              </a:rPr>
              <a:t>scripts.</a:t>
            </a:r>
            <a:endParaRPr lang="en-US" sz="1800" noProof="0" dirty="0">
              <a:cs typeface="Segoe UI"/>
            </a:endParaRPr>
          </a:p>
          <a:p>
            <a:pPr marL="289957" indent="-280154">
              <a:spcBef>
                <a:spcPts val="569"/>
              </a:spcBef>
              <a:buClr>
                <a:srgbClr val="000000"/>
              </a:buClr>
              <a:buFont typeface="Arial"/>
              <a:buChar char="•"/>
              <a:tabLst>
                <a:tab pos="289957" algn="l"/>
                <a:tab pos="290473" algn="l"/>
              </a:tabLst>
            </a:pPr>
            <a:r>
              <a:rPr lang="en-US" sz="1800" spc="-20" noProof="0" dirty="0">
                <a:solidFill>
                  <a:srgbClr val="2D2C2C"/>
                </a:solidFill>
                <a:cs typeface="Segoe UI"/>
              </a:rPr>
              <a:t>Typically</a:t>
            </a:r>
            <a:r>
              <a:rPr lang="en-US" sz="1800" spc="28" noProof="0" dirty="0">
                <a:solidFill>
                  <a:srgbClr val="2D2C2C"/>
                </a:solidFill>
                <a:cs typeface="Segoe UI"/>
              </a:rPr>
              <a:t> </a:t>
            </a:r>
            <a:r>
              <a:rPr lang="en-US" sz="1800" spc="-8" noProof="0" dirty="0">
                <a:solidFill>
                  <a:srgbClr val="2D2C2C"/>
                </a:solidFill>
                <a:cs typeface="Segoe UI"/>
              </a:rPr>
              <a:t>used</a:t>
            </a:r>
            <a:r>
              <a:rPr lang="en-US" sz="1800" spc="20" noProof="0" dirty="0">
                <a:solidFill>
                  <a:srgbClr val="2D2C2C"/>
                </a:solidFill>
                <a:cs typeface="Segoe UI"/>
              </a:rPr>
              <a:t> </a:t>
            </a:r>
            <a:r>
              <a:rPr lang="en-US" sz="1800" spc="-4" noProof="0" dirty="0">
                <a:solidFill>
                  <a:srgbClr val="2D2C2C"/>
                </a:solidFill>
                <a:cs typeface="Segoe UI"/>
              </a:rPr>
              <a:t>by </a:t>
            </a:r>
            <a:r>
              <a:rPr lang="en-US" sz="1800" noProof="0" dirty="0">
                <a:solidFill>
                  <a:srgbClr val="2D2C2C"/>
                </a:solidFill>
                <a:cs typeface="Segoe UI"/>
              </a:rPr>
              <a:t>ordinary</a:t>
            </a:r>
            <a:r>
              <a:rPr lang="en-US" sz="1800" spc="33" noProof="0" dirty="0">
                <a:solidFill>
                  <a:srgbClr val="2D2C2C"/>
                </a:solidFill>
                <a:cs typeface="Segoe UI"/>
              </a:rPr>
              <a:t> </a:t>
            </a:r>
            <a:r>
              <a:rPr lang="en-US" sz="1800" spc="-4" noProof="0" dirty="0">
                <a:solidFill>
                  <a:srgbClr val="2D2C2C"/>
                </a:solidFill>
                <a:cs typeface="Segoe UI"/>
              </a:rPr>
              <a:t>users,</a:t>
            </a:r>
            <a:r>
              <a:rPr lang="en-US" sz="1800" spc="33" noProof="0" dirty="0">
                <a:solidFill>
                  <a:srgbClr val="2D2C2C"/>
                </a:solidFill>
                <a:cs typeface="Segoe UI"/>
              </a:rPr>
              <a:t> </a:t>
            </a:r>
            <a:r>
              <a:rPr lang="en-US" sz="1800" spc="-16" noProof="0" dirty="0">
                <a:solidFill>
                  <a:srgbClr val="2D2C2C"/>
                </a:solidFill>
                <a:cs typeface="Segoe UI"/>
              </a:rPr>
              <a:t>to</a:t>
            </a:r>
            <a:r>
              <a:rPr lang="en-US" sz="1800" noProof="0" dirty="0">
                <a:solidFill>
                  <a:srgbClr val="2D2C2C"/>
                </a:solidFill>
                <a:cs typeface="Segoe UI"/>
              </a:rPr>
              <a:t> </a:t>
            </a:r>
            <a:r>
              <a:rPr lang="en-US" sz="1800" spc="-8" noProof="0" dirty="0">
                <a:solidFill>
                  <a:srgbClr val="2D2C2C"/>
                </a:solidFill>
                <a:cs typeface="Segoe UI"/>
              </a:rPr>
              <a:t>become</a:t>
            </a:r>
            <a:r>
              <a:rPr lang="en-US" sz="1800" spc="77"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root</a:t>
            </a:r>
            <a:r>
              <a:rPr lang="en-US" spc="-8" noProof="0" dirty="0">
                <a:solidFill>
                  <a:srgbClr val="2D2C2C"/>
                </a:solidFill>
                <a:cs typeface="Segoe UI"/>
              </a:rPr>
              <a:t>.</a:t>
            </a: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Child shell</a:t>
            </a:r>
            <a:r>
              <a:rPr lang="en-US" sz="1800" spc="53" noProof="0" dirty="0">
                <a:solidFill>
                  <a:srgbClr val="2D2C2C"/>
                </a:solidFill>
                <a:cs typeface="Segoe UI"/>
              </a:rPr>
              <a:t> </a:t>
            </a:r>
            <a:r>
              <a:rPr lang="en-US" sz="1800" spc="-12" noProof="0" dirty="0">
                <a:solidFill>
                  <a:srgbClr val="2D2C2C"/>
                </a:solidFill>
                <a:cs typeface="Segoe UI"/>
              </a:rPr>
              <a:t>automatically</a:t>
            </a:r>
            <a:r>
              <a:rPr lang="en-US" sz="1800" spc="53" noProof="0" dirty="0">
                <a:solidFill>
                  <a:srgbClr val="2D2C2C"/>
                </a:solidFill>
                <a:cs typeface="Segoe UI"/>
              </a:rPr>
              <a:t> </a:t>
            </a:r>
            <a:r>
              <a:rPr lang="en-US" sz="1800" spc="-8" noProof="0" dirty="0">
                <a:solidFill>
                  <a:srgbClr val="2D2C2C"/>
                </a:solidFill>
                <a:cs typeface="Segoe UI"/>
              </a:rPr>
              <a:t>exits upon command completion.</a:t>
            </a:r>
          </a:p>
          <a:p>
            <a:pPr marL="518001" lvl="1" indent="-233204">
              <a:spcBef>
                <a:spcPts val="488"/>
              </a:spcBef>
              <a:buClr>
                <a:srgbClr val="000000"/>
              </a:buClr>
              <a:buFont typeface="Arial"/>
              <a:buChar char="•"/>
              <a:tabLst>
                <a:tab pos="517485" algn="l"/>
                <a:tab pos="518001" algn="l"/>
              </a:tabLst>
            </a:pPr>
            <a:endParaRPr lang="en-US" sz="1800" spc="-8" noProof="0" dirty="0">
              <a:solidFill>
                <a:srgbClr val="2D2C2C"/>
              </a:solidFill>
              <a:cs typeface="Segoe UI"/>
            </a:endParaRPr>
          </a:p>
          <a:p>
            <a:pPr marL="518001" lvl="1" indent="-233204">
              <a:spcBef>
                <a:spcPts val="488"/>
              </a:spcBef>
              <a:buClr>
                <a:srgbClr val="000000"/>
              </a:buClr>
              <a:buFont typeface="Arial"/>
              <a:buChar char="•"/>
              <a:tabLst>
                <a:tab pos="517485" algn="l"/>
                <a:tab pos="518001" algn="l"/>
              </a:tabLst>
            </a:pPr>
            <a:endParaRPr lang="en-US" sz="1800" spc="-8" noProof="0" dirty="0">
              <a:solidFill>
                <a:srgbClr val="2D2C2C"/>
              </a:solidFill>
              <a:cs typeface="Segoe UI"/>
            </a:endParaRPr>
          </a:p>
          <a:p>
            <a:pPr marL="518001" lvl="1" indent="-233204">
              <a:spcBef>
                <a:spcPts val="488"/>
              </a:spcBef>
              <a:buClr>
                <a:srgbClr val="000000"/>
              </a:buClr>
              <a:buFont typeface="Arial"/>
              <a:buChar char="•"/>
              <a:tabLst>
                <a:tab pos="517485" algn="l"/>
                <a:tab pos="518001" algn="l"/>
              </a:tabLst>
            </a:pPr>
            <a:endParaRPr lang="en-US" sz="1800" spc="-8" noProof="0" dirty="0">
              <a:solidFill>
                <a:srgbClr val="2D2C2C"/>
              </a:solidFill>
              <a:cs typeface="Segoe UI"/>
            </a:endParaRPr>
          </a:p>
          <a:p>
            <a:pPr marL="518001" lvl="1" indent="-233204">
              <a:spcBef>
                <a:spcPts val="488"/>
              </a:spcBef>
              <a:buClr>
                <a:srgbClr val="000000"/>
              </a:buClr>
              <a:buFont typeface="Arial"/>
              <a:buChar char="•"/>
              <a:tabLst>
                <a:tab pos="517485" algn="l"/>
                <a:tab pos="518001" algn="l"/>
              </a:tabLst>
            </a:pPr>
            <a:endParaRPr lang="en-US" sz="1800" spc="-8" noProof="0" dirty="0">
              <a:solidFill>
                <a:srgbClr val="2D2C2C"/>
              </a:solidFill>
              <a:cs typeface="Segoe UI"/>
            </a:endParaRPr>
          </a:p>
          <a:p>
            <a:pPr marL="289957" indent="-280154">
              <a:spcBef>
                <a:spcPts val="975"/>
              </a:spcBef>
              <a:buClr>
                <a:srgbClr val="000000"/>
              </a:buClr>
              <a:buFont typeface="Arial"/>
              <a:buChar char="•"/>
              <a:tabLst>
                <a:tab pos="289957" algn="l"/>
                <a:tab pos="290473" algn="l"/>
              </a:tabLst>
            </a:pPr>
            <a:r>
              <a:rPr lang="en-US" sz="1800" spc="-12" noProof="0" dirty="0">
                <a:solidFill>
                  <a:srgbClr val="2D2C2C"/>
                </a:solidFill>
                <a:cs typeface="Segoe UI"/>
              </a:rPr>
              <a:t>Sometimes</a:t>
            </a:r>
            <a:r>
              <a:rPr lang="en-US" sz="1800" spc="53" noProof="0" dirty="0">
                <a:solidFill>
                  <a:srgbClr val="2D2C2C"/>
                </a:solidFill>
                <a:cs typeface="Segoe UI"/>
              </a:rPr>
              <a:t> </a:t>
            </a:r>
            <a:r>
              <a:rPr lang="en-US" sz="1800" spc="-8" noProof="0" dirty="0">
                <a:solidFill>
                  <a:srgbClr val="2D2C2C"/>
                </a:solidFill>
                <a:cs typeface="Segoe UI"/>
              </a:rPr>
              <a:t>used</a:t>
            </a:r>
            <a:r>
              <a:rPr lang="en-US" sz="1800" spc="41" noProof="0" dirty="0">
                <a:solidFill>
                  <a:srgbClr val="2D2C2C"/>
                </a:solidFill>
                <a:cs typeface="Segoe UI"/>
              </a:rPr>
              <a:t> </a:t>
            </a:r>
            <a:r>
              <a:rPr lang="en-US" sz="1800" spc="-4" noProof="0" dirty="0">
                <a:solidFill>
                  <a:srgbClr val="2D2C2C"/>
                </a:solidFill>
                <a:cs typeface="Segoe UI"/>
              </a:rPr>
              <a:t>by</a:t>
            </a:r>
            <a:r>
              <a:rPr lang="en-US" sz="1800" spc="8"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root</a:t>
            </a:r>
            <a:r>
              <a:rPr lang="en-US" sz="1800" b="1" spc="-4" noProof="0" dirty="0">
                <a:solidFill>
                  <a:srgbClr val="0000C7"/>
                </a:solidFill>
                <a:cs typeface="Segoe UI"/>
              </a:rPr>
              <a:t> </a:t>
            </a:r>
            <a:r>
              <a:rPr lang="en-US" sz="1800" spc="-16" noProof="0" dirty="0">
                <a:solidFill>
                  <a:srgbClr val="2D2C2C"/>
                </a:solidFill>
                <a:cs typeface="Segoe UI"/>
              </a:rPr>
              <a:t>to</a:t>
            </a:r>
            <a:r>
              <a:rPr lang="en-US" sz="1800" spc="4" noProof="0" dirty="0">
                <a:solidFill>
                  <a:srgbClr val="2D2C2C"/>
                </a:solidFill>
                <a:cs typeface="Segoe UI"/>
              </a:rPr>
              <a:t> </a:t>
            </a:r>
            <a:r>
              <a:rPr lang="en-US" sz="1800" spc="-8" noProof="0" dirty="0">
                <a:solidFill>
                  <a:srgbClr val="2D2C2C"/>
                </a:solidFill>
                <a:cs typeface="Segoe UI"/>
              </a:rPr>
              <a:t>become</a:t>
            </a:r>
            <a:r>
              <a:rPr lang="en-US" sz="1800" spc="49" noProof="0" dirty="0">
                <a:solidFill>
                  <a:srgbClr val="2D2C2C"/>
                </a:solidFill>
                <a:cs typeface="Segoe UI"/>
              </a:rPr>
              <a:t> </a:t>
            </a:r>
            <a:r>
              <a:rPr lang="en-US" sz="1800" spc="-8" noProof="0" dirty="0">
                <a:solidFill>
                  <a:srgbClr val="2D2C2C"/>
                </a:solidFill>
                <a:cs typeface="Segoe UI"/>
              </a:rPr>
              <a:t>another</a:t>
            </a:r>
            <a:r>
              <a:rPr lang="en-US" sz="1800" spc="45" noProof="0" dirty="0">
                <a:solidFill>
                  <a:srgbClr val="2D2C2C"/>
                </a:solidFill>
                <a:cs typeface="Segoe UI"/>
              </a:rPr>
              <a:t> </a:t>
            </a:r>
            <a:r>
              <a:rPr lang="en-US" sz="1800" spc="-8" noProof="0" dirty="0">
                <a:solidFill>
                  <a:srgbClr val="2D2C2C"/>
                </a:solidFill>
                <a:cs typeface="Segoe UI"/>
              </a:rPr>
              <a:t>user.</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cs typeface="Segoe UI"/>
              </a:rPr>
              <a:t>This is important</a:t>
            </a:r>
            <a:r>
              <a:rPr lang="en-US" sz="1800" spc="28" noProof="0" dirty="0">
                <a:solidFill>
                  <a:srgbClr val="2D2C2C"/>
                </a:solidFill>
                <a:cs typeface="Segoe UI"/>
              </a:rPr>
              <a:t> </a:t>
            </a:r>
            <a:r>
              <a:rPr lang="en-US" sz="1800" spc="-4" noProof="0" dirty="0">
                <a:solidFill>
                  <a:srgbClr val="2D2C2C"/>
                </a:solidFill>
                <a:cs typeface="Segoe UI"/>
              </a:rPr>
              <a:t>for</a:t>
            </a:r>
            <a:r>
              <a:rPr lang="en-US" sz="1800" noProof="0" dirty="0">
                <a:solidFill>
                  <a:srgbClr val="2D2C2C"/>
                </a:solidFill>
                <a:cs typeface="Segoe UI"/>
              </a:rPr>
              <a:t> </a:t>
            </a:r>
            <a:r>
              <a:rPr lang="en-US" sz="1800" spc="-4" noProof="0" dirty="0">
                <a:solidFill>
                  <a:srgbClr val="2D2C2C"/>
                </a:solidFill>
                <a:cs typeface="Segoe UI"/>
              </a:rPr>
              <a:t>file</a:t>
            </a:r>
            <a:r>
              <a:rPr lang="en-US" sz="1800" spc="4" noProof="0" dirty="0">
                <a:solidFill>
                  <a:srgbClr val="2D2C2C"/>
                </a:solidFill>
                <a:cs typeface="Segoe UI"/>
              </a:rPr>
              <a:t> </a:t>
            </a:r>
            <a:r>
              <a:rPr lang="en-US" sz="1800" spc="-4" noProof="0" dirty="0">
                <a:solidFill>
                  <a:srgbClr val="2D2C2C"/>
                </a:solidFill>
                <a:cs typeface="Segoe UI"/>
              </a:rPr>
              <a:t>ownership</a:t>
            </a:r>
            <a:r>
              <a:rPr lang="en-US" sz="1800" spc="41" noProof="0" dirty="0">
                <a:solidFill>
                  <a:srgbClr val="2D2C2C"/>
                </a:solidFill>
                <a:cs typeface="Segoe UI"/>
              </a:rPr>
              <a:t> </a:t>
            </a:r>
            <a:r>
              <a:rPr lang="en-US" sz="1800" spc="-4" noProof="0" dirty="0">
                <a:solidFill>
                  <a:srgbClr val="2D2C2C"/>
                </a:solidFill>
                <a:cs typeface="Segoe UI"/>
              </a:rPr>
              <a:t>and</a:t>
            </a:r>
            <a:r>
              <a:rPr lang="en-US" sz="1800" spc="8" noProof="0" dirty="0">
                <a:solidFill>
                  <a:srgbClr val="2D2C2C"/>
                </a:solidFill>
                <a:cs typeface="Segoe UI"/>
              </a:rPr>
              <a:t> </a:t>
            </a:r>
            <a:r>
              <a:rPr lang="en-US" sz="1800" spc="-4" noProof="0" dirty="0">
                <a:solidFill>
                  <a:srgbClr val="2D2C2C"/>
                </a:solidFill>
                <a:cs typeface="Segoe UI"/>
              </a:rPr>
              <a:t>logging.</a:t>
            </a:r>
            <a:endParaRPr lang="en-US" sz="1800" noProof="0" dirty="0">
              <a:cs typeface="Segoe UI"/>
            </a:endParaRPr>
          </a:p>
          <a:p>
            <a:endParaRPr lang="en-US" sz="18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13</a:t>
            </a:fld>
            <a:endParaRPr lang="en-US" noProof="0" dirty="0"/>
          </a:p>
        </p:txBody>
      </p:sp>
      <p:sp>
        <p:nvSpPr>
          <p:cNvPr id="8" name="Rectangle 3">
            <a:extLst>
              <a:ext uri="{FF2B5EF4-FFF2-40B4-BE49-F238E27FC236}">
                <a16:creationId xmlns:a16="http://schemas.microsoft.com/office/drawing/2014/main" id="{C3478F47-B395-DF4C-9CAA-7D80E2BED91A}"/>
              </a:ext>
            </a:extLst>
          </p:cNvPr>
          <p:cNvSpPr>
            <a:spLocks noChangeArrowheads="1"/>
          </p:cNvSpPr>
          <p:nvPr/>
        </p:nvSpPr>
        <p:spPr bwMode="auto">
          <a:xfrm>
            <a:off x="6096000" y="3667630"/>
            <a:ext cx="5580062" cy="1154162"/>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user1@host$</a:t>
            </a:r>
            <a:r>
              <a:rPr lang="en-US" sz="1600" spc="-16" noProof="0" dirty="0">
                <a:solidFill>
                  <a:srgbClr val="FFFF00"/>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 user1 before</a:t>
            </a:r>
            <a:r>
              <a:rPr lang="en-US" sz="1600"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p>
          <a:p>
            <a:pPr marL="77391">
              <a:spcBef>
                <a:spcPts val="158"/>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user1@host$</a:t>
            </a:r>
            <a:r>
              <a:rPr lang="en-US" sz="1600" spc="-16" noProof="0" dirty="0">
                <a:solidFill>
                  <a:srgbClr val="FFFF00"/>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su</a:t>
            </a:r>
            <a:r>
              <a:rPr lang="en-US" sz="1600"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600"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root –c "ifconfig eth0 up"</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Password:</a:t>
            </a:r>
          </a:p>
          <a:p>
            <a:pPr marL="77391"/>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user1@host$</a:t>
            </a:r>
            <a:r>
              <a:rPr lang="en-US" sz="1600" spc="-16" noProof="0" dirty="0">
                <a:solidFill>
                  <a:srgbClr val="FFFF00"/>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 still user1 after</a:t>
            </a:r>
            <a:endParaRPr lang="en-US" sz="1600" noProof="0" dirty="0">
              <a:solidFill>
                <a:srgbClr val="FFFF00"/>
              </a:solidFill>
              <a:latin typeface="Hack" panose="020B0609030202020204" pitchFamily="49" charset="0"/>
              <a:ea typeface="Hack" panose="020B0609030202020204" pitchFamily="49" charset="0"/>
              <a:cs typeface="Hack" panose="020B0609030202020204" pitchFamily="49" charset="0"/>
            </a:endParaRPr>
          </a:p>
        </p:txBody>
      </p:sp>
      <p:sp>
        <p:nvSpPr>
          <p:cNvPr id="9" name="Rectangle 3">
            <a:extLst>
              <a:ext uri="{FF2B5EF4-FFF2-40B4-BE49-F238E27FC236}">
                <a16:creationId xmlns:a16="http://schemas.microsoft.com/office/drawing/2014/main" id="{2DC50322-A399-B10C-3530-F10CE148AD1E}"/>
              </a:ext>
            </a:extLst>
          </p:cNvPr>
          <p:cNvSpPr>
            <a:spLocks noChangeArrowheads="1"/>
          </p:cNvSpPr>
          <p:nvPr/>
        </p:nvSpPr>
        <p:spPr bwMode="auto">
          <a:xfrm>
            <a:off x="6096000" y="5371118"/>
            <a:ext cx="5711826" cy="697627"/>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su</a:t>
            </a:r>
            <a:r>
              <a:rPr lang="en-US"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uucp –c "cleanup"</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endParaRPr lang="en-US" noProof="0" dirty="0">
              <a:solidFill>
                <a:srgbClr val="FFFF00"/>
              </a:solidFill>
              <a:latin typeface="Hack" panose="020B0609030202020204" pitchFamily="49" charset="0"/>
              <a:ea typeface="Hack" panose="020B0609030202020204" pitchFamily="49" charset="0"/>
              <a:cs typeface="Hack" panose="020B0609030202020204" pitchFamily="49" charset="0"/>
            </a:endParaRPr>
          </a:p>
        </p:txBody>
      </p:sp>
      <p:pic>
        <p:nvPicPr>
          <p:cNvPr id="6" name="Picture 5" descr="A cartoon penguin wearing a cape&#10;&#10;AI-generated content may be incorrect.">
            <a:extLst>
              <a:ext uri="{FF2B5EF4-FFF2-40B4-BE49-F238E27FC236}">
                <a16:creationId xmlns:a16="http://schemas.microsoft.com/office/drawing/2014/main" id="{12BD42BC-C983-E2AA-E9A2-B6CC9EA3D2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4667" y="689982"/>
            <a:ext cx="1814679" cy="1814679"/>
          </a:xfrm>
          <a:prstGeom prst="rect">
            <a:avLst/>
          </a:prstGeom>
        </p:spPr>
      </p:pic>
    </p:spTree>
    <p:extLst>
      <p:ext uri="{BB962C8B-B14F-4D97-AF65-F5344CB8AC3E}">
        <p14:creationId xmlns:p14="http://schemas.microsoft.com/office/powerpoint/2010/main" val="2012442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BEF665A-E894-8EB4-2DA9-703D2C969B48}"/>
              </a:ext>
            </a:extLst>
          </p:cNvPr>
          <p:cNvSpPr>
            <a:spLocks noGrp="1"/>
          </p:cNvSpPr>
          <p:nvPr>
            <p:ph type="ctrTitle"/>
          </p:nvPr>
        </p:nvSpPr>
        <p:spPr/>
        <p:txBody>
          <a:bodyPr/>
          <a:lstStyle/>
          <a:p>
            <a:r>
              <a:rPr lang="en-US" noProof="0" dirty="0"/>
              <a:t>Knowledge check</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normAutofit/>
          </a:bodyPr>
          <a:lstStyle/>
          <a:p>
            <a:pPr marL="243007" indent="-233204">
              <a:spcBef>
                <a:spcPts val="569"/>
              </a:spcBef>
              <a:buClr>
                <a:srgbClr val="000000"/>
              </a:buClr>
              <a:buFont typeface="Arial"/>
              <a:buChar char="•"/>
              <a:tabLst>
                <a:tab pos="243007" algn="l"/>
                <a:tab pos="243523" algn="l"/>
              </a:tabLst>
            </a:pPr>
            <a:r>
              <a:rPr lang="en-US" sz="2000" spc="-4" noProof="0" dirty="0">
                <a:solidFill>
                  <a:srgbClr val="2D2C2C"/>
                </a:solidFill>
                <a:latin typeface="+mn-lt"/>
                <a:cs typeface="Segoe UI"/>
              </a:rPr>
              <a:t>What</a:t>
            </a:r>
            <a:r>
              <a:rPr lang="en-US" sz="2000" spc="-33" noProof="0" dirty="0">
                <a:solidFill>
                  <a:srgbClr val="2D2C2C"/>
                </a:solidFill>
                <a:latin typeface="+mn-lt"/>
                <a:cs typeface="Segoe UI"/>
              </a:rPr>
              <a:t> </a:t>
            </a:r>
            <a:r>
              <a:rPr lang="en-US" sz="2000" spc="-4" noProof="0" dirty="0">
                <a:solidFill>
                  <a:srgbClr val="2D2C2C"/>
                </a:solidFill>
                <a:latin typeface="+mn-lt"/>
                <a:cs typeface="Segoe UI"/>
              </a:rPr>
              <a:t>do</a:t>
            </a:r>
            <a:r>
              <a:rPr lang="en-US" sz="2000" spc="4" noProof="0" dirty="0">
                <a:solidFill>
                  <a:srgbClr val="2D2C2C"/>
                </a:solidFill>
                <a:latin typeface="+mn-lt"/>
                <a:cs typeface="Segoe UI"/>
              </a:rPr>
              <a:t> </a:t>
            </a:r>
            <a:r>
              <a:rPr lang="en-US" sz="2000" spc="-4" noProof="0" dirty="0">
                <a:solidFill>
                  <a:srgbClr val="2D2C2C"/>
                </a:solidFill>
                <a:latin typeface="+mn-lt"/>
                <a:cs typeface="Segoe UI"/>
              </a:rPr>
              <a:t>the</a:t>
            </a:r>
            <a:r>
              <a:rPr lang="en-US" sz="2000" spc="4" noProof="0" dirty="0">
                <a:solidFill>
                  <a:srgbClr val="2D2C2C"/>
                </a:solidFill>
                <a:latin typeface="+mn-lt"/>
                <a:cs typeface="Segoe UI"/>
              </a:rPr>
              <a:t> </a:t>
            </a:r>
            <a:r>
              <a:rPr lang="en-US" sz="2000" spc="-8" noProof="0" dirty="0">
                <a:solidFill>
                  <a:srgbClr val="2D2C2C"/>
                </a:solidFill>
                <a:latin typeface="+mn-lt"/>
                <a:cs typeface="Segoe UI"/>
              </a:rPr>
              <a:t>following</a:t>
            </a:r>
            <a:r>
              <a:rPr lang="en-US" sz="2000" spc="41" noProof="0" dirty="0">
                <a:solidFill>
                  <a:srgbClr val="2D2C2C"/>
                </a:solidFill>
                <a:latin typeface="+mn-lt"/>
                <a:cs typeface="Segoe UI"/>
              </a:rPr>
              <a:t> </a:t>
            </a:r>
            <a:r>
              <a:rPr lang="en-US" sz="2000" spc="-8" noProof="0" dirty="0">
                <a:solidFill>
                  <a:srgbClr val="2D2C2C"/>
                </a:solidFill>
                <a:latin typeface="+mn-lt"/>
                <a:cs typeface="Segoe UI"/>
              </a:rPr>
              <a:t>commands</a:t>
            </a:r>
            <a:r>
              <a:rPr lang="en-US" sz="2000" spc="45" noProof="0" dirty="0">
                <a:solidFill>
                  <a:srgbClr val="2D2C2C"/>
                </a:solidFill>
                <a:latin typeface="+mn-lt"/>
                <a:cs typeface="Segoe UI"/>
              </a:rPr>
              <a:t> </a:t>
            </a:r>
            <a:r>
              <a:rPr lang="en-US" sz="2000" spc="-4" noProof="0" dirty="0">
                <a:solidFill>
                  <a:srgbClr val="2D2C2C"/>
                </a:solidFill>
                <a:latin typeface="+mn-lt"/>
                <a:cs typeface="Segoe UI"/>
              </a:rPr>
              <a:t>do? </a:t>
            </a:r>
            <a:r>
              <a:rPr lang="en-US" sz="2000" spc="-8" noProof="0" dirty="0">
                <a:solidFill>
                  <a:srgbClr val="2D2C2C"/>
                </a:solidFill>
                <a:latin typeface="+mn-lt"/>
                <a:cs typeface="Segoe UI"/>
              </a:rPr>
              <a:t>Which</a:t>
            </a:r>
            <a:r>
              <a:rPr lang="en-US" sz="2000" noProof="0" dirty="0">
                <a:solidFill>
                  <a:srgbClr val="2D2C2C"/>
                </a:solidFill>
                <a:latin typeface="+mn-lt"/>
                <a:cs typeface="Segoe UI"/>
              </a:rPr>
              <a:t> </a:t>
            </a:r>
            <a:r>
              <a:rPr lang="en-US" sz="2000" b="1" noProof="0" dirty="0">
                <a:solidFill>
                  <a:srgbClr val="0000C7"/>
                </a:solidFill>
                <a:latin typeface="Hack" panose="020B0609030202020204" pitchFamily="49" charset="0"/>
                <a:ea typeface="Hack" panose="020B0609030202020204" pitchFamily="49" charset="0"/>
                <a:cs typeface="Hack" panose="020B0609030202020204" pitchFamily="49" charset="0"/>
              </a:rPr>
              <a:t>su</a:t>
            </a:r>
            <a:r>
              <a:rPr lang="en-US" sz="2000" b="1" spc="-4" noProof="0" dirty="0">
                <a:solidFill>
                  <a:srgbClr val="0000C7"/>
                </a:solidFill>
                <a:latin typeface="+mn-lt"/>
                <a:cs typeface="Segoe UI"/>
              </a:rPr>
              <a:t> </a:t>
            </a:r>
            <a:r>
              <a:rPr lang="en-US" sz="2000" spc="-8" noProof="0" dirty="0">
                <a:solidFill>
                  <a:srgbClr val="2D2C2C"/>
                </a:solidFill>
                <a:latin typeface="+mn-lt"/>
                <a:cs typeface="Segoe UI"/>
              </a:rPr>
              <a:t>commands</a:t>
            </a:r>
            <a:r>
              <a:rPr lang="en-US" sz="2000" spc="57" noProof="0" dirty="0">
                <a:solidFill>
                  <a:srgbClr val="2D2C2C"/>
                </a:solidFill>
                <a:latin typeface="+mn-lt"/>
                <a:cs typeface="Segoe UI"/>
              </a:rPr>
              <a:t> </a:t>
            </a:r>
            <a:r>
              <a:rPr lang="en-US" sz="2000" spc="-8" noProof="0" dirty="0">
                <a:solidFill>
                  <a:srgbClr val="2D2C2C"/>
                </a:solidFill>
                <a:latin typeface="+mn-lt"/>
                <a:cs typeface="Segoe UI"/>
              </a:rPr>
              <a:t>below</a:t>
            </a:r>
            <a:r>
              <a:rPr lang="en-US" sz="2000" spc="20" noProof="0" dirty="0">
                <a:solidFill>
                  <a:srgbClr val="2D2C2C"/>
                </a:solidFill>
                <a:latin typeface="+mn-lt"/>
                <a:cs typeface="Segoe UI"/>
              </a:rPr>
              <a:t> </a:t>
            </a:r>
            <a:r>
              <a:rPr lang="en-US" sz="2000" spc="-12" noProof="0" dirty="0">
                <a:solidFill>
                  <a:srgbClr val="2D2C2C"/>
                </a:solidFill>
                <a:latin typeface="+mn-lt"/>
                <a:cs typeface="Segoe UI"/>
              </a:rPr>
              <a:t>require</a:t>
            </a:r>
            <a:r>
              <a:rPr lang="en-US" sz="2000" spc="33" noProof="0" dirty="0">
                <a:solidFill>
                  <a:srgbClr val="2D2C2C"/>
                </a:solidFill>
                <a:latin typeface="+mn-lt"/>
                <a:cs typeface="Segoe UI"/>
              </a:rPr>
              <a:t> </a:t>
            </a:r>
            <a:r>
              <a:rPr lang="en-US" sz="2000" spc="-4" noProof="0" dirty="0">
                <a:solidFill>
                  <a:srgbClr val="2D2C2C"/>
                </a:solidFill>
                <a:latin typeface="+mn-lt"/>
                <a:cs typeface="Segoe UI"/>
              </a:rPr>
              <a:t>a </a:t>
            </a:r>
            <a:r>
              <a:rPr lang="en-US" sz="2000" spc="-12" noProof="0" dirty="0">
                <a:solidFill>
                  <a:srgbClr val="2D2C2C"/>
                </a:solidFill>
                <a:latin typeface="+mn-lt"/>
                <a:cs typeface="Segoe UI"/>
              </a:rPr>
              <a:t>password?</a:t>
            </a:r>
            <a:endParaRPr lang="en-US" sz="2000" b="1" noProof="0" dirty="0">
              <a:solidFill>
                <a:schemeClr val="tx1"/>
              </a:solidFill>
              <a:cs typeface="Arial" pitchFamily="34" charset="0"/>
            </a:endParaRPr>
          </a:p>
          <a:p>
            <a:pPr marL="243007" indent="-233204">
              <a:spcBef>
                <a:spcPts val="488"/>
              </a:spcBef>
              <a:buClr>
                <a:srgbClr val="000000"/>
              </a:buClr>
              <a:buFont typeface="Arial"/>
              <a:buChar char="•"/>
              <a:tabLst>
                <a:tab pos="243007" algn="l"/>
                <a:tab pos="243523" algn="l"/>
              </a:tabLst>
            </a:pPr>
            <a:r>
              <a:rPr lang="en-US" sz="2000" spc="-4" noProof="0" dirty="0">
                <a:solidFill>
                  <a:srgbClr val="2D2C2C"/>
                </a:solidFill>
                <a:latin typeface="+mn-lt"/>
                <a:cs typeface="Segoe UI"/>
              </a:rPr>
              <a:t>Whose</a:t>
            </a:r>
            <a:r>
              <a:rPr lang="en-US" sz="2000" spc="-16" noProof="0" dirty="0">
                <a:solidFill>
                  <a:srgbClr val="2D2C2C"/>
                </a:solidFill>
                <a:latin typeface="+mn-lt"/>
                <a:cs typeface="Segoe UI"/>
              </a:rPr>
              <a:t> </a:t>
            </a:r>
            <a:r>
              <a:rPr lang="en-US" sz="2000" spc="-8" noProof="0" dirty="0">
                <a:solidFill>
                  <a:srgbClr val="2D2C2C"/>
                </a:solidFill>
                <a:latin typeface="+mn-lt"/>
                <a:cs typeface="Segoe UI"/>
              </a:rPr>
              <a:t>environment</a:t>
            </a:r>
            <a:r>
              <a:rPr lang="en-US" sz="2000" spc="73" noProof="0" dirty="0">
                <a:solidFill>
                  <a:srgbClr val="2D2C2C"/>
                </a:solidFill>
                <a:latin typeface="+mn-lt"/>
                <a:cs typeface="Segoe UI"/>
              </a:rPr>
              <a:t> </a:t>
            </a:r>
            <a:r>
              <a:rPr lang="en-US" sz="2000" spc="-4" noProof="0" dirty="0">
                <a:solidFill>
                  <a:srgbClr val="2D2C2C"/>
                </a:solidFill>
                <a:latin typeface="+mn-lt"/>
                <a:cs typeface="Segoe UI"/>
              </a:rPr>
              <a:t>will</a:t>
            </a:r>
            <a:r>
              <a:rPr lang="en-US" sz="2000" spc="12" noProof="0" dirty="0">
                <a:solidFill>
                  <a:srgbClr val="2D2C2C"/>
                </a:solidFill>
                <a:latin typeface="+mn-lt"/>
                <a:cs typeface="Segoe UI"/>
              </a:rPr>
              <a:t> </a:t>
            </a:r>
            <a:r>
              <a:rPr lang="en-US" sz="2000" spc="-4" noProof="0" dirty="0">
                <a:solidFill>
                  <a:srgbClr val="2D2C2C"/>
                </a:solidFill>
                <a:latin typeface="+mn-lt"/>
                <a:cs typeface="Segoe UI"/>
              </a:rPr>
              <a:t>be</a:t>
            </a:r>
            <a:r>
              <a:rPr lang="en-US" sz="2000" spc="16" noProof="0" dirty="0">
                <a:solidFill>
                  <a:srgbClr val="2D2C2C"/>
                </a:solidFill>
                <a:latin typeface="+mn-lt"/>
                <a:cs typeface="Segoe UI"/>
              </a:rPr>
              <a:t> </a:t>
            </a:r>
            <a:r>
              <a:rPr lang="en-US" sz="2000" spc="-8" noProof="0" dirty="0">
                <a:solidFill>
                  <a:srgbClr val="2D2C2C"/>
                </a:solidFill>
                <a:latin typeface="+mn-lt"/>
                <a:cs typeface="Segoe UI"/>
              </a:rPr>
              <a:t>used</a:t>
            </a:r>
            <a:r>
              <a:rPr lang="en-US" sz="2000" spc="20" noProof="0" dirty="0">
                <a:solidFill>
                  <a:srgbClr val="2D2C2C"/>
                </a:solidFill>
                <a:latin typeface="+mn-lt"/>
                <a:cs typeface="Segoe UI"/>
              </a:rPr>
              <a:t> </a:t>
            </a:r>
            <a:r>
              <a:rPr lang="en-US" sz="2000" spc="-8" noProof="0" dirty="0">
                <a:solidFill>
                  <a:srgbClr val="2D2C2C"/>
                </a:solidFill>
                <a:latin typeface="+mn-lt"/>
                <a:cs typeface="Segoe UI"/>
              </a:rPr>
              <a:t>in</a:t>
            </a:r>
            <a:r>
              <a:rPr lang="en-US" sz="2000" spc="12" noProof="0" dirty="0">
                <a:solidFill>
                  <a:srgbClr val="2D2C2C"/>
                </a:solidFill>
                <a:latin typeface="+mn-lt"/>
                <a:cs typeface="Segoe UI"/>
              </a:rPr>
              <a:t> </a:t>
            </a:r>
            <a:r>
              <a:rPr lang="en-US" sz="2000" spc="-12" noProof="0" dirty="0">
                <a:solidFill>
                  <a:srgbClr val="2D2C2C"/>
                </a:solidFill>
                <a:latin typeface="+mn-lt"/>
                <a:cs typeface="Segoe UI"/>
              </a:rPr>
              <a:t>each</a:t>
            </a:r>
            <a:r>
              <a:rPr lang="en-US" sz="2000" spc="37" noProof="0" dirty="0">
                <a:solidFill>
                  <a:srgbClr val="2D2C2C"/>
                </a:solidFill>
                <a:latin typeface="+mn-lt"/>
                <a:cs typeface="Segoe UI"/>
              </a:rPr>
              <a:t> </a:t>
            </a:r>
            <a:r>
              <a:rPr lang="en-US" sz="2000" spc="-8" noProof="0" dirty="0">
                <a:solidFill>
                  <a:srgbClr val="2D2C2C"/>
                </a:solidFill>
                <a:latin typeface="+mn-lt"/>
                <a:cs typeface="Segoe UI"/>
              </a:rPr>
              <a:t>new</a:t>
            </a:r>
            <a:r>
              <a:rPr lang="en-US" sz="2000" spc="20" noProof="0" dirty="0">
                <a:solidFill>
                  <a:srgbClr val="2D2C2C"/>
                </a:solidFill>
                <a:latin typeface="+mn-lt"/>
                <a:cs typeface="Segoe UI"/>
              </a:rPr>
              <a:t> </a:t>
            </a:r>
            <a:r>
              <a:rPr lang="en-US" sz="2000" spc="-8" noProof="0" dirty="0">
                <a:solidFill>
                  <a:srgbClr val="2D2C2C"/>
                </a:solidFill>
                <a:latin typeface="+mn-lt"/>
                <a:cs typeface="Segoe UI"/>
              </a:rPr>
              <a:t>shell?</a:t>
            </a:r>
            <a:endParaRPr lang="en-US" sz="2000" noProof="0" dirty="0">
              <a:latin typeface="+mn-lt"/>
              <a:cs typeface="Segoe UI"/>
            </a:endParaRPr>
          </a:p>
          <a:p>
            <a:endParaRPr lang="en-US" sz="16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14</a:t>
            </a:fld>
            <a:endParaRPr lang="en-US" noProof="0" dirty="0"/>
          </a:p>
        </p:txBody>
      </p:sp>
      <p:grpSp>
        <p:nvGrpSpPr>
          <p:cNvPr id="13" name="Group 12">
            <a:extLst>
              <a:ext uri="{FF2B5EF4-FFF2-40B4-BE49-F238E27FC236}">
                <a16:creationId xmlns:a16="http://schemas.microsoft.com/office/drawing/2014/main" id="{99F1F7E7-3498-F1DC-1F1E-C7BB13CABD2D}"/>
              </a:ext>
            </a:extLst>
          </p:cNvPr>
          <p:cNvGrpSpPr/>
          <p:nvPr/>
        </p:nvGrpSpPr>
        <p:grpSpPr>
          <a:xfrm>
            <a:off x="664770" y="2776784"/>
            <a:ext cx="6808632" cy="3434273"/>
            <a:chOff x="4840530" y="2725984"/>
            <a:chExt cx="6808632" cy="3434273"/>
          </a:xfrm>
        </p:grpSpPr>
        <p:sp>
          <p:nvSpPr>
            <p:cNvPr id="28" name="Rectangle 3">
              <a:extLst>
                <a:ext uri="{FF2B5EF4-FFF2-40B4-BE49-F238E27FC236}">
                  <a16:creationId xmlns:a16="http://schemas.microsoft.com/office/drawing/2014/main" id="{1E07E3CE-0F62-FC8F-3711-AC5BACB2F943}"/>
                </a:ext>
              </a:extLst>
            </p:cNvPr>
            <p:cNvSpPr>
              <a:spLocks noChangeArrowheads="1"/>
            </p:cNvSpPr>
            <p:nvPr/>
          </p:nvSpPr>
          <p:spPr bwMode="auto">
            <a:xfrm>
              <a:off x="5324047" y="2725984"/>
              <a:ext cx="6325115" cy="343427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36116">
                <a:lnSpc>
                  <a:spcPts val="1897"/>
                </a:lnSpc>
              </a:pPr>
              <a:r>
                <a:rPr lang="en-US" sz="165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50"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50" b="1" spc="-4" noProof="0" dirty="0">
                  <a:solidFill>
                    <a:schemeClr val="bg1"/>
                  </a:solidFill>
                  <a:latin typeface="Hack" panose="020B0609030202020204" pitchFamily="49" charset="0"/>
                  <a:ea typeface="Hack" panose="020B0609030202020204" pitchFamily="49" charset="0"/>
                  <a:cs typeface="Hack" panose="020B0609030202020204" pitchFamily="49" charset="0"/>
                </a:rPr>
                <a:t>su</a:t>
              </a:r>
              <a:endParaRPr lang="en-US" sz="165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a:spcBef>
                  <a:spcPts val="20"/>
                </a:spcBef>
              </a:pPr>
              <a:endParaRPr lang="en-US" sz="165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6116">
                <a:spcBef>
                  <a:spcPts val="4"/>
                </a:spcBef>
              </a:pPr>
              <a:r>
                <a:rPr lang="en-US" sz="165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50"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50" b="1" spc="-4" noProof="0" dirty="0">
                  <a:solidFill>
                    <a:schemeClr val="bg1"/>
                  </a:solidFill>
                  <a:latin typeface="Hack" panose="020B0609030202020204" pitchFamily="49" charset="0"/>
                  <a:ea typeface="Hack" panose="020B0609030202020204" pitchFamily="49" charset="0"/>
                  <a:cs typeface="Hack" panose="020B0609030202020204" pitchFamily="49" charset="0"/>
                </a:rPr>
                <a:t>su - henry</a:t>
              </a:r>
              <a:endParaRPr lang="en-US" sz="165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a:spcBef>
                  <a:spcPts val="20"/>
                </a:spcBef>
              </a:pPr>
              <a:endParaRPr lang="en-US" sz="165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6116">
                <a:spcBef>
                  <a:spcPts val="4"/>
                </a:spcBef>
              </a:pPr>
              <a:r>
                <a:rPr lang="en-US" sz="165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50"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50" b="1" spc="-4" noProof="0" dirty="0">
                  <a:solidFill>
                    <a:schemeClr val="bg1"/>
                  </a:solidFill>
                  <a:latin typeface="Hack" panose="020B0609030202020204" pitchFamily="49" charset="0"/>
                  <a:ea typeface="Hack" panose="020B0609030202020204" pitchFamily="49" charset="0"/>
                  <a:cs typeface="Hack" panose="020B0609030202020204" pitchFamily="49" charset="0"/>
                </a:rPr>
                <a:t>su -</a:t>
              </a:r>
              <a:endParaRPr lang="en-US" sz="165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a:spcBef>
                  <a:spcPts val="24"/>
                </a:spcBef>
              </a:pPr>
              <a:endParaRPr lang="en-US" sz="165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6116"/>
              <a:r>
                <a:rPr lang="en-US" sz="165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50"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50" b="1" spc="-4" noProof="0" dirty="0">
                  <a:solidFill>
                    <a:schemeClr val="bg1"/>
                  </a:solidFill>
                  <a:latin typeface="Hack" panose="020B0609030202020204" pitchFamily="49" charset="0"/>
                  <a:ea typeface="Hack" panose="020B0609030202020204" pitchFamily="49" charset="0"/>
                  <a:cs typeface="Hack" panose="020B0609030202020204" pitchFamily="49" charset="0"/>
                </a:rPr>
                <a:t>su – lp –c lpshut</a:t>
              </a:r>
              <a:endParaRPr lang="en-US" sz="165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a:spcBef>
                  <a:spcPts val="24"/>
                </a:spcBef>
              </a:pPr>
              <a:endParaRPr lang="en-US" sz="165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6116"/>
              <a:r>
                <a:rPr lang="en-US" sz="165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50"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50" b="1" spc="-4" noProof="0" dirty="0">
                  <a:solidFill>
                    <a:schemeClr val="bg1"/>
                  </a:solidFill>
                  <a:latin typeface="Hack" panose="020B0609030202020204" pitchFamily="49" charset="0"/>
                  <a:ea typeface="Hack" panose="020B0609030202020204" pitchFamily="49" charset="0"/>
                  <a:cs typeface="Hack" panose="020B0609030202020204" pitchFamily="49" charset="0"/>
                </a:rPr>
                <a:t>exit</a:t>
              </a:r>
              <a:endParaRPr lang="en-US" sz="165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a:spcBef>
                  <a:spcPts val="24"/>
                </a:spcBef>
              </a:pPr>
              <a:endParaRPr lang="en-US" sz="165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6116"/>
              <a:r>
                <a:rPr lang="en-US" sz="165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5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50" b="1" spc="-4" noProof="0" dirty="0">
                  <a:solidFill>
                    <a:schemeClr val="bg1"/>
                  </a:solidFill>
                  <a:latin typeface="Hack" panose="020B0609030202020204" pitchFamily="49" charset="0"/>
                  <a:ea typeface="Hack" panose="020B0609030202020204" pitchFamily="49" charset="0"/>
                  <a:cs typeface="Hack" panose="020B0609030202020204" pitchFamily="49" charset="0"/>
                </a:rPr>
                <a:t>su </a:t>
              </a:r>
              <a:r>
                <a:rPr lang="en-US" sz="1800" b="1" spc="-4" noProof="0" dirty="0">
                  <a:solidFill>
                    <a:schemeClr val="bg1"/>
                  </a:solidFill>
                  <a:latin typeface="Hack" panose="020B0609030202020204" pitchFamily="49" charset="0"/>
                  <a:ea typeface="Hack" panose="020B0609030202020204" pitchFamily="49" charset="0"/>
                  <a:cs typeface="Hack" panose="020B0609030202020204" pitchFamily="49" charset="0"/>
                </a:rPr>
                <a:t>root</a:t>
              </a:r>
              <a:r>
                <a:rPr lang="en-US" sz="1800"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800" b="1" spc="-4" noProof="0" dirty="0">
                  <a:solidFill>
                    <a:schemeClr val="bg1"/>
                  </a:solidFill>
                  <a:latin typeface="Hack" panose="020B0609030202020204" pitchFamily="49" charset="0"/>
                  <a:ea typeface="Hack" panose="020B0609030202020204" pitchFamily="49" charset="0"/>
                  <a:cs typeface="Hack" panose="020B0609030202020204" pitchFamily="49" charset="0"/>
                </a:rPr>
                <a:t>-c</a:t>
              </a:r>
              <a:r>
                <a:rPr lang="en-US" sz="1800"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800" b="1" spc="-4" noProof="0" dirty="0">
                  <a:solidFill>
                    <a:schemeClr val="bg1"/>
                  </a:solidFill>
                  <a:latin typeface="Hack" panose="020B0609030202020204" pitchFamily="49" charset="0"/>
                  <a:ea typeface="Hack" panose="020B0609030202020204" pitchFamily="49" charset="0"/>
                  <a:cs typeface="Hack" panose="020B0609030202020204" pitchFamily="49" charset="0"/>
                </a:rPr>
                <a:t>"rm</a:t>
              </a:r>
              <a:r>
                <a:rPr lang="en-US" sz="1800"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800" b="1" spc="-4" noProof="0" dirty="0">
                  <a:solidFill>
                    <a:schemeClr val="bg1"/>
                  </a:solidFill>
                  <a:latin typeface="Hack" panose="020B0609030202020204" pitchFamily="49" charset="0"/>
                  <a:ea typeface="Hack" panose="020B0609030202020204" pitchFamily="49" charset="0"/>
                  <a:cs typeface="Hack" panose="020B0609030202020204" pitchFamily="49" charset="0"/>
                </a:rPr>
                <a:t>/tmp/.lock321"</a:t>
              </a:r>
              <a:endParaRPr lang="en-US" sz="165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a:spcBef>
                  <a:spcPts val="24"/>
                </a:spcBef>
              </a:pPr>
              <a:endParaRPr lang="en-US" sz="165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6116"/>
              <a:r>
                <a:rPr lang="en-US" sz="165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5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50" b="1" spc="-4" noProof="0" dirty="0">
                  <a:solidFill>
                    <a:schemeClr val="bg1"/>
                  </a:solidFill>
                  <a:latin typeface="Hack" panose="020B0609030202020204" pitchFamily="49" charset="0"/>
                  <a:ea typeface="Hack" panose="020B0609030202020204" pitchFamily="49" charset="0"/>
                  <a:cs typeface="Hack" panose="020B0609030202020204" pitchFamily="49" charset="0"/>
                </a:rPr>
                <a:t>exit</a:t>
              </a:r>
              <a:endParaRPr lang="en-US" sz="165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3" name="Heptagon 2">
              <a:extLst>
                <a:ext uri="{FF2B5EF4-FFF2-40B4-BE49-F238E27FC236}">
                  <a16:creationId xmlns:a16="http://schemas.microsoft.com/office/drawing/2014/main" id="{5C5F09CB-9824-BBE1-9C2A-1B16E71663F1}"/>
                </a:ext>
              </a:extLst>
            </p:cNvPr>
            <p:cNvSpPr/>
            <p:nvPr/>
          </p:nvSpPr>
          <p:spPr>
            <a:xfrm>
              <a:off x="4840530" y="2818132"/>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noProof="0" dirty="0">
                  <a:solidFill>
                    <a:schemeClr val="tx1"/>
                  </a:solidFill>
                  <a:cs typeface="Arial" pitchFamily="34" charset="0"/>
                </a:rPr>
                <a:t>1</a:t>
              </a:r>
            </a:p>
          </p:txBody>
        </p:sp>
        <p:sp>
          <p:nvSpPr>
            <p:cNvPr id="4" name="Heptagon 3">
              <a:extLst>
                <a:ext uri="{FF2B5EF4-FFF2-40B4-BE49-F238E27FC236}">
                  <a16:creationId xmlns:a16="http://schemas.microsoft.com/office/drawing/2014/main" id="{2ADD8431-53D9-51CF-E788-2AB6A9F12F33}"/>
                </a:ext>
              </a:extLst>
            </p:cNvPr>
            <p:cNvSpPr/>
            <p:nvPr/>
          </p:nvSpPr>
          <p:spPr>
            <a:xfrm>
              <a:off x="4840531" y="3278605"/>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noProof="0" dirty="0">
                  <a:solidFill>
                    <a:schemeClr val="tx1"/>
                  </a:solidFill>
                  <a:cs typeface="Arial" pitchFamily="34" charset="0"/>
                </a:rPr>
                <a:t>2</a:t>
              </a:r>
            </a:p>
          </p:txBody>
        </p:sp>
        <p:sp>
          <p:nvSpPr>
            <p:cNvPr id="7" name="Heptagon 6">
              <a:extLst>
                <a:ext uri="{FF2B5EF4-FFF2-40B4-BE49-F238E27FC236}">
                  <a16:creationId xmlns:a16="http://schemas.microsoft.com/office/drawing/2014/main" id="{AB7636CB-BF53-179B-C95B-706BBAD468AB}"/>
                </a:ext>
              </a:extLst>
            </p:cNvPr>
            <p:cNvSpPr/>
            <p:nvPr/>
          </p:nvSpPr>
          <p:spPr>
            <a:xfrm>
              <a:off x="4840531" y="3801194"/>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noProof="0" dirty="0">
                  <a:solidFill>
                    <a:schemeClr val="tx1"/>
                  </a:solidFill>
                  <a:cs typeface="Arial" pitchFamily="34" charset="0"/>
                </a:rPr>
                <a:t>3</a:t>
              </a:r>
            </a:p>
          </p:txBody>
        </p:sp>
        <p:sp>
          <p:nvSpPr>
            <p:cNvPr id="8" name="Heptagon 7">
              <a:extLst>
                <a:ext uri="{FF2B5EF4-FFF2-40B4-BE49-F238E27FC236}">
                  <a16:creationId xmlns:a16="http://schemas.microsoft.com/office/drawing/2014/main" id="{1D2AEF8C-B104-34E6-B442-B118F368A5F4}"/>
                </a:ext>
              </a:extLst>
            </p:cNvPr>
            <p:cNvSpPr/>
            <p:nvPr/>
          </p:nvSpPr>
          <p:spPr>
            <a:xfrm>
              <a:off x="4855739" y="4292725"/>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noProof="0" dirty="0">
                  <a:solidFill>
                    <a:schemeClr val="tx1"/>
                  </a:solidFill>
                  <a:cs typeface="Arial" pitchFamily="34" charset="0"/>
                </a:rPr>
                <a:t>4</a:t>
              </a:r>
            </a:p>
          </p:txBody>
        </p:sp>
        <p:sp>
          <p:nvSpPr>
            <p:cNvPr id="9" name="Heptagon 8">
              <a:extLst>
                <a:ext uri="{FF2B5EF4-FFF2-40B4-BE49-F238E27FC236}">
                  <a16:creationId xmlns:a16="http://schemas.microsoft.com/office/drawing/2014/main" id="{CC0349AE-7E29-6BDA-9B3F-41FACE87C75F}"/>
                </a:ext>
              </a:extLst>
            </p:cNvPr>
            <p:cNvSpPr/>
            <p:nvPr/>
          </p:nvSpPr>
          <p:spPr>
            <a:xfrm>
              <a:off x="4855738" y="4784256"/>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cs typeface="Arial" pitchFamily="34" charset="0"/>
                </a:rPr>
                <a:t>5</a:t>
              </a:r>
              <a:endParaRPr lang="en-US" sz="1800" b="1" noProof="0" dirty="0">
                <a:solidFill>
                  <a:schemeClr val="tx1"/>
                </a:solidFill>
                <a:cs typeface="Arial" pitchFamily="34" charset="0"/>
              </a:endParaRPr>
            </a:p>
          </p:txBody>
        </p:sp>
        <p:sp>
          <p:nvSpPr>
            <p:cNvPr id="11" name="Heptagon 10">
              <a:extLst>
                <a:ext uri="{FF2B5EF4-FFF2-40B4-BE49-F238E27FC236}">
                  <a16:creationId xmlns:a16="http://schemas.microsoft.com/office/drawing/2014/main" id="{01B54F52-08D7-F885-94E4-48A50D68E60E}"/>
                </a:ext>
              </a:extLst>
            </p:cNvPr>
            <p:cNvSpPr/>
            <p:nvPr/>
          </p:nvSpPr>
          <p:spPr>
            <a:xfrm>
              <a:off x="4859359" y="5275787"/>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noProof="0" dirty="0">
                  <a:solidFill>
                    <a:schemeClr val="tx1"/>
                  </a:solidFill>
                  <a:cs typeface="Arial" pitchFamily="34" charset="0"/>
                </a:rPr>
                <a:t>6</a:t>
              </a:r>
            </a:p>
          </p:txBody>
        </p:sp>
        <p:sp>
          <p:nvSpPr>
            <p:cNvPr id="12" name="Heptagon 11">
              <a:extLst>
                <a:ext uri="{FF2B5EF4-FFF2-40B4-BE49-F238E27FC236}">
                  <a16:creationId xmlns:a16="http://schemas.microsoft.com/office/drawing/2014/main" id="{0175F94D-7464-FE87-D457-9409640CD98E}"/>
                </a:ext>
              </a:extLst>
            </p:cNvPr>
            <p:cNvSpPr/>
            <p:nvPr/>
          </p:nvSpPr>
          <p:spPr>
            <a:xfrm>
              <a:off x="4840530" y="5767318"/>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noProof="0" dirty="0">
                  <a:solidFill>
                    <a:schemeClr val="tx1"/>
                  </a:solidFill>
                  <a:latin typeface="Arial" pitchFamily="34" charset="0"/>
                  <a:cs typeface="Arial" pitchFamily="34" charset="0"/>
                </a:rPr>
                <a:t>7</a:t>
              </a:r>
            </a:p>
          </p:txBody>
        </p:sp>
      </p:grpSp>
    </p:spTree>
    <p:extLst>
      <p:ext uri="{BB962C8B-B14F-4D97-AF65-F5344CB8AC3E}">
        <p14:creationId xmlns:p14="http://schemas.microsoft.com/office/powerpoint/2010/main" val="20779327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The sudo command (and doas)</a:t>
            </a:r>
          </a:p>
        </p:txBody>
      </p:sp>
      <p:sp>
        <p:nvSpPr>
          <p:cNvPr id="3" name="Subtitle 2">
            <a:extLst>
              <a:ext uri="{FF2B5EF4-FFF2-40B4-BE49-F238E27FC236}">
                <a16:creationId xmlns:a16="http://schemas.microsoft.com/office/drawing/2014/main" id="{5BF1AA46-5064-9B56-DDAF-2A1A589AFD09}"/>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20365303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AA052E0-35D1-56C1-7E83-FBF9824ED920}"/>
              </a:ext>
            </a:extLst>
          </p:cNvPr>
          <p:cNvSpPr>
            <a:spLocks noGrp="1"/>
          </p:cNvSpPr>
          <p:nvPr>
            <p:ph type="ctrTitle"/>
          </p:nvPr>
        </p:nvSpPr>
        <p:spPr/>
        <p:txBody>
          <a:bodyPr/>
          <a:lstStyle/>
          <a:p>
            <a:r>
              <a:rPr lang="en-US" noProof="0" dirty="0"/>
              <a:t>sudo</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8" noProof="0" dirty="0">
                <a:solidFill>
                  <a:srgbClr val="2D2C2C"/>
                </a:solidFill>
                <a:cs typeface="Segoe UI"/>
              </a:rPr>
              <a:t>Since about 1980 the</a:t>
            </a:r>
            <a:r>
              <a:rPr lang="en-US" sz="1800" spc="4" noProof="0" dirty="0">
                <a:solidFill>
                  <a:srgbClr val="2D2C2C"/>
                </a:solidFill>
                <a:cs typeface="Segoe UI"/>
              </a:rPr>
              <a:t>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sudo</a:t>
            </a:r>
            <a:r>
              <a:rPr lang="en-US" sz="1800" b="1" noProof="0" dirty="0">
                <a:solidFill>
                  <a:srgbClr val="0000C7"/>
                </a:solidFill>
                <a:cs typeface="Segoe UI"/>
              </a:rPr>
              <a:t> </a:t>
            </a:r>
            <a:r>
              <a:rPr lang="en-US" sz="1800" spc="-8" noProof="0" dirty="0">
                <a:solidFill>
                  <a:srgbClr val="2D2C2C"/>
                </a:solidFill>
                <a:cs typeface="Segoe UI"/>
              </a:rPr>
              <a:t>tool</a:t>
            </a:r>
            <a:r>
              <a:rPr lang="en-US" sz="1800" spc="12" noProof="0" dirty="0">
                <a:solidFill>
                  <a:srgbClr val="2D2C2C"/>
                </a:solidFill>
                <a:cs typeface="Segoe UI"/>
              </a:rPr>
              <a:t> </a:t>
            </a:r>
            <a:r>
              <a:rPr lang="en-US" sz="1800" spc="-8" noProof="0" dirty="0">
                <a:solidFill>
                  <a:srgbClr val="2D2C2C"/>
                </a:solidFill>
                <a:cs typeface="Segoe UI"/>
              </a:rPr>
              <a:t>is</a:t>
            </a:r>
            <a:r>
              <a:rPr lang="en-US" sz="1800" spc="4" noProof="0" dirty="0">
                <a:solidFill>
                  <a:srgbClr val="2D2C2C"/>
                </a:solidFill>
                <a:cs typeface="Segoe UI"/>
              </a:rPr>
              <a:t> </a:t>
            </a:r>
            <a:r>
              <a:rPr lang="en-US" sz="1800" spc="-8" noProof="0" dirty="0">
                <a:solidFill>
                  <a:srgbClr val="2D2C2C"/>
                </a:solidFill>
                <a:cs typeface="Segoe UI"/>
              </a:rPr>
              <a:t>alternative</a:t>
            </a:r>
            <a:r>
              <a:rPr lang="en-US" sz="1800" spc="49" noProof="0" dirty="0">
                <a:solidFill>
                  <a:srgbClr val="2D2C2C"/>
                </a:solidFill>
                <a:cs typeface="Segoe UI"/>
              </a:rPr>
              <a:t> </a:t>
            </a:r>
            <a:r>
              <a:rPr lang="en-US" sz="1800" spc="-16" noProof="0" dirty="0">
                <a:solidFill>
                  <a:srgbClr val="2D2C2C"/>
                </a:solidFill>
                <a:cs typeface="Segoe UI"/>
              </a:rPr>
              <a:t>to</a:t>
            </a:r>
            <a:r>
              <a:rPr lang="en-US" sz="1800" spc="12"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su</a:t>
            </a:r>
            <a:r>
              <a:rPr lang="en-US" spc="-8" noProof="0" dirty="0">
                <a:solidFill>
                  <a:srgbClr val="2D2C2C"/>
                </a:solidFill>
                <a:cs typeface="Segoe UI"/>
              </a:rPr>
              <a:t>.</a:t>
            </a: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Can</a:t>
            </a:r>
            <a:r>
              <a:rPr lang="en-US" sz="1800" spc="-4" noProof="0" dirty="0">
                <a:solidFill>
                  <a:srgbClr val="2D2C2C"/>
                </a:solidFill>
                <a:cs typeface="Segoe UI"/>
              </a:rPr>
              <a:t> </a:t>
            </a:r>
            <a:r>
              <a:rPr lang="en-US" sz="1800" spc="-8" noProof="0" dirty="0">
                <a:solidFill>
                  <a:srgbClr val="2D2C2C"/>
                </a:solidFill>
                <a:cs typeface="Segoe UI"/>
              </a:rPr>
              <a:t>define</a:t>
            </a:r>
            <a:r>
              <a:rPr lang="en-US" sz="1800" spc="28" noProof="0" dirty="0">
                <a:solidFill>
                  <a:srgbClr val="2D2C2C"/>
                </a:solidFill>
                <a:cs typeface="Segoe UI"/>
              </a:rPr>
              <a:t> </a:t>
            </a:r>
            <a:r>
              <a:rPr lang="en-US" sz="1800" spc="-4" noProof="0" dirty="0">
                <a:solidFill>
                  <a:srgbClr val="2D2C2C"/>
                </a:solidFill>
                <a:cs typeface="Segoe UI"/>
              </a:rPr>
              <a:t>who</a:t>
            </a:r>
            <a:r>
              <a:rPr lang="en-US" sz="1800" spc="24" noProof="0" dirty="0">
                <a:solidFill>
                  <a:srgbClr val="2D2C2C"/>
                </a:solidFill>
                <a:cs typeface="Segoe UI"/>
              </a:rPr>
              <a:t> </a:t>
            </a:r>
            <a:r>
              <a:rPr lang="en-US" sz="1800" spc="-8" noProof="0" dirty="0">
                <a:solidFill>
                  <a:srgbClr val="2D2C2C"/>
                </a:solidFill>
                <a:cs typeface="Segoe UI"/>
              </a:rPr>
              <a:t>can</a:t>
            </a:r>
            <a:r>
              <a:rPr lang="en-US" sz="1800" spc="20" noProof="0" dirty="0">
                <a:solidFill>
                  <a:srgbClr val="2D2C2C"/>
                </a:solidFill>
                <a:cs typeface="Segoe UI"/>
              </a:rPr>
              <a:t> </a:t>
            </a:r>
            <a:r>
              <a:rPr lang="en-US" sz="1800" spc="-4" noProof="0" dirty="0">
                <a:solidFill>
                  <a:srgbClr val="2D2C2C"/>
                </a:solidFill>
                <a:cs typeface="Segoe UI"/>
              </a:rPr>
              <a:t>do</a:t>
            </a:r>
            <a:r>
              <a:rPr lang="en-US" sz="1800" spc="8" noProof="0" dirty="0">
                <a:solidFill>
                  <a:srgbClr val="2D2C2C"/>
                </a:solidFill>
                <a:cs typeface="Segoe UI"/>
              </a:rPr>
              <a:t> </a:t>
            </a:r>
            <a:r>
              <a:rPr lang="en-US" sz="1800" spc="-4" noProof="0" dirty="0">
                <a:solidFill>
                  <a:srgbClr val="2D2C2C"/>
                </a:solidFill>
                <a:cs typeface="Segoe UI"/>
              </a:rPr>
              <a:t>what</a:t>
            </a:r>
            <a:r>
              <a:rPr lang="en-US" sz="1800" spc="12" noProof="0" dirty="0">
                <a:solidFill>
                  <a:srgbClr val="2D2C2C"/>
                </a:solidFill>
                <a:cs typeface="Segoe UI"/>
              </a:rPr>
              <a:t> </a:t>
            </a:r>
            <a:r>
              <a:rPr lang="en-US" sz="1800" spc="-4" noProof="0" dirty="0">
                <a:solidFill>
                  <a:srgbClr val="2D2C2C"/>
                </a:solidFill>
                <a:cs typeface="Segoe UI"/>
              </a:rPr>
              <a:t>as </a:t>
            </a:r>
            <a:r>
              <a:rPr lang="en-US" sz="1800" spc="-8" noProof="0" dirty="0">
                <a:solidFill>
                  <a:srgbClr val="2D2C2C"/>
                </a:solidFill>
                <a:cs typeface="Segoe UI"/>
              </a:rPr>
              <a:t>which</a:t>
            </a:r>
            <a:r>
              <a:rPr lang="en-US" sz="1800" spc="41" noProof="0" dirty="0">
                <a:solidFill>
                  <a:srgbClr val="2D2C2C"/>
                </a:solidFill>
                <a:cs typeface="Segoe UI"/>
              </a:rPr>
              <a:t> </a:t>
            </a:r>
            <a:r>
              <a:rPr lang="en-US" sz="1800" spc="-8" noProof="0" dirty="0">
                <a:solidFill>
                  <a:srgbClr val="2D2C2C"/>
                </a:solidFill>
                <a:cs typeface="Segoe UI"/>
              </a:rPr>
              <a:t>user</a:t>
            </a:r>
            <a:r>
              <a:rPr lang="en-US" sz="1800" spc="45" noProof="0" dirty="0">
                <a:solidFill>
                  <a:srgbClr val="2D2C2C"/>
                </a:solidFill>
                <a:cs typeface="Segoe UI"/>
              </a:rPr>
              <a:t> </a:t>
            </a:r>
            <a:r>
              <a:rPr lang="en-US" sz="1800" spc="-4" noProof="0" dirty="0">
                <a:solidFill>
                  <a:srgbClr val="2D2C2C"/>
                </a:solidFill>
                <a:cs typeface="Segoe UI"/>
              </a:rPr>
              <a:t>on</a:t>
            </a:r>
            <a:r>
              <a:rPr lang="en-US" sz="1800" noProof="0" dirty="0">
                <a:solidFill>
                  <a:srgbClr val="2D2C2C"/>
                </a:solidFill>
                <a:cs typeface="Segoe UI"/>
              </a:rPr>
              <a:t> </a:t>
            </a:r>
            <a:r>
              <a:rPr lang="en-US" sz="1800" spc="-8" noProof="0" dirty="0">
                <a:solidFill>
                  <a:srgbClr val="2D2C2C"/>
                </a:solidFill>
                <a:cs typeface="Segoe UI"/>
              </a:rPr>
              <a:t>which</a:t>
            </a:r>
            <a:r>
              <a:rPr lang="en-US" sz="1800" spc="45" noProof="0" dirty="0">
                <a:solidFill>
                  <a:srgbClr val="2D2C2C"/>
                </a:solidFill>
                <a:cs typeface="Segoe UI"/>
              </a:rPr>
              <a:t> </a:t>
            </a:r>
            <a:r>
              <a:rPr lang="en-US" sz="1800" spc="-8" noProof="0" dirty="0">
                <a:solidFill>
                  <a:srgbClr val="2D2C2C"/>
                </a:solidFill>
                <a:cs typeface="Segoe UI"/>
              </a:rPr>
              <a:t>host</a:t>
            </a:r>
          </a:p>
          <a:p>
            <a:pPr marL="518001" lvl="1" indent="-233204">
              <a:spcBef>
                <a:spcPts val="488"/>
              </a:spcBef>
              <a:buClr>
                <a:srgbClr val="000000"/>
              </a:buClr>
              <a:buFont typeface="Arial"/>
              <a:buChar char="•"/>
              <a:tabLst>
                <a:tab pos="517485" algn="l"/>
                <a:tab pos="518001" algn="l"/>
              </a:tabLst>
            </a:pPr>
            <a:endParaRPr lang="en-US" sz="1800" noProof="0" dirty="0">
              <a:cs typeface="Segoe UI"/>
            </a:endParaRPr>
          </a:p>
          <a:p>
            <a:pPr marL="289957" indent="-280154">
              <a:spcBef>
                <a:spcPts val="975"/>
              </a:spcBef>
              <a:buClr>
                <a:srgbClr val="000000"/>
              </a:buClr>
              <a:buFont typeface="Arial"/>
              <a:buChar char="•"/>
              <a:tabLst>
                <a:tab pos="289957" algn="l"/>
                <a:tab pos="290473" algn="l"/>
              </a:tabLst>
            </a:pPr>
            <a:r>
              <a:rPr lang="en-US" sz="1800" spc="-8" noProof="0" dirty="0">
                <a:solidFill>
                  <a:srgbClr val="2D2C2C"/>
                </a:solidFill>
                <a:cs typeface="Segoe UI"/>
              </a:rPr>
              <a:t>Several</a:t>
            </a:r>
            <a:r>
              <a:rPr lang="en-US" sz="1800" spc="12" noProof="0" dirty="0">
                <a:solidFill>
                  <a:srgbClr val="2D2C2C"/>
                </a:solidFill>
                <a:cs typeface="Segoe UI"/>
              </a:rPr>
              <a:t> </a:t>
            </a:r>
            <a:r>
              <a:rPr lang="en-US" sz="1800" spc="-8" noProof="0" dirty="0">
                <a:solidFill>
                  <a:srgbClr val="2D2C2C"/>
                </a:solidFill>
                <a:cs typeface="Segoe UI"/>
              </a:rPr>
              <a:t>merits</a:t>
            </a:r>
            <a:r>
              <a:rPr lang="en-US" sz="1800" spc="49" noProof="0" dirty="0">
                <a:solidFill>
                  <a:srgbClr val="2D2C2C"/>
                </a:solidFill>
                <a:cs typeface="Segoe UI"/>
              </a:rPr>
              <a:t> </a:t>
            </a:r>
            <a:r>
              <a:rPr lang="en-US" sz="1800" spc="-4" noProof="0" dirty="0">
                <a:solidFill>
                  <a:srgbClr val="2D2C2C"/>
                </a:solidFill>
                <a:cs typeface="Segoe UI"/>
              </a:rPr>
              <a:t>and </a:t>
            </a:r>
            <a:r>
              <a:rPr lang="en-US" sz="1800" spc="-12" noProof="0" dirty="0">
                <a:solidFill>
                  <a:srgbClr val="2D2C2C"/>
                </a:solidFill>
                <a:cs typeface="Segoe UI"/>
              </a:rPr>
              <a:t>advantages</a:t>
            </a:r>
            <a:r>
              <a:rPr lang="en-US" sz="1800" spc="49" noProof="0" dirty="0">
                <a:solidFill>
                  <a:srgbClr val="2D2C2C"/>
                </a:solidFill>
                <a:cs typeface="Segoe UI"/>
              </a:rPr>
              <a:t> </a:t>
            </a:r>
            <a:r>
              <a:rPr lang="en-US" sz="1800" spc="-4" noProof="0" dirty="0">
                <a:solidFill>
                  <a:srgbClr val="2D2C2C"/>
                </a:solidFill>
                <a:cs typeface="Segoe UI"/>
              </a:rPr>
              <a:t>over</a:t>
            </a:r>
            <a:r>
              <a:rPr lang="en-US" sz="1800" spc="16"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su</a:t>
            </a:r>
            <a:r>
              <a:rPr lang="en-US" sz="1800" spc="-4" noProof="0" dirty="0">
                <a:solidFill>
                  <a:srgbClr val="2D2C2C"/>
                </a:solidFill>
                <a:cs typeface="Segoe UI"/>
              </a:rPr>
              <a:t>:</a:t>
            </a:r>
            <a:endParaRPr lang="en-US" sz="1800" noProof="0" dirty="0">
              <a:cs typeface="Segoe UI"/>
            </a:endParaRPr>
          </a:p>
          <a:p>
            <a:pPr marL="518001" lvl="1" indent="-233204">
              <a:spcBef>
                <a:spcPts val="492"/>
              </a:spcBef>
              <a:buClr>
                <a:srgbClr val="000000"/>
              </a:buClr>
              <a:buFont typeface="Arial"/>
              <a:buChar char="•"/>
              <a:tabLst>
                <a:tab pos="517485" algn="l"/>
                <a:tab pos="518001" algn="l"/>
              </a:tabLst>
            </a:pPr>
            <a:r>
              <a:rPr lang="en-US" sz="1800" spc="-4" noProof="0" dirty="0">
                <a:solidFill>
                  <a:srgbClr val="2D2C2C"/>
                </a:solidFill>
                <a:cs typeface="Segoe UI"/>
              </a:rPr>
              <a:t>Full logging</a:t>
            </a:r>
            <a:r>
              <a:rPr lang="en-US" sz="1800" spc="4" noProof="0" dirty="0">
                <a:solidFill>
                  <a:srgbClr val="2D2C2C"/>
                </a:solidFill>
                <a:cs typeface="Segoe UI"/>
              </a:rPr>
              <a:t> </a:t>
            </a:r>
            <a:r>
              <a:rPr lang="en-US" sz="1800" spc="-4" noProof="0" dirty="0">
                <a:solidFill>
                  <a:srgbClr val="2D2C2C"/>
                </a:solidFill>
                <a:cs typeface="Segoe UI"/>
              </a:rPr>
              <a:t>in</a:t>
            </a:r>
            <a:r>
              <a:rPr lang="en-US" sz="1800" spc="37" noProof="0" dirty="0">
                <a:solidFill>
                  <a:srgbClr val="2D2C2C"/>
                </a:solidFill>
                <a:cs typeface="Segoe UI"/>
              </a:rPr>
              <a:t>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/var/log/messages</a:t>
            </a:r>
            <a:r>
              <a:rPr lang="en-US" sz="1800" b="1" spc="20"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spc="-4" noProof="0" dirty="0">
                <a:solidFill>
                  <a:srgbClr val="2D2C2C"/>
                </a:solidFill>
                <a:cs typeface="Segoe UI"/>
              </a:rPr>
              <a:t>for</a:t>
            </a:r>
            <a:r>
              <a:rPr lang="en-US" sz="1800" spc="12" noProof="0" dirty="0">
                <a:solidFill>
                  <a:srgbClr val="2D2C2C"/>
                </a:solidFill>
                <a:cs typeface="Segoe UI"/>
              </a:rPr>
              <a:t> </a:t>
            </a:r>
            <a:r>
              <a:rPr lang="en-US" sz="1800" spc="-8" noProof="0" dirty="0">
                <a:solidFill>
                  <a:srgbClr val="2D2C2C"/>
                </a:solidFill>
                <a:cs typeface="Segoe UI"/>
              </a:rPr>
              <a:t>transaction</a:t>
            </a:r>
            <a:r>
              <a:rPr lang="en-US" sz="1800" spc="65" noProof="0" dirty="0">
                <a:solidFill>
                  <a:srgbClr val="2D2C2C"/>
                </a:solidFill>
                <a:cs typeface="Segoe UI"/>
              </a:rPr>
              <a:t> </a:t>
            </a:r>
            <a:r>
              <a:rPr lang="en-US" sz="1800" spc="-4" noProof="0" dirty="0">
                <a:solidFill>
                  <a:srgbClr val="2D2C2C"/>
                </a:solidFill>
                <a:cs typeface="Segoe UI"/>
              </a:rPr>
              <a:t>audit</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12" noProof="0" dirty="0">
                <a:solidFill>
                  <a:srgbClr val="2D2C2C"/>
                </a:solidFill>
                <a:cs typeface="Segoe UI"/>
              </a:rPr>
              <a:t>Timestamp-based</a:t>
            </a:r>
            <a:r>
              <a:rPr lang="en-US" sz="1800" spc="89" noProof="0" dirty="0">
                <a:solidFill>
                  <a:srgbClr val="2D2C2C"/>
                </a:solidFill>
                <a:cs typeface="Segoe UI"/>
              </a:rPr>
              <a:t> </a:t>
            </a:r>
            <a:r>
              <a:rPr lang="en-US" sz="1800" spc="-12" noProof="0" dirty="0">
                <a:solidFill>
                  <a:srgbClr val="2D2C2C"/>
                </a:solidFill>
                <a:cs typeface="Segoe UI"/>
              </a:rPr>
              <a:t>‘tickets’</a:t>
            </a:r>
            <a:r>
              <a:rPr lang="en-US" sz="1800" spc="53" noProof="0" dirty="0">
                <a:solidFill>
                  <a:srgbClr val="2D2C2C"/>
                </a:solidFill>
                <a:cs typeface="Segoe UI"/>
              </a:rPr>
              <a:t> </a:t>
            </a:r>
            <a:r>
              <a:rPr lang="en-US" sz="1800" spc="-12" noProof="0" dirty="0">
                <a:solidFill>
                  <a:srgbClr val="2D2C2C"/>
                </a:solidFill>
                <a:cs typeface="Segoe UI"/>
              </a:rPr>
              <a:t>limit</a:t>
            </a:r>
            <a:r>
              <a:rPr lang="en-US" sz="1800" spc="57" noProof="0" dirty="0">
                <a:solidFill>
                  <a:srgbClr val="2D2C2C"/>
                </a:solidFill>
                <a:cs typeface="Segoe UI"/>
              </a:rPr>
              <a:t>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sudo</a:t>
            </a:r>
            <a:r>
              <a:rPr lang="en-US" sz="1800" b="1" spc="33" noProof="0" dirty="0">
                <a:solidFill>
                  <a:srgbClr val="0000C7"/>
                </a:solidFill>
                <a:cs typeface="Segoe UI"/>
              </a:rPr>
              <a:t> </a:t>
            </a:r>
            <a:r>
              <a:rPr lang="en-US" sz="1800" spc="-12" noProof="0" dirty="0">
                <a:solidFill>
                  <a:srgbClr val="2D2C2C"/>
                </a:solidFill>
                <a:cs typeface="Segoe UI"/>
              </a:rPr>
              <a:t>session</a:t>
            </a:r>
            <a:r>
              <a:rPr lang="en-US" sz="1800" spc="49" noProof="0" dirty="0">
                <a:solidFill>
                  <a:srgbClr val="2D2C2C"/>
                </a:solidFill>
                <a:cs typeface="Segoe UI"/>
              </a:rPr>
              <a:t> </a:t>
            </a:r>
            <a:r>
              <a:rPr lang="en-US" sz="1800" spc="-16" noProof="0" dirty="0">
                <a:solidFill>
                  <a:srgbClr val="2D2C2C"/>
                </a:solidFill>
                <a:cs typeface="Segoe UI"/>
              </a:rPr>
              <a:t>to</a:t>
            </a:r>
            <a:r>
              <a:rPr lang="en-US" sz="1800" spc="37" noProof="0" dirty="0">
                <a:solidFill>
                  <a:srgbClr val="2D2C2C"/>
                </a:solidFill>
                <a:cs typeface="Segoe UI"/>
              </a:rPr>
              <a:t> </a:t>
            </a:r>
            <a:r>
              <a:rPr lang="en-US" sz="1800" noProof="0" dirty="0">
                <a:solidFill>
                  <a:srgbClr val="2D2C2C"/>
                </a:solidFill>
                <a:cs typeface="Segoe UI"/>
              </a:rPr>
              <a:t>short</a:t>
            </a:r>
            <a:r>
              <a:rPr lang="en-US" sz="1800" spc="24" noProof="0" dirty="0">
                <a:solidFill>
                  <a:srgbClr val="2D2C2C"/>
                </a:solidFill>
                <a:cs typeface="Segoe UI"/>
              </a:rPr>
              <a:t> </a:t>
            </a:r>
            <a:r>
              <a:rPr lang="en-US" sz="1800" spc="-4" noProof="0" dirty="0">
                <a:solidFill>
                  <a:srgbClr val="2D2C2C"/>
                </a:solidFill>
                <a:cs typeface="Segoe UI"/>
              </a:rPr>
              <a:t>period ~5mins</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The</a:t>
            </a:r>
            <a:r>
              <a:rPr lang="en-US" sz="1800" spc="8" noProof="0" dirty="0">
                <a:solidFill>
                  <a:srgbClr val="2D2C2C"/>
                </a:solidFill>
                <a:cs typeface="Segoe UI"/>
              </a:rPr>
              <a:t> </a:t>
            </a:r>
            <a:r>
              <a:rPr lang="en-US" sz="1800" spc="-4" noProof="0" dirty="0">
                <a:solidFill>
                  <a:srgbClr val="2D2C2C"/>
                </a:solidFill>
                <a:cs typeface="Segoe UI"/>
              </a:rPr>
              <a:t>configuration</a:t>
            </a:r>
            <a:r>
              <a:rPr lang="en-US" sz="1800" spc="37" noProof="0" dirty="0">
                <a:solidFill>
                  <a:srgbClr val="2D2C2C"/>
                </a:solidFill>
                <a:cs typeface="Segoe UI"/>
              </a:rPr>
              <a:t> </a:t>
            </a:r>
            <a:r>
              <a:rPr lang="en-US" sz="1800" spc="-8" noProof="0" dirty="0">
                <a:solidFill>
                  <a:srgbClr val="2D2C2C"/>
                </a:solidFill>
                <a:cs typeface="Segoe UI"/>
              </a:rPr>
              <a:t>can</a:t>
            </a:r>
            <a:r>
              <a:rPr lang="en-US" sz="1800" spc="37" noProof="0" dirty="0">
                <a:solidFill>
                  <a:srgbClr val="2D2C2C"/>
                </a:solidFill>
                <a:cs typeface="Segoe UI"/>
              </a:rPr>
              <a:t> </a:t>
            </a:r>
            <a:r>
              <a:rPr lang="en-US" sz="1800" spc="-4" noProof="0" dirty="0">
                <a:solidFill>
                  <a:srgbClr val="2D2C2C"/>
                </a:solidFill>
                <a:cs typeface="Segoe UI"/>
              </a:rPr>
              <a:t>be</a:t>
            </a:r>
            <a:r>
              <a:rPr lang="en-US" sz="1800" spc="-8" noProof="0" dirty="0">
                <a:solidFill>
                  <a:srgbClr val="2D2C2C"/>
                </a:solidFill>
                <a:cs typeface="Segoe UI"/>
              </a:rPr>
              <a:t> centralized</a:t>
            </a:r>
            <a:r>
              <a:rPr lang="en-US" sz="1800" spc="81" noProof="0" dirty="0">
                <a:solidFill>
                  <a:srgbClr val="2D2C2C"/>
                </a:solidFill>
                <a:cs typeface="Segoe UI"/>
              </a:rPr>
              <a:t> </a:t>
            </a:r>
            <a:r>
              <a:rPr lang="en-US" sz="1800" spc="-12" noProof="0" dirty="0">
                <a:solidFill>
                  <a:srgbClr val="2D2C2C"/>
                </a:solidFill>
                <a:cs typeface="Segoe UI"/>
              </a:rPr>
              <a:t>across</a:t>
            </a:r>
            <a:r>
              <a:rPr lang="en-US" sz="1800" spc="12" noProof="0" dirty="0">
                <a:solidFill>
                  <a:srgbClr val="2D2C2C"/>
                </a:solidFill>
                <a:cs typeface="Segoe UI"/>
              </a:rPr>
              <a:t> </a:t>
            </a:r>
            <a:r>
              <a:rPr lang="en-US" sz="1800" spc="-4" noProof="0" dirty="0">
                <a:solidFill>
                  <a:srgbClr val="2D2C2C"/>
                </a:solidFill>
                <a:cs typeface="Segoe UI"/>
              </a:rPr>
              <a:t>the</a:t>
            </a:r>
            <a:r>
              <a:rPr lang="en-US" sz="1800" spc="24" noProof="0" dirty="0">
                <a:solidFill>
                  <a:srgbClr val="2D2C2C"/>
                </a:solidFill>
                <a:cs typeface="Segoe UI"/>
              </a:rPr>
              <a:t> </a:t>
            </a:r>
            <a:r>
              <a:rPr lang="en-US" sz="1800" spc="-8" noProof="0" dirty="0">
                <a:solidFill>
                  <a:srgbClr val="2D2C2C"/>
                </a:solidFill>
                <a:cs typeface="Segoe UI"/>
              </a:rPr>
              <a:t>network</a:t>
            </a:r>
          </a:p>
          <a:p>
            <a:pPr marL="518001" lvl="1" indent="-233204">
              <a:spcBef>
                <a:spcPts val="488"/>
              </a:spcBef>
              <a:buClr>
                <a:srgbClr val="000000"/>
              </a:buClr>
              <a:buFont typeface="Arial"/>
              <a:buChar char="•"/>
              <a:tabLst>
                <a:tab pos="517485" algn="l"/>
                <a:tab pos="518001" algn="l"/>
              </a:tabLst>
            </a:pPr>
            <a:endParaRPr lang="en-US" sz="1800" spc="-8" noProof="0" dirty="0">
              <a:solidFill>
                <a:srgbClr val="2D2C2C"/>
              </a:solidFill>
              <a:cs typeface="Segoe UI"/>
            </a:endParaRPr>
          </a:p>
          <a:p>
            <a:pPr marL="518001" lvl="1" indent="-233204">
              <a:spcBef>
                <a:spcPts val="488"/>
              </a:spcBef>
              <a:buClr>
                <a:srgbClr val="000000"/>
              </a:buClr>
              <a:buFont typeface="Arial"/>
              <a:buChar char="•"/>
              <a:tabLst>
                <a:tab pos="517485" algn="l"/>
                <a:tab pos="518001" algn="l"/>
              </a:tabLst>
            </a:pPr>
            <a:endParaRPr lang="en-US" sz="1800" spc="-8" noProof="0" dirty="0">
              <a:solidFill>
                <a:srgbClr val="2D2C2C"/>
              </a:solidFill>
              <a:cs typeface="Segoe UI"/>
            </a:endParaRPr>
          </a:p>
          <a:p>
            <a:pPr marL="518001" lvl="1" indent="-233204">
              <a:spcBef>
                <a:spcPts val="488"/>
              </a:spcBef>
              <a:buClr>
                <a:srgbClr val="000000"/>
              </a:buClr>
              <a:buFont typeface="Arial"/>
              <a:buChar char="•"/>
              <a:tabLst>
                <a:tab pos="517485" algn="l"/>
                <a:tab pos="518001" algn="l"/>
              </a:tabLst>
            </a:pPr>
            <a:endParaRPr lang="en-US" sz="1800" noProof="0" dirty="0">
              <a:cs typeface="Segoe UI"/>
            </a:endParaRPr>
          </a:p>
          <a:p>
            <a:pPr marL="289957" indent="-280154">
              <a:spcBef>
                <a:spcPts val="975"/>
              </a:spcBef>
              <a:buClr>
                <a:srgbClr val="000000"/>
              </a:buClr>
              <a:buFont typeface="Arial"/>
              <a:buChar char="•"/>
              <a:tabLst>
                <a:tab pos="289957" algn="l"/>
                <a:tab pos="290473" algn="l"/>
              </a:tabLst>
            </a:pPr>
            <a:r>
              <a:rPr lang="en-US" sz="1800" spc="-98" noProof="0" dirty="0">
                <a:solidFill>
                  <a:srgbClr val="2D2C2C"/>
                </a:solidFill>
                <a:cs typeface="Segoe UI"/>
              </a:rPr>
              <a:t>To</a:t>
            </a:r>
            <a:r>
              <a:rPr lang="en-US" sz="1800" spc="-4" noProof="0" dirty="0">
                <a:solidFill>
                  <a:srgbClr val="2D2C2C"/>
                </a:solidFill>
                <a:cs typeface="Segoe UI"/>
              </a:rPr>
              <a:t> </a:t>
            </a:r>
            <a:r>
              <a:rPr lang="en-US" sz="1800" spc="-12" noProof="0" dirty="0">
                <a:solidFill>
                  <a:srgbClr val="2D2C2C"/>
                </a:solidFill>
                <a:cs typeface="Segoe UI"/>
              </a:rPr>
              <a:t>see</a:t>
            </a:r>
            <a:r>
              <a:rPr lang="en-US" sz="1800" spc="20" noProof="0" dirty="0">
                <a:solidFill>
                  <a:srgbClr val="2D2C2C"/>
                </a:solidFill>
                <a:cs typeface="Segoe UI"/>
              </a:rPr>
              <a:t> </a:t>
            </a:r>
            <a:r>
              <a:rPr lang="en-US" sz="1800" spc="-4" noProof="0" dirty="0">
                <a:solidFill>
                  <a:srgbClr val="2D2C2C"/>
                </a:solidFill>
                <a:cs typeface="Segoe UI"/>
              </a:rPr>
              <a:t>what</a:t>
            </a:r>
            <a:r>
              <a:rPr lang="en-US" sz="1800" spc="4" noProof="0" dirty="0">
                <a:solidFill>
                  <a:srgbClr val="2D2C2C"/>
                </a:solidFill>
                <a:cs typeface="Segoe UI"/>
              </a:rPr>
              <a:t> </a:t>
            </a:r>
            <a:r>
              <a:rPr lang="en-US" sz="1800" spc="-4" noProof="0" dirty="0">
                <a:solidFill>
                  <a:srgbClr val="2D2C2C"/>
                </a:solidFill>
                <a:cs typeface="Segoe UI"/>
              </a:rPr>
              <a:t>you are allowed to</a:t>
            </a:r>
            <a:r>
              <a:rPr lang="en-US" sz="1800" spc="8" noProof="0" dirty="0">
                <a:solidFill>
                  <a:srgbClr val="2D2C2C"/>
                </a:solidFill>
                <a:cs typeface="Segoe UI"/>
              </a:rPr>
              <a:t> </a:t>
            </a:r>
            <a:r>
              <a:rPr lang="en-US" sz="1800" spc="-4" noProof="0" dirty="0">
                <a:solidFill>
                  <a:srgbClr val="2D2C2C"/>
                </a:solidFill>
                <a:cs typeface="Segoe UI"/>
              </a:rPr>
              <a:t>do:</a:t>
            </a:r>
            <a:endParaRPr lang="en-US" sz="1800" noProof="0" dirty="0">
              <a:cs typeface="Segoe UI"/>
            </a:endParaRPr>
          </a:p>
          <a:p>
            <a:endParaRPr lang="en-US" sz="1800" noProof="0" dirty="0"/>
          </a:p>
          <a:p>
            <a:endParaRPr lang="en-US" sz="32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16</a:t>
            </a:fld>
            <a:endParaRPr lang="en-US" noProof="0" dirty="0"/>
          </a:p>
        </p:txBody>
      </p:sp>
      <p:sp>
        <p:nvSpPr>
          <p:cNvPr id="8" name="Rectangle 3">
            <a:extLst>
              <a:ext uri="{FF2B5EF4-FFF2-40B4-BE49-F238E27FC236}">
                <a16:creationId xmlns:a16="http://schemas.microsoft.com/office/drawing/2014/main" id="{880A7C98-0696-2788-81FA-A2BC9337C29F}"/>
              </a:ext>
            </a:extLst>
          </p:cNvPr>
          <p:cNvSpPr>
            <a:spLocks noChangeArrowheads="1"/>
          </p:cNvSpPr>
          <p:nvPr/>
        </p:nvSpPr>
        <p:spPr bwMode="auto">
          <a:xfrm>
            <a:off x="4762500" y="4674726"/>
            <a:ext cx="7045325" cy="1128514"/>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4"/>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sudo</a:t>
            </a:r>
            <a:r>
              <a:rPr lang="en-US" b="1"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-l</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[sudo]</a:t>
            </a:r>
            <a:r>
              <a:rPr lang="en-US" spc="-24" noProof="0" dirty="0">
                <a:solidFill>
                  <a:srgbClr val="FFFF00"/>
                </a:solidFill>
                <a:latin typeface="Hack" panose="020B0609030202020204" pitchFamily="49" charset="0"/>
                <a:ea typeface="Hack" panose="020B0609030202020204" pitchFamily="49" charset="0"/>
                <a:cs typeface="Hack" panose="020B0609030202020204" pitchFamily="49" charset="0"/>
              </a:rPr>
              <a:t> </a:t>
            </a: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password</a:t>
            </a:r>
            <a:r>
              <a:rPr lang="en-US" spc="-20" noProof="0" dirty="0">
                <a:solidFill>
                  <a:srgbClr val="FFFF00"/>
                </a:solidFill>
                <a:latin typeface="Hack" panose="020B0609030202020204" pitchFamily="49" charset="0"/>
                <a:ea typeface="Hack" panose="020B0609030202020204" pitchFamily="49" charset="0"/>
                <a:cs typeface="Hack" panose="020B0609030202020204" pitchFamily="49" charset="0"/>
              </a:rPr>
              <a:t> </a:t>
            </a: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for</a:t>
            </a:r>
            <a:r>
              <a:rPr lang="en-US" spc="-16" noProof="0" dirty="0">
                <a:solidFill>
                  <a:srgbClr val="FFFF00"/>
                </a:solidFill>
                <a:latin typeface="Hack" panose="020B0609030202020204" pitchFamily="49" charset="0"/>
                <a:ea typeface="Hack" panose="020B0609030202020204" pitchFamily="49" charset="0"/>
                <a:cs typeface="Hack" panose="020B0609030202020204" pitchFamily="49" charset="0"/>
              </a:rPr>
              <a:t> </a:t>
            </a: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fred:</a:t>
            </a:r>
            <a:endParaRPr lang="en-US" noProof="0" dirty="0">
              <a:solidFill>
                <a:srgbClr val="FFFF00"/>
              </a:solidFill>
              <a:latin typeface="Hack" panose="020B0609030202020204" pitchFamily="49" charset="0"/>
              <a:ea typeface="Hack" panose="020B0609030202020204" pitchFamily="49" charset="0"/>
              <a:cs typeface="Hack" panose="020B0609030202020204" pitchFamily="49" charset="0"/>
            </a:endParaRPr>
          </a:p>
          <a:p>
            <a:pPr marL="77391"/>
            <a:r>
              <a:rPr lang="en-US" sz="1400" spc="-4" noProof="0" dirty="0">
                <a:solidFill>
                  <a:schemeClr val="bg2"/>
                </a:solidFill>
                <a:latin typeface="Hack" panose="020B0609030202020204" pitchFamily="49" charset="0"/>
                <a:ea typeface="Hack" panose="020B0609030202020204" pitchFamily="49" charset="0"/>
                <a:cs typeface="Hack" panose="020B0609030202020204" pitchFamily="49" charset="0"/>
              </a:rPr>
              <a:t>User fred</a:t>
            </a:r>
            <a:r>
              <a:rPr lang="en-US" sz="1400" spc="-8"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2"/>
                </a:solidFill>
                <a:latin typeface="Hack" panose="020B0609030202020204" pitchFamily="49" charset="0"/>
                <a:ea typeface="Hack" panose="020B0609030202020204" pitchFamily="49" charset="0"/>
                <a:cs typeface="Hack" panose="020B0609030202020204" pitchFamily="49" charset="0"/>
              </a:rPr>
              <a:t>may run</a:t>
            </a:r>
            <a:r>
              <a:rPr lang="en-US" sz="1400" spc="-8"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2"/>
                </a:solidFill>
                <a:latin typeface="Hack" panose="020B0609030202020204" pitchFamily="49" charset="0"/>
                <a:ea typeface="Hack" panose="020B0609030202020204" pitchFamily="49" charset="0"/>
                <a:cs typeface="Hack" panose="020B0609030202020204" pitchFamily="49" charset="0"/>
              </a:rPr>
              <a:t>the</a:t>
            </a:r>
            <a:r>
              <a:rPr lang="en-US" sz="1400" spc="-8"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2"/>
                </a:solidFill>
                <a:latin typeface="Hack" panose="020B0609030202020204" pitchFamily="49" charset="0"/>
                <a:ea typeface="Hack" panose="020B0609030202020204" pitchFamily="49" charset="0"/>
                <a:cs typeface="Hack" panose="020B0609030202020204" pitchFamily="49" charset="0"/>
              </a:rPr>
              <a:t>following</a:t>
            </a:r>
            <a:r>
              <a:rPr lang="en-US" sz="1400" spc="-8"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2"/>
                </a:solidFill>
                <a:latin typeface="Hack" panose="020B0609030202020204" pitchFamily="49" charset="0"/>
                <a:ea typeface="Hack" panose="020B0609030202020204" pitchFamily="49" charset="0"/>
                <a:cs typeface="Hack" panose="020B0609030202020204" pitchFamily="49" charset="0"/>
              </a:rPr>
              <a:t>commands</a:t>
            </a:r>
            <a:r>
              <a:rPr lang="en-US" sz="1400" spc="-8"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2"/>
                </a:solidFill>
                <a:latin typeface="Hack" panose="020B0609030202020204" pitchFamily="49" charset="0"/>
                <a:ea typeface="Hack" panose="020B0609030202020204" pitchFamily="49" charset="0"/>
                <a:cs typeface="Hack" panose="020B0609030202020204" pitchFamily="49" charset="0"/>
              </a:rPr>
              <a:t>on</a:t>
            </a:r>
            <a:r>
              <a:rPr lang="en-US" sz="1400" spc="-8"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2"/>
                </a:solidFill>
                <a:latin typeface="Hack" panose="020B0609030202020204" pitchFamily="49" charset="0"/>
                <a:ea typeface="Hack" panose="020B0609030202020204" pitchFamily="49" charset="0"/>
                <a:cs typeface="Hack" panose="020B0609030202020204" pitchFamily="49" charset="0"/>
              </a:rPr>
              <a:t>this</a:t>
            </a:r>
            <a:r>
              <a:rPr lang="en-US" sz="1400" spc="-8"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2"/>
                </a:solidFill>
                <a:latin typeface="Hack" panose="020B0609030202020204" pitchFamily="49" charset="0"/>
                <a:ea typeface="Hack" panose="020B0609030202020204" pitchFamily="49" charset="0"/>
                <a:cs typeface="Hack" panose="020B0609030202020204" pitchFamily="49" charset="0"/>
              </a:rPr>
              <a:t>host:</a:t>
            </a:r>
            <a:endParaRPr lang="en-US" sz="1400" noProof="0" dirty="0">
              <a:solidFill>
                <a:schemeClr val="bg2"/>
              </a:solidFill>
              <a:latin typeface="Hack" panose="020B0609030202020204" pitchFamily="49" charset="0"/>
              <a:ea typeface="Hack" panose="020B0609030202020204" pitchFamily="49" charset="0"/>
              <a:cs typeface="Hack" panose="020B0609030202020204" pitchFamily="49" charset="0"/>
            </a:endParaRPr>
          </a:p>
          <a:p>
            <a:pPr marL="572691">
              <a:spcBef>
                <a:spcPts val="4"/>
              </a:spcBef>
            </a:pPr>
            <a:r>
              <a:rPr lang="en-US" sz="1400" spc="-4" noProof="0" dirty="0">
                <a:solidFill>
                  <a:schemeClr val="bg2"/>
                </a:solidFill>
                <a:latin typeface="Hack" panose="020B0609030202020204" pitchFamily="49" charset="0"/>
                <a:ea typeface="Hack" panose="020B0609030202020204" pitchFamily="49" charset="0"/>
                <a:cs typeface="Hack" panose="020B0609030202020204" pitchFamily="49" charset="0"/>
              </a:rPr>
              <a:t>[...]</a:t>
            </a:r>
            <a:endParaRPr lang="en-US" sz="1400" noProof="0" dirty="0">
              <a:solidFill>
                <a:schemeClr val="bg2"/>
              </a:solidFill>
              <a:latin typeface="Hack" panose="020B0609030202020204" pitchFamily="49" charset="0"/>
              <a:ea typeface="Hack" panose="020B0609030202020204" pitchFamily="49" charset="0"/>
              <a:cs typeface="Hack" panose="020B0609030202020204" pitchFamily="49" charset="0"/>
            </a:endParaRPr>
          </a:p>
        </p:txBody>
      </p:sp>
      <p:pic>
        <p:nvPicPr>
          <p:cNvPr id="13" name="Picture 12">
            <a:extLst>
              <a:ext uri="{FF2B5EF4-FFF2-40B4-BE49-F238E27FC236}">
                <a16:creationId xmlns:a16="http://schemas.microsoft.com/office/drawing/2014/main" id="{D2DCD521-334F-9C3C-26B8-3BDB37A13864}"/>
              </a:ext>
            </a:extLst>
          </p:cNvPr>
          <p:cNvPicPr>
            <a:picLocks noChangeAspect="1"/>
          </p:cNvPicPr>
          <p:nvPr/>
        </p:nvPicPr>
        <p:blipFill>
          <a:blip r:embed="rId3"/>
          <a:stretch>
            <a:fillRect/>
          </a:stretch>
        </p:blipFill>
        <p:spPr>
          <a:xfrm>
            <a:off x="9716877" y="726831"/>
            <a:ext cx="2025068" cy="1685864"/>
          </a:xfrm>
          <a:prstGeom prst="rect">
            <a:avLst/>
          </a:prstGeom>
        </p:spPr>
      </p:pic>
    </p:spTree>
    <p:extLst>
      <p:ext uri="{BB962C8B-B14F-4D97-AF65-F5344CB8AC3E}">
        <p14:creationId xmlns:p14="http://schemas.microsoft.com/office/powerpoint/2010/main" val="11449177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93D0D99-20F1-ADCD-D258-9FFDA6BE629A}"/>
              </a:ext>
            </a:extLst>
          </p:cNvPr>
          <p:cNvSpPr>
            <a:spLocks noGrp="1"/>
          </p:cNvSpPr>
          <p:nvPr>
            <p:ph type="ctrTitle"/>
          </p:nvPr>
        </p:nvSpPr>
        <p:spPr/>
        <p:txBody>
          <a:bodyPr/>
          <a:lstStyle/>
          <a:p>
            <a:r>
              <a:rPr lang="en-US" noProof="0" dirty="0"/>
              <a:t>sudo: Command flow</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endParaRPr lang="en-US" sz="32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17</a:t>
            </a:fld>
            <a:endParaRPr lang="en-US" noProof="0" dirty="0"/>
          </a:p>
        </p:txBody>
      </p:sp>
      <p:grpSp>
        <p:nvGrpSpPr>
          <p:cNvPr id="8" name="Group 7">
            <a:extLst>
              <a:ext uri="{FF2B5EF4-FFF2-40B4-BE49-F238E27FC236}">
                <a16:creationId xmlns:a16="http://schemas.microsoft.com/office/drawing/2014/main" id="{3D754788-14AF-6F3C-47CE-06B3AC510D0D}"/>
              </a:ext>
            </a:extLst>
          </p:cNvPr>
          <p:cNvGrpSpPr/>
          <p:nvPr/>
        </p:nvGrpSpPr>
        <p:grpSpPr>
          <a:xfrm>
            <a:off x="2285062" y="1540502"/>
            <a:ext cx="7621295" cy="4733925"/>
            <a:chOff x="2387600" y="1722480"/>
            <a:chExt cx="7621295" cy="4733925"/>
          </a:xfrm>
        </p:grpSpPr>
        <p:sp>
          <p:nvSpPr>
            <p:cNvPr id="7" name="Rectangle 3">
              <a:extLst>
                <a:ext uri="{FF2B5EF4-FFF2-40B4-BE49-F238E27FC236}">
                  <a16:creationId xmlns:a16="http://schemas.microsoft.com/office/drawing/2014/main" id="{7EAF0F4F-B84C-E328-CAD4-7ADF4A4795FA}"/>
                </a:ext>
              </a:extLst>
            </p:cNvPr>
            <p:cNvSpPr>
              <a:spLocks noChangeArrowheads="1"/>
            </p:cNvSpPr>
            <p:nvPr/>
          </p:nvSpPr>
          <p:spPr bwMode="auto">
            <a:xfrm>
              <a:off x="2950288" y="1722480"/>
              <a:ext cx="3496796" cy="636072"/>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8938">
                <a:spcBef>
                  <a:spcPts val="146"/>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sudo</a:t>
              </a:r>
              <a:r>
                <a:rPr lang="en-US" sz="16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mount</a:t>
              </a:r>
              <a:r>
                <a:rPr lang="en-US" sz="16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/mnt/xp</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8938"/>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Password:</a:t>
              </a:r>
            </a:p>
          </p:txBody>
        </p:sp>
        <p:sp>
          <p:nvSpPr>
            <p:cNvPr id="32" name="Line 14">
              <a:extLst>
                <a:ext uri="{FF2B5EF4-FFF2-40B4-BE49-F238E27FC236}">
                  <a16:creationId xmlns:a16="http://schemas.microsoft.com/office/drawing/2014/main" id="{DCDC97C0-30EA-00FF-1E80-B2187F99B6A4}"/>
                </a:ext>
              </a:extLst>
            </p:cNvPr>
            <p:cNvSpPr>
              <a:spLocks noChangeShapeType="1"/>
            </p:cNvSpPr>
            <p:nvPr/>
          </p:nvSpPr>
          <p:spPr bwMode="auto">
            <a:xfrm>
              <a:off x="4557430" y="2843945"/>
              <a:ext cx="1619" cy="344010"/>
            </a:xfrm>
            <a:prstGeom prst="line">
              <a:avLst/>
            </a:prstGeom>
            <a:noFill/>
            <a:ln w="38100" cmpd="dbl">
              <a:solidFill>
                <a:srgbClr val="0000C8"/>
              </a:solidFill>
              <a:miter lim="800000"/>
              <a:headEnd/>
              <a:tailEnd type="arrow" w="med" len="med"/>
            </a:ln>
          </p:spPr>
          <p:txBody>
            <a:bodyPr/>
            <a:lstStyle/>
            <a:p>
              <a:endParaRPr lang="en-US" noProof="0" dirty="0"/>
            </a:p>
          </p:txBody>
        </p:sp>
        <p:sp>
          <p:nvSpPr>
            <p:cNvPr id="33" name="Text Box 3">
              <a:extLst>
                <a:ext uri="{FF2B5EF4-FFF2-40B4-BE49-F238E27FC236}">
                  <a16:creationId xmlns:a16="http://schemas.microsoft.com/office/drawing/2014/main" id="{45AB1F96-062C-78AD-DDA0-0A1816747BCD}"/>
                </a:ext>
              </a:extLst>
            </p:cNvPr>
            <p:cNvSpPr txBox="1">
              <a:spLocks noChangeArrowheads="1"/>
            </p:cNvSpPr>
            <p:nvPr/>
          </p:nvSpPr>
          <p:spPr bwMode="auto">
            <a:xfrm>
              <a:off x="3317049" y="2699999"/>
              <a:ext cx="2625097" cy="253276"/>
            </a:xfrm>
            <a:prstGeom prst="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anchor="ctr"/>
            <a:lstStyle/>
            <a:p>
              <a:pPr algn="ctr" defTabSz="720725">
                <a:buClr>
                  <a:srgbClr val="000066"/>
                </a:buClr>
                <a:buSzPct val="100000"/>
                <a:tabLst>
                  <a:tab pos="649288" algn="l"/>
                  <a:tab pos="7050088" algn="r"/>
                </a:tabLst>
              </a:pPr>
              <a:r>
                <a:rPr lang="en-US" sz="2000" b="1" noProof="0" dirty="0">
                  <a:solidFill>
                    <a:srgbClr val="0000C8"/>
                  </a:solidFill>
                  <a:ea typeface="Verdana" pitchFamily="34" charset="0"/>
                  <a:cs typeface="Verdana" pitchFamily="34" charset="0"/>
                </a:rPr>
                <a:t>start sudo session</a:t>
              </a:r>
            </a:p>
          </p:txBody>
        </p:sp>
        <p:sp>
          <p:nvSpPr>
            <p:cNvPr id="34" name="Line 15">
              <a:extLst>
                <a:ext uri="{FF2B5EF4-FFF2-40B4-BE49-F238E27FC236}">
                  <a16:creationId xmlns:a16="http://schemas.microsoft.com/office/drawing/2014/main" id="{084CCF78-A122-1584-DDB2-880FEDE4E82D}"/>
                </a:ext>
              </a:extLst>
            </p:cNvPr>
            <p:cNvSpPr>
              <a:spLocks noChangeShapeType="1"/>
            </p:cNvSpPr>
            <p:nvPr/>
          </p:nvSpPr>
          <p:spPr bwMode="auto">
            <a:xfrm>
              <a:off x="4557430" y="3364438"/>
              <a:ext cx="1619" cy="303954"/>
            </a:xfrm>
            <a:prstGeom prst="line">
              <a:avLst/>
            </a:prstGeom>
            <a:noFill/>
            <a:ln w="38100" cmpd="dbl">
              <a:solidFill>
                <a:srgbClr val="0000C8"/>
              </a:solidFill>
              <a:miter lim="800000"/>
              <a:headEnd/>
              <a:tailEnd type="arrow" w="med" len="med"/>
            </a:ln>
          </p:spPr>
          <p:txBody>
            <a:bodyPr/>
            <a:lstStyle/>
            <a:p>
              <a:endParaRPr lang="en-US" noProof="0" dirty="0"/>
            </a:p>
          </p:txBody>
        </p:sp>
        <p:sp>
          <p:nvSpPr>
            <p:cNvPr id="35" name="Text Box 4">
              <a:extLst>
                <a:ext uri="{FF2B5EF4-FFF2-40B4-BE49-F238E27FC236}">
                  <a16:creationId xmlns:a16="http://schemas.microsoft.com/office/drawing/2014/main" id="{71A8FC97-85AA-D4FA-30C6-885D9C9880C9}"/>
                </a:ext>
              </a:extLst>
            </p:cNvPr>
            <p:cNvSpPr txBox="1">
              <a:spLocks noChangeArrowheads="1"/>
            </p:cNvSpPr>
            <p:nvPr/>
          </p:nvSpPr>
          <p:spPr bwMode="auto">
            <a:xfrm>
              <a:off x="3323930" y="3172640"/>
              <a:ext cx="2639735" cy="273814"/>
            </a:xfrm>
            <a:prstGeom prst="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anchor="ctr"/>
            <a:lstStyle/>
            <a:p>
              <a:pPr algn="ctr" defTabSz="720725">
                <a:buClr>
                  <a:srgbClr val="000066"/>
                </a:buClr>
                <a:buSzPct val="100000"/>
                <a:tabLst>
                  <a:tab pos="649288" algn="l"/>
                  <a:tab pos="7050088" algn="r"/>
                </a:tabLst>
              </a:pPr>
              <a:r>
                <a:rPr lang="en-US" sz="2000" b="1" noProof="0" dirty="0">
                  <a:solidFill>
                    <a:srgbClr val="0000C8"/>
                  </a:solidFill>
                  <a:ea typeface="Verdana" pitchFamily="34" charset="0"/>
                  <a:cs typeface="Verdana" pitchFamily="34" charset="0"/>
                </a:rPr>
                <a:t>provide password</a:t>
              </a:r>
            </a:p>
          </p:txBody>
        </p:sp>
        <p:sp>
          <p:nvSpPr>
            <p:cNvPr id="36" name="Line 6">
              <a:extLst>
                <a:ext uri="{FF2B5EF4-FFF2-40B4-BE49-F238E27FC236}">
                  <a16:creationId xmlns:a16="http://schemas.microsoft.com/office/drawing/2014/main" id="{4CC16685-DB10-BCD5-4320-50E3574D320B}"/>
                </a:ext>
              </a:extLst>
            </p:cNvPr>
            <p:cNvSpPr>
              <a:spLocks noChangeShapeType="1"/>
            </p:cNvSpPr>
            <p:nvPr/>
          </p:nvSpPr>
          <p:spPr bwMode="auto">
            <a:xfrm flipH="1" flipV="1">
              <a:off x="6050757" y="3329329"/>
              <a:ext cx="1420764" cy="4894"/>
            </a:xfrm>
            <a:prstGeom prst="line">
              <a:avLst/>
            </a:prstGeom>
            <a:noFill/>
            <a:ln w="19050">
              <a:solidFill>
                <a:schemeClr val="accent1">
                  <a:lumMod val="75000"/>
                </a:schemeClr>
              </a:solidFill>
              <a:miter lim="800000"/>
              <a:headEnd/>
              <a:tailEnd type="arrow" w="med" len="med"/>
            </a:ln>
          </p:spPr>
          <p:txBody>
            <a:bodyPr/>
            <a:lstStyle/>
            <a:p>
              <a:endParaRPr lang="en-US" noProof="0" dirty="0"/>
            </a:p>
          </p:txBody>
        </p:sp>
        <p:grpSp>
          <p:nvGrpSpPr>
            <p:cNvPr id="53" name="Group 52">
              <a:extLst>
                <a:ext uri="{FF2B5EF4-FFF2-40B4-BE49-F238E27FC236}">
                  <a16:creationId xmlns:a16="http://schemas.microsoft.com/office/drawing/2014/main" id="{B77D0783-E4AF-F54E-3C2C-5D709464F30D}"/>
                </a:ext>
              </a:extLst>
            </p:cNvPr>
            <p:cNvGrpSpPr/>
            <p:nvPr/>
          </p:nvGrpSpPr>
          <p:grpSpPr>
            <a:xfrm>
              <a:off x="2387600" y="5603457"/>
              <a:ext cx="2241997" cy="825860"/>
              <a:chOff x="4356100" y="4115633"/>
              <a:chExt cx="2127943" cy="1116767"/>
            </a:xfrm>
          </p:grpSpPr>
          <p:sp>
            <p:nvSpPr>
              <p:cNvPr id="37" name="Text Box 7">
                <a:extLst>
                  <a:ext uri="{FF2B5EF4-FFF2-40B4-BE49-F238E27FC236}">
                    <a16:creationId xmlns:a16="http://schemas.microsoft.com/office/drawing/2014/main" id="{808C55D1-5175-A77E-B118-41EED2F1C459}"/>
                  </a:ext>
                </a:extLst>
              </p:cNvPr>
              <p:cNvSpPr txBox="1">
                <a:spLocks noChangeArrowheads="1"/>
              </p:cNvSpPr>
              <p:nvPr/>
            </p:nvSpPr>
            <p:spPr bwMode="auto">
              <a:xfrm>
                <a:off x="4356100" y="4115633"/>
                <a:ext cx="2127943" cy="377566"/>
              </a:xfrm>
              <a:prstGeom prst="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anchor="ctr"/>
              <a:lstStyle/>
              <a:p>
                <a:pPr algn="ctr" defTabSz="720725">
                  <a:buClr>
                    <a:srgbClr val="000066"/>
                  </a:buClr>
                  <a:buSzPct val="100000"/>
                  <a:tabLst>
                    <a:tab pos="649288" algn="l"/>
                    <a:tab pos="7050088" algn="r"/>
                  </a:tabLst>
                </a:pPr>
                <a:r>
                  <a:rPr lang="en-US" sz="2000" b="1" noProof="0" dirty="0">
                    <a:solidFill>
                      <a:srgbClr val="0000C8"/>
                    </a:solidFill>
                    <a:ea typeface="Verdana" pitchFamily="34" charset="0"/>
                    <a:cs typeface="Verdana" pitchFamily="34" charset="0"/>
                  </a:rPr>
                  <a:t>start</a:t>
                </a:r>
                <a:r>
                  <a:rPr lang="en-US" sz="2000" noProof="0" dirty="0">
                    <a:solidFill>
                      <a:srgbClr val="0000C8"/>
                    </a:solidFill>
                    <a:cs typeface="Arial" pitchFamily="34" charset="0"/>
                  </a:rPr>
                  <a:t> </a:t>
                </a:r>
                <a:r>
                  <a:rPr lang="en-US" sz="2000" b="1" noProof="0" dirty="0">
                    <a:solidFill>
                      <a:srgbClr val="0000C8"/>
                    </a:solidFill>
                    <a:ea typeface="Verdana" pitchFamily="34" charset="0"/>
                    <a:cs typeface="Verdana" pitchFamily="34" charset="0"/>
                  </a:rPr>
                  <a:t>command</a:t>
                </a:r>
              </a:p>
            </p:txBody>
          </p:sp>
          <p:sp>
            <p:nvSpPr>
              <p:cNvPr id="38" name="Text Box 8">
                <a:extLst>
                  <a:ext uri="{FF2B5EF4-FFF2-40B4-BE49-F238E27FC236}">
                    <a16:creationId xmlns:a16="http://schemas.microsoft.com/office/drawing/2014/main" id="{A3563514-52AA-6E88-EBE8-CAF2655EF540}"/>
                  </a:ext>
                </a:extLst>
              </p:cNvPr>
              <p:cNvSpPr txBox="1">
                <a:spLocks noChangeArrowheads="1"/>
              </p:cNvSpPr>
              <p:nvPr/>
            </p:nvSpPr>
            <p:spPr bwMode="auto">
              <a:xfrm>
                <a:off x="4356100" y="4493201"/>
                <a:ext cx="2127943" cy="377565"/>
              </a:xfrm>
              <a:prstGeom prst="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anchor="ctr"/>
              <a:lstStyle/>
              <a:p>
                <a:pPr algn="ctr" defTabSz="720725">
                  <a:buClr>
                    <a:srgbClr val="000066"/>
                  </a:buClr>
                  <a:buSzPct val="100000"/>
                  <a:tabLst>
                    <a:tab pos="649288" algn="l"/>
                    <a:tab pos="7050088" algn="r"/>
                  </a:tabLst>
                </a:pPr>
                <a:r>
                  <a:rPr lang="en-US" sz="2000" b="1" noProof="0" dirty="0">
                    <a:solidFill>
                      <a:srgbClr val="FF0000"/>
                    </a:solidFill>
                    <a:ea typeface="Verdana" pitchFamily="34" charset="0"/>
                    <a:cs typeface="Verdana" pitchFamily="34" charset="0"/>
                  </a:rPr>
                  <a:t>log</a:t>
                </a:r>
                <a:r>
                  <a:rPr lang="en-US" sz="2000" noProof="0" dirty="0">
                    <a:solidFill>
                      <a:srgbClr val="FF0000"/>
                    </a:solidFill>
                    <a:cs typeface="Arial" pitchFamily="34" charset="0"/>
                  </a:rPr>
                  <a:t> </a:t>
                </a:r>
                <a:r>
                  <a:rPr lang="en-US" sz="2000" b="1" noProof="0" dirty="0">
                    <a:solidFill>
                      <a:srgbClr val="FF0000"/>
                    </a:solidFill>
                    <a:ea typeface="Verdana" pitchFamily="34" charset="0"/>
                    <a:cs typeface="Verdana" pitchFamily="34" charset="0"/>
                  </a:rPr>
                  <a:t>it</a:t>
                </a:r>
              </a:p>
            </p:txBody>
          </p:sp>
          <p:sp>
            <p:nvSpPr>
              <p:cNvPr id="39" name="Text Box 9">
                <a:extLst>
                  <a:ext uri="{FF2B5EF4-FFF2-40B4-BE49-F238E27FC236}">
                    <a16:creationId xmlns:a16="http://schemas.microsoft.com/office/drawing/2014/main" id="{CFF78FCF-120C-D971-4102-A7FBE38DAF40}"/>
                  </a:ext>
                </a:extLst>
              </p:cNvPr>
              <p:cNvSpPr txBox="1">
                <a:spLocks noChangeArrowheads="1"/>
              </p:cNvSpPr>
              <p:nvPr/>
            </p:nvSpPr>
            <p:spPr bwMode="auto">
              <a:xfrm>
                <a:off x="4356100" y="4854834"/>
                <a:ext cx="2127943" cy="377566"/>
              </a:xfrm>
              <a:prstGeom prst="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anchor="ctr"/>
              <a:lstStyle/>
              <a:p>
                <a:pPr algn="ctr" defTabSz="720725">
                  <a:buClr>
                    <a:srgbClr val="000066"/>
                  </a:buClr>
                  <a:buSzPct val="100000"/>
                  <a:tabLst>
                    <a:tab pos="649288" algn="l"/>
                    <a:tab pos="7050088" algn="r"/>
                  </a:tabLst>
                </a:pPr>
                <a:r>
                  <a:rPr lang="en-US" sz="2000" b="1" noProof="0" dirty="0">
                    <a:solidFill>
                      <a:srgbClr val="0000C8"/>
                    </a:solidFill>
                    <a:ea typeface="Verdana" pitchFamily="34" charset="0"/>
                    <a:cs typeface="Verdana" pitchFamily="34" charset="0"/>
                  </a:rPr>
                  <a:t>start</a:t>
                </a:r>
                <a:r>
                  <a:rPr lang="en-US" sz="2000" noProof="0" dirty="0">
                    <a:solidFill>
                      <a:srgbClr val="0000C8"/>
                    </a:solidFill>
                    <a:cs typeface="Arial" pitchFamily="34" charset="0"/>
                  </a:rPr>
                  <a:t> </a:t>
                </a:r>
                <a:r>
                  <a:rPr lang="en-US" sz="2000" b="1" noProof="0" dirty="0">
                    <a:solidFill>
                      <a:srgbClr val="0000C8"/>
                    </a:solidFill>
                    <a:ea typeface="Verdana" pitchFamily="34" charset="0"/>
                    <a:cs typeface="Verdana" pitchFamily="34" charset="0"/>
                  </a:rPr>
                  <a:t>time</a:t>
                </a:r>
                <a:r>
                  <a:rPr lang="en-US" sz="2000" noProof="0" dirty="0">
                    <a:solidFill>
                      <a:srgbClr val="0000C8"/>
                    </a:solidFill>
                    <a:cs typeface="Arial" pitchFamily="34" charset="0"/>
                  </a:rPr>
                  <a:t> </a:t>
                </a:r>
                <a:r>
                  <a:rPr lang="en-US" sz="2000" b="1" noProof="0" dirty="0">
                    <a:solidFill>
                      <a:srgbClr val="0000C8"/>
                    </a:solidFill>
                    <a:ea typeface="Verdana" pitchFamily="34" charset="0"/>
                    <a:cs typeface="Verdana" pitchFamily="34" charset="0"/>
                  </a:rPr>
                  <a:t>ticket</a:t>
                </a:r>
              </a:p>
            </p:txBody>
          </p:sp>
        </p:grpSp>
        <p:sp>
          <p:nvSpPr>
            <p:cNvPr id="40" name="Text Box 10">
              <a:extLst>
                <a:ext uri="{FF2B5EF4-FFF2-40B4-BE49-F238E27FC236}">
                  <a16:creationId xmlns:a16="http://schemas.microsoft.com/office/drawing/2014/main" id="{0D6C1DBA-5219-C0A3-B000-E6C7D7AEEFBD}"/>
                </a:ext>
              </a:extLst>
            </p:cNvPr>
            <p:cNvSpPr txBox="1">
              <a:spLocks noChangeArrowheads="1"/>
            </p:cNvSpPr>
            <p:nvPr/>
          </p:nvSpPr>
          <p:spPr bwMode="auto">
            <a:xfrm>
              <a:off x="7873434" y="4861872"/>
              <a:ext cx="2072025" cy="279214"/>
            </a:xfrm>
            <a:prstGeom prst="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anchor="ctr"/>
            <a:lstStyle/>
            <a:p>
              <a:pPr algn="ctr" defTabSz="720725">
                <a:buClr>
                  <a:srgbClr val="000066"/>
                </a:buClr>
                <a:buSzPct val="100000"/>
                <a:tabLst>
                  <a:tab pos="649288" algn="l"/>
                  <a:tab pos="7050088" algn="r"/>
                </a:tabLst>
              </a:pPr>
              <a:r>
                <a:rPr lang="en-US" sz="2000" b="1" noProof="0" dirty="0">
                  <a:solidFill>
                    <a:srgbClr val="FF0000"/>
                  </a:solidFill>
                  <a:ea typeface="Verdana" pitchFamily="34" charset="0"/>
                  <a:cs typeface="Verdana" pitchFamily="34" charset="0"/>
                </a:rPr>
                <a:t>log it</a:t>
              </a:r>
            </a:p>
          </p:txBody>
        </p:sp>
        <p:sp>
          <p:nvSpPr>
            <p:cNvPr id="41" name="Line 16">
              <a:extLst>
                <a:ext uri="{FF2B5EF4-FFF2-40B4-BE49-F238E27FC236}">
                  <a16:creationId xmlns:a16="http://schemas.microsoft.com/office/drawing/2014/main" id="{535243F9-4ED4-DD81-1077-779EDF298569}"/>
                </a:ext>
              </a:extLst>
            </p:cNvPr>
            <p:cNvSpPr>
              <a:spLocks noChangeShapeType="1"/>
            </p:cNvSpPr>
            <p:nvPr/>
          </p:nvSpPr>
          <p:spPr bwMode="auto">
            <a:xfrm flipH="1">
              <a:off x="3181270" y="4064147"/>
              <a:ext cx="1372920" cy="1539308"/>
            </a:xfrm>
            <a:prstGeom prst="line">
              <a:avLst/>
            </a:prstGeom>
            <a:noFill/>
            <a:ln w="38100" cmpd="dbl">
              <a:solidFill>
                <a:srgbClr val="0000C8"/>
              </a:solidFill>
              <a:miter lim="800000"/>
              <a:headEnd/>
              <a:tailEnd type="arrow" w="med" len="med"/>
            </a:ln>
          </p:spPr>
          <p:txBody>
            <a:bodyPr/>
            <a:lstStyle/>
            <a:p>
              <a:endParaRPr lang="en-US" noProof="0" dirty="0"/>
            </a:p>
          </p:txBody>
        </p:sp>
        <p:sp>
          <p:nvSpPr>
            <p:cNvPr id="43" name="Line 21">
              <a:extLst>
                <a:ext uri="{FF2B5EF4-FFF2-40B4-BE49-F238E27FC236}">
                  <a16:creationId xmlns:a16="http://schemas.microsoft.com/office/drawing/2014/main" id="{BFD70713-9EF9-1335-8902-07E59E0D0EE8}"/>
                </a:ext>
              </a:extLst>
            </p:cNvPr>
            <p:cNvSpPr>
              <a:spLocks noChangeShapeType="1"/>
            </p:cNvSpPr>
            <p:nvPr/>
          </p:nvSpPr>
          <p:spPr bwMode="auto">
            <a:xfrm flipH="1">
              <a:off x="5772078" y="3972542"/>
              <a:ext cx="1246453" cy="0"/>
            </a:xfrm>
            <a:prstGeom prst="line">
              <a:avLst/>
            </a:prstGeom>
            <a:noFill/>
            <a:ln w="19050">
              <a:solidFill>
                <a:schemeClr val="accent1">
                  <a:lumMod val="75000"/>
                </a:schemeClr>
              </a:solidFill>
              <a:miter lim="800000"/>
              <a:headEnd/>
              <a:tailEnd type="arrow" w="med" len="med"/>
            </a:ln>
          </p:spPr>
          <p:txBody>
            <a:bodyPr/>
            <a:lstStyle/>
            <a:p>
              <a:endParaRPr lang="en-US" noProof="0" dirty="0"/>
            </a:p>
          </p:txBody>
        </p:sp>
        <p:sp>
          <p:nvSpPr>
            <p:cNvPr id="44" name="Line 16">
              <a:extLst>
                <a:ext uri="{FF2B5EF4-FFF2-40B4-BE49-F238E27FC236}">
                  <a16:creationId xmlns:a16="http://schemas.microsoft.com/office/drawing/2014/main" id="{64B9BC77-BBD3-F975-0E6D-521138D02163}"/>
                </a:ext>
              </a:extLst>
            </p:cNvPr>
            <p:cNvSpPr>
              <a:spLocks noChangeShapeType="1"/>
            </p:cNvSpPr>
            <p:nvPr/>
          </p:nvSpPr>
          <p:spPr bwMode="auto">
            <a:xfrm>
              <a:off x="4586145" y="4086934"/>
              <a:ext cx="3253731" cy="932222"/>
            </a:xfrm>
            <a:prstGeom prst="line">
              <a:avLst/>
            </a:prstGeom>
            <a:noFill/>
            <a:ln w="38100" cmpd="dbl">
              <a:solidFill>
                <a:srgbClr val="0000C8"/>
              </a:solidFill>
              <a:miter lim="800000"/>
              <a:headEnd/>
              <a:tailEnd type="arrow" w="med" len="med"/>
            </a:ln>
          </p:spPr>
          <p:txBody>
            <a:bodyPr/>
            <a:lstStyle/>
            <a:p>
              <a:endParaRPr lang="en-US" noProof="0" dirty="0"/>
            </a:p>
          </p:txBody>
        </p:sp>
        <p:sp>
          <p:nvSpPr>
            <p:cNvPr id="46" name="Text Box 12">
              <a:extLst>
                <a:ext uri="{FF2B5EF4-FFF2-40B4-BE49-F238E27FC236}">
                  <a16:creationId xmlns:a16="http://schemas.microsoft.com/office/drawing/2014/main" id="{D4DCAD6A-9C65-1D20-3D1C-1F11721EE1F9}"/>
                </a:ext>
              </a:extLst>
            </p:cNvPr>
            <p:cNvSpPr txBox="1">
              <a:spLocks noChangeArrowheads="1"/>
            </p:cNvSpPr>
            <p:nvPr/>
          </p:nvSpPr>
          <p:spPr bwMode="auto">
            <a:xfrm>
              <a:off x="3467785" y="4803555"/>
              <a:ext cx="734922" cy="268032"/>
            </a:xfrm>
            <a:prstGeom prst="rect">
              <a:avLst/>
            </a:prstGeom>
            <a:solidFill>
              <a:schemeClr val="bg1"/>
            </a:solidFill>
            <a:ln w="9525">
              <a:solidFill>
                <a:srgbClr val="0000C8"/>
              </a:solidFill>
              <a:round/>
              <a:headEnd/>
              <a:tailEnd/>
            </a:ln>
          </p:spPr>
          <p:txBody>
            <a:bodyPr lIns="90000" tIns="10800" rIns="90000" bIns="10800">
              <a:spAutoFit/>
            </a:bodyPr>
            <a:lstStyle/>
            <a:p>
              <a:pPr algn="ctr" defTabSz="449263">
                <a:spcBef>
                  <a:spcPts val="1250"/>
                </a:spcBef>
                <a:buClr>
                  <a:srgbClr val="0000C8"/>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noProof="0" dirty="0">
                  <a:solidFill>
                    <a:srgbClr val="0000C8"/>
                  </a:solidFill>
                </a:rPr>
                <a:t>YES</a:t>
              </a:r>
            </a:p>
          </p:txBody>
        </p:sp>
        <p:sp>
          <p:nvSpPr>
            <p:cNvPr id="47" name="Line 28">
              <a:extLst>
                <a:ext uri="{FF2B5EF4-FFF2-40B4-BE49-F238E27FC236}">
                  <a16:creationId xmlns:a16="http://schemas.microsoft.com/office/drawing/2014/main" id="{14B8A7B8-71AD-FB01-5528-D85D664FAF0C}"/>
                </a:ext>
              </a:extLst>
            </p:cNvPr>
            <p:cNvSpPr>
              <a:spLocks noChangeShapeType="1"/>
            </p:cNvSpPr>
            <p:nvPr/>
          </p:nvSpPr>
          <p:spPr bwMode="auto">
            <a:xfrm flipH="1" flipV="1">
              <a:off x="6464065" y="1988567"/>
              <a:ext cx="1048836" cy="1118588"/>
            </a:xfrm>
            <a:prstGeom prst="line">
              <a:avLst/>
            </a:prstGeom>
            <a:noFill/>
            <a:ln w="19050">
              <a:solidFill>
                <a:schemeClr val="accent1">
                  <a:lumMod val="75000"/>
                </a:schemeClr>
              </a:solidFill>
              <a:miter lim="800000"/>
              <a:headEnd/>
              <a:tailEnd type="arrow" w="med" len="med"/>
            </a:ln>
          </p:spPr>
          <p:txBody>
            <a:bodyPr/>
            <a:lstStyle/>
            <a:p>
              <a:endParaRPr lang="en-US" noProof="0" dirty="0"/>
            </a:p>
          </p:txBody>
        </p:sp>
        <p:sp>
          <p:nvSpPr>
            <p:cNvPr id="48" name="AutoShape 29">
              <a:extLst>
                <a:ext uri="{FF2B5EF4-FFF2-40B4-BE49-F238E27FC236}">
                  <a16:creationId xmlns:a16="http://schemas.microsoft.com/office/drawing/2014/main" id="{1D1DA12D-369E-E6DA-331D-E49833FF1991}"/>
                </a:ext>
              </a:extLst>
            </p:cNvPr>
            <p:cNvSpPr>
              <a:spLocks noChangeArrowheads="1"/>
            </p:cNvSpPr>
            <p:nvPr/>
          </p:nvSpPr>
          <p:spPr bwMode="auto">
            <a:xfrm>
              <a:off x="3581115" y="3663923"/>
              <a:ext cx="2010059" cy="733663"/>
            </a:xfrm>
            <a:prstGeom prst="flowChartDecision">
              <a:avLst/>
            </a:prstGeom>
            <a:solidFill>
              <a:schemeClr val="accent5"/>
            </a:solidFill>
            <a:ln w="12700">
              <a:solidFill>
                <a:srgbClr val="333333"/>
              </a:solidFill>
              <a:miter lim="800000"/>
              <a:headEnd/>
              <a:tailEnd/>
            </a:ln>
          </p:spPr>
          <p:txBody>
            <a:bodyPr wrap="square" anchor="ctr">
              <a:spAutoFit/>
            </a:bodyPr>
            <a:lstStyle/>
            <a:p>
              <a:pPr algn="ctr"/>
              <a:r>
                <a:rPr lang="en-US" sz="1600" noProof="0" dirty="0"/>
                <a:t>allowed</a:t>
              </a:r>
              <a:r>
                <a:rPr lang="en-US" sz="1800" b="1" noProof="0" dirty="0"/>
                <a:t> </a:t>
              </a:r>
              <a:r>
                <a:rPr lang="en-US" sz="1600" b="1" noProof="0" dirty="0"/>
                <a:t>?</a:t>
              </a:r>
            </a:p>
          </p:txBody>
        </p:sp>
        <p:sp>
          <p:nvSpPr>
            <p:cNvPr id="49" name="Text Box 12">
              <a:extLst>
                <a:ext uri="{FF2B5EF4-FFF2-40B4-BE49-F238E27FC236}">
                  <a16:creationId xmlns:a16="http://schemas.microsoft.com/office/drawing/2014/main" id="{2B313874-AF44-914A-0526-1D6F401EA0EE}"/>
                </a:ext>
              </a:extLst>
            </p:cNvPr>
            <p:cNvSpPr txBox="1">
              <a:spLocks noChangeArrowheads="1"/>
            </p:cNvSpPr>
            <p:nvPr/>
          </p:nvSpPr>
          <p:spPr bwMode="auto">
            <a:xfrm>
              <a:off x="6096603" y="4478065"/>
              <a:ext cx="734922" cy="268032"/>
            </a:xfrm>
            <a:prstGeom prst="rect">
              <a:avLst/>
            </a:prstGeom>
            <a:solidFill>
              <a:schemeClr val="bg1"/>
            </a:solidFill>
            <a:ln w="9525">
              <a:solidFill>
                <a:srgbClr val="0000C8"/>
              </a:solidFill>
              <a:round/>
              <a:headEnd/>
              <a:tailEnd/>
            </a:ln>
          </p:spPr>
          <p:txBody>
            <a:bodyPr lIns="90000" tIns="10800" rIns="90000" bIns="10800">
              <a:spAutoFit/>
            </a:bodyPr>
            <a:lstStyle/>
            <a:p>
              <a:pPr algn="ctr" defTabSz="449263">
                <a:spcBef>
                  <a:spcPts val="1250"/>
                </a:spcBef>
                <a:buClr>
                  <a:srgbClr val="0000C8"/>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noProof="0" dirty="0">
                  <a:solidFill>
                    <a:srgbClr val="0000C8"/>
                  </a:solidFill>
                </a:rPr>
                <a:t>NO</a:t>
              </a:r>
            </a:p>
          </p:txBody>
        </p:sp>
        <p:sp>
          <p:nvSpPr>
            <p:cNvPr id="50" name="Rounded Rectangle 24">
              <a:extLst>
                <a:ext uri="{FF2B5EF4-FFF2-40B4-BE49-F238E27FC236}">
                  <a16:creationId xmlns:a16="http://schemas.microsoft.com/office/drawing/2014/main" id="{9C5900F3-015D-5562-DC60-75E975B17F64}"/>
                </a:ext>
              </a:extLst>
            </p:cNvPr>
            <p:cNvSpPr/>
            <p:nvPr/>
          </p:nvSpPr>
          <p:spPr>
            <a:xfrm>
              <a:off x="6755165" y="3107155"/>
              <a:ext cx="3253730" cy="407157"/>
            </a:xfrm>
            <a:prstGeom prst="round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algn="ctr" defTabSz="720725">
                <a:tabLst>
                  <a:tab pos="649288" algn="l"/>
                  <a:tab pos="7050088" algn="r"/>
                </a:tabLst>
              </a:pPr>
              <a:r>
                <a:rPr lang="en-US" sz="2000" noProof="0" dirty="0">
                  <a:cs typeface="Arial" pitchFamily="34" charset="0"/>
                </a:rPr>
                <a:t>Use your own password</a:t>
              </a:r>
            </a:p>
          </p:txBody>
        </p:sp>
        <p:sp>
          <p:nvSpPr>
            <p:cNvPr id="51" name="Rounded Rectangle 27">
              <a:extLst>
                <a:ext uri="{FF2B5EF4-FFF2-40B4-BE49-F238E27FC236}">
                  <a16:creationId xmlns:a16="http://schemas.microsoft.com/office/drawing/2014/main" id="{20F05A04-3471-2B6A-2D30-E5997DE7ACD4}"/>
                </a:ext>
              </a:extLst>
            </p:cNvPr>
            <p:cNvSpPr/>
            <p:nvPr/>
          </p:nvSpPr>
          <p:spPr>
            <a:xfrm>
              <a:off x="6708556" y="3761361"/>
              <a:ext cx="3253731" cy="407157"/>
            </a:xfrm>
            <a:prstGeom prst="round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algn="ctr" defTabSz="720725">
                <a:lnSpc>
                  <a:spcPct val="80000"/>
                </a:lnSpc>
                <a:buClr>
                  <a:srgbClr val="000066"/>
                </a:buClr>
                <a:buSzPct val="100000"/>
                <a:tabLst>
                  <a:tab pos="649288" algn="l"/>
                  <a:tab pos="7050088" algn="r"/>
                </a:tabLst>
              </a:pPr>
              <a:r>
                <a:rPr lang="en-US" sz="2000" noProof="0" dirty="0">
                  <a:cs typeface="Arial" pitchFamily="34" charset="0"/>
                </a:rPr>
                <a:t>consults </a:t>
              </a:r>
              <a:r>
                <a:rPr lang="en-US" sz="2000" b="1" noProof="0" dirty="0">
                  <a:solidFill>
                    <a:srgbClr val="0000C8"/>
                  </a:solidFill>
                  <a:latin typeface="Hack" panose="020B0609030202020204" pitchFamily="49" charset="0"/>
                  <a:ea typeface="Hack" panose="020B0609030202020204" pitchFamily="49" charset="0"/>
                  <a:cs typeface="Hack" panose="020B0609030202020204" pitchFamily="49" charset="0"/>
                </a:rPr>
                <a:t>/etc/sudoers</a:t>
              </a:r>
            </a:p>
          </p:txBody>
        </p:sp>
        <p:sp>
          <p:nvSpPr>
            <p:cNvPr id="42" name="Line 19">
              <a:extLst>
                <a:ext uri="{FF2B5EF4-FFF2-40B4-BE49-F238E27FC236}">
                  <a16:creationId xmlns:a16="http://schemas.microsoft.com/office/drawing/2014/main" id="{22B4EC86-CF19-BCD2-BAC9-B12F9992A8A0}"/>
                </a:ext>
              </a:extLst>
            </p:cNvPr>
            <p:cNvSpPr>
              <a:spLocks noChangeShapeType="1"/>
            </p:cNvSpPr>
            <p:nvPr/>
          </p:nvSpPr>
          <p:spPr bwMode="auto">
            <a:xfrm flipH="1">
              <a:off x="4663045" y="6296398"/>
              <a:ext cx="3038009" cy="1669"/>
            </a:xfrm>
            <a:prstGeom prst="line">
              <a:avLst/>
            </a:prstGeom>
            <a:noFill/>
            <a:ln w="19050">
              <a:solidFill>
                <a:schemeClr val="accent1">
                  <a:lumMod val="75000"/>
                </a:schemeClr>
              </a:solidFill>
              <a:miter lim="800000"/>
              <a:headEnd/>
              <a:tailEnd type="arrow" w="med" len="med"/>
            </a:ln>
          </p:spPr>
          <p:txBody>
            <a:bodyPr/>
            <a:lstStyle/>
            <a:p>
              <a:endParaRPr lang="en-US" noProof="0" dirty="0"/>
            </a:p>
          </p:txBody>
        </p:sp>
        <p:sp>
          <p:nvSpPr>
            <p:cNvPr id="52" name="Rounded Rectangle 28">
              <a:extLst>
                <a:ext uri="{FF2B5EF4-FFF2-40B4-BE49-F238E27FC236}">
                  <a16:creationId xmlns:a16="http://schemas.microsoft.com/office/drawing/2014/main" id="{34F005AE-EABF-0C60-B524-262E7E0C818A}"/>
                </a:ext>
              </a:extLst>
            </p:cNvPr>
            <p:cNvSpPr/>
            <p:nvPr/>
          </p:nvSpPr>
          <p:spPr>
            <a:xfrm>
              <a:off x="5755251" y="6141396"/>
              <a:ext cx="4190208" cy="315009"/>
            </a:xfrm>
            <a:prstGeom prst="round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algn="ctr" defTabSz="720725">
                <a:lnSpc>
                  <a:spcPct val="80000"/>
                </a:lnSpc>
                <a:buClr>
                  <a:srgbClr val="000066"/>
                </a:buClr>
                <a:buSzPct val="100000"/>
                <a:tabLst>
                  <a:tab pos="649288" algn="l"/>
                  <a:tab pos="7050088" algn="r"/>
                </a:tabLst>
              </a:pPr>
              <a:r>
                <a:rPr lang="en-US" sz="2000" noProof="0" dirty="0">
                  <a:cs typeface="Arial" pitchFamily="34" charset="0"/>
                </a:rPr>
                <a:t>ticket valid for a few minutes</a:t>
              </a:r>
            </a:p>
          </p:txBody>
        </p:sp>
      </p:grpSp>
    </p:spTree>
    <p:extLst>
      <p:ext uri="{BB962C8B-B14F-4D97-AF65-F5344CB8AC3E}">
        <p14:creationId xmlns:p14="http://schemas.microsoft.com/office/powerpoint/2010/main" val="13022306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itle 31">
            <a:extLst>
              <a:ext uri="{FF2B5EF4-FFF2-40B4-BE49-F238E27FC236}">
                <a16:creationId xmlns:a16="http://schemas.microsoft.com/office/drawing/2014/main" id="{301D4504-AD26-FE20-393D-B096950C0BDD}"/>
              </a:ext>
            </a:extLst>
          </p:cNvPr>
          <p:cNvSpPr>
            <a:spLocks noGrp="1"/>
          </p:cNvSpPr>
          <p:nvPr>
            <p:ph type="ctrTitle"/>
          </p:nvPr>
        </p:nvSpPr>
        <p:spPr/>
        <p:txBody>
          <a:bodyPr/>
          <a:lstStyle/>
          <a:p>
            <a:r>
              <a:rPr lang="en-US" noProof="0" dirty="0"/>
              <a:t>Changing identity</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endParaRPr lang="en-US" sz="1800" spc="-8" noProof="0" dirty="0">
              <a:solidFill>
                <a:srgbClr val="2D2C2C"/>
              </a:solidFill>
              <a:cs typeface="Segoe UI"/>
            </a:endParaRPr>
          </a:p>
          <a:p>
            <a:endParaRPr lang="en-US" sz="1800" spc="-8" noProof="0" dirty="0">
              <a:solidFill>
                <a:srgbClr val="2D2C2C"/>
              </a:solidFill>
              <a:cs typeface="Segoe UI"/>
            </a:endParaRPr>
          </a:p>
          <a:p>
            <a:endParaRPr lang="en-US" sz="1800" spc="-8" noProof="0" dirty="0">
              <a:solidFill>
                <a:srgbClr val="2D2C2C"/>
              </a:solidFill>
              <a:cs typeface="Segoe UI"/>
            </a:endParaRPr>
          </a:p>
          <a:p>
            <a:endParaRPr lang="en-US" sz="1800" spc="-8" noProof="0" dirty="0">
              <a:solidFill>
                <a:srgbClr val="2D2C2C"/>
              </a:solidFill>
              <a:cs typeface="Segoe UI"/>
            </a:endParaRPr>
          </a:p>
          <a:p>
            <a:endParaRPr lang="en-US" sz="1800" spc="-8" noProof="0" dirty="0">
              <a:solidFill>
                <a:srgbClr val="2D2C2C"/>
              </a:solidFill>
              <a:cs typeface="Segoe UI"/>
            </a:endParaRPr>
          </a:p>
          <a:p>
            <a:endParaRPr lang="en-US" sz="1800" spc="-8" noProof="0" dirty="0">
              <a:solidFill>
                <a:srgbClr val="2D2C2C"/>
              </a:solidFill>
              <a:cs typeface="Segoe UI"/>
            </a:endParaRPr>
          </a:p>
          <a:p>
            <a:endParaRPr lang="en-US" sz="1800" spc="-8" noProof="0" dirty="0">
              <a:solidFill>
                <a:srgbClr val="2D2C2C"/>
              </a:solidFill>
              <a:cs typeface="Segoe UI"/>
            </a:endParaRPr>
          </a:p>
          <a:p>
            <a:r>
              <a:rPr lang="en-US" sz="1800" spc="-8" noProof="0" dirty="0">
                <a:solidFill>
                  <a:srgbClr val="2D2C2C"/>
                </a:solidFill>
                <a:cs typeface="Segoe UI"/>
              </a:rPr>
              <a:t>When changing the identity with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sudo</a:t>
            </a:r>
            <a:r>
              <a:rPr lang="en-US" sz="1800" spc="-8" noProof="0" dirty="0">
                <a:solidFill>
                  <a:srgbClr val="2D2C2C"/>
                </a:solidFill>
                <a:cs typeface="Segoe UI"/>
              </a:rPr>
              <a:t>, a new process is created.</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18</a:t>
            </a:fld>
            <a:endParaRPr lang="en-US" noProof="0" dirty="0"/>
          </a:p>
        </p:txBody>
      </p:sp>
      <p:grpSp>
        <p:nvGrpSpPr>
          <p:cNvPr id="31" name="Group 30">
            <a:extLst>
              <a:ext uri="{FF2B5EF4-FFF2-40B4-BE49-F238E27FC236}">
                <a16:creationId xmlns:a16="http://schemas.microsoft.com/office/drawing/2014/main" id="{AC36B210-A6C4-93D0-4E6B-2AAA4C1D5B05}"/>
              </a:ext>
            </a:extLst>
          </p:cNvPr>
          <p:cNvGrpSpPr/>
          <p:nvPr/>
        </p:nvGrpSpPr>
        <p:grpSpPr>
          <a:xfrm>
            <a:off x="6131797" y="1119535"/>
            <a:ext cx="5544265" cy="4340400"/>
            <a:chOff x="5101881" y="1348721"/>
            <a:chExt cx="5544265" cy="4340400"/>
          </a:xfrm>
        </p:grpSpPr>
        <p:grpSp>
          <p:nvGrpSpPr>
            <p:cNvPr id="29" name="Group 28">
              <a:extLst>
                <a:ext uri="{FF2B5EF4-FFF2-40B4-BE49-F238E27FC236}">
                  <a16:creationId xmlns:a16="http://schemas.microsoft.com/office/drawing/2014/main" id="{B2F8A32C-7299-EA83-524B-8567DD9A6E1C}"/>
                </a:ext>
              </a:extLst>
            </p:cNvPr>
            <p:cNvGrpSpPr/>
            <p:nvPr/>
          </p:nvGrpSpPr>
          <p:grpSpPr>
            <a:xfrm>
              <a:off x="5101881" y="1348721"/>
              <a:ext cx="5544265" cy="4340400"/>
              <a:chOff x="5038381" y="2108977"/>
              <a:chExt cx="5544265" cy="4340400"/>
            </a:xfrm>
          </p:grpSpPr>
          <p:grpSp>
            <p:nvGrpSpPr>
              <p:cNvPr id="28" name="Group 27">
                <a:extLst>
                  <a:ext uri="{FF2B5EF4-FFF2-40B4-BE49-F238E27FC236}">
                    <a16:creationId xmlns:a16="http://schemas.microsoft.com/office/drawing/2014/main" id="{233668FB-0B08-4A4B-A951-27406AB6AF9C}"/>
                  </a:ext>
                </a:extLst>
              </p:cNvPr>
              <p:cNvGrpSpPr/>
              <p:nvPr/>
            </p:nvGrpSpPr>
            <p:grpSpPr>
              <a:xfrm>
                <a:off x="5038381" y="2108977"/>
                <a:ext cx="5544265" cy="4340400"/>
                <a:chOff x="5038381" y="2108977"/>
                <a:chExt cx="5544265" cy="4340400"/>
              </a:xfrm>
            </p:grpSpPr>
            <p:grpSp>
              <p:nvGrpSpPr>
                <p:cNvPr id="3" name="Group 2">
                  <a:extLst>
                    <a:ext uri="{FF2B5EF4-FFF2-40B4-BE49-F238E27FC236}">
                      <a16:creationId xmlns:a16="http://schemas.microsoft.com/office/drawing/2014/main" id="{C5B825D7-B110-38C2-8B9C-AF409859F233}"/>
                    </a:ext>
                  </a:extLst>
                </p:cNvPr>
                <p:cNvGrpSpPr/>
                <p:nvPr/>
              </p:nvGrpSpPr>
              <p:grpSpPr>
                <a:xfrm>
                  <a:off x="5038381" y="2108977"/>
                  <a:ext cx="5544265" cy="4340400"/>
                  <a:chOff x="4889413" y="298594"/>
                  <a:chExt cx="5544265" cy="4340400"/>
                </a:xfrm>
              </p:grpSpPr>
              <p:grpSp>
                <p:nvGrpSpPr>
                  <p:cNvPr id="4" name="Group 3">
                    <a:extLst>
                      <a:ext uri="{FF2B5EF4-FFF2-40B4-BE49-F238E27FC236}">
                        <a16:creationId xmlns:a16="http://schemas.microsoft.com/office/drawing/2014/main" id="{FF3A1F0F-E62A-D624-6C55-E97C8F7CEA26}"/>
                      </a:ext>
                    </a:extLst>
                  </p:cNvPr>
                  <p:cNvGrpSpPr/>
                  <p:nvPr/>
                </p:nvGrpSpPr>
                <p:grpSpPr>
                  <a:xfrm>
                    <a:off x="4889413" y="734114"/>
                    <a:ext cx="1286748" cy="1083411"/>
                    <a:chOff x="9306753" y="679288"/>
                    <a:chExt cx="1286748" cy="982985"/>
                  </a:xfrm>
                </p:grpSpPr>
                <p:sp>
                  <p:nvSpPr>
                    <p:cNvPr id="23" name="object 9">
                      <a:extLst>
                        <a:ext uri="{FF2B5EF4-FFF2-40B4-BE49-F238E27FC236}">
                          <a16:creationId xmlns:a16="http://schemas.microsoft.com/office/drawing/2014/main" id="{7DD7F962-FE59-FE39-0E3C-CBF2B7D0FA60}"/>
                        </a:ext>
                      </a:extLst>
                    </p:cNvPr>
                    <p:cNvSpPr txBox="1"/>
                    <p:nvPr/>
                  </p:nvSpPr>
                  <p:spPr>
                    <a:xfrm>
                      <a:off x="9606709" y="879594"/>
                      <a:ext cx="760164" cy="528389"/>
                    </a:xfrm>
                    <a:prstGeom prst="rect">
                      <a:avLst/>
                    </a:prstGeom>
                  </p:spPr>
                  <p:txBody>
                    <a:bodyPr vert="horz" wrap="square" lIns="0" tIns="43339" rIns="0" bIns="0" rtlCol="0">
                      <a:spAutoFit/>
                    </a:bodyPr>
                    <a:lstStyle/>
                    <a:p>
                      <a:pPr marL="10319" algn="ctr">
                        <a:spcBef>
                          <a:spcPts val="341"/>
                        </a:spcBef>
                      </a:pPr>
                      <a:r>
                        <a:rPr lang="en-US" sz="1600" b="1" spc="-37" noProof="0" dirty="0">
                          <a:solidFill>
                            <a:srgbClr val="0000C7"/>
                          </a:solidFill>
                          <a:latin typeface="Hack" panose="020B0609030202020204" pitchFamily="49" charset="0"/>
                          <a:ea typeface="Hack" panose="020B0609030202020204" pitchFamily="49" charset="0"/>
                          <a:cs typeface="Hack" panose="020B0609030202020204" pitchFamily="49" charset="0"/>
                        </a:rPr>
                        <a:t>b</a:t>
                      </a:r>
                      <a:r>
                        <a:rPr lang="en-US" sz="1600" b="1" noProof="0" dirty="0">
                          <a:solidFill>
                            <a:srgbClr val="0000C7"/>
                          </a:solidFill>
                          <a:latin typeface="Hack" panose="020B0609030202020204" pitchFamily="49" charset="0"/>
                          <a:ea typeface="Hack" panose="020B0609030202020204" pitchFamily="49" charset="0"/>
                          <a:cs typeface="Hack" panose="020B0609030202020204" pitchFamily="49" charset="0"/>
                        </a:rPr>
                        <a:t>a</a:t>
                      </a:r>
                      <a:r>
                        <a:rPr lang="en-US" sz="1600" b="1" spc="4" noProof="0" dirty="0">
                          <a:solidFill>
                            <a:srgbClr val="0000C7"/>
                          </a:solidFill>
                          <a:latin typeface="Hack" panose="020B0609030202020204" pitchFamily="49" charset="0"/>
                          <a:ea typeface="Hack" panose="020B0609030202020204" pitchFamily="49" charset="0"/>
                          <a:cs typeface="Hack" panose="020B0609030202020204" pitchFamily="49" charset="0"/>
                        </a:rPr>
                        <a:t>s</a:t>
                      </a:r>
                      <a:r>
                        <a:rPr lang="en-US" sz="1600" b="1" spc="-4" noProof="0" dirty="0">
                          <a:solidFill>
                            <a:srgbClr val="0000C7"/>
                          </a:solidFill>
                          <a:latin typeface="Hack" panose="020B0609030202020204" pitchFamily="49" charset="0"/>
                          <a:ea typeface="Hack" panose="020B0609030202020204" pitchFamily="49" charset="0"/>
                          <a:cs typeface="Hack" panose="020B0609030202020204" pitchFamily="49" charset="0"/>
                        </a:rPr>
                        <a:t>h</a:t>
                      </a:r>
                      <a:endParaRPr lang="en-US" sz="1600" b="1" noProof="0" dirty="0">
                        <a:latin typeface="Hack" panose="020B0609030202020204" pitchFamily="49" charset="0"/>
                        <a:ea typeface="Hack" panose="020B0609030202020204" pitchFamily="49" charset="0"/>
                        <a:cs typeface="Hack" panose="020B0609030202020204" pitchFamily="49" charset="0"/>
                      </a:endParaRPr>
                    </a:p>
                    <a:p>
                      <a:pPr marL="10319" algn="ctr">
                        <a:spcBef>
                          <a:spcPts val="341"/>
                        </a:spcBef>
                      </a:pPr>
                      <a:r>
                        <a:rPr lang="en-US" sz="1600" spc="-8" noProof="0" dirty="0">
                          <a:solidFill>
                            <a:srgbClr val="C70000"/>
                          </a:solidFill>
                          <a:latin typeface="Segoe UI"/>
                          <a:cs typeface="Segoe UI"/>
                        </a:rPr>
                        <a:t>env</a:t>
                      </a:r>
                      <a:endParaRPr lang="en-US" sz="1600" noProof="0" dirty="0">
                        <a:latin typeface="Segoe UI"/>
                        <a:cs typeface="Segoe UI"/>
                      </a:endParaRPr>
                    </a:p>
                  </p:txBody>
                </p:sp>
                <p:sp>
                  <p:nvSpPr>
                    <p:cNvPr id="24" name="object 12">
                      <a:extLst>
                        <a:ext uri="{FF2B5EF4-FFF2-40B4-BE49-F238E27FC236}">
                          <a16:creationId xmlns:a16="http://schemas.microsoft.com/office/drawing/2014/main" id="{4B896EA5-AD23-FFF2-E1D5-685A855F4537}"/>
                        </a:ext>
                      </a:extLst>
                    </p:cNvPr>
                    <p:cNvSpPr/>
                    <p:nvPr/>
                  </p:nvSpPr>
                  <p:spPr>
                    <a:xfrm>
                      <a:off x="9306753" y="679288"/>
                      <a:ext cx="1286748" cy="982985"/>
                    </a:xfrm>
                    <a:custGeom>
                      <a:avLst/>
                      <a:gdLst/>
                      <a:ahLst/>
                      <a:cxnLst/>
                      <a:rect l="l" t="t" r="r" b="b"/>
                      <a:pathLst>
                        <a:path w="1583690" h="883919">
                          <a:moveTo>
                            <a:pt x="0" y="441960"/>
                          </a:moveTo>
                          <a:lnTo>
                            <a:pt x="9410" y="373607"/>
                          </a:lnTo>
                          <a:lnTo>
                            <a:pt x="36703" y="308557"/>
                          </a:lnTo>
                          <a:lnTo>
                            <a:pt x="80472" y="247594"/>
                          </a:lnTo>
                          <a:lnTo>
                            <a:pt x="108095" y="218891"/>
                          </a:lnTo>
                          <a:lnTo>
                            <a:pt x="139309" y="191505"/>
                          </a:lnTo>
                          <a:lnTo>
                            <a:pt x="173939" y="165533"/>
                          </a:lnTo>
                          <a:lnTo>
                            <a:pt x="211807" y="141075"/>
                          </a:lnTo>
                          <a:lnTo>
                            <a:pt x="252739" y="118228"/>
                          </a:lnTo>
                          <a:lnTo>
                            <a:pt x="296559" y="97091"/>
                          </a:lnTo>
                          <a:lnTo>
                            <a:pt x="343090" y="77762"/>
                          </a:lnTo>
                          <a:lnTo>
                            <a:pt x="392157" y="60339"/>
                          </a:lnTo>
                          <a:lnTo>
                            <a:pt x="443583" y="44920"/>
                          </a:lnTo>
                          <a:lnTo>
                            <a:pt x="497193" y="31603"/>
                          </a:lnTo>
                          <a:lnTo>
                            <a:pt x="552811" y="20488"/>
                          </a:lnTo>
                          <a:lnTo>
                            <a:pt x="610262" y="11672"/>
                          </a:lnTo>
                          <a:lnTo>
                            <a:pt x="669368" y="5253"/>
                          </a:lnTo>
                          <a:lnTo>
                            <a:pt x="729954" y="1329"/>
                          </a:lnTo>
                          <a:lnTo>
                            <a:pt x="791845" y="0"/>
                          </a:lnTo>
                          <a:lnTo>
                            <a:pt x="853719" y="1329"/>
                          </a:lnTo>
                          <a:lnTo>
                            <a:pt x="914292" y="5253"/>
                          </a:lnTo>
                          <a:lnTo>
                            <a:pt x="973387" y="11672"/>
                          </a:lnTo>
                          <a:lnTo>
                            <a:pt x="1030830" y="20488"/>
                          </a:lnTo>
                          <a:lnTo>
                            <a:pt x="1086443" y="31603"/>
                          </a:lnTo>
                          <a:lnTo>
                            <a:pt x="1140050" y="44920"/>
                          </a:lnTo>
                          <a:lnTo>
                            <a:pt x="1191476" y="60339"/>
                          </a:lnTo>
                          <a:lnTo>
                            <a:pt x="1240543" y="77762"/>
                          </a:lnTo>
                          <a:lnTo>
                            <a:pt x="1287077" y="97091"/>
                          </a:lnTo>
                          <a:lnTo>
                            <a:pt x="1330900" y="118228"/>
                          </a:lnTo>
                          <a:lnTo>
                            <a:pt x="1371836" y="141075"/>
                          </a:lnTo>
                          <a:lnTo>
                            <a:pt x="1409710" y="165533"/>
                          </a:lnTo>
                          <a:lnTo>
                            <a:pt x="1444345" y="191505"/>
                          </a:lnTo>
                          <a:lnTo>
                            <a:pt x="1475565" y="218891"/>
                          </a:lnTo>
                          <a:lnTo>
                            <a:pt x="1503194" y="247594"/>
                          </a:lnTo>
                          <a:lnTo>
                            <a:pt x="1527056" y="277515"/>
                          </a:lnTo>
                          <a:lnTo>
                            <a:pt x="1562773" y="340620"/>
                          </a:lnTo>
                          <a:lnTo>
                            <a:pt x="1581307" y="407420"/>
                          </a:lnTo>
                          <a:lnTo>
                            <a:pt x="1583690" y="441960"/>
                          </a:lnTo>
                          <a:lnTo>
                            <a:pt x="1581307" y="476499"/>
                          </a:lnTo>
                          <a:lnTo>
                            <a:pt x="1574276" y="510312"/>
                          </a:lnTo>
                          <a:lnTo>
                            <a:pt x="1546974" y="575362"/>
                          </a:lnTo>
                          <a:lnTo>
                            <a:pt x="1503194" y="636325"/>
                          </a:lnTo>
                          <a:lnTo>
                            <a:pt x="1475565" y="665028"/>
                          </a:lnTo>
                          <a:lnTo>
                            <a:pt x="1444345" y="692414"/>
                          </a:lnTo>
                          <a:lnTo>
                            <a:pt x="1409710" y="718386"/>
                          </a:lnTo>
                          <a:lnTo>
                            <a:pt x="1371836" y="742844"/>
                          </a:lnTo>
                          <a:lnTo>
                            <a:pt x="1330900" y="765691"/>
                          </a:lnTo>
                          <a:lnTo>
                            <a:pt x="1287077" y="786828"/>
                          </a:lnTo>
                          <a:lnTo>
                            <a:pt x="1240543" y="806157"/>
                          </a:lnTo>
                          <a:lnTo>
                            <a:pt x="1191476" y="823580"/>
                          </a:lnTo>
                          <a:lnTo>
                            <a:pt x="1140050" y="838999"/>
                          </a:lnTo>
                          <a:lnTo>
                            <a:pt x="1086443" y="852316"/>
                          </a:lnTo>
                          <a:lnTo>
                            <a:pt x="1030830" y="863431"/>
                          </a:lnTo>
                          <a:lnTo>
                            <a:pt x="973387" y="872247"/>
                          </a:lnTo>
                          <a:lnTo>
                            <a:pt x="914292" y="878666"/>
                          </a:lnTo>
                          <a:lnTo>
                            <a:pt x="853719" y="882590"/>
                          </a:lnTo>
                          <a:lnTo>
                            <a:pt x="791845" y="883920"/>
                          </a:lnTo>
                          <a:lnTo>
                            <a:pt x="729954" y="882590"/>
                          </a:lnTo>
                          <a:lnTo>
                            <a:pt x="669368" y="878666"/>
                          </a:lnTo>
                          <a:lnTo>
                            <a:pt x="610262" y="872247"/>
                          </a:lnTo>
                          <a:lnTo>
                            <a:pt x="552811" y="863431"/>
                          </a:lnTo>
                          <a:lnTo>
                            <a:pt x="497193" y="852316"/>
                          </a:lnTo>
                          <a:lnTo>
                            <a:pt x="443583" y="838999"/>
                          </a:lnTo>
                          <a:lnTo>
                            <a:pt x="392157" y="823580"/>
                          </a:lnTo>
                          <a:lnTo>
                            <a:pt x="343090" y="806157"/>
                          </a:lnTo>
                          <a:lnTo>
                            <a:pt x="296559" y="786828"/>
                          </a:lnTo>
                          <a:lnTo>
                            <a:pt x="252739" y="765691"/>
                          </a:lnTo>
                          <a:lnTo>
                            <a:pt x="211807" y="742844"/>
                          </a:lnTo>
                          <a:lnTo>
                            <a:pt x="173939" y="718386"/>
                          </a:lnTo>
                          <a:lnTo>
                            <a:pt x="139309" y="692414"/>
                          </a:lnTo>
                          <a:lnTo>
                            <a:pt x="108095" y="665028"/>
                          </a:lnTo>
                          <a:lnTo>
                            <a:pt x="80472" y="636325"/>
                          </a:lnTo>
                          <a:lnTo>
                            <a:pt x="56616" y="606404"/>
                          </a:lnTo>
                          <a:lnTo>
                            <a:pt x="20909" y="543299"/>
                          </a:lnTo>
                          <a:lnTo>
                            <a:pt x="2381" y="476499"/>
                          </a:lnTo>
                          <a:lnTo>
                            <a:pt x="0" y="441960"/>
                          </a:lnTo>
                          <a:close/>
                        </a:path>
                      </a:pathLst>
                    </a:custGeom>
                    <a:ln w="12600">
                      <a:solidFill>
                        <a:srgbClr val="000066"/>
                      </a:solidFill>
                    </a:ln>
                  </p:spPr>
                  <p:txBody>
                    <a:bodyPr wrap="square" lIns="0" tIns="0" rIns="0" bIns="0" rtlCol="0"/>
                    <a:lstStyle/>
                    <a:p>
                      <a:endParaRPr lang="en-US" sz="1463" noProof="0" dirty="0"/>
                    </a:p>
                  </p:txBody>
                </p:sp>
                <p:sp>
                  <p:nvSpPr>
                    <p:cNvPr id="25" name="object 14">
                      <a:extLst>
                        <a:ext uri="{FF2B5EF4-FFF2-40B4-BE49-F238E27FC236}">
                          <a16:creationId xmlns:a16="http://schemas.microsoft.com/office/drawing/2014/main" id="{0A2D9C34-6246-BE3A-8126-7D25456AA102}"/>
                        </a:ext>
                      </a:extLst>
                    </p:cNvPr>
                    <p:cNvSpPr/>
                    <p:nvPr/>
                  </p:nvSpPr>
                  <p:spPr>
                    <a:xfrm>
                      <a:off x="9468697" y="1177132"/>
                      <a:ext cx="980797" cy="0"/>
                    </a:xfrm>
                    <a:custGeom>
                      <a:avLst/>
                      <a:gdLst/>
                      <a:ahLst/>
                      <a:cxnLst/>
                      <a:rect l="l" t="t" r="r" b="b"/>
                      <a:pathLst>
                        <a:path w="1207134">
                          <a:moveTo>
                            <a:pt x="0" y="0"/>
                          </a:moveTo>
                          <a:lnTo>
                            <a:pt x="1207007" y="0"/>
                          </a:lnTo>
                        </a:path>
                      </a:pathLst>
                    </a:custGeom>
                    <a:ln w="12600">
                      <a:solidFill>
                        <a:srgbClr val="000066"/>
                      </a:solidFill>
                    </a:ln>
                  </p:spPr>
                  <p:txBody>
                    <a:bodyPr wrap="square" lIns="0" tIns="0" rIns="0" bIns="0" rtlCol="0"/>
                    <a:lstStyle/>
                    <a:p>
                      <a:endParaRPr lang="en-US" sz="1463" noProof="0" dirty="0"/>
                    </a:p>
                  </p:txBody>
                </p:sp>
              </p:grpSp>
              <p:sp>
                <p:nvSpPr>
                  <p:cNvPr id="7" name="object 16">
                    <a:extLst>
                      <a:ext uri="{FF2B5EF4-FFF2-40B4-BE49-F238E27FC236}">
                        <a16:creationId xmlns:a16="http://schemas.microsoft.com/office/drawing/2014/main" id="{51FF51FB-FFDE-075D-457E-DF4528D3C5A6}"/>
                      </a:ext>
                    </a:extLst>
                  </p:cNvPr>
                  <p:cNvSpPr txBox="1"/>
                  <p:nvPr/>
                </p:nvSpPr>
                <p:spPr>
                  <a:xfrm>
                    <a:off x="5160655" y="298594"/>
                    <a:ext cx="2119380" cy="310502"/>
                  </a:xfrm>
                  <a:prstGeom prst="rect">
                    <a:avLst/>
                  </a:prstGeom>
                </p:spPr>
                <p:txBody>
                  <a:bodyPr vert="horz" wrap="square" lIns="0" tIns="10319" rIns="0" bIns="0" rtlCol="0">
                    <a:spAutoFit/>
                  </a:bodyPr>
                  <a:lstStyle/>
                  <a:p>
                    <a:pPr marL="10319">
                      <a:spcBef>
                        <a:spcPts val="81"/>
                      </a:spcBef>
                    </a:pPr>
                    <a:r>
                      <a:rPr lang="en-US" sz="1950" spc="-8" noProof="0" dirty="0">
                        <a:cs typeface="Segoe UI"/>
                      </a:rPr>
                      <a:t>Parent - me</a:t>
                    </a:r>
                    <a:endParaRPr lang="en-US" sz="1950" noProof="0" dirty="0">
                      <a:cs typeface="Segoe UI"/>
                    </a:endParaRPr>
                  </a:p>
                </p:txBody>
              </p:sp>
              <p:sp>
                <p:nvSpPr>
                  <p:cNvPr id="8" name="object 17">
                    <a:extLst>
                      <a:ext uri="{FF2B5EF4-FFF2-40B4-BE49-F238E27FC236}">
                        <a16:creationId xmlns:a16="http://schemas.microsoft.com/office/drawing/2014/main" id="{6F4C12C0-25D3-0A76-3694-F2A4E845FE8E}"/>
                      </a:ext>
                    </a:extLst>
                  </p:cNvPr>
                  <p:cNvSpPr txBox="1"/>
                  <p:nvPr/>
                </p:nvSpPr>
                <p:spPr>
                  <a:xfrm>
                    <a:off x="7412321" y="303765"/>
                    <a:ext cx="1298827" cy="310502"/>
                  </a:xfrm>
                  <a:prstGeom prst="rect">
                    <a:avLst/>
                  </a:prstGeom>
                </p:spPr>
                <p:txBody>
                  <a:bodyPr vert="horz" wrap="square" lIns="0" tIns="10319" rIns="0" bIns="0" rtlCol="0">
                    <a:spAutoFit/>
                  </a:bodyPr>
                  <a:lstStyle/>
                  <a:p>
                    <a:pPr marL="10319">
                      <a:spcBef>
                        <a:spcPts val="81"/>
                      </a:spcBef>
                    </a:pPr>
                    <a:r>
                      <a:rPr lang="en-US" sz="1950" noProof="0" dirty="0">
                        <a:cs typeface="Segoe UI"/>
                      </a:rPr>
                      <a:t>Child - me</a:t>
                    </a:r>
                  </a:p>
                </p:txBody>
              </p:sp>
              <p:grpSp>
                <p:nvGrpSpPr>
                  <p:cNvPr id="9" name="Group 8">
                    <a:extLst>
                      <a:ext uri="{FF2B5EF4-FFF2-40B4-BE49-F238E27FC236}">
                        <a16:creationId xmlns:a16="http://schemas.microsoft.com/office/drawing/2014/main" id="{E9842796-00F5-2791-2FDA-F3BA0D26A627}"/>
                      </a:ext>
                    </a:extLst>
                  </p:cNvPr>
                  <p:cNvGrpSpPr/>
                  <p:nvPr/>
                </p:nvGrpSpPr>
                <p:grpSpPr>
                  <a:xfrm>
                    <a:off x="7663106" y="3498662"/>
                    <a:ext cx="1286748" cy="1140332"/>
                    <a:chOff x="9306752" y="793315"/>
                    <a:chExt cx="1286748" cy="982985"/>
                  </a:xfrm>
                </p:grpSpPr>
                <p:sp>
                  <p:nvSpPr>
                    <p:cNvPr id="20" name="object 9">
                      <a:extLst>
                        <a:ext uri="{FF2B5EF4-FFF2-40B4-BE49-F238E27FC236}">
                          <a16:creationId xmlns:a16="http://schemas.microsoft.com/office/drawing/2014/main" id="{292ECA2B-E890-E725-AACB-362AE8C783B9}"/>
                        </a:ext>
                      </a:extLst>
                    </p:cNvPr>
                    <p:cNvSpPr txBox="1"/>
                    <p:nvPr/>
                  </p:nvSpPr>
                  <p:spPr>
                    <a:xfrm>
                      <a:off x="9468697" y="879594"/>
                      <a:ext cx="1016662" cy="502013"/>
                    </a:xfrm>
                    <a:prstGeom prst="rect">
                      <a:avLst/>
                    </a:prstGeom>
                  </p:spPr>
                  <p:txBody>
                    <a:bodyPr vert="horz" wrap="square" lIns="0" tIns="43339" rIns="0" bIns="0" rtlCol="0">
                      <a:spAutoFit/>
                    </a:bodyPr>
                    <a:lstStyle/>
                    <a:p>
                      <a:pPr marL="10319" algn="ctr">
                        <a:spcBef>
                          <a:spcPts val="341"/>
                        </a:spcBef>
                      </a:pPr>
                      <a:r>
                        <a:rPr lang="en-US" sz="1600" b="1" spc="-37" noProof="0" dirty="0">
                          <a:solidFill>
                            <a:srgbClr val="0000C7"/>
                          </a:solidFill>
                          <a:latin typeface="Hack" panose="020B0609030202020204" pitchFamily="49" charset="0"/>
                          <a:ea typeface="Hack" panose="020B0609030202020204" pitchFamily="49" charset="0"/>
                          <a:cs typeface="Hack" panose="020B0609030202020204" pitchFamily="49" charset="0"/>
                        </a:rPr>
                        <a:t>cmd</a:t>
                      </a:r>
                    </a:p>
                    <a:p>
                      <a:pPr marL="10319" algn="ctr">
                        <a:spcBef>
                          <a:spcPts val="341"/>
                        </a:spcBef>
                      </a:pPr>
                      <a:r>
                        <a:rPr lang="en-US" sz="1600" spc="-8" noProof="0" dirty="0">
                          <a:solidFill>
                            <a:srgbClr val="C70000"/>
                          </a:solidFill>
                          <a:latin typeface="Segoe UI"/>
                          <a:cs typeface="Segoe UI"/>
                        </a:rPr>
                        <a:t>env</a:t>
                      </a:r>
                      <a:endParaRPr lang="en-US" sz="1600" noProof="0" dirty="0">
                        <a:latin typeface="Segoe UI"/>
                        <a:cs typeface="Segoe UI"/>
                      </a:endParaRPr>
                    </a:p>
                  </p:txBody>
                </p:sp>
                <p:sp>
                  <p:nvSpPr>
                    <p:cNvPr id="21" name="object 12">
                      <a:extLst>
                        <a:ext uri="{FF2B5EF4-FFF2-40B4-BE49-F238E27FC236}">
                          <a16:creationId xmlns:a16="http://schemas.microsoft.com/office/drawing/2014/main" id="{F436C494-0167-13AA-F1E3-807DC6F884A1}"/>
                        </a:ext>
                      </a:extLst>
                    </p:cNvPr>
                    <p:cNvSpPr/>
                    <p:nvPr/>
                  </p:nvSpPr>
                  <p:spPr>
                    <a:xfrm>
                      <a:off x="9306752" y="793315"/>
                      <a:ext cx="1286748" cy="982985"/>
                    </a:xfrm>
                    <a:custGeom>
                      <a:avLst/>
                      <a:gdLst/>
                      <a:ahLst/>
                      <a:cxnLst/>
                      <a:rect l="l" t="t" r="r" b="b"/>
                      <a:pathLst>
                        <a:path w="1583690" h="883919">
                          <a:moveTo>
                            <a:pt x="0" y="441960"/>
                          </a:moveTo>
                          <a:lnTo>
                            <a:pt x="9410" y="373607"/>
                          </a:lnTo>
                          <a:lnTo>
                            <a:pt x="36703" y="308557"/>
                          </a:lnTo>
                          <a:lnTo>
                            <a:pt x="80472" y="247594"/>
                          </a:lnTo>
                          <a:lnTo>
                            <a:pt x="108095" y="218891"/>
                          </a:lnTo>
                          <a:lnTo>
                            <a:pt x="139309" y="191505"/>
                          </a:lnTo>
                          <a:lnTo>
                            <a:pt x="173939" y="165533"/>
                          </a:lnTo>
                          <a:lnTo>
                            <a:pt x="211807" y="141075"/>
                          </a:lnTo>
                          <a:lnTo>
                            <a:pt x="252739" y="118228"/>
                          </a:lnTo>
                          <a:lnTo>
                            <a:pt x="296559" y="97091"/>
                          </a:lnTo>
                          <a:lnTo>
                            <a:pt x="343090" y="77762"/>
                          </a:lnTo>
                          <a:lnTo>
                            <a:pt x="392157" y="60339"/>
                          </a:lnTo>
                          <a:lnTo>
                            <a:pt x="443583" y="44920"/>
                          </a:lnTo>
                          <a:lnTo>
                            <a:pt x="497193" y="31603"/>
                          </a:lnTo>
                          <a:lnTo>
                            <a:pt x="552811" y="20488"/>
                          </a:lnTo>
                          <a:lnTo>
                            <a:pt x="610262" y="11672"/>
                          </a:lnTo>
                          <a:lnTo>
                            <a:pt x="669368" y="5253"/>
                          </a:lnTo>
                          <a:lnTo>
                            <a:pt x="729954" y="1329"/>
                          </a:lnTo>
                          <a:lnTo>
                            <a:pt x="791845" y="0"/>
                          </a:lnTo>
                          <a:lnTo>
                            <a:pt x="853719" y="1329"/>
                          </a:lnTo>
                          <a:lnTo>
                            <a:pt x="914292" y="5253"/>
                          </a:lnTo>
                          <a:lnTo>
                            <a:pt x="973387" y="11672"/>
                          </a:lnTo>
                          <a:lnTo>
                            <a:pt x="1030830" y="20488"/>
                          </a:lnTo>
                          <a:lnTo>
                            <a:pt x="1086443" y="31603"/>
                          </a:lnTo>
                          <a:lnTo>
                            <a:pt x="1140050" y="44920"/>
                          </a:lnTo>
                          <a:lnTo>
                            <a:pt x="1191476" y="60339"/>
                          </a:lnTo>
                          <a:lnTo>
                            <a:pt x="1240543" y="77762"/>
                          </a:lnTo>
                          <a:lnTo>
                            <a:pt x="1287077" y="97091"/>
                          </a:lnTo>
                          <a:lnTo>
                            <a:pt x="1330900" y="118228"/>
                          </a:lnTo>
                          <a:lnTo>
                            <a:pt x="1371836" y="141075"/>
                          </a:lnTo>
                          <a:lnTo>
                            <a:pt x="1409710" y="165533"/>
                          </a:lnTo>
                          <a:lnTo>
                            <a:pt x="1444345" y="191505"/>
                          </a:lnTo>
                          <a:lnTo>
                            <a:pt x="1475565" y="218891"/>
                          </a:lnTo>
                          <a:lnTo>
                            <a:pt x="1503194" y="247594"/>
                          </a:lnTo>
                          <a:lnTo>
                            <a:pt x="1527056" y="277515"/>
                          </a:lnTo>
                          <a:lnTo>
                            <a:pt x="1562773" y="340620"/>
                          </a:lnTo>
                          <a:lnTo>
                            <a:pt x="1581307" y="407420"/>
                          </a:lnTo>
                          <a:lnTo>
                            <a:pt x="1583690" y="441960"/>
                          </a:lnTo>
                          <a:lnTo>
                            <a:pt x="1581307" y="476499"/>
                          </a:lnTo>
                          <a:lnTo>
                            <a:pt x="1574276" y="510312"/>
                          </a:lnTo>
                          <a:lnTo>
                            <a:pt x="1546974" y="575362"/>
                          </a:lnTo>
                          <a:lnTo>
                            <a:pt x="1503194" y="636325"/>
                          </a:lnTo>
                          <a:lnTo>
                            <a:pt x="1475565" y="665028"/>
                          </a:lnTo>
                          <a:lnTo>
                            <a:pt x="1444345" y="692414"/>
                          </a:lnTo>
                          <a:lnTo>
                            <a:pt x="1409710" y="718386"/>
                          </a:lnTo>
                          <a:lnTo>
                            <a:pt x="1371836" y="742844"/>
                          </a:lnTo>
                          <a:lnTo>
                            <a:pt x="1330900" y="765691"/>
                          </a:lnTo>
                          <a:lnTo>
                            <a:pt x="1287077" y="786828"/>
                          </a:lnTo>
                          <a:lnTo>
                            <a:pt x="1240543" y="806157"/>
                          </a:lnTo>
                          <a:lnTo>
                            <a:pt x="1191476" y="823580"/>
                          </a:lnTo>
                          <a:lnTo>
                            <a:pt x="1140050" y="838999"/>
                          </a:lnTo>
                          <a:lnTo>
                            <a:pt x="1086443" y="852316"/>
                          </a:lnTo>
                          <a:lnTo>
                            <a:pt x="1030830" y="863431"/>
                          </a:lnTo>
                          <a:lnTo>
                            <a:pt x="973387" y="872247"/>
                          </a:lnTo>
                          <a:lnTo>
                            <a:pt x="914292" y="878666"/>
                          </a:lnTo>
                          <a:lnTo>
                            <a:pt x="853719" y="882590"/>
                          </a:lnTo>
                          <a:lnTo>
                            <a:pt x="791845" y="883920"/>
                          </a:lnTo>
                          <a:lnTo>
                            <a:pt x="729954" y="882590"/>
                          </a:lnTo>
                          <a:lnTo>
                            <a:pt x="669368" y="878666"/>
                          </a:lnTo>
                          <a:lnTo>
                            <a:pt x="610262" y="872247"/>
                          </a:lnTo>
                          <a:lnTo>
                            <a:pt x="552811" y="863431"/>
                          </a:lnTo>
                          <a:lnTo>
                            <a:pt x="497193" y="852316"/>
                          </a:lnTo>
                          <a:lnTo>
                            <a:pt x="443583" y="838999"/>
                          </a:lnTo>
                          <a:lnTo>
                            <a:pt x="392157" y="823580"/>
                          </a:lnTo>
                          <a:lnTo>
                            <a:pt x="343090" y="806157"/>
                          </a:lnTo>
                          <a:lnTo>
                            <a:pt x="296559" y="786828"/>
                          </a:lnTo>
                          <a:lnTo>
                            <a:pt x="252739" y="765691"/>
                          </a:lnTo>
                          <a:lnTo>
                            <a:pt x="211807" y="742844"/>
                          </a:lnTo>
                          <a:lnTo>
                            <a:pt x="173939" y="718386"/>
                          </a:lnTo>
                          <a:lnTo>
                            <a:pt x="139309" y="692414"/>
                          </a:lnTo>
                          <a:lnTo>
                            <a:pt x="108095" y="665028"/>
                          </a:lnTo>
                          <a:lnTo>
                            <a:pt x="80472" y="636325"/>
                          </a:lnTo>
                          <a:lnTo>
                            <a:pt x="56616" y="606404"/>
                          </a:lnTo>
                          <a:lnTo>
                            <a:pt x="20909" y="543299"/>
                          </a:lnTo>
                          <a:lnTo>
                            <a:pt x="2381" y="476499"/>
                          </a:lnTo>
                          <a:lnTo>
                            <a:pt x="0" y="441960"/>
                          </a:lnTo>
                          <a:close/>
                        </a:path>
                      </a:pathLst>
                    </a:custGeom>
                    <a:ln w="12600">
                      <a:solidFill>
                        <a:srgbClr val="000066"/>
                      </a:solidFill>
                    </a:ln>
                  </p:spPr>
                  <p:txBody>
                    <a:bodyPr wrap="square" lIns="0" tIns="0" rIns="0" bIns="0" rtlCol="0"/>
                    <a:lstStyle/>
                    <a:p>
                      <a:endParaRPr lang="en-US" sz="1463" noProof="0" dirty="0"/>
                    </a:p>
                  </p:txBody>
                </p:sp>
                <p:sp>
                  <p:nvSpPr>
                    <p:cNvPr id="22" name="object 14">
                      <a:extLst>
                        <a:ext uri="{FF2B5EF4-FFF2-40B4-BE49-F238E27FC236}">
                          <a16:creationId xmlns:a16="http://schemas.microsoft.com/office/drawing/2014/main" id="{4AA7ECCE-AD2A-DEB4-4B12-6782DBC72354}"/>
                        </a:ext>
                      </a:extLst>
                    </p:cNvPr>
                    <p:cNvSpPr/>
                    <p:nvPr/>
                  </p:nvSpPr>
                  <p:spPr>
                    <a:xfrm>
                      <a:off x="9468697" y="1177132"/>
                      <a:ext cx="980797" cy="0"/>
                    </a:xfrm>
                    <a:custGeom>
                      <a:avLst/>
                      <a:gdLst/>
                      <a:ahLst/>
                      <a:cxnLst/>
                      <a:rect l="l" t="t" r="r" b="b"/>
                      <a:pathLst>
                        <a:path w="1207134">
                          <a:moveTo>
                            <a:pt x="0" y="0"/>
                          </a:moveTo>
                          <a:lnTo>
                            <a:pt x="1207007" y="0"/>
                          </a:lnTo>
                        </a:path>
                      </a:pathLst>
                    </a:custGeom>
                    <a:ln w="12600">
                      <a:solidFill>
                        <a:srgbClr val="000066"/>
                      </a:solidFill>
                    </a:ln>
                  </p:spPr>
                  <p:txBody>
                    <a:bodyPr wrap="square" lIns="0" tIns="0" rIns="0" bIns="0" rtlCol="0"/>
                    <a:lstStyle/>
                    <a:p>
                      <a:endParaRPr lang="en-US" sz="1463" noProof="0" dirty="0"/>
                    </a:p>
                  </p:txBody>
                </p:sp>
              </p:grpSp>
              <p:grpSp>
                <p:nvGrpSpPr>
                  <p:cNvPr id="10" name="Group 9">
                    <a:extLst>
                      <a:ext uri="{FF2B5EF4-FFF2-40B4-BE49-F238E27FC236}">
                        <a16:creationId xmlns:a16="http://schemas.microsoft.com/office/drawing/2014/main" id="{2A6DDB37-5D54-D06D-C741-003A14ED5739}"/>
                      </a:ext>
                    </a:extLst>
                  </p:cNvPr>
                  <p:cNvGrpSpPr/>
                  <p:nvPr/>
                </p:nvGrpSpPr>
                <p:grpSpPr>
                  <a:xfrm>
                    <a:off x="7651028" y="734113"/>
                    <a:ext cx="1286748" cy="1083411"/>
                    <a:chOff x="9306753" y="679288"/>
                    <a:chExt cx="1286748" cy="982985"/>
                  </a:xfrm>
                </p:grpSpPr>
                <p:sp>
                  <p:nvSpPr>
                    <p:cNvPr id="17" name="object 9">
                      <a:extLst>
                        <a:ext uri="{FF2B5EF4-FFF2-40B4-BE49-F238E27FC236}">
                          <a16:creationId xmlns:a16="http://schemas.microsoft.com/office/drawing/2014/main" id="{0834A03F-A917-A6A5-6CFD-490084402651}"/>
                        </a:ext>
                      </a:extLst>
                    </p:cNvPr>
                    <p:cNvSpPr txBox="1"/>
                    <p:nvPr/>
                  </p:nvSpPr>
                  <p:spPr>
                    <a:xfrm>
                      <a:off x="9606709" y="879594"/>
                      <a:ext cx="760164" cy="528389"/>
                    </a:xfrm>
                    <a:prstGeom prst="rect">
                      <a:avLst/>
                    </a:prstGeom>
                  </p:spPr>
                  <p:txBody>
                    <a:bodyPr vert="horz" wrap="square" lIns="0" tIns="43339" rIns="0" bIns="0" rtlCol="0">
                      <a:spAutoFit/>
                    </a:bodyPr>
                    <a:lstStyle/>
                    <a:p>
                      <a:pPr marL="10319" algn="ctr">
                        <a:spcBef>
                          <a:spcPts val="341"/>
                        </a:spcBef>
                      </a:pPr>
                      <a:r>
                        <a:rPr lang="en-US" sz="1600" b="1" spc="-37" noProof="0" dirty="0">
                          <a:solidFill>
                            <a:srgbClr val="0000C7"/>
                          </a:solidFill>
                          <a:latin typeface="Segoe UI"/>
                          <a:cs typeface="Segoe UI"/>
                        </a:rPr>
                        <a:t>b</a:t>
                      </a:r>
                      <a:r>
                        <a:rPr lang="en-US" sz="1600" b="1" noProof="0" dirty="0">
                          <a:solidFill>
                            <a:srgbClr val="0000C7"/>
                          </a:solidFill>
                          <a:latin typeface="Hack" panose="020B0609030202020204" pitchFamily="49" charset="0"/>
                          <a:ea typeface="Hack" panose="020B0609030202020204" pitchFamily="49" charset="0"/>
                          <a:cs typeface="Hack" panose="020B0609030202020204" pitchFamily="49" charset="0"/>
                        </a:rPr>
                        <a:t>a</a:t>
                      </a:r>
                      <a:r>
                        <a:rPr lang="en-US" sz="1600" b="1" spc="4" noProof="0" dirty="0">
                          <a:solidFill>
                            <a:srgbClr val="0000C7"/>
                          </a:solidFill>
                          <a:latin typeface="Hack" panose="020B0609030202020204" pitchFamily="49" charset="0"/>
                          <a:ea typeface="Hack" panose="020B0609030202020204" pitchFamily="49" charset="0"/>
                          <a:cs typeface="Hack" panose="020B0609030202020204" pitchFamily="49" charset="0"/>
                        </a:rPr>
                        <a:t>s</a:t>
                      </a:r>
                      <a:r>
                        <a:rPr lang="en-US" sz="1600" b="1" spc="-4" noProof="0" dirty="0">
                          <a:solidFill>
                            <a:srgbClr val="0000C7"/>
                          </a:solidFill>
                          <a:latin typeface="Hack" panose="020B0609030202020204" pitchFamily="49" charset="0"/>
                          <a:ea typeface="Hack" panose="020B0609030202020204" pitchFamily="49" charset="0"/>
                          <a:cs typeface="Hack" panose="020B0609030202020204" pitchFamily="49" charset="0"/>
                        </a:rPr>
                        <a:t>h</a:t>
                      </a:r>
                      <a:endParaRPr lang="en-US" sz="1600" b="1" noProof="0" dirty="0">
                        <a:latin typeface="Hack" panose="020B0609030202020204" pitchFamily="49" charset="0"/>
                        <a:ea typeface="Hack" panose="020B0609030202020204" pitchFamily="49" charset="0"/>
                        <a:cs typeface="Hack" panose="020B0609030202020204" pitchFamily="49" charset="0"/>
                      </a:endParaRPr>
                    </a:p>
                    <a:p>
                      <a:pPr marL="10319" algn="ctr">
                        <a:spcBef>
                          <a:spcPts val="341"/>
                        </a:spcBef>
                      </a:pPr>
                      <a:r>
                        <a:rPr lang="en-US" sz="1600" spc="-8" noProof="0" dirty="0">
                          <a:solidFill>
                            <a:srgbClr val="C70000"/>
                          </a:solidFill>
                          <a:latin typeface="Segoe UI"/>
                          <a:cs typeface="Segoe UI"/>
                        </a:rPr>
                        <a:t>env</a:t>
                      </a:r>
                      <a:endParaRPr lang="en-US" sz="1600" noProof="0" dirty="0">
                        <a:latin typeface="Segoe UI"/>
                        <a:cs typeface="Segoe UI"/>
                      </a:endParaRPr>
                    </a:p>
                  </p:txBody>
                </p:sp>
                <p:sp>
                  <p:nvSpPr>
                    <p:cNvPr id="18" name="object 12">
                      <a:extLst>
                        <a:ext uri="{FF2B5EF4-FFF2-40B4-BE49-F238E27FC236}">
                          <a16:creationId xmlns:a16="http://schemas.microsoft.com/office/drawing/2014/main" id="{69A98151-3AD6-A415-3DE0-683808B99A7C}"/>
                        </a:ext>
                      </a:extLst>
                    </p:cNvPr>
                    <p:cNvSpPr/>
                    <p:nvPr/>
                  </p:nvSpPr>
                  <p:spPr>
                    <a:xfrm>
                      <a:off x="9306753" y="679288"/>
                      <a:ext cx="1286748" cy="982985"/>
                    </a:xfrm>
                    <a:custGeom>
                      <a:avLst/>
                      <a:gdLst/>
                      <a:ahLst/>
                      <a:cxnLst/>
                      <a:rect l="l" t="t" r="r" b="b"/>
                      <a:pathLst>
                        <a:path w="1583690" h="883919">
                          <a:moveTo>
                            <a:pt x="0" y="441960"/>
                          </a:moveTo>
                          <a:lnTo>
                            <a:pt x="9410" y="373607"/>
                          </a:lnTo>
                          <a:lnTo>
                            <a:pt x="36703" y="308557"/>
                          </a:lnTo>
                          <a:lnTo>
                            <a:pt x="80472" y="247594"/>
                          </a:lnTo>
                          <a:lnTo>
                            <a:pt x="108095" y="218891"/>
                          </a:lnTo>
                          <a:lnTo>
                            <a:pt x="139309" y="191505"/>
                          </a:lnTo>
                          <a:lnTo>
                            <a:pt x="173939" y="165533"/>
                          </a:lnTo>
                          <a:lnTo>
                            <a:pt x="211807" y="141075"/>
                          </a:lnTo>
                          <a:lnTo>
                            <a:pt x="252739" y="118228"/>
                          </a:lnTo>
                          <a:lnTo>
                            <a:pt x="296559" y="97091"/>
                          </a:lnTo>
                          <a:lnTo>
                            <a:pt x="343090" y="77762"/>
                          </a:lnTo>
                          <a:lnTo>
                            <a:pt x="392157" y="60339"/>
                          </a:lnTo>
                          <a:lnTo>
                            <a:pt x="443583" y="44920"/>
                          </a:lnTo>
                          <a:lnTo>
                            <a:pt x="497193" y="31603"/>
                          </a:lnTo>
                          <a:lnTo>
                            <a:pt x="552811" y="20488"/>
                          </a:lnTo>
                          <a:lnTo>
                            <a:pt x="610262" y="11672"/>
                          </a:lnTo>
                          <a:lnTo>
                            <a:pt x="669368" y="5253"/>
                          </a:lnTo>
                          <a:lnTo>
                            <a:pt x="729954" y="1329"/>
                          </a:lnTo>
                          <a:lnTo>
                            <a:pt x="791845" y="0"/>
                          </a:lnTo>
                          <a:lnTo>
                            <a:pt x="853719" y="1329"/>
                          </a:lnTo>
                          <a:lnTo>
                            <a:pt x="914292" y="5253"/>
                          </a:lnTo>
                          <a:lnTo>
                            <a:pt x="973387" y="11672"/>
                          </a:lnTo>
                          <a:lnTo>
                            <a:pt x="1030830" y="20488"/>
                          </a:lnTo>
                          <a:lnTo>
                            <a:pt x="1086443" y="31603"/>
                          </a:lnTo>
                          <a:lnTo>
                            <a:pt x="1140050" y="44920"/>
                          </a:lnTo>
                          <a:lnTo>
                            <a:pt x="1191476" y="60339"/>
                          </a:lnTo>
                          <a:lnTo>
                            <a:pt x="1240543" y="77762"/>
                          </a:lnTo>
                          <a:lnTo>
                            <a:pt x="1287077" y="97091"/>
                          </a:lnTo>
                          <a:lnTo>
                            <a:pt x="1330900" y="118228"/>
                          </a:lnTo>
                          <a:lnTo>
                            <a:pt x="1371836" y="141075"/>
                          </a:lnTo>
                          <a:lnTo>
                            <a:pt x="1409710" y="165533"/>
                          </a:lnTo>
                          <a:lnTo>
                            <a:pt x="1444345" y="191505"/>
                          </a:lnTo>
                          <a:lnTo>
                            <a:pt x="1475565" y="218891"/>
                          </a:lnTo>
                          <a:lnTo>
                            <a:pt x="1503194" y="247594"/>
                          </a:lnTo>
                          <a:lnTo>
                            <a:pt x="1527056" y="277515"/>
                          </a:lnTo>
                          <a:lnTo>
                            <a:pt x="1562773" y="340620"/>
                          </a:lnTo>
                          <a:lnTo>
                            <a:pt x="1581307" y="407420"/>
                          </a:lnTo>
                          <a:lnTo>
                            <a:pt x="1583690" y="441960"/>
                          </a:lnTo>
                          <a:lnTo>
                            <a:pt x="1581307" y="476499"/>
                          </a:lnTo>
                          <a:lnTo>
                            <a:pt x="1574276" y="510312"/>
                          </a:lnTo>
                          <a:lnTo>
                            <a:pt x="1546974" y="575362"/>
                          </a:lnTo>
                          <a:lnTo>
                            <a:pt x="1503194" y="636325"/>
                          </a:lnTo>
                          <a:lnTo>
                            <a:pt x="1475565" y="665028"/>
                          </a:lnTo>
                          <a:lnTo>
                            <a:pt x="1444345" y="692414"/>
                          </a:lnTo>
                          <a:lnTo>
                            <a:pt x="1409710" y="718386"/>
                          </a:lnTo>
                          <a:lnTo>
                            <a:pt x="1371836" y="742844"/>
                          </a:lnTo>
                          <a:lnTo>
                            <a:pt x="1330900" y="765691"/>
                          </a:lnTo>
                          <a:lnTo>
                            <a:pt x="1287077" y="786828"/>
                          </a:lnTo>
                          <a:lnTo>
                            <a:pt x="1240543" y="806157"/>
                          </a:lnTo>
                          <a:lnTo>
                            <a:pt x="1191476" y="823580"/>
                          </a:lnTo>
                          <a:lnTo>
                            <a:pt x="1140050" y="838999"/>
                          </a:lnTo>
                          <a:lnTo>
                            <a:pt x="1086443" y="852316"/>
                          </a:lnTo>
                          <a:lnTo>
                            <a:pt x="1030830" y="863431"/>
                          </a:lnTo>
                          <a:lnTo>
                            <a:pt x="973387" y="872247"/>
                          </a:lnTo>
                          <a:lnTo>
                            <a:pt x="914292" y="878666"/>
                          </a:lnTo>
                          <a:lnTo>
                            <a:pt x="853719" y="882590"/>
                          </a:lnTo>
                          <a:lnTo>
                            <a:pt x="791845" y="883920"/>
                          </a:lnTo>
                          <a:lnTo>
                            <a:pt x="729954" y="882590"/>
                          </a:lnTo>
                          <a:lnTo>
                            <a:pt x="669368" y="878666"/>
                          </a:lnTo>
                          <a:lnTo>
                            <a:pt x="610262" y="872247"/>
                          </a:lnTo>
                          <a:lnTo>
                            <a:pt x="552811" y="863431"/>
                          </a:lnTo>
                          <a:lnTo>
                            <a:pt x="497193" y="852316"/>
                          </a:lnTo>
                          <a:lnTo>
                            <a:pt x="443583" y="838999"/>
                          </a:lnTo>
                          <a:lnTo>
                            <a:pt x="392157" y="823580"/>
                          </a:lnTo>
                          <a:lnTo>
                            <a:pt x="343090" y="806157"/>
                          </a:lnTo>
                          <a:lnTo>
                            <a:pt x="296559" y="786828"/>
                          </a:lnTo>
                          <a:lnTo>
                            <a:pt x="252739" y="765691"/>
                          </a:lnTo>
                          <a:lnTo>
                            <a:pt x="211807" y="742844"/>
                          </a:lnTo>
                          <a:lnTo>
                            <a:pt x="173939" y="718386"/>
                          </a:lnTo>
                          <a:lnTo>
                            <a:pt x="139309" y="692414"/>
                          </a:lnTo>
                          <a:lnTo>
                            <a:pt x="108095" y="665028"/>
                          </a:lnTo>
                          <a:lnTo>
                            <a:pt x="80472" y="636325"/>
                          </a:lnTo>
                          <a:lnTo>
                            <a:pt x="56616" y="606404"/>
                          </a:lnTo>
                          <a:lnTo>
                            <a:pt x="20909" y="543299"/>
                          </a:lnTo>
                          <a:lnTo>
                            <a:pt x="2381" y="476499"/>
                          </a:lnTo>
                          <a:lnTo>
                            <a:pt x="0" y="441960"/>
                          </a:lnTo>
                          <a:close/>
                        </a:path>
                      </a:pathLst>
                    </a:custGeom>
                    <a:ln w="12600">
                      <a:solidFill>
                        <a:srgbClr val="000066"/>
                      </a:solidFill>
                    </a:ln>
                  </p:spPr>
                  <p:txBody>
                    <a:bodyPr wrap="square" lIns="0" tIns="0" rIns="0" bIns="0" rtlCol="0"/>
                    <a:lstStyle/>
                    <a:p>
                      <a:endParaRPr lang="en-US" sz="1463" noProof="0" dirty="0"/>
                    </a:p>
                  </p:txBody>
                </p:sp>
                <p:sp>
                  <p:nvSpPr>
                    <p:cNvPr id="19" name="object 14">
                      <a:extLst>
                        <a:ext uri="{FF2B5EF4-FFF2-40B4-BE49-F238E27FC236}">
                          <a16:creationId xmlns:a16="http://schemas.microsoft.com/office/drawing/2014/main" id="{DA6F94D3-2B87-01B5-E8A1-8645B644DA6A}"/>
                        </a:ext>
                      </a:extLst>
                    </p:cNvPr>
                    <p:cNvSpPr/>
                    <p:nvPr/>
                  </p:nvSpPr>
                  <p:spPr>
                    <a:xfrm>
                      <a:off x="9468697" y="1177132"/>
                      <a:ext cx="980797" cy="0"/>
                    </a:xfrm>
                    <a:custGeom>
                      <a:avLst/>
                      <a:gdLst/>
                      <a:ahLst/>
                      <a:cxnLst/>
                      <a:rect l="l" t="t" r="r" b="b"/>
                      <a:pathLst>
                        <a:path w="1207134">
                          <a:moveTo>
                            <a:pt x="0" y="0"/>
                          </a:moveTo>
                          <a:lnTo>
                            <a:pt x="1207007" y="0"/>
                          </a:lnTo>
                        </a:path>
                      </a:pathLst>
                    </a:custGeom>
                    <a:ln w="12600">
                      <a:solidFill>
                        <a:srgbClr val="000066"/>
                      </a:solidFill>
                    </a:ln>
                  </p:spPr>
                  <p:txBody>
                    <a:bodyPr wrap="square" lIns="0" tIns="0" rIns="0" bIns="0" rtlCol="0"/>
                    <a:lstStyle/>
                    <a:p>
                      <a:endParaRPr lang="en-US" sz="1463" noProof="0" dirty="0"/>
                    </a:p>
                  </p:txBody>
                </p:sp>
              </p:grpSp>
              <p:cxnSp>
                <p:nvCxnSpPr>
                  <p:cNvPr id="11" name="Straight Arrow Connector 10">
                    <a:extLst>
                      <a:ext uri="{FF2B5EF4-FFF2-40B4-BE49-F238E27FC236}">
                        <a16:creationId xmlns:a16="http://schemas.microsoft.com/office/drawing/2014/main" id="{8D34B95B-7B3A-4C15-A125-94716781405D}"/>
                      </a:ext>
                    </a:extLst>
                  </p:cNvPr>
                  <p:cNvCxnSpPr>
                    <a:cxnSpLocks/>
                  </p:cNvCxnSpPr>
                  <p:nvPr/>
                </p:nvCxnSpPr>
                <p:spPr>
                  <a:xfrm>
                    <a:off x="6328565" y="1249286"/>
                    <a:ext cx="10958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6AE3729-0FE3-B5B4-6997-85C9890632E8}"/>
                      </a:ext>
                    </a:extLst>
                  </p:cNvPr>
                  <p:cNvCxnSpPr>
                    <a:cxnSpLocks/>
                  </p:cNvCxnSpPr>
                  <p:nvPr/>
                </p:nvCxnSpPr>
                <p:spPr>
                  <a:xfrm flipH="1">
                    <a:off x="8285554" y="1936845"/>
                    <a:ext cx="8848" cy="13304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945A9A0-15CC-2987-4995-10802E24E9DA}"/>
                      </a:ext>
                    </a:extLst>
                  </p:cNvPr>
                  <p:cNvCxnSpPr>
                    <a:cxnSpLocks/>
                  </p:cNvCxnSpPr>
                  <p:nvPr/>
                </p:nvCxnSpPr>
                <p:spPr>
                  <a:xfrm flipH="1" flipV="1">
                    <a:off x="5719205" y="1874851"/>
                    <a:ext cx="1823681" cy="19149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object 9">
                    <a:extLst>
                      <a:ext uri="{FF2B5EF4-FFF2-40B4-BE49-F238E27FC236}">
                        <a16:creationId xmlns:a16="http://schemas.microsoft.com/office/drawing/2014/main" id="{59FE4BF5-7F3E-9F49-5F28-925F9DF7F4D4}"/>
                      </a:ext>
                    </a:extLst>
                  </p:cNvPr>
                  <p:cNvSpPr txBox="1"/>
                  <p:nvPr/>
                </p:nvSpPr>
                <p:spPr>
                  <a:xfrm>
                    <a:off x="6194582" y="853777"/>
                    <a:ext cx="1286747" cy="293831"/>
                  </a:xfrm>
                  <a:prstGeom prst="rect">
                    <a:avLst/>
                  </a:prstGeom>
                </p:spPr>
                <p:txBody>
                  <a:bodyPr vert="horz" wrap="square" lIns="0" tIns="43339" rIns="0" bIns="0" rtlCol="0">
                    <a:spAutoFit/>
                  </a:bodyPr>
                  <a:lstStyle/>
                  <a:p>
                    <a:pPr marL="10319" algn="ctr">
                      <a:spcBef>
                        <a:spcPts val="341"/>
                      </a:spcBef>
                    </a:pPr>
                    <a:r>
                      <a:rPr lang="en-US" sz="1625" b="1" spc="-37" noProof="0" dirty="0">
                        <a:solidFill>
                          <a:srgbClr val="0000C7"/>
                        </a:solidFill>
                        <a:cs typeface="Segoe UI"/>
                      </a:rPr>
                      <a:t>fork (clone)</a:t>
                    </a:r>
                    <a:endParaRPr lang="en-US" sz="1625" noProof="0" dirty="0">
                      <a:cs typeface="Segoe UI"/>
                    </a:endParaRPr>
                  </a:p>
                </p:txBody>
              </p:sp>
              <p:sp>
                <p:nvSpPr>
                  <p:cNvPr id="15" name="object 9">
                    <a:extLst>
                      <a:ext uri="{FF2B5EF4-FFF2-40B4-BE49-F238E27FC236}">
                        <a16:creationId xmlns:a16="http://schemas.microsoft.com/office/drawing/2014/main" id="{C9D6D373-D4C4-8B49-C0C4-49009AC8B093}"/>
                      </a:ext>
                    </a:extLst>
                  </p:cNvPr>
                  <p:cNvSpPr txBox="1"/>
                  <p:nvPr/>
                </p:nvSpPr>
                <p:spPr>
                  <a:xfrm>
                    <a:off x="8339927" y="2316353"/>
                    <a:ext cx="2093751" cy="289983"/>
                  </a:xfrm>
                  <a:prstGeom prst="rect">
                    <a:avLst/>
                  </a:prstGeom>
                </p:spPr>
                <p:txBody>
                  <a:bodyPr vert="horz" wrap="square" lIns="0" tIns="43339" rIns="0" bIns="0" rtlCol="0">
                    <a:spAutoFit/>
                  </a:bodyPr>
                  <a:lstStyle/>
                  <a:p>
                    <a:pPr marL="10319" algn="ctr">
                      <a:spcBef>
                        <a:spcPts val="341"/>
                      </a:spcBef>
                    </a:pPr>
                    <a:r>
                      <a:rPr lang="en-US" sz="1600" b="1" spc="-37" noProof="0" dirty="0">
                        <a:solidFill>
                          <a:srgbClr val="0000C7"/>
                        </a:solidFill>
                        <a:latin typeface="Hack" panose="020B0609030202020204" pitchFamily="49" charset="0"/>
                        <a:ea typeface="Hack" panose="020B0609030202020204" pitchFamily="49" charset="0"/>
                        <a:cs typeface="Hack" panose="020B0609030202020204" pitchFamily="49" charset="0"/>
                      </a:rPr>
                      <a:t>sudo –u user cmd</a:t>
                    </a:r>
                    <a:endParaRPr lang="en-US" sz="1600" i="1" noProof="0" dirty="0">
                      <a:latin typeface="Hack" panose="020B0609030202020204" pitchFamily="49" charset="0"/>
                      <a:ea typeface="Hack" panose="020B0609030202020204" pitchFamily="49" charset="0"/>
                      <a:cs typeface="Hack" panose="020B0609030202020204" pitchFamily="49" charset="0"/>
                    </a:endParaRPr>
                  </a:p>
                </p:txBody>
              </p:sp>
              <p:sp>
                <p:nvSpPr>
                  <p:cNvPr id="16" name="object 9">
                    <a:extLst>
                      <a:ext uri="{FF2B5EF4-FFF2-40B4-BE49-F238E27FC236}">
                        <a16:creationId xmlns:a16="http://schemas.microsoft.com/office/drawing/2014/main" id="{2728E7FB-39F3-25E1-6095-0F56CE9E5D07}"/>
                      </a:ext>
                    </a:extLst>
                  </p:cNvPr>
                  <p:cNvSpPr txBox="1"/>
                  <p:nvPr/>
                </p:nvSpPr>
                <p:spPr>
                  <a:xfrm rot="2852273">
                    <a:off x="6093935" y="2424504"/>
                    <a:ext cx="1286747" cy="320761"/>
                  </a:xfrm>
                  <a:prstGeom prst="rect">
                    <a:avLst/>
                  </a:prstGeom>
                </p:spPr>
                <p:txBody>
                  <a:bodyPr vert="horz" wrap="square" lIns="0" tIns="43339" rIns="0" bIns="0" rtlCol="0">
                    <a:spAutoFit/>
                  </a:bodyPr>
                  <a:lstStyle/>
                  <a:p>
                    <a:pPr marL="10319" algn="ctr">
                      <a:spcBef>
                        <a:spcPts val="341"/>
                      </a:spcBef>
                    </a:pPr>
                    <a:r>
                      <a:rPr lang="en-US" b="1" spc="-37" noProof="0" dirty="0">
                        <a:solidFill>
                          <a:srgbClr val="0000C7"/>
                        </a:solidFill>
                        <a:latin typeface="Hack" panose="020B0609030202020204" pitchFamily="49" charset="0"/>
                        <a:ea typeface="Hack" panose="020B0609030202020204" pitchFamily="49" charset="0"/>
                        <a:cs typeface="Hack" panose="020B0609030202020204" pitchFamily="49" charset="0"/>
                      </a:rPr>
                      <a:t>exit [n]</a:t>
                    </a:r>
                    <a:endParaRPr lang="en-US" noProof="0" dirty="0">
                      <a:latin typeface="Hack" panose="020B0609030202020204" pitchFamily="49" charset="0"/>
                      <a:ea typeface="Hack" panose="020B0609030202020204" pitchFamily="49" charset="0"/>
                      <a:cs typeface="Hack" panose="020B0609030202020204" pitchFamily="49" charset="0"/>
                    </a:endParaRPr>
                  </a:p>
                </p:txBody>
              </p:sp>
            </p:grpSp>
            <p:sp>
              <p:nvSpPr>
                <p:cNvPr id="26" name="object 9">
                  <a:extLst>
                    <a:ext uri="{FF2B5EF4-FFF2-40B4-BE49-F238E27FC236}">
                      <a16:creationId xmlns:a16="http://schemas.microsoft.com/office/drawing/2014/main" id="{3AE4D251-A03F-4322-E283-7A321B22B890}"/>
                    </a:ext>
                  </a:extLst>
                </p:cNvPr>
                <p:cNvSpPr txBox="1"/>
                <p:nvPr/>
              </p:nvSpPr>
              <p:spPr>
                <a:xfrm rot="2852273">
                  <a:off x="5878510" y="4593412"/>
                  <a:ext cx="1461684" cy="293831"/>
                </a:xfrm>
                <a:prstGeom prst="rect">
                  <a:avLst/>
                </a:prstGeom>
              </p:spPr>
              <p:txBody>
                <a:bodyPr vert="horz" wrap="square" lIns="0" tIns="43339" rIns="0" bIns="0" rtlCol="0">
                  <a:spAutoFit/>
                </a:bodyPr>
                <a:lstStyle/>
                <a:p>
                  <a:pPr marL="10319" algn="ctr">
                    <a:spcBef>
                      <a:spcPts val="341"/>
                    </a:spcBef>
                  </a:pPr>
                  <a:r>
                    <a:rPr lang="en-US" sz="1600" strike="sngStrike" spc="-37" noProof="0" dirty="0">
                      <a:cs typeface="Segoe UI"/>
                    </a:rPr>
                    <a:t>environment</a:t>
                  </a:r>
                  <a:endParaRPr lang="en-US" sz="1600" strike="sngStrike" noProof="0" dirty="0">
                    <a:cs typeface="Segoe UI"/>
                  </a:endParaRPr>
                </a:p>
              </p:txBody>
            </p:sp>
          </p:grpSp>
          <p:sp>
            <p:nvSpPr>
              <p:cNvPr id="27" name="object 9">
                <a:extLst>
                  <a:ext uri="{FF2B5EF4-FFF2-40B4-BE49-F238E27FC236}">
                    <a16:creationId xmlns:a16="http://schemas.microsoft.com/office/drawing/2014/main" id="{6AB54F5C-C286-EC95-854E-9289F5B0CBBB}"/>
                  </a:ext>
                </a:extLst>
              </p:cNvPr>
              <p:cNvSpPr txBox="1"/>
              <p:nvPr/>
            </p:nvSpPr>
            <p:spPr>
              <a:xfrm>
                <a:off x="6382076" y="3102261"/>
                <a:ext cx="1335299" cy="293831"/>
              </a:xfrm>
              <a:prstGeom prst="rect">
                <a:avLst/>
              </a:prstGeom>
            </p:spPr>
            <p:txBody>
              <a:bodyPr vert="horz" wrap="square" lIns="0" tIns="43339" rIns="0" bIns="0" rtlCol="0">
                <a:spAutoFit/>
              </a:bodyPr>
              <a:lstStyle/>
              <a:p>
                <a:pPr marL="10319" algn="ctr">
                  <a:spcBef>
                    <a:spcPts val="341"/>
                  </a:spcBef>
                </a:pPr>
                <a:r>
                  <a:rPr lang="en-US" sz="1625" spc="-37" noProof="0" dirty="0">
                    <a:cs typeface="Segoe UI"/>
                  </a:rPr>
                  <a:t>environment</a:t>
                </a:r>
                <a:endParaRPr lang="en-US" sz="1625" noProof="0" dirty="0">
                  <a:cs typeface="Segoe UI"/>
                </a:endParaRPr>
              </a:p>
            </p:txBody>
          </p:sp>
        </p:grpSp>
        <p:sp>
          <p:nvSpPr>
            <p:cNvPr id="30" name="object 17">
              <a:extLst>
                <a:ext uri="{FF2B5EF4-FFF2-40B4-BE49-F238E27FC236}">
                  <a16:creationId xmlns:a16="http://schemas.microsoft.com/office/drawing/2014/main" id="{EBFF7A11-E19B-BCDA-18AC-05C62CAC2D43}"/>
                </a:ext>
              </a:extLst>
            </p:cNvPr>
            <p:cNvSpPr txBox="1"/>
            <p:nvPr/>
          </p:nvSpPr>
          <p:spPr>
            <a:xfrm>
              <a:off x="7755355" y="4251046"/>
              <a:ext cx="1497906" cy="310502"/>
            </a:xfrm>
            <a:prstGeom prst="rect">
              <a:avLst/>
            </a:prstGeom>
          </p:spPr>
          <p:txBody>
            <a:bodyPr vert="horz" wrap="square" lIns="0" tIns="10319" rIns="0" bIns="0" rtlCol="0">
              <a:spAutoFit/>
            </a:bodyPr>
            <a:lstStyle/>
            <a:p>
              <a:pPr marL="10319">
                <a:spcBef>
                  <a:spcPts val="81"/>
                </a:spcBef>
              </a:pPr>
              <a:r>
                <a:rPr lang="en-US" sz="1950" noProof="0" dirty="0">
                  <a:cs typeface="Segoe UI"/>
                </a:rPr>
                <a:t>Child - </a:t>
              </a:r>
              <a:r>
                <a:rPr lang="en-US" sz="1950" noProof="0" dirty="0">
                  <a:solidFill>
                    <a:srgbClr val="FF0000"/>
                  </a:solidFill>
                  <a:cs typeface="Segoe UI"/>
                </a:rPr>
                <a:t>User</a:t>
              </a:r>
            </a:p>
          </p:txBody>
        </p:sp>
      </p:grpSp>
      <p:pic>
        <p:nvPicPr>
          <p:cNvPr id="34" name="Picture 33" descr="A cartoon penguin wearing a blue coat and gloves&#10;&#10;AI-generated content may be incorrect.">
            <a:extLst>
              <a:ext uri="{FF2B5EF4-FFF2-40B4-BE49-F238E27FC236}">
                <a16:creationId xmlns:a16="http://schemas.microsoft.com/office/drawing/2014/main" id="{D150254E-8B00-58E1-09E4-AEBF1C1C62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2428838" y="1569937"/>
            <a:ext cx="1805346" cy="1914151"/>
          </a:xfrm>
          <a:prstGeom prst="rect">
            <a:avLst/>
          </a:prstGeom>
        </p:spPr>
      </p:pic>
    </p:spTree>
    <p:extLst>
      <p:ext uri="{BB962C8B-B14F-4D97-AF65-F5344CB8AC3E}">
        <p14:creationId xmlns:p14="http://schemas.microsoft.com/office/powerpoint/2010/main" val="34233811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FC68FF9-684E-64FF-9216-582AFB7C3B04}"/>
              </a:ext>
            </a:extLst>
          </p:cNvPr>
          <p:cNvSpPr>
            <a:spLocks noGrp="1"/>
          </p:cNvSpPr>
          <p:nvPr>
            <p:ph type="ctrTitle"/>
          </p:nvPr>
        </p:nvSpPr>
        <p:spPr/>
        <p:txBody>
          <a:bodyPr/>
          <a:lstStyle/>
          <a:p>
            <a:r>
              <a:rPr lang="en-US" noProof="0" dirty="0"/>
              <a:t>Basic sudo configuration</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cs typeface="Segoe UI"/>
              </a:rPr>
              <a:t>Add</a:t>
            </a:r>
            <a:r>
              <a:rPr lang="en-US" sz="1800" spc="-37" noProof="0" dirty="0">
                <a:solidFill>
                  <a:srgbClr val="2D2C2C"/>
                </a:solidFill>
                <a:cs typeface="Segoe UI"/>
              </a:rPr>
              <a:t> </a:t>
            </a:r>
            <a:r>
              <a:rPr lang="en-US" sz="1800" spc="-12" noProof="0" dirty="0">
                <a:solidFill>
                  <a:srgbClr val="2D2C2C"/>
                </a:solidFill>
                <a:cs typeface="Segoe UI"/>
              </a:rPr>
              <a:t>required</a:t>
            </a:r>
            <a:r>
              <a:rPr lang="en-US" sz="1800" spc="61" noProof="0" dirty="0">
                <a:solidFill>
                  <a:srgbClr val="2D2C2C"/>
                </a:solidFill>
                <a:cs typeface="Segoe UI"/>
              </a:rPr>
              <a:t> </a:t>
            </a:r>
            <a:r>
              <a:rPr lang="en-US" sz="1800" spc="-4" noProof="0" dirty="0">
                <a:solidFill>
                  <a:srgbClr val="2D2C2C"/>
                </a:solidFill>
                <a:cs typeface="Segoe UI"/>
              </a:rPr>
              <a:t>users</a:t>
            </a:r>
            <a:r>
              <a:rPr lang="en-US" sz="1800" spc="16" noProof="0" dirty="0">
                <a:solidFill>
                  <a:srgbClr val="2D2C2C"/>
                </a:solidFill>
                <a:cs typeface="Segoe UI"/>
              </a:rPr>
              <a:t> </a:t>
            </a:r>
            <a:r>
              <a:rPr lang="en-US" sz="1800" spc="-16" noProof="0" dirty="0">
                <a:solidFill>
                  <a:srgbClr val="2D2C2C"/>
                </a:solidFill>
                <a:cs typeface="Segoe UI"/>
              </a:rPr>
              <a:t>to</a:t>
            </a:r>
            <a:r>
              <a:rPr lang="en-US" sz="1800" spc="20" noProof="0" dirty="0">
                <a:solidFill>
                  <a:srgbClr val="2D2C2C"/>
                </a:solidFill>
                <a:cs typeface="Segoe UI"/>
              </a:rPr>
              <a:t> </a:t>
            </a:r>
            <a:r>
              <a:rPr lang="en-US" sz="1800" spc="-4" noProof="0" dirty="0">
                <a:solidFill>
                  <a:srgbClr val="2D2C2C"/>
                </a:solidFill>
                <a:cs typeface="Segoe UI"/>
              </a:rPr>
              <a:t>the</a:t>
            </a:r>
            <a:r>
              <a:rPr lang="en-US" sz="1800" spc="8" noProof="0" dirty="0">
                <a:solidFill>
                  <a:srgbClr val="2D2C2C"/>
                </a:solidFill>
                <a:cs typeface="Segoe UI"/>
              </a:rPr>
              <a:t> </a:t>
            </a:r>
            <a:r>
              <a:rPr lang="en-US" sz="1800" spc="-8" noProof="0" dirty="0">
                <a:solidFill>
                  <a:srgbClr val="2D2C2C"/>
                </a:solidFill>
                <a:cs typeface="Segoe UI"/>
              </a:rPr>
              <a:t>group</a:t>
            </a:r>
            <a:r>
              <a:rPr lang="en-US" sz="1800" spc="4" noProof="0" dirty="0">
                <a:solidFill>
                  <a:srgbClr val="2D2C2C"/>
                </a:solidFill>
                <a:cs typeface="Segoe UI"/>
              </a:rPr>
              <a:t> </a:t>
            </a:r>
            <a:r>
              <a:rPr lang="en-US" sz="1800" spc="-8" noProof="0" dirty="0">
                <a:solidFill>
                  <a:srgbClr val="2D2C2C"/>
                </a:solidFill>
                <a:cs typeface="Segoe UI"/>
              </a:rPr>
              <a:t>used</a:t>
            </a:r>
            <a:r>
              <a:rPr lang="en-US" sz="1800" spc="41" noProof="0" dirty="0">
                <a:solidFill>
                  <a:srgbClr val="2D2C2C"/>
                </a:solidFill>
                <a:cs typeface="Segoe UI"/>
              </a:rPr>
              <a:t> </a:t>
            </a:r>
            <a:r>
              <a:rPr lang="en-US" sz="1800" spc="-4" noProof="0" dirty="0">
                <a:solidFill>
                  <a:srgbClr val="2D2C2C"/>
                </a:solidFill>
                <a:cs typeface="Segoe UI"/>
              </a:rPr>
              <a:t>by</a:t>
            </a:r>
            <a:r>
              <a:rPr lang="en-US" sz="1800" noProof="0" dirty="0">
                <a:solidFill>
                  <a:srgbClr val="2D2C2C"/>
                </a:solidFill>
                <a:cs typeface="Segoe UI"/>
              </a:rPr>
              <a:t>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sudo</a:t>
            </a:r>
            <a:r>
              <a:rPr lang="en-US" spc="-8" noProof="0" dirty="0">
                <a:solidFill>
                  <a:srgbClr val="2D2C2C"/>
                </a:solidFill>
                <a:cs typeface="Segoe UI"/>
              </a:rPr>
              <a:t>.</a:t>
            </a: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In</a:t>
            </a:r>
            <a:r>
              <a:rPr lang="en-US" sz="1800" spc="-4" noProof="0" dirty="0">
                <a:solidFill>
                  <a:srgbClr val="2D2C2C"/>
                </a:solidFill>
                <a:cs typeface="Segoe UI"/>
              </a:rPr>
              <a:t> </a:t>
            </a:r>
            <a:r>
              <a:rPr lang="en-US" sz="1800" spc="-16" noProof="0" dirty="0">
                <a:solidFill>
                  <a:srgbClr val="2D2C2C"/>
                </a:solidFill>
                <a:cs typeface="Segoe UI"/>
              </a:rPr>
              <a:t>Red</a:t>
            </a:r>
            <a:r>
              <a:rPr lang="en-US" sz="1800" noProof="0" dirty="0">
                <a:solidFill>
                  <a:srgbClr val="2D2C2C"/>
                </a:solidFill>
                <a:cs typeface="Segoe UI"/>
              </a:rPr>
              <a:t> </a:t>
            </a:r>
            <a:r>
              <a:rPr lang="en-US" sz="1800" spc="-4" noProof="0" dirty="0">
                <a:solidFill>
                  <a:srgbClr val="2D2C2C"/>
                </a:solidFill>
                <a:cs typeface="Segoe UI"/>
              </a:rPr>
              <a:t>Hat</a:t>
            </a:r>
            <a:r>
              <a:rPr lang="en-US" sz="1800" spc="12" noProof="0" dirty="0">
                <a:solidFill>
                  <a:srgbClr val="2D2C2C"/>
                </a:solidFill>
                <a:cs typeface="Segoe UI"/>
              </a:rPr>
              <a:t> </a:t>
            </a:r>
            <a:r>
              <a:rPr lang="en-US" sz="1800" spc="-24" noProof="0" dirty="0">
                <a:solidFill>
                  <a:srgbClr val="2D2C2C"/>
                </a:solidFill>
                <a:cs typeface="Segoe UI"/>
              </a:rPr>
              <a:t>it's</a:t>
            </a:r>
            <a:r>
              <a:rPr lang="en-US" sz="1800" spc="24" noProof="0" dirty="0">
                <a:solidFill>
                  <a:srgbClr val="2D2C2C"/>
                </a:solidFill>
                <a:cs typeface="Segoe UI"/>
              </a:rPr>
              <a:t>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wheel</a:t>
            </a:r>
            <a:r>
              <a:rPr lang="en-US" sz="1800" spc="-8" noProof="0" dirty="0">
                <a:solidFill>
                  <a:srgbClr val="2D2C2C"/>
                </a:solidFill>
                <a:cs typeface="Segoe UI"/>
              </a:rPr>
              <a:t>.</a:t>
            </a:r>
            <a:r>
              <a:rPr lang="en-US" sz="1800" spc="20" noProof="0" dirty="0">
                <a:solidFill>
                  <a:srgbClr val="2D2C2C"/>
                </a:solidFill>
                <a:cs typeface="Segoe UI"/>
              </a:rPr>
              <a:t> </a:t>
            </a:r>
            <a:r>
              <a:rPr lang="en-US" sz="1800" spc="-8" noProof="0" dirty="0">
                <a:solidFill>
                  <a:srgbClr val="2D2C2C"/>
                </a:solidFill>
                <a:cs typeface="Segoe UI"/>
              </a:rPr>
              <a:t>In</a:t>
            </a:r>
            <a:r>
              <a:rPr lang="en-US" sz="1800" spc="-4" noProof="0" dirty="0">
                <a:solidFill>
                  <a:srgbClr val="2D2C2C"/>
                </a:solidFill>
                <a:cs typeface="Segoe UI"/>
              </a:rPr>
              <a:t> Ubuntu</a:t>
            </a:r>
            <a:r>
              <a:rPr lang="en-US" sz="1800" spc="41" noProof="0" dirty="0">
                <a:solidFill>
                  <a:srgbClr val="2D2C2C"/>
                </a:solidFill>
                <a:cs typeface="Segoe UI"/>
              </a:rPr>
              <a:t> </a:t>
            </a:r>
            <a:r>
              <a:rPr lang="en-US" sz="1800" spc="-24" noProof="0" dirty="0">
                <a:solidFill>
                  <a:srgbClr val="2D2C2C"/>
                </a:solidFill>
                <a:cs typeface="Segoe UI"/>
              </a:rPr>
              <a:t>it’s</a:t>
            </a:r>
            <a:r>
              <a:rPr lang="en-US" sz="1800" spc="28" noProof="0" dirty="0">
                <a:solidFill>
                  <a:srgbClr val="2D2C2C"/>
                </a:solidFill>
                <a:cs typeface="Segoe UI"/>
              </a:rPr>
              <a:t>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sudo</a:t>
            </a:r>
            <a:r>
              <a:rPr lang="en-US" sz="1800" b="1" spc="-8" noProof="0" dirty="0">
                <a:solidFill>
                  <a:srgbClr val="0000C7"/>
                </a:solidFill>
                <a:cs typeface="Segoe UI"/>
              </a:rPr>
              <a:t> </a:t>
            </a:r>
            <a:r>
              <a:rPr lang="en-US" sz="1800" spc="28" noProof="0" dirty="0">
                <a:solidFill>
                  <a:srgbClr val="2D2C2C"/>
                </a:solidFill>
                <a:cs typeface="Segoe UI"/>
              </a:rPr>
              <a:t>or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admin</a:t>
            </a:r>
            <a:r>
              <a:rPr lang="en-US" spc="-4" noProof="0" dirty="0">
                <a:solidFill>
                  <a:srgbClr val="2D2C2C"/>
                </a:solidFill>
                <a:cs typeface="Segoe UI"/>
              </a:rPr>
              <a:t>.</a:t>
            </a:r>
          </a:p>
          <a:p>
            <a:pPr marL="518001" lvl="1" indent="-233204">
              <a:spcBef>
                <a:spcPts val="488"/>
              </a:spcBef>
              <a:buClr>
                <a:srgbClr val="000000"/>
              </a:buClr>
              <a:buFont typeface="Arial"/>
              <a:buChar char="•"/>
              <a:tabLst>
                <a:tab pos="517485" algn="l"/>
                <a:tab pos="518001" algn="l"/>
              </a:tabLst>
            </a:pPr>
            <a:endParaRPr lang="en-US" sz="1800" b="1" spc="-8" noProof="0" dirty="0">
              <a:solidFill>
                <a:srgbClr val="0000C7"/>
              </a:solidFill>
              <a:cs typeface="Segoe UI"/>
            </a:endParaRPr>
          </a:p>
          <a:p>
            <a:pPr marL="518001" lvl="1" indent="-233204">
              <a:spcBef>
                <a:spcPts val="488"/>
              </a:spcBef>
              <a:buClr>
                <a:srgbClr val="000000"/>
              </a:buClr>
              <a:buFont typeface="Arial"/>
              <a:buChar char="•"/>
              <a:tabLst>
                <a:tab pos="517485" algn="l"/>
                <a:tab pos="518001" algn="l"/>
              </a:tabLst>
            </a:pPr>
            <a:endParaRPr lang="en-US" sz="1800" b="1" spc="-8" noProof="0" dirty="0">
              <a:solidFill>
                <a:srgbClr val="0000C7"/>
              </a:solidFill>
              <a:cs typeface="Segoe UI"/>
            </a:endParaRPr>
          </a:p>
          <a:p>
            <a:pPr marL="338005" indent="-233204">
              <a:spcBef>
                <a:spcPts val="488"/>
              </a:spcBef>
              <a:buClr>
                <a:srgbClr val="000000"/>
              </a:buClr>
              <a:buFont typeface="Arial"/>
              <a:buChar char="•"/>
              <a:tabLst>
                <a:tab pos="517485" algn="l"/>
                <a:tab pos="518001" algn="l"/>
              </a:tabLst>
            </a:pPr>
            <a:r>
              <a:rPr lang="en-US" sz="1800" spc="-4" noProof="0" dirty="0">
                <a:solidFill>
                  <a:srgbClr val="2D2C2C"/>
                </a:solidFill>
                <a:cs typeface="Segoe UI"/>
              </a:rPr>
              <a:t>Edit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/etc/sudoers</a:t>
            </a:r>
            <a:r>
              <a:rPr lang="en-US" sz="1800" b="1" spc="37"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spc="-8" noProof="0" dirty="0">
                <a:solidFill>
                  <a:srgbClr val="2D2C2C"/>
                </a:solidFill>
                <a:cs typeface="Segoe UI"/>
              </a:rPr>
              <a:t>file,</a:t>
            </a:r>
            <a:r>
              <a:rPr lang="en-US" sz="1800" spc="20" noProof="0" dirty="0">
                <a:solidFill>
                  <a:srgbClr val="2D2C2C"/>
                </a:solidFill>
                <a:cs typeface="Segoe UI"/>
              </a:rPr>
              <a:t> </a:t>
            </a:r>
            <a:r>
              <a:rPr lang="en-US" sz="1800" spc="-16" noProof="0" dirty="0">
                <a:solidFill>
                  <a:srgbClr val="2D2C2C"/>
                </a:solidFill>
                <a:cs typeface="Segoe UI"/>
              </a:rPr>
              <a:t>to</a:t>
            </a:r>
            <a:r>
              <a:rPr lang="en-US" sz="1800" spc="24" noProof="0" dirty="0">
                <a:solidFill>
                  <a:srgbClr val="2D2C2C"/>
                </a:solidFill>
                <a:cs typeface="Segoe UI"/>
              </a:rPr>
              <a:t> </a:t>
            </a:r>
            <a:r>
              <a:rPr lang="en-US" sz="1800" spc="-16" noProof="0" dirty="0">
                <a:solidFill>
                  <a:srgbClr val="2D2C2C"/>
                </a:solidFill>
                <a:cs typeface="Segoe UI"/>
              </a:rPr>
              <a:t>activate</a:t>
            </a:r>
            <a:r>
              <a:rPr lang="en-US" sz="1800" spc="49" noProof="0" dirty="0">
                <a:solidFill>
                  <a:srgbClr val="2D2C2C"/>
                </a:solidFill>
                <a:cs typeface="Segoe UI"/>
              </a:rPr>
              <a:t> </a:t>
            </a:r>
            <a:r>
              <a:rPr lang="en-US" sz="1800" spc="-4" noProof="0" dirty="0">
                <a:solidFill>
                  <a:srgbClr val="2D2C2C"/>
                </a:solidFill>
                <a:cs typeface="Segoe UI"/>
              </a:rPr>
              <a:t>the</a:t>
            </a:r>
            <a:r>
              <a:rPr lang="en-US" sz="1800" spc="20" noProof="0" dirty="0">
                <a:solidFill>
                  <a:srgbClr val="2D2C2C"/>
                </a:solidFill>
                <a:cs typeface="Segoe UI"/>
              </a:rPr>
              <a:t> </a:t>
            </a:r>
            <a:r>
              <a:rPr lang="en-US" sz="1800" spc="-8" noProof="0" dirty="0">
                <a:solidFill>
                  <a:srgbClr val="2D2C2C"/>
                </a:solidFill>
                <a:cs typeface="Segoe UI"/>
              </a:rPr>
              <a:t>group.</a:t>
            </a:r>
          </a:p>
          <a:p>
            <a:pPr marL="795205" lvl="1" indent="-233204">
              <a:spcBef>
                <a:spcPts val="488"/>
              </a:spcBef>
              <a:buClr>
                <a:srgbClr val="000000"/>
              </a:buClr>
              <a:buFont typeface="Arial"/>
              <a:buChar char="•"/>
              <a:tabLst>
                <a:tab pos="517485" algn="l"/>
                <a:tab pos="518001" algn="l"/>
              </a:tabLst>
            </a:pPr>
            <a:r>
              <a:rPr lang="en-US" spc="-8" noProof="0" dirty="0">
                <a:solidFill>
                  <a:srgbClr val="2D2C2C"/>
                </a:solidFill>
                <a:cs typeface="Segoe UI"/>
              </a:rPr>
              <a:t>Normally edited indirectly via </a:t>
            </a:r>
            <a:r>
              <a:rPr lang="en-US" b="1" spc="-8" noProof="0" dirty="0">
                <a:solidFill>
                  <a:srgbClr val="0000C7"/>
                </a:solidFill>
                <a:latin typeface="Hack" panose="020B0609030202020204" pitchFamily="49" charset="0"/>
                <a:ea typeface="Hack" panose="020B0609030202020204" pitchFamily="49" charset="0"/>
                <a:cs typeface="Hack" panose="020B0609030202020204" pitchFamily="49" charset="0"/>
              </a:rPr>
              <a:t>visudo</a:t>
            </a:r>
            <a:r>
              <a:rPr lang="en-US" spc="-8" noProof="0" dirty="0">
                <a:solidFill>
                  <a:srgbClr val="2D2C2C"/>
                </a:solidFill>
                <a:cs typeface="Segoe UI"/>
              </a:rPr>
              <a:t> command.</a:t>
            </a:r>
          </a:p>
          <a:p>
            <a:pPr marL="338005" indent="-233204">
              <a:spcBef>
                <a:spcPts val="488"/>
              </a:spcBef>
              <a:buClr>
                <a:srgbClr val="000000"/>
              </a:buClr>
              <a:buFont typeface="Arial"/>
              <a:buChar char="•"/>
              <a:tabLst>
                <a:tab pos="517485" algn="l"/>
                <a:tab pos="518001" algn="l"/>
              </a:tabLst>
            </a:pPr>
            <a:endParaRPr lang="en-US" sz="1800" spc="-8" noProof="0" dirty="0">
              <a:solidFill>
                <a:schemeClr val="tx1"/>
              </a:solidFill>
              <a:cs typeface="Segoe UI"/>
            </a:endParaRPr>
          </a:p>
          <a:p>
            <a:endParaRPr lang="en-US" sz="1800" noProof="0" dirty="0">
              <a:solidFill>
                <a:schemeClr val="tx1"/>
              </a:solidFill>
            </a:endParaRPr>
          </a:p>
          <a:p>
            <a:endParaRPr lang="en-US" sz="1800" noProof="0" dirty="0">
              <a:solidFill>
                <a:schemeClr val="tx1"/>
              </a:solidFill>
            </a:endParaRPr>
          </a:p>
          <a:p>
            <a:endParaRPr lang="en-US" sz="1800" noProof="0" dirty="0">
              <a:solidFill>
                <a:schemeClr val="tx1"/>
              </a:solidFill>
            </a:endParaRPr>
          </a:p>
          <a:p>
            <a:r>
              <a:rPr lang="en-US" sz="1800" noProof="0" dirty="0">
                <a:solidFill>
                  <a:schemeClr val="tx1"/>
                </a:solidFill>
              </a:rPr>
              <a:t>Redhat example:</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19</a:t>
            </a:fld>
            <a:endParaRPr lang="en-US" noProof="0" dirty="0"/>
          </a:p>
        </p:txBody>
      </p:sp>
      <p:sp>
        <p:nvSpPr>
          <p:cNvPr id="9" name="Rectangle 3">
            <a:extLst>
              <a:ext uri="{FF2B5EF4-FFF2-40B4-BE49-F238E27FC236}">
                <a16:creationId xmlns:a16="http://schemas.microsoft.com/office/drawing/2014/main" id="{CDEB8A58-F152-D14A-8560-3F94309A213C}"/>
              </a:ext>
            </a:extLst>
          </p:cNvPr>
          <p:cNvSpPr>
            <a:spLocks noChangeArrowheads="1"/>
          </p:cNvSpPr>
          <p:nvPr/>
        </p:nvSpPr>
        <p:spPr bwMode="auto">
          <a:xfrm>
            <a:off x="5718912" y="2669680"/>
            <a:ext cx="5957150" cy="38600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08"/>
              </a:lnSpc>
            </a:pPr>
            <a:r>
              <a:rPr lang="en-US" spc="-4" noProof="0" dirty="0">
                <a:solidFill>
                  <a:srgbClr val="FFFF00"/>
                </a:solidFill>
                <a:latin typeface="Courier New"/>
                <a:cs typeface="Courier New"/>
              </a:rPr>
              <a:t>#</a:t>
            </a:r>
            <a:r>
              <a:rPr lang="en-US" spc="-12" noProof="0" dirty="0">
                <a:solidFill>
                  <a:schemeClr val="bg1"/>
                </a:solidFill>
                <a:latin typeface="Courier New"/>
                <a:cs typeface="Courier New"/>
              </a:rPr>
              <a:t> </a:t>
            </a:r>
            <a:r>
              <a:rPr lang="en-US" b="1" spc="-4" noProof="0" dirty="0">
                <a:solidFill>
                  <a:schemeClr val="bg1"/>
                </a:solidFill>
                <a:latin typeface="Courier New"/>
                <a:cs typeface="Courier New"/>
              </a:rPr>
              <a:t>usermod</a:t>
            </a:r>
            <a:r>
              <a:rPr lang="en-US" b="1" spc="-8" noProof="0" dirty="0">
                <a:solidFill>
                  <a:schemeClr val="bg1"/>
                </a:solidFill>
                <a:latin typeface="Courier New"/>
                <a:cs typeface="Courier New"/>
              </a:rPr>
              <a:t> </a:t>
            </a:r>
            <a:r>
              <a:rPr lang="en-US" b="1" spc="-4" noProof="0" dirty="0">
                <a:solidFill>
                  <a:schemeClr val="bg1"/>
                </a:solidFill>
                <a:latin typeface="Courier New"/>
                <a:cs typeface="Courier New"/>
              </a:rPr>
              <a:t>-G</a:t>
            </a:r>
            <a:r>
              <a:rPr lang="en-US" b="1" spc="-12" noProof="0" dirty="0">
                <a:solidFill>
                  <a:schemeClr val="bg1"/>
                </a:solidFill>
                <a:latin typeface="Courier New"/>
                <a:cs typeface="Courier New"/>
              </a:rPr>
              <a:t> </a:t>
            </a:r>
            <a:r>
              <a:rPr lang="en-US" b="1" spc="-4" noProof="0" dirty="0">
                <a:solidFill>
                  <a:schemeClr val="bg1"/>
                </a:solidFill>
                <a:latin typeface="Courier New"/>
                <a:cs typeface="Courier New"/>
              </a:rPr>
              <a:t>wheel</a:t>
            </a:r>
            <a:r>
              <a:rPr lang="en-US" b="1" spc="-8" noProof="0" dirty="0">
                <a:solidFill>
                  <a:schemeClr val="bg1"/>
                </a:solidFill>
                <a:latin typeface="Courier New"/>
                <a:cs typeface="Courier New"/>
              </a:rPr>
              <a:t> </a:t>
            </a:r>
            <a:r>
              <a:rPr lang="en-US" b="1" spc="-4" noProof="0" dirty="0">
                <a:solidFill>
                  <a:schemeClr val="bg1"/>
                </a:solidFill>
                <a:latin typeface="Courier New"/>
                <a:cs typeface="Courier New"/>
              </a:rPr>
              <a:t>qa</a:t>
            </a:r>
            <a:endParaRPr lang="en-US" noProof="0" dirty="0">
              <a:solidFill>
                <a:schemeClr val="bg1"/>
              </a:solidFill>
              <a:latin typeface="Courier New"/>
              <a:cs typeface="Courier New"/>
            </a:endParaRPr>
          </a:p>
        </p:txBody>
      </p:sp>
      <p:sp>
        <p:nvSpPr>
          <p:cNvPr id="10" name="Rectangle 3">
            <a:extLst>
              <a:ext uri="{FF2B5EF4-FFF2-40B4-BE49-F238E27FC236}">
                <a16:creationId xmlns:a16="http://schemas.microsoft.com/office/drawing/2014/main" id="{84FC23DC-1980-2F1E-2235-E464EA1C7BBA}"/>
              </a:ext>
            </a:extLst>
          </p:cNvPr>
          <p:cNvSpPr>
            <a:spLocks noChangeArrowheads="1"/>
          </p:cNvSpPr>
          <p:nvPr/>
        </p:nvSpPr>
        <p:spPr bwMode="auto">
          <a:xfrm>
            <a:off x="5718911" y="3648381"/>
            <a:ext cx="5957151" cy="38600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08"/>
              </a:lnSpc>
            </a:pPr>
            <a:r>
              <a:rPr lang="en-US" spc="-4" noProof="0" dirty="0">
                <a:solidFill>
                  <a:srgbClr val="FFFF00"/>
                </a:solidFill>
                <a:latin typeface="Courier New"/>
                <a:cs typeface="Courier New"/>
              </a:rPr>
              <a:t>#</a:t>
            </a:r>
            <a:r>
              <a:rPr lang="en-US" spc="-12" noProof="0" dirty="0">
                <a:solidFill>
                  <a:schemeClr val="bg1"/>
                </a:solidFill>
                <a:latin typeface="Courier New"/>
                <a:cs typeface="Courier New"/>
              </a:rPr>
              <a:t> </a:t>
            </a:r>
            <a:r>
              <a:rPr lang="en-US" b="1" spc="-4" noProof="0" dirty="0">
                <a:solidFill>
                  <a:schemeClr val="bg1"/>
                </a:solidFill>
                <a:latin typeface="Courier New"/>
                <a:cs typeface="Courier New"/>
              </a:rPr>
              <a:t>visudo</a:t>
            </a:r>
            <a:endParaRPr lang="en-US" noProof="0" dirty="0">
              <a:solidFill>
                <a:schemeClr val="bg1"/>
              </a:solidFill>
              <a:latin typeface="Courier New"/>
              <a:cs typeface="Courier New"/>
            </a:endParaRPr>
          </a:p>
        </p:txBody>
      </p:sp>
      <p:sp>
        <p:nvSpPr>
          <p:cNvPr id="13" name="object 13">
            <a:extLst>
              <a:ext uri="{FF2B5EF4-FFF2-40B4-BE49-F238E27FC236}">
                <a16:creationId xmlns:a16="http://schemas.microsoft.com/office/drawing/2014/main" id="{C2F4AC69-B8ED-07FE-CBA7-4748D14C4BA5}"/>
              </a:ext>
            </a:extLst>
          </p:cNvPr>
          <p:cNvSpPr txBox="1"/>
          <p:nvPr/>
        </p:nvSpPr>
        <p:spPr>
          <a:xfrm>
            <a:off x="5695045" y="4845082"/>
            <a:ext cx="5981017" cy="1285280"/>
          </a:xfrm>
          <a:prstGeom prst="rect">
            <a:avLst/>
          </a:prstGeom>
          <a:solidFill>
            <a:srgbClr val="0FEEB9"/>
          </a:solidFill>
          <a:ln>
            <a:solidFill>
              <a:schemeClr val="tx1"/>
            </a:solidFill>
          </a:ln>
        </p:spPr>
        <p:txBody>
          <a:bodyPr vert="horz" wrap="square" lIns="0" tIns="32504" rIns="0" bIns="0" rtlCol="0">
            <a:spAutoFit/>
          </a:bodyPr>
          <a:lstStyle/>
          <a:p>
            <a:pPr marL="10319">
              <a:spcBef>
                <a:spcPts val="256"/>
              </a:spcBef>
            </a:pPr>
            <a:r>
              <a:rPr lang="en-US" sz="1463" spc="-4" noProof="0" dirty="0">
                <a:latin typeface="Hack" panose="020B0609030202020204" pitchFamily="49" charset="0"/>
                <a:ea typeface="Hack" panose="020B0609030202020204" pitchFamily="49" charset="0"/>
                <a:cs typeface="Hack" panose="020B0609030202020204" pitchFamily="49" charset="0"/>
              </a:rPr>
              <a:t>[...]</a:t>
            </a:r>
            <a:endParaRPr lang="en-US" sz="1463" noProof="0" dirty="0">
              <a:latin typeface="Hack" panose="020B0609030202020204" pitchFamily="49" charset="0"/>
              <a:ea typeface="Hack" panose="020B0609030202020204" pitchFamily="49" charset="0"/>
              <a:cs typeface="Hack" panose="020B0609030202020204" pitchFamily="49" charset="0"/>
            </a:endParaRPr>
          </a:p>
          <a:p>
            <a:pPr marL="10319">
              <a:spcBef>
                <a:spcPts val="175"/>
              </a:spcBef>
            </a:pPr>
            <a:r>
              <a:rPr lang="en-US" sz="1463" noProof="0" dirty="0">
                <a:latin typeface="Hack" panose="020B0609030202020204" pitchFamily="49" charset="0"/>
                <a:ea typeface="Hack" panose="020B0609030202020204" pitchFamily="49" charset="0"/>
                <a:cs typeface="Hack" panose="020B0609030202020204" pitchFamily="49" charset="0"/>
              </a:rPr>
              <a:t>#</a:t>
            </a:r>
            <a:r>
              <a:rPr lang="en-US" sz="1463" spc="-20" noProof="0" dirty="0">
                <a:latin typeface="Hack" panose="020B0609030202020204" pitchFamily="49" charset="0"/>
                <a:ea typeface="Hack" panose="020B0609030202020204" pitchFamily="49" charset="0"/>
                <a:cs typeface="Hack" panose="020B0609030202020204" pitchFamily="49" charset="0"/>
              </a:rPr>
              <a:t> </a:t>
            </a:r>
            <a:r>
              <a:rPr lang="en-US" sz="1463" spc="-4" noProof="0" dirty="0">
                <a:latin typeface="Hack" panose="020B0609030202020204" pitchFamily="49" charset="0"/>
                <a:ea typeface="Hack" panose="020B0609030202020204" pitchFamily="49" charset="0"/>
                <a:cs typeface="Hack" panose="020B0609030202020204" pitchFamily="49" charset="0"/>
              </a:rPr>
              <a:t>User</a:t>
            </a:r>
            <a:r>
              <a:rPr lang="en-US" sz="1463" spc="-33" noProof="0" dirty="0">
                <a:latin typeface="Hack" panose="020B0609030202020204" pitchFamily="49" charset="0"/>
                <a:ea typeface="Hack" panose="020B0609030202020204" pitchFamily="49" charset="0"/>
                <a:cs typeface="Hack" panose="020B0609030202020204" pitchFamily="49" charset="0"/>
              </a:rPr>
              <a:t> </a:t>
            </a:r>
            <a:r>
              <a:rPr lang="en-US" sz="1463" spc="-8" noProof="0" dirty="0">
                <a:latin typeface="Hack" panose="020B0609030202020204" pitchFamily="49" charset="0"/>
                <a:ea typeface="Hack" panose="020B0609030202020204" pitchFamily="49" charset="0"/>
                <a:cs typeface="Hack" panose="020B0609030202020204" pitchFamily="49" charset="0"/>
              </a:rPr>
              <a:t>privilege</a:t>
            </a:r>
            <a:r>
              <a:rPr lang="en-US" sz="1463" spc="-37" noProof="0" dirty="0">
                <a:latin typeface="Hack" panose="020B0609030202020204" pitchFamily="49" charset="0"/>
                <a:ea typeface="Hack" panose="020B0609030202020204" pitchFamily="49" charset="0"/>
                <a:cs typeface="Hack" panose="020B0609030202020204" pitchFamily="49" charset="0"/>
              </a:rPr>
              <a:t> </a:t>
            </a:r>
            <a:r>
              <a:rPr lang="en-US" sz="1463" spc="-8" noProof="0" dirty="0">
                <a:latin typeface="Hack" panose="020B0609030202020204" pitchFamily="49" charset="0"/>
                <a:ea typeface="Hack" panose="020B0609030202020204" pitchFamily="49" charset="0"/>
                <a:cs typeface="Hack" panose="020B0609030202020204" pitchFamily="49" charset="0"/>
              </a:rPr>
              <a:t>specification</a:t>
            </a:r>
          </a:p>
          <a:p>
            <a:pPr marL="10319">
              <a:spcBef>
                <a:spcPts val="272"/>
              </a:spcBef>
            </a:pPr>
            <a:r>
              <a:rPr lang="en-US" sz="1400" spc="-4" noProof="0" dirty="0">
                <a:latin typeface="Hack" panose="020B0609030202020204" pitchFamily="49" charset="0"/>
                <a:ea typeface="Hack" panose="020B0609030202020204" pitchFamily="49" charset="0"/>
                <a:cs typeface="Hack" panose="020B0609030202020204" pitchFamily="49" charset="0"/>
              </a:rPr>
              <a:t>root	    </a:t>
            </a:r>
            <a:r>
              <a:rPr lang="en-US" sz="1400" spc="-8" noProof="0" dirty="0">
                <a:latin typeface="Hack" panose="020B0609030202020204" pitchFamily="49" charset="0"/>
                <a:ea typeface="Hack" panose="020B0609030202020204" pitchFamily="49" charset="0"/>
                <a:cs typeface="Hack" panose="020B0609030202020204" pitchFamily="49" charset="0"/>
              </a:rPr>
              <a:t>All=(ALL)</a:t>
            </a:r>
            <a:r>
              <a:rPr lang="en-US" sz="1400" spc="-4" noProof="0" dirty="0">
                <a:latin typeface="Hack" panose="020B0609030202020204" pitchFamily="49" charset="0"/>
                <a:ea typeface="Hack" panose="020B0609030202020204" pitchFamily="49" charset="0"/>
                <a:cs typeface="Hack" panose="020B0609030202020204" pitchFamily="49" charset="0"/>
              </a:rPr>
              <a:t>			ALL</a:t>
            </a:r>
            <a:endParaRPr lang="en-US" sz="1400" noProof="0" dirty="0">
              <a:latin typeface="Hack" panose="020B0609030202020204" pitchFamily="49" charset="0"/>
              <a:ea typeface="Hack" panose="020B0609030202020204" pitchFamily="49" charset="0"/>
              <a:cs typeface="Hack" panose="020B0609030202020204" pitchFamily="49" charset="0"/>
            </a:endParaRPr>
          </a:p>
          <a:p>
            <a:pPr marL="10319">
              <a:spcBef>
                <a:spcPts val="210"/>
              </a:spcBef>
            </a:pPr>
            <a:r>
              <a:rPr lang="en-US" sz="1600" spc="-4" noProof="0" dirty="0">
                <a:latin typeface="Hack" panose="020B0609030202020204" pitchFamily="49" charset="0"/>
                <a:ea typeface="Hack" panose="020B0609030202020204" pitchFamily="49" charset="0"/>
                <a:cs typeface="Hack" panose="020B0609030202020204" pitchFamily="49" charset="0"/>
              </a:rPr>
              <a:t>#</a:t>
            </a:r>
            <a:r>
              <a:rPr lang="en-US" sz="1600" spc="-73" noProof="0" dirty="0">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rgbClr val="004F9F"/>
                </a:solidFill>
                <a:latin typeface="Hack" panose="020B0609030202020204" pitchFamily="49" charset="0"/>
                <a:ea typeface="Hack" panose="020B0609030202020204" pitchFamily="49" charset="0"/>
                <a:cs typeface="Hack" panose="020B0609030202020204" pitchFamily="49" charset="0"/>
              </a:rPr>
              <a:t>%wheel   All=(ALL) 			ALL</a:t>
            </a:r>
            <a:endParaRPr lang="en-US" sz="1600" noProof="0" dirty="0">
              <a:latin typeface="Hack" panose="020B0609030202020204" pitchFamily="49" charset="0"/>
              <a:ea typeface="Hack" panose="020B0609030202020204" pitchFamily="49" charset="0"/>
              <a:cs typeface="Hack" panose="020B0609030202020204" pitchFamily="49" charset="0"/>
            </a:endParaRPr>
          </a:p>
          <a:p>
            <a:pPr marL="10319">
              <a:spcBef>
                <a:spcPts val="175"/>
              </a:spcBef>
            </a:pPr>
            <a:endParaRPr lang="en-US" sz="1463" noProof="0" dirty="0">
              <a:latin typeface="Hack" panose="020B0609030202020204" pitchFamily="49" charset="0"/>
              <a:ea typeface="Hack" panose="020B0609030202020204" pitchFamily="49" charset="0"/>
              <a:cs typeface="Hack" panose="020B0609030202020204" pitchFamily="49" charset="0"/>
            </a:endParaRPr>
          </a:p>
        </p:txBody>
      </p:sp>
      <p:sp>
        <p:nvSpPr>
          <p:cNvPr id="43" name="object 18">
            <a:extLst>
              <a:ext uri="{FF2B5EF4-FFF2-40B4-BE49-F238E27FC236}">
                <a16:creationId xmlns:a16="http://schemas.microsoft.com/office/drawing/2014/main" id="{B4E52C68-0565-7B76-A638-45D3575CD4EA}"/>
              </a:ext>
            </a:extLst>
          </p:cNvPr>
          <p:cNvSpPr/>
          <p:nvPr/>
        </p:nvSpPr>
        <p:spPr>
          <a:xfrm rot="4774340">
            <a:off x="4891236" y="5106982"/>
            <a:ext cx="1188787" cy="255623"/>
          </a:xfrm>
          <a:custGeom>
            <a:avLst/>
            <a:gdLst/>
            <a:ahLst/>
            <a:cxnLst/>
            <a:rect l="l" t="t" r="r" b="b"/>
            <a:pathLst>
              <a:path w="816610" h="233679">
                <a:moveTo>
                  <a:pt x="668606" y="83014"/>
                </a:moveTo>
                <a:lnTo>
                  <a:pt x="6731" y="216661"/>
                </a:lnTo>
                <a:lnTo>
                  <a:pt x="10033" y="233298"/>
                </a:lnTo>
                <a:lnTo>
                  <a:pt x="671954" y="99641"/>
                </a:lnTo>
                <a:lnTo>
                  <a:pt x="668606" y="83014"/>
                </a:lnTo>
                <a:close/>
              </a:path>
              <a:path w="816610" h="233679">
                <a:moveTo>
                  <a:pt x="661929" y="49856"/>
                </a:moveTo>
                <a:lnTo>
                  <a:pt x="0" y="183514"/>
                </a:lnTo>
                <a:lnTo>
                  <a:pt x="3302" y="200024"/>
                </a:lnTo>
                <a:lnTo>
                  <a:pt x="665277" y="66479"/>
                </a:lnTo>
                <a:lnTo>
                  <a:pt x="661929" y="49856"/>
                </a:lnTo>
                <a:close/>
              </a:path>
              <a:path w="816610" h="233679">
                <a:moveTo>
                  <a:pt x="773573" y="77977"/>
                </a:moveTo>
                <a:lnTo>
                  <a:pt x="693546" y="77977"/>
                </a:lnTo>
                <a:lnTo>
                  <a:pt x="696849" y="94614"/>
                </a:lnTo>
                <a:lnTo>
                  <a:pt x="671954" y="99641"/>
                </a:lnTo>
                <a:lnTo>
                  <a:pt x="681990" y="149478"/>
                </a:lnTo>
                <a:lnTo>
                  <a:pt x="773573" y="77977"/>
                </a:lnTo>
                <a:close/>
              </a:path>
              <a:path w="816610" h="233679">
                <a:moveTo>
                  <a:pt x="693546" y="77977"/>
                </a:moveTo>
                <a:lnTo>
                  <a:pt x="668606" y="83014"/>
                </a:lnTo>
                <a:lnTo>
                  <a:pt x="671954" y="99641"/>
                </a:lnTo>
                <a:lnTo>
                  <a:pt x="696849" y="94614"/>
                </a:lnTo>
                <a:lnTo>
                  <a:pt x="693546" y="77977"/>
                </a:lnTo>
                <a:close/>
              </a:path>
              <a:path w="816610" h="233679">
                <a:moveTo>
                  <a:pt x="816030" y="44830"/>
                </a:moveTo>
                <a:lnTo>
                  <a:pt x="686816" y="44830"/>
                </a:lnTo>
                <a:lnTo>
                  <a:pt x="690118" y="61467"/>
                </a:lnTo>
                <a:lnTo>
                  <a:pt x="665277" y="66479"/>
                </a:lnTo>
                <a:lnTo>
                  <a:pt x="668606" y="83014"/>
                </a:lnTo>
                <a:lnTo>
                  <a:pt x="693546" y="77977"/>
                </a:lnTo>
                <a:lnTo>
                  <a:pt x="773573" y="77977"/>
                </a:lnTo>
                <a:lnTo>
                  <a:pt x="816030" y="44830"/>
                </a:lnTo>
                <a:close/>
              </a:path>
              <a:path w="816610" h="233679">
                <a:moveTo>
                  <a:pt x="686816" y="44830"/>
                </a:moveTo>
                <a:lnTo>
                  <a:pt x="661929" y="49856"/>
                </a:lnTo>
                <a:lnTo>
                  <a:pt x="665277" y="66479"/>
                </a:lnTo>
                <a:lnTo>
                  <a:pt x="690118" y="61467"/>
                </a:lnTo>
                <a:lnTo>
                  <a:pt x="686816" y="44830"/>
                </a:lnTo>
                <a:close/>
              </a:path>
              <a:path w="816610" h="233679">
                <a:moveTo>
                  <a:pt x="651891" y="0"/>
                </a:moveTo>
                <a:lnTo>
                  <a:pt x="661929" y="49856"/>
                </a:lnTo>
                <a:lnTo>
                  <a:pt x="686816" y="44830"/>
                </a:lnTo>
                <a:lnTo>
                  <a:pt x="816030" y="44830"/>
                </a:lnTo>
                <a:lnTo>
                  <a:pt x="816356" y="44576"/>
                </a:lnTo>
                <a:lnTo>
                  <a:pt x="651891" y="0"/>
                </a:lnTo>
                <a:close/>
              </a:path>
            </a:pathLst>
          </a:custGeom>
          <a:solidFill>
            <a:srgbClr val="2B6DA2"/>
          </a:solidFill>
        </p:spPr>
        <p:txBody>
          <a:bodyPr wrap="square" lIns="0" tIns="0" rIns="0" bIns="0" rtlCol="0"/>
          <a:lstStyle/>
          <a:p>
            <a:endParaRPr lang="en-US" sz="1463" noProof="0" dirty="0"/>
          </a:p>
        </p:txBody>
      </p:sp>
      <p:sp>
        <p:nvSpPr>
          <p:cNvPr id="18" name="object 31">
            <a:extLst>
              <a:ext uri="{FF2B5EF4-FFF2-40B4-BE49-F238E27FC236}">
                <a16:creationId xmlns:a16="http://schemas.microsoft.com/office/drawing/2014/main" id="{20DF7AAE-E5AB-A03A-86F5-F4BF397B0F84}"/>
              </a:ext>
            </a:extLst>
          </p:cNvPr>
          <p:cNvSpPr txBox="1"/>
          <p:nvPr/>
        </p:nvSpPr>
        <p:spPr>
          <a:xfrm>
            <a:off x="6515554" y="6104036"/>
            <a:ext cx="1058898" cy="226384"/>
          </a:xfrm>
          <a:prstGeom prst="rect">
            <a:avLst/>
          </a:prstGeom>
        </p:spPr>
        <p:txBody>
          <a:bodyPr vert="horz" wrap="square" lIns="0" tIns="10835" rIns="0" bIns="0" rtlCol="0">
            <a:spAutoFit/>
          </a:bodyPr>
          <a:lstStyle/>
          <a:p>
            <a:pPr marL="10319">
              <a:spcBef>
                <a:spcPts val="85"/>
              </a:spcBef>
            </a:pPr>
            <a:r>
              <a:rPr lang="en-US" sz="1400" i="1" noProof="0" dirty="0">
                <a:cs typeface="Segoe UI"/>
              </a:rPr>
              <a:t>where</a:t>
            </a:r>
            <a:r>
              <a:rPr lang="en-US" sz="1400" i="1" spc="240" noProof="0" dirty="0">
                <a:cs typeface="Segoe UI"/>
              </a:rPr>
              <a:t> </a:t>
            </a:r>
            <a:r>
              <a:rPr lang="en-US" sz="1400" i="1" spc="-4" noProof="0" dirty="0">
                <a:cs typeface="Segoe UI"/>
              </a:rPr>
              <a:t>(host)</a:t>
            </a:r>
            <a:endParaRPr lang="en-US" sz="1400" noProof="0" dirty="0">
              <a:cs typeface="Segoe UI"/>
            </a:endParaRPr>
          </a:p>
        </p:txBody>
      </p:sp>
      <p:pic>
        <p:nvPicPr>
          <p:cNvPr id="38" name="object 33">
            <a:extLst>
              <a:ext uri="{FF2B5EF4-FFF2-40B4-BE49-F238E27FC236}">
                <a16:creationId xmlns:a16="http://schemas.microsoft.com/office/drawing/2014/main" id="{1EF1036D-4ED2-1CD3-2185-EAEA3D552415}"/>
              </a:ext>
            </a:extLst>
          </p:cNvPr>
          <p:cNvPicPr/>
          <p:nvPr/>
        </p:nvPicPr>
        <p:blipFill>
          <a:blip r:embed="rId3" cstate="print"/>
          <a:stretch>
            <a:fillRect/>
          </a:stretch>
        </p:blipFill>
        <p:spPr>
          <a:xfrm>
            <a:off x="5905960" y="5865400"/>
            <a:ext cx="128881" cy="202092"/>
          </a:xfrm>
          <a:prstGeom prst="rect">
            <a:avLst/>
          </a:prstGeom>
        </p:spPr>
      </p:pic>
      <p:pic>
        <p:nvPicPr>
          <p:cNvPr id="39" name="object 34">
            <a:extLst>
              <a:ext uri="{FF2B5EF4-FFF2-40B4-BE49-F238E27FC236}">
                <a16:creationId xmlns:a16="http://schemas.microsoft.com/office/drawing/2014/main" id="{20728CAE-F55B-1F8B-79D3-27521D19AF9A}"/>
              </a:ext>
            </a:extLst>
          </p:cNvPr>
          <p:cNvPicPr/>
          <p:nvPr/>
        </p:nvPicPr>
        <p:blipFill>
          <a:blip r:embed="rId4" cstate="print"/>
          <a:stretch>
            <a:fillRect/>
          </a:stretch>
        </p:blipFill>
        <p:spPr>
          <a:xfrm>
            <a:off x="7004700" y="5855804"/>
            <a:ext cx="112886" cy="203660"/>
          </a:xfrm>
          <a:prstGeom prst="rect">
            <a:avLst/>
          </a:prstGeom>
        </p:spPr>
      </p:pic>
      <p:sp>
        <p:nvSpPr>
          <p:cNvPr id="40" name="object 35">
            <a:extLst>
              <a:ext uri="{FF2B5EF4-FFF2-40B4-BE49-F238E27FC236}">
                <a16:creationId xmlns:a16="http://schemas.microsoft.com/office/drawing/2014/main" id="{A77582A5-C43A-E028-B251-AEEDC9DD6B4F}"/>
              </a:ext>
            </a:extLst>
          </p:cNvPr>
          <p:cNvSpPr/>
          <p:nvPr/>
        </p:nvSpPr>
        <p:spPr>
          <a:xfrm>
            <a:off x="7887986" y="5857661"/>
            <a:ext cx="2505908" cy="233204"/>
          </a:xfrm>
          <a:custGeom>
            <a:avLst/>
            <a:gdLst/>
            <a:ahLst/>
            <a:cxnLst/>
            <a:rect l="l" t="t" r="r" b="b"/>
            <a:pathLst>
              <a:path w="3084195" h="287020">
                <a:moveTo>
                  <a:pt x="162306" y="280390"/>
                </a:moveTo>
                <a:lnTo>
                  <a:pt x="42379" y="63652"/>
                </a:lnTo>
                <a:lnTo>
                  <a:pt x="62636" y="52451"/>
                </a:lnTo>
                <a:lnTo>
                  <a:pt x="70231" y="48260"/>
                </a:lnTo>
                <a:lnTo>
                  <a:pt x="0" y="0"/>
                </a:lnTo>
                <a:lnTo>
                  <a:pt x="3556" y="85090"/>
                </a:lnTo>
                <a:lnTo>
                  <a:pt x="31280" y="69786"/>
                </a:lnTo>
                <a:lnTo>
                  <a:pt x="151117" y="286537"/>
                </a:lnTo>
                <a:lnTo>
                  <a:pt x="162306" y="280390"/>
                </a:lnTo>
                <a:close/>
              </a:path>
              <a:path w="3084195" h="287020">
                <a:moveTo>
                  <a:pt x="3084195" y="85725"/>
                </a:moveTo>
                <a:lnTo>
                  <a:pt x="3077845" y="73025"/>
                </a:lnTo>
                <a:lnTo>
                  <a:pt x="3046095" y="9525"/>
                </a:lnTo>
                <a:lnTo>
                  <a:pt x="3007995" y="85725"/>
                </a:lnTo>
                <a:lnTo>
                  <a:pt x="3039745" y="85725"/>
                </a:lnTo>
                <a:lnTo>
                  <a:pt x="3039745" y="263537"/>
                </a:lnTo>
                <a:lnTo>
                  <a:pt x="3052445" y="263537"/>
                </a:lnTo>
                <a:lnTo>
                  <a:pt x="3052445" y="85725"/>
                </a:lnTo>
                <a:lnTo>
                  <a:pt x="3084195" y="85725"/>
                </a:lnTo>
                <a:close/>
              </a:path>
            </a:pathLst>
          </a:custGeom>
          <a:solidFill>
            <a:srgbClr val="000000"/>
          </a:solidFill>
        </p:spPr>
        <p:txBody>
          <a:bodyPr wrap="square" lIns="0" tIns="0" rIns="0" bIns="0" rtlCol="0"/>
          <a:lstStyle/>
          <a:p>
            <a:endParaRPr lang="en-US" sz="1463" noProof="0" dirty="0"/>
          </a:p>
        </p:txBody>
      </p:sp>
      <p:sp>
        <p:nvSpPr>
          <p:cNvPr id="20" name="object 38">
            <a:extLst>
              <a:ext uri="{FF2B5EF4-FFF2-40B4-BE49-F238E27FC236}">
                <a16:creationId xmlns:a16="http://schemas.microsoft.com/office/drawing/2014/main" id="{F265898A-8667-0967-3CD4-FB8A4BC5073B}"/>
              </a:ext>
            </a:extLst>
          </p:cNvPr>
          <p:cNvSpPr txBox="1"/>
          <p:nvPr/>
        </p:nvSpPr>
        <p:spPr>
          <a:xfrm>
            <a:off x="5664725" y="6052784"/>
            <a:ext cx="491688" cy="274835"/>
          </a:xfrm>
          <a:prstGeom prst="rect">
            <a:avLst/>
          </a:prstGeom>
          <a:ln w="12700">
            <a:noFill/>
          </a:ln>
        </p:spPr>
        <p:txBody>
          <a:bodyPr vert="horz" wrap="square" lIns="0" tIns="58817" rIns="0" bIns="0" rtlCol="0">
            <a:spAutoFit/>
          </a:bodyPr>
          <a:lstStyle/>
          <a:p>
            <a:pPr marL="95964">
              <a:spcBef>
                <a:spcPts val="463"/>
              </a:spcBef>
            </a:pPr>
            <a:r>
              <a:rPr lang="en-US" sz="1400" i="1" spc="-4" noProof="0" dirty="0">
                <a:cs typeface="Segoe UI"/>
              </a:rPr>
              <a:t>who</a:t>
            </a:r>
            <a:endParaRPr lang="en-US" sz="1300" noProof="0" dirty="0">
              <a:cs typeface="Segoe UI"/>
            </a:endParaRPr>
          </a:p>
        </p:txBody>
      </p:sp>
      <p:sp>
        <p:nvSpPr>
          <p:cNvPr id="22" name="object 47">
            <a:extLst>
              <a:ext uri="{FF2B5EF4-FFF2-40B4-BE49-F238E27FC236}">
                <a16:creationId xmlns:a16="http://schemas.microsoft.com/office/drawing/2014/main" id="{C87CA1F7-D873-8B05-5C25-4491D896F967}"/>
              </a:ext>
            </a:extLst>
          </p:cNvPr>
          <p:cNvSpPr txBox="1"/>
          <p:nvPr/>
        </p:nvSpPr>
        <p:spPr>
          <a:xfrm>
            <a:off x="9516162" y="6055586"/>
            <a:ext cx="1878528" cy="274835"/>
          </a:xfrm>
          <a:prstGeom prst="rect">
            <a:avLst/>
          </a:prstGeom>
          <a:ln w="12700">
            <a:noFill/>
          </a:ln>
        </p:spPr>
        <p:txBody>
          <a:bodyPr vert="horz" wrap="square" lIns="0" tIns="58817" rIns="0" bIns="0" rtlCol="0">
            <a:spAutoFit/>
          </a:bodyPr>
          <a:lstStyle/>
          <a:p>
            <a:pPr marL="254873">
              <a:spcBef>
                <a:spcPts val="463"/>
              </a:spcBef>
            </a:pPr>
            <a:r>
              <a:rPr lang="en-US" sz="1400" i="1" spc="-4" noProof="0" dirty="0">
                <a:cs typeface="Segoe UI"/>
              </a:rPr>
              <a:t>allowed</a:t>
            </a:r>
            <a:r>
              <a:rPr lang="en-US" sz="1400" i="1" spc="-57" noProof="0" dirty="0">
                <a:cs typeface="Segoe UI"/>
              </a:rPr>
              <a:t> </a:t>
            </a:r>
            <a:r>
              <a:rPr lang="en-US" sz="1400" i="1" spc="-8" noProof="0" dirty="0">
                <a:cs typeface="Segoe UI"/>
              </a:rPr>
              <a:t>commands</a:t>
            </a:r>
            <a:endParaRPr lang="en-US" sz="1400" noProof="0" dirty="0">
              <a:cs typeface="Segoe UI"/>
            </a:endParaRPr>
          </a:p>
        </p:txBody>
      </p:sp>
      <p:sp>
        <p:nvSpPr>
          <p:cNvPr id="24" name="object 52">
            <a:extLst>
              <a:ext uri="{FF2B5EF4-FFF2-40B4-BE49-F238E27FC236}">
                <a16:creationId xmlns:a16="http://schemas.microsoft.com/office/drawing/2014/main" id="{405ED413-73AA-665B-67E0-67C2E4B30917}"/>
              </a:ext>
            </a:extLst>
          </p:cNvPr>
          <p:cNvSpPr txBox="1"/>
          <p:nvPr/>
        </p:nvSpPr>
        <p:spPr>
          <a:xfrm>
            <a:off x="7522556" y="6055586"/>
            <a:ext cx="1550908" cy="274835"/>
          </a:xfrm>
          <a:prstGeom prst="rect">
            <a:avLst/>
          </a:prstGeom>
          <a:ln w="12700">
            <a:noFill/>
          </a:ln>
        </p:spPr>
        <p:txBody>
          <a:bodyPr vert="horz" wrap="square" lIns="0" tIns="58817" rIns="0" bIns="0" rtlCol="0">
            <a:spAutoFit/>
          </a:bodyPr>
          <a:lstStyle/>
          <a:p>
            <a:pPr marL="130532">
              <a:spcBef>
                <a:spcPts val="463"/>
              </a:spcBef>
            </a:pPr>
            <a:r>
              <a:rPr lang="en-US" sz="1400" i="1" spc="-4" noProof="0" dirty="0">
                <a:cs typeface="Segoe UI"/>
              </a:rPr>
              <a:t>as</a:t>
            </a:r>
            <a:r>
              <a:rPr lang="en-US" sz="1400" i="1" spc="-24" noProof="0" dirty="0">
                <a:cs typeface="Segoe UI"/>
              </a:rPr>
              <a:t> </a:t>
            </a:r>
            <a:r>
              <a:rPr lang="en-US" sz="1400" i="1" spc="-4" noProof="0" dirty="0">
                <a:cs typeface="Segoe UI"/>
              </a:rPr>
              <a:t>whom</a:t>
            </a:r>
            <a:r>
              <a:rPr lang="en-US" sz="1400" i="1" spc="325" noProof="0" dirty="0">
                <a:cs typeface="Segoe UI"/>
              </a:rPr>
              <a:t> </a:t>
            </a:r>
            <a:r>
              <a:rPr lang="en-US" sz="1400" i="1" spc="-12" noProof="0" dirty="0">
                <a:cs typeface="Segoe UI"/>
              </a:rPr>
              <a:t>('runas')</a:t>
            </a:r>
            <a:endParaRPr lang="en-US" sz="1400" noProof="0" dirty="0">
              <a:cs typeface="Segoe UI"/>
            </a:endParaRPr>
          </a:p>
        </p:txBody>
      </p:sp>
      <p:sp>
        <p:nvSpPr>
          <p:cNvPr id="28" name="object 61">
            <a:extLst>
              <a:ext uri="{FF2B5EF4-FFF2-40B4-BE49-F238E27FC236}">
                <a16:creationId xmlns:a16="http://schemas.microsoft.com/office/drawing/2014/main" id="{4175E266-F2B3-2EED-6ED5-982E986A43EB}"/>
              </a:ext>
            </a:extLst>
          </p:cNvPr>
          <p:cNvSpPr txBox="1"/>
          <p:nvPr/>
        </p:nvSpPr>
        <p:spPr>
          <a:xfrm>
            <a:off x="4306689" y="4200315"/>
            <a:ext cx="1239282" cy="420789"/>
          </a:xfrm>
          <a:prstGeom prst="rect">
            <a:avLst/>
          </a:prstGeom>
        </p:spPr>
        <p:txBody>
          <a:bodyPr vert="horz" wrap="square" lIns="0" tIns="10319" rIns="0" bIns="0" rtlCol="0">
            <a:spAutoFit/>
          </a:bodyPr>
          <a:lstStyle/>
          <a:p>
            <a:pPr marL="45403" algn="ctr">
              <a:lnSpc>
                <a:spcPts val="1580"/>
              </a:lnSpc>
              <a:spcBef>
                <a:spcPts val="81"/>
              </a:spcBef>
            </a:pPr>
            <a:r>
              <a:rPr lang="en-US" sz="1463" spc="-4" noProof="0" dirty="0">
                <a:cs typeface="Arial"/>
              </a:rPr>
              <a:t>remove</a:t>
            </a:r>
            <a:r>
              <a:rPr lang="en-US" sz="1463" spc="-61" noProof="0" dirty="0">
                <a:cs typeface="Arial"/>
              </a:rPr>
              <a:t> </a:t>
            </a:r>
            <a:r>
              <a:rPr lang="en-US" sz="1463" noProof="0" dirty="0">
                <a:cs typeface="Arial"/>
              </a:rPr>
              <a:t>the</a:t>
            </a:r>
          </a:p>
          <a:p>
            <a:pPr algn="ctr">
              <a:lnSpc>
                <a:spcPts val="1580"/>
              </a:lnSpc>
            </a:pPr>
            <a:r>
              <a:rPr lang="en-US" sz="1463" noProof="0" dirty="0">
                <a:cs typeface="Arial"/>
              </a:rPr>
              <a:t>hash</a:t>
            </a:r>
            <a:r>
              <a:rPr lang="en-US" sz="1463" spc="-73" noProof="0" dirty="0">
                <a:cs typeface="Arial"/>
              </a:rPr>
              <a:t> </a:t>
            </a:r>
            <a:r>
              <a:rPr lang="en-US" sz="1463" noProof="0" dirty="0">
                <a:cs typeface="Arial"/>
              </a:rPr>
              <a:t>to</a:t>
            </a:r>
            <a:r>
              <a:rPr lang="en-US" sz="1463" spc="-16" noProof="0" dirty="0">
                <a:cs typeface="Arial"/>
              </a:rPr>
              <a:t> </a:t>
            </a:r>
            <a:r>
              <a:rPr lang="en-US" sz="1463" noProof="0" dirty="0">
                <a:cs typeface="Arial"/>
              </a:rPr>
              <a:t>enable</a:t>
            </a:r>
          </a:p>
        </p:txBody>
      </p:sp>
      <p:pic>
        <p:nvPicPr>
          <p:cNvPr id="3" name="Picture 5">
            <a:extLst>
              <a:ext uri="{FF2B5EF4-FFF2-40B4-BE49-F238E27FC236}">
                <a16:creationId xmlns:a16="http://schemas.microsoft.com/office/drawing/2014/main" id="{7464BA04-7299-6BC8-7C9D-33E4D1A5C8EA}"/>
              </a:ext>
            </a:extLst>
          </p:cNvPr>
          <p:cNvPicPr>
            <a:picLocks noChangeAspect="1" noChangeArrowheads="1"/>
          </p:cNvPicPr>
          <p:nvPr/>
        </p:nvPicPr>
        <p:blipFill>
          <a:blip r:embed="rId5" cstate="print"/>
          <a:srcRect/>
          <a:stretch>
            <a:fillRect/>
          </a:stretch>
        </p:blipFill>
        <p:spPr bwMode="auto">
          <a:xfrm>
            <a:off x="6580685" y="965692"/>
            <a:ext cx="848029" cy="677787"/>
          </a:xfrm>
          <a:prstGeom prst="rect">
            <a:avLst/>
          </a:prstGeom>
          <a:noFill/>
          <a:ln w="9525">
            <a:noFill/>
            <a:round/>
            <a:headEnd/>
            <a:tailEnd/>
          </a:ln>
        </p:spPr>
      </p:pic>
      <p:pic>
        <p:nvPicPr>
          <p:cNvPr id="4" name="Picture 8">
            <a:extLst>
              <a:ext uri="{FF2B5EF4-FFF2-40B4-BE49-F238E27FC236}">
                <a16:creationId xmlns:a16="http://schemas.microsoft.com/office/drawing/2014/main" id="{30912061-B18F-5F5B-F1FB-01C9AEE38C4A}"/>
              </a:ext>
            </a:extLst>
          </p:cNvPr>
          <p:cNvPicPr>
            <a:picLocks noChangeAspect="1" noChangeArrowheads="1"/>
          </p:cNvPicPr>
          <p:nvPr/>
        </p:nvPicPr>
        <p:blipFill>
          <a:blip r:embed="rId6" cstate="print"/>
          <a:srcRect/>
          <a:stretch>
            <a:fillRect/>
          </a:stretch>
        </p:blipFill>
        <p:spPr bwMode="auto">
          <a:xfrm>
            <a:off x="7574452" y="978329"/>
            <a:ext cx="848029" cy="677787"/>
          </a:xfrm>
          <a:prstGeom prst="rect">
            <a:avLst/>
          </a:prstGeom>
          <a:noFill/>
          <a:ln w="9525">
            <a:noFill/>
            <a:round/>
            <a:headEnd/>
            <a:tailEnd/>
          </a:ln>
        </p:spPr>
      </p:pic>
      <p:pic>
        <p:nvPicPr>
          <p:cNvPr id="7" name="Picture 13" descr="ubuntulogo3">
            <a:extLst>
              <a:ext uri="{FF2B5EF4-FFF2-40B4-BE49-F238E27FC236}">
                <a16:creationId xmlns:a16="http://schemas.microsoft.com/office/drawing/2014/main" id="{0291C82E-B2AD-4C97-C451-E9AEFD43D2CE}"/>
              </a:ext>
            </a:extLst>
          </p:cNvPr>
          <p:cNvPicPr>
            <a:picLocks noChangeAspect="1" noChangeArrowheads="1"/>
          </p:cNvPicPr>
          <p:nvPr/>
        </p:nvPicPr>
        <p:blipFill>
          <a:blip r:embed="rId7" cstate="print"/>
          <a:srcRect/>
          <a:stretch>
            <a:fillRect/>
          </a:stretch>
        </p:blipFill>
        <p:spPr bwMode="auto">
          <a:xfrm>
            <a:off x="8675888" y="1637266"/>
            <a:ext cx="2235952" cy="677787"/>
          </a:xfrm>
          <a:prstGeom prst="rect">
            <a:avLst/>
          </a:prstGeom>
          <a:noFill/>
          <a:ln w="9525">
            <a:noFill/>
            <a:miter lim="800000"/>
            <a:headEnd/>
            <a:tailEnd/>
          </a:ln>
        </p:spPr>
      </p:pic>
      <p:pic>
        <p:nvPicPr>
          <p:cNvPr id="11" name="Picture 10" descr="Shape&#10;&#10;Description automatically generated with medium confidence">
            <a:extLst>
              <a:ext uri="{FF2B5EF4-FFF2-40B4-BE49-F238E27FC236}">
                <a16:creationId xmlns:a16="http://schemas.microsoft.com/office/drawing/2014/main" id="{312034A5-5F0C-5FA0-3193-80EB1682FC81}"/>
              </a:ext>
            </a:extLst>
          </p:cNvPr>
          <p:cNvPicPr>
            <a:picLocks noChangeAspect="1"/>
          </p:cNvPicPr>
          <p:nvPr/>
        </p:nvPicPr>
        <p:blipFill>
          <a:blip r:embed="rId8"/>
          <a:stretch>
            <a:fillRect/>
          </a:stretch>
        </p:blipFill>
        <p:spPr>
          <a:xfrm>
            <a:off x="8568219" y="897308"/>
            <a:ext cx="2921000" cy="701128"/>
          </a:xfrm>
          <a:prstGeom prst="rect">
            <a:avLst/>
          </a:prstGeom>
        </p:spPr>
      </p:pic>
      <p:sp>
        <p:nvSpPr>
          <p:cNvPr id="6" name="object 57">
            <a:extLst>
              <a:ext uri="{FF2B5EF4-FFF2-40B4-BE49-F238E27FC236}">
                <a16:creationId xmlns:a16="http://schemas.microsoft.com/office/drawing/2014/main" id="{FCFD853B-C824-E61D-D0AE-21FDA37F16F9}"/>
              </a:ext>
            </a:extLst>
          </p:cNvPr>
          <p:cNvSpPr txBox="1"/>
          <p:nvPr/>
        </p:nvSpPr>
        <p:spPr>
          <a:xfrm>
            <a:off x="10191964" y="4606193"/>
            <a:ext cx="1484099" cy="225863"/>
          </a:xfrm>
          <a:prstGeom prst="rect">
            <a:avLst/>
          </a:prstGeom>
          <a:ln>
            <a:solidFill>
              <a:schemeClr val="tx1"/>
            </a:solidFill>
          </a:ln>
        </p:spPr>
        <p:txBody>
          <a:bodyPr vert="horz" wrap="square" lIns="0" tIns="10319" rIns="0" bIns="0" rtlCol="0">
            <a:spAutoFit/>
          </a:bodyPr>
          <a:lstStyle/>
          <a:p>
            <a:pPr marL="10319">
              <a:spcBef>
                <a:spcPts val="81"/>
              </a:spcBef>
            </a:pPr>
            <a:r>
              <a:rPr lang="en-US" sz="1400" i="1" noProof="0" dirty="0">
                <a:latin typeface="Hack" panose="020B0609030202020204" pitchFamily="49" charset="0"/>
                <a:ea typeface="Hack" panose="020B0609030202020204" pitchFamily="49" charset="0"/>
                <a:cs typeface="Hack" panose="020B0609030202020204" pitchFamily="49" charset="0"/>
              </a:rPr>
              <a:t>/etc/sudoers</a:t>
            </a:r>
            <a:endParaRPr lang="en-US" sz="1400" noProof="0" dirty="0">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16910080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8670C26-FA79-F639-2827-B8E791E2C419}"/>
              </a:ext>
            </a:extLst>
          </p:cNvPr>
          <p:cNvSpPr>
            <a:spLocks noGrp="1"/>
          </p:cNvSpPr>
          <p:nvPr>
            <p:ph type="ctrTitle"/>
          </p:nvPr>
        </p:nvSpPr>
        <p:spPr/>
        <p:txBody>
          <a:bodyPr/>
          <a:lstStyle/>
          <a:p>
            <a:r>
              <a:rPr lang="en-US" noProof="0" dirty="0"/>
              <a:t>Basic sudo configuration</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cs typeface="Segoe UI"/>
              </a:rPr>
              <a:t>Acts rather like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su</a:t>
            </a:r>
            <a:endParaRPr lang="en-US" sz="1800" noProof="0" dirty="0">
              <a:latin typeface="Hack" panose="020B0609030202020204" pitchFamily="49" charset="0"/>
              <a:ea typeface="Hack" panose="020B0609030202020204" pitchFamily="49" charset="0"/>
              <a:cs typeface="Hack" panose="020B0609030202020204" pitchFamily="49" charset="0"/>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No special group needed (anyone in users group allowed)</a:t>
            </a:r>
          </a:p>
          <a:p>
            <a:pPr marL="518001" lvl="1" indent="-233204">
              <a:spcBef>
                <a:spcPts val="488"/>
              </a:spcBef>
              <a:buClr>
                <a:srgbClr val="000000"/>
              </a:buClr>
              <a:buFont typeface="Arial"/>
              <a:buChar char="•"/>
              <a:tabLst>
                <a:tab pos="517485" algn="l"/>
                <a:tab pos="518001" algn="l"/>
              </a:tabLst>
            </a:pPr>
            <a:endParaRPr lang="en-US" sz="1800" spc="-8" noProof="0" dirty="0">
              <a:solidFill>
                <a:srgbClr val="2D2C2C"/>
              </a:solidFill>
              <a:cs typeface="Segoe UI"/>
            </a:endParaRPr>
          </a:p>
          <a:p>
            <a:pPr marL="518001" lvl="1" indent="-233204">
              <a:spcBef>
                <a:spcPts val="488"/>
              </a:spcBef>
              <a:buClr>
                <a:srgbClr val="000000"/>
              </a:buClr>
              <a:buFont typeface="Arial"/>
              <a:buChar char="•"/>
              <a:tabLst>
                <a:tab pos="517485" algn="l"/>
                <a:tab pos="518001" algn="l"/>
              </a:tabLst>
            </a:pPr>
            <a:endParaRPr lang="en-US" sz="1800" spc="-8" noProof="0" dirty="0">
              <a:solidFill>
                <a:srgbClr val="2D2C2C"/>
              </a:solidFill>
              <a:cs typeface="Segoe UI"/>
            </a:endParaRPr>
          </a:p>
          <a:p>
            <a:pPr marL="518001" lvl="1" indent="-233204">
              <a:spcBef>
                <a:spcPts val="488"/>
              </a:spcBef>
              <a:buClr>
                <a:srgbClr val="000000"/>
              </a:buClr>
              <a:buFont typeface="Arial"/>
              <a:buChar char="•"/>
              <a:tabLst>
                <a:tab pos="517485" algn="l"/>
                <a:tab pos="518001" algn="l"/>
              </a:tabLst>
            </a:pPr>
            <a:endParaRPr lang="en-US" sz="1800" spc="-8" noProof="0" dirty="0">
              <a:solidFill>
                <a:srgbClr val="2D2C2C"/>
              </a:solidFill>
              <a:cs typeface="Segoe UI"/>
            </a:endParaRPr>
          </a:p>
          <a:p>
            <a:pPr marL="518001" lvl="1" indent="-233204">
              <a:spcBef>
                <a:spcPts val="488"/>
              </a:spcBef>
              <a:buClr>
                <a:srgbClr val="000000"/>
              </a:buClr>
              <a:buFont typeface="Arial"/>
              <a:buChar char="•"/>
              <a:tabLst>
                <a:tab pos="517485" algn="l"/>
                <a:tab pos="518001" algn="l"/>
              </a:tabLst>
            </a:pPr>
            <a:endParaRPr lang="en-US" sz="1800" spc="-8" noProof="0" dirty="0">
              <a:solidFill>
                <a:srgbClr val="2D2C2C"/>
              </a:solidFill>
              <a:cs typeface="Segoe UI"/>
            </a:endParaRP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cs typeface="Segoe UI"/>
              </a:rPr>
              <a:t>The configuration is in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/etc/sudoers</a:t>
            </a:r>
            <a:r>
              <a:rPr lang="en-US" sz="1800" b="1" spc="37"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spc="-8" noProof="0" dirty="0">
                <a:solidFill>
                  <a:srgbClr val="2D2C2C"/>
                </a:solidFill>
                <a:cs typeface="Segoe UI"/>
              </a:rPr>
              <a:t>file</a:t>
            </a: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cs typeface="Segoe UI"/>
              </a:rPr>
              <a:t>All</a:t>
            </a:r>
            <a:r>
              <a:rPr lang="en-US" sz="1800" spc="-20" noProof="0" dirty="0">
                <a:solidFill>
                  <a:srgbClr val="2D2C2C"/>
                </a:solidFill>
                <a:cs typeface="Segoe UI"/>
              </a:rPr>
              <a:t> </a:t>
            </a:r>
            <a:r>
              <a:rPr lang="en-US" sz="1800" spc="-4" noProof="0" dirty="0">
                <a:solidFill>
                  <a:srgbClr val="2D2C2C"/>
                </a:solidFill>
                <a:cs typeface="Segoe UI"/>
              </a:rPr>
              <a:t>users</a:t>
            </a:r>
            <a:r>
              <a:rPr lang="en-US" sz="1800" spc="37" noProof="0" dirty="0">
                <a:solidFill>
                  <a:srgbClr val="2D2C2C"/>
                </a:solidFill>
                <a:cs typeface="Segoe UI"/>
              </a:rPr>
              <a:t> </a:t>
            </a:r>
            <a:r>
              <a:rPr lang="en-US" sz="1800" spc="-12" noProof="0" dirty="0">
                <a:solidFill>
                  <a:srgbClr val="2D2C2C"/>
                </a:solidFill>
                <a:cs typeface="Segoe UI"/>
              </a:rPr>
              <a:t>are</a:t>
            </a:r>
            <a:r>
              <a:rPr lang="en-US" sz="1800" spc="16" noProof="0" dirty="0">
                <a:solidFill>
                  <a:srgbClr val="2D2C2C"/>
                </a:solidFill>
                <a:cs typeface="Segoe UI"/>
              </a:rPr>
              <a:t> </a:t>
            </a:r>
            <a:r>
              <a:rPr lang="en-US" sz="1800" spc="-8" noProof="0" dirty="0">
                <a:solidFill>
                  <a:srgbClr val="2D2C2C"/>
                </a:solidFill>
                <a:cs typeface="Segoe UI"/>
              </a:rPr>
              <a:t>allowed</a:t>
            </a:r>
            <a:r>
              <a:rPr lang="en-US" sz="1800" spc="24" noProof="0" dirty="0">
                <a:solidFill>
                  <a:srgbClr val="2D2C2C"/>
                </a:solidFill>
                <a:cs typeface="Segoe UI"/>
              </a:rPr>
              <a:t> </a:t>
            </a:r>
            <a:r>
              <a:rPr lang="en-US" sz="1800" spc="-16" noProof="0" dirty="0">
                <a:solidFill>
                  <a:srgbClr val="2D2C2C"/>
                </a:solidFill>
                <a:cs typeface="Segoe UI"/>
              </a:rPr>
              <a:t>to</a:t>
            </a:r>
            <a:r>
              <a:rPr lang="en-US" sz="1800" spc="8" noProof="0" dirty="0">
                <a:solidFill>
                  <a:srgbClr val="2D2C2C"/>
                </a:solidFill>
                <a:cs typeface="Segoe UI"/>
              </a:rPr>
              <a:t> </a:t>
            </a:r>
            <a:r>
              <a:rPr lang="en-US" sz="1800" spc="-4" noProof="0" dirty="0">
                <a:solidFill>
                  <a:srgbClr val="2D2C2C"/>
                </a:solidFill>
                <a:cs typeface="Segoe UI"/>
              </a:rPr>
              <a:t>use</a:t>
            </a:r>
            <a:r>
              <a:rPr lang="en-US" sz="1800" spc="33" noProof="0" dirty="0">
                <a:solidFill>
                  <a:srgbClr val="2D2C2C"/>
                </a:solidFill>
                <a:cs typeface="Segoe UI"/>
              </a:rPr>
              <a:t> </a:t>
            </a:r>
            <a:r>
              <a:rPr lang="en-US" sz="1800" spc="-8" noProof="0" dirty="0">
                <a:solidFill>
                  <a:srgbClr val="2D2C2C"/>
                </a:solidFill>
                <a:cs typeface="Segoe UI"/>
              </a:rPr>
              <a:t>it, if they</a:t>
            </a:r>
            <a:r>
              <a:rPr lang="en-US" sz="1800" spc="20" noProof="0" dirty="0">
                <a:solidFill>
                  <a:srgbClr val="2D2C2C"/>
                </a:solidFill>
                <a:cs typeface="Segoe UI"/>
              </a:rPr>
              <a:t> </a:t>
            </a:r>
            <a:r>
              <a:rPr lang="en-US" sz="1800" spc="-8" noProof="0" dirty="0">
                <a:solidFill>
                  <a:srgbClr val="2D2C2C"/>
                </a:solidFill>
                <a:cs typeface="Segoe UI"/>
              </a:rPr>
              <a:t>know</a:t>
            </a:r>
            <a:r>
              <a:rPr lang="en-US" sz="1800" spc="81" noProof="0" dirty="0">
                <a:solidFill>
                  <a:srgbClr val="2D2C2C"/>
                </a:solidFill>
                <a:cs typeface="Segoe UI"/>
              </a:rPr>
              <a:t> </a:t>
            </a:r>
            <a:r>
              <a:rPr lang="en-US" sz="1800" b="1" spc="-16" noProof="0" dirty="0">
                <a:solidFill>
                  <a:srgbClr val="0000C7"/>
                </a:solidFill>
                <a:latin typeface="Hack" panose="020B0609030202020204" pitchFamily="49" charset="0"/>
                <a:ea typeface="Hack" panose="020B0609030202020204" pitchFamily="49" charset="0"/>
                <a:cs typeface="Hack" panose="020B0609030202020204" pitchFamily="49" charset="0"/>
              </a:rPr>
              <a:t>root</a:t>
            </a:r>
            <a:r>
              <a:rPr lang="en-US" sz="1800" spc="-16" noProof="0" dirty="0">
                <a:solidFill>
                  <a:srgbClr val="2D2C2C"/>
                </a:solidFill>
                <a:latin typeface="Hack" panose="020B0609030202020204" pitchFamily="49" charset="0"/>
                <a:ea typeface="Hack" panose="020B0609030202020204" pitchFamily="49" charset="0"/>
                <a:cs typeface="Hack" panose="020B0609030202020204" pitchFamily="49" charset="0"/>
              </a:rPr>
              <a:t>'s</a:t>
            </a:r>
            <a:r>
              <a:rPr lang="en-US" sz="1800" spc="16" noProof="0" dirty="0">
                <a:solidFill>
                  <a:srgbClr val="2D2C2C"/>
                </a:solidFill>
                <a:cs typeface="Segoe UI"/>
              </a:rPr>
              <a:t> </a:t>
            </a:r>
            <a:r>
              <a:rPr lang="en-US" sz="1800" spc="-12" noProof="0" dirty="0">
                <a:solidFill>
                  <a:srgbClr val="2D2C2C"/>
                </a:solidFill>
                <a:cs typeface="Segoe UI"/>
              </a:rPr>
              <a:t>password</a:t>
            </a:r>
            <a:endParaRPr lang="en-US" sz="1800" noProof="0" dirty="0">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20</a:t>
            </a:fld>
            <a:endParaRPr lang="en-US" noProof="0" dirty="0"/>
          </a:p>
        </p:txBody>
      </p:sp>
      <p:sp>
        <p:nvSpPr>
          <p:cNvPr id="13" name="object 13">
            <a:extLst>
              <a:ext uri="{FF2B5EF4-FFF2-40B4-BE49-F238E27FC236}">
                <a16:creationId xmlns:a16="http://schemas.microsoft.com/office/drawing/2014/main" id="{C2F4AC69-B8ED-07FE-CBA7-4748D14C4BA5}"/>
              </a:ext>
            </a:extLst>
          </p:cNvPr>
          <p:cNvSpPr txBox="1"/>
          <p:nvPr/>
        </p:nvSpPr>
        <p:spPr>
          <a:xfrm>
            <a:off x="5431317" y="4845082"/>
            <a:ext cx="6244746" cy="1260786"/>
          </a:xfrm>
          <a:prstGeom prst="rect">
            <a:avLst/>
          </a:prstGeom>
          <a:solidFill>
            <a:srgbClr val="0FEEB9"/>
          </a:solidFill>
          <a:ln>
            <a:solidFill>
              <a:schemeClr val="tx1"/>
            </a:solidFill>
          </a:ln>
        </p:spPr>
        <p:txBody>
          <a:bodyPr vert="horz" wrap="square" lIns="0" tIns="32504" rIns="0" bIns="0" rtlCol="0">
            <a:spAutoFit/>
          </a:bodyPr>
          <a:lstStyle/>
          <a:p>
            <a:pPr marL="10319">
              <a:spcBef>
                <a:spcPts val="256"/>
              </a:spcBef>
            </a:pPr>
            <a:r>
              <a:rPr lang="en-US" sz="1400" spc="-4" noProof="0" dirty="0">
                <a:latin typeface="Hack" panose="020B0609030202020204" pitchFamily="49" charset="0"/>
                <a:ea typeface="Hack" panose="020B0609030202020204" pitchFamily="49" charset="0"/>
                <a:cs typeface="Hack" panose="020B0609030202020204" pitchFamily="49" charset="0"/>
              </a:rPr>
              <a:t>[...]</a:t>
            </a:r>
          </a:p>
          <a:p>
            <a:pPr marL="10319">
              <a:spcBef>
                <a:spcPts val="256"/>
              </a:spcBef>
            </a:pPr>
            <a:r>
              <a:rPr lang="en-US" sz="1400" spc="-4" noProof="0" dirty="0">
                <a:latin typeface="Hack" panose="020B0609030202020204" pitchFamily="49" charset="0"/>
                <a:ea typeface="Hack" panose="020B0609030202020204" pitchFamily="49" charset="0"/>
                <a:cs typeface="Hack" panose="020B0609030202020204" pitchFamily="49" charset="0"/>
              </a:rPr>
              <a:t>Defaults targetpw</a:t>
            </a:r>
          </a:p>
          <a:p>
            <a:pPr marL="10319">
              <a:spcBef>
                <a:spcPts val="256"/>
              </a:spcBef>
            </a:pPr>
            <a:r>
              <a:rPr lang="en-US" sz="1400" spc="-4" noProof="0" dirty="0">
                <a:latin typeface="Hack" panose="020B0609030202020204" pitchFamily="49" charset="0"/>
                <a:ea typeface="Hack" panose="020B0609030202020204" pitchFamily="49" charset="0"/>
                <a:cs typeface="Hack" panose="020B0609030202020204" pitchFamily="49" charset="0"/>
              </a:rPr>
              <a:t># WARNING! Only use this together with 'Default targetpw’!</a:t>
            </a:r>
          </a:p>
          <a:p>
            <a:pPr marL="10319">
              <a:spcBef>
                <a:spcPts val="256"/>
              </a:spcBef>
            </a:pPr>
            <a:r>
              <a:rPr lang="en-US" sz="1400" spc="-4" noProof="0" dirty="0">
                <a:latin typeface="Hack" panose="020B0609030202020204" pitchFamily="49" charset="0"/>
                <a:ea typeface="Hack" panose="020B0609030202020204" pitchFamily="49" charset="0"/>
                <a:cs typeface="Hack" panose="020B0609030202020204" pitchFamily="49" charset="0"/>
              </a:rPr>
              <a:t>   </a:t>
            </a:r>
            <a:r>
              <a:rPr lang="en-US" sz="1400" spc="-73" noProof="0" dirty="0">
                <a:latin typeface="Hack" panose="020B0609030202020204" pitchFamily="49" charset="0"/>
                <a:ea typeface="Hack" panose="020B0609030202020204" pitchFamily="49" charset="0"/>
                <a:cs typeface="Hack" panose="020B0609030202020204" pitchFamily="49" charset="0"/>
              </a:rPr>
              <a:t> </a:t>
            </a:r>
            <a:r>
              <a:rPr lang="en-US" sz="1400" b="1" spc="-4" noProof="0" dirty="0">
                <a:solidFill>
                  <a:srgbClr val="004F9F"/>
                </a:solidFill>
                <a:latin typeface="Hack" panose="020B0609030202020204" pitchFamily="49" charset="0"/>
                <a:ea typeface="Hack" panose="020B0609030202020204" pitchFamily="49" charset="0"/>
                <a:cs typeface="Hack" panose="020B0609030202020204" pitchFamily="49" charset="0"/>
              </a:rPr>
              <a:t>ALL	       ALL=(ALL) 			  ALL</a:t>
            </a:r>
            <a:endParaRPr lang="en-US" sz="1400" noProof="0" dirty="0">
              <a:latin typeface="Hack" panose="020B0609030202020204" pitchFamily="49" charset="0"/>
              <a:ea typeface="Hack" panose="020B0609030202020204" pitchFamily="49" charset="0"/>
              <a:cs typeface="Hack" panose="020B0609030202020204" pitchFamily="49" charset="0"/>
            </a:endParaRPr>
          </a:p>
          <a:p>
            <a:pPr marL="10319">
              <a:spcBef>
                <a:spcPts val="175"/>
              </a:spcBef>
            </a:pPr>
            <a:endParaRPr lang="en-US" sz="1463" noProof="0" dirty="0">
              <a:latin typeface="Hack" panose="020B0609030202020204" pitchFamily="49" charset="0"/>
              <a:ea typeface="Hack" panose="020B0609030202020204" pitchFamily="49" charset="0"/>
              <a:cs typeface="Hack" panose="020B0609030202020204" pitchFamily="49" charset="0"/>
            </a:endParaRPr>
          </a:p>
        </p:txBody>
      </p:sp>
      <p:sp>
        <p:nvSpPr>
          <p:cNvPr id="18" name="object 31">
            <a:extLst>
              <a:ext uri="{FF2B5EF4-FFF2-40B4-BE49-F238E27FC236}">
                <a16:creationId xmlns:a16="http://schemas.microsoft.com/office/drawing/2014/main" id="{20DF7AAE-E5AB-A03A-86F5-F4BF397B0F84}"/>
              </a:ext>
            </a:extLst>
          </p:cNvPr>
          <p:cNvSpPr txBox="1"/>
          <p:nvPr/>
        </p:nvSpPr>
        <p:spPr>
          <a:xfrm>
            <a:off x="6515554" y="6104036"/>
            <a:ext cx="1087322" cy="226384"/>
          </a:xfrm>
          <a:prstGeom prst="rect">
            <a:avLst/>
          </a:prstGeom>
        </p:spPr>
        <p:txBody>
          <a:bodyPr vert="horz" wrap="square" lIns="0" tIns="10835" rIns="0" bIns="0" rtlCol="0">
            <a:spAutoFit/>
          </a:bodyPr>
          <a:lstStyle/>
          <a:p>
            <a:pPr marL="10319">
              <a:spcBef>
                <a:spcPts val="85"/>
              </a:spcBef>
            </a:pPr>
            <a:r>
              <a:rPr lang="en-US" sz="1400" i="1" noProof="0" dirty="0">
                <a:cs typeface="Segoe UI"/>
              </a:rPr>
              <a:t>where</a:t>
            </a:r>
            <a:r>
              <a:rPr lang="en-US" sz="1400" i="1" spc="240" noProof="0" dirty="0">
                <a:cs typeface="Segoe UI"/>
              </a:rPr>
              <a:t> </a:t>
            </a:r>
            <a:r>
              <a:rPr lang="en-US" sz="1400" i="1" spc="-4" noProof="0" dirty="0">
                <a:cs typeface="Segoe UI"/>
              </a:rPr>
              <a:t>(host)</a:t>
            </a:r>
            <a:endParaRPr lang="en-US" sz="1400" noProof="0" dirty="0">
              <a:cs typeface="Segoe UI"/>
            </a:endParaRPr>
          </a:p>
        </p:txBody>
      </p:sp>
      <p:pic>
        <p:nvPicPr>
          <p:cNvPr id="38" name="object 33">
            <a:extLst>
              <a:ext uri="{FF2B5EF4-FFF2-40B4-BE49-F238E27FC236}">
                <a16:creationId xmlns:a16="http://schemas.microsoft.com/office/drawing/2014/main" id="{1EF1036D-4ED2-1CD3-2185-EAEA3D552415}"/>
              </a:ext>
            </a:extLst>
          </p:cNvPr>
          <p:cNvPicPr/>
          <p:nvPr/>
        </p:nvPicPr>
        <p:blipFill>
          <a:blip r:embed="rId3" cstate="print"/>
          <a:stretch>
            <a:fillRect/>
          </a:stretch>
        </p:blipFill>
        <p:spPr>
          <a:xfrm>
            <a:off x="5905960" y="5865400"/>
            <a:ext cx="128881" cy="202092"/>
          </a:xfrm>
          <a:prstGeom prst="rect">
            <a:avLst/>
          </a:prstGeom>
        </p:spPr>
      </p:pic>
      <p:pic>
        <p:nvPicPr>
          <p:cNvPr id="39" name="object 34">
            <a:extLst>
              <a:ext uri="{FF2B5EF4-FFF2-40B4-BE49-F238E27FC236}">
                <a16:creationId xmlns:a16="http://schemas.microsoft.com/office/drawing/2014/main" id="{20728CAE-F55B-1F8B-79D3-27521D19AF9A}"/>
              </a:ext>
            </a:extLst>
          </p:cNvPr>
          <p:cNvPicPr/>
          <p:nvPr/>
        </p:nvPicPr>
        <p:blipFill>
          <a:blip r:embed="rId4" cstate="print"/>
          <a:stretch>
            <a:fillRect/>
          </a:stretch>
        </p:blipFill>
        <p:spPr>
          <a:xfrm>
            <a:off x="7004700" y="5855804"/>
            <a:ext cx="112886" cy="203660"/>
          </a:xfrm>
          <a:prstGeom prst="rect">
            <a:avLst/>
          </a:prstGeom>
        </p:spPr>
      </p:pic>
      <p:sp>
        <p:nvSpPr>
          <p:cNvPr id="40" name="object 35">
            <a:extLst>
              <a:ext uri="{FF2B5EF4-FFF2-40B4-BE49-F238E27FC236}">
                <a16:creationId xmlns:a16="http://schemas.microsoft.com/office/drawing/2014/main" id="{A77582A5-C43A-E028-B251-AEEDC9DD6B4F}"/>
              </a:ext>
            </a:extLst>
          </p:cNvPr>
          <p:cNvSpPr/>
          <p:nvPr/>
        </p:nvSpPr>
        <p:spPr>
          <a:xfrm>
            <a:off x="7887986" y="5857661"/>
            <a:ext cx="2505908" cy="233204"/>
          </a:xfrm>
          <a:custGeom>
            <a:avLst/>
            <a:gdLst/>
            <a:ahLst/>
            <a:cxnLst/>
            <a:rect l="l" t="t" r="r" b="b"/>
            <a:pathLst>
              <a:path w="3084195" h="287020">
                <a:moveTo>
                  <a:pt x="162306" y="280390"/>
                </a:moveTo>
                <a:lnTo>
                  <a:pt x="42379" y="63652"/>
                </a:lnTo>
                <a:lnTo>
                  <a:pt x="62636" y="52451"/>
                </a:lnTo>
                <a:lnTo>
                  <a:pt x="70231" y="48260"/>
                </a:lnTo>
                <a:lnTo>
                  <a:pt x="0" y="0"/>
                </a:lnTo>
                <a:lnTo>
                  <a:pt x="3556" y="85090"/>
                </a:lnTo>
                <a:lnTo>
                  <a:pt x="31280" y="69786"/>
                </a:lnTo>
                <a:lnTo>
                  <a:pt x="151117" y="286537"/>
                </a:lnTo>
                <a:lnTo>
                  <a:pt x="162306" y="280390"/>
                </a:lnTo>
                <a:close/>
              </a:path>
              <a:path w="3084195" h="287020">
                <a:moveTo>
                  <a:pt x="3084195" y="85725"/>
                </a:moveTo>
                <a:lnTo>
                  <a:pt x="3077845" y="73025"/>
                </a:lnTo>
                <a:lnTo>
                  <a:pt x="3046095" y="9525"/>
                </a:lnTo>
                <a:lnTo>
                  <a:pt x="3007995" y="85725"/>
                </a:lnTo>
                <a:lnTo>
                  <a:pt x="3039745" y="85725"/>
                </a:lnTo>
                <a:lnTo>
                  <a:pt x="3039745" y="263537"/>
                </a:lnTo>
                <a:lnTo>
                  <a:pt x="3052445" y="263537"/>
                </a:lnTo>
                <a:lnTo>
                  <a:pt x="3052445" y="85725"/>
                </a:lnTo>
                <a:lnTo>
                  <a:pt x="3084195" y="85725"/>
                </a:lnTo>
                <a:close/>
              </a:path>
            </a:pathLst>
          </a:custGeom>
          <a:solidFill>
            <a:srgbClr val="000000"/>
          </a:solidFill>
        </p:spPr>
        <p:txBody>
          <a:bodyPr wrap="square" lIns="0" tIns="0" rIns="0" bIns="0" rtlCol="0"/>
          <a:lstStyle/>
          <a:p>
            <a:endParaRPr lang="en-US" sz="1463" noProof="0" dirty="0"/>
          </a:p>
        </p:txBody>
      </p:sp>
      <p:sp>
        <p:nvSpPr>
          <p:cNvPr id="20" name="object 38">
            <a:extLst>
              <a:ext uri="{FF2B5EF4-FFF2-40B4-BE49-F238E27FC236}">
                <a16:creationId xmlns:a16="http://schemas.microsoft.com/office/drawing/2014/main" id="{F265898A-8667-0967-3CD4-FB8A4BC5073B}"/>
              </a:ext>
            </a:extLst>
          </p:cNvPr>
          <p:cNvSpPr txBox="1"/>
          <p:nvPr/>
        </p:nvSpPr>
        <p:spPr>
          <a:xfrm>
            <a:off x="5664725" y="6052784"/>
            <a:ext cx="491688" cy="274835"/>
          </a:xfrm>
          <a:prstGeom prst="rect">
            <a:avLst/>
          </a:prstGeom>
          <a:ln w="12700">
            <a:noFill/>
          </a:ln>
        </p:spPr>
        <p:txBody>
          <a:bodyPr vert="horz" wrap="square" lIns="0" tIns="58817" rIns="0" bIns="0" rtlCol="0">
            <a:spAutoFit/>
          </a:bodyPr>
          <a:lstStyle/>
          <a:p>
            <a:pPr marL="95964">
              <a:spcBef>
                <a:spcPts val="463"/>
              </a:spcBef>
            </a:pPr>
            <a:r>
              <a:rPr lang="en-US" sz="1400" i="1" spc="-4" noProof="0" dirty="0">
                <a:cs typeface="Segoe UI"/>
              </a:rPr>
              <a:t>who</a:t>
            </a:r>
            <a:endParaRPr lang="en-US" sz="1300" noProof="0" dirty="0">
              <a:cs typeface="Segoe UI"/>
            </a:endParaRPr>
          </a:p>
        </p:txBody>
      </p:sp>
      <p:sp>
        <p:nvSpPr>
          <p:cNvPr id="22" name="object 47">
            <a:extLst>
              <a:ext uri="{FF2B5EF4-FFF2-40B4-BE49-F238E27FC236}">
                <a16:creationId xmlns:a16="http://schemas.microsoft.com/office/drawing/2014/main" id="{C87CA1F7-D873-8B05-5C25-4491D896F967}"/>
              </a:ext>
            </a:extLst>
          </p:cNvPr>
          <p:cNvSpPr txBox="1"/>
          <p:nvPr/>
        </p:nvSpPr>
        <p:spPr>
          <a:xfrm>
            <a:off x="9516162" y="6055586"/>
            <a:ext cx="1878528" cy="274835"/>
          </a:xfrm>
          <a:prstGeom prst="rect">
            <a:avLst/>
          </a:prstGeom>
          <a:ln w="12700">
            <a:noFill/>
          </a:ln>
        </p:spPr>
        <p:txBody>
          <a:bodyPr vert="horz" wrap="square" lIns="0" tIns="58817" rIns="0" bIns="0" rtlCol="0">
            <a:spAutoFit/>
          </a:bodyPr>
          <a:lstStyle/>
          <a:p>
            <a:pPr marL="254873">
              <a:spcBef>
                <a:spcPts val="463"/>
              </a:spcBef>
            </a:pPr>
            <a:r>
              <a:rPr lang="en-US" sz="1400" i="1" spc="-4" noProof="0" dirty="0">
                <a:cs typeface="Segoe UI"/>
              </a:rPr>
              <a:t>allowed</a:t>
            </a:r>
            <a:r>
              <a:rPr lang="en-US" sz="1400" i="1" spc="-57" noProof="0" dirty="0">
                <a:cs typeface="Segoe UI"/>
              </a:rPr>
              <a:t> </a:t>
            </a:r>
            <a:r>
              <a:rPr lang="en-US" sz="1400" i="1" spc="-8" noProof="0" dirty="0">
                <a:cs typeface="Segoe UI"/>
              </a:rPr>
              <a:t>commands</a:t>
            </a:r>
            <a:endParaRPr lang="en-US" sz="1400" noProof="0" dirty="0">
              <a:cs typeface="Segoe UI"/>
            </a:endParaRPr>
          </a:p>
        </p:txBody>
      </p:sp>
      <p:sp>
        <p:nvSpPr>
          <p:cNvPr id="24" name="object 52">
            <a:extLst>
              <a:ext uri="{FF2B5EF4-FFF2-40B4-BE49-F238E27FC236}">
                <a16:creationId xmlns:a16="http://schemas.microsoft.com/office/drawing/2014/main" id="{405ED413-73AA-665B-67E0-67C2E4B30917}"/>
              </a:ext>
            </a:extLst>
          </p:cNvPr>
          <p:cNvSpPr txBox="1"/>
          <p:nvPr/>
        </p:nvSpPr>
        <p:spPr>
          <a:xfrm>
            <a:off x="7522556" y="6055586"/>
            <a:ext cx="1550908" cy="274835"/>
          </a:xfrm>
          <a:prstGeom prst="rect">
            <a:avLst/>
          </a:prstGeom>
          <a:ln w="12700">
            <a:noFill/>
          </a:ln>
        </p:spPr>
        <p:txBody>
          <a:bodyPr vert="horz" wrap="square" lIns="0" tIns="58817" rIns="0" bIns="0" rtlCol="0">
            <a:spAutoFit/>
          </a:bodyPr>
          <a:lstStyle/>
          <a:p>
            <a:pPr marL="130532">
              <a:spcBef>
                <a:spcPts val="463"/>
              </a:spcBef>
            </a:pPr>
            <a:r>
              <a:rPr lang="en-US" sz="1400" i="1" spc="-4" noProof="0" dirty="0">
                <a:cs typeface="Segoe UI"/>
              </a:rPr>
              <a:t>as</a:t>
            </a:r>
            <a:r>
              <a:rPr lang="en-US" sz="1400" i="1" spc="-24" noProof="0" dirty="0">
                <a:cs typeface="Segoe UI"/>
              </a:rPr>
              <a:t> </a:t>
            </a:r>
            <a:r>
              <a:rPr lang="en-US" sz="1400" i="1" spc="-4" noProof="0" dirty="0">
                <a:cs typeface="Segoe UI"/>
              </a:rPr>
              <a:t>whom</a:t>
            </a:r>
            <a:r>
              <a:rPr lang="en-US" sz="1400" i="1" spc="325" noProof="0" dirty="0">
                <a:cs typeface="Segoe UI"/>
              </a:rPr>
              <a:t> </a:t>
            </a:r>
            <a:r>
              <a:rPr lang="en-US" sz="1400" i="1" spc="-12" noProof="0" dirty="0">
                <a:cs typeface="Segoe UI"/>
              </a:rPr>
              <a:t>('runas')</a:t>
            </a:r>
            <a:endParaRPr lang="en-US" sz="1400" noProof="0" dirty="0">
              <a:cs typeface="Segoe UI"/>
            </a:endParaRPr>
          </a:p>
        </p:txBody>
      </p:sp>
      <p:sp>
        <p:nvSpPr>
          <p:cNvPr id="8" name="Rectangle 3">
            <a:extLst>
              <a:ext uri="{FF2B5EF4-FFF2-40B4-BE49-F238E27FC236}">
                <a16:creationId xmlns:a16="http://schemas.microsoft.com/office/drawing/2014/main" id="{A4485C93-11DD-031A-D9A4-F70B80CF2353}"/>
              </a:ext>
            </a:extLst>
          </p:cNvPr>
          <p:cNvSpPr>
            <a:spLocks noChangeArrowheads="1"/>
          </p:cNvSpPr>
          <p:nvPr/>
        </p:nvSpPr>
        <p:spPr bwMode="auto">
          <a:xfrm>
            <a:off x="5431316" y="2812196"/>
            <a:ext cx="6244746" cy="58349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613"/>
              </a:lnSpc>
            </a:pPr>
            <a:r>
              <a:rPr lang="en-US" spc="-4" noProof="0" dirty="0">
                <a:solidFill>
                  <a:srgbClr val="FFFF00"/>
                </a:solidFill>
                <a:latin typeface="Courier New"/>
                <a:cs typeface="Courier New"/>
              </a:rPr>
              <a:t>#</a:t>
            </a:r>
            <a:r>
              <a:rPr lang="en-US" spc="-33" noProof="0" dirty="0">
                <a:solidFill>
                  <a:schemeClr val="bg1"/>
                </a:solidFill>
                <a:latin typeface="Courier New"/>
                <a:cs typeface="Courier New"/>
              </a:rPr>
              <a:t> </a:t>
            </a:r>
            <a:r>
              <a:rPr lang="en-US" b="1" spc="-4" noProof="0" dirty="0">
                <a:solidFill>
                  <a:schemeClr val="bg1"/>
                </a:solidFill>
                <a:latin typeface="Courier New"/>
                <a:cs typeface="Courier New"/>
              </a:rPr>
              <a:t>id</a:t>
            </a:r>
            <a:r>
              <a:rPr lang="en-US" b="1" spc="-33" noProof="0" dirty="0">
                <a:solidFill>
                  <a:schemeClr val="bg1"/>
                </a:solidFill>
                <a:latin typeface="Courier New"/>
                <a:cs typeface="Courier New"/>
              </a:rPr>
              <a:t> </a:t>
            </a:r>
            <a:r>
              <a:rPr lang="en-US" b="1" spc="-4" noProof="0" dirty="0">
                <a:solidFill>
                  <a:schemeClr val="bg1"/>
                </a:solidFill>
                <a:latin typeface="Courier New"/>
                <a:cs typeface="Courier New"/>
              </a:rPr>
              <a:t>qa</a:t>
            </a:r>
            <a:endParaRPr lang="en-US" noProof="0" dirty="0">
              <a:solidFill>
                <a:schemeClr val="bg1"/>
              </a:solidFill>
              <a:latin typeface="Courier New"/>
              <a:cs typeface="Courier New"/>
            </a:endParaRPr>
          </a:p>
          <a:p>
            <a:pPr marL="77391">
              <a:lnSpc>
                <a:spcPts val="1755"/>
              </a:lnSpc>
            </a:pPr>
            <a:r>
              <a:rPr lang="en-US" sz="1400" spc="-4" noProof="0" dirty="0">
                <a:solidFill>
                  <a:schemeClr val="bg1"/>
                </a:solidFill>
                <a:latin typeface="Courier New"/>
                <a:cs typeface="Courier New"/>
              </a:rPr>
              <a:t>uid=1000(qa)</a:t>
            </a:r>
            <a:r>
              <a:rPr lang="en-US" sz="1400" spc="-8" noProof="0" dirty="0">
                <a:solidFill>
                  <a:schemeClr val="bg1"/>
                </a:solidFill>
                <a:latin typeface="Courier New"/>
                <a:cs typeface="Courier New"/>
              </a:rPr>
              <a:t> </a:t>
            </a:r>
            <a:r>
              <a:rPr lang="en-US" sz="1400" spc="-4" noProof="0" dirty="0">
                <a:solidFill>
                  <a:schemeClr val="bg1"/>
                </a:solidFill>
                <a:latin typeface="Courier New"/>
                <a:cs typeface="Courier New"/>
              </a:rPr>
              <a:t>gid=100(users)</a:t>
            </a:r>
            <a:r>
              <a:rPr lang="en-US" sz="1400" spc="-8" noProof="0" dirty="0">
                <a:solidFill>
                  <a:schemeClr val="bg1"/>
                </a:solidFill>
                <a:latin typeface="Courier New"/>
                <a:cs typeface="Courier New"/>
              </a:rPr>
              <a:t> </a:t>
            </a:r>
            <a:r>
              <a:rPr lang="en-US" sz="1400" spc="-4" noProof="0" dirty="0">
                <a:solidFill>
                  <a:schemeClr val="bg1"/>
                </a:solidFill>
                <a:latin typeface="Courier New"/>
                <a:cs typeface="Courier New"/>
              </a:rPr>
              <a:t>groups=100(users)</a:t>
            </a:r>
            <a:endParaRPr lang="en-US" sz="1400" noProof="0" dirty="0">
              <a:solidFill>
                <a:schemeClr val="bg1"/>
              </a:solidFill>
              <a:latin typeface="Courier New"/>
              <a:cs typeface="Courier New"/>
            </a:endParaRPr>
          </a:p>
        </p:txBody>
      </p:sp>
      <p:pic>
        <p:nvPicPr>
          <p:cNvPr id="7" name="Picture 6">
            <a:extLst>
              <a:ext uri="{FF2B5EF4-FFF2-40B4-BE49-F238E27FC236}">
                <a16:creationId xmlns:a16="http://schemas.microsoft.com/office/drawing/2014/main" id="{15E14766-73CC-D7F4-64EE-7243FFC4668A}"/>
              </a:ext>
            </a:extLst>
          </p:cNvPr>
          <p:cNvPicPr>
            <a:picLocks noChangeAspect="1"/>
          </p:cNvPicPr>
          <p:nvPr/>
        </p:nvPicPr>
        <p:blipFill>
          <a:blip r:embed="rId5"/>
          <a:stretch>
            <a:fillRect/>
          </a:stretch>
        </p:blipFill>
        <p:spPr>
          <a:xfrm>
            <a:off x="9915181" y="587496"/>
            <a:ext cx="1651902" cy="1458340"/>
          </a:xfrm>
          <a:prstGeom prst="rect">
            <a:avLst/>
          </a:prstGeom>
        </p:spPr>
      </p:pic>
      <p:sp>
        <p:nvSpPr>
          <p:cNvPr id="6" name="object 57">
            <a:extLst>
              <a:ext uri="{FF2B5EF4-FFF2-40B4-BE49-F238E27FC236}">
                <a16:creationId xmlns:a16="http://schemas.microsoft.com/office/drawing/2014/main" id="{FCFD853B-C824-E61D-D0AE-21FDA37F16F9}"/>
              </a:ext>
            </a:extLst>
          </p:cNvPr>
          <p:cNvSpPr txBox="1"/>
          <p:nvPr/>
        </p:nvSpPr>
        <p:spPr>
          <a:xfrm>
            <a:off x="10191964" y="4606193"/>
            <a:ext cx="1484099" cy="225863"/>
          </a:xfrm>
          <a:prstGeom prst="rect">
            <a:avLst/>
          </a:prstGeom>
          <a:ln>
            <a:solidFill>
              <a:schemeClr val="tx1"/>
            </a:solidFill>
          </a:ln>
        </p:spPr>
        <p:txBody>
          <a:bodyPr vert="horz" wrap="square" lIns="0" tIns="10319" rIns="0" bIns="0" rtlCol="0">
            <a:spAutoFit/>
          </a:bodyPr>
          <a:lstStyle/>
          <a:p>
            <a:pPr marL="10319">
              <a:spcBef>
                <a:spcPts val="81"/>
              </a:spcBef>
            </a:pPr>
            <a:r>
              <a:rPr lang="en-US" sz="1400" i="1" noProof="0" dirty="0">
                <a:latin typeface="Hack" panose="020B0609030202020204" pitchFamily="49" charset="0"/>
                <a:ea typeface="Hack" panose="020B0609030202020204" pitchFamily="49" charset="0"/>
                <a:cs typeface="Hack" panose="020B0609030202020204" pitchFamily="49" charset="0"/>
              </a:rPr>
              <a:t>/etc/sudoers</a:t>
            </a:r>
            <a:endParaRPr lang="en-US" sz="1400" noProof="0" dirty="0">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14677355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FBAC42F-8D44-0C19-FFEB-173F1D63E040}"/>
              </a:ext>
            </a:extLst>
          </p:cNvPr>
          <p:cNvSpPr>
            <a:spLocks noGrp="1"/>
          </p:cNvSpPr>
          <p:nvPr>
            <p:ph type="ctrTitle"/>
          </p:nvPr>
        </p:nvSpPr>
        <p:spPr/>
        <p:txBody>
          <a:bodyPr/>
          <a:lstStyle/>
          <a:p>
            <a:r>
              <a:rPr lang="en-US" noProof="0" dirty="0"/>
              <a:t>sudo alias – User and runas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73"/>
              </a:spcBef>
              <a:buClr>
                <a:srgbClr val="000000"/>
              </a:buClr>
              <a:buFont typeface="Arial"/>
              <a:buChar char="•"/>
              <a:tabLst>
                <a:tab pos="289957" algn="l"/>
                <a:tab pos="290473" algn="l"/>
              </a:tabLst>
            </a:pP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User_Alias</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spc="-4" noProof="0" dirty="0">
                <a:solidFill>
                  <a:srgbClr val="2D2C2C"/>
                </a:solidFill>
                <a:cs typeface="Segoe UI"/>
              </a:rPr>
              <a:t>-</a:t>
            </a:r>
            <a:r>
              <a:rPr lang="en-US" sz="1800" spc="-8" noProof="0" dirty="0">
                <a:solidFill>
                  <a:srgbClr val="2D2C2C"/>
                </a:solidFill>
                <a:cs typeface="Segoe UI"/>
              </a:rPr>
              <a:t> </a:t>
            </a:r>
            <a:r>
              <a:rPr lang="en-US" sz="1800" spc="-4" noProof="0" dirty="0">
                <a:solidFill>
                  <a:srgbClr val="2D2C2C"/>
                </a:solidFill>
                <a:cs typeface="Segoe UI"/>
              </a:rPr>
              <a:t>a </a:t>
            </a:r>
            <a:r>
              <a:rPr lang="en-US" sz="1800" spc="-8" noProof="0" dirty="0">
                <a:solidFill>
                  <a:srgbClr val="2D2C2C"/>
                </a:solidFill>
                <a:cs typeface="Segoe UI"/>
              </a:rPr>
              <a:t>list</a:t>
            </a:r>
            <a:r>
              <a:rPr lang="en-US" sz="1800" spc="12" noProof="0" dirty="0">
                <a:solidFill>
                  <a:srgbClr val="2D2C2C"/>
                </a:solidFill>
                <a:cs typeface="Segoe UI"/>
              </a:rPr>
              <a:t> </a:t>
            </a:r>
            <a:r>
              <a:rPr lang="en-US" sz="1800" spc="-20" noProof="0" dirty="0">
                <a:solidFill>
                  <a:srgbClr val="2D2C2C"/>
                </a:solidFill>
                <a:cs typeface="Segoe UI"/>
              </a:rPr>
              <a:t>of</a:t>
            </a:r>
            <a:r>
              <a:rPr lang="en-US" sz="1800" spc="24" noProof="0" dirty="0">
                <a:solidFill>
                  <a:srgbClr val="2D2C2C"/>
                </a:solidFill>
                <a:cs typeface="Segoe UI"/>
              </a:rPr>
              <a:t> </a:t>
            </a:r>
            <a:r>
              <a:rPr lang="en-US" sz="1800" b="1" spc="-8" noProof="0" dirty="0">
                <a:solidFill>
                  <a:srgbClr val="2D2C2C"/>
                </a:solidFill>
                <a:cs typeface="Segoe UI"/>
              </a:rPr>
              <a:t>users</a:t>
            </a:r>
            <a:r>
              <a:rPr lang="en-US" sz="1800" spc="-8" noProof="0" dirty="0">
                <a:solidFill>
                  <a:srgbClr val="2D2C2C"/>
                </a:solidFill>
                <a:cs typeface="Segoe UI"/>
              </a:rPr>
              <a:t>,</a:t>
            </a:r>
            <a:r>
              <a:rPr lang="en-US" sz="1800" spc="16" noProof="0" dirty="0">
                <a:solidFill>
                  <a:srgbClr val="2D2C2C"/>
                </a:solidFill>
                <a:cs typeface="Segoe UI"/>
              </a:rPr>
              <a:t> </a:t>
            </a:r>
            <a:r>
              <a:rPr lang="en-US" sz="1800" b="1" spc="-8" noProof="0" dirty="0">
                <a:solidFill>
                  <a:srgbClr val="2D2C2C"/>
                </a:solidFill>
                <a:cs typeface="Segoe UI"/>
              </a:rPr>
              <a:t>UID</a:t>
            </a:r>
            <a:r>
              <a:rPr lang="en-US" sz="1800" spc="-8" noProof="0" dirty="0">
                <a:solidFill>
                  <a:srgbClr val="2D2C2C"/>
                </a:solidFill>
                <a:cs typeface="Segoe UI"/>
              </a:rPr>
              <a:t>s,</a:t>
            </a:r>
            <a:r>
              <a:rPr lang="en-US" sz="1800" spc="20" noProof="0" dirty="0">
                <a:solidFill>
                  <a:srgbClr val="2D2C2C"/>
                </a:solidFill>
                <a:cs typeface="Segoe UI"/>
              </a:rPr>
              <a:t> </a:t>
            </a:r>
            <a:r>
              <a:rPr lang="en-US" sz="1800" spc="-12" noProof="0" dirty="0">
                <a:solidFill>
                  <a:srgbClr val="2D2C2C"/>
                </a:solidFill>
                <a:cs typeface="Segoe UI"/>
              </a:rPr>
              <a:t>system</a:t>
            </a:r>
            <a:r>
              <a:rPr lang="en-US" sz="1800" spc="49" noProof="0" dirty="0">
                <a:solidFill>
                  <a:srgbClr val="2D2C2C"/>
                </a:solidFill>
                <a:cs typeface="Segoe UI"/>
              </a:rPr>
              <a:t> </a:t>
            </a:r>
            <a:r>
              <a:rPr lang="en-US" sz="1800" b="1" spc="-8" noProof="0" dirty="0">
                <a:solidFill>
                  <a:srgbClr val="2D2C2C"/>
                </a:solidFill>
                <a:cs typeface="Segoe UI"/>
              </a:rPr>
              <a:t>groups</a:t>
            </a:r>
            <a:r>
              <a:rPr lang="en-US" sz="1800" spc="-8" noProof="0" dirty="0">
                <a:solidFill>
                  <a:srgbClr val="2D2C2C"/>
                </a:solidFill>
                <a:cs typeface="Segoe UI"/>
              </a:rPr>
              <a:t>,</a:t>
            </a:r>
            <a:r>
              <a:rPr lang="en-US" sz="1800" spc="28" noProof="0" dirty="0">
                <a:solidFill>
                  <a:srgbClr val="2D2C2C"/>
                </a:solidFill>
                <a:cs typeface="Segoe UI"/>
              </a:rPr>
              <a:t> </a:t>
            </a:r>
            <a:r>
              <a:rPr lang="en-US" sz="1800" spc="-4" noProof="0" dirty="0">
                <a:solidFill>
                  <a:srgbClr val="2D2C2C"/>
                </a:solidFill>
                <a:cs typeface="Segoe UI"/>
              </a:rPr>
              <a:t>or</a:t>
            </a:r>
            <a:r>
              <a:rPr lang="en-US" sz="1800" spc="4" noProof="0" dirty="0">
                <a:solidFill>
                  <a:srgbClr val="2D2C2C"/>
                </a:solidFill>
                <a:cs typeface="Segoe UI"/>
              </a:rPr>
              <a:t> </a:t>
            </a:r>
            <a:r>
              <a:rPr lang="en-US" sz="1800" b="1" spc="-8" noProof="0" dirty="0">
                <a:solidFill>
                  <a:srgbClr val="2D2C2C"/>
                </a:solidFill>
                <a:cs typeface="Segoe UI"/>
              </a:rPr>
              <a:t>netgroups</a:t>
            </a:r>
            <a:endParaRPr lang="en-US" sz="1800" spc="-8"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b="1" i="1" spc="-8" noProof="0" dirty="0">
              <a:solidFill>
                <a:srgbClr val="2D2C2C"/>
              </a:solidFill>
              <a:latin typeface="Montserrat" panose="00000500000000000000" pitchFamily="2" charset="0"/>
              <a:cs typeface="Segoe UI"/>
            </a:endParaRPr>
          </a:p>
          <a:p>
            <a:pPr marL="289957" indent="-280154">
              <a:spcBef>
                <a:spcPts val="73"/>
              </a:spcBef>
              <a:buClr>
                <a:srgbClr val="000000"/>
              </a:buClr>
              <a:buFont typeface="Arial"/>
              <a:buChar char="•"/>
              <a:tabLst>
                <a:tab pos="289957" algn="l"/>
                <a:tab pos="290473" algn="l"/>
              </a:tabLst>
            </a:pPr>
            <a:endParaRPr lang="en-US" sz="1800" b="1" i="1" spc="-8" noProof="0" dirty="0">
              <a:solidFill>
                <a:srgbClr val="2D2C2C"/>
              </a:solidFill>
              <a:latin typeface="Montserrat" panose="00000500000000000000" pitchFamily="2" charset="0"/>
              <a:cs typeface="Segoe UI"/>
            </a:endParaRPr>
          </a:p>
          <a:p>
            <a:pPr marL="289957" indent="-280154">
              <a:spcBef>
                <a:spcPts val="73"/>
              </a:spcBef>
              <a:buClr>
                <a:srgbClr val="000000"/>
              </a:buClr>
              <a:buFont typeface="Arial"/>
              <a:buChar char="•"/>
              <a:tabLst>
                <a:tab pos="289957" algn="l"/>
                <a:tab pos="290473" algn="l"/>
              </a:tabLst>
            </a:pPr>
            <a:endParaRPr lang="en-US" sz="1800" b="1" i="1" spc="-8" noProof="0" dirty="0">
              <a:solidFill>
                <a:srgbClr val="2D2C2C"/>
              </a:solidFill>
              <a:latin typeface="Montserrat" panose="00000500000000000000" pitchFamily="2" charset="0"/>
              <a:cs typeface="Segoe UI"/>
            </a:endParaRPr>
          </a:p>
          <a:p>
            <a:pPr marL="289957" indent="-280154">
              <a:spcBef>
                <a:spcPts val="73"/>
              </a:spcBef>
              <a:buClr>
                <a:srgbClr val="000000"/>
              </a:buClr>
              <a:buFont typeface="Arial"/>
              <a:buChar char="•"/>
              <a:tabLst>
                <a:tab pos="289957" algn="l"/>
                <a:tab pos="290473" algn="l"/>
              </a:tabLst>
            </a:pPr>
            <a:endParaRPr lang="en-US" sz="1800" b="1" i="1" spc="-8" noProof="0" dirty="0">
              <a:solidFill>
                <a:srgbClr val="2D2C2C"/>
              </a:solidFill>
              <a:latin typeface="Montserrat" panose="00000500000000000000" pitchFamily="2" charset="0"/>
              <a:cs typeface="Segoe UI"/>
            </a:endParaRPr>
          </a:p>
          <a:p>
            <a:pPr marL="289957" indent="-280154">
              <a:spcBef>
                <a:spcPts val="73"/>
              </a:spcBef>
              <a:buClr>
                <a:srgbClr val="000000"/>
              </a:buClr>
              <a:buFont typeface="Arial"/>
              <a:buChar char="•"/>
              <a:tabLst>
                <a:tab pos="289957" algn="l"/>
                <a:tab pos="290473" algn="l"/>
              </a:tabLst>
            </a:pPr>
            <a:endParaRPr lang="en-US" sz="1800" b="1" i="1" spc="-8" noProof="0" dirty="0">
              <a:solidFill>
                <a:srgbClr val="2D2C2C"/>
              </a:solidFill>
              <a:latin typeface="Montserrat" panose="00000500000000000000" pitchFamily="2" charset="0"/>
              <a:cs typeface="Segoe UI"/>
            </a:endParaRPr>
          </a:p>
          <a:p>
            <a:pPr marL="289957" indent="-280154">
              <a:spcBef>
                <a:spcPts val="73"/>
              </a:spcBef>
              <a:buClr>
                <a:srgbClr val="000000"/>
              </a:buClr>
              <a:buFont typeface="Arial"/>
              <a:buChar char="•"/>
              <a:tabLst>
                <a:tab pos="289957" algn="l"/>
                <a:tab pos="290473" algn="l"/>
              </a:tabLst>
            </a:pPr>
            <a:endParaRPr lang="en-US" sz="1800" b="1" i="1" spc="-8" noProof="0" dirty="0">
              <a:solidFill>
                <a:srgbClr val="2D2C2C"/>
              </a:solidFill>
              <a:latin typeface="Montserrat" panose="00000500000000000000" pitchFamily="2" charset="0"/>
              <a:cs typeface="Segoe UI"/>
            </a:endParaRPr>
          </a:p>
          <a:p>
            <a:pPr marL="289957" indent="-280154">
              <a:spcBef>
                <a:spcPts val="73"/>
              </a:spcBef>
              <a:buClr>
                <a:srgbClr val="000000"/>
              </a:buClr>
              <a:buFont typeface="Arial"/>
              <a:buChar char="•"/>
              <a:tabLst>
                <a:tab pos="289957" algn="l"/>
                <a:tab pos="290473" algn="l"/>
              </a:tabLst>
            </a:pPr>
            <a:endParaRPr lang="en-US" sz="1800" b="1" i="1" spc="-8" noProof="0" dirty="0">
              <a:solidFill>
                <a:srgbClr val="2D2C2C"/>
              </a:solidFill>
              <a:latin typeface="Montserrat" panose="00000500000000000000" pitchFamily="2" charset="0"/>
              <a:cs typeface="Segoe UI"/>
            </a:endParaRPr>
          </a:p>
          <a:p>
            <a:pPr marL="289957" indent="-280154">
              <a:spcBef>
                <a:spcPts val="73"/>
              </a:spcBef>
              <a:buClr>
                <a:srgbClr val="000000"/>
              </a:buClr>
              <a:buFont typeface="Arial"/>
              <a:buChar char="•"/>
              <a:tabLst>
                <a:tab pos="289957" algn="l"/>
                <a:tab pos="290473" algn="l"/>
              </a:tabLst>
            </a:pPr>
            <a:endParaRPr lang="en-US" sz="1800" b="1" i="1" spc="-8" noProof="0" dirty="0">
              <a:solidFill>
                <a:srgbClr val="2D2C2C"/>
              </a:solidFill>
              <a:latin typeface="Montserrat" panose="00000500000000000000" pitchFamily="2" charset="0"/>
              <a:cs typeface="Segoe UI"/>
            </a:endParaRPr>
          </a:p>
          <a:p>
            <a:pPr marL="289957" indent="-280154">
              <a:spcBef>
                <a:spcPts val="73"/>
              </a:spcBef>
              <a:buClr>
                <a:srgbClr val="000000"/>
              </a:buClr>
              <a:buFont typeface="Arial"/>
              <a:buChar char="•"/>
              <a:tabLst>
                <a:tab pos="289957" algn="l"/>
                <a:tab pos="290473" algn="l"/>
              </a:tabLst>
            </a:pP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Runas_Alias</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spc="-4" noProof="0" dirty="0">
                <a:solidFill>
                  <a:srgbClr val="2D2C2C"/>
                </a:solidFill>
                <a:cs typeface="Segoe UI"/>
              </a:rPr>
              <a:t>-</a:t>
            </a:r>
            <a:r>
              <a:rPr lang="en-US" sz="1800" spc="-8" noProof="0" dirty="0">
                <a:solidFill>
                  <a:srgbClr val="2D2C2C"/>
                </a:solidFill>
                <a:cs typeface="Segoe UI"/>
              </a:rPr>
              <a:t> </a:t>
            </a:r>
            <a:r>
              <a:rPr lang="en-US" sz="1800" spc="-4" noProof="0" dirty="0">
                <a:solidFill>
                  <a:srgbClr val="2D2C2C"/>
                </a:solidFill>
                <a:cs typeface="Segoe UI"/>
              </a:rPr>
              <a:t>a </a:t>
            </a:r>
            <a:r>
              <a:rPr lang="en-US" sz="1800" spc="-8" noProof="0" dirty="0">
                <a:solidFill>
                  <a:srgbClr val="2D2C2C"/>
                </a:solidFill>
                <a:cs typeface="Segoe UI"/>
              </a:rPr>
              <a:t>list</a:t>
            </a:r>
            <a:r>
              <a:rPr lang="en-US" sz="1800" spc="12" noProof="0" dirty="0">
                <a:solidFill>
                  <a:srgbClr val="2D2C2C"/>
                </a:solidFill>
                <a:cs typeface="Segoe UI"/>
              </a:rPr>
              <a:t> </a:t>
            </a:r>
            <a:r>
              <a:rPr lang="en-US" sz="1800" spc="-20" noProof="0" dirty="0">
                <a:solidFill>
                  <a:srgbClr val="2D2C2C"/>
                </a:solidFill>
                <a:cs typeface="Segoe UI"/>
              </a:rPr>
              <a:t>of</a:t>
            </a:r>
            <a:r>
              <a:rPr lang="en-US" sz="1800" spc="24" noProof="0" dirty="0">
                <a:solidFill>
                  <a:srgbClr val="2D2C2C"/>
                </a:solidFill>
                <a:cs typeface="Segoe UI"/>
              </a:rPr>
              <a:t> </a:t>
            </a:r>
            <a:r>
              <a:rPr lang="en-US" sz="1800" b="1" spc="-8" noProof="0" dirty="0">
                <a:solidFill>
                  <a:srgbClr val="2D2C2C"/>
                </a:solidFill>
                <a:cs typeface="Segoe UI"/>
              </a:rPr>
              <a:t>users</a:t>
            </a:r>
            <a:r>
              <a:rPr lang="en-US" sz="1800" spc="-8" noProof="0" dirty="0">
                <a:solidFill>
                  <a:srgbClr val="2D2C2C"/>
                </a:solidFill>
                <a:cs typeface="Segoe UI"/>
              </a:rPr>
              <a:t>,</a:t>
            </a:r>
            <a:r>
              <a:rPr lang="en-US" sz="1800" spc="16" noProof="0" dirty="0">
                <a:solidFill>
                  <a:srgbClr val="2D2C2C"/>
                </a:solidFill>
                <a:cs typeface="Segoe UI"/>
              </a:rPr>
              <a:t> </a:t>
            </a:r>
            <a:r>
              <a:rPr lang="en-US" sz="1800" b="1" spc="-8" noProof="0" dirty="0">
                <a:solidFill>
                  <a:srgbClr val="2D2C2C"/>
                </a:solidFill>
                <a:cs typeface="Segoe UI"/>
              </a:rPr>
              <a:t>UID</a:t>
            </a:r>
            <a:r>
              <a:rPr lang="en-US" sz="1800" spc="-8" noProof="0" dirty="0">
                <a:solidFill>
                  <a:srgbClr val="2D2C2C"/>
                </a:solidFill>
                <a:cs typeface="Segoe UI"/>
              </a:rPr>
              <a:t>s,</a:t>
            </a:r>
            <a:r>
              <a:rPr lang="en-US" sz="1800" spc="20" noProof="0" dirty="0">
                <a:solidFill>
                  <a:srgbClr val="2D2C2C"/>
                </a:solidFill>
                <a:cs typeface="Segoe UI"/>
              </a:rPr>
              <a:t> </a:t>
            </a:r>
            <a:r>
              <a:rPr lang="en-US" sz="1800" spc="-12" noProof="0" dirty="0">
                <a:solidFill>
                  <a:srgbClr val="2D2C2C"/>
                </a:solidFill>
                <a:cs typeface="Segoe UI"/>
              </a:rPr>
              <a:t>system</a:t>
            </a:r>
            <a:r>
              <a:rPr lang="en-US" sz="1800" spc="49" noProof="0" dirty="0">
                <a:solidFill>
                  <a:srgbClr val="2D2C2C"/>
                </a:solidFill>
                <a:cs typeface="Segoe UI"/>
              </a:rPr>
              <a:t> </a:t>
            </a:r>
            <a:r>
              <a:rPr lang="en-US" sz="1800" b="1" spc="-8" noProof="0" dirty="0">
                <a:solidFill>
                  <a:srgbClr val="2D2C2C"/>
                </a:solidFill>
                <a:cs typeface="Segoe UI"/>
              </a:rPr>
              <a:t>groups</a:t>
            </a:r>
            <a:r>
              <a:rPr lang="en-US" sz="1800" spc="-8" noProof="0" dirty="0">
                <a:solidFill>
                  <a:srgbClr val="2D2C2C"/>
                </a:solidFill>
                <a:cs typeface="Segoe UI"/>
              </a:rPr>
              <a:t>,</a:t>
            </a:r>
            <a:r>
              <a:rPr lang="en-US" sz="1800" b="1" spc="33" noProof="0" dirty="0">
                <a:solidFill>
                  <a:srgbClr val="2D2C2C"/>
                </a:solidFill>
                <a:cs typeface="Segoe UI"/>
              </a:rPr>
              <a:t> </a:t>
            </a:r>
            <a:r>
              <a:rPr lang="en-US" sz="1800" spc="-4" noProof="0" dirty="0">
                <a:solidFill>
                  <a:srgbClr val="2D2C2C"/>
                </a:solidFill>
                <a:cs typeface="Segoe UI"/>
              </a:rPr>
              <a:t>or</a:t>
            </a:r>
            <a:r>
              <a:rPr lang="en-US" sz="1800" spc="4" noProof="0" dirty="0">
                <a:solidFill>
                  <a:srgbClr val="2D2C2C"/>
                </a:solidFill>
                <a:cs typeface="Segoe UI"/>
              </a:rPr>
              <a:t> </a:t>
            </a:r>
            <a:r>
              <a:rPr lang="en-US" sz="1800" b="1" spc="-8" noProof="0" dirty="0">
                <a:solidFill>
                  <a:srgbClr val="2D2C2C"/>
                </a:solidFill>
                <a:cs typeface="Segoe UI"/>
              </a:rPr>
              <a:t>netgroups</a:t>
            </a:r>
            <a:endParaRPr lang="en-US" sz="1800" noProof="0" dirty="0">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21</a:t>
            </a:fld>
            <a:endParaRPr lang="en-US" noProof="0" dirty="0"/>
          </a:p>
        </p:txBody>
      </p:sp>
      <p:sp>
        <p:nvSpPr>
          <p:cNvPr id="65" name="object 13">
            <a:extLst>
              <a:ext uri="{FF2B5EF4-FFF2-40B4-BE49-F238E27FC236}">
                <a16:creationId xmlns:a16="http://schemas.microsoft.com/office/drawing/2014/main" id="{EF800CFB-2D47-5864-D522-5C6C5FBF42A4}"/>
              </a:ext>
            </a:extLst>
          </p:cNvPr>
          <p:cNvSpPr txBox="1"/>
          <p:nvPr/>
        </p:nvSpPr>
        <p:spPr>
          <a:xfrm>
            <a:off x="6095999" y="4498465"/>
            <a:ext cx="5569784" cy="971540"/>
          </a:xfrm>
          <a:prstGeom prst="rect">
            <a:avLst/>
          </a:prstGeom>
          <a:solidFill>
            <a:srgbClr val="03EAB3"/>
          </a:solidFill>
          <a:ln>
            <a:solidFill>
              <a:srgbClr val="000000"/>
            </a:solidFill>
          </a:ln>
        </p:spPr>
        <p:txBody>
          <a:bodyPr vert="horz" wrap="square" lIns="0" tIns="32504" rIns="0" bIns="0" rtlCol="0">
            <a:spAutoFit/>
          </a:bodyPr>
          <a:lstStyle/>
          <a:p>
            <a:pPr marL="10319">
              <a:spcBef>
                <a:spcPts val="256"/>
              </a:spcBef>
            </a:pPr>
            <a:r>
              <a:rPr lang="en-US" sz="1400" spc="-4" noProof="0" dirty="0">
                <a:latin typeface="Hack" panose="020B0609030202020204" pitchFamily="49" charset="0"/>
                <a:ea typeface="Hack" panose="020B0609030202020204" pitchFamily="49" charset="0"/>
                <a:cs typeface="Hack" panose="020B0609030202020204" pitchFamily="49" charset="0"/>
              </a:rPr>
              <a:t>...</a:t>
            </a:r>
            <a:endParaRPr lang="en-US" sz="1400" noProof="0" dirty="0">
              <a:latin typeface="Hack" panose="020B0609030202020204" pitchFamily="49" charset="0"/>
              <a:ea typeface="Hack" panose="020B0609030202020204" pitchFamily="49" charset="0"/>
              <a:cs typeface="Hack" panose="020B0609030202020204" pitchFamily="49" charset="0"/>
            </a:endParaRPr>
          </a:p>
          <a:p>
            <a:pPr marL="10319">
              <a:spcBef>
                <a:spcPts val="175"/>
              </a:spcBef>
            </a:pPr>
            <a:r>
              <a:rPr lang="en-US" sz="1400" b="1" noProof="0" dirty="0">
                <a:latin typeface="Hack" panose="020B0609030202020204" pitchFamily="49" charset="0"/>
                <a:ea typeface="Hack" panose="020B0609030202020204" pitchFamily="49" charset="0"/>
                <a:cs typeface="Hack" panose="020B0609030202020204" pitchFamily="49" charset="0"/>
              </a:rPr>
              <a:t>Runas_Alias	DB = ingres, mysql</a:t>
            </a:r>
            <a:endParaRPr lang="en-US" sz="1400" b="1" spc="-8" noProof="0" dirty="0">
              <a:latin typeface="Hack" panose="020B0609030202020204" pitchFamily="49" charset="0"/>
              <a:ea typeface="Hack" panose="020B0609030202020204" pitchFamily="49" charset="0"/>
              <a:cs typeface="Hack" panose="020B0609030202020204" pitchFamily="49" charset="0"/>
            </a:endParaRPr>
          </a:p>
          <a:p>
            <a:pPr marL="10319">
              <a:spcBef>
                <a:spcPts val="175"/>
              </a:spcBef>
            </a:pPr>
            <a:r>
              <a:rPr lang="en-US" sz="1400" b="1" noProof="0" dirty="0">
                <a:latin typeface="Hack" panose="020B0609030202020204" pitchFamily="49" charset="0"/>
                <a:ea typeface="Hack" panose="020B0609030202020204" pitchFamily="49" charset="0"/>
                <a:cs typeface="Hack" panose="020B0609030202020204" pitchFamily="49" charset="0"/>
              </a:rPr>
              <a:t>Runas_Alias 	OP = %</a:t>
            </a:r>
            <a:r>
              <a:rPr lang="en-US" sz="1400" b="1" noProof="0" dirty="0" err="1">
                <a:latin typeface="Hack" panose="020B0609030202020204" pitchFamily="49" charset="0"/>
                <a:ea typeface="Hack" panose="020B0609030202020204" pitchFamily="49" charset="0"/>
                <a:cs typeface="Hack" panose="020B0609030202020204" pitchFamily="49" charset="0"/>
              </a:rPr>
              <a:t>adm,admins</a:t>
            </a:r>
            <a:endParaRPr lang="en-US" sz="1400" b="1" noProof="0" dirty="0">
              <a:latin typeface="Hack" panose="020B0609030202020204" pitchFamily="49" charset="0"/>
              <a:ea typeface="Hack" panose="020B0609030202020204" pitchFamily="49" charset="0"/>
              <a:cs typeface="Hack" panose="020B0609030202020204" pitchFamily="49" charset="0"/>
            </a:endParaRPr>
          </a:p>
          <a:p>
            <a:pPr marL="10319">
              <a:spcBef>
                <a:spcPts val="175"/>
              </a:spcBef>
            </a:pPr>
            <a:endParaRPr lang="en-US" sz="1400" b="1" spc="-8" noProof="0" dirty="0">
              <a:latin typeface="Hack" panose="020B0609030202020204" pitchFamily="49" charset="0"/>
              <a:ea typeface="Hack" panose="020B0609030202020204" pitchFamily="49" charset="0"/>
              <a:cs typeface="Hack" panose="020B0609030202020204" pitchFamily="49" charset="0"/>
            </a:endParaRPr>
          </a:p>
        </p:txBody>
      </p:sp>
      <p:sp>
        <p:nvSpPr>
          <p:cNvPr id="3" name="object 13">
            <a:extLst>
              <a:ext uri="{FF2B5EF4-FFF2-40B4-BE49-F238E27FC236}">
                <a16:creationId xmlns:a16="http://schemas.microsoft.com/office/drawing/2014/main" id="{F55CCCF9-023A-1019-EA60-0C570E8C1BB9}"/>
              </a:ext>
            </a:extLst>
          </p:cNvPr>
          <p:cNvSpPr txBox="1"/>
          <p:nvPr/>
        </p:nvSpPr>
        <p:spPr>
          <a:xfrm>
            <a:off x="6095206" y="2556539"/>
            <a:ext cx="5569783" cy="1212632"/>
          </a:xfrm>
          <a:prstGeom prst="rect">
            <a:avLst/>
          </a:prstGeom>
          <a:solidFill>
            <a:srgbClr val="00EDB5"/>
          </a:solidFill>
          <a:ln>
            <a:solidFill>
              <a:srgbClr val="000000"/>
            </a:solidFill>
          </a:ln>
        </p:spPr>
        <p:txBody>
          <a:bodyPr vert="horz" wrap="square" lIns="0" tIns="32504" rIns="0" bIns="0" rtlCol="0">
            <a:spAutoFit/>
          </a:bodyPr>
          <a:lstStyle/>
          <a:p>
            <a:pPr marL="10319">
              <a:spcBef>
                <a:spcPts val="256"/>
              </a:spcBef>
            </a:pPr>
            <a:r>
              <a:rPr lang="en-US" sz="1400" spc="-4" noProof="0" dirty="0">
                <a:latin typeface="Hack" panose="020B0609030202020204" pitchFamily="49" charset="0"/>
                <a:ea typeface="Hack" panose="020B0609030202020204" pitchFamily="49" charset="0"/>
                <a:cs typeface="Hack" panose="020B0609030202020204" pitchFamily="49" charset="0"/>
              </a:rPr>
              <a:t>...</a:t>
            </a:r>
            <a:endParaRPr lang="en-US" sz="1400" noProof="0" dirty="0">
              <a:latin typeface="Hack" panose="020B0609030202020204" pitchFamily="49" charset="0"/>
              <a:ea typeface="Hack" panose="020B0609030202020204" pitchFamily="49" charset="0"/>
              <a:cs typeface="Hack" panose="020B0609030202020204" pitchFamily="49" charset="0"/>
            </a:endParaRPr>
          </a:p>
          <a:p>
            <a:pPr marL="10319">
              <a:spcBef>
                <a:spcPts val="175"/>
              </a:spcBef>
            </a:pPr>
            <a:r>
              <a:rPr lang="en-US" sz="1400" b="1" noProof="0" dirty="0" err="1">
                <a:latin typeface="Hack" panose="020B0609030202020204" pitchFamily="49" charset="0"/>
                <a:ea typeface="Hack" panose="020B0609030202020204" pitchFamily="49" charset="0"/>
                <a:cs typeface="Hack" panose="020B0609030202020204" pitchFamily="49" charset="0"/>
              </a:rPr>
              <a:t>User_Alias</a:t>
            </a:r>
            <a:r>
              <a:rPr lang="en-US" sz="1400" b="1" noProof="0" dirty="0">
                <a:latin typeface="Hack" panose="020B0609030202020204" pitchFamily="49" charset="0"/>
                <a:ea typeface="Hack" panose="020B0609030202020204" pitchFamily="49" charset="0"/>
                <a:cs typeface="Hack" panose="020B0609030202020204" pitchFamily="49" charset="0"/>
              </a:rPr>
              <a:t>	FULTIMERS  = tom, dick, harry</a:t>
            </a:r>
            <a:endParaRPr lang="en-US" sz="1400" b="1" spc="-8" noProof="0" dirty="0">
              <a:latin typeface="Hack" panose="020B0609030202020204" pitchFamily="49" charset="0"/>
              <a:ea typeface="Hack" panose="020B0609030202020204" pitchFamily="49" charset="0"/>
              <a:cs typeface="Hack" panose="020B0609030202020204" pitchFamily="49" charset="0"/>
            </a:endParaRPr>
          </a:p>
          <a:p>
            <a:pPr marL="10319">
              <a:spcBef>
                <a:spcPts val="175"/>
              </a:spcBef>
            </a:pPr>
            <a:r>
              <a:rPr lang="en-US" sz="1400" b="1" noProof="0" dirty="0" err="1">
                <a:latin typeface="Hack" panose="020B0609030202020204" pitchFamily="49" charset="0"/>
                <a:ea typeface="Hack" panose="020B0609030202020204" pitchFamily="49" charset="0"/>
                <a:cs typeface="Hack" panose="020B0609030202020204" pitchFamily="49" charset="0"/>
              </a:rPr>
              <a:t>User_Alias</a:t>
            </a:r>
            <a:r>
              <a:rPr lang="en-US" sz="1400" b="1" noProof="0" dirty="0">
                <a:latin typeface="Hack" panose="020B0609030202020204" pitchFamily="49" charset="0"/>
                <a:ea typeface="Hack" panose="020B0609030202020204" pitchFamily="49" charset="0"/>
                <a:cs typeface="Hack" panose="020B0609030202020204" pitchFamily="49" charset="0"/>
              </a:rPr>
              <a:t>	ASSOCIATES = fred, barney</a:t>
            </a:r>
            <a:endParaRPr lang="en-US" sz="1400" b="1" spc="-8" noProof="0" dirty="0">
              <a:latin typeface="Hack" panose="020B0609030202020204" pitchFamily="49" charset="0"/>
              <a:ea typeface="Hack" panose="020B0609030202020204" pitchFamily="49" charset="0"/>
              <a:cs typeface="Hack" panose="020B0609030202020204" pitchFamily="49" charset="0"/>
            </a:endParaRPr>
          </a:p>
          <a:p>
            <a:pPr marL="10319">
              <a:spcBef>
                <a:spcPts val="175"/>
              </a:spcBef>
            </a:pPr>
            <a:r>
              <a:rPr lang="en-US" sz="1400" b="1" noProof="0" dirty="0" err="1">
                <a:latin typeface="Hack" panose="020B0609030202020204" pitchFamily="49" charset="0"/>
                <a:ea typeface="Hack" panose="020B0609030202020204" pitchFamily="49" charset="0"/>
                <a:cs typeface="Hack" panose="020B0609030202020204" pitchFamily="49" charset="0"/>
              </a:rPr>
              <a:t>User_Alias</a:t>
            </a:r>
            <a:r>
              <a:rPr lang="en-US" sz="1400" b="1" noProof="0" dirty="0">
                <a:latin typeface="Hack" panose="020B0609030202020204" pitchFamily="49" charset="0"/>
                <a:ea typeface="Hack" panose="020B0609030202020204" pitchFamily="49" charset="0"/>
                <a:cs typeface="Hack" panose="020B0609030202020204" pitchFamily="49" charset="0"/>
              </a:rPr>
              <a:t>	WEBMASTERS = </a:t>
            </a:r>
            <a:r>
              <a:rPr lang="en-US" sz="1400" b="1" noProof="0" dirty="0" err="1">
                <a:latin typeface="Hack" panose="020B0609030202020204" pitchFamily="49" charset="0"/>
                <a:ea typeface="Hack" panose="020B0609030202020204" pitchFamily="49" charset="0"/>
                <a:cs typeface="Hack" panose="020B0609030202020204" pitchFamily="49" charset="0"/>
              </a:rPr>
              <a:t>wilma</a:t>
            </a:r>
            <a:r>
              <a:rPr lang="en-US" sz="1400" b="1" noProof="0" dirty="0">
                <a:latin typeface="Hack" panose="020B0609030202020204" pitchFamily="49" charset="0"/>
                <a:ea typeface="Hack" panose="020B0609030202020204" pitchFamily="49" charset="0"/>
                <a:cs typeface="Hack" panose="020B0609030202020204" pitchFamily="49" charset="0"/>
              </a:rPr>
              <a:t>, betty</a:t>
            </a:r>
          </a:p>
          <a:p>
            <a:pPr marL="10319">
              <a:spcBef>
                <a:spcPts val="175"/>
              </a:spcBef>
            </a:pPr>
            <a:endParaRPr lang="en-US" sz="1400" b="1" spc="-8" noProof="0" dirty="0">
              <a:latin typeface="Hack" panose="020B0609030202020204" pitchFamily="49" charset="0"/>
              <a:ea typeface="Hack" panose="020B0609030202020204" pitchFamily="49" charset="0"/>
              <a:cs typeface="Hack" panose="020B0609030202020204" pitchFamily="49" charset="0"/>
            </a:endParaRPr>
          </a:p>
        </p:txBody>
      </p:sp>
      <p:pic>
        <p:nvPicPr>
          <p:cNvPr id="6" name="Picture 5">
            <a:extLst>
              <a:ext uri="{FF2B5EF4-FFF2-40B4-BE49-F238E27FC236}">
                <a16:creationId xmlns:a16="http://schemas.microsoft.com/office/drawing/2014/main" id="{1D6A6EF0-BD9C-0C88-836F-EB417263FE51}"/>
              </a:ext>
            </a:extLst>
          </p:cNvPr>
          <p:cNvPicPr>
            <a:picLocks noChangeAspect="1"/>
          </p:cNvPicPr>
          <p:nvPr/>
        </p:nvPicPr>
        <p:blipFill>
          <a:blip r:embed="rId3"/>
          <a:stretch>
            <a:fillRect/>
          </a:stretch>
        </p:blipFill>
        <p:spPr>
          <a:xfrm>
            <a:off x="9780103" y="672097"/>
            <a:ext cx="1811483" cy="1884441"/>
          </a:xfrm>
          <a:prstGeom prst="rect">
            <a:avLst/>
          </a:prstGeom>
        </p:spPr>
      </p:pic>
    </p:spTree>
    <p:extLst>
      <p:ext uri="{BB962C8B-B14F-4D97-AF65-F5344CB8AC3E}">
        <p14:creationId xmlns:p14="http://schemas.microsoft.com/office/powerpoint/2010/main" val="19515330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5426EC-4DD6-1D28-F165-29A867241FEE}"/>
              </a:ext>
            </a:extLst>
          </p:cNvPr>
          <p:cNvSpPr>
            <a:spLocks noGrp="1"/>
          </p:cNvSpPr>
          <p:nvPr>
            <p:ph type="ctrTitle"/>
          </p:nvPr>
        </p:nvSpPr>
        <p:spPr/>
        <p:txBody>
          <a:bodyPr/>
          <a:lstStyle/>
          <a:p>
            <a:r>
              <a:rPr lang="en-US" noProof="0" dirty="0"/>
              <a:t>sudo alias – Host and </a:t>
            </a:r>
            <a:r>
              <a:rPr lang="en-US" noProof="0" dirty="0" err="1"/>
              <a:t>cmnd</a:t>
            </a:r>
            <a:endParaRPr lang="en-US"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73"/>
              </a:spcBef>
              <a:buClr>
                <a:srgbClr val="000000"/>
              </a:buClr>
              <a:buFont typeface="Arial"/>
              <a:buChar char="•"/>
              <a:tabLst>
                <a:tab pos="289957" algn="l"/>
                <a:tab pos="290473" algn="l"/>
              </a:tabLst>
            </a:pPr>
            <a:r>
              <a:rPr lang="en-US" sz="1800"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Host_Alias</a:t>
            </a:r>
            <a:r>
              <a:rPr lang="en-US" sz="1800" b="1" spc="-24"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spc="-4" noProof="0" dirty="0">
                <a:solidFill>
                  <a:srgbClr val="2D2C2C"/>
                </a:solidFill>
                <a:cs typeface="Segoe UI"/>
              </a:rPr>
              <a:t>- a </a:t>
            </a:r>
            <a:r>
              <a:rPr lang="en-US" sz="1800" spc="-8" noProof="0" dirty="0">
                <a:solidFill>
                  <a:srgbClr val="2D2C2C"/>
                </a:solidFill>
                <a:cs typeface="Segoe UI"/>
              </a:rPr>
              <a:t>list</a:t>
            </a:r>
            <a:r>
              <a:rPr lang="en-US" sz="1800" spc="37" noProof="0" dirty="0">
                <a:solidFill>
                  <a:srgbClr val="2D2C2C"/>
                </a:solidFill>
                <a:cs typeface="Segoe UI"/>
              </a:rPr>
              <a:t> </a:t>
            </a:r>
            <a:r>
              <a:rPr lang="en-US" sz="1800" spc="-20" noProof="0" dirty="0">
                <a:solidFill>
                  <a:srgbClr val="2D2C2C"/>
                </a:solidFill>
                <a:cs typeface="Segoe UI"/>
              </a:rPr>
              <a:t>of</a:t>
            </a:r>
            <a:r>
              <a:rPr lang="en-US" sz="1800" spc="4" noProof="0" dirty="0">
                <a:solidFill>
                  <a:srgbClr val="2D2C2C"/>
                </a:solidFill>
                <a:cs typeface="Segoe UI"/>
              </a:rPr>
              <a:t> </a:t>
            </a:r>
            <a:r>
              <a:rPr lang="en-US" sz="1800" b="1" spc="-8" noProof="0" dirty="0">
                <a:solidFill>
                  <a:srgbClr val="2D2C2C"/>
                </a:solidFill>
                <a:cs typeface="Segoe UI"/>
              </a:rPr>
              <a:t>hosts</a:t>
            </a:r>
            <a:r>
              <a:rPr lang="en-US" sz="1800" spc="-8" noProof="0" dirty="0">
                <a:solidFill>
                  <a:srgbClr val="2D2C2C"/>
                </a:solidFill>
                <a:cs typeface="Segoe UI"/>
              </a:rPr>
              <a:t>,</a:t>
            </a:r>
            <a:r>
              <a:rPr lang="en-US" sz="1800" spc="20" noProof="0" dirty="0">
                <a:solidFill>
                  <a:srgbClr val="2D2C2C"/>
                </a:solidFill>
                <a:cs typeface="Segoe UI"/>
              </a:rPr>
              <a:t> </a:t>
            </a:r>
            <a:r>
              <a:rPr lang="en-US" sz="1800" b="1" spc="-8" noProof="0" dirty="0">
                <a:solidFill>
                  <a:srgbClr val="2D2C2C"/>
                </a:solidFill>
                <a:cs typeface="Segoe UI"/>
              </a:rPr>
              <a:t>netgroups</a:t>
            </a:r>
            <a:r>
              <a:rPr lang="en-US" sz="1800" spc="-8" noProof="0" dirty="0">
                <a:solidFill>
                  <a:srgbClr val="2D2C2C"/>
                </a:solidFill>
                <a:cs typeface="Segoe UI"/>
              </a:rPr>
              <a:t>,</a:t>
            </a:r>
            <a:r>
              <a:rPr lang="en-US" sz="1800" spc="41" noProof="0" dirty="0">
                <a:solidFill>
                  <a:srgbClr val="2D2C2C"/>
                </a:solidFill>
                <a:cs typeface="Segoe UI"/>
              </a:rPr>
              <a:t> </a:t>
            </a:r>
            <a:r>
              <a:rPr lang="en-US" sz="1800" b="1" spc="-8" noProof="0" dirty="0">
                <a:solidFill>
                  <a:srgbClr val="2D2C2C"/>
                </a:solidFill>
                <a:cs typeface="Segoe UI"/>
              </a:rPr>
              <a:t>IP</a:t>
            </a:r>
            <a:r>
              <a:rPr lang="en-US" sz="1800" b="1" spc="12" noProof="0" dirty="0">
                <a:solidFill>
                  <a:srgbClr val="2D2C2C"/>
                </a:solidFill>
                <a:cs typeface="Segoe UI"/>
              </a:rPr>
              <a:t> </a:t>
            </a:r>
            <a:r>
              <a:rPr lang="en-US" sz="1800" spc="-8" noProof="0" dirty="0">
                <a:solidFill>
                  <a:srgbClr val="2D2C2C"/>
                </a:solidFill>
                <a:cs typeface="Segoe UI"/>
              </a:rPr>
              <a:t>addresses,</a:t>
            </a:r>
            <a:r>
              <a:rPr lang="en-US" sz="1800" spc="57" noProof="0" dirty="0">
                <a:solidFill>
                  <a:srgbClr val="2D2C2C"/>
                </a:solidFill>
                <a:cs typeface="Segoe UI"/>
              </a:rPr>
              <a:t> or </a:t>
            </a:r>
            <a:r>
              <a:rPr lang="en-US" sz="1800" b="1" spc="-4" noProof="0" dirty="0">
                <a:solidFill>
                  <a:srgbClr val="2D2C2C"/>
                </a:solidFill>
                <a:cs typeface="Segoe UI"/>
              </a:rPr>
              <a:t>networks</a:t>
            </a:r>
            <a:endParaRPr lang="en-US" sz="1800" noProof="0" dirty="0">
              <a:cs typeface="Segoe UI"/>
            </a:endParaRPr>
          </a:p>
          <a:p>
            <a:pPr marL="289957" indent="-280154">
              <a:spcBef>
                <a:spcPts val="73"/>
              </a:spcBef>
              <a:buClr>
                <a:srgbClr val="000000"/>
              </a:buClr>
              <a:buFont typeface="Arial"/>
              <a:buChar char="•"/>
              <a:tabLst>
                <a:tab pos="289957" algn="l"/>
                <a:tab pos="290473" algn="l"/>
              </a:tabLst>
            </a:pPr>
            <a:endParaRPr lang="en-US" sz="1800" b="1" i="1" spc="-8" noProof="0" dirty="0">
              <a:solidFill>
                <a:srgbClr val="2D2C2C"/>
              </a:solidFill>
              <a:latin typeface="Montserrat" panose="00000500000000000000" pitchFamily="2" charset="0"/>
              <a:cs typeface="Segoe UI"/>
            </a:endParaRPr>
          </a:p>
          <a:p>
            <a:pPr marL="289957" indent="-280154">
              <a:spcBef>
                <a:spcPts val="73"/>
              </a:spcBef>
              <a:buClr>
                <a:srgbClr val="000000"/>
              </a:buClr>
              <a:buFont typeface="Arial"/>
              <a:buChar char="•"/>
              <a:tabLst>
                <a:tab pos="289957" algn="l"/>
                <a:tab pos="290473" algn="l"/>
              </a:tabLst>
            </a:pPr>
            <a:endParaRPr lang="en-US" sz="1800" b="1" i="1" spc="-8" noProof="0" dirty="0">
              <a:solidFill>
                <a:srgbClr val="2D2C2C"/>
              </a:solidFill>
              <a:latin typeface="Montserrat" panose="00000500000000000000" pitchFamily="2" charset="0"/>
              <a:cs typeface="Segoe UI"/>
            </a:endParaRPr>
          </a:p>
          <a:p>
            <a:pPr marL="289957" indent="-280154">
              <a:spcBef>
                <a:spcPts val="73"/>
              </a:spcBef>
              <a:buClr>
                <a:srgbClr val="000000"/>
              </a:buClr>
              <a:buFont typeface="Arial"/>
              <a:buChar char="•"/>
              <a:tabLst>
                <a:tab pos="289957" algn="l"/>
                <a:tab pos="290473" algn="l"/>
              </a:tabLst>
            </a:pPr>
            <a:endParaRPr lang="en-US" sz="1800" b="1" i="1" spc="-8" noProof="0" dirty="0">
              <a:solidFill>
                <a:srgbClr val="2D2C2C"/>
              </a:solidFill>
              <a:latin typeface="Montserrat" panose="00000500000000000000" pitchFamily="2" charset="0"/>
              <a:cs typeface="Segoe UI"/>
            </a:endParaRPr>
          </a:p>
          <a:p>
            <a:pPr marL="289957" indent="-280154">
              <a:spcBef>
                <a:spcPts val="73"/>
              </a:spcBef>
              <a:buClr>
                <a:srgbClr val="000000"/>
              </a:buClr>
              <a:buFont typeface="Arial"/>
              <a:buChar char="•"/>
              <a:tabLst>
                <a:tab pos="289957" algn="l"/>
                <a:tab pos="290473" algn="l"/>
              </a:tabLst>
            </a:pPr>
            <a:endParaRPr lang="en-US" sz="1800" b="1" i="1" spc="-8" noProof="0" dirty="0">
              <a:solidFill>
                <a:srgbClr val="2D2C2C"/>
              </a:solidFill>
              <a:latin typeface="Montserrat" panose="00000500000000000000" pitchFamily="2" charset="0"/>
              <a:cs typeface="Segoe UI"/>
            </a:endParaRPr>
          </a:p>
          <a:p>
            <a:pPr marL="289957" indent="-280154">
              <a:spcBef>
                <a:spcPts val="73"/>
              </a:spcBef>
              <a:buClr>
                <a:srgbClr val="000000"/>
              </a:buClr>
              <a:buFont typeface="Arial"/>
              <a:buChar char="•"/>
              <a:tabLst>
                <a:tab pos="289957" algn="l"/>
                <a:tab pos="290473" algn="l"/>
              </a:tabLst>
            </a:pPr>
            <a:endParaRPr lang="en-US" sz="1800" b="1" i="1" spc="-8" noProof="0" dirty="0">
              <a:solidFill>
                <a:srgbClr val="2D2C2C"/>
              </a:solidFill>
              <a:latin typeface="Montserrat" panose="00000500000000000000" pitchFamily="2" charset="0"/>
              <a:cs typeface="Segoe UI"/>
            </a:endParaRPr>
          </a:p>
          <a:p>
            <a:pPr marL="289957" indent="-280154">
              <a:spcBef>
                <a:spcPts val="73"/>
              </a:spcBef>
              <a:buClr>
                <a:srgbClr val="000000"/>
              </a:buClr>
              <a:buFont typeface="Arial"/>
              <a:buChar char="•"/>
              <a:tabLst>
                <a:tab pos="289957" algn="l"/>
                <a:tab pos="290473" algn="l"/>
              </a:tabLst>
            </a:pPr>
            <a:endParaRPr lang="en-US" sz="1800" b="1" i="1" spc="-8" noProof="0" dirty="0">
              <a:solidFill>
                <a:srgbClr val="2D2C2C"/>
              </a:solidFill>
              <a:latin typeface="Montserrat" panose="00000500000000000000" pitchFamily="2" charset="0"/>
              <a:cs typeface="Segoe UI"/>
            </a:endParaRPr>
          </a:p>
          <a:p>
            <a:pPr marL="289957" indent="-280154">
              <a:spcBef>
                <a:spcPts val="73"/>
              </a:spcBef>
              <a:buClr>
                <a:srgbClr val="000000"/>
              </a:buClr>
              <a:buFont typeface="Arial"/>
              <a:buChar char="•"/>
              <a:tabLst>
                <a:tab pos="289957" algn="l"/>
                <a:tab pos="290473" algn="l"/>
              </a:tabLst>
            </a:pPr>
            <a:endParaRPr lang="en-US" sz="1800" b="1" i="1" spc="-8" noProof="0" dirty="0">
              <a:solidFill>
                <a:srgbClr val="2D2C2C"/>
              </a:solidFill>
              <a:latin typeface="Montserrat" panose="00000500000000000000" pitchFamily="2" charset="0"/>
              <a:cs typeface="Segoe UI"/>
            </a:endParaRPr>
          </a:p>
          <a:p>
            <a:pPr marL="289957" indent="-280154">
              <a:spcBef>
                <a:spcPts val="73"/>
              </a:spcBef>
              <a:buClr>
                <a:srgbClr val="000000"/>
              </a:buClr>
              <a:buFont typeface="Arial"/>
              <a:buChar char="•"/>
              <a:tabLst>
                <a:tab pos="289957" algn="l"/>
                <a:tab pos="290473" algn="l"/>
              </a:tabLst>
            </a:pPr>
            <a:endParaRPr lang="en-US" sz="1800" b="1" i="1" spc="-8" noProof="0" dirty="0">
              <a:solidFill>
                <a:srgbClr val="2D2C2C"/>
              </a:solidFill>
              <a:latin typeface="Montserrat" panose="00000500000000000000" pitchFamily="2" charset="0"/>
              <a:cs typeface="Segoe UI"/>
            </a:endParaRPr>
          </a:p>
          <a:p>
            <a:pPr marL="289957" indent="-280154">
              <a:spcBef>
                <a:spcPts val="73"/>
              </a:spcBef>
              <a:buClr>
                <a:srgbClr val="000000"/>
              </a:buClr>
              <a:buFont typeface="Arial"/>
              <a:buChar char="•"/>
              <a:tabLst>
                <a:tab pos="289957" algn="l"/>
                <a:tab pos="290473" algn="l"/>
              </a:tabLst>
            </a:pPr>
            <a:r>
              <a:rPr lang="en-US" sz="1800" b="1" spc="-8" noProof="0" dirty="0" err="1">
                <a:solidFill>
                  <a:srgbClr val="0000C7"/>
                </a:solidFill>
                <a:latin typeface="Hack" panose="020B0609030202020204" pitchFamily="49" charset="0"/>
                <a:ea typeface="Hack" panose="020B0609030202020204" pitchFamily="49" charset="0"/>
                <a:cs typeface="Hack" panose="020B0609030202020204" pitchFamily="49" charset="0"/>
              </a:rPr>
              <a:t>Cmnd_Alias</a:t>
            </a:r>
            <a:r>
              <a:rPr lang="en-US" sz="1800" b="1" spc="12"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spc="-4" noProof="0" dirty="0">
                <a:solidFill>
                  <a:srgbClr val="2D2C2C"/>
                </a:solidFill>
                <a:cs typeface="Segoe UI"/>
              </a:rPr>
              <a:t>- a</a:t>
            </a:r>
            <a:r>
              <a:rPr lang="en-US" sz="1800" spc="-8" noProof="0" dirty="0">
                <a:solidFill>
                  <a:srgbClr val="2D2C2C"/>
                </a:solidFill>
                <a:cs typeface="Segoe UI"/>
              </a:rPr>
              <a:t> list</a:t>
            </a:r>
            <a:r>
              <a:rPr lang="en-US" sz="1800" spc="16" noProof="0" dirty="0">
                <a:solidFill>
                  <a:srgbClr val="2D2C2C"/>
                </a:solidFill>
                <a:cs typeface="Segoe UI"/>
              </a:rPr>
              <a:t> </a:t>
            </a:r>
            <a:r>
              <a:rPr lang="en-US" sz="1800" spc="-20" noProof="0" dirty="0">
                <a:solidFill>
                  <a:srgbClr val="2D2C2C"/>
                </a:solidFill>
                <a:cs typeface="Segoe UI"/>
              </a:rPr>
              <a:t>of</a:t>
            </a:r>
            <a:r>
              <a:rPr lang="en-US" sz="1800" spc="20" noProof="0" dirty="0">
                <a:solidFill>
                  <a:srgbClr val="2D2C2C"/>
                </a:solidFill>
                <a:cs typeface="Segoe UI"/>
              </a:rPr>
              <a:t> </a:t>
            </a:r>
            <a:r>
              <a:rPr lang="en-US" sz="1800" spc="-8" noProof="0" dirty="0">
                <a:solidFill>
                  <a:srgbClr val="2D2C2C"/>
                </a:solidFill>
                <a:cs typeface="Segoe UI"/>
              </a:rPr>
              <a:t>allowed</a:t>
            </a:r>
            <a:r>
              <a:rPr lang="en-US" sz="1800" spc="28" noProof="0" dirty="0">
                <a:solidFill>
                  <a:srgbClr val="2D2C2C"/>
                </a:solidFill>
                <a:cs typeface="Segoe UI"/>
              </a:rPr>
              <a:t> </a:t>
            </a:r>
            <a:r>
              <a:rPr lang="en-US" sz="1800" b="1" spc="-8" noProof="0" dirty="0">
                <a:solidFill>
                  <a:srgbClr val="2D2C2C"/>
                </a:solidFill>
                <a:cs typeface="Segoe UI"/>
              </a:rPr>
              <a:t>commands</a:t>
            </a:r>
            <a:endParaRPr lang="en-US" sz="1800" noProof="0" dirty="0">
              <a:cs typeface="Segoe UI"/>
            </a:endParaRPr>
          </a:p>
          <a:p>
            <a:pPr marL="289957" indent="-280154">
              <a:spcBef>
                <a:spcPts val="73"/>
              </a:spcBef>
              <a:buClr>
                <a:srgbClr val="000000"/>
              </a:buClr>
              <a:buFont typeface="Arial"/>
              <a:buChar char="•"/>
              <a:tabLst>
                <a:tab pos="289957" algn="l"/>
                <a:tab pos="290473" algn="l"/>
              </a:tabLst>
            </a:pPr>
            <a:endParaRPr lang="en-US" sz="1600" noProof="0" dirty="0">
              <a:latin typeface="Montserrat" panose="00000500000000000000" pitchFamily="2" charset="0"/>
              <a:cs typeface="Segoe UI"/>
            </a:endParaRPr>
          </a:p>
          <a:p>
            <a:pPr marL="338005" indent="-233204">
              <a:spcBef>
                <a:spcPts val="488"/>
              </a:spcBef>
              <a:buClr>
                <a:srgbClr val="000000"/>
              </a:buClr>
              <a:buFont typeface="Arial"/>
              <a:buChar char="•"/>
              <a:tabLst>
                <a:tab pos="517485" algn="l"/>
                <a:tab pos="518001" algn="l"/>
              </a:tabLst>
            </a:pPr>
            <a:endParaRPr lang="en-US" sz="1600" spc="-8" noProof="0" dirty="0">
              <a:solidFill>
                <a:srgbClr val="2D2C2C"/>
              </a:solidFill>
              <a:latin typeface="+mn-lt"/>
              <a:cs typeface="Segoe UI"/>
            </a:endParaRPr>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22</a:t>
            </a:fld>
            <a:endParaRPr lang="en-US" noProof="0" dirty="0"/>
          </a:p>
        </p:txBody>
      </p:sp>
      <p:sp>
        <p:nvSpPr>
          <p:cNvPr id="8" name="object 13">
            <a:extLst>
              <a:ext uri="{FF2B5EF4-FFF2-40B4-BE49-F238E27FC236}">
                <a16:creationId xmlns:a16="http://schemas.microsoft.com/office/drawing/2014/main" id="{F743E272-A013-01FF-D68D-C5B4A1FD69DB}"/>
              </a:ext>
            </a:extLst>
          </p:cNvPr>
          <p:cNvSpPr txBox="1"/>
          <p:nvPr/>
        </p:nvSpPr>
        <p:spPr>
          <a:xfrm>
            <a:off x="5037137" y="2696702"/>
            <a:ext cx="6638925" cy="971540"/>
          </a:xfrm>
          <a:prstGeom prst="rect">
            <a:avLst/>
          </a:prstGeom>
          <a:solidFill>
            <a:srgbClr val="00EDB5"/>
          </a:solidFill>
          <a:ln>
            <a:solidFill>
              <a:srgbClr val="000000"/>
            </a:solidFill>
          </a:ln>
        </p:spPr>
        <p:txBody>
          <a:bodyPr vert="horz" wrap="square" lIns="0" tIns="32504" rIns="0" bIns="0" rtlCol="0">
            <a:spAutoFit/>
          </a:bodyPr>
          <a:lstStyle/>
          <a:p>
            <a:pPr marL="10319">
              <a:spcBef>
                <a:spcPts val="256"/>
              </a:spcBef>
            </a:pPr>
            <a:r>
              <a:rPr lang="en-US" sz="1400" spc="-4" noProof="0" dirty="0">
                <a:latin typeface="Hack" panose="020B0609030202020204" pitchFamily="49" charset="0"/>
                <a:ea typeface="Hack" panose="020B0609030202020204" pitchFamily="49" charset="0"/>
                <a:cs typeface="Hack" panose="020B0609030202020204" pitchFamily="49" charset="0"/>
              </a:rPr>
              <a:t>...</a:t>
            </a:r>
            <a:endParaRPr lang="en-US" sz="1400" noProof="0" dirty="0">
              <a:latin typeface="Hack" panose="020B0609030202020204" pitchFamily="49" charset="0"/>
              <a:ea typeface="Hack" panose="020B0609030202020204" pitchFamily="49" charset="0"/>
              <a:cs typeface="Hack" panose="020B0609030202020204" pitchFamily="49" charset="0"/>
            </a:endParaRPr>
          </a:p>
          <a:p>
            <a:pPr marL="10319">
              <a:spcBef>
                <a:spcPts val="175"/>
              </a:spcBef>
            </a:pPr>
            <a:r>
              <a:rPr lang="en-US" sz="1400" b="1" noProof="0" dirty="0" err="1">
                <a:latin typeface="Hack" panose="020B0609030202020204" pitchFamily="49" charset="0"/>
                <a:ea typeface="Hack" panose="020B0609030202020204" pitchFamily="49" charset="0"/>
                <a:cs typeface="Hack" panose="020B0609030202020204" pitchFamily="49" charset="0"/>
              </a:rPr>
              <a:t>Host_Alias</a:t>
            </a:r>
            <a:r>
              <a:rPr lang="en-US" sz="1400" b="1" noProof="0" dirty="0">
                <a:latin typeface="Hack" panose="020B0609030202020204" pitchFamily="49" charset="0"/>
                <a:ea typeface="Hack" panose="020B0609030202020204" pitchFamily="49" charset="0"/>
                <a:cs typeface="Hack" panose="020B0609030202020204" pitchFamily="49" charset="0"/>
              </a:rPr>
              <a:t>	WWW   = linux1, linux2, unix1, unix2, win*</a:t>
            </a:r>
          </a:p>
          <a:p>
            <a:pPr marL="10319">
              <a:spcBef>
                <a:spcPts val="175"/>
              </a:spcBef>
            </a:pPr>
            <a:r>
              <a:rPr lang="en-US" sz="1400" b="1" noProof="0" dirty="0" err="1">
                <a:latin typeface="Hack" panose="020B0609030202020204" pitchFamily="49" charset="0"/>
                <a:ea typeface="Hack" panose="020B0609030202020204" pitchFamily="49" charset="0"/>
                <a:cs typeface="Hack" panose="020B0609030202020204" pitchFamily="49" charset="0"/>
              </a:rPr>
              <a:t>Host_Alias</a:t>
            </a:r>
            <a:r>
              <a:rPr lang="en-US" sz="1400" b="1" noProof="0" dirty="0">
                <a:latin typeface="Hack" panose="020B0609030202020204" pitchFamily="49" charset="0"/>
                <a:ea typeface="Hack" panose="020B0609030202020204" pitchFamily="49" charset="0"/>
                <a:cs typeface="Hack" panose="020B0609030202020204" pitchFamily="49" charset="0"/>
              </a:rPr>
              <a:t>	CDROM = 192.168.42.1/24, ubuntu, rocky</a:t>
            </a:r>
          </a:p>
          <a:p>
            <a:pPr marL="10319">
              <a:spcBef>
                <a:spcPts val="175"/>
              </a:spcBef>
            </a:pPr>
            <a:endParaRPr lang="en-US" sz="1400" b="1" spc="-8" noProof="0" dirty="0">
              <a:latin typeface="Hack" panose="020B0609030202020204" pitchFamily="49" charset="0"/>
              <a:ea typeface="Hack" panose="020B0609030202020204" pitchFamily="49" charset="0"/>
              <a:cs typeface="Hack" panose="020B0609030202020204" pitchFamily="49" charset="0"/>
            </a:endParaRPr>
          </a:p>
        </p:txBody>
      </p:sp>
      <p:sp>
        <p:nvSpPr>
          <p:cNvPr id="9" name="object 13">
            <a:extLst>
              <a:ext uri="{FF2B5EF4-FFF2-40B4-BE49-F238E27FC236}">
                <a16:creationId xmlns:a16="http://schemas.microsoft.com/office/drawing/2014/main" id="{59F4792B-52AF-9733-A902-BC25B179629D}"/>
              </a:ext>
            </a:extLst>
          </p:cNvPr>
          <p:cNvSpPr txBox="1"/>
          <p:nvPr/>
        </p:nvSpPr>
        <p:spPr>
          <a:xfrm>
            <a:off x="4905375" y="4387008"/>
            <a:ext cx="6770687" cy="1694815"/>
          </a:xfrm>
          <a:prstGeom prst="rect">
            <a:avLst/>
          </a:prstGeom>
          <a:solidFill>
            <a:srgbClr val="00EDB5"/>
          </a:solidFill>
          <a:ln>
            <a:solidFill>
              <a:srgbClr val="000000"/>
            </a:solidFill>
          </a:ln>
        </p:spPr>
        <p:txBody>
          <a:bodyPr vert="horz" wrap="square" lIns="0" tIns="32504" rIns="0" bIns="0" rtlCol="0">
            <a:spAutoFit/>
          </a:bodyPr>
          <a:lstStyle/>
          <a:p>
            <a:pPr marL="10319">
              <a:spcBef>
                <a:spcPts val="256"/>
              </a:spcBef>
            </a:pPr>
            <a:r>
              <a:rPr lang="en-US" sz="1400" spc="-4" noProof="0" dirty="0">
                <a:latin typeface="Hack" panose="020B0609030202020204" pitchFamily="49" charset="0"/>
                <a:ea typeface="Hack" panose="020B0609030202020204" pitchFamily="49" charset="0"/>
                <a:cs typeface="Hack" panose="020B0609030202020204" pitchFamily="49" charset="0"/>
              </a:rPr>
              <a:t>...</a:t>
            </a:r>
            <a:endParaRPr lang="en-US" sz="1400" noProof="0" dirty="0">
              <a:latin typeface="Hack" panose="020B0609030202020204" pitchFamily="49" charset="0"/>
              <a:ea typeface="Hack" panose="020B0609030202020204" pitchFamily="49" charset="0"/>
              <a:cs typeface="Hack" panose="020B0609030202020204" pitchFamily="49" charset="0"/>
            </a:endParaRPr>
          </a:p>
          <a:p>
            <a:pPr marL="10319">
              <a:spcBef>
                <a:spcPts val="175"/>
              </a:spcBef>
            </a:pPr>
            <a:r>
              <a:rPr lang="en-US" sz="1400" b="1" noProof="0" dirty="0" err="1">
                <a:latin typeface="Hack" panose="020B0609030202020204" pitchFamily="49" charset="0"/>
                <a:ea typeface="Hack" panose="020B0609030202020204" pitchFamily="49" charset="0"/>
                <a:cs typeface="Hack" panose="020B0609030202020204" pitchFamily="49" charset="0"/>
              </a:rPr>
              <a:t>Cmnd_Alias</a:t>
            </a:r>
            <a:r>
              <a:rPr lang="en-US" sz="1400" b="1" noProof="0" dirty="0">
                <a:latin typeface="Hack" panose="020B0609030202020204" pitchFamily="49" charset="0"/>
                <a:ea typeface="Hack" panose="020B0609030202020204" pitchFamily="49" charset="0"/>
                <a:cs typeface="Hack" panose="020B0609030202020204" pitchFamily="49" charset="0"/>
              </a:rPr>
              <a:t>	SHUT  = /</a:t>
            </a:r>
            <a:r>
              <a:rPr lang="en-US" sz="1400" b="1" noProof="0" dirty="0" err="1">
                <a:latin typeface="Hack" panose="020B0609030202020204" pitchFamily="49" charset="0"/>
                <a:ea typeface="Hack" panose="020B0609030202020204" pitchFamily="49" charset="0"/>
                <a:cs typeface="Hack" panose="020B0609030202020204" pitchFamily="49" charset="0"/>
              </a:rPr>
              <a:t>sbin</a:t>
            </a:r>
            <a:r>
              <a:rPr lang="en-US" sz="1400" b="1" noProof="0" dirty="0">
                <a:latin typeface="Hack" panose="020B0609030202020204" pitchFamily="49" charset="0"/>
                <a:ea typeface="Hack" panose="020B0609030202020204" pitchFamily="49" charset="0"/>
                <a:cs typeface="Hack" panose="020B0609030202020204" pitchFamily="49" charset="0"/>
              </a:rPr>
              <a:t>/shutdown, /</a:t>
            </a:r>
            <a:r>
              <a:rPr lang="en-US" sz="1400" b="1" noProof="0" dirty="0" err="1">
                <a:latin typeface="Hack" panose="020B0609030202020204" pitchFamily="49" charset="0"/>
                <a:ea typeface="Hack" panose="020B0609030202020204" pitchFamily="49" charset="0"/>
                <a:cs typeface="Hack" panose="020B0609030202020204" pitchFamily="49" charset="0"/>
              </a:rPr>
              <a:t>sbin</a:t>
            </a:r>
            <a:r>
              <a:rPr lang="en-US" sz="1400" b="1" noProof="0" dirty="0">
                <a:latin typeface="Hack" panose="020B0609030202020204" pitchFamily="49" charset="0"/>
                <a:ea typeface="Hack" panose="020B0609030202020204" pitchFamily="49" charset="0"/>
                <a:cs typeface="Hack" panose="020B0609030202020204" pitchFamily="49" charset="0"/>
              </a:rPr>
              <a:t>/halt, \</a:t>
            </a:r>
          </a:p>
          <a:p>
            <a:pPr marL="10319">
              <a:spcBef>
                <a:spcPts val="175"/>
              </a:spcBef>
            </a:pPr>
            <a:r>
              <a:rPr lang="en-US" sz="1400" b="1" noProof="0" dirty="0">
                <a:latin typeface="Hack" panose="020B0609030202020204" pitchFamily="49" charset="0"/>
                <a:ea typeface="Hack" panose="020B0609030202020204" pitchFamily="49" charset="0"/>
                <a:cs typeface="Hack" panose="020B0609030202020204" pitchFamily="49" charset="0"/>
              </a:rPr>
              <a:t>		/</a:t>
            </a:r>
            <a:r>
              <a:rPr lang="en-US" sz="1400" b="1" noProof="0" dirty="0" err="1">
                <a:latin typeface="Hack" panose="020B0609030202020204" pitchFamily="49" charset="0"/>
                <a:ea typeface="Hack" panose="020B0609030202020204" pitchFamily="49" charset="0"/>
                <a:cs typeface="Hack" panose="020B0609030202020204" pitchFamily="49" charset="0"/>
              </a:rPr>
              <a:t>sbin</a:t>
            </a:r>
            <a:r>
              <a:rPr lang="en-US" sz="1400" b="1" noProof="0" dirty="0">
                <a:latin typeface="Hack" panose="020B0609030202020204" pitchFamily="49" charset="0"/>
                <a:ea typeface="Hack" panose="020B0609030202020204" pitchFamily="49" charset="0"/>
                <a:cs typeface="Hack" panose="020B0609030202020204" pitchFamily="49" charset="0"/>
              </a:rPr>
              <a:t>/reboot, /</a:t>
            </a:r>
            <a:r>
              <a:rPr lang="en-US" sz="1400" b="1" noProof="0" dirty="0" err="1">
                <a:latin typeface="Hack" panose="020B0609030202020204" pitchFamily="49" charset="0"/>
                <a:ea typeface="Hack" panose="020B0609030202020204" pitchFamily="49" charset="0"/>
                <a:cs typeface="Hack" panose="020B0609030202020204" pitchFamily="49" charset="0"/>
              </a:rPr>
              <a:t>sbin</a:t>
            </a:r>
            <a:r>
              <a:rPr lang="en-US" sz="1400" b="1" noProof="0" dirty="0">
                <a:latin typeface="Hack" panose="020B0609030202020204" pitchFamily="49" charset="0"/>
                <a:ea typeface="Hack" panose="020B0609030202020204" pitchFamily="49" charset="0"/>
                <a:cs typeface="Hack" panose="020B0609030202020204" pitchFamily="49" charset="0"/>
              </a:rPr>
              <a:t>/</a:t>
            </a:r>
            <a:r>
              <a:rPr lang="en-US" sz="1400" b="1" noProof="0" dirty="0" err="1">
                <a:latin typeface="Hack" panose="020B0609030202020204" pitchFamily="49" charset="0"/>
                <a:ea typeface="Hack" panose="020B0609030202020204" pitchFamily="49" charset="0"/>
                <a:cs typeface="Hack" panose="020B0609030202020204" pitchFamily="49" charset="0"/>
              </a:rPr>
              <a:t>init</a:t>
            </a:r>
            <a:endParaRPr lang="en-US" sz="1400" b="1" noProof="0" dirty="0">
              <a:latin typeface="Hack" panose="020B0609030202020204" pitchFamily="49" charset="0"/>
              <a:ea typeface="Hack" panose="020B0609030202020204" pitchFamily="49" charset="0"/>
              <a:cs typeface="Hack" panose="020B0609030202020204" pitchFamily="49" charset="0"/>
            </a:endParaRPr>
          </a:p>
          <a:p>
            <a:pPr marL="10319">
              <a:spcBef>
                <a:spcPts val="175"/>
              </a:spcBef>
            </a:pPr>
            <a:endParaRPr lang="en-US" sz="1400" b="1" noProof="0" dirty="0">
              <a:latin typeface="Hack" panose="020B0609030202020204" pitchFamily="49" charset="0"/>
              <a:ea typeface="Hack" panose="020B0609030202020204" pitchFamily="49" charset="0"/>
              <a:cs typeface="Hack" panose="020B0609030202020204" pitchFamily="49" charset="0"/>
            </a:endParaRPr>
          </a:p>
          <a:p>
            <a:pPr marL="10319">
              <a:spcBef>
                <a:spcPts val="175"/>
              </a:spcBef>
            </a:pPr>
            <a:r>
              <a:rPr lang="en-US" sz="1400" b="1" noProof="0" dirty="0" err="1">
                <a:latin typeface="Hack" panose="020B0609030202020204" pitchFamily="49" charset="0"/>
                <a:ea typeface="Hack" panose="020B0609030202020204" pitchFamily="49" charset="0"/>
                <a:cs typeface="Hack" panose="020B0609030202020204" pitchFamily="49" charset="0"/>
              </a:rPr>
              <a:t>Cmnd_Alias</a:t>
            </a:r>
            <a:r>
              <a:rPr lang="en-US" sz="1400" b="1" noProof="0" dirty="0">
                <a:latin typeface="Hack" panose="020B0609030202020204" pitchFamily="49" charset="0"/>
                <a:ea typeface="Hack" panose="020B0609030202020204" pitchFamily="49" charset="0"/>
                <a:cs typeface="Hack" panose="020B0609030202020204" pitchFamily="49" charset="0"/>
              </a:rPr>
              <a:t>	DUMPS = /</a:t>
            </a:r>
            <a:r>
              <a:rPr lang="en-US" sz="1400" b="1" noProof="0" dirty="0" err="1">
                <a:latin typeface="Hack" panose="020B0609030202020204" pitchFamily="49" charset="0"/>
                <a:ea typeface="Hack" panose="020B0609030202020204" pitchFamily="49" charset="0"/>
                <a:cs typeface="Hack" panose="020B0609030202020204" pitchFamily="49" charset="0"/>
              </a:rPr>
              <a:t>usr</a:t>
            </a:r>
            <a:r>
              <a:rPr lang="en-US" sz="1400" b="1" noProof="0" dirty="0">
                <a:latin typeface="Hack" panose="020B0609030202020204" pitchFamily="49" charset="0"/>
                <a:ea typeface="Hack" panose="020B0609030202020204" pitchFamily="49" charset="0"/>
                <a:cs typeface="Hack" panose="020B0609030202020204" pitchFamily="49" charset="0"/>
              </a:rPr>
              <a:t>/bin/mnt, /</a:t>
            </a:r>
            <a:r>
              <a:rPr lang="en-US" sz="1400" b="1" noProof="0" dirty="0" err="1">
                <a:latin typeface="Hack" panose="020B0609030202020204" pitchFamily="49" charset="0"/>
                <a:ea typeface="Hack" panose="020B0609030202020204" pitchFamily="49" charset="0"/>
                <a:cs typeface="Hack" panose="020B0609030202020204" pitchFamily="49" charset="0"/>
              </a:rPr>
              <a:t>sbin</a:t>
            </a:r>
            <a:r>
              <a:rPr lang="en-US" sz="1400" b="1" noProof="0" dirty="0">
                <a:latin typeface="Hack" panose="020B0609030202020204" pitchFamily="49" charset="0"/>
                <a:ea typeface="Hack" panose="020B0609030202020204" pitchFamily="49" charset="0"/>
                <a:cs typeface="Hack" panose="020B0609030202020204" pitchFamily="49" charset="0"/>
              </a:rPr>
              <a:t>/dump, \</a:t>
            </a:r>
          </a:p>
          <a:p>
            <a:pPr marL="10319">
              <a:spcBef>
                <a:spcPts val="175"/>
              </a:spcBef>
            </a:pPr>
            <a:r>
              <a:rPr lang="en-US" sz="1400" b="1" noProof="0" dirty="0">
                <a:latin typeface="Hack" panose="020B0609030202020204" pitchFamily="49" charset="0"/>
                <a:ea typeface="Hack" panose="020B0609030202020204" pitchFamily="49" charset="0"/>
                <a:cs typeface="Hack" panose="020B0609030202020204" pitchFamily="49" charset="0"/>
              </a:rPr>
              <a:t>		/</a:t>
            </a:r>
            <a:r>
              <a:rPr lang="en-US" sz="1400" b="1" noProof="0" dirty="0" err="1">
                <a:latin typeface="Hack" panose="020B0609030202020204" pitchFamily="49" charset="0"/>
                <a:ea typeface="Hack" panose="020B0609030202020204" pitchFamily="49" charset="0"/>
                <a:cs typeface="Hack" panose="020B0609030202020204" pitchFamily="49" charset="0"/>
              </a:rPr>
              <a:t>sbin</a:t>
            </a:r>
            <a:r>
              <a:rPr lang="en-US" sz="1400" b="1" noProof="0" dirty="0">
                <a:latin typeface="Hack" panose="020B0609030202020204" pitchFamily="49" charset="0"/>
                <a:ea typeface="Hack" panose="020B0609030202020204" pitchFamily="49" charset="0"/>
                <a:cs typeface="Hack" panose="020B0609030202020204" pitchFamily="49" charset="0"/>
              </a:rPr>
              <a:t>/</a:t>
            </a:r>
            <a:r>
              <a:rPr lang="en-US" sz="1400" b="1" noProof="0" dirty="0" err="1">
                <a:latin typeface="Hack" panose="020B0609030202020204" pitchFamily="49" charset="0"/>
                <a:ea typeface="Hack" panose="020B0609030202020204" pitchFamily="49" charset="0"/>
                <a:cs typeface="Hack" panose="020B0609030202020204" pitchFamily="49" charset="0"/>
              </a:rPr>
              <a:t>rdump</a:t>
            </a:r>
            <a:r>
              <a:rPr lang="en-US" sz="1400" b="1" noProof="0" dirty="0">
                <a:latin typeface="Hack" panose="020B0609030202020204" pitchFamily="49" charset="0"/>
                <a:ea typeface="Hack" panose="020B0609030202020204" pitchFamily="49" charset="0"/>
                <a:cs typeface="Hack" panose="020B0609030202020204" pitchFamily="49" charset="0"/>
              </a:rPr>
              <a:t>, /</a:t>
            </a:r>
            <a:r>
              <a:rPr lang="en-US" sz="1400" b="1" noProof="0" dirty="0" err="1">
                <a:latin typeface="Hack" panose="020B0609030202020204" pitchFamily="49" charset="0"/>
                <a:ea typeface="Hack" panose="020B0609030202020204" pitchFamily="49" charset="0"/>
                <a:cs typeface="Hack" panose="020B0609030202020204" pitchFamily="49" charset="0"/>
              </a:rPr>
              <a:t>sbin</a:t>
            </a:r>
            <a:r>
              <a:rPr lang="en-US" sz="1400" b="1" noProof="0" dirty="0">
                <a:latin typeface="Hack" panose="020B0609030202020204" pitchFamily="49" charset="0"/>
                <a:ea typeface="Hack" panose="020B0609030202020204" pitchFamily="49" charset="0"/>
                <a:cs typeface="Hack" panose="020B0609030202020204" pitchFamily="49" charset="0"/>
              </a:rPr>
              <a:t>/restore</a:t>
            </a:r>
          </a:p>
          <a:p>
            <a:pPr marL="10319">
              <a:spcBef>
                <a:spcPts val="175"/>
              </a:spcBef>
            </a:pPr>
            <a:endParaRPr lang="en-US" sz="1400" b="1" spc="-8" noProof="0" dirty="0">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23148047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1FF3B5D-905B-2840-1511-43026E70B306}"/>
              </a:ext>
            </a:extLst>
          </p:cNvPr>
          <p:cNvSpPr>
            <a:spLocks noGrp="1"/>
          </p:cNvSpPr>
          <p:nvPr>
            <p:ph type="ctrTitle"/>
          </p:nvPr>
        </p:nvSpPr>
        <p:spPr/>
        <p:txBody>
          <a:bodyPr/>
          <a:lstStyle/>
          <a:p>
            <a:r>
              <a:rPr lang="en-US" noProof="0" dirty="0"/>
              <a:t>Using sudo aliases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1125"/>
              </a:spcBef>
              <a:buClr>
                <a:srgbClr val="000000"/>
              </a:buClr>
              <a:buFont typeface="Arial"/>
              <a:buChar char="•"/>
              <a:tabLst>
                <a:tab pos="289957" algn="l"/>
                <a:tab pos="290473" algn="l"/>
              </a:tabLst>
            </a:pPr>
            <a:r>
              <a:rPr lang="en-US" sz="1800" spc="-8" noProof="0" dirty="0">
                <a:solidFill>
                  <a:srgbClr val="2D2C2C"/>
                </a:solidFill>
                <a:cs typeface="Segoe UI"/>
              </a:rPr>
              <a:t>Specify</a:t>
            </a:r>
            <a:r>
              <a:rPr lang="en-US" sz="1800" spc="16" noProof="0" dirty="0">
                <a:solidFill>
                  <a:srgbClr val="2D2C2C"/>
                </a:solidFill>
                <a:cs typeface="Segoe UI"/>
              </a:rPr>
              <a:t> </a:t>
            </a:r>
            <a:r>
              <a:rPr lang="en-US" sz="1800" spc="-8" noProof="0" dirty="0">
                <a:solidFill>
                  <a:srgbClr val="2D2C2C"/>
                </a:solidFill>
                <a:cs typeface="Segoe UI"/>
              </a:rPr>
              <a:t>user</a:t>
            </a:r>
            <a:r>
              <a:rPr lang="en-US" sz="1800" spc="45" noProof="0" dirty="0">
                <a:solidFill>
                  <a:srgbClr val="2D2C2C"/>
                </a:solidFill>
                <a:cs typeface="Segoe UI"/>
              </a:rPr>
              <a:t> </a:t>
            </a:r>
            <a:r>
              <a:rPr lang="en-US" sz="1800" spc="-8" noProof="0" dirty="0">
                <a:solidFill>
                  <a:srgbClr val="2D2C2C"/>
                </a:solidFill>
                <a:cs typeface="Segoe UI"/>
              </a:rPr>
              <a:t>capabilities,</a:t>
            </a:r>
            <a:r>
              <a:rPr lang="en-US" sz="1800" spc="53" noProof="0" dirty="0">
                <a:solidFill>
                  <a:srgbClr val="2D2C2C"/>
                </a:solidFill>
                <a:cs typeface="Segoe UI"/>
              </a:rPr>
              <a:t> </a:t>
            </a:r>
            <a:r>
              <a:rPr lang="en-US" sz="1800" spc="-8" noProof="0" dirty="0">
                <a:solidFill>
                  <a:srgbClr val="2D2C2C"/>
                </a:solidFill>
                <a:cs typeface="Segoe UI"/>
              </a:rPr>
              <a:t>using</a:t>
            </a:r>
            <a:r>
              <a:rPr lang="en-US" sz="1800" spc="41" noProof="0" dirty="0">
                <a:solidFill>
                  <a:srgbClr val="2D2C2C"/>
                </a:solidFill>
                <a:cs typeface="Segoe UI"/>
              </a:rPr>
              <a:t> </a:t>
            </a:r>
            <a:r>
              <a:rPr lang="en-US" sz="1800" spc="-4" noProof="0" dirty="0">
                <a:solidFill>
                  <a:srgbClr val="2D2C2C"/>
                </a:solidFill>
                <a:cs typeface="Segoe UI"/>
              </a:rPr>
              <a:t>the</a:t>
            </a:r>
            <a:r>
              <a:rPr lang="en-US" sz="1800" spc="8" noProof="0" dirty="0">
                <a:solidFill>
                  <a:srgbClr val="2D2C2C"/>
                </a:solidFill>
                <a:cs typeface="Segoe UI"/>
              </a:rPr>
              <a:t> </a:t>
            </a:r>
            <a:r>
              <a:rPr lang="en-US" sz="1800" spc="-8" noProof="0" dirty="0">
                <a:solidFill>
                  <a:srgbClr val="2D2C2C"/>
                </a:solidFill>
                <a:cs typeface="Segoe UI"/>
              </a:rPr>
              <a:t>format:</a:t>
            </a:r>
          </a:p>
          <a:p>
            <a:pPr marL="469953" lvl="1" indent="-280154">
              <a:spcBef>
                <a:spcPts val="1125"/>
              </a:spcBef>
              <a:buClr>
                <a:srgbClr val="000000"/>
              </a:buClr>
              <a:buFont typeface="Arial"/>
              <a:buChar char="•"/>
              <a:tabLst>
                <a:tab pos="289957" algn="l"/>
                <a:tab pos="290473" algn="l"/>
              </a:tabLst>
            </a:pP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user	host</a:t>
            </a:r>
            <a:r>
              <a:rPr lang="en-US" sz="1800" b="1" spc="-20"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b="1"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spc="20"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(‘run</a:t>
            </a:r>
            <a:r>
              <a:rPr lang="en-US" sz="1800" b="1" spc="16"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b="1" noProof="0" dirty="0">
                <a:solidFill>
                  <a:srgbClr val="0000C7"/>
                </a:solidFill>
                <a:latin typeface="Hack" panose="020B0609030202020204" pitchFamily="49" charset="0"/>
                <a:ea typeface="Hack" panose="020B0609030202020204" pitchFamily="49" charset="0"/>
                <a:cs typeface="Hack" panose="020B0609030202020204" pitchFamily="49" charset="0"/>
              </a:rPr>
              <a:t>as’</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 user)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command</a:t>
            </a:r>
            <a:endParaRPr lang="en-US" sz="1800" noProof="0" dirty="0">
              <a:latin typeface="Hack" panose="020B0609030202020204" pitchFamily="49" charset="0"/>
              <a:ea typeface="Hack" panose="020B0609030202020204" pitchFamily="49" charset="0"/>
              <a:cs typeface="Hack" panose="020B0609030202020204" pitchFamily="49" charset="0"/>
            </a:endParaRPr>
          </a:p>
          <a:p>
            <a:pPr>
              <a:spcBef>
                <a:spcPts val="24"/>
              </a:spcBef>
            </a:pPr>
            <a:endParaRPr lang="en-US" sz="1800" noProof="0" dirty="0">
              <a:cs typeface="Verdana"/>
            </a:endParaRPr>
          </a:p>
          <a:p>
            <a:pPr marL="289957" indent="-280154">
              <a:lnSpc>
                <a:spcPts val="1913"/>
              </a:lnSpc>
              <a:buClr>
                <a:srgbClr val="000000"/>
              </a:buClr>
              <a:buFont typeface="Arial"/>
              <a:buChar char="•"/>
              <a:tabLst>
                <a:tab pos="289957" algn="l"/>
                <a:tab pos="290473" algn="l"/>
              </a:tabLst>
            </a:pPr>
            <a:r>
              <a:rPr lang="en-US" sz="1800" spc="-28" noProof="0" dirty="0">
                <a:solidFill>
                  <a:srgbClr val="2D2C2C"/>
                </a:solidFill>
                <a:cs typeface="Segoe UI"/>
              </a:rPr>
              <a:t>Typically,</a:t>
            </a:r>
            <a:r>
              <a:rPr lang="en-US" sz="1800" spc="37" noProof="0" dirty="0">
                <a:solidFill>
                  <a:srgbClr val="2D2C2C"/>
                </a:solidFill>
                <a:cs typeface="Segoe UI"/>
              </a:rPr>
              <a:t> </a:t>
            </a:r>
            <a:r>
              <a:rPr lang="en-US" sz="1800" spc="-12" noProof="0" dirty="0">
                <a:solidFill>
                  <a:srgbClr val="2D2C2C"/>
                </a:solidFill>
                <a:cs typeface="Segoe UI"/>
              </a:rPr>
              <a:t>aliases</a:t>
            </a:r>
            <a:r>
              <a:rPr lang="en-US" sz="1800" spc="37" noProof="0" dirty="0">
                <a:solidFill>
                  <a:srgbClr val="2D2C2C"/>
                </a:solidFill>
                <a:cs typeface="Segoe UI"/>
              </a:rPr>
              <a:t> </a:t>
            </a:r>
            <a:r>
              <a:rPr lang="en-US" sz="1800" spc="-12" noProof="0" dirty="0">
                <a:solidFill>
                  <a:srgbClr val="2D2C2C"/>
                </a:solidFill>
                <a:cs typeface="Segoe UI"/>
              </a:rPr>
              <a:t>are</a:t>
            </a:r>
            <a:r>
              <a:rPr lang="en-US" sz="1800" spc="8" noProof="0" dirty="0">
                <a:solidFill>
                  <a:srgbClr val="2D2C2C"/>
                </a:solidFill>
                <a:cs typeface="Segoe UI"/>
              </a:rPr>
              <a:t> </a:t>
            </a:r>
            <a:r>
              <a:rPr lang="en-US" sz="1800" spc="-8" noProof="0" dirty="0">
                <a:solidFill>
                  <a:srgbClr val="2D2C2C"/>
                </a:solidFill>
                <a:cs typeface="Segoe UI"/>
              </a:rPr>
              <a:t>used</a:t>
            </a:r>
            <a:r>
              <a:rPr lang="en-US" sz="1800" spc="45" noProof="0" dirty="0">
                <a:solidFill>
                  <a:srgbClr val="2D2C2C"/>
                </a:solidFill>
                <a:cs typeface="Segoe UI"/>
              </a:rPr>
              <a:t> </a:t>
            </a:r>
            <a:r>
              <a:rPr lang="en-US" sz="1800" spc="-4" noProof="0" dirty="0">
                <a:solidFill>
                  <a:srgbClr val="2D2C2C"/>
                </a:solidFill>
                <a:cs typeface="Segoe UI"/>
              </a:rPr>
              <a:t>for</a:t>
            </a:r>
            <a:r>
              <a:rPr lang="en-US" sz="1800" spc="4" noProof="0" dirty="0">
                <a:solidFill>
                  <a:srgbClr val="2D2C2C"/>
                </a:solidFill>
                <a:cs typeface="Segoe UI"/>
              </a:rPr>
              <a:t> </a:t>
            </a:r>
            <a:r>
              <a:rPr lang="en-US" sz="1800" spc="-4" noProof="0" dirty="0">
                <a:solidFill>
                  <a:srgbClr val="2D2C2C"/>
                </a:solidFill>
                <a:cs typeface="Segoe UI"/>
              </a:rPr>
              <a:t>the</a:t>
            </a:r>
            <a:r>
              <a:rPr lang="en-US" sz="1800" spc="12" noProof="0" dirty="0">
                <a:solidFill>
                  <a:srgbClr val="2D2C2C"/>
                </a:solidFill>
                <a:cs typeface="Segoe UI"/>
              </a:rPr>
              <a:t> </a:t>
            </a:r>
            <a:r>
              <a:rPr lang="en-US" sz="1800" spc="-4" noProof="0" dirty="0">
                <a:solidFill>
                  <a:srgbClr val="2D2C2C"/>
                </a:solidFill>
                <a:cs typeface="Segoe UI"/>
              </a:rPr>
              <a:t>purpose</a:t>
            </a:r>
            <a:r>
              <a:rPr lang="en-US" spc="-4" noProof="0" dirty="0">
                <a:solidFill>
                  <a:srgbClr val="2D2C2C"/>
                </a:solidFill>
                <a:cs typeface="Segoe UI"/>
              </a:rPr>
              <a:t>. F</a:t>
            </a:r>
            <a:r>
              <a:rPr lang="en-US" sz="1800" spc="-4" noProof="0" dirty="0">
                <a:solidFill>
                  <a:srgbClr val="2D2C2C"/>
                </a:solidFill>
                <a:cs typeface="Segoe UI"/>
              </a:rPr>
              <a:t>or</a:t>
            </a:r>
            <a:r>
              <a:rPr lang="en-US" sz="1800" spc="4" noProof="0" dirty="0">
                <a:solidFill>
                  <a:srgbClr val="2D2C2C"/>
                </a:solidFill>
                <a:cs typeface="Segoe UI"/>
              </a:rPr>
              <a:t> </a:t>
            </a:r>
            <a:r>
              <a:rPr lang="en-US" sz="1800" spc="-8" noProof="0" dirty="0">
                <a:solidFill>
                  <a:srgbClr val="2D2C2C"/>
                </a:solidFill>
                <a:cs typeface="Segoe UI"/>
              </a:rPr>
              <a:t>example:</a:t>
            </a:r>
            <a:endParaRPr lang="en-US" sz="1800" spc="-12"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23</a:t>
            </a:fld>
            <a:endParaRPr lang="en-US" noProof="0" dirty="0"/>
          </a:p>
        </p:txBody>
      </p:sp>
      <p:grpSp>
        <p:nvGrpSpPr>
          <p:cNvPr id="7" name="Group 6">
            <a:extLst>
              <a:ext uri="{FF2B5EF4-FFF2-40B4-BE49-F238E27FC236}">
                <a16:creationId xmlns:a16="http://schemas.microsoft.com/office/drawing/2014/main" id="{5E943443-507F-882E-5418-09DAF32336EB}"/>
              </a:ext>
            </a:extLst>
          </p:cNvPr>
          <p:cNvGrpSpPr/>
          <p:nvPr/>
        </p:nvGrpSpPr>
        <p:grpSpPr>
          <a:xfrm>
            <a:off x="787906" y="3622274"/>
            <a:ext cx="7240399" cy="2375001"/>
            <a:chOff x="4567426" y="3347954"/>
            <a:chExt cx="7240399" cy="2375001"/>
          </a:xfrm>
        </p:grpSpPr>
        <p:grpSp>
          <p:nvGrpSpPr>
            <p:cNvPr id="75" name="object 20">
              <a:extLst>
                <a:ext uri="{FF2B5EF4-FFF2-40B4-BE49-F238E27FC236}">
                  <a16:creationId xmlns:a16="http://schemas.microsoft.com/office/drawing/2014/main" id="{D47FC90D-FD0A-A735-E808-528BFC005422}"/>
                </a:ext>
              </a:extLst>
            </p:cNvPr>
            <p:cNvGrpSpPr/>
            <p:nvPr/>
          </p:nvGrpSpPr>
          <p:grpSpPr>
            <a:xfrm>
              <a:off x="4567426" y="3347954"/>
              <a:ext cx="302339" cy="2375001"/>
              <a:chOff x="869353" y="3376612"/>
              <a:chExt cx="372110" cy="2790825"/>
            </a:xfrm>
          </p:grpSpPr>
          <p:sp>
            <p:nvSpPr>
              <p:cNvPr id="77" name="object 21">
                <a:extLst>
                  <a:ext uri="{FF2B5EF4-FFF2-40B4-BE49-F238E27FC236}">
                    <a16:creationId xmlns:a16="http://schemas.microsoft.com/office/drawing/2014/main" id="{3BA956C1-3BFF-B095-DD77-52608BEF33FD}"/>
                  </a:ext>
                </a:extLst>
              </p:cNvPr>
              <p:cNvSpPr/>
              <p:nvPr/>
            </p:nvSpPr>
            <p:spPr>
              <a:xfrm>
                <a:off x="880465" y="3387725"/>
                <a:ext cx="339090" cy="300990"/>
              </a:xfrm>
              <a:custGeom>
                <a:avLst/>
                <a:gdLst/>
                <a:ahLst/>
                <a:cxnLst/>
                <a:rect l="l" t="t" r="r" b="b"/>
                <a:pathLst>
                  <a:path w="339090" h="300989">
                    <a:moveTo>
                      <a:pt x="169316" y="0"/>
                    </a:moveTo>
                    <a:lnTo>
                      <a:pt x="33540" y="59562"/>
                    </a:lnTo>
                    <a:lnTo>
                      <a:pt x="0" y="193421"/>
                    </a:lnTo>
                    <a:lnTo>
                      <a:pt x="93967" y="300736"/>
                    </a:lnTo>
                    <a:lnTo>
                      <a:pt x="244665" y="300736"/>
                    </a:lnTo>
                    <a:lnTo>
                      <a:pt x="338632" y="193421"/>
                    </a:lnTo>
                    <a:lnTo>
                      <a:pt x="305104" y="59562"/>
                    </a:lnTo>
                    <a:lnTo>
                      <a:pt x="169316" y="0"/>
                    </a:lnTo>
                    <a:close/>
                  </a:path>
                </a:pathLst>
              </a:custGeom>
              <a:solidFill>
                <a:srgbClr val="F1F1F1"/>
              </a:solidFill>
            </p:spPr>
            <p:txBody>
              <a:bodyPr wrap="square" lIns="0" tIns="0" rIns="0" bIns="0" rtlCol="0"/>
              <a:lstStyle/>
              <a:p>
                <a:pPr algn="ctr"/>
                <a:r>
                  <a:rPr lang="en-US" sz="1463" noProof="0" dirty="0"/>
                  <a:t>1</a:t>
                </a:r>
              </a:p>
            </p:txBody>
          </p:sp>
          <p:sp>
            <p:nvSpPr>
              <p:cNvPr id="78" name="object 22">
                <a:extLst>
                  <a:ext uri="{FF2B5EF4-FFF2-40B4-BE49-F238E27FC236}">
                    <a16:creationId xmlns:a16="http://schemas.microsoft.com/office/drawing/2014/main" id="{5A021126-C51E-000E-9393-E79B502DFBDB}"/>
                  </a:ext>
                </a:extLst>
              </p:cNvPr>
              <p:cNvSpPr/>
              <p:nvPr/>
            </p:nvSpPr>
            <p:spPr>
              <a:xfrm>
                <a:off x="880465" y="3387725"/>
                <a:ext cx="339090" cy="300990"/>
              </a:xfrm>
              <a:custGeom>
                <a:avLst/>
                <a:gdLst/>
                <a:ahLst/>
                <a:cxnLst/>
                <a:rect l="l" t="t" r="r" b="b"/>
                <a:pathLst>
                  <a:path w="339090" h="300989">
                    <a:moveTo>
                      <a:pt x="0" y="193421"/>
                    </a:moveTo>
                    <a:lnTo>
                      <a:pt x="33540" y="59562"/>
                    </a:lnTo>
                    <a:lnTo>
                      <a:pt x="169316" y="0"/>
                    </a:lnTo>
                    <a:lnTo>
                      <a:pt x="305104" y="59562"/>
                    </a:lnTo>
                    <a:lnTo>
                      <a:pt x="338632" y="193421"/>
                    </a:lnTo>
                    <a:lnTo>
                      <a:pt x="244665" y="300736"/>
                    </a:lnTo>
                    <a:lnTo>
                      <a:pt x="93967" y="300736"/>
                    </a:lnTo>
                    <a:lnTo>
                      <a:pt x="0" y="193421"/>
                    </a:lnTo>
                    <a:close/>
                  </a:path>
                </a:pathLst>
              </a:custGeom>
              <a:ln w="22225">
                <a:solidFill>
                  <a:srgbClr val="003970"/>
                </a:solidFill>
              </a:ln>
            </p:spPr>
            <p:txBody>
              <a:bodyPr wrap="square" lIns="0" tIns="0" rIns="0" bIns="0" rtlCol="0"/>
              <a:lstStyle/>
              <a:p>
                <a:endParaRPr lang="en-US" sz="1463" noProof="0" dirty="0"/>
              </a:p>
            </p:txBody>
          </p:sp>
          <p:sp>
            <p:nvSpPr>
              <p:cNvPr id="79" name="object 23">
                <a:extLst>
                  <a:ext uri="{FF2B5EF4-FFF2-40B4-BE49-F238E27FC236}">
                    <a16:creationId xmlns:a16="http://schemas.microsoft.com/office/drawing/2014/main" id="{043CD108-90C6-B09F-C7D6-16EAF8CD7E21}"/>
                  </a:ext>
                </a:extLst>
              </p:cNvPr>
              <p:cNvSpPr/>
              <p:nvPr/>
            </p:nvSpPr>
            <p:spPr>
              <a:xfrm>
                <a:off x="891184" y="3803269"/>
                <a:ext cx="339090" cy="300990"/>
              </a:xfrm>
              <a:custGeom>
                <a:avLst/>
                <a:gdLst/>
                <a:ahLst/>
                <a:cxnLst/>
                <a:rect l="l" t="t" r="r" b="b"/>
                <a:pathLst>
                  <a:path w="339090" h="300989">
                    <a:moveTo>
                      <a:pt x="169316" y="0"/>
                    </a:moveTo>
                    <a:lnTo>
                      <a:pt x="33540" y="59562"/>
                    </a:lnTo>
                    <a:lnTo>
                      <a:pt x="0" y="193420"/>
                    </a:lnTo>
                    <a:lnTo>
                      <a:pt x="93967" y="300735"/>
                    </a:lnTo>
                    <a:lnTo>
                      <a:pt x="244665" y="300735"/>
                    </a:lnTo>
                    <a:lnTo>
                      <a:pt x="338632" y="193420"/>
                    </a:lnTo>
                    <a:lnTo>
                      <a:pt x="305104" y="59562"/>
                    </a:lnTo>
                    <a:lnTo>
                      <a:pt x="169316" y="0"/>
                    </a:lnTo>
                    <a:close/>
                  </a:path>
                </a:pathLst>
              </a:custGeom>
              <a:solidFill>
                <a:srgbClr val="F1F1F1"/>
              </a:solidFill>
            </p:spPr>
            <p:txBody>
              <a:bodyPr wrap="square" lIns="0" tIns="0" rIns="0" bIns="0" rtlCol="0"/>
              <a:lstStyle/>
              <a:p>
                <a:pPr algn="ctr"/>
                <a:r>
                  <a:rPr lang="en-US" sz="1463" noProof="0" dirty="0"/>
                  <a:t>2</a:t>
                </a:r>
              </a:p>
            </p:txBody>
          </p:sp>
          <p:sp>
            <p:nvSpPr>
              <p:cNvPr id="80" name="object 24">
                <a:extLst>
                  <a:ext uri="{FF2B5EF4-FFF2-40B4-BE49-F238E27FC236}">
                    <a16:creationId xmlns:a16="http://schemas.microsoft.com/office/drawing/2014/main" id="{CB82A283-9704-0C02-BB34-65E551813903}"/>
                  </a:ext>
                </a:extLst>
              </p:cNvPr>
              <p:cNvSpPr/>
              <p:nvPr/>
            </p:nvSpPr>
            <p:spPr>
              <a:xfrm>
                <a:off x="891184" y="3803269"/>
                <a:ext cx="339090" cy="300990"/>
              </a:xfrm>
              <a:custGeom>
                <a:avLst/>
                <a:gdLst/>
                <a:ahLst/>
                <a:cxnLst/>
                <a:rect l="l" t="t" r="r" b="b"/>
                <a:pathLst>
                  <a:path w="339090" h="300989">
                    <a:moveTo>
                      <a:pt x="0" y="193420"/>
                    </a:moveTo>
                    <a:lnTo>
                      <a:pt x="33540" y="59562"/>
                    </a:lnTo>
                    <a:lnTo>
                      <a:pt x="169316" y="0"/>
                    </a:lnTo>
                    <a:lnTo>
                      <a:pt x="305104" y="59562"/>
                    </a:lnTo>
                    <a:lnTo>
                      <a:pt x="338632" y="193420"/>
                    </a:lnTo>
                    <a:lnTo>
                      <a:pt x="244665" y="300735"/>
                    </a:lnTo>
                    <a:lnTo>
                      <a:pt x="93967" y="300735"/>
                    </a:lnTo>
                    <a:lnTo>
                      <a:pt x="0" y="193420"/>
                    </a:lnTo>
                    <a:close/>
                  </a:path>
                </a:pathLst>
              </a:custGeom>
              <a:ln w="22225">
                <a:solidFill>
                  <a:srgbClr val="003970"/>
                </a:solidFill>
              </a:ln>
            </p:spPr>
            <p:txBody>
              <a:bodyPr wrap="square" lIns="0" tIns="0" rIns="0" bIns="0" rtlCol="0"/>
              <a:lstStyle/>
              <a:p>
                <a:endParaRPr lang="en-US" sz="1463" noProof="0" dirty="0"/>
              </a:p>
            </p:txBody>
          </p:sp>
          <p:sp>
            <p:nvSpPr>
              <p:cNvPr id="81" name="object 25">
                <a:extLst>
                  <a:ext uri="{FF2B5EF4-FFF2-40B4-BE49-F238E27FC236}">
                    <a16:creationId xmlns:a16="http://schemas.microsoft.com/office/drawing/2014/main" id="{A601E71F-5706-2EA0-AA75-DCA8EA092571}"/>
                  </a:ext>
                </a:extLst>
              </p:cNvPr>
              <p:cNvSpPr/>
              <p:nvPr/>
            </p:nvSpPr>
            <p:spPr>
              <a:xfrm>
                <a:off x="885825" y="4626736"/>
                <a:ext cx="339090" cy="300990"/>
              </a:xfrm>
              <a:custGeom>
                <a:avLst/>
                <a:gdLst/>
                <a:ahLst/>
                <a:cxnLst/>
                <a:rect l="l" t="t" r="r" b="b"/>
                <a:pathLst>
                  <a:path w="339090" h="300989">
                    <a:moveTo>
                      <a:pt x="169316" y="0"/>
                    </a:moveTo>
                    <a:lnTo>
                      <a:pt x="33528" y="59562"/>
                    </a:lnTo>
                    <a:lnTo>
                      <a:pt x="0" y="193420"/>
                    </a:lnTo>
                    <a:lnTo>
                      <a:pt x="93967" y="300863"/>
                    </a:lnTo>
                    <a:lnTo>
                      <a:pt x="244665" y="300863"/>
                    </a:lnTo>
                    <a:lnTo>
                      <a:pt x="338632" y="193420"/>
                    </a:lnTo>
                    <a:lnTo>
                      <a:pt x="305092" y="59562"/>
                    </a:lnTo>
                    <a:lnTo>
                      <a:pt x="169316" y="0"/>
                    </a:lnTo>
                    <a:close/>
                  </a:path>
                </a:pathLst>
              </a:custGeom>
              <a:solidFill>
                <a:srgbClr val="F1F1F1"/>
              </a:solidFill>
            </p:spPr>
            <p:txBody>
              <a:bodyPr wrap="square" lIns="0" tIns="0" rIns="0" bIns="0" rtlCol="0"/>
              <a:lstStyle/>
              <a:p>
                <a:pPr algn="ctr"/>
                <a:r>
                  <a:rPr lang="en-US" sz="1463" noProof="0" dirty="0"/>
                  <a:t>4</a:t>
                </a:r>
              </a:p>
            </p:txBody>
          </p:sp>
          <p:sp>
            <p:nvSpPr>
              <p:cNvPr id="82" name="object 26">
                <a:extLst>
                  <a:ext uri="{FF2B5EF4-FFF2-40B4-BE49-F238E27FC236}">
                    <a16:creationId xmlns:a16="http://schemas.microsoft.com/office/drawing/2014/main" id="{74962DD7-0DBB-63BC-A5F3-474D96C3DB74}"/>
                  </a:ext>
                </a:extLst>
              </p:cNvPr>
              <p:cNvSpPr/>
              <p:nvPr/>
            </p:nvSpPr>
            <p:spPr>
              <a:xfrm>
                <a:off x="885825" y="4626736"/>
                <a:ext cx="339090" cy="300990"/>
              </a:xfrm>
              <a:custGeom>
                <a:avLst/>
                <a:gdLst/>
                <a:ahLst/>
                <a:cxnLst/>
                <a:rect l="l" t="t" r="r" b="b"/>
                <a:pathLst>
                  <a:path w="339090" h="300989">
                    <a:moveTo>
                      <a:pt x="0" y="193420"/>
                    </a:moveTo>
                    <a:lnTo>
                      <a:pt x="33528" y="59562"/>
                    </a:lnTo>
                    <a:lnTo>
                      <a:pt x="169316" y="0"/>
                    </a:lnTo>
                    <a:lnTo>
                      <a:pt x="305092" y="59562"/>
                    </a:lnTo>
                    <a:lnTo>
                      <a:pt x="338632" y="193420"/>
                    </a:lnTo>
                    <a:lnTo>
                      <a:pt x="244665" y="300863"/>
                    </a:lnTo>
                    <a:lnTo>
                      <a:pt x="93967" y="300863"/>
                    </a:lnTo>
                    <a:lnTo>
                      <a:pt x="0" y="193420"/>
                    </a:lnTo>
                    <a:close/>
                  </a:path>
                </a:pathLst>
              </a:custGeom>
              <a:ln w="22225">
                <a:solidFill>
                  <a:srgbClr val="003970"/>
                </a:solidFill>
              </a:ln>
            </p:spPr>
            <p:txBody>
              <a:bodyPr wrap="square" lIns="0" tIns="0" rIns="0" bIns="0" rtlCol="0"/>
              <a:lstStyle/>
              <a:p>
                <a:endParaRPr lang="en-US" sz="1463" noProof="0" dirty="0"/>
              </a:p>
            </p:txBody>
          </p:sp>
          <p:sp>
            <p:nvSpPr>
              <p:cNvPr id="83" name="object 27">
                <a:extLst>
                  <a:ext uri="{FF2B5EF4-FFF2-40B4-BE49-F238E27FC236}">
                    <a16:creationId xmlns:a16="http://schemas.microsoft.com/office/drawing/2014/main" id="{B4D00469-EDFC-9B76-F48A-4C1DB18334EA}"/>
                  </a:ext>
                </a:extLst>
              </p:cNvPr>
              <p:cNvSpPr/>
              <p:nvPr/>
            </p:nvSpPr>
            <p:spPr>
              <a:xfrm>
                <a:off x="880465" y="5055361"/>
                <a:ext cx="339090" cy="300990"/>
              </a:xfrm>
              <a:custGeom>
                <a:avLst/>
                <a:gdLst/>
                <a:ahLst/>
                <a:cxnLst/>
                <a:rect l="l" t="t" r="r" b="b"/>
                <a:pathLst>
                  <a:path w="339090" h="300989">
                    <a:moveTo>
                      <a:pt x="169316" y="0"/>
                    </a:moveTo>
                    <a:lnTo>
                      <a:pt x="33528" y="59562"/>
                    </a:lnTo>
                    <a:lnTo>
                      <a:pt x="0" y="193547"/>
                    </a:lnTo>
                    <a:lnTo>
                      <a:pt x="93954" y="300863"/>
                    </a:lnTo>
                    <a:lnTo>
                      <a:pt x="244665" y="300863"/>
                    </a:lnTo>
                    <a:lnTo>
                      <a:pt x="338632" y="193547"/>
                    </a:lnTo>
                    <a:lnTo>
                      <a:pt x="305092" y="59562"/>
                    </a:lnTo>
                    <a:lnTo>
                      <a:pt x="169316" y="0"/>
                    </a:lnTo>
                    <a:close/>
                  </a:path>
                </a:pathLst>
              </a:custGeom>
              <a:solidFill>
                <a:srgbClr val="F1F1F1"/>
              </a:solidFill>
            </p:spPr>
            <p:txBody>
              <a:bodyPr wrap="square" lIns="0" tIns="0" rIns="0" bIns="0" rtlCol="0"/>
              <a:lstStyle/>
              <a:p>
                <a:pPr algn="ctr"/>
                <a:r>
                  <a:rPr lang="en-US" sz="1463" noProof="0" dirty="0"/>
                  <a:t>5</a:t>
                </a:r>
              </a:p>
            </p:txBody>
          </p:sp>
          <p:sp>
            <p:nvSpPr>
              <p:cNvPr id="84" name="object 28">
                <a:extLst>
                  <a:ext uri="{FF2B5EF4-FFF2-40B4-BE49-F238E27FC236}">
                    <a16:creationId xmlns:a16="http://schemas.microsoft.com/office/drawing/2014/main" id="{24FBDEA0-31A3-4634-3FA9-3C74D1E3024B}"/>
                  </a:ext>
                </a:extLst>
              </p:cNvPr>
              <p:cNvSpPr/>
              <p:nvPr/>
            </p:nvSpPr>
            <p:spPr>
              <a:xfrm>
                <a:off x="880465" y="5055361"/>
                <a:ext cx="339090" cy="300990"/>
              </a:xfrm>
              <a:custGeom>
                <a:avLst/>
                <a:gdLst/>
                <a:ahLst/>
                <a:cxnLst/>
                <a:rect l="l" t="t" r="r" b="b"/>
                <a:pathLst>
                  <a:path w="339090" h="300989">
                    <a:moveTo>
                      <a:pt x="0" y="193547"/>
                    </a:moveTo>
                    <a:lnTo>
                      <a:pt x="33528" y="59562"/>
                    </a:lnTo>
                    <a:lnTo>
                      <a:pt x="169316" y="0"/>
                    </a:lnTo>
                    <a:lnTo>
                      <a:pt x="305092" y="59562"/>
                    </a:lnTo>
                    <a:lnTo>
                      <a:pt x="338632" y="193547"/>
                    </a:lnTo>
                    <a:lnTo>
                      <a:pt x="244665" y="300863"/>
                    </a:lnTo>
                    <a:lnTo>
                      <a:pt x="93954" y="300863"/>
                    </a:lnTo>
                    <a:lnTo>
                      <a:pt x="0" y="193547"/>
                    </a:lnTo>
                    <a:close/>
                  </a:path>
                </a:pathLst>
              </a:custGeom>
              <a:ln w="22225">
                <a:solidFill>
                  <a:srgbClr val="003970"/>
                </a:solidFill>
              </a:ln>
            </p:spPr>
            <p:txBody>
              <a:bodyPr wrap="square" lIns="0" tIns="0" rIns="0" bIns="0" rtlCol="0"/>
              <a:lstStyle/>
              <a:p>
                <a:endParaRPr lang="en-US" sz="1463" noProof="0" dirty="0"/>
              </a:p>
            </p:txBody>
          </p:sp>
          <p:sp>
            <p:nvSpPr>
              <p:cNvPr id="85" name="object 29">
                <a:extLst>
                  <a:ext uri="{FF2B5EF4-FFF2-40B4-BE49-F238E27FC236}">
                    <a16:creationId xmlns:a16="http://schemas.microsoft.com/office/drawing/2014/main" id="{8FD5ADEB-B8AE-1955-5DE9-87A9D82D1125}"/>
                  </a:ext>
                </a:extLst>
              </p:cNvPr>
              <p:cNvSpPr/>
              <p:nvPr/>
            </p:nvSpPr>
            <p:spPr>
              <a:xfrm>
                <a:off x="891184" y="5464936"/>
                <a:ext cx="339090" cy="300990"/>
              </a:xfrm>
              <a:custGeom>
                <a:avLst/>
                <a:gdLst/>
                <a:ahLst/>
                <a:cxnLst/>
                <a:rect l="l" t="t" r="r" b="b"/>
                <a:pathLst>
                  <a:path w="339090" h="300989">
                    <a:moveTo>
                      <a:pt x="169316" y="0"/>
                    </a:moveTo>
                    <a:lnTo>
                      <a:pt x="33540" y="59562"/>
                    </a:lnTo>
                    <a:lnTo>
                      <a:pt x="0" y="193471"/>
                    </a:lnTo>
                    <a:lnTo>
                      <a:pt x="93967" y="300824"/>
                    </a:lnTo>
                    <a:lnTo>
                      <a:pt x="244665" y="300824"/>
                    </a:lnTo>
                    <a:lnTo>
                      <a:pt x="338632" y="193471"/>
                    </a:lnTo>
                    <a:lnTo>
                      <a:pt x="305104" y="59562"/>
                    </a:lnTo>
                    <a:lnTo>
                      <a:pt x="169316" y="0"/>
                    </a:lnTo>
                    <a:close/>
                  </a:path>
                </a:pathLst>
              </a:custGeom>
              <a:solidFill>
                <a:srgbClr val="F1F1F1"/>
              </a:solidFill>
            </p:spPr>
            <p:txBody>
              <a:bodyPr wrap="square" lIns="0" tIns="0" rIns="0" bIns="0" rtlCol="0"/>
              <a:lstStyle/>
              <a:p>
                <a:pPr algn="ctr"/>
                <a:r>
                  <a:rPr lang="en-US" sz="1463" noProof="0" dirty="0"/>
                  <a:t>6</a:t>
                </a:r>
              </a:p>
            </p:txBody>
          </p:sp>
          <p:sp>
            <p:nvSpPr>
              <p:cNvPr id="86" name="object 30">
                <a:extLst>
                  <a:ext uri="{FF2B5EF4-FFF2-40B4-BE49-F238E27FC236}">
                    <a16:creationId xmlns:a16="http://schemas.microsoft.com/office/drawing/2014/main" id="{241D9B75-8842-A0BF-B245-18113E7B5601}"/>
                  </a:ext>
                </a:extLst>
              </p:cNvPr>
              <p:cNvSpPr/>
              <p:nvPr/>
            </p:nvSpPr>
            <p:spPr>
              <a:xfrm>
                <a:off x="891184" y="5464936"/>
                <a:ext cx="339090" cy="300990"/>
              </a:xfrm>
              <a:custGeom>
                <a:avLst/>
                <a:gdLst/>
                <a:ahLst/>
                <a:cxnLst/>
                <a:rect l="l" t="t" r="r" b="b"/>
                <a:pathLst>
                  <a:path w="339090" h="300989">
                    <a:moveTo>
                      <a:pt x="0" y="193471"/>
                    </a:moveTo>
                    <a:lnTo>
                      <a:pt x="33540" y="59562"/>
                    </a:lnTo>
                    <a:lnTo>
                      <a:pt x="169316" y="0"/>
                    </a:lnTo>
                    <a:lnTo>
                      <a:pt x="305104" y="59562"/>
                    </a:lnTo>
                    <a:lnTo>
                      <a:pt x="338632" y="193471"/>
                    </a:lnTo>
                    <a:lnTo>
                      <a:pt x="244665" y="300824"/>
                    </a:lnTo>
                    <a:lnTo>
                      <a:pt x="93967" y="300824"/>
                    </a:lnTo>
                    <a:lnTo>
                      <a:pt x="0" y="193471"/>
                    </a:lnTo>
                    <a:close/>
                  </a:path>
                </a:pathLst>
              </a:custGeom>
              <a:ln w="22225">
                <a:solidFill>
                  <a:srgbClr val="003970"/>
                </a:solidFill>
              </a:ln>
            </p:spPr>
            <p:txBody>
              <a:bodyPr wrap="square" lIns="0" tIns="0" rIns="0" bIns="0" rtlCol="0"/>
              <a:lstStyle/>
              <a:p>
                <a:endParaRPr lang="en-US" sz="1463" noProof="0" dirty="0"/>
              </a:p>
            </p:txBody>
          </p:sp>
          <p:sp>
            <p:nvSpPr>
              <p:cNvPr id="87" name="object 31">
                <a:extLst>
                  <a:ext uri="{FF2B5EF4-FFF2-40B4-BE49-F238E27FC236}">
                    <a16:creationId xmlns:a16="http://schemas.microsoft.com/office/drawing/2014/main" id="{882596F8-5598-7CF9-7634-125EC7514BE9}"/>
                  </a:ext>
                </a:extLst>
              </p:cNvPr>
              <p:cNvSpPr/>
              <p:nvPr/>
            </p:nvSpPr>
            <p:spPr>
              <a:xfrm>
                <a:off x="885825" y="4231894"/>
                <a:ext cx="339090" cy="300990"/>
              </a:xfrm>
              <a:custGeom>
                <a:avLst/>
                <a:gdLst/>
                <a:ahLst/>
                <a:cxnLst/>
                <a:rect l="l" t="t" r="r" b="b"/>
                <a:pathLst>
                  <a:path w="339090" h="300989">
                    <a:moveTo>
                      <a:pt x="169316" y="0"/>
                    </a:moveTo>
                    <a:lnTo>
                      <a:pt x="33528" y="59562"/>
                    </a:lnTo>
                    <a:lnTo>
                      <a:pt x="0" y="193420"/>
                    </a:lnTo>
                    <a:lnTo>
                      <a:pt x="93967" y="300735"/>
                    </a:lnTo>
                    <a:lnTo>
                      <a:pt x="244665" y="300735"/>
                    </a:lnTo>
                    <a:lnTo>
                      <a:pt x="338632" y="193420"/>
                    </a:lnTo>
                    <a:lnTo>
                      <a:pt x="305092" y="59562"/>
                    </a:lnTo>
                    <a:lnTo>
                      <a:pt x="169316" y="0"/>
                    </a:lnTo>
                    <a:close/>
                  </a:path>
                </a:pathLst>
              </a:custGeom>
              <a:solidFill>
                <a:srgbClr val="F1F1F1"/>
              </a:solidFill>
            </p:spPr>
            <p:txBody>
              <a:bodyPr wrap="square" lIns="0" tIns="0" rIns="0" bIns="0" rtlCol="0"/>
              <a:lstStyle/>
              <a:p>
                <a:pPr algn="ctr"/>
                <a:r>
                  <a:rPr lang="en-US" sz="1463" noProof="0" dirty="0"/>
                  <a:t>3</a:t>
                </a:r>
              </a:p>
            </p:txBody>
          </p:sp>
          <p:sp>
            <p:nvSpPr>
              <p:cNvPr id="88" name="object 32">
                <a:extLst>
                  <a:ext uri="{FF2B5EF4-FFF2-40B4-BE49-F238E27FC236}">
                    <a16:creationId xmlns:a16="http://schemas.microsoft.com/office/drawing/2014/main" id="{74E02A74-9FED-33DF-1475-BD646E4FCB0F}"/>
                  </a:ext>
                </a:extLst>
              </p:cNvPr>
              <p:cNvSpPr/>
              <p:nvPr/>
            </p:nvSpPr>
            <p:spPr>
              <a:xfrm>
                <a:off x="885825" y="4231894"/>
                <a:ext cx="339090" cy="300990"/>
              </a:xfrm>
              <a:custGeom>
                <a:avLst/>
                <a:gdLst/>
                <a:ahLst/>
                <a:cxnLst/>
                <a:rect l="l" t="t" r="r" b="b"/>
                <a:pathLst>
                  <a:path w="339090" h="300989">
                    <a:moveTo>
                      <a:pt x="0" y="193420"/>
                    </a:moveTo>
                    <a:lnTo>
                      <a:pt x="33528" y="59562"/>
                    </a:lnTo>
                    <a:lnTo>
                      <a:pt x="169316" y="0"/>
                    </a:lnTo>
                    <a:lnTo>
                      <a:pt x="305092" y="59562"/>
                    </a:lnTo>
                    <a:lnTo>
                      <a:pt x="338632" y="193420"/>
                    </a:lnTo>
                    <a:lnTo>
                      <a:pt x="244665" y="300735"/>
                    </a:lnTo>
                    <a:lnTo>
                      <a:pt x="93967" y="300735"/>
                    </a:lnTo>
                    <a:lnTo>
                      <a:pt x="0" y="193420"/>
                    </a:lnTo>
                    <a:close/>
                  </a:path>
                </a:pathLst>
              </a:custGeom>
              <a:ln w="22225">
                <a:solidFill>
                  <a:srgbClr val="003970"/>
                </a:solidFill>
              </a:ln>
            </p:spPr>
            <p:txBody>
              <a:bodyPr wrap="square" lIns="0" tIns="0" rIns="0" bIns="0" rtlCol="0"/>
              <a:lstStyle/>
              <a:p>
                <a:endParaRPr lang="en-US" sz="1463" noProof="0" dirty="0"/>
              </a:p>
            </p:txBody>
          </p:sp>
          <p:sp>
            <p:nvSpPr>
              <p:cNvPr id="89" name="object 33">
                <a:extLst>
                  <a:ext uri="{FF2B5EF4-FFF2-40B4-BE49-F238E27FC236}">
                    <a16:creationId xmlns:a16="http://schemas.microsoft.com/office/drawing/2014/main" id="{DA0A750D-1118-C4B8-4088-8E47B66BB0F5}"/>
                  </a:ext>
                </a:extLst>
              </p:cNvPr>
              <p:cNvSpPr/>
              <p:nvPr/>
            </p:nvSpPr>
            <p:spPr>
              <a:xfrm>
                <a:off x="891184" y="5855500"/>
                <a:ext cx="339090" cy="300990"/>
              </a:xfrm>
              <a:custGeom>
                <a:avLst/>
                <a:gdLst/>
                <a:ahLst/>
                <a:cxnLst/>
                <a:rect l="l" t="t" r="r" b="b"/>
                <a:pathLst>
                  <a:path w="339090" h="300989">
                    <a:moveTo>
                      <a:pt x="169316" y="0"/>
                    </a:moveTo>
                    <a:lnTo>
                      <a:pt x="33540" y="59575"/>
                    </a:lnTo>
                    <a:lnTo>
                      <a:pt x="0" y="193433"/>
                    </a:lnTo>
                    <a:lnTo>
                      <a:pt x="93967" y="300786"/>
                    </a:lnTo>
                    <a:lnTo>
                      <a:pt x="244665" y="300786"/>
                    </a:lnTo>
                    <a:lnTo>
                      <a:pt x="338632" y="193433"/>
                    </a:lnTo>
                    <a:lnTo>
                      <a:pt x="305104" y="59575"/>
                    </a:lnTo>
                    <a:lnTo>
                      <a:pt x="169316" y="0"/>
                    </a:lnTo>
                    <a:close/>
                  </a:path>
                </a:pathLst>
              </a:custGeom>
              <a:solidFill>
                <a:srgbClr val="F1F1F1"/>
              </a:solidFill>
            </p:spPr>
            <p:txBody>
              <a:bodyPr wrap="square" lIns="0" tIns="0" rIns="0" bIns="0" rtlCol="0"/>
              <a:lstStyle/>
              <a:p>
                <a:pPr algn="ctr"/>
                <a:r>
                  <a:rPr lang="en-US" sz="1463" noProof="0" dirty="0"/>
                  <a:t>7</a:t>
                </a:r>
              </a:p>
            </p:txBody>
          </p:sp>
          <p:sp>
            <p:nvSpPr>
              <p:cNvPr id="90" name="object 34">
                <a:extLst>
                  <a:ext uri="{FF2B5EF4-FFF2-40B4-BE49-F238E27FC236}">
                    <a16:creationId xmlns:a16="http://schemas.microsoft.com/office/drawing/2014/main" id="{19585C69-9407-B984-0B9A-F89D25C78EFB}"/>
                  </a:ext>
                </a:extLst>
              </p:cNvPr>
              <p:cNvSpPr/>
              <p:nvPr/>
            </p:nvSpPr>
            <p:spPr>
              <a:xfrm>
                <a:off x="891184" y="5855500"/>
                <a:ext cx="339090" cy="300990"/>
              </a:xfrm>
              <a:custGeom>
                <a:avLst/>
                <a:gdLst/>
                <a:ahLst/>
                <a:cxnLst/>
                <a:rect l="l" t="t" r="r" b="b"/>
                <a:pathLst>
                  <a:path w="339090" h="300989">
                    <a:moveTo>
                      <a:pt x="0" y="193433"/>
                    </a:moveTo>
                    <a:lnTo>
                      <a:pt x="33540" y="59575"/>
                    </a:lnTo>
                    <a:lnTo>
                      <a:pt x="169316" y="0"/>
                    </a:lnTo>
                    <a:lnTo>
                      <a:pt x="305104" y="59575"/>
                    </a:lnTo>
                    <a:lnTo>
                      <a:pt x="338632" y="193433"/>
                    </a:lnTo>
                    <a:lnTo>
                      <a:pt x="244665" y="300786"/>
                    </a:lnTo>
                    <a:lnTo>
                      <a:pt x="93967" y="300786"/>
                    </a:lnTo>
                    <a:lnTo>
                      <a:pt x="0" y="193433"/>
                    </a:lnTo>
                    <a:close/>
                  </a:path>
                </a:pathLst>
              </a:custGeom>
              <a:ln w="22225">
                <a:solidFill>
                  <a:srgbClr val="003970"/>
                </a:solidFill>
              </a:ln>
            </p:spPr>
            <p:txBody>
              <a:bodyPr wrap="square" lIns="0" tIns="0" rIns="0" bIns="0" rtlCol="0"/>
              <a:lstStyle/>
              <a:p>
                <a:endParaRPr lang="en-US" sz="1463" noProof="0" dirty="0"/>
              </a:p>
            </p:txBody>
          </p:sp>
        </p:grpSp>
        <p:sp>
          <p:nvSpPr>
            <p:cNvPr id="3" name="object 13">
              <a:extLst>
                <a:ext uri="{FF2B5EF4-FFF2-40B4-BE49-F238E27FC236}">
                  <a16:creationId xmlns:a16="http://schemas.microsoft.com/office/drawing/2014/main" id="{4AAA3C79-A269-F7E4-AAB6-5C8266814CBF}"/>
                </a:ext>
              </a:extLst>
            </p:cNvPr>
            <p:cNvSpPr txBox="1"/>
            <p:nvPr/>
          </p:nvSpPr>
          <p:spPr>
            <a:xfrm>
              <a:off x="5045848" y="3347954"/>
              <a:ext cx="6761977" cy="2375001"/>
            </a:xfrm>
            <a:prstGeom prst="rect">
              <a:avLst/>
            </a:prstGeom>
            <a:solidFill>
              <a:srgbClr val="00EDB5"/>
            </a:solidFill>
            <a:ln>
              <a:solidFill>
                <a:srgbClr val="000000"/>
              </a:solidFill>
            </a:ln>
          </p:spPr>
          <p:txBody>
            <a:bodyPr vert="horz" wrap="square" lIns="0" tIns="32504" rIns="0" bIns="0" rtlCol="0">
              <a:spAutoFit/>
            </a:bodyPr>
            <a:lstStyle/>
            <a:p>
              <a:pPr marL="9802">
                <a:spcBef>
                  <a:spcPts val="959"/>
                </a:spcBef>
                <a:tabLst>
                  <a:tab pos="343614" algn="l"/>
                  <a:tab pos="344646" algn="l"/>
                </a:tabLst>
              </a:pPr>
              <a:r>
                <a:rPr lang="en-US" sz="1460" spc="-8" noProof="0" dirty="0">
                  <a:latin typeface="Hack" panose="020B0609030202020204" pitchFamily="49" charset="0"/>
                  <a:ea typeface="Hack" panose="020B0609030202020204" pitchFamily="49" charset="0"/>
                  <a:cs typeface="Hack" panose="020B0609030202020204" pitchFamily="49" charset="0"/>
                </a:rPr>
                <a:t>FULLTIMERS	ALL = NOPASSWD: ALL</a:t>
              </a:r>
            </a:p>
            <a:p>
              <a:pPr marL="9802">
                <a:spcBef>
                  <a:spcPts val="959"/>
                </a:spcBef>
                <a:tabLst>
                  <a:tab pos="343614" algn="l"/>
                  <a:tab pos="344646" algn="l"/>
                </a:tabLst>
              </a:pPr>
              <a:r>
                <a:rPr lang="en-US" sz="1460" spc="-8" noProof="0" dirty="0">
                  <a:latin typeface="Hack" panose="020B0609030202020204" pitchFamily="49" charset="0"/>
                  <a:ea typeface="Hack" panose="020B0609030202020204" pitchFamily="49" charset="0"/>
                  <a:cs typeface="Hack" panose="020B0609030202020204" pitchFamily="49" charset="0"/>
                </a:rPr>
                <a:t>ASSOCIATES	ALL	= (DB) ALL</a:t>
              </a:r>
            </a:p>
            <a:p>
              <a:pPr marL="9802">
                <a:spcBef>
                  <a:spcPts val="959"/>
                </a:spcBef>
                <a:tabLst>
                  <a:tab pos="343614" algn="l"/>
                  <a:tab pos="344646" algn="l"/>
                </a:tabLst>
              </a:pPr>
              <a:r>
                <a:rPr lang="en-US" sz="1460" spc="-4" noProof="0" dirty="0" err="1">
                  <a:latin typeface="Hack" panose="020B0609030202020204" pitchFamily="49" charset="0"/>
                  <a:ea typeface="Hack" panose="020B0609030202020204" pitchFamily="49" charset="0"/>
                  <a:cs typeface="Hack" panose="020B0609030202020204" pitchFamily="49" charset="0"/>
                </a:rPr>
                <a:t>Grahamb</a:t>
              </a:r>
              <a:r>
                <a:rPr lang="en-US" sz="1460" spc="-4" noProof="0" dirty="0">
                  <a:latin typeface="Hack" panose="020B0609030202020204" pitchFamily="49" charset="0"/>
                  <a:ea typeface="Hack" panose="020B0609030202020204" pitchFamily="49" charset="0"/>
                  <a:cs typeface="Hack" panose="020B0609030202020204" pitchFamily="49" charset="0"/>
                </a:rPr>
                <a:t>		</a:t>
              </a:r>
              <a:r>
                <a:rPr lang="en-US" sz="1460" spc="-8" noProof="0" dirty="0">
                  <a:latin typeface="Hack" panose="020B0609030202020204" pitchFamily="49" charset="0"/>
                  <a:ea typeface="Hack" panose="020B0609030202020204" pitchFamily="49" charset="0"/>
                  <a:cs typeface="Hack" panose="020B0609030202020204" pitchFamily="49" charset="0"/>
                </a:rPr>
                <a:t>LOCAL	= /</a:t>
              </a:r>
              <a:r>
                <a:rPr lang="en-US" sz="1460" spc="-8" noProof="0" dirty="0" err="1">
                  <a:latin typeface="Hack" panose="020B0609030202020204" pitchFamily="49" charset="0"/>
                  <a:ea typeface="Hack" panose="020B0609030202020204" pitchFamily="49" charset="0"/>
                  <a:cs typeface="Hack" panose="020B0609030202020204" pitchFamily="49" charset="0"/>
                </a:rPr>
                <a:t>sbin</a:t>
              </a:r>
              <a:r>
                <a:rPr lang="en-US" sz="1460" spc="-8" noProof="0" dirty="0">
                  <a:latin typeface="Hack" panose="020B0609030202020204" pitchFamily="49" charset="0"/>
                  <a:ea typeface="Hack" panose="020B0609030202020204" pitchFamily="49" charset="0"/>
                  <a:cs typeface="Hack" panose="020B0609030202020204" pitchFamily="49" charset="0"/>
                </a:rPr>
                <a:t>/service </a:t>
              </a:r>
              <a:r>
                <a:rPr lang="en-US" sz="1460" spc="-8" noProof="0" dirty="0" err="1">
                  <a:latin typeface="Hack" panose="020B0609030202020204" pitchFamily="49" charset="0"/>
                  <a:ea typeface="Hack" panose="020B0609030202020204" pitchFamily="49" charset="0"/>
                  <a:cs typeface="Hack" panose="020B0609030202020204" pitchFamily="49" charset="0"/>
                </a:rPr>
                <a:t>crond</a:t>
              </a:r>
              <a:r>
                <a:rPr lang="en-US" sz="1460" spc="-8" noProof="0" dirty="0">
                  <a:latin typeface="Hack" panose="020B0609030202020204" pitchFamily="49" charset="0"/>
                  <a:ea typeface="Hack" panose="020B0609030202020204" pitchFamily="49" charset="0"/>
                  <a:cs typeface="Hack" panose="020B0609030202020204" pitchFamily="49" charset="0"/>
                </a:rPr>
                <a:t> restart</a:t>
              </a:r>
            </a:p>
            <a:p>
              <a:pPr marL="9802">
                <a:spcBef>
                  <a:spcPts val="959"/>
                </a:spcBef>
                <a:tabLst>
                  <a:tab pos="343614" algn="l"/>
                  <a:tab pos="344646" algn="l"/>
                </a:tabLst>
              </a:pPr>
              <a:r>
                <a:rPr lang="en-US" sz="1460" spc="-8" noProof="0" dirty="0">
                  <a:latin typeface="Hack" panose="020B0609030202020204" pitchFamily="49" charset="0"/>
                  <a:ea typeface="Hack" panose="020B0609030202020204" pitchFamily="49" charset="0"/>
                  <a:cs typeface="Hack" panose="020B0609030202020204" pitchFamily="49" charset="0"/>
                </a:rPr>
                <a:t>WEBMASTERS	WWW	= (www) ALL, (root) /</a:t>
              </a:r>
              <a:r>
                <a:rPr lang="en-US" sz="1460" spc="-8" noProof="0" dirty="0" err="1">
                  <a:latin typeface="Hack" panose="020B0609030202020204" pitchFamily="49" charset="0"/>
                  <a:ea typeface="Hack" panose="020B0609030202020204" pitchFamily="49" charset="0"/>
                  <a:cs typeface="Hack" panose="020B0609030202020204" pitchFamily="49" charset="0"/>
                </a:rPr>
                <a:t>usr</a:t>
              </a:r>
              <a:r>
                <a:rPr lang="en-US" sz="1460" spc="-8" noProof="0" dirty="0">
                  <a:latin typeface="Hack" panose="020B0609030202020204" pitchFamily="49" charset="0"/>
                  <a:ea typeface="Hack" panose="020B0609030202020204" pitchFamily="49" charset="0"/>
                  <a:cs typeface="Hack" panose="020B0609030202020204" pitchFamily="49" charset="0"/>
                </a:rPr>
                <a:t>/bin/su www</a:t>
              </a:r>
            </a:p>
            <a:p>
              <a:pPr marL="9802">
                <a:spcBef>
                  <a:spcPts val="959"/>
                </a:spcBef>
                <a:tabLst>
                  <a:tab pos="343614" algn="l"/>
                  <a:tab pos="344646" algn="l"/>
                </a:tabLst>
              </a:pPr>
              <a:r>
                <a:rPr lang="en-US" sz="1460" spc="-8" noProof="0" dirty="0">
                  <a:latin typeface="Hack" panose="020B0609030202020204" pitchFamily="49" charset="0"/>
                  <a:ea typeface="Hack" panose="020B0609030202020204" pitchFamily="49" charset="0"/>
                  <a:cs typeface="Hack" panose="020B0609030202020204" pitchFamily="49" charset="0"/>
                </a:rPr>
                <a:t>%admins,</a:t>
              </a:r>
              <a:r>
                <a:rPr lang="en-US" sz="1460" spc="-57" noProof="0" dirty="0">
                  <a:latin typeface="Hack" panose="020B0609030202020204" pitchFamily="49" charset="0"/>
                  <a:ea typeface="Hack" panose="020B0609030202020204" pitchFamily="49" charset="0"/>
                  <a:cs typeface="Hack" panose="020B0609030202020204" pitchFamily="49" charset="0"/>
                </a:rPr>
                <a:t> </a:t>
              </a:r>
              <a:r>
                <a:rPr lang="en-US" sz="1460" spc="-8" noProof="0" dirty="0">
                  <a:latin typeface="Hack" panose="020B0609030202020204" pitchFamily="49" charset="0"/>
                  <a:ea typeface="Hack" panose="020B0609030202020204" pitchFamily="49" charset="0"/>
                  <a:cs typeface="Hack" panose="020B0609030202020204" pitchFamily="49" charset="0"/>
                </a:rPr>
                <a:t>%wheel	ALL	= (ALL) ALL</a:t>
              </a:r>
            </a:p>
            <a:p>
              <a:pPr marL="9802">
                <a:spcBef>
                  <a:spcPts val="959"/>
                </a:spcBef>
                <a:tabLst>
                  <a:tab pos="343614" algn="l"/>
                  <a:tab pos="344646" algn="l"/>
                </a:tabLst>
              </a:pPr>
              <a:r>
                <a:rPr lang="en-US" sz="1460" spc="-8" noProof="0" dirty="0">
                  <a:latin typeface="Hack" panose="020B0609030202020204" pitchFamily="49" charset="0"/>
                  <a:ea typeface="Hack" panose="020B0609030202020204" pitchFamily="49" charset="0"/>
                  <a:cs typeface="Hack" panose="020B0609030202020204" pitchFamily="49" charset="0"/>
                </a:rPr>
                <a:t>bob</a:t>
              </a:r>
              <a:r>
                <a:rPr lang="en-US" sz="1460" spc="-6" baseline="3086" noProof="0" dirty="0">
                  <a:latin typeface="Hack" panose="020B0609030202020204" pitchFamily="49" charset="0"/>
                  <a:ea typeface="Hack" panose="020B0609030202020204" pitchFamily="49" charset="0"/>
                  <a:cs typeface="Hack" panose="020B0609030202020204" pitchFamily="49" charset="0"/>
                </a:rPr>
                <a:t>				</a:t>
              </a:r>
              <a:r>
                <a:rPr lang="en-US" sz="1460" spc="-8" noProof="0" dirty="0">
                  <a:latin typeface="Hack" panose="020B0609030202020204" pitchFamily="49" charset="0"/>
                  <a:ea typeface="Hack" panose="020B0609030202020204" pitchFamily="49" charset="0"/>
                  <a:cs typeface="Hack" panose="020B0609030202020204" pitchFamily="49" charset="0"/>
                </a:rPr>
                <a:t>CDROM = (root) DUMPS</a:t>
              </a:r>
            </a:p>
            <a:p>
              <a:pPr marL="9802">
                <a:spcBef>
                  <a:spcPts val="959"/>
                </a:spcBef>
                <a:tabLst>
                  <a:tab pos="343614" algn="l"/>
                  <a:tab pos="344646" algn="l"/>
                </a:tabLst>
              </a:pPr>
              <a:r>
                <a:rPr lang="en-US" sz="1460" spc="-4" noProof="0" dirty="0" err="1">
                  <a:latin typeface="Hack" panose="020B0609030202020204" pitchFamily="49" charset="0"/>
                  <a:ea typeface="Hack" panose="020B0609030202020204" pitchFamily="49" charset="0"/>
                  <a:cs typeface="Hack" panose="020B0609030202020204" pitchFamily="49" charset="0"/>
                </a:rPr>
                <a:t>Mickw</a:t>
              </a:r>
              <a:r>
                <a:rPr lang="en-US" sz="1460" spc="-4" noProof="0" dirty="0">
                  <a:latin typeface="Hack" panose="020B0609030202020204" pitchFamily="49" charset="0"/>
                  <a:ea typeface="Hack" panose="020B0609030202020204" pitchFamily="49" charset="0"/>
                  <a:cs typeface="Hack" panose="020B0609030202020204" pitchFamily="49" charset="0"/>
                </a:rPr>
                <a:t>		</a:t>
              </a:r>
              <a:r>
                <a:rPr lang="en-US" sz="1460" spc="-8" noProof="0" dirty="0">
                  <a:latin typeface="Hack" panose="020B0609030202020204" pitchFamily="49" charset="0"/>
                  <a:ea typeface="Hack" panose="020B0609030202020204" pitchFamily="49" charset="0"/>
                  <a:cs typeface="Hack" panose="020B0609030202020204" pitchFamily="49" charset="0"/>
                </a:rPr>
                <a:t>ALL	= (OP) SHUT, DUMPS</a:t>
              </a:r>
            </a:p>
          </p:txBody>
        </p:sp>
      </p:grpSp>
      <p:pic>
        <p:nvPicPr>
          <p:cNvPr id="6" name="Picture 5">
            <a:extLst>
              <a:ext uri="{FF2B5EF4-FFF2-40B4-BE49-F238E27FC236}">
                <a16:creationId xmlns:a16="http://schemas.microsoft.com/office/drawing/2014/main" id="{5CFC9650-0945-344C-3C8B-9576D5954A32}"/>
              </a:ext>
            </a:extLst>
          </p:cNvPr>
          <p:cNvPicPr>
            <a:picLocks noChangeAspect="1"/>
          </p:cNvPicPr>
          <p:nvPr/>
        </p:nvPicPr>
        <p:blipFill>
          <a:blip r:embed="rId3"/>
          <a:stretch>
            <a:fillRect/>
          </a:stretch>
        </p:blipFill>
        <p:spPr>
          <a:xfrm>
            <a:off x="9750286" y="683407"/>
            <a:ext cx="1851239" cy="1801376"/>
          </a:xfrm>
          <a:prstGeom prst="rect">
            <a:avLst/>
          </a:prstGeom>
        </p:spPr>
      </p:pic>
    </p:spTree>
    <p:extLst>
      <p:ext uri="{BB962C8B-B14F-4D97-AF65-F5344CB8AC3E}">
        <p14:creationId xmlns:p14="http://schemas.microsoft.com/office/powerpoint/2010/main" val="34820681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D67B55-6386-A816-591B-B6063940F02B}"/>
              </a:ext>
            </a:extLst>
          </p:cNvPr>
          <p:cNvSpPr>
            <a:spLocks noGrp="1"/>
          </p:cNvSpPr>
          <p:nvPr>
            <p:ph type="ctrTitle"/>
          </p:nvPr>
        </p:nvSpPr>
        <p:spPr/>
        <p:txBody>
          <a:bodyPr/>
          <a:lstStyle/>
          <a:p>
            <a:r>
              <a:rPr lang="en-US" noProof="0" dirty="0"/>
              <a:t>Handy switches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pPr marL="289957" indent="-280154">
              <a:spcBef>
                <a:spcPts val="569"/>
              </a:spcBef>
              <a:buClr>
                <a:srgbClr val="000000"/>
              </a:buClr>
              <a:buFont typeface="Arial"/>
              <a:buChar char="•"/>
              <a:tabLst>
                <a:tab pos="289957" algn="l"/>
                <a:tab pos="290473" algn="l"/>
              </a:tabLst>
            </a:pPr>
            <a:r>
              <a:rPr lang="en-US" spc="-8" noProof="0" dirty="0">
                <a:solidFill>
                  <a:srgbClr val="2D2C2C"/>
                </a:solidFill>
                <a:cs typeface="Segoe UI"/>
              </a:rPr>
              <a:t>Although you could </a:t>
            </a:r>
            <a:r>
              <a:rPr lang="en-US" b="1" spc="-8" noProof="0" dirty="0">
                <a:solidFill>
                  <a:srgbClr val="0000C7"/>
                </a:solidFill>
                <a:latin typeface="Hack" panose="020B0609030202020204" pitchFamily="49" charset="0"/>
                <a:ea typeface="Hack" panose="020B0609030202020204" pitchFamily="49" charset="0"/>
                <a:cs typeface="Hack" panose="020B0609030202020204" pitchFamily="49" charset="0"/>
              </a:rPr>
              <a:t>sudo bash</a:t>
            </a:r>
            <a:r>
              <a:rPr lang="en-US" spc="-8" noProof="0" dirty="0">
                <a:solidFill>
                  <a:srgbClr val="2D2C2C"/>
                </a:solidFill>
                <a:cs typeface="Segoe UI"/>
              </a:rPr>
              <a:t>, sudo is capable of running a shell with privileges.</a:t>
            </a:r>
          </a:p>
          <a:p>
            <a:pPr marL="469953" lvl="1" indent="-280154">
              <a:spcBef>
                <a:spcPts val="569"/>
              </a:spcBef>
              <a:buClr>
                <a:srgbClr val="000000"/>
              </a:buClr>
              <a:buFont typeface="Arial"/>
              <a:buChar char="•"/>
              <a:tabLst>
                <a:tab pos="289957" algn="l"/>
                <a:tab pos="290473" algn="l"/>
              </a:tabLst>
            </a:pPr>
            <a:r>
              <a:rPr lang="en-US" spc="-8" noProof="0" dirty="0">
                <a:solidFill>
                  <a:srgbClr val="2D2C2C"/>
                </a:solidFill>
                <a:cs typeface="Segoe UI"/>
              </a:rPr>
              <a:t>Using </a:t>
            </a:r>
            <a:r>
              <a:rPr lang="en-US" b="1" spc="-8" noProof="0" dirty="0">
                <a:solidFill>
                  <a:srgbClr val="0000C7"/>
                </a:solidFill>
                <a:latin typeface="Hack" panose="020B0609030202020204" pitchFamily="49" charset="0"/>
                <a:ea typeface="Hack" panose="020B0609030202020204" pitchFamily="49" charset="0"/>
                <a:cs typeface="Hack" panose="020B0609030202020204" pitchFamily="49" charset="0"/>
              </a:rPr>
              <a:t>sudo -s</a:t>
            </a:r>
            <a:r>
              <a:rPr lang="en-US" b="1"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pc="-8" noProof="0" dirty="0">
                <a:solidFill>
                  <a:srgbClr val="2D2C2C"/>
                </a:solidFill>
                <a:cs typeface="Segoe UI"/>
              </a:rPr>
              <a:t>achieves exactly the same outcome.</a:t>
            </a:r>
            <a:endParaRPr lang="en-US" noProof="0" dirty="0">
              <a:cs typeface="Segoe UI"/>
            </a:endParaRPr>
          </a:p>
          <a:p>
            <a:pPr marL="469953" lvl="1" indent="-280154">
              <a:spcBef>
                <a:spcPts val="569"/>
              </a:spcBef>
              <a:buClr>
                <a:srgbClr val="000000"/>
              </a:buClr>
              <a:buFont typeface="Arial"/>
              <a:buChar char="•"/>
              <a:tabLst>
                <a:tab pos="289957" algn="l"/>
                <a:tab pos="290473" algn="l"/>
              </a:tabLst>
            </a:pPr>
            <a:r>
              <a:rPr lang="en-US" spc="-8" noProof="0" dirty="0">
                <a:solidFill>
                  <a:srgbClr val="2D2C2C"/>
                </a:solidFill>
                <a:cs typeface="Segoe UI"/>
              </a:rPr>
              <a:t>Using </a:t>
            </a:r>
            <a:r>
              <a:rPr lang="en-US" b="1" spc="-8" noProof="0" dirty="0">
                <a:solidFill>
                  <a:srgbClr val="0000C7"/>
                </a:solidFill>
                <a:latin typeface="Hack" panose="020B0609030202020204" pitchFamily="49" charset="0"/>
                <a:ea typeface="Hack" panose="020B0609030202020204" pitchFamily="49" charset="0"/>
                <a:cs typeface="Hack" panose="020B0609030202020204" pitchFamily="49" charset="0"/>
              </a:rPr>
              <a:t>sudo -l</a:t>
            </a:r>
            <a:r>
              <a:rPr lang="en-US" b="1"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pc="-8" noProof="0" dirty="0">
                <a:solidFill>
                  <a:srgbClr val="2D2C2C"/>
                </a:solidFill>
                <a:cs typeface="Segoe UI"/>
              </a:rPr>
              <a:t>you effectively act as the target user with the shell.</a:t>
            </a:r>
          </a:p>
          <a:p>
            <a:pPr marL="469953" lvl="1" indent="-280154">
              <a:spcBef>
                <a:spcPts val="569"/>
              </a:spcBef>
              <a:buClr>
                <a:srgbClr val="000000"/>
              </a:buClr>
              <a:buFont typeface="Arial"/>
              <a:buChar char="•"/>
              <a:tabLst>
                <a:tab pos="289957" algn="l"/>
                <a:tab pos="290473" algn="l"/>
              </a:tabLst>
            </a:pPr>
            <a:endParaRPr lang="en-US" noProof="0" dirty="0">
              <a:cs typeface="Segoe UI"/>
            </a:endParaRPr>
          </a:p>
          <a:p>
            <a:pPr marL="289957" indent="-280154">
              <a:spcBef>
                <a:spcPts val="569"/>
              </a:spcBef>
              <a:buClr>
                <a:srgbClr val="000000"/>
              </a:buClr>
              <a:buFont typeface="Arial"/>
              <a:buChar char="•"/>
              <a:tabLst>
                <a:tab pos="289957" algn="l"/>
                <a:tab pos="290473" algn="l"/>
              </a:tabLst>
            </a:pPr>
            <a:r>
              <a:rPr lang="en-US" spc="-8" noProof="0" dirty="0">
                <a:solidFill>
                  <a:srgbClr val="2D2C2C"/>
                </a:solidFill>
                <a:cs typeface="Segoe UI"/>
              </a:rPr>
              <a:t>Similarly, </a:t>
            </a:r>
            <a:r>
              <a:rPr lang="en-US" b="1" spc="-8" noProof="0" dirty="0">
                <a:solidFill>
                  <a:srgbClr val="0000C7"/>
                </a:solidFill>
                <a:latin typeface="Hack" panose="020B0609030202020204" pitchFamily="49" charset="0"/>
                <a:ea typeface="Hack" panose="020B0609030202020204" pitchFamily="49" charset="0"/>
                <a:cs typeface="Hack" panose="020B0609030202020204" pitchFamily="49" charset="0"/>
              </a:rPr>
              <a:t>sudo </a:t>
            </a:r>
            <a:r>
              <a:rPr lang="en-US" i="1" spc="-8" noProof="0" dirty="0" err="1">
                <a:solidFill>
                  <a:srgbClr val="0000C7"/>
                </a:solidFill>
                <a:latin typeface="Hack" panose="020B0609030202020204" pitchFamily="49" charset="0"/>
                <a:ea typeface="Hack" panose="020B0609030202020204" pitchFamily="49" charset="0"/>
                <a:cs typeface="Hack" panose="020B0609030202020204" pitchFamily="49" charset="0"/>
              </a:rPr>
              <a:t>editor_of_choice</a:t>
            </a:r>
            <a:r>
              <a:rPr lang="en-US" i="1" spc="-8" noProof="0" dirty="0">
                <a:solidFill>
                  <a:srgbClr val="0000C7"/>
                </a:solidFill>
                <a:latin typeface="Hack" panose="020B0609030202020204" pitchFamily="49" charset="0"/>
                <a:ea typeface="Hack" panose="020B0609030202020204" pitchFamily="49" charset="0"/>
                <a:cs typeface="Hack" panose="020B0609030202020204" pitchFamily="49" charset="0"/>
              </a:rPr>
              <a:t> file</a:t>
            </a:r>
            <a:r>
              <a:rPr lang="en-US" i="1"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pc="-8" noProof="0" dirty="0">
                <a:solidFill>
                  <a:srgbClr val="2D2C2C"/>
                </a:solidFill>
                <a:cs typeface="Segoe UI"/>
              </a:rPr>
              <a:t>will edit a file as the target user again. A switch can achieve this. </a:t>
            </a:r>
          </a:p>
          <a:p>
            <a:pPr marL="469953" lvl="1" indent="-280154">
              <a:spcBef>
                <a:spcPts val="569"/>
              </a:spcBef>
              <a:buClr>
                <a:srgbClr val="000000"/>
              </a:buClr>
              <a:buFont typeface="Arial"/>
              <a:buChar char="•"/>
              <a:tabLst>
                <a:tab pos="289957" algn="l"/>
                <a:tab pos="290473" algn="l"/>
              </a:tabLst>
            </a:pPr>
            <a:r>
              <a:rPr lang="en-US" spc="-8" noProof="0" dirty="0">
                <a:solidFill>
                  <a:srgbClr val="2D2C2C"/>
                </a:solidFill>
                <a:cs typeface="Segoe UI"/>
              </a:rPr>
              <a:t>Using </a:t>
            </a:r>
            <a:r>
              <a:rPr lang="en-US" b="1" spc="-8" noProof="0" dirty="0">
                <a:solidFill>
                  <a:srgbClr val="0000C7"/>
                </a:solidFill>
                <a:latin typeface="Hack" panose="020B0609030202020204" pitchFamily="49" charset="0"/>
                <a:ea typeface="Hack" panose="020B0609030202020204" pitchFamily="49" charset="0"/>
                <a:cs typeface="Hack" panose="020B0609030202020204" pitchFamily="49" charset="0"/>
              </a:rPr>
              <a:t>sudo –e </a:t>
            </a:r>
            <a:r>
              <a:rPr lang="en-US" b="1" i="1" spc="-8" noProof="0" dirty="0">
                <a:solidFill>
                  <a:srgbClr val="0000C7"/>
                </a:solidFill>
                <a:latin typeface="Hack" panose="020B0609030202020204" pitchFamily="49" charset="0"/>
                <a:ea typeface="Hack" panose="020B0609030202020204" pitchFamily="49" charset="0"/>
                <a:cs typeface="Hack" panose="020B0609030202020204" pitchFamily="49" charset="0"/>
              </a:rPr>
              <a:t>filename</a:t>
            </a:r>
            <a:r>
              <a:rPr lang="en-US" b="1"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pc="-8" noProof="0" dirty="0">
                <a:solidFill>
                  <a:srgbClr val="2D2C2C"/>
                </a:solidFill>
                <a:cs typeface="Segoe UI"/>
              </a:rPr>
              <a:t>edits the file.</a:t>
            </a:r>
          </a:p>
          <a:p>
            <a:pPr marL="469953" lvl="2" indent="-280154">
              <a:spcBef>
                <a:spcPts val="569"/>
              </a:spcBef>
              <a:buClr>
                <a:srgbClr val="000000"/>
              </a:buClr>
              <a:buFont typeface="Arial"/>
              <a:buChar char="•"/>
              <a:tabLst>
                <a:tab pos="289957" algn="l"/>
                <a:tab pos="290473" algn="l"/>
              </a:tabLst>
            </a:pPr>
            <a:r>
              <a:rPr lang="en-US" spc="-8" noProof="0" dirty="0">
                <a:solidFill>
                  <a:srgbClr val="2D2C2C"/>
                </a:solidFill>
                <a:cs typeface="Segoe UI"/>
              </a:rPr>
              <a:t>The variables </a:t>
            </a:r>
            <a:r>
              <a:rPr lang="en-US" b="1" spc="-8" noProof="0" dirty="0">
                <a:solidFill>
                  <a:srgbClr val="0000C7"/>
                </a:solidFill>
                <a:latin typeface="Hack" panose="020B0609030202020204" pitchFamily="49" charset="0"/>
                <a:ea typeface="Hack" panose="020B0609030202020204" pitchFamily="49" charset="0"/>
                <a:cs typeface="Hack" panose="020B0609030202020204" pitchFamily="49" charset="0"/>
              </a:rPr>
              <a:t>SUDO_EDITOR</a:t>
            </a:r>
            <a:r>
              <a:rPr lang="en-US" spc="-8" noProof="0" dirty="0">
                <a:solidFill>
                  <a:srgbClr val="2D2C2C"/>
                </a:solidFill>
                <a:cs typeface="Segoe UI"/>
              </a:rPr>
              <a:t>, </a:t>
            </a:r>
            <a:r>
              <a:rPr lang="en-US" b="1" spc="-8" noProof="0" dirty="0">
                <a:solidFill>
                  <a:srgbClr val="0000C7"/>
                </a:solidFill>
                <a:latin typeface="Hack" panose="020B0609030202020204" pitchFamily="49" charset="0"/>
                <a:ea typeface="Hack" panose="020B0609030202020204" pitchFamily="49" charset="0"/>
                <a:cs typeface="Hack" panose="020B0609030202020204" pitchFamily="49" charset="0"/>
              </a:rPr>
              <a:t>VISUAL</a:t>
            </a:r>
            <a:r>
              <a:rPr lang="en-US" spc="-8" noProof="0" dirty="0">
                <a:solidFill>
                  <a:srgbClr val="2D2C2C"/>
                </a:solidFill>
                <a:cs typeface="Segoe UI"/>
              </a:rPr>
              <a:t>, </a:t>
            </a:r>
            <a:r>
              <a:rPr lang="en-US" spc="-8" noProof="0" dirty="0">
                <a:solidFill>
                  <a:srgbClr val="2D2C2C"/>
                </a:solidFill>
                <a:ea typeface="Hack" panose="020B0609030202020204" pitchFamily="49" charset="0"/>
                <a:cs typeface="Segoe UI"/>
              </a:rPr>
              <a:t>and</a:t>
            </a:r>
            <a:r>
              <a:rPr lang="en-US" spc="-8" noProof="0" dirty="0">
                <a:solidFill>
                  <a:srgbClr val="2D2C2C"/>
                </a:solidFill>
                <a:cs typeface="Segoe UI"/>
              </a:rPr>
              <a:t> </a:t>
            </a:r>
            <a:r>
              <a:rPr lang="en-US" b="1" spc="-8" noProof="0" dirty="0">
                <a:solidFill>
                  <a:srgbClr val="0000C7"/>
                </a:solidFill>
                <a:latin typeface="Hack" panose="020B0609030202020204" pitchFamily="49" charset="0"/>
                <a:ea typeface="Hack" panose="020B0609030202020204" pitchFamily="49" charset="0"/>
                <a:cs typeface="Hack" panose="020B0609030202020204" pitchFamily="49" charset="0"/>
              </a:rPr>
              <a:t>EDITOR</a:t>
            </a:r>
            <a:r>
              <a:rPr lang="en-US" b="1" spc="-8" noProof="0" dirty="0">
                <a:solidFill>
                  <a:srgbClr val="0000C7"/>
                </a:solidFill>
                <a:ea typeface="Hack" panose="020B0609030202020204" pitchFamily="49" charset="0"/>
                <a:cs typeface="Hack" panose="020B0609030202020204" pitchFamily="49" charset="0"/>
              </a:rPr>
              <a:t> </a:t>
            </a:r>
            <a:r>
              <a:rPr lang="en-US" spc="-8" noProof="0" dirty="0">
                <a:solidFill>
                  <a:srgbClr val="2D2C2C"/>
                </a:solidFill>
                <a:ea typeface="Hack" panose="020B0609030202020204" pitchFamily="49" charset="0"/>
                <a:cs typeface="Segoe UI"/>
              </a:rPr>
              <a:t>are checked i</a:t>
            </a:r>
            <a:r>
              <a:rPr lang="en-US" spc="-8" noProof="0" dirty="0">
                <a:solidFill>
                  <a:srgbClr val="2D2C2C"/>
                </a:solidFill>
                <a:cs typeface="Segoe UI"/>
              </a:rPr>
              <a:t>n that order to choose the editor which is to be run.</a:t>
            </a:r>
            <a:endParaRPr lang="en-US" noProof="0" dirty="0">
              <a:cs typeface="Segoe UI"/>
            </a:endParaRPr>
          </a:p>
          <a:p>
            <a:endParaRPr lang="en-US" noProof="0" dirty="0"/>
          </a:p>
          <a:p>
            <a:endParaRPr lang="en-US" noProof="0" dirty="0"/>
          </a:p>
          <a:p>
            <a:endParaRPr lang="en-US"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24</a:t>
            </a:fld>
            <a:endParaRPr lang="en-US" noProof="0" dirty="0"/>
          </a:p>
        </p:txBody>
      </p:sp>
    </p:spTree>
    <p:extLst>
      <p:ext uri="{BB962C8B-B14F-4D97-AF65-F5344CB8AC3E}">
        <p14:creationId xmlns:p14="http://schemas.microsoft.com/office/powerpoint/2010/main" val="16755143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88D9438-89B9-336F-3EC3-929DF94FF6AF}"/>
              </a:ext>
            </a:extLst>
          </p:cNvPr>
          <p:cNvSpPr>
            <a:spLocks noGrp="1"/>
          </p:cNvSpPr>
          <p:nvPr>
            <p:ph type="ctrTitle"/>
          </p:nvPr>
        </p:nvSpPr>
        <p:spPr/>
        <p:txBody>
          <a:bodyPr/>
          <a:lstStyle/>
          <a:p>
            <a:r>
              <a:rPr lang="en-US" noProof="0" dirty="0"/>
              <a:t>doas command</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pPr marL="295553" indent="-285750">
              <a:spcBef>
                <a:spcPts val="569"/>
              </a:spcBef>
              <a:buClr>
                <a:srgbClr val="000000"/>
              </a:buClr>
              <a:buFont typeface="Arial" panose="020B0604020202020204" pitchFamily="34" charset="0"/>
              <a:buChar char="•"/>
              <a:tabLst>
                <a:tab pos="289957" algn="l"/>
                <a:tab pos="290473" algn="l"/>
              </a:tabLst>
            </a:pP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doas</a:t>
            </a:r>
            <a:r>
              <a:rPr lang="en-US" sz="1800" spc="-8" noProof="0" dirty="0">
                <a:solidFill>
                  <a:srgbClr val="2D2C2C"/>
                </a:solidFill>
                <a:latin typeface="Montserrat" panose="00000500000000000000" pitchFamily="2" charset="0"/>
                <a:cs typeface="Segoe UI"/>
              </a:rPr>
              <a:t> </a:t>
            </a:r>
            <a:r>
              <a:rPr lang="en-US" sz="1800" spc="-8" noProof="0" dirty="0">
                <a:solidFill>
                  <a:srgbClr val="2D2C2C"/>
                </a:solidFill>
                <a:cs typeface="Segoe UI"/>
              </a:rPr>
              <a:t>(‘dedicated </a:t>
            </a:r>
            <a:r>
              <a:rPr lang="en-US" sz="1800" spc="-8" noProof="0" dirty="0" err="1">
                <a:solidFill>
                  <a:srgbClr val="2D2C2C"/>
                </a:solidFill>
                <a:cs typeface="Segoe UI"/>
              </a:rPr>
              <a:t>openbsd</a:t>
            </a:r>
            <a:r>
              <a:rPr lang="en-US" sz="1800" spc="-8" noProof="0" dirty="0">
                <a:solidFill>
                  <a:srgbClr val="2D2C2C"/>
                </a:solidFill>
                <a:cs typeface="Segoe UI"/>
              </a:rPr>
              <a:t> application </a:t>
            </a:r>
            <a:r>
              <a:rPr lang="en-US" sz="1800" spc="-8" noProof="0" dirty="0" err="1">
                <a:solidFill>
                  <a:srgbClr val="2D2C2C"/>
                </a:solidFill>
                <a:cs typeface="Segoe UI"/>
              </a:rPr>
              <a:t>subexecutor</a:t>
            </a:r>
            <a:r>
              <a:rPr lang="en-US" sz="1800" spc="-8" noProof="0" dirty="0">
                <a:solidFill>
                  <a:srgbClr val="2D2C2C"/>
                </a:solidFill>
                <a:cs typeface="Segoe UI"/>
              </a:rPr>
              <a:t>’)</a:t>
            </a:r>
          </a:p>
          <a:p>
            <a:pPr marL="289957" indent="-280154">
              <a:spcBef>
                <a:spcPts val="569"/>
              </a:spcBef>
              <a:buClr>
                <a:srgbClr val="000000"/>
              </a:buClr>
              <a:buFont typeface="Arial"/>
              <a:buChar char="•"/>
              <a:tabLst>
                <a:tab pos="289957" algn="l"/>
                <a:tab pos="290473" algn="l"/>
              </a:tabLst>
            </a:pPr>
            <a:r>
              <a:rPr lang="en-US" sz="1800" spc="-8" noProof="0" dirty="0">
                <a:solidFill>
                  <a:srgbClr val="2D2C2C"/>
                </a:solidFill>
                <a:cs typeface="Segoe UI"/>
              </a:rPr>
              <a:t>Was developed by Ted Unangst for OpenBSD in 1985</a:t>
            </a:r>
          </a:p>
          <a:p>
            <a:pPr marL="469953" lvl="1" indent="-280154">
              <a:spcBef>
                <a:spcPts val="569"/>
              </a:spcBef>
              <a:buClr>
                <a:srgbClr val="000000"/>
              </a:buClr>
              <a:buFont typeface="Arial"/>
              <a:buChar char="•"/>
              <a:tabLst>
                <a:tab pos="289957" algn="l"/>
                <a:tab pos="290473" algn="l"/>
              </a:tabLst>
            </a:pPr>
            <a:r>
              <a:rPr lang="en-US" sz="1800" spc="-8" noProof="0" dirty="0">
                <a:solidFill>
                  <a:srgbClr val="2D2C2C"/>
                </a:solidFill>
                <a:cs typeface="Segoe UI"/>
              </a:rPr>
              <a:t>As a simpler and safer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sudo</a:t>
            </a:r>
            <a:r>
              <a:rPr lang="en-US" sz="1800" spc="-8" noProof="0" dirty="0">
                <a:solidFill>
                  <a:srgbClr val="2D2C2C"/>
                </a:solidFill>
                <a:latin typeface="Montserrat" panose="00000500000000000000" pitchFamily="2" charset="0"/>
                <a:cs typeface="Segoe UI"/>
              </a:rPr>
              <a:t> </a:t>
            </a:r>
            <a:r>
              <a:rPr lang="en-US" sz="1800" spc="-8" noProof="0" dirty="0">
                <a:solidFill>
                  <a:srgbClr val="2D2C2C"/>
                </a:solidFill>
                <a:cs typeface="Segoe UI"/>
              </a:rPr>
              <a:t>replacement</a:t>
            </a:r>
          </a:p>
          <a:p>
            <a:pPr marL="469953" lvl="1" indent="-280154">
              <a:spcBef>
                <a:spcPts val="569"/>
              </a:spcBef>
              <a:buClr>
                <a:srgbClr val="000000"/>
              </a:buClr>
              <a:buFont typeface="Arial"/>
              <a:buChar char="•"/>
              <a:tabLst>
                <a:tab pos="289957" algn="l"/>
                <a:tab pos="290473" algn="l"/>
              </a:tabLst>
            </a:pPr>
            <a:r>
              <a:rPr lang="en-US" sz="1800" b="1" spc="-8" noProof="0" dirty="0" err="1">
                <a:solidFill>
                  <a:srgbClr val="2D2C2C"/>
                </a:solidFill>
                <a:latin typeface="Hack" panose="020B0609030202020204" pitchFamily="49" charset="0"/>
                <a:ea typeface="Hack" panose="020B0609030202020204" pitchFamily="49" charset="0"/>
                <a:cs typeface="Hack" panose="020B0609030202020204" pitchFamily="49" charset="0"/>
              </a:rPr>
              <a:t>Opendoas</a:t>
            </a:r>
            <a:r>
              <a:rPr lang="en-US" sz="1800" spc="-8" noProof="0" dirty="0">
                <a:solidFill>
                  <a:srgbClr val="2D2C2C"/>
                </a:solidFill>
                <a:latin typeface="Montserrat" panose="00000500000000000000" pitchFamily="2" charset="0"/>
                <a:cs typeface="Segoe UI"/>
              </a:rPr>
              <a:t> </a:t>
            </a:r>
            <a:r>
              <a:rPr lang="en-US" sz="1800" spc="-8" noProof="0" dirty="0">
                <a:solidFill>
                  <a:srgbClr val="2D2C2C"/>
                </a:solidFill>
                <a:cs typeface="Segoe UI"/>
              </a:rPr>
              <a:t>is a Linux port though the command is still</a:t>
            </a:r>
            <a:r>
              <a:rPr lang="en-US" sz="1800" spc="-8" noProof="0" dirty="0">
                <a:solidFill>
                  <a:srgbClr val="2D2C2C"/>
                </a:solidFill>
                <a:latin typeface="Montserrat" panose="00000500000000000000" pitchFamily="2" charset="0"/>
                <a:cs typeface="Segoe UI"/>
              </a:rPr>
              <a:t>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doas</a:t>
            </a:r>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25</a:t>
            </a:fld>
            <a:endParaRPr lang="en-US" noProof="0" dirty="0"/>
          </a:p>
        </p:txBody>
      </p:sp>
    </p:spTree>
    <p:extLst>
      <p:ext uri="{BB962C8B-B14F-4D97-AF65-F5344CB8AC3E}">
        <p14:creationId xmlns:p14="http://schemas.microsoft.com/office/powerpoint/2010/main" val="4892384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E831A2-971A-EFD7-C48A-2D628D491753}"/>
              </a:ext>
            </a:extLst>
          </p:cNvPr>
          <p:cNvSpPr>
            <a:spLocks noGrp="1"/>
          </p:cNvSpPr>
          <p:nvPr>
            <p:ph type="ctrTitle"/>
          </p:nvPr>
        </p:nvSpPr>
        <p:spPr/>
        <p:txBody>
          <a:bodyPr/>
          <a:lstStyle/>
          <a:p>
            <a:r>
              <a:rPr lang="en-US" noProof="0" dirty="0"/>
              <a:t>Basic doas configuration</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cs typeface="Segoe UI"/>
              </a:rPr>
              <a:t>Add</a:t>
            </a:r>
            <a:r>
              <a:rPr lang="en-US" sz="1800" spc="-37" noProof="0" dirty="0">
                <a:solidFill>
                  <a:srgbClr val="2D2C2C"/>
                </a:solidFill>
                <a:cs typeface="Segoe UI"/>
              </a:rPr>
              <a:t> </a:t>
            </a:r>
            <a:r>
              <a:rPr lang="en-US" sz="1800" spc="-12" noProof="0" dirty="0">
                <a:solidFill>
                  <a:srgbClr val="2D2C2C"/>
                </a:solidFill>
                <a:cs typeface="Segoe UI"/>
              </a:rPr>
              <a:t>required</a:t>
            </a:r>
            <a:r>
              <a:rPr lang="en-US" sz="1800" spc="61" noProof="0" dirty="0">
                <a:solidFill>
                  <a:srgbClr val="2D2C2C"/>
                </a:solidFill>
                <a:cs typeface="Segoe UI"/>
              </a:rPr>
              <a:t> </a:t>
            </a:r>
            <a:r>
              <a:rPr lang="en-US" sz="1800" spc="-4" noProof="0" dirty="0">
                <a:solidFill>
                  <a:srgbClr val="2D2C2C"/>
                </a:solidFill>
                <a:cs typeface="Segoe UI"/>
              </a:rPr>
              <a:t>users</a:t>
            </a:r>
            <a:r>
              <a:rPr lang="en-US" sz="1800" spc="16" noProof="0" dirty="0">
                <a:solidFill>
                  <a:srgbClr val="2D2C2C"/>
                </a:solidFill>
                <a:cs typeface="Segoe UI"/>
              </a:rPr>
              <a:t> </a:t>
            </a:r>
            <a:r>
              <a:rPr lang="en-US" sz="1800" spc="-16" noProof="0" dirty="0">
                <a:solidFill>
                  <a:srgbClr val="2D2C2C"/>
                </a:solidFill>
                <a:cs typeface="Segoe UI"/>
              </a:rPr>
              <a:t>to</a:t>
            </a:r>
            <a:r>
              <a:rPr lang="en-US" sz="1800" spc="20" noProof="0" dirty="0">
                <a:solidFill>
                  <a:srgbClr val="2D2C2C"/>
                </a:solidFill>
                <a:cs typeface="Segoe UI"/>
              </a:rPr>
              <a:t> </a:t>
            </a:r>
            <a:r>
              <a:rPr lang="en-US" sz="1800" spc="-4" noProof="0" dirty="0">
                <a:solidFill>
                  <a:srgbClr val="2D2C2C"/>
                </a:solidFill>
                <a:cs typeface="Segoe UI"/>
              </a:rPr>
              <a:t>a</a:t>
            </a:r>
            <a:r>
              <a:rPr lang="en-US" sz="1800" spc="8" noProof="0" dirty="0">
                <a:solidFill>
                  <a:srgbClr val="2D2C2C"/>
                </a:solidFill>
                <a:cs typeface="Segoe UI"/>
              </a:rPr>
              <a:t> </a:t>
            </a:r>
            <a:r>
              <a:rPr lang="en-US" sz="1800" spc="-8" noProof="0" dirty="0">
                <a:solidFill>
                  <a:srgbClr val="2D2C2C"/>
                </a:solidFill>
                <a:cs typeface="Segoe UI"/>
              </a:rPr>
              <a:t>group</a:t>
            </a:r>
            <a:r>
              <a:rPr lang="en-US" sz="1800" spc="4" noProof="0" dirty="0">
                <a:solidFill>
                  <a:srgbClr val="2D2C2C"/>
                </a:solidFill>
                <a:cs typeface="Segoe UI"/>
              </a:rPr>
              <a:t> to be </a:t>
            </a:r>
            <a:r>
              <a:rPr lang="en-US" sz="1800" spc="-8" noProof="0" dirty="0">
                <a:solidFill>
                  <a:srgbClr val="2D2C2C"/>
                </a:solidFill>
                <a:cs typeface="Segoe UI"/>
              </a:rPr>
              <a:t>used</a:t>
            </a:r>
            <a:r>
              <a:rPr lang="en-US" sz="1800" spc="41" noProof="0" dirty="0">
                <a:solidFill>
                  <a:srgbClr val="2D2C2C"/>
                </a:solidFill>
                <a:cs typeface="Segoe UI"/>
              </a:rPr>
              <a:t> </a:t>
            </a:r>
            <a:r>
              <a:rPr lang="en-US" sz="1800" spc="-4" noProof="0" dirty="0">
                <a:solidFill>
                  <a:srgbClr val="2D2C2C"/>
                </a:solidFill>
                <a:cs typeface="Segoe UI"/>
              </a:rPr>
              <a:t>by</a:t>
            </a:r>
            <a:r>
              <a:rPr lang="en-US" sz="1800" noProof="0" dirty="0">
                <a:solidFill>
                  <a:srgbClr val="2D2C2C"/>
                </a:solidFill>
                <a:cs typeface="Segoe UI"/>
              </a:rPr>
              <a:t>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doas</a:t>
            </a:r>
            <a:r>
              <a:rPr lang="en-US" spc="4" noProof="0" dirty="0">
                <a:solidFill>
                  <a:srgbClr val="2D2C2C"/>
                </a:solidFill>
                <a:cs typeface="Segoe UI"/>
              </a:rPr>
              <a:t>.</a:t>
            </a:r>
          </a:p>
          <a:p>
            <a:pPr marL="518001" lvl="1" indent="-233204">
              <a:spcBef>
                <a:spcPts val="488"/>
              </a:spcBef>
              <a:buClr>
                <a:srgbClr val="000000"/>
              </a:buClr>
              <a:buFont typeface="Arial"/>
              <a:buChar char="•"/>
              <a:tabLst>
                <a:tab pos="517485" algn="l"/>
                <a:tab pos="518001" algn="l"/>
              </a:tabLst>
            </a:pPr>
            <a:endParaRPr lang="en-US" sz="1800" b="1" spc="-8" noProof="0" dirty="0">
              <a:solidFill>
                <a:srgbClr val="0000C7"/>
              </a:solidFill>
              <a:latin typeface="Montserrat" panose="00000500000000000000" pitchFamily="2" charset="0"/>
              <a:cs typeface="Segoe UI"/>
            </a:endParaRPr>
          </a:p>
          <a:p>
            <a:pPr marL="518001" lvl="1" indent="-233204">
              <a:spcBef>
                <a:spcPts val="488"/>
              </a:spcBef>
              <a:buClr>
                <a:srgbClr val="000000"/>
              </a:buClr>
              <a:buFont typeface="Arial"/>
              <a:buChar char="•"/>
              <a:tabLst>
                <a:tab pos="517485" algn="l"/>
                <a:tab pos="518001" algn="l"/>
              </a:tabLst>
            </a:pPr>
            <a:endParaRPr lang="en-US" sz="1800" b="1" spc="-8" noProof="0" dirty="0">
              <a:solidFill>
                <a:srgbClr val="0000C7"/>
              </a:solidFill>
              <a:latin typeface="Montserrat" panose="00000500000000000000" pitchFamily="2" charset="0"/>
              <a:cs typeface="Segoe UI"/>
            </a:endParaRPr>
          </a:p>
          <a:p>
            <a:pPr marL="338005" indent="-233204">
              <a:spcBef>
                <a:spcPts val="488"/>
              </a:spcBef>
              <a:buClr>
                <a:srgbClr val="000000"/>
              </a:buClr>
              <a:buFont typeface="Arial"/>
              <a:buChar char="•"/>
              <a:tabLst>
                <a:tab pos="517485" algn="l"/>
                <a:tab pos="518001" algn="l"/>
              </a:tabLst>
            </a:pPr>
            <a:r>
              <a:rPr lang="en-US" sz="1800" spc="-4" noProof="0" dirty="0">
                <a:solidFill>
                  <a:srgbClr val="2D2C2C"/>
                </a:solidFill>
                <a:latin typeface="+mn-lt"/>
                <a:cs typeface="Segoe UI"/>
              </a:rPr>
              <a:t>Edit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/etc/</a:t>
            </a:r>
            <a:r>
              <a:rPr lang="en-US" sz="1800"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doas.conf</a:t>
            </a:r>
            <a:r>
              <a:rPr lang="en-US" sz="1800" b="1" spc="37"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spc="-8" noProof="0" dirty="0">
                <a:solidFill>
                  <a:srgbClr val="2D2C2C"/>
                </a:solidFill>
                <a:latin typeface="+mn-lt"/>
                <a:cs typeface="Segoe UI"/>
              </a:rPr>
              <a:t>file,</a:t>
            </a:r>
            <a:r>
              <a:rPr lang="en-US" sz="1800" spc="20"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24" noProof="0" dirty="0">
                <a:solidFill>
                  <a:srgbClr val="2D2C2C"/>
                </a:solidFill>
                <a:latin typeface="+mn-lt"/>
                <a:cs typeface="Segoe UI"/>
              </a:rPr>
              <a:t> </a:t>
            </a:r>
            <a:r>
              <a:rPr lang="en-US" sz="1800" spc="-16" noProof="0" dirty="0">
                <a:solidFill>
                  <a:srgbClr val="2D2C2C"/>
                </a:solidFill>
                <a:latin typeface="+mn-lt"/>
                <a:cs typeface="Segoe UI"/>
              </a:rPr>
              <a:t>activate</a:t>
            </a:r>
            <a:r>
              <a:rPr lang="en-US" sz="1800" spc="49"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group.</a:t>
            </a:r>
          </a:p>
          <a:p>
            <a:pPr marL="338005" indent="-233204">
              <a:spcBef>
                <a:spcPts val="488"/>
              </a:spcBef>
              <a:buClr>
                <a:srgbClr val="000000"/>
              </a:buClr>
              <a:buFont typeface="Arial"/>
              <a:buChar char="•"/>
              <a:tabLst>
                <a:tab pos="517485" algn="l"/>
                <a:tab pos="518001" algn="l"/>
              </a:tabLst>
            </a:pPr>
            <a:endParaRPr lang="en-US" sz="1800" spc="-8" noProof="0" dirty="0">
              <a:solidFill>
                <a:srgbClr val="2D2C2C"/>
              </a:solidFill>
              <a:latin typeface="+mn-lt"/>
              <a:cs typeface="Segoe UI"/>
            </a:endParaRPr>
          </a:p>
          <a:p>
            <a:pPr marL="338005" indent="-233204">
              <a:spcBef>
                <a:spcPts val="488"/>
              </a:spcBef>
              <a:buClr>
                <a:srgbClr val="000000"/>
              </a:buClr>
              <a:buFont typeface="Arial"/>
              <a:buChar char="•"/>
              <a:tabLst>
                <a:tab pos="517485" algn="l"/>
                <a:tab pos="518001" algn="l"/>
              </a:tabLst>
            </a:pPr>
            <a:endParaRPr lang="en-US" sz="1800" spc="-8" noProof="0" dirty="0">
              <a:solidFill>
                <a:srgbClr val="2D2C2C"/>
              </a:solidFill>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/etc/</a:t>
            </a:r>
            <a:r>
              <a:rPr lang="en-US" sz="1800"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doas.conf</a:t>
            </a:r>
            <a:r>
              <a:rPr lang="en-US" sz="1800" b="1" spc="37"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spc="-12" noProof="0" dirty="0"/>
              <a:t>should be set as follows:</a:t>
            </a:r>
          </a:p>
          <a:p>
            <a:pPr marL="518001" lvl="1" indent="-233204">
              <a:spcBef>
                <a:spcPts val="488"/>
              </a:spcBef>
              <a:buClr>
                <a:srgbClr val="000000"/>
              </a:buClr>
              <a:buFont typeface="Arial"/>
              <a:buChar char="•"/>
              <a:tabLst>
                <a:tab pos="517485" algn="l"/>
                <a:tab pos="518001" algn="l"/>
              </a:tabLst>
            </a:pPr>
            <a:endParaRPr lang="en-US" sz="1800" spc="-12" noProof="0" dirty="0"/>
          </a:p>
          <a:p>
            <a:pPr marL="284797" lvl="1" indent="0">
              <a:spcBef>
                <a:spcPts val="488"/>
              </a:spcBef>
              <a:buClr>
                <a:srgbClr val="000000"/>
              </a:buClr>
              <a:buNone/>
              <a:tabLst>
                <a:tab pos="517485" algn="l"/>
                <a:tab pos="518001" algn="l"/>
              </a:tabLst>
            </a:pPr>
            <a:endParaRPr lang="en-US" sz="1800" spc="-12" noProof="0" dirty="0"/>
          </a:p>
          <a:p>
            <a:pPr marL="338005" indent="-233204">
              <a:spcBef>
                <a:spcPts val="488"/>
              </a:spcBef>
              <a:buClr>
                <a:srgbClr val="000000"/>
              </a:buClr>
              <a:buFont typeface="Arial"/>
              <a:buChar char="•"/>
              <a:tabLst>
                <a:tab pos="517485" algn="l"/>
                <a:tab pos="518001" algn="l"/>
              </a:tabLst>
            </a:pPr>
            <a:r>
              <a:rPr lang="en-US" sz="1800" spc="-12" noProof="0" dirty="0">
                <a:solidFill>
                  <a:schemeClr val="tx1"/>
                </a:solidFill>
              </a:rPr>
              <a:t>The general syntax form of </a:t>
            </a:r>
            <a:r>
              <a:rPr lang="en-US" sz="1800" b="1" spc="-12" noProof="0" dirty="0">
                <a:solidFill>
                  <a:srgbClr val="7030A0"/>
                </a:solidFill>
                <a:latin typeface="Hack" panose="020B0609030202020204" pitchFamily="49" charset="0"/>
                <a:ea typeface="Hack" panose="020B0609030202020204" pitchFamily="49" charset="0"/>
                <a:cs typeface="Hack" panose="020B0609030202020204" pitchFamily="49" charset="0"/>
              </a:rPr>
              <a:t>/etc/</a:t>
            </a:r>
            <a:r>
              <a:rPr lang="en-US" sz="1800" b="1" spc="-12" noProof="0" dirty="0" err="1">
                <a:solidFill>
                  <a:srgbClr val="7030A0"/>
                </a:solidFill>
                <a:latin typeface="Hack" panose="020B0609030202020204" pitchFamily="49" charset="0"/>
                <a:ea typeface="Hack" panose="020B0609030202020204" pitchFamily="49" charset="0"/>
                <a:cs typeface="Hack" panose="020B0609030202020204" pitchFamily="49" charset="0"/>
              </a:rPr>
              <a:t>doas.conf</a:t>
            </a:r>
            <a:r>
              <a:rPr lang="en-US" sz="1800" b="1" spc="-12" noProof="0"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US" sz="1800" spc="-12" noProof="0" dirty="0"/>
              <a:t>is:</a:t>
            </a:r>
          </a:p>
          <a:p>
            <a:pPr marL="104801">
              <a:spcBef>
                <a:spcPts val="488"/>
              </a:spcBef>
              <a:buClr>
                <a:srgbClr val="000000"/>
              </a:buClr>
              <a:tabLst>
                <a:tab pos="517485" algn="l"/>
                <a:tab pos="518001" algn="l"/>
              </a:tabLst>
            </a:pPr>
            <a:r>
              <a:rPr lang="en-US" sz="1800" b="1" spc="-12" noProof="0" dirty="0" err="1">
                <a:solidFill>
                  <a:srgbClr val="7030A0"/>
                </a:solidFill>
                <a:latin typeface="Hack" panose="020B0609030202020204" pitchFamily="49" charset="0"/>
                <a:ea typeface="Hack" panose="020B0609030202020204" pitchFamily="49" charset="0"/>
                <a:cs typeface="Hack" panose="020B0609030202020204" pitchFamily="49" charset="0"/>
              </a:rPr>
              <a:t>permit</a:t>
            </a:r>
            <a:r>
              <a:rPr lang="en-US" sz="1800" b="1" spc="-12" noProof="0" dirty="0" err="1">
                <a:solidFill>
                  <a:srgbClr val="7030A0"/>
                </a:solidFill>
              </a:rPr>
              <a:t>|</a:t>
            </a:r>
            <a:r>
              <a:rPr lang="en-US" sz="1800" b="1" spc="-12" noProof="0" dirty="0" err="1">
                <a:solidFill>
                  <a:srgbClr val="7030A0"/>
                </a:solidFill>
                <a:latin typeface="Hack" panose="020B0609030202020204" pitchFamily="49" charset="0"/>
                <a:ea typeface="Hack" panose="020B0609030202020204" pitchFamily="49" charset="0"/>
                <a:cs typeface="Hack" panose="020B0609030202020204" pitchFamily="49" charset="0"/>
              </a:rPr>
              <a:t>deny</a:t>
            </a:r>
            <a:r>
              <a:rPr lang="en-US" sz="1800" b="1" spc="-12" noProof="0" dirty="0">
                <a:solidFill>
                  <a:srgbClr val="7030A0"/>
                </a:solidFill>
              </a:rPr>
              <a:t> [options] :identity [as target] [</a:t>
            </a:r>
            <a:r>
              <a:rPr lang="en-US" sz="1800" b="1" spc="-12" noProof="0" dirty="0">
                <a:solidFill>
                  <a:srgbClr val="7030A0"/>
                </a:solidFill>
                <a:latin typeface="Hack" panose="020B0609030202020204" pitchFamily="49" charset="0"/>
                <a:ea typeface="Hack" panose="020B0609030202020204" pitchFamily="49" charset="0"/>
                <a:cs typeface="Hack" panose="020B0609030202020204" pitchFamily="49" charset="0"/>
              </a:rPr>
              <a:t>cmd</a:t>
            </a:r>
            <a:r>
              <a:rPr lang="en-US" sz="1800" b="1" spc="-12" noProof="0" dirty="0">
                <a:solidFill>
                  <a:srgbClr val="7030A0"/>
                </a:solidFill>
              </a:rPr>
              <a:t> command [</a:t>
            </a:r>
            <a:r>
              <a:rPr lang="en-US" sz="1800" b="1" spc="-12" noProof="0" dirty="0" err="1">
                <a:solidFill>
                  <a:srgbClr val="7030A0"/>
                </a:solidFill>
              </a:rPr>
              <a:t>args</a:t>
            </a:r>
            <a:r>
              <a:rPr lang="en-US" sz="1800" b="1" spc="-12" noProof="0" dirty="0">
                <a:solidFill>
                  <a:srgbClr val="7030A0"/>
                </a:solidFill>
              </a:rPr>
              <a:t> ...]]</a:t>
            </a:r>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26</a:t>
            </a:fld>
            <a:endParaRPr lang="en-US" noProof="0" dirty="0"/>
          </a:p>
        </p:txBody>
      </p:sp>
      <p:sp>
        <p:nvSpPr>
          <p:cNvPr id="9" name="Rectangle 3">
            <a:extLst>
              <a:ext uri="{FF2B5EF4-FFF2-40B4-BE49-F238E27FC236}">
                <a16:creationId xmlns:a16="http://schemas.microsoft.com/office/drawing/2014/main" id="{CDEB8A58-F152-D14A-8560-3F94309A213C}"/>
              </a:ext>
            </a:extLst>
          </p:cNvPr>
          <p:cNvSpPr>
            <a:spLocks noChangeArrowheads="1"/>
          </p:cNvSpPr>
          <p:nvPr/>
        </p:nvSpPr>
        <p:spPr bwMode="auto">
          <a:xfrm>
            <a:off x="4793232" y="2122008"/>
            <a:ext cx="6770686" cy="38600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08"/>
              </a:lnSpc>
            </a:pPr>
            <a:r>
              <a:rPr lang="en-US" spc="-4" noProof="0" dirty="0">
                <a:solidFill>
                  <a:srgbClr val="FFFF00"/>
                </a:solidFill>
                <a:latin typeface="Courier New"/>
                <a:cs typeface="Courier New"/>
              </a:rPr>
              <a:t>#</a:t>
            </a:r>
            <a:r>
              <a:rPr lang="en-US" spc="-12" noProof="0" dirty="0">
                <a:solidFill>
                  <a:schemeClr val="bg1"/>
                </a:solidFill>
                <a:latin typeface="Courier New"/>
                <a:cs typeface="Courier New"/>
              </a:rPr>
              <a:t> </a:t>
            </a:r>
            <a:r>
              <a:rPr lang="en-US" b="1" spc="-4" noProof="0" dirty="0">
                <a:solidFill>
                  <a:schemeClr val="bg1"/>
                </a:solidFill>
                <a:latin typeface="Courier New"/>
                <a:cs typeface="Courier New"/>
              </a:rPr>
              <a:t>usermod</a:t>
            </a:r>
            <a:r>
              <a:rPr lang="en-US" b="1" spc="-8" noProof="0" dirty="0">
                <a:solidFill>
                  <a:schemeClr val="bg1"/>
                </a:solidFill>
                <a:latin typeface="Courier New"/>
                <a:cs typeface="Courier New"/>
              </a:rPr>
              <a:t> </a:t>
            </a:r>
            <a:r>
              <a:rPr lang="en-US" b="1" spc="-4" noProof="0" dirty="0">
                <a:solidFill>
                  <a:schemeClr val="bg1"/>
                </a:solidFill>
                <a:latin typeface="Courier New"/>
                <a:cs typeface="Courier New"/>
              </a:rPr>
              <a:t>-G</a:t>
            </a:r>
            <a:r>
              <a:rPr lang="en-US" b="1" spc="-12" noProof="0" dirty="0">
                <a:solidFill>
                  <a:schemeClr val="bg1"/>
                </a:solidFill>
                <a:latin typeface="Courier New"/>
                <a:cs typeface="Courier New"/>
              </a:rPr>
              <a:t> </a:t>
            </a:r>
            <a:r>
              <a:rPr lang="en-US" b="1" spc="-4" noProof="0" dirty="0">
                <a:solidFill>
                  <a:schemeClr val="bg1"/>
                </a:solidFill>
                <a:latin typeface="Courier New"/>
                <a:cs typeface="Courier New"/>
              </a:rPr>
              <a:t>wheel</a:t>
            </a:r>
            <a:r>
              <a:rPr lang="en-US" b="1" spc="-8" noProof="0" dirty="0">
                <a:solidFill>
                  <a:schemeClr val="bg1"/>
                </a:solidFill>
                <a:latin typeface="Courier New"/>
                <a:cs typeface="Courier New"/>
              </a:rPr>
              <a:t> </a:t>
            </a:r>
            <a:r>
              <a:rPr lang="en-US" b="1" spc="-4" noProof="0" dirty="0">
                <a:solidFill>
                  <a:schemeClr val="bg1"/>
                </a:solidFill>
                <a:latin typeface="Courier New"/>
                <a:cs typeface="Courier New"/>
              </a:rPr>
              <a:t>qa</a:t>
            </a:r>
            <a:endParaRPr lang="en-US" noProof="0" dirty="0">
              <a:solidFill>
                <a:schemeClr val="bg1"/>
              </a:solidFill>
              <a:latin typeface="Courier New"/>
              <a:cs typeface="Courier New"/>
            </a:endParaRPr>
          </a:p>
        </p:txBody>
      </p:sp>
      <p:sp>
        <p:nvSpPr>
          <p:cNvPr id="10" name="Rectangle 3">
            <a:extLst>
              <a:ext uri="{FF2B5EF4-FFF2-40B4-BE49-F238E27FC236}">
                <a16:creationId xmlns:a16="http://schemas.microsoft.com/office/drawing/2014/main" id="{84FC23DC-1980-2F1E-2235-E464EA1C7BBA}"/>
              </a:ext>
            </a:extLst>
          </p:cNvPr>
          <p:cNvSpPr>
            <a:spLocks noChangeArrowheads="1"/>
          </p:cNvSpPr>
          <p:nvPr/>
        </p:nvSpPr>
        <p:spPr bwMode="auto">
          <a:xfrm>
            <a:off x="4793232" y="3053044"/>
            <a:ext cx="6770686" cy="38600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08"/>
              </a:lnSpc>
            </a:pPr>
            <a:r>
              <a:rPr lang="en-US" sz="1600" spc="-4" noProof="0" dirty="0">
                <a:solidFill>
                  <a:srgbClr val="FFFF00"/>
                </a:solidFill>
                <a:latin typeface="Courier New"/>
                <a:cs typeface="Courier New"/>
              </a:rPr>
              <a:t>#</a:t>
            </a:r>
            <a:r>
              <a:rPr lang="en-US" sz="1600" spc="-12" noProof="0" dirty="0">
                <a:solidFill>
                  <a:schemeClr val="bg1"/>
                </a:solidFill>
                <a:latin typeface="Courier New"/>
                <a:cs typeface="Courier New"/>
              </a:rPr>
              <a:t> </a:t>
            </a:r>
            <a:r>
              <a:rPr lang="en-US" sz="1600" b="1" spc="-4" noProof="0" dirty="0">
                <a:solidFill>
                  <a:schemeClr val="bg1"/>
                </a:solidFill>
                <a:latin typeface="Courier New"/>
                <a:cs typeface="Courier New"/>
              </a:rPr>
              <a:t>vi /etc/</a:t>
            </a:r>
            <a:r>
              <a:rPr lang="en-US" sz="1600" b="1" spc="-4" noProof="0" dirty="0" err="1">
                <a:solidFill>
                  <a:schemeClr val="bg1"/>
                </a:solidFill>
                <a:latin typeface="Courier New"/>
                <a:cs typeface="Courier New"/>
              </a:rPr>
              <a:t>doas.conf</a:t>
            </a:r>
            <a:endParaRPr lang="en-US" sz="1600" noProof="0" dirty="0">
              <a:solidFill>
                <a:schemeClr val="bg1"/>
              </a:solidFill>
              <a:latin typeface="Courier New"/>
              <a:cs typeface="Courier New"/>
            </a:endParaRPr>
          </a:p>
        </p:txBody>
      </p:sp>
      <p:sp>
        <p:nvSpPr>
          <p:cNvPr id="13" name="object 13">
            <a:extLst>
              <a:ext uri="{FF2B5EF4-FFF2-40B4-BE49-F238E27FC236}">
                <a16:creationId xmlns:a16="http://schemas.microsoft.com/office/drawing/2014/main" id="{C2F4AC69-B8ED-07FE-CBA7-4748D14C4BA5}"/>
              </a:ext>
            </a:extLst>
          </p:cNvPr>
          <p:cNvSpPr txBox="1"/>
          <p:nvPr/>
        </p:nvSpPr>
        <p:spPr>
          <a:xfrm>
            <a:off x="5163158" y="5446321"/>
            <a:ext cx="6760995" cy="730448"/>
          </a:xfrm>
          <a:prstGeom prst="rect">
            <a:avLst/>
          </a:prstGeom>
          <a:solidFill>
            <a:srgbClr val="0FEEB9"/>
          </a:solidFill>
          <a:ln>
            <a:solidFill>
              <a:schemeClr val="tx1"/>
            </a:solidFill>
          </a:ln>
        </p:spPr>
        <p:txBody>
          <a:bodyPr vert="horz" wrap="square" lIns="0" tIns="32504" rIns="0" bIns="0" rtlCol="0">
            <a:spAutoFit/>
          </a:bodyPr>
          <a:lstStyle/>
          <a:p>
            <a:pPr marL="10319">
              <a:spcBef>
                <a:spcPts val="256"/>
              </a:spcBef>
            </a:pPr>
            <a:r>
              <a:rPr lang="en-US" sz="1400" spc="-4" noProof="0" dirty="0">
                <a:latin typeface="Hack" panose="020B0609030202020204" pitchFamily="49" charset="0"/>
                <a:ea typeface="Hack" panose="020B0609030202020204" pitchFamily="49" charset="0"/>
                <a:cs typeface="Hack" panose="020B0609030202020204" pitchFamily="49" charset="0"/>
              </a:rPr>
              <a:t>[...]</a:t>
            </a:r>
            <a:endParaRPr lang="en-US" sz="1400" noProof="0" dirty="0">
              <a:latin typeface="Hack" panose="020B0609030202020204" pitchFamily="49" charset="0"/>
              <a:ea typeface="Hack" panose="020B0609030202020204" pitchFamily="49" charset="0"/>
              <a:cs typeface="Hack" panose="020B0609030202020204" pitchFamily="49" charset="0"/>
            </a:endParaRPr>
          </a:p>
          <a:p>
            <a:pPr marL="10319">
              <a:spcBef>
                <a:spcPts val="175"/>
              </a:spcBef>
            </a:pPr>
            <a:r>
              <a:rPr lang="en-US" sz="1400" b="1" spc="-4" noProof="0" dirty="0">
                <a:solidFill>
                  <a:srgbClr val="004F9F"/>
                </a:solidFill>
                <a:latin typeface="Hack" panose="020B0609030202020204" pitchFamily="49" charset="0"/>
                <a:ea typeface="Hack" panose="020B0609030202020204" pitchFamily="49" charset="0"/>
                <a:cs typeface="Hack" panose="020B0609030202020204" pitchFamily="49" charset="0"/>
              </a:rPr>
              <a:t>permit :wheel</a:t>
            </a:r>
          </a:p>
          <a:p>
            <a:pPr marL="10319">
              <a:spcBef>
                <a:spcPts val="175"/>
              </a:spcBef>
            </a:pPr>
            <a:r>
              <a:rPr lang="en-US" sz="1400" b="1" spc="-4" noProof="0" dirty="0">
                <a:solidFill>
                  <a:srgbClr val="004F9F"/>
                </a:solidFill>
                <a:latin typeface="Hack" panose="020B0609030202020204" pitchFamily="49" charset="0"/>
                <a:ea typeface="Hack" panose="020B0609030202020204" pitchFamily="49" charset="0"/>
                <a:cs typeface="Hack" panose="020B0609030202020204" pitchFamily="49" charset="0"/>
              </a:rPr>
              <a:t>permit </a:t>
            </a:r>
            <a:r>
              <a:rPr lang="en-US" sz="1400" b="1" spc="-4" noProof="0" dirty="0" err="1">
                <a:solidFill>
                  <a:srgbClr val="004F9F"/>
                </a:solidFill>
                <a:latin typeface="Hack" panose="020B0609030202020204" pitchFamily="49" charset="0"/>
                <a:ea typeface="Hack" panose="020B0609030202020204" pitchFamily="49" charset="0"/>
                <a:cs typeface="Hack" panose="020B0609030202020204" pitchFamily="49" charset="0"/>
              </a:rPr>
              <a:t>nopass</a:t>
            </a:r>
            <a:r>
              <a:rPr lang="en-US" sz="1400" b="1" spc="-4" noProof="0" dirty="0">
                <a:solidFill>
                  <a:srgbClr val="004F9F"/>
                </a:solidFill>
                <a:latin typeface="Hack" panose="020B0609030202020204" pitchFamily="49" charset="0"/>
                <a:ea typeface="Hack" panose="020B0609030202020204" pitchFamily="49" charset="0"/>
                <a:cs typeface="Hack" panose="020B0609030202020204" pitchFamily="49" charset="0"/>
              </a:rPr>
              <a:t> :</a:t>
            </a:r>
            <a:r>
              <a:rPr lang="en-US" sz="1400" b="1" spc="-4" noProof="0" dirty="0" err="1">
                <a:solidFill>
                  <a:srgbClr val="004F9F"/>
                </a:solidFill>
                <a:latin typeface="Hack" panose="020B0609030202020204" pitchFamily="49" charset="0"/>
                <a:ea typeface="Hack" panose="020B0609030202020204" pitchFamily="49" charset="0"/>
                <a:cs typeface="Hack" panose="020B0609030202020204" pitchFamily="49" charset="0"/>
              </a:rPr>
              <a:t>plugdev</a:t>
            </a:r>
            <a:r>
              <a:rPr lang="en-US" sz="1400" b="1" spc="-4" noProof="0" dirty="0">
                <a:solidFill>
                  <a:srgbClr val="004F9F"/>
                </a:solidFill>
                <a:latin typeface="Hack" panose="020B0609030202020204" pitchFamily="49" charset="0"/>
                <a:ea typeface="Hack" panose="020B0609030202020204" pitchFamily="49" charset="0"/>
                <a:cs typeface="Hack" panose="020B0609030202020204" pitchFamily="49" charset="0"/>
              </a:rPr>
              <a:t> as root cmd /</a:t>
            </a:r>
            <a:r>
              <a:rPr lang="en-US" sz="1400" b="1" spc="-4" noProof="0" dirty="0" err="1">
                <a:solidFill>
                  <a:srgbClr val="004F9F"/>
                </a:solidFill>
                <a:latin typeface="Hack" panose="020B0609030202020204" pitchFamily="49" charset="0"/>
                <a:ea typeface="Hack" panose="020B0609030202020204" pitchFamily="49" charset="0"/>
                <a:cs typeface="Hack" panose="020B0609030202020204" pitchFamily="49" charset="0"/>
              </a:rPr>
              <a:t>usr</a:t>
            </a:r>
            <a:r>
              <a:rPr lang="en-US" sz="1400" b="1" spc="-4" noProof="0" dirty="0">
                <a:solidFill>
                  <a:srgbClr val="004F9F"/>
                </a:solidFill>
                <a:latin typeface="Hack" panose="020B0609030202020204" pitchFamily="49" charset="0"/>
                <a:ea typeface="Hack" panose="020B0609030202020204" pitchFamily="49" charset="0"/>
                <a:cs typeface="Hack" panose="020B0609030202020204" pitchFamily="49" charset="0"/>
              </a:rPr>
              <a:t>/bin/</a:t>
            </a:r>
            <a:r>
              <a:rPr lang="en-US" sz="1400" b="1" spc="-4" noProof="0" dirty="0" err="1">
                <a:solidFill>
                  <a:srgbClr val="004F9F"/>
                </a:solidFill>
                <a:latin typeface="Hack" panose="020B0609030202020204" pitchFamily="49" charset="0"/>
                <a:ea typeface="Hack" panose="020B0609030202020204" pitchFamily="49" charset="0"/>
                <a:cs typeface="Hack" panose="020B0609030202020204" pitchFamily="49" charset="0"/>
              </a:rPr>
              <a:t>smartctl</a:t>
            </a:r>
            <a:endParaRPr lang="en-US" sz="1400" b="1" spc="-4" noProof="0" dirty="0">
              <a:solidFill>
                <a:srgbClr val="004F9F"/>
              </a:solidFill>
              <a:latin typeface="Hack" panose="020B0609030202020204" pitchFamily="49" charset="0"/>
              <a:ea typeface="Hack" panose="020B0609030202020204" pitchFamily="49" charset="0"/>
              <a:cs typeface="Hack" panose="020B0609030202020204" pitchFamily="49" charset="0"/>
            </a:endParaRPr>
          </a:p>
        </p:txBody>
      </p:sp>
      <p:sp>
        <p:nvSpPr>
          <p:cNvPr id="3" name="Rectangle 3">
            <a:extLst>
              <a:ext uri="{FF2B5EF4-FFF2-40B4-BE49-F238E27FC236}">
                <a16:creationId xmlns:a16="http://schemas.microsoft.com/office/drawing/2014/main" id="{E29702BE-F4FC-A7B5-8EA1-D021ED2B4FBC}"/>
              </a:ext>
            </a:extLst>
          </p:cNvPr>
          <p:cNvSpPr>
            <a:spLocks noChangeArrowheads="1"/>
          </p:cNvSpPr>
          <p:nvPr/>
        </p:nvSpPr>
        <p:spPr bwMode="auto">
          <a:xfrm>
            <a:off x="4793232" y="3919428"/>
            <a:ext cx="6770686" cy="616836"/>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08"/>
              </a:lnSpc>
            </a:pPr>
            <a:r>
              <a:rPr lang="en-US" sz="1600" spc="-4" noProof="0" dirty="0">
                <a:solidFill>
                  <a:srgbClr val="FFFF00"/>
                </a:solidFill>
                <a:latin typeface="Courier New"/>
                <a:cs typeface="Courier New"/>
              </a:rPr>
              <a:t>#</a:t>
            </a:r>
            <a:r>
              <a:rPr lang="en-US" sz="1600" spc="-12" noProof="0" dirty="0">
                <a:solidFill>
                  <a:schemeClr val="bg1"/>
                </a:solidFill>
                <a:latin typeface="Courier New"/>
                <a:cs typeface="Courier New"/>
              </a:rPr>
              <a:t> </a:t>
            </a:r>
            <a:r>
              <a:rPr lang="en-US" sz="1600" b="1" spc="-4" noProof="0" dirty="0" err="1">
                <a:solidFill>
                  <a:schemeClr val="bg1"/>
                </a:solidFill>
                <a:latin typeface="Courier New"/>
                <a:cs typeface="Courier New"/>
              </a:rPr>
              <a:t>chown</a:t>
            </a:r>
            <a:r>
              <a:rPr lang="en-US" sz="1600" b="1" spc="-4" noProof="0" dirty="0">
                <a:solidFill>
                  <a:schemeClr val="bg1"/>
                </a:solidFill>
                <a:latin typeface="Courier New"/>
                <a:cs typeface="Courier New"/>
              </a:rPr>
              <a:t> -c </a:t>
            </a:r>
            <a:r>
              <a:rPr lang="en-US" sz="1600" b="1" spc="-4" noProof="0" dirty="0" err="1">
                <a:solidFill>
                  <a:schemeClr val="bg1"/>
                </a:solidFill>
                <a:latin typeface="Courier New"/>
                <a:cs typeface="Courier New"/>
              </a:rPr>
              <a:t>root:root</a:t>
            </a:r>
            <a:r>
              <a:rPr lang="en-US" sz="1600" b="1" spc="-4" noProof="0" dirty="0">
                <a:solidFill>
                  <a:schemeClr val="bg1"/>
                </a:solidFill>
                <a:latin typeface="Courier New"/>
                <a:cs typeface="Courier New"/>
              </a:rPr>
              <a:t> /etc/</a:t>
            </a:r>
            <a:r>
              <a:rPr lang="en-US" sz="1600" b="1" spc="-4" noProof="0" dirty="0" err="1">
                <a:solidFill>
                  <a:schemeClr val="bg1"/>
                </a:solidFill>
                <a:latin typeface="Courier New"/>
                <a:cs typeface="Courier New"/>
              </a:rPr>
              <a:t>doas.conf</a:t>
            </a:r>
            <a:endParaRPr lang="en-US" sz="1600" b="1" spc="-4" noProof="0" dirty="0">
              <a:solidFill>
                <a:schemeClr val="bg1"/>
              </a:solidFill>
              <a:latin typeface="Courier New"/>
              <a:cs typeface="Courier New"/>
            </a:endParaRPr>
          </a:p>
          <a:p>
            <a:pPr marL="77391">
              <a:lnSpc>
                <a:spcPts val="1808"/>
              </a:lnSpc>
            </a:pPr>
            <a:r>
              <a:rPr lang="en-US" sz="1600" spc="-4" noProof="0" dirty="0">
                <a:solidFill>
                  <a:srgbClr val="FFFF00"/>
                </a:solidFill>
                <a:latin typeface="Courier New"/>
                <a:cs typeface="Courier New"/>
              </a:rPr>
              <a:t>#</a:t>
            </a:r>
            <a:r>
              <a:rPr lang="en-US" sz="1600" spc="-12" noProof="0" dirty="0">
                <a:solidFill>
                  <a:schemeClr val="bg1"/>
                </a:solidFill>
                <a:latin typeface="Courier New"/>
                <a:cs typeface="Courier New"/>
              </a:rPr>
              <a:t> </a:t>
            </a:r>
            <a:r>
              <a:rPr lang="en-US" sz="1600" b="1" spc="-4" noProof="0" dirty="0" err="1">
                <a:solidFill>
                  <a:schemeClr val="bg1"/>
                </a:solidFill>
                <a:latin typeface="Courier New"/>
                <a:cs typeface="Courier New"/>
              </a:rPr>
              <a:t>chmod</a:t>
            </a:r>
            <a:r>
              <a:rPr lang="en-US" sz="1600" b="1" spc="-4" noProof="0" dirty="0">
                <a:solidFill>
                  <a:schemeClr val="bg1"/>
                </a:solidFill>
                <a:latin typeface="Courier New"/>
                <a:cs typeface="Courier New"/>
              </a:rPr>
              <a:t> -c 0400 /etc/</a:t>
            </a:r>
            <a:r>
              <a:rPr lang="en-US" sz="1600" b="1" spc="-4" noProof="0" dirty="0" err="1">
                <a:solidFill>
                  <a:schemeClr val="bg1"/>
                </a:solidFill>
                <a:latin typeface="Courier New"/>
                <a:cs typeface="Courier New"/>
              </a:rPr>
              <a:t>doas.conf</a:t>
            </a:r>
            <a:endParaRPr lang="en-US" sz="1600" noProof="0" dirty="0">
              <a:solidFill>
                <a:schemeClr val="bg1"/>
              </a:solidFill>
              <a:latin typeface="Courier New"/>
              <a:cs typeface="Courier New"/>
            </a:endParaRPr>
          </a:p>
        </p:txBody>
      </p:sp>
      <p:pic>
        <p:nvPicPr>
          <p:cNvPr id="7" name="object 33">
            <a:extLst>
              <a:ext uri="{FF2B5EF4-FFF2-40B4-BE49-F238E27FC236}">
                <a16:creationId xmlns:a16="http://schemas.microsoft.com/office/drawing/2014/main" id="{D6FC7A6C-D3D2-D456-38A3-EE12AA3E6F07}"/>
              </a:ext>
            </a:extLst>
          </p:cNvPr>
          <p:cNvPicPr/>
          <p:nvPr/>
        </p:nvPicPr>
        <p:blipFill>
          <a:blip r:embed="rId3" cstate="print"/>
          <a:stretch>
            <a:fillRect/>
          </a:stretch>
        </p:blipFill>
        <p:spPr>
          <a:xfrm rot="19700688">
            <a:off x="7158956" y="6207678"/>
            <a:ext cx="128881" cy="202092"/>
          </a:xfrm>
          <a:prstGeom prst="rect">
            <a:avLst/>
          </a:prstGeom>
        </p:spPr>
      </p:pic>
      <p:sp>
        <p:nvSpPr>
          <p:cNvPr id="8" name="object 38">
            <a:extLst>
              <a:ext uri="{FF2B5EF4-FFF2-40B4-BE49-F238E27FC236}">
                <a16:creationId xmlns:a16="http://schemas.microsoft.com/office/drawing/2014/main" id="{3D7E253A-CEF3-C915-21D7-B635DA0543A9}"/>
              </a:ext>
            </a:extLst>
          </p:cNvPr>
          <p:cNvSpPr txBox="1"/>
          <p:nvPr/>
        </p:nvSpPr>
        <p:spPr>
          <a:xfrm>
            <a:off x="6987279" y="6341183"/>
            <a:ext cx="491688" cy="259446"/>
          </a:xfrm>
          <a:prstGeom prst="rect">
            <a:avLst/>
          </a:prstGeom>
          <a:ln w="12700">
            <a:noFill/>
          </a:ln>
        </p:spPr>
        <p:txBody>
          <a:bodyPr vert="horz" wrap="square" lIns="0" tIns="58817" rIns="0" bIns="0" rtlCol="0">
            <a:spAutoFit/>
          </a:bodyPr>
          <a:lstStyle/>
          <a:p>
            <a:pPr marL="95964">
              <a:spcBef>
                <a:spcPts val="463"/>
              </a:spcBef>
            </a:pPr>
            <a:r>
              <a:rPr lang="en-US" sz="1300" i="1" spc="-4" noProof="0" dirty="0">
                <a:latin typeface="Segoe UI"/>
                <a:cs typeface="Segoe UI"/>
              </a:rPr>
              <a:t>who</a:t>
            </a:r>
            <a:endParaRPr lang="en-US" sz="1300" noProof="0" dirty="0">
              <a:latin typeface="Segoe UI"/>
              <a:cs typeface="Segoe UI"/>
            </a:endParaRPr>
          </a:p>
        </p:txBody>
      </p:sp>
      <p:pic>
        <p:nvPicPr>
          <p:cNvPr id="14" name="object 33">
            <a:extLst>
              <a:ext uri="{FF2B5EF4-FFF2-40B4-BE49-F238E27FC236}">
                <a16:creationId xmlns:a16="http://schemas.microsoft.com/office/drawing/2014/main" id="{C3FE959D-A37A-AB87-60E3-F1C1B571FDB5}"/>
              </a:ext>
            </a:extLst>
          </p:cNvPr>
          <p:cNvPicPr/>
          <p:nvPr/>
        </p:nvPicPr>
        <p:blipFill>
          <a:blip r:embed="rId3" cstate="print"/>
          <a:stretch>
            <a:fillRect/>
          </a:stretch>
        </p:blipFill>
        <p:spPr>
          <a:xfrm rot="19700688">
            <a:off x="8371332" y="6164001"/>
            <a:ext cx="128881" cy="202092"/>
          </a:xfrm>
          <a:prstGeom prst="rect">
            <a:avLst/>
          </a:prstGeom>
        </p:spPr>
      </p:pic>
      <p:sp>
        <p:nvSpPr>
          <p:cNvPr id="15" name="object 38">
            <a:extLst>
              <a:ext uri="{FF2B5EF4-FFF2-40B4-BE49-F238E27FC236}">
                <a16:creationId xmlns:a16="http://schemas.microsoft.com/office/drawing/2014/main" id="{555833CE-A948-FE29-153D-CFA23870F7AF}"/>
              </a:ext>
            </a:extLst>
          </p:cNvPr>
          <p:cNvSpPr txBox="1"/>
          <p:nvPr/>
        </p:nvSpPr>
        <p:spPr>
          <a:xfrm>
            <a:off x="8108809" y="6346423"/>
            <a:ext cx="785483" cy="259446"/>
          </a:xfrm>
          <a:prstGeom prst="rect">
            <a:avLst/>
          </a:prstGeom>
          <a:ln w="12700">
            <a:noFill/>
          </a:ln>
        </p:spPr>
        <p:txBody>
          <a:bodyPr vert="horz" wrap="square" lIns="0" tIns="58817" rIns="0" bIns="0" rtlCol="0">
            <a:spAutoFit/>
          </a:bodyPr>
          <a:lstStyle/>
          <a:p>
            <a:pPr marL="95964">
              <a:spcBef>
                <a:spcPts val="463"/>
              </a:spcBef>
            </a:pPr>
            <a:r>
              <a:rPr lang="en-US" sz="1300" i="1" spc="-4" noProof="0" dirty="0">
                <a:latin typeface="Segoe UI"/>
                <a:cs typeface="Segoe UI"/>
              </a:rPr>
              <a:t>as</a:t>
            </a:r>
            <a:r>
              <a:rPr lang="en-US" sz="1300" i="1" spc="-24" noProof="0" dirty="0">
                <a:latin typeface="Segoe UI"/>
                <a:cs typeface="Segoe UI"/>
              </a:rPr>
              <a:t> </a:t>
            </a:r>
            <a:r>
              <a:rPr lang="en-US" sz="1300" i="1" spc="-4" noProof="0" dirty="0">
                <a:latin typeface="Segoe UI"/>
                <a:cs typeface="Segoe UI"/>
              </a:rPr>
              <a:t>whom</a:t>
            </a:r>
            <a:endParaRPr lang="en-US" sz="1300" noProof="0" dirty="0">
              <a:latin typeface="Segoe UI"/>
              <a:cs typeface="Segoe UI"/>
            </a:endParaRPr>
          </a:p>
        </p:txBody>
      </p:sp>
      <p:pic>
        <p:nvPicPr>
          <p:cNvPr id="16" name="object 33">
            <a:extLst>
              <a:ext uri="{FF2B5EF4-FFF2-40B4-BE49-F238E27FC236}">
                <a16:creationId xmlns:a16="http://schemas.microsoft.com/office/drawing/2014/main" id="{015DB598-E80F-5235-60AD-D16FA6D7A068}"/>
              </a:ext>
            </a:extLst>
          </p:cNvPr>
          <p:cNvPicPr/>
          <p:nvPr/>
        </p:nvPicPr>
        <p:blipFill>
          <a:blip r:embed="rId3" cstate="print"/>
          <a:stretch>
            <a:fillRect/>
          </a:stretch>
        </p:blipFill>
        <p:spPr>
          <a:xfrm rot="19700688">
            <a:off x="9937536" y="6180046"/>
            <a:ext cx="128881" cy="202092"/>
          </a:xfrm>
          <a:prstGeom prst="rect">
            <a:avLst/>
          </a:prstGeom>
        </p:spPr>
      </p:pic>
      <p:sp>
        <p:nvSpPr>
          <p:cNvPr id="17" name="object 38">
            <a:extLst>
              <a:ext uri="{FF2B5EF4-FFF2-40B4-BE49-F238E27FC236}">
                <a16:creationId xmlns:a16="http://schemas.microsoft.com/office/drawing/2014/main" id="{CB884EA0-E057-D624-7CCA-0269F9B2A14A}"/>
              </a:ext>
            </a:extLst>
          </p:cNvPr>
          <p:cNvSpPr txBox="1"/>
          <p:nvPr/>
        </p:nvSpPr>
        <p:spPr>
          <a:xfrm>
            <a:off x="9535646" y="6337277"/>
            <a:ext cx="1230774" cy="259446"/>
          </a:xfrm>
          <a:prstGeom prst="rect">
            <a:avLst/>
          </a:prstGeom>
          <a:ln w="12700">
            <a:noFill/>
          </a:ln>
        </p:spPr>
        <p:txBody>
          <a:bodyPr vert="horz" wrap="square" lIns="0" tIns="58817" rIns="0" bIns="0" rtlCol="0">
            <a:spAutoFit/>
          </a:bodyPr>
          <a:lstStyle/>
          <a:p>
            <a:pPr marL="95964">
              <a:spcBef>
                <a:spcPts val="463"/>
              </a:spcBef>
            </a:pPr>
            <a:r>
              <a:rPr lang="en-US" sz="1300" i="1" spc="-4" noProof="0" dirty="0">
                <a:latin typeface="Segoe UI"/>
                <a:cs typeface="Segoe UI"/>
              </a:rPr>
              <a:t>can do what</a:t>
            </a:r>
            <a:endParaRPr lang="en-US" sz="1300" noProof="0" dirty="0">
              <a:latin typeface="Segoe UI"/>
              <a:cs typeface="Segoe UI"/>
            </a:endParaRPr>
          </a:p>
        </p:txBody>
      </p:sp>
    </p:spTree>
    <p:extLst>
      <p:ext uri="{BB962C8B-B14F-4D97-AF65-F5344CB8AC3E}">
        <p14:creationId xmlns:p14="http://schemas.microsoft.com/office/powerpoint/2010/main" val="40947520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a:xfrm>
            <a:off x="473406" y="1118152"/>
            <a:ext cx="6777996" cy="1247916"/>
          </a:xfrm>
        </p:spPr>
        <p:txBody>
          <a:bodyPr/>
          <a:lstStyle/>
          <a:p>
            <a:r>
              <a:rPr lang="en-US" noProof="0" dirty="0"/>
              <a:t>Checking who you are running as</a:t>
            </a:r>
          </a:p>
        </p:txBody>
      </p:sp>
      <p:sp>
        <p:nvSpPr>
          <p:cNvPr id="5" name="Subtitle 4">
            <a:extLst>
              <a:ext uri="{FF2B5EF4-FFF2-40B4-BE49-F238E27FC236}">
                <a16:creationId xmlns:a16="http://schemas.microsoft.com/office/drawing/2014/main" id="{E9BD7F71-8B06-C257-1733-CC68514F482D}"/>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8225541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1EFBB6-6D0A-322A-8B46-D0EB9904960C}"/>
              </a:ext>
            </a:extLst>
          </p:cNvPr>
          <p:cNvSpPr>
            <a:spLocks noGrp="1"/>
          </p:cNvSpPr>
          <p:nvPr>
            <p:ph type="ctrTitle"/>
          </p:nvPr>
        </p:nvSpPr>
        <p:spPr/>
        <p:txBody>
          <a:bodyPr/>
          <a:lstStyle/>
          <a:p>
            <a:r>
              <a:rPr lang="en-US" noProof="0" dirty="0"/>
              <a:t>Current identity</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98" noProof="0" dirty="0">
                <a:solidFill>
                  <a:srgbClr val="2D2C2C"/>
                </a:solidFill>
                <a:cs typeface="Segoe UI"/>
              </a:rPr>
              <a:t>To</a:t>
            </a:r>
            <a:r>
              <a:rPr lang="en-US" sz="1800" spc="-12" noProof="0" dirty="0">
                <a:solidFill>
                  <a:srgbClr val="2D2C2C"/>
                </a:solidFill>
                <a:cs typeface="Segoe UI"/>
              </a:rPr>
              <a:t> </a:t>
            </a:r>
            <a:r>
              <a:rPr lang="en-US" sz="1800" spc="-4" noProof="0" dirty="0">
                <a:solidFill>
                  <a:srgbClr val="2D2C2C"/>
                </a:solidFill>
                <a:cs typeface="Segoe UI"/>
              </a:rPr>
              <a:t>identify</a:t>
            </a:r>
            <a:r>
              <a:rPr lang="en-US" sz="1800" spc="20" noProof="0" dirty="0">
                <a:solidFill>
                  <a:srgbClr val="2D2C2C"/>
                </a:solidFill>
                <a:cs typeface="Segoe UI"/>
              </a:rPr>
              <a:t> </a:t>
            </a:r>
            <a:r>
              <a:rPr lang="en-US" sz="1800" spc="-8" noProof="0" dirty="0">
                <a:solidFill>
                  <a:srgbClr val="2D2C2C"/>
                </a:solidFill>
                <a:cs typeface="Segoe UI"/>
              </a:rPr>
              <a:t>current</a:t>
            </a:r>
            <a:r>
              <a:rPr lang="en-US" sz="1800" spc="41" noProof="0" dirty="0">
                <a:solidFill>
                  <a:srgbClr val="2D2C2C"/>
                </a:solidFill>
                <a:cs typeface="Segoe UI"/>
              </a:rPr>
              <a:t> </a:t>
            </a:r>
            <a:r>
              <a:rPr lang="en-US" sz="1800" spc="-8" noProof="0" dirty="0">
                <a:solidFill>
                  <a:srgbClr val="2D2C2C"/>
                </a:solidFill>
                <a:cs typeface="Segoe UI"/>
              </a:rPr>
              <a:t>user:</a:t>
            </a:r>
            <a:r>
              <a:rPr lang="en-US" sz="1800" spc="57" noProof="0" dirty="0">
                <a:solidFill>
                  <a:srgbClr val="2D2C2C"/>
                </a:solidFill>
                <a:cs typeface="Segoe UI"/>
              </a:rPr>
              <a:t>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who</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ami</a:t>
            </a:r>
            <a:r>
              <a:rPr lang="en-US" sz="1800" b="1" spc="-16" noProof="0" dirty="0">
                <a:solidFill>
                  <a:srgbClr val="0000C7"/>
                </a:solidFill>
                <a:cs typeface="Segoe UI"/>
              </a:rPr>
              <a:t> </a:t>
            </a:r>
            <a:r>
              <a:rPr lang="en-US" sz="1800" spc="-4" noProof="0" dirty="0">
                <a:solidFill>
                  <a:srgbClr val="2D2C2C"/>
                </a:solidFill>
                <a:cs typeface="Segoe UI"/>
              </a:rPr>
              <a:t>or</a:t>
            </a:r>
            <a:r>
              <a:rPr lang="en-US" sz="1800" spc="4"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id</a:t>
            </a:r>
            <a:r>
              <a:rPr lang="en-US" sz="1800" b="1" spc="-12" noProof="0" dirty="0">
                <a:solidFill>
                  <a:srgbClr val="0000C7"/>
                </a:solidFill>
                <a:cs typeface="Segoe UI"/>
              </a:rPr>
              <a:t> </a:t>
            </a:r>
            <a:r>
              <a:rPr lang="en-US" sz="1800" spc="-8" noProof="0" dirty="0">
                <a:solidFill>
                  <a:srgbClr val="2D2C2C"/>
                </a:solidFill>
                <a:cs typeface="Segoe UI"/>
              </a:rPr>
              <a:t>commands:</a:t>
            </a:r>
          </a:p>
          <a:p>
            <a:pPr marL="289957" indent="-280154">
              <a:spcBef>
                <a:spcPts val="569"/>
              </a:spcBef>
              <a:buClr>
                <a:srgbClr val="000000"/>
              </a:buClr>
              <a:buFont typeface="Arial"/>
              <a:buChar char="•"/>
              <a:tabLst>
                <a:tab pos="289957" algn="l"/>
                <a:tab pos="290473" algn="l"/>
              </a:tabLst>
            </a:pPr>
            <a:endParaRPr lang="en-US" sz="1800" spc="-8" noProof="0" dirty="0">
              <a:solidFill>
                <a:srgbClr val="2D2C2C"/>
              </a:solidFill>
              <a:cs typeface="Segoe UI"/>
            </a:endParaRPr>
          </a:p>
          <a:p>
            <a:pPr marL="289957" indent="-280154">
              <a:spcBef>
                <a:spcPts val="569"/>
              </a:spcBef>
              <a:buClr>
                <a:srgbClr val="000000"/>
              </a:buClr>
              <a:buFont typeface="Arial"/>
              <a:buChar char="•"/>
              <a:tabLst>
                <a:tab pos="289957" algn="l"/>
                <a:tab pos="290473" algn="l"/>
              </a:tabLst>
            </a:pPr>
            <a:endParaRPr lang="en-US" sz="1800" noProof="0" dirty="0">
              <a:cs typeface="Segoe UI"/>
            </a:endParaRPr>
          </a:p>
          <a:p>
            <a:pPr>
              <a:lnSpc>
                <a:spcPct val="100000"/>
              </a:lnSpc>
            </a:pPr>
            <a:endParaRPr lang="en-US" sz="1800" noProof="0" dirty="0">
              <a:cs typeface="Courier New"/>
            </a:endParaRPr>
          </a:p>
          <a:p>
            <a:pPr>
              <a:lnSpc>
                <a:spcPct val="100000"/>
              </a:lnSpc>
            </a:pPr>
            <a:endParaRPr lang="en-US" sz="1800" noProof="0" dirty="0">
              <a:cs typeface="Courier New"/>
            </a:endParaRPr>
          </a:p>
          <a:p>
            <a:pPr>
              <a:lnSpc>
                <a:spcPct val="100000"/>
              </a:lnSpc>
            </a:pPr>
            <a:endParaRPr lang="en-US" sz="1800" noProof="0" dirty="0">
              <a:cs typeface="Courier New"/>
            </a:endParaRPr>
          </a:p>
          <a:p>
            <a:pPr marL="243007" indent="-233204">
              <a:spcBef>
                <a:spcPts val="4"/>
              </a:spcBef>
              <a:buClr>
                <a:srgbClr val="000000"/>
              </a:buClr>
              <a:buFont typeface="Arial"/>
              <a:buChar char="•"/>
              <a:tabLst>
                <a:tab pos="243007" algn="l"/>
                <a:tab pos="243523" algn="l"/>
              </a:tabLst>
            </a:pPr>
            <a:r>
              <a:rPr lang="en-US" sz="1800" spc="-20" noProof="0" dirty="0">
                <a:solidFill>
                  <a:srgbClr val="2D2C2C"/>
                </a:solidFill>
                <a:cs typeface="Segoe UI"/>
              </a:rPr>
              <a:t>However,</a:t>
            </a:r>
            <a:r>
              <a:rPr lang="en-US" sz="1800"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who –m </a:t>
            </a:r>
            <a:r>
              <a:rPr lang="en-US" sz="1800" spc="-8" noProof="0" dirty="0">
                <a:solidFill>
                  <a:srgbClr val="2D2C2C"/>
                </a:solidFill>
                <a:cs typeface="Segoe UI"/>
              </a:rPr>
              <a:t>shows</a:t>
            </a:r>
            <a:r>
              <a:rPr lang="en-US" sz="1800" spc="16" noProof="0" dirty="0">
                <a:solidFill>
                  <a:srgbClr val="2D2C2C"/>
                </a:solidFill>
                <a:cs typeface="Segoe UI"/>
              </a:rPr>
              <a:t> </a:t>
            </a:r>
            <a:r>
              <a:rPr lang="en-US" sz="1800" spc="-8" noProof="0" dirty="0">
                <a:solidFill>
                  <a:srgbClr val="2D2C2C"/>
                </a:solidFill>
                <a:cs typeface="Segoe UI"/>
              </a:rPr>
              <a:t>identity</a:t>
            </a:r>
            <a:r>
              <a:rPr lang="en-US" sz="1800" spc="37" noProof="0" dirty="0">
                <a:solidFill>
                  <a:srgbClr val="2D2C2C"/>
                </a:solidFill>
                <a:cs typeface="Segoe UI"/>
              </a:rPr>
              <a:t> </a:t>
            </a:r>
            <a:r>
              <a:rPr lang="en-US" sz="1800" spc="-20" noProof="0" dirty="0">
                <a:solidFill>
                  <a:srgbClr val="2D2C2C"/>
                </a:solidFill>
                <a:cs typeface="Segoe UI"/>
              </a:rPr>
              <a:t>of</a:t>
            </a:r>
            <a:r>
              <a:rPr lang="en-US" sz="1800" spc="16" noProof="0" dirty="0">
                <a:solidFill>
                  <a:srgbClr val="2D2C2C"/>
                </a:solidFill>
                <a:cs typeface="Segoe UI"/>
              </a:rPr>
              <a:t> </a:t>
            </a:r>
            <a:r>
              <a:rPr lang="en-US" sz="1800" spc="-4" noProof="0" dirty="0">
                <a:solidFill>
                  <a:srgbClr val="2D2C2C"/>
                </a:solidFill>
                <a:cs typeface="Segoe UI"/>
              </a:rPr>
              <a:t>the</a:t>
            </a:r>
            <a:r>
              <a:rPr lang="en-US" sz="1800" spc="8" noProof="0" dirty="0">
                <a:solidFill>
                  <a:srgbClr val="2D2C2C"/>
                </a:solidFill>
                <a:cs typeface="Segoe UI"/>
              </a:rPr>
              <a:t> </a:t>
            </a:r>
            <a:r>
              <a:rPr lang="en-US" sz="1800" spc="-4" noProof="0" dirty="0">
                <a:solidFill>
                  <a:srgbClr val="2D2C2C"/>
                </a:solidFill>
                <a:cs typeface="Segoe UI"/>
              </a:rPr>
              <a:t>original</a:t>
            </a:r>
            <a:r>
              <a:rPr lang="en-US" sz="1800" spc="16" noProof="0" dirty="0">
                <a:solidFill>
                  <a:srgbClr val="2D2C2C"/>
                </a:solidFill>
                <a:cs typeface="Segoe UI"/>
              </a:rPr>
              <a:t> user (owner of stdin but not on non-login terminals).</a:t>
            </a:r>
          </a:p>
          <a:p>
            <a:pPr marL="423003" lvl="1" indent="-233204">
              <a:spcBef>
                <a:spcPts val="4"/>
              </a:spcBef>
              <a:buClr>
                <a:srgbClr val="000000"/>
              </a:buClr>
              <a:buFont typeface="Arial"/>
              <a:buChar char="•"/>
              <a:tabLst>
                <a:tab pos="243007" algn="l"/>
                <a:tab pos="243523" algn="l"/>
              </a:tabLst>
            </a:pPr>
            <a:r>
              <a:rPr lang="en-US" sz="1800" spc="16" noProof="0" dirty="0">
                <a:solidFill>
                  <a:srgbClr val="2D2C2C"/>
                </a:solidFill>
                <a:cs typeface="Segoe UI"/>
              </a:rPr>
              <a:t>Or use: </a:t>
            </a:r>
            <a:r>
              <a:rPr lang="en-US" sz="1800" b="1" spc="16" noProof="0" dirty="0">
                <a:solidFill>
                  <a:srgbClr val="7030A0"/>
                </a:solidFill>
                <a:latin typeface="Hack" panose="020B0609030202020204" pitchFamily="49" charset="0"/>
                <a:ea typeface="Hack" panose="020B0609030202020204" pitchFamily="49" charset="0"/>
                <a:cs typeface="Hack" panose="020B0609030202020204" pitchFamily="49" charset="0"/>
              </a:rPr>
              <a:t>ls -l $(</a:t>
            </a:r>
            <a:r>
              <a:rPr lang="en-US" sz="1800" b="1" spc="16" noProof="0" dirty="0" err="1">
                <a:solidFill>
                  <a:srgbClr val="7030A0"/>
                </a:solidFill>
                <a:latin typeface="Hack" panose="020B0609030202020204" pitchFamily="49" charset="0"/>
                <a:ea typeface="Hack" panose="020B0609030202020204" pitchFamily="49" charset="0"/>
                <a:cs typeface="Hack" panose="020B0609030202020204" pitchFamily="49" charset="0"/>
              </a:rPr>
              <a:t>tty</a:t>
            </a:r>
            <a:r>
              <a:rPr lang="en-US" sz="1800" b="1" spc="16" noProof="0" dirty="0">
                <a:solidFill>
                  <a:srgbClr val="7030A0"/>
                </a:solidFill>
                <a:latin typeface="Hack" panose="020B0609030202020204" pitchFamily="49" charset="0"/>
                <a:ea typeface="Hack" panose="020B0609030202020204" pitchFamily="49" charset="0"/>
                <a:cs typeface="Hack" panose="020B0609030202020204" pitchFamily="49" charset="0"/>
              </a:rPr>
              <a:t>)|awk ‘{print $3}’</a:t>
            </a:r>
          </a:p>
          <a:p>
            <a:pPr marL="423003" lvl="1" indent="-233204">
              <a:spcBef>
                <a:spcPts val="4"/>
              </a:spcBef>
              <a:buClr>
                <a:srgbClr val="000000"/>
              </a:buClr>
              <a:buFont typeface="Arial"/>
              <a:buChar char="•"/>
              <a:tabLst>
                <a:tab pos="243007" algn="l"/>
                <a:tab pos="243523" algn="l"/>
              </a:tabLst>
            </a:pPr>
            <a:r>
              <a:rPr lang="en-US" sz="1800" spc="16" noProof="0" dirty="0">
                <a:solidFill>
                  <a:srgbClr val="2D2C2C"/>
                </a:solidFill>
                <a:cs typeface="Segoe UI"/>
              </a:rPr>
              <a:t>Alternatively, on Linux use </a:t>
            </a:r>
            <a:r>
              <a:rPr lang="en-US" sz="1800" b="1" spc="16" noProof="0" dirty="0">
                <a:solidFill>
                  <a:srgbClr val="7030A0"/>
                </a:solidFill>
                <a:latin typeface="Hack" panose="020B0609030202020204" pitchFamily="49" charset="0"/>
                <a:ea typeface="Hack" panose="020B0609030202020204" pitchFamily="49" charset="0"/>
                <a:cs typeface="Hack" panose="020B0609030202020204" pitchFamily="49" charset="0"/>
              </a:rPr>
              <a:t>stat –c '%U' $(</a:t>
            </a:r>
            <a:r>
              <a:rPr lang="en-US" sz="1800" b="1" spc="16" noProof="0" dirty="0" err="1">
                <a:solidFill>
                  <a:srgbClr val="7030A0"/>
                </a:solidFill>
                <a:latin typeface="Hack" panose="020B0609030202020204" pitchFamily="49" charset="0"/>
                <a:ea typeface="Hack" panose="020B0609030202020204" pitchFamily="49" charset="0"/>
                <a:cs typeface="Hack" panose="020B0609030202020204" pitchFamily="49" charset="0"/>
              </a:rPr>
              <a:t>tty</a:t>
            </a:r>
            <a:r>
              <a:rPr lang="en-US" sz="1800" b="1" spc="16" noProof="0" dirty="0">
                <a:solidFill>
                  <a:srgbClr val="7030A0"/>
                </a:solidFill>
                <a:latin typeface="Hack" panose="020B0609030202020204" pitchFamily="49" charset="0"/>
                <a:ea typeface="Hack" panose="020B0609030202020204" pitchFamily="49" charset="0"/>
                <a:cs typeface="Hack" panose="020B0609030202020204" pitchFamily="49" charset="0"/>
              </a:rPr>
              <a:t>)</a:t>
            </a:r>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28</a:t>
            </a:fld>
            <a:endParaRPr lang="en-US" noProof="0" dirty="0"/>
          </a:p>
        </p:txBody>
      </p:sp>
      <p:sp>
        <p:nvSpPr>
          <p:cNvPr id="13" name="Rectangle 3">
            <a:extLst>
              <a:ext uri="{FF2B5EF4-FFF2-40B4-BE49-F238E27FC236}">
                <a16:creationId xmlns:a16="http://schemas.microsoft.com/office/drawing/2014/main" id="{ED187695-3FDD-0828-0920-9B488C9884BF}"/>
              </a:ext>
            </a:extLst>
          </p:cNvPr>
          <p:cNvSpPr>
            <a:spLocks noChangeArrowheads="1"/>
          </p:cNvSpPr>
          <p:nvPr/>
        </p:nvSpPr>
        <p:spPr bwMode="auto">
          <a:xfrm>
            <a:off x="6096000" y="2344397"/>
            <a:ext cx="5580062" cy="107465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marR="4128">
              <a:spcBef>
                <a:spcPts val="77"/>
              </a:spcBef>
              <a:tabLst>
                <a:tab pos="876578" algn="l"/>
              </a:tabLst>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whoami</a:t>
            </a:r>
          </a:p>
          <a:p>
            <a:pPr marL="10319" marR="4128">
              <a:spcBef>
                <a:spcPts val="77"/>
              </a:spcBef>
              <a:tabLst>
                <a:tab pos="876578" algn="l"/>
              </a:tabLst>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henry</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pts</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0	Jul</a:t>
            </a:r>
            <a:r>
              <a:rPr lang="en-US" sz="1400"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27</a:t>
            </a:r>
            <a:r>
              <a:rPr lang="en-US" sz="1400"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16:06</a:t>
            </a:r>
            <a:r>
              <a:rPr lang="en-US" sz="140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(:0.0)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marR="4128">
              <a:spcBef>
                <a:spcPts val="77"/>
              </a:spcBef>
              <a:tabLst>
                <a:tab pos="876578" algn="l"/>
              </a:tabLst>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id</a:t>
            </a:r>
          </a:p>
          <a:p>
            <a:pPr marL="10319" marR="4128">
              <a:spcBef>
                <a:spcPts val="77"/>
              </a:spcBef>
              <a:tabLst>
                <a:tab pos="876578" algn="l"/>
              </a:tabLst>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uid2301(henry)</a:t>
            </a:r>
            <a:r>
              <a:rPr lang="en-US" sz="1400"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gid=2300(</a:t>
            </a:r>
            <a:r>
              <a:rPr lang="en-US" sz="14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qalxess</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groups=...</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14" name="Rectangle 3">
            <a:extLst>
              <a:ext uri="{FF2B5EF4-FFF2-40B4-BE49-F238E27FC236}">
                <a16:creationId xmlns:a16="http://schemas.microsoft.com/office/drawing/2014/main" id="{6665D0AC-105C-6875-3838-FE02B73C7450}"/>
              </a:ext>
            </a:extLst>
          </p:cNvPr>
          <p:cNvSpPr>
            <a:spLocks noChangeArrowheads="1"/>
          </p:cNvSpPr>
          <p:nvPr/>
        </p:nvSpPr>
        <p:spPr bwMode="auto">
          <a:xfrm>
            <a:off x="6095710" y="4416743"/>
            <a:ext cx="5580062" cy="1523494"/>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a:spcBef>
                <a:spcPts val="73"/>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su</a:t>
            </a:r>
            <a:r>
              <a:rPr lang="en-US" sz="1600" b="1"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600"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root</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a:spcBef>
                <a:spcPts val="4"/>
              </a:spcBef>
            </a:pPr>
            <a:r>
              <a:rPr lang="en-US" sz="1400" spc="-4" noProof="0" dirty="0">
                <a:solidFill>
                  <a:srgbClr val="FFFF00"/>
                </a:solidFill>
                <a:latin typeface="Hack" panose="020B0609030202020204" pitchFamily="49" charset="0"/>
                <a:ea typeface="Hack" panose="020B0609030202020204" pitchFamily="49" charset="0"/>
                <a:cs typeface="Hack" panose="020B0609030202020204" pitchFamily="49" charset="0"/>
              </a:rPr>
              <a:t>Password:</a:t>
            </a:r>
            <a:endParaRPr lang="en-US" sz="1400" noProof="0" dirty="0">
              <a:solidFill>
                <a:srgbClr val="FFFF00"/>
              </a:solidFill>
              <a:latin typeface="Hack" panose="020B0609030202020204" pitchFamily="49" charset="0"/>
              <a:ea typeface="Hack" panose="020B0609030202020204" pitchFamily="49" charset="0"/>
              <a:cs typeface="Hack" panose="020B0609030202020204" pitchFamily="49" charset="0"/>
            </a:endParaRPr>
          </a:p>
          <a:p>
            <a:pPr marR="4128">
              <a:tabLst>
                <a:tab pos="866259" algn="l"/>
              </a:tabLst>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who -m</a:t>
            </a:r>
            <a:endParaRPr lang="en-US" sz="1600" b="1"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marR="4128">
              <a:spcBef>
                <a:spcPts val="77"/>
              </a:spcBef>
              <a:tabLst>
                <a:tab pos="876578" algn="l"/>
              </a:tabLst>
            </a:pPr>
            <a:r>
              <a:rPr lang="en-US" sz="1200" spc="-4" noProof="0" dirty="0">
                <a:solidFill>
                  <a:schemeClr val="bg1"/>
                </a:solidFill>
                <a:latin typeface="Hack" panose="020B0609030202020204" pitchFamily="49" charset="0"/>
                <a:ea typeface="Hack" panose="020B0609030202020204" pitchFamily="49" charset="0"/>
                <a:cs typeface="Hack" panose="020B0609030202020204" pitchFamily="49" charset="0"/>
              </a:rPr>
              <a:t>henry</a:t>
            </a:r>
            <a:r>
              <a:rPr lang="en-US" sz="12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200" spc="-4" noProof="0" dirty="0">
                <a:solidFill>
                  <a:schemeClr val="bg1"/>
                </a:solidFill>
                <a:latin typeface="Hack" panose="020B0609030202020204" pitchFamily="49" charset="0"/>
                <a:ea typeface="Hack" panose="020B0609030202020204" pitchFamily="49" charset="0"/>
                <a:cs typeface="Hack" panose="020B0609030202020204" pitchFamily="49" charset="0"/>
              </a:rPr>
              <a:t>pts</a:t>
            </a:r>
            <a:r>
              <a:rPr lang="en-US" sz="1200"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200" spc="-4" noProof="0" dirty="0">
                <a:solidFill>
                  <a:schemeClr val="bg1"/>
                </a:solidFill>
                <a:latin typeface="Hack" panose="020B0609030202020204" pitchFamily="49" charset="0"/>
                <a:ea typeface="Hack" panose="020B0609030202020204" pitchFamily="49" charset="0"/>
                <a:cs typeface="Hack" panose="020B0609030202020204" pitchFamily="49" charset="0"/>
              </a:rPr>
              <a:t>0	Jul</a:t>
            </a:r>
            <a:r>
              <a:rPr lang="en-US" sz="1200"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200" spc="-4" noProof="0" dirty="0">
                <a:solidFill>
                  <a:schemeClr val="bg1"/>
                </a:solidFill>
                <a:latin typeface="Hack" panose="020B0609030202020204" pitchFamily="49" charset="0"/>
                <a:ea typeface="Hack" panose="020B0609030202020204" pitchFamily="49" charset="0"/>
                <a:cs typeface="Hack" panose="020B0609030202020204" pitchFamily="49" charset="0"/>
              </a:rPr>
              <a:t>27</a:t>
            </a:r>
            <a:r>
              <a:rPr lang="en-US" sz="1200"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200" spc="-4" noProof="0" dirty="0">
                <a:solidFill>
                  <a:schemeClr val="bg1"/>
                </a:solidFill>
                <a:latin typeface="Hack" panose="020B0609030202020204" pitchFamily="49" charset="0"/>
                <a:ea typeface="Hack" panose="020B0609030202020204" pitchFamily="49" charset="0"/>
                <a:cs typeface="Hack" panose="020B0609030202020204" pitchFamily="49" charset="0"/>
              </a:rPr>
              <a:t>16:06</a:t>
            </a:r>
            <a:r>
              <a:rPr lang="en-US" sz="120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200" spc="-4" noProof="0" dirty="0">
                <a:solidFill>
                  <a:schemeClr val="bg1"/>
                </a:solidFill>
                <a:latin typeface="Hack" panose="020B0609030202020204" pitchFamily="49" charset="0"/>
                <a:ea typeface="Hack" panose="020B0609030202020204" pitchFamily="49" charset="0"/>
                <a:cs typeface="Hack" panose="020B0609030202020204" pitchFamily="49" charset="0"/>
              </a:rPr>
              <a:t>(:0.0)</a:t>
            </a:r>
            <a:endParaRPr lang="en-US" sz="12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R="4128">
              <a:tabLst>
                <a:tab pos="866259" algn="l"/>
              </a:tabLst>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id</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a:spcBef>
                <a:spcPts val="73"/>
              </a:spcBef>
            </a:pPr>
            <a:r>
              <a:rPr lang="en-US" sz="1200" spc="-4" noProof="0" dirty="0">
                <a:solidFill>
                  <a:schemeClr val="bg1"/>
                </a:solidFill>
                <a:latin typeface="Hack" panose="020B0609030202020204" pitchFamily="49" charset="0"/>
                <a:ea typeface="Hack" panose="020B0609030202020204" pitchFamily="49" charset="0"/>
                <a:cs typeface="Hack" panose="020B0609030202020204" pitchFamily="49" charset="0"/>
              </a:rPr>
              <a:t>uid=0(root)</a:t>
            </a:r>
            <a:r>
              <a:rPr lang="en-US" sz="1200"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200" spc="-4" noProof="0" dirty="0">
                <a:solidFill>
                  <a:schemeClr val="bg1"/>
                </a:solidFill>
                <a:latin typeface="Hack" panose="020B0609030202020204" pitchFamily="49" charset="0"/>
                <a:ea typeface="Hack" panose="020B0609030202020204" pitchFamily="49" charset="0"/>
                <a:cs typeface="Hack" panose="020B0609030202020204" pitchFamily="49" charset="0"/>
              </a:rPr>
              <a:t>gid=0(root)</a:t>
            </a:r>
            <a:r>
              <a:rPr lang="en-US" sz="1200"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200" spc="-4" noProof="0" dirty="0">
                <a:solidFill>
                  <a:schemeClr val="bg1"/>
                </a:solidFill>
                <a:latin typeface="Hack" panose="020B0609030202020204" pitchFamily="49" charset="0"/>
                <a:ea typeface="Hack" panose="020B0609030202020204" pitchFamily="49" charset="0"/>
                <a:cs typeface="Hack" panose="020B0609030202020204" pitchFamily="49" charset="0"/>
              </a:rPr>
              <a:t>groups=0(root),5(</a:t>
            </a:r>
            <a:r>
              <a:rPr lang="en-US" sz="12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tty</a:t>
            </a:r>
            <a:r>
              <a:rPr lang="en-US" sz="1200" spc="-4" noProof="0" dirty="0">
                <a:solidFill>
                  <a:schemeClr val="bg1"/>
                </a:solidFill>
                <a:latin typeface="Courier New"/>
                <a:cs typeface="Courier New"/>
              </a:rPr>
              <a:t>)</a:t>
            </a:r>
            <a:endParaRPr lang="en-US" sz="1200" noProof="0" dirty="0">
              <a:solidFill>
                <a:schemeClr val="bg1"/>
              </a:solidFill>
              <a:latin typeface="Courier New"/>
              <a:cs typeface="Courier New"/>
            </a:endParaRPr>
          </a:p>
        </p:txBody>
      </p:sp>
    </p:spTree>
    <p:extLst>
      <p:ext uri="{BB962C8B-B14F-4D97-AF65-F5344CB8AC3E}">
        <p14:creationId xmlns:p14="http://schemas.microsoft.com/office/powerpoint/2010/main" val="40620261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CBA2146-02AF-7322-C8A7-A26220A9E6BE}"/>
              </a:ext>
            </a:extLst>
          </p:cNvPr>
          <p:cNvSpPr>
            <a:spLocks noGrp="1"/>
          </p:cNvSpPr>
          <p:nvPr>
            <p:ph type="ctrTitle"/>
          </p:nvPr>
        </p:nvSpPr>
        <p:spPr/>
        <p:txBody>
          <a:bodyPr/>
          <a:lstStyle/>
          <a:p>
            <a:r>
              <a:rPr lang="en-US" noProof="0" dirty="0"/>
              <a:t>Review and lab</a:t>
            </a:r>
          </a:p>
        </p:txBody>
      </p:sp>
      <p:sp>
        <p:nvSpPr>
          <p:cNvPr id="6" name="Subtitle 5">
            <a:extLst>
              <a:ext uri="{FF2B5EF4-FFF2-40B4-BE49-F238E27FC236}">
                <a16:creationId xmlns:a16="http://schemas.microsoft.com/office/drawing/2014/main" id="{17A4948F-2EE7-13CD-9FCB-E9715758911F}"/>
              </a:ext>
            </a:extLst>
          </p:cNvPr>
          <p:cNvSpPr>
            <a:spLocks noGrp="1"/>
          </p:cNvSpPr>
          <p:nvPr>
            <p:ph type="subTitle" idx="1"/>
          </p:nvPr>
        </p:nvSpPr>
        <p:spPr/>
        <p:txBody>
          <a:bodyPr/>
          <a:lstStyle/>
          <a:p>
            <a:endParaRPr lang="en-US" noProof="0" dirty="0"/>
          </a:p>
        </p:txBody>
      </p:sp>
      <p:sp>
        <p:nvSpPr>
          <p:cNvPr id="4" name="Slide Number Placeholder 3">
            <a:extLst>
              <a:ext uri="{FF2B5EF4-FFF2-40B4-BE49-F238E27FC236}">
                <a16:creationId xmlns:a16="http://schemas.microsoft.com/office/drawing/2014/main" id="{D842AC03-EB5F-B7C1-BDDF-E07633F8FF5B}"/>
              </a:ext>
            </a:extLst>
          </p:cNvPr>
          <p:cNvSpPr>
            <a:spLocks noGrp="1"/>
          </p:cNvSpPr>
          <p:nvPr>
            <p:ph type="sldNum" sz="quarter" idx="4294967295"/>
          </p:nvPr>
        </p:nvSpPr>
        <p:spPr>
          <a:xfrm>
            <a:off x="9448800" y="6399213"/>
            <a:ext cx="2743200" cy="365125"/>
          </a:xfrm>
          <a:prstGeom prst="rect">
            <a:avLst/>
          </a:prstGeom>
        </p:spPr>
        <p:txBody>
          <a:bodyPr/>
          <a:lstStyle/>
          <a:p>
            <a:fld id="{F3469444-D02B-D446-9CF8-19DEDDE073D1}" type="slidenum">
              <a:rPr lang="en-US" noProof="0" smtClean="0"/>
              <a:pPr/>
              <a:t>29</a:t>
            </a:fld>
            <a:endParaRPr lang="en-US" noProof="0" dirty="0"/>
          </a:p>
        </p:txBody>
      </p:sp>
    </p:spTree>
    <p:extLst>
      <p:ext uri="{BB962C8B-B14F-4D97-AF65-F5344CB8AC3E}">
        <p14:creationId xmlns:p14="http://schemas.microsoft.com/office/powerpoint/2010/main" val="23428692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F38D9AD-33C1-850D-10FC-1E2C80B6EFB4}"/>
              </a:ext>
            </a:extLst>
          </p:cNvPr>
          <p:cNvSpPr>
            <a:spLocks noGrp="1"/>
          </p:cNvSpPr>
          <p:nvPr>
            <p:ph type="ctrTitle"/>
          </p:nvPr>
        </p:nvSpPr>
        <p:spPr/>
        <p:txBody>
          <a:bodyPr/>
          <a:lstStyle/>
          <a:p>
            <a:r>
              <a:rPr lang="en-US" noProof="0" dirty="0"/>
              <a:t>Review questions</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4"/>
          </p:nvPr>
        </p:nvSpPr>
        <p:spPr/>
        <p:txBody>
          <a:bodyPr/>
          <a:lstStyle/>
          <a:p>
            <a:pPr marL="342900" lvl="4" indent="-342900">
              <a:lnSpc>
                <a:spcPct val="150000"/>
              </a:lnSpc>
              <a:spcAft>
                <a:spcPts val="0"/>
              </a:spcAft>
              <a:buFont typeface="+mj-lt"/>
              <a:buAutoNum type="alphaLcParenR"/>
            </a:pPr>
            <a:r>
              <a:rPr lang="en-US" noProof="0" dirty="0"/>
              <a:t>Why is it recommended to run </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su</a:t>
            </a:r>
            <a:r>
              <a:rPr lang="en-US" noProof="0" dirty="0"/>
              <a:t> with the hyphen (i.e., </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su – </a:t>
            </a:r>
            <a:r>
              <a:rPr lang="en-US" noProof="0" dirty="0"/>
              <a:t>)? </a:t>
            </a:r>
          </a:p>
          <a:p>
            <a:pPr marL="342900" lvl="4" indent="-342900">
              <a:lnSpc>
                <a:spcPct val="150000"/>
              </a:lnSpc>
              <a:spcAft>
                <a:spcPts val="0"/>
              </a:spcAft>
              <a:buFont typeface="+mj-lt"/>
              <a:buAutoNum type="alphaLcParenR"/>
            </a:pPr>
            <a:r>
              <a:rPr lang="en-US" noProof="0" dirty="0"/>
              <a:t>You have issued </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su root </a:t>
            </a:r>
            <a:r>
              <a:rPr lang="en-US" noProof="0" dirty="0"/>
              <a:t>command without the hyphen. What is your location in the filesystem? </a:t>
            </a:r>
          </a:p>
          <a:p>
            <a:pPr marL="342900" lvl="4" indent="-342900">
              <a:lnSpc>
                <a:spcPct val="150000"/>
              </a:lnSpc>
              <a:spcAft>
                <a:spcPts val="0"/>
              </a:spcAft>
              <a:buFont typeface="+mj-lt"/>
              <a:buAutoNum type="alphaLcParenR"/>
            </a:pPr>
            <a:r>
              <a:rPr lang="en-US" noProof="0" dirty="0"/>
              <a:t>You are logged in as user </a:t>
            </a:r>
            <a:r>
              <a:rPr lang="en-US" b="1" noProof="0" dirty="0"/>
              <a:t>fred</a:t>
            </a:r>
            <a:r>
              <a:rPr lang="en-US" noProof="0" dirty="0"/>
              <a:t>, and you have just typed the command: </a:t>
            </a:r>
          </a:p>
          <a:p>
            <a:pPr marL="800100" lvl="5" indent="-342900">
              <a:lnSpc>
                <a:spcPct val="150000"/>
              </a:lnSpc>
            </a:pP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 sudo –u root /</a:t>
            </a:r>
            <a:r>
              <a:rPr lang="en-US" b="1" noProof="0" dirty="0" err="1">
                <a:solidFill>
                  <a:srgbClr val="7030A0"/>
                </a:solidFill>
                <a:latin typeface="Hack" panose="020B0609030202020204" pitchFamily="49" charset="0"/>
                <a:ea typeface="Hack" panose="020B0609030202020204" pitchFamily="49" charset="0"/>
                <a:cs typeface="Hack" panose="020B0609030202020204" pitchFamily="49" charset="0"/>
              </a:rPr>
              <a:t>usr</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b="1" noProof="0" dirty="0" err="1">
                <a:solidFill>
                  <a:srgbClr val="7030A0"/>
                </a:solidFill>
                <a:latin typeface="Hack" panose="020B0609030202020204" pitchFamily="49" charset="0"/>
                <a:ea typeface="Hack" panose="020B0609030202020204" pitchFamily="49" charset="0"/>
                <a:cs typeface="Hack" panose="020B0609030202020204" pitchFamily="49" charset="0"/>
              </a:rPr>
              <a:t>sbin</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/visudo</a:t>
            </a:r>
          </a:p>
          <a:p>
            <a:pPr marL="457200" lvl="5" indent="0">
              <a:lnSpc>
                <a:spcPct val="150000"/>
              </a:lnSpc>
              <a:buNone/>
            </a:pPr>
            <a:r>
              <a:rPr lang="en-US" noProof="0" dirty="0"/>
              <a:t>The </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sudo</a:t>
            </a:r>
            <a:r>
              <a:rPr lang="en-US" noProof="0" dirty="0"/>
              <a:t> command asks you for a password. Whose password are you going to provide?</a:t>
            </a:r>
          </a:p>
          <a:p>
            <a:pPr marL="342900" lvl="4" indent="-342900">
              <a:lnSpc>
                <a:spcPct val="150000"/>
              </a:lnSpc>
              <a:spcAft>
                <a:spcPts val="0"/>
              </a:spcAft>
              <a:buFont typeface="+mj-lt"/>
              <a:buAutoNum type="alphaLcParenR"/>
            </a:pPr>
            <a:r>
              <a:rPr lang="en-US" noProof="0" dirty="0"/>
              <a:t>What are two most important advantages of </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sudo</a:t>
            </a:r>
            <a:r>
              <a:rPr lang="en-US" noProof="0" dirty="0"/>
              <a:t> over </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su</a:t>
            </a:r>
            <a:r>
              <a:rPr lang="en-US" noProof="0" dirty="0"/>
              <a:t>?</a:t>
            </a:r>
          </a:p>
          <a:p>
            <a:pPr marL="342900" lvl="4" indent="-342900">
              <a:lnSpc>
                <a:spcPct val="150000"/>
              </a:lnSpc>
              <a:spcAft>
                <a:spcPts val="0"/>
              </a:spcAft>
              <a:buFont typeface="+mj-lt"/>
              <a:buAutoNum type="alphaLcParenR"/>
            </a:pPr>
            <a:r>
              <a:rPr lang="en-US" noProof="0" dirty="0"/>
              <a:t>What does BSD use instead of </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sudo</a:t>
            </a:r>
            <a:r>
              <a:rPr lang="en-US" noProof="0" dirty="0"/>
              <a:t>?</a:t>
            </a:r>
          </a:p>
          <a:p>
            <a:endParaRPr lang="en-US"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12"/>
          </p:nvPr>
        </p:nvSpPr>
        <p:spPr>
          <a:prstGeom prst="rect">
            <a:avLst/>
          </a:prstGeom>
        </p:spPr>
        <p:txBody>
          <a:bodyPr/>
          <a:lstStyle/>
          <a:p>
            <a:fld id="{EF892D59-8F09-EF4B-AD6D-DA609442F868}" type="slidenum">
              <a:rPr lang="en-US" noProof="0" smtClean="0"/>
              <a:pPr/>
              <a:t>30</a:t>
            </a:fld>
            <a:endParaRPr lang="en-US" noProof="0" dirty="0"/>
          </a:p>
        </p:txBody>
      </p:sp>
    </p:spTree>
    <p:extLst>
      <p:ext uri="{BB962C8B-B14F-4D97-AF65-F5344CB8AC3E}">
        <p14:creationId xmlns:p14="http://schemas.microsoft.com/office/powerpoint/2010/main" val="34960451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B529D89-2C5B-1819-6C27-05FDDCBC2900}"/>
              </a:ext>
            </a:extLst>
          </p:cNvPr>
          <p:cNvSpPr>
            <a:spLocks noGrp="1"/>
          </p:cNvSpPr>
          <p:nvPr>
            <p:ph type="ctrTitle"/>
          </p:nvPr>
        </p:nvSpPr>
        <p:spPr>
          <a:xfrm>
            <a:off x="443921" y="500194"/>
            <a:ext cx="6679721" cy="858985"/>
          </a:xfrm>
        </p:spPr>
        <p:txBody>
          <a:bodyPr/>
          <a:lstStyle/>
          <a:p>
            <a:r>
              <a:rPr lang="en-US" noProof="0" dirty="0"/>
              <a:t>Practical exercise 7</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a:p>
            <a:pPr marL="285750" indent="-285750">
              <a:buFont typeface="Arial" panose="020B0604020202020204" pitchFamily="34" charset="0"/>
              <a:buChar char="•"/>
            </a:pPr>
            <a:endParaRPr lang="en-US"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9448800" y="6399213"/>
            <a:ext cx="2743200" cy="365125"/>
          </a:xfrm>
          <a:prstGeom prst="rect">
            <a:avLst/>
          </a:prstGeom>
        </p:spPr>
        <p:txBody>
          <a:bodyPr/>
          <a:lstStyle/>
          <a:p>
            <a:fld id="{EF892D59-8F09-EF4B-AD6D-DA609442F868}" type="slidenum">
              <a:rPr lang="en-US" noProof="0" smtClean="0"/>
              <a:pPr/>
              <a:t>31</a:t>
            </a:fld>
            <a:endParaRPr lang="en-US" noProof="0" dirty="0"/>
          </a:p>
        </p:txBody>
      </p:sp>
    </p:spTree>
    <p:extLst>
      <p:ext uri="{BB962C8B-B14F-4D97-AF65-F5344CB8AC3E}">
        <p14:creationId xmlns:p14="http://schemas.microsoft.com/office/powerpoint/2010/main" val="28802640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5787E53-6FF8-4BC9-2702-18D11F61EDC1}"/>
              </a:ext>
            </a:extLst>
          </p:cNvPr>
          <p:cNvSpPr>
            <a:spLocks noGrp="1"/>
          </p:cNvSpPr>
          <p:nvPr>
            <p:ph type="ctrTitle"/>
          </p:nvPr>
        </p:nvSpPr>
        <p:spPr/>
        <p:txBody>
          <a:bodyPr/>
          <a:lstStyle/>
          <a:p>
            <a:r>
              <a:rPr lang="en-US" noProof="0" dirty="0"/>
              <a:t>Summary</a:t>
            </a:r>
          </a:p>
        </p:txBody>
      </p:sp>
      <p:sp>
        <p:nvSpPr>
          <p:cNvPr id="6" name="Text Placeholder 5">
            <a:extLst>
              <a:ext uri="{FF2B5EF4-FFF2-40B4-BE49-F238E27FC236}">
                <a16:creationId xmlns:a16="http://schemas.microsoft.com/office/drawing/2014/main" id="{9ECDB192-E59C-C44D-B6D5-3E31ED8088B5}"/>
              </a:ext>
            </a:extLst>
          </p:cNvPr>
          <p:cNvSpPr>
            <a:spLocks noGrp="1"/>
          </p:cNvSpPr>
          <p:nvPr>
            <p:ph type="body" sz="quarter" idx="14"/>
          </p:nvPr>
        </p:nvSpPr>
        <p:spPr/>
        <p:txBody>
          <a:bodyPr/>
          <a:lstStyle/>
          <a:p>
            <a:pPr marL="289957" indent="-280154">
              <a:spcBef>
                <a:spcPts val="569"/>
              </a:spcBef>
              <a:buClr>
                <a:srgbClr val="000000"/>
              </a:buClr>
              <a:buFont typeface="Arial"/>
              <a:buChar char="•"/>
              <a:tabLst>
                <a:tab pos="289957" algn="l"/>
                <a:tab pos="290473" algn="l"/>
              </a:tabLst>
            </a:pPr>
            <a:r>
              <a:rPr lang="en-US" spc="-8" noProof="0" dirty="0">
                <a:solidFill>
                  <a:srgbClr val="2D2C2C"/>
                </a:solidFill>
                <a:cs typeface="Segoe UI"/>
              </a:rPr>
              <a:t>Working</a:t>
            </a:r>
            <a:r>
              <a:rPr lang="en-US" spc="-16" noProof="0" dirty="0">
                <a:solidFill>
                  <a:srgbClr val="2D2C2C"/>
                </a:solidFill>
                <a:cs typeface="Segoe UI"/>
              </a:rPr>
              <a:t> </a:t>
            </a:r>
            <a:r>
              <a:rPr lang="en-US" spc="-4" noProof="0" dirty="0">
                <a:solidFill>
                  <a:srgbClr val="2D2C2C"/>
                </a:solidFill>
                <a:cs typeface="Segoe UI"/>
              </a:rPr>
              <a:t>as</a:t>
            </a:r>
            <a:r>
              <a:rPr lang="en-US" spc="4" noProof="0" dirty="0">
                <a:solidFill>
                  <a:srgbClr val="2D2C2C"/>
                </a:solidFill>
                <a:cs typeface="Segoe UI"/>
              </a:rPr>
              <a:t> </a:t>
            </a:r>
            <a:r>
              <a:rPr lang="en-US" b="1" spc="-4" noProof="0" dirty="0">
                <a:solidFill>
                  <a:srgbClr val="0000C7"/>
                </a:solidFill>
                <a:latin typeface="Hack" panose="020B0609030202020204" pitchFamily="49" charset="0"/>
                <a:ea typeface="Hack" panose="020B0609030202020204" pitchFamily="49" charset="0"/>
                <a:cs typeface="Hack" panose="020B0609030202020204" pitchFamily="49" charset="0"/>
              </a:rPr>
              <a:t>root</a:t>
            </a:r>
            <a:r>
              <a:rPr lang="en-US" b="1" spc="-12" noProof="0" dirty="0">
                <a:solidFill>
                  <a:srgbClr val="0000C7"/>
                </a:solidFill>
                <a:cs typeface="Segoe UI"/>
              </a:rPr>
              <a:t> </a:t>
            </a:r>
            <a:r>
              <a:rPr lang="en-US" spc="-8" noProof="0" dirty="0">
                <a:solidFill>
                  <a:srgbClr val="2D2C2C"/>
                </a:solidFill>
                <a:cs typeface="Segoe UI"/>
              </a:rPr>
              <a:t>is</a:t>
            </a:r>
            <a:r>
              <a:rPr lang="en-US" spc="-12" noProof="0" dirty="0">
                <a:solidFill>
                  <a:srgbClr val="2D2C2C"/>
                </a:solidFill>
                <a:cs typeface="Segoe UI"/>
              </a:rPr>
              <a:t> </a:t>
            </a:r>
            <a:r>
              <a:rPr lang="en-US" spc="-8" noProof="0" dirty="0">
                <a:solidFill>
                  <a:srgbClr val="2D2C2C"/>
                </a:solidFill>
                <a:cs typeface="Segoe UI"/>
              </a:rPr>
              <a:t>dangerous.</a:t>
            </a:r>
            <a:endParaRPr lang="en-US" noProof="0" dirty="0">
              <a:cs typeface="Segoe UI"/>
            </a:endParaRPr>
          </a:p>
          <a:p>
            <a:pPr marL="518001" lvl="1" indent="-233204">
              <a:spcBef>
                <a:spcPts val="488"/>
              </a:spcBef>
              <a:buClr>
                <a:srgbClr val="000000"/>
              </a:buClr>
              <a:buFont typeface="Arial"/>
              <a:buChar char="•"/>
              <a:tabLst>
                <a:tab pos="517485" algn="l"/>
                <a:tab pos="518001" algn="l"/>
              </a:tabLst>
            </a:pPr>
            <a:r>
              <a:rPr lang="en-US" spc="-16" noProof="0" dirty="0">
                <a:solidFill>
                  <a:srgbClr val="2D2C2C"/>
                </a:solidFill>
                <a:cs typeface="Segoe UI"/>
              </a:rPr>
              <a:t>Strive</a:t>
            </a:r>
            <a:r>
              <a:rPr lang="en-US" spc="-8" noProof="0" dirty="0">
                <a:solidFill>
                  <a:srgbClr val="2D2C2C"/>
                </a:solidFill>
                <a:cs typeface="Segoe UI"/>
              </a:rPr>
              <a:t> </a:t>
            </a:r>
            <a:r>
              <a:rPr lang="en-US" spc="-16" noProof="0" dirty="0">
                <a:solidFill>
                  <a:srgbClr val="2D2C2C"/>
                </a:solidFill>
                <a:cs typeface="Segoe UI"/>
              </a:rPr>
              <a:t>to</a:t>
            </a:r>
            <a:r>
              <a:rPr lang="en-US" spc="24" noProof="0" dirty="0">
                <a:solidFill>
                  <a:srgbClr val="2D2C2C"/>
                </a:solidFill>
                <a:cs typeface="Segoe UI"/>
              </a:rPr>
              <a:t> </a:t>
            </a:r>
            <a:r>
              <a:rPr lang="en-US" spc="-4" noProof="0" dirty="0">
                <a:solidFill>
                  <a:srgbClr val="2D2C2C"/>
                </a:solidFill>
                <a:cs typeface="Segoe UI"/>
              </a:rPr>
              <a:t>work</a:t>
            </a:r>
            <a:r>
              <a:rPr lang="en-US" spc="16" noProof="0" dirty="0">
                <a:solidFill>
                  <a:srgbClr val="2D2C2C"/>
                </a:solidFill>
                <a:cs typeface="Segoe UI"/>
              </a:rPr>
              <a:t> </a:t>
            </a:r>
            <a:r>
              <a:rPr lang="en-US" spc="-4" noProof="0" dirty="0">
                <a:solidFill>
                  <a:srgbClr val="2D2C2C"/>
                </a:solidFill>
                <a:cs typeface="Segoe UI"/>
              </a:rPr>
              <a:t>as</a:t>
            </a:r>
            <a:r>
              <a:rPr lang="en-US" spc="-8" noProof="0" dirty="0">
                <a:solidFill>
                  <a:srgbClr val="2D2C2C"/>
                </a:solidFill>
                <a:cs typeface="Segoe UI"/>
              </a:rPr>
              <a:t> </a:t>
            </a:r>
            <a:r>
              <a:rPr lang="en-US" noProof="0" dirty="0">
                <a:solidFill>
                  <a:srgbClr val="2D2C2C"/>
                </a:solidFill>
                <a:cs typeface="Segoe UI"/>
              </a:rPr>
              <a:t>ordinary</a:t>
            </a:r>
            <a:r>
              <a:rPr lang="en-US" spc="37" noProof="0" dirty="0">
                <a:solidFill>
                  <a:srgbClr val="2D2C2C"/>
                </a:solidFill>
                <a:cs typeface="Segoe UI"/>
              </a:rPr>
              <a:t> </a:t>
            </a:r>
            <a:r>
              <a:rPr lang="en-US" spc="-8" noProof="0" dirty="0">
                <a:solidFill>
                  <a:srgbClr val="2D2C2C"/>
                </a:solidFill>
                <a:cs typeface="Segoe UI"/>
              </a:rPr>
              <a:t>user</a:t>
            </a:r>
            <a:r>
              <a:rPr lang="en-US" spc="20" noProof="0" dirty="0">
                <a:solidFill>
                  <a:srgbClr val="2D2C2C"/>
                </a:solidFill>
                <a:cs typeface="Segoe UI"/>
              </a:rPr>
              <a:t> </a:t>
            </a:r>
            <a:r>
              <a:rPr lang="en-US" spc="-8" noProof="0" dirty="0">
                <a:solidFill>
                  <a:srgbClr val="2D2C2C"/>
                </a:solidFill>
                <a:cs typeface="Segoe UI"/>
              </a:rPr>
              <a:t>most</a:t>
            </a:r>
            <a:r>
              <a:rPr lang="en-US" spc="33" noProof="0" dirty="0">
                <a:solidFill>
                  <a:srgbClr val="2D2C2C"/>
                </a:solidFill>
                <a:cs typeface="Segoe UI"/>
              </a:rPr>
              <a:t> </a:t>
            </a:r>
            <a:r>
              <a:rPr lang="en-US" spc="-20" noProof="0" dirty="0">
                <a:solidFill>
                  <a:srgbClr val="2D2C2C"/>
                </a:solidFill>
                <a:cs typeface="Segoe UI"/>
              </a:rPr>
              <a:t>of</a:t>
            </a:r>
            <a:r>
              <a:rPr lang="en-US" noProof="0" dirty="0">
                <a:solidFill>
                  <a:srgbClr val="2D2C2C"/>
                </a:solidFill>
                <a:cs typeface="Segoe UI"/>
              </a:rPr>
              <a:t> </a:t>
            </a:r>
            <a:r>
              <a:rPr lang="en-US" spc="-4" noProof="0" dirty="0">
                <a:solidFill>
                  <a:srgbClr val="2D2C2C"/>
                </a:solidFill>
                <a:cs typeface="Segoe UI"/>
              </a:rPr>
              <a:t>the</a:t>
            </a:r>
            <a:r>
              <a:rPr lang="en-US" spc="4" noProof="0" dirty="0">
                <a:solidFill>
                  <a:srgbClr val="2D2C2C"/>
                </a:solidFill>
                <a:cs typeface="Segoe UI"/>
              </a:rPr>
              <a:t> </a:t>
            </a:r>
            <a:r>
              <a:rPr lang="en-US" spc="-8" noProof="0" dirty="0">
                <a:solidFill>
                  <a:srgbClr val="2D2C2C"/>
                </a:solidFill>
                <a:cs typeface="Segoe UI"/>
              </a:rPr>
              <a:t>time</a:t>
            </a:r>
            <a:endParaRPr lang="en-US" noProof="0" dirty="0">
              <a:cs typeface="Segoe UI"/>
            </a:endParaRPr>
          </a:p>
          <a:p>
            <a:pPr marL="289957" indent="-280154">
              <a:spcBef>
                <a:spcPts val="975"/>
              </a:spcBef>
              <a:buClr>
                <a:srgbClr val="000000"/>
              </a:buClr>
              <a:buFont typeface="Arial"/>
              <a:buChar char="•"/>
              <a:tabLst>
                <a:tab pos="289957" algn="l"/>
                <a:tab pos="290473" algn="l"/>
              </a:tabLst>
            </a:pPr>
            <a:r>
              <a:rPr lang="en-US" spc="-8" noProof="0" dirty="0">
                <a:solidFill>
                  <a:srgbClr val="2D2C2C"/>
                </a:solidFill>
                <a:cs typeface="Segoe UI"/>
              </a:rPr>
              <a:t>The</a:t>
            </a:r>
            <a:r>
              <a:rPr lang="en-US" spc="8" noProof="0" dirty="0">
                <a:solidFill>
                  <a:srgbClr val="2D2C2C"/>
                </a:solidFill>
                <a:cs typeface="Segoe UI"/>
              </a:rPr>
              <a:t> </a:t>
            </a:r>
            <a:r>
              <a:rPr lang="en-US" b="1" noProof="0" dirty="0">
                <a:solidFill>
                  <a:srgbClr val="0000C7"/>
                </a:solidFill>
                <a:latin typeface="Hack" panose="020B0609030202020204" pitchFamily="49" charset="0"/>
                <a:ea typeface="Hack" panose="020B0609030202020204" pitchFamily="49" charset="0"/>
                <a:cs typeface="Hack" panose="020B0609030202020204" pitchFamily="49" charset="0"/>
              </a:rPr>
              <a:t>su</a:t>
            </a:r>
            <a:r>
              <a:rPr lang="en-US" b="1" spc="-4" noProof="0" dirty="0">
                <a:solidFill>
                  <a:srgbClr val="0000C7"/>
                </a:solidFill>
                <a:cs typeface="Segoe UI"/>
              </a:rPr>
              <a:t> </a:t>
            </a:r>
            <a:r>
              <a:rPr lang="en-US" spc="-12" noProof="0" dirty="0">
                <a:solidFill>
                  <a:srgbClr val="2D2C2C"/>
                </a:solidFill>
                <a:cs typeface="Segoe UI"/>
              </a:rPr>
              <a:t>command</a:t>
            </a:r>
            <a:r>
              <a:rPr lang="en-US" spc="37" noProof="0" dirty="0">
                <a:solidFill>
                  <a:srgbClr val="2D2C2C"/>
                </a:solidFill>
                <a:cs typeface="Segoe UI"/>
              </a:rPr>
              <a:t> </a:t>
            </a:r>
            <a:r>
              <a:rPr lang="en-US" spc="-8" noProof="0" dirty="0">
                <a:solidFill>
                  <a:srgbClr val="2D2C2C"/>
                </a:solidFill>
                <a:cs typeface="Segoe UI"/>
              </a:rPr>
              <a:t>allows</a:t>
            </a:r>
            <a:r>
              <a:rPr lang="en-US" spc="37" noProof="0" dirty="0">
                <a:solidFill>
                  <a:srgbClr val="2D2C2C"/>
                </a:solidFill>
                <a:cs typeface="Segoe UI"/>
              </a:rPr>
              <a:t> </a:t>
            </a:r>
            <a:r>
              <a:rPr lang="en-US" spc="-8" noProof="0" dirty="0">
                <a:solidFill>
                  <a:srgbClr val="2D2C2C"/>
                </a:solidFill>
                <a:cs typeface="Segoe UI"/>
              </a:rPr>
              <a:t>substitution</a:t>
            </a:r>
            <a:r>
              <a:rPr lang="en-US" spc="57" noProof="0" dirty="0">
                <a:solidFill>
                  <a:srgbClr val="2D2C2C"/>
                </a:solidFill>
                <a:cs typeface="Segoe UI"/>
              </a:rPr>
              <a:t> </a:t>
            </a:r>
            <a:r>
              <a:rPr lang="en-US" spc="-20" noProof="0" dirty="0">
                <a:solidFill>
                  <a:srgbClr val="2D2C2C"/>
                </a:solidFill>
                <a:cs typeface="Segoe UI"/>
              </a:rPr>
              <a:t>of</a:t>
            </a:r>
            <a:r>
              <a:rPr lang="en-US" noProof="0" dirty="0">
                <a:solidFill>
                  <a:srgbClr val="2D2C2C"/>
                </a:solidFill>
                <a:cs typeface="Segoe UI"/>
              </a:rPr>
              <a:t> </a:t>
            </a:r>
            <a:r>
              <a:rPr lang="en-US" spc="-8" noProof="0" dirty="0">
                <a:solidFill>
                  <a:srgbClr val="2D2C2C"/>
                </a:solidFill>
                <a:cs typeface="Segoe UI"/>
              </a:rPr>
              <a:t>user.</a:t>
            </a:r>
            <a:endParaRPr lang="en-US" noProof="0" dirty="0">
              <a:cs typeface="Segoe UI"/>
            </a:endParaRPr>
          </a:p>
          <a:p>
            <a:pPr marL="518001" lvl="1" indent="-233204">
              <a:spcBef>
                <a:spcPts val="492"/>
              </a:spcBef>
              <a:buClr>
                <a:srgbClr val="000000"/>
              </a:buClr>
              <a:buFont typeface="Arial"/>
              <a:buChar char="•"/>
              <a:tabLst>
                <a:tab pos="517485" algn="l"/>
                <a:tab pos="518001" algn="l"/>
              </a:tabLst>
            </a:pPr>
            <a:r>
              <a:rPr lang="en-US" spc="-8" noProof="0" dirty="0">
                <a:solidFill>
                  <a:srgbClr val="2D2C2C"/>
                </a:solidFill>
                <a:cs typeface="Segoe UI"/>
              </a:rPr>
              <a:t>Usually</a:t>
            </a:r>
            <a:r>
              <a:rPr lang="en-US" spc="8" noProof="0" dirty="0">
                <a:solidFill>
                  <a:srgbClr val="2D2C2C"/>
                </a:solidFill>
                <a:cs typeface="Segoe UI"/>
              </a:rPr>
              <a:t> </a:t>
            </a:r>
            <a:r>
              <a:rPr lang="en-US" spc="-16" noProof="0" dirty="0">
                <a:solidFill>
                  <a:srgbClr val="2D2C2C"/>
                </a:solidFill>
                <a:cs typeface="Segoe UI"/>
              </a:rPr>
              <a:t>to</a:t>
            </a:r>
            <a:r>
              <a:rPr lang="en-US" noProof="0" dirty="0">
                <a:solidFill>
                  <a:srgbClr val="2D2C2C"/>
                </a:solidFill>
                <a:cs typeface="Segoe UI"/>
              </a:rPr>
              <a:t> perform</a:t>
            </a:r>
            <a:r>
              <a:rPr lang="en-US" spc="28" noProof="0" dirty="0">
                <a:solidFill>
                  <a:srgbClr val="2D2C2C"/>
                </a:solidFill>
                <a:cs typeface="Segoe UI"/>
              </a:rPr>
              <a:t> </a:t>
            </a:r>
            <a:r>
              <a:rPr lang="en-US" spc="-8" noProof="0" dirty="0">
                <a:solidFill>
                  <a:srgbClr val="2D2C2C"/>
                </a:solidFill>
                <a:cs typeface="Segoe UI"/>
              </a:rPr>
              <a:t>privileged</a:t>
            </a:r>
            <a:r>
              <a:rPr lang="en-US" spc="37" noProof="0" dirty="0">
                <a:solidFill>
                  <a:srgbClr val="2D2C2C"/>
                </a:solidFill>
                <a:cs typeface="Segoe UI"/>
              </a:rPr>
              <a:t> </a:t>
            </a:r>
            <a:r>
              <a:rPr lang="en-US" spc="-8" noProof="0" dirty="0">
                <a:solidFill>
                  <a:srgbClr val="2D2C2C"/>
                </a:solidFill>
                <a:cs typeface="Segoe UI"/>
              </a:rPr>
              <a:t>task</a:t>
            </a:r>
            <a:endParaRPr lang="en-US" noProof="0" dirty="0">
              <a:cs typeface="Segoe UI"/>
            </a:endParaRPr>
          </a:p>
          <a:p>
            <a:pPr marL="518001" lvl="1" indent="-233204">
              <a:spcBef>
                <a:spcPts val="488"/>
              </a:spcBef>
              <a:buClr>
                <a:srgbClr val="000000"/>
              </a:buClr>
              <a:buFont typeface="Arial"/>
              <a:buChar char="•"/>
              <a:tabLst>
                <a:tab pos="517485" algn="l"/>
                <a:tab pos="518001" algn="l"/>
              </a:tabLst>
            </a:pPr>
            <a:r>
              <a:rPr lang="en-US" spc="-4" noProof="0" dirty="0">
                <a:solidFill>
                  <a:srgbClr val="2D2C2C"/>
                </a:solidFill>
                <a:cs typeface="Segoe UI"/>
              </a:rPr>
              <a:t>Must</a:t>
            </a:r>
            <a:r>
              <a:rPr lang="en-US" spc="-16" noProof="0" dirty="0">
                <a:solidFill>
                  <a:srgbClr val="2D2C2C"/>
                </a:solidFill>
                <a:cs typeface="Segoe UI"/>
              </a:rPr>
              <a:t> </a:t>
            </a:r>
            <a:r>
              <a:rPr lang="en-US" spc="-8" noProof="0" dirty="0">
                <a:solidFill>
                  <a:srgbClr val="2D2C2C"/>
                </a:solidFill>
                <a:cs typeface="Segoe UI"/>
              </a:rPr>
              <a:t>provide</a:t>
            </a:r>
            <a:r>
              <a:rPr lang="en-US" spc="4" noProof="0" dirty="0">
                <a:solidFill>
                  <a:srgbClr val="2D2C2C"/>
                </a:solidFill>
                <a:cs typeface="Segoe UI"/>
              </a:rPr>
              <a:t> </a:t>
            </a:r>
            <a:r>
              <a:rPr lang="en-US" spc="-16" noProof="0" dirty="0">
                <a:solidFill>
                  <a:srgbClr val="2D2C2C"/>
                </a:solidFill>
                <a:cs typeface="Segoe UI"/>
              </a:rPr>
              <a:t>root's</a:t>
            </a:r>
            <a:r>
              <a:rPr lang="en-US" spc="12" noProof="0" dirty="0">
                <a:solidFill>
                  <a:srgbClr val="2D2C2C"/>
                </a:solidFill>
                <a:cs typeface="Segoe UI"/>
              </a:rPr>
              <a:t> </a:t>
            </a:r>
            <a:r>
              <a:rPr lang="en-US" spc="-12" noProof="0" dirty="0">
                <a:solidFill>
                  <a:srgbClr val="2D2C2C"/>
                </a:solidFill>
                <a:cs typeface="Segoe UI"/>
              </a:rPr>
              <a:t>password</a:t>
            </a:r>
            <a:endParaRPr lang="en-US" noProof="0" dirty="0">
              <a:cs typeface="Segoe UI"/>
            </a:endParaRPr>
          </a:p>
          <a:p>
            <a:pPr marL="518001" lvl="1" indent="-233204">
              <a:spcBef>
                <a:spcPts val="488"/>
              </a:spcBef>
              <a:buClr>
                <a:srgbClr val="000000"/>
              </a:buClr>
              <a:buFont typeface="Arial"/>
              <a:buChar char="•"/>
              <a:tabLst>
                <a:tab pos="517485" algn="l"/>
                <a:tab pos="518001" algn="l"/>
              </a:tabLst>
            </a:pPr>
            <a:r>
              <a:rPr lang="en-US" spc="-8" noProof="0" dirty="0">
                <a:solidFill>
                  <a:srgbClr val="2D2C2C"/>
                </a:solidFill>
                <a:cs typeface="Segoe UI"/>
              </a:rPr>
              <a:t>The</a:t>
            </a:r>
            <a:r>
              <a:rPr lang="en-US" spc="4" noProof="0" dirty="0">
                <a:solidFill>
                  <a:srgbClr val="2D2C2C"/>
                </a:solidFill>
                <a:cs typeface="Segoe UI"/>
              </a:rPr>
              <a:t> </a:t>
            </a:r>
            <a:r>
              <a:rPr lang="en-US" b="1" spc="-8" noProof="0" dirty="0">
                <a:solidFill>
                  <a:srgbClr val="0000C7"/>
                </a:solidFill>
                <a:latin typeface="Hack" panose="020B0609030202020204" pitchFamily="49" charset="0"/>
                <a:ea typeface="Hack" panose="020B0609030202020204" pitchFamily="49" charset="0"/>
                <a:cs typeface="Hack" panose="020B0609030202020204" pitchFamily="49" charset="0"/>
              </a:rPr>
              <a:t>who</a:t>
            </a:r>
            <a:r>
              <a:rPr lang="en-US" b="1"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rgbClr val="0000C7"/>
                </a:solidFill>
                <a:latin typeface="Hack" panose="020B0609030202020204" pitchFamily="49" charset="0"/>
                <a:ea typeface="Hack" panose="020B0609030202020204" pitchFamily="49" charset="0"/>
                <a:cs typeface="Hack" panose="020B0609030202020204" pitchFamily="49" charset="0"/>
              </a:rPr>
              <a:t>–m </a:t>
            </a:r>
            <a:r>
              <a:rPr lang="en-US" spc="-8" noProof="0" dirty="0">
                <a:solidFill>
                  <a:srgbClr val="2D2C2C"/>
                </a:solidFill>
                <a:cs typeface="Segoe UI"/>
              </a:rPr>
              <a:t>command</a:t>
            </a:r>
            <a:r>
              <a:rPr lang="en-US" spc="53" noProof="0" dirty="0">
                <a:solidFill>
                  <a:srgbClr val="2D2C2C"/>
                </a:solidFill>
                <a:cs typeface="Segoe UI"/>
              </a:rPr>
              <a:t> </a:t>
            </a:r>
            <a:r>
              <a:rPr lang="en-US" spc="-4" noProof="0" dirty="0">
                <a:solidFill>
                  <a:srgbClr val="2D2C2C"/>
                </a:solidFill>
                <a:cs typeface="Segoe UI"/>
              </a:rPr>
              <a:t>shows</a:t>
            </a:r>
            <a:r>
              <a:rPr lang="en-US" spc="8" noProof="0" dirty="0">
                <a:solidFill>
                  <a:srgbClr val="2D2C2C"/>
                </a:solidFill>
                <a:cs typeface="Segoe UI"/>
              </a:rPr>
              <a:t> </a:t>
            </a:r>
            <a:r>
              <a:rPr lang="en-US" spc="-4" noProof="0" dirty="0">
                <a:solidFill>
                  <a:srgbClr val="2D2C2C"/>
                </a:solidFill>
                <a:cs typeface="Segoe UI"/>
              </a:rPr>
              <a:t>id</a:t>
            </a:r>
            <a:r>
              <a:rPr lang="en-US" spc="-8" noProof="0" dirty="0">
                <a:solidFill>
                  <a:srgbClr val="2D2C2C"/>
                </a:solidFill>
                <a:cs typeface="Segoe UI"/>
              </a:rPr>
              <a:t> </a:t>
            </a:r>
            <a:r>
              <a:rPr lang="en-US" spc="-4" noProof="0" dirty="0">
                <a:solidFill>
                  <a:srgbClr val="2D2C2C"/>
                </a:solidFill>
                <a:cs typeface="Segoe UI"/>
              </a:rPr>
              <a:t>as</a:t>
            </a:r>
            <a:r>
              <a:rPr lang="en-US" spc="8" noProof="0" dirty="0">
                <a:solidFill>
                  <a:srgbClr val="2D2C2C"/>
                </a:solidFill>
                <a:cs typeface="Segoe UI"/>
              </a:rPr>
              <a:t> </a:t>
            </a:r>
            <a:r>
              <a:rPr lang="en-US" spc="-8" noProof="0" dirty="0">
                <a:solidFill>
                  <a:srgbClr val="2D2C2C"/>
                </a:solidFill>
                <a:cs typeface="Segoe UI"/>
              </a:rPr>
              <a:t>at </a:t>
            </a:r>
            <a:r>
              <a:rPr lang="en-US" spc="-4" noProof="0" dirty="0">
                <a:solidFill>
                  <a:srgbClr val="2D2C2C"/>
                </a:solidFill>
                <a:cs typeface="Segoe UI"/>
              </a:rPr>
              <a:t>login</a:t>
            </a:r>
            <a:r>
              <a:rPr lang="en-US" spc="16" noProof="0" dirty="0">
                <a:solidFill>
                  <a:srgbClr val="2D2C2C"/>
                </a:solidFill>
                <a:cs typeface="Segoe UI"/>
              </a:rPr>
              <a:t> </a:t>
            </a:r>
            <a:r>
              <a:rPr lang="en-US" spc="-8" noProof="0" dirty="0">
                <a:solidFill>
                  <a:srgbClr val="2D2C2C"/>
                </a:solidFill>
                <a:cs typeface="Segoe UI"/>
              </a:rPr>
              <a:t>time</a:t>
            </a:r>
            <a:endParaRPr lang="en-US" noProof="0" dirty="0">
              <a:cs typeface="Segoe UI"/>
            </a:endParaRPr>
          </a:p>
          <a:p>
            <a:pPr marL="518001" lvl="1" indent="-233204">
              <a:spcBef>
                <a:spcPts val="488"/>
              </a:spcBef>
              <a:buClr>
                <a:srgbClr val="000000"/>
              </a:buClr>
              <a:buFont typeface="Arial"/>
              <a:buChar char="•"/>
              <a:tabLst>
                <a:tab pos="517485" algn="l"/>
                <a:tab pos="518001" algn="l"/>
              </a:tabLst>
            </a:pPr>
            <a:r>
              <a:rPr lang="en-US" spc="-8" noProof="0" dirty="0">
                <a:solidFill>
                  <a:srgbClr val="2D2C2C"/>
                </a:solidFill>
                <a:cs typeface="Segoe UI"/>
              </a:rPr>
              <a:t>The</a:t>
            </a:r>
            <a:r>
              <a:rPr lang="en-US" spc="8" noProof="0" dirty="0">
                <a:solidFill>
                  <a:srgbClr val="2D2C2C"/>
                </a:solidFill>
                <a:cs typeface="Segoe UI"/>
              </a:rPr>
              <a:t> </a:t>
            </a:r>
            <a:r>
              <a:rPr lang="en-US" b="1" spc="-4" noProof="0" dirty="0">
                <a:solidFill>
                  <a:srgbClr val="0000C7"/>
                </a:solidFill>
                <a:latin typeface="Hack" panose="020B0609030202020204" pitchFamily="49" charset="0"/>
                <a:ea typeface="Hack" panose="020B0609030202020204" pitchFamily="49" charset="0"/>
                <a:cs typeface="Hack" panose="020B0609030202020204" pitchFamily="49" charset="0"/>
              </a:rPr>
              <a:t>id</a:t>
            </a:r>
            <a:r>
              <a:rPr lang="en-US" b="1" spc="-12" noProof="0" dirty="0">
                <a:solidFill>
                  <a:srgbClr val="0000C7"/>
                </a:solidFill>
                <a:cs typeface="Segoe UI"/>
              </a:rPr>
              <a:t> </a:t>
            </a:r>
            <a:r>
              <a:rPr lang="en-US" spc="-12" noProof="0" dirty="0">
                <a:solidFill>
                  <a:srgbClr val="2D2C2C"/>
                </a:solidFill>
                <a:cs typeface="Segoe UI"/>
              </a:rPr>
              <a:t>command</a:t>
            </a:r>
            <a:r>
              <a:rPr lang="en-US" spc="33" noProof="0" dirty="0">
                <a:solidFill>
                  <a:srgbClr val="2D2C2C"/>
                </a:solidFill>
                <a:cs typeface="Segoe UI"/>
              </a:rPr>
              <a:t> </a:t>
            </a:r>
            <a:r>
              <a:rPr lang="en-US" spc="-8" noProof="0" dirty="0">
                <a:solidFill>
                  <a:srgbClr val="2D2C2C"/>
                </a:solidFill>
                <a:cs typeface="Segoe UI"/>
              </a:rPr>
              <a:t>shows</a:t>
            </a:r>
            <a:r>
              <a:rPr lang="en-US" spc="28" noProof="0" dirty="0">
                <a:solidFill>
                  <a:srgbClr val="2D2C2C"/>
                </a:solidFill>
                <a:cs typeface="Segoe UI"/>
              </a:rPr>
              <a:t> </a:t>
            </a:r>
            <a:r>
              <a:rPr lang="en-US" spc="-8" noProof="0" dirty="0">
                <a:solidFill>
                  <a:srgbClr val="2D2C2C"/>
                </a:solidFill>
                <a:cs typeface="Segoe UI"/>
              </a:rPr>
              <a:t>current</a:t>
            </a:r>
            <a:r>
              <a:rPr lang="en-US" spc="33" noProof="0" dirty="0">
                <a:solidFill>
                  <a:srgbClr val="2D2C2C"/>
                </a:solidFill>
                <a:cs typeface="Segoe UI"/>
              </a:rPr>
              <a:t> </a:t>
            </a:r>
            <a:r>
              <a:rPr lang="en-US" spc="-8" noProof="0" dirty="0">
                <a:solidFill>
                  <a:srgbClr val="2D2C2C"/>
                </a:solidFill>
                <a:cs typeface="Segoe UI"/>
              </a:rPr>
              <a:t>id</a:t>
            </a:r>
            <a:endParaRPr lang="en-US" noProof="0" dirty="0">
              <a:cs typeface="Segoe UI"/>
            </a:endParaRPr>
          </a:p>
          <a:p>
            <a:pPr marL="289957" indent="-280154">
              <a:spcBef>
                <a:spcPts val="979"/>
              </a:spcBef>
              <a:buClr>
                <a:srgbClr val="000000"/>
              </a:buClr>
              <a:buFont typeface="Arial"/>
              <a:buChar char="•"/>
              <a:tabLst>
                <a:tab pos="289957" algn="l"/>
                <a:tab pos="290473" algn="l"/>
              </a:tabLst>
            </a:pPr>
            <a:r>
              <a:rPr lang="en-US" spc="-8" noProof="0" dirty="0">
                <a:solidFill>
                  <a:srgbClr val="2D2C2C"/>
                </a:solidFill>
                <a:cs typeface="Segoe UI"/>
              </a:rPr>
              <a:t>The</a:t>
            </a:r>
            <a:r>
              <a:rPr lang="en-US" spc="8" noProof="0" dirty="0">
                <a:solidFill>
                  <a:srgbClr val="2D2C2C"/>
                </a:solidFill>
                <a:cs typeface="Segoe UI"/>
              </a:rPr>
              <a:t> </a:t>
            </a:r>
            <a:r>
              <a:rPr lang="en-US" b="1" spc="-8" noProof="0" dirty="0">
                <a:solidFill>
                  <a:srgbClr val="0000C7"/>
                </a:solidFill>
                <a:latin typeface="Hack" panose="020B0609030202020204" pitchFamily="49" charset="0"/>
                <a:ea typeface="Hack" panose="020B0609030202020204" pitchFamily="49" charset="0"/>
                <a:cs typeface="Hack" panose="020B0609030202020204" pitchFamily="49" charset="0"/>
              </a:rPr>
              <a:t>sudo</a:t>
            </a:r>
            <a:r>
              <a:rPr lang="en-US" b="1" spc="4" noProof="0" dirty="0">
                <a:solidFill>
                  <a:srgbClr val="0000C7"/>
                </a:solidFill>
                <a:cs typeface="Segoe UI"/>
              </a:rPr>
              <a:t> </a:t>
            </a:r>
            <a:r>
              <a:rPr lang="en-US" spc="-8" noProof="0" dirty="0">
                <a:solidFill>
                  <a:srgbClr val="2D2C2C"/>
                </a:solidFill>
                <a:cs typeface="Segoe UI"/>
              </a:rPr>
              <a:t>utility</a:t>
            </a:r>
            <a:r>
              <a:rPr lang="en-US" spc="33" noProof="0" dirty="0">
                <a:solidFill>
                  <a:srgbClr val="2D2C2C"/>
                </a:solidFill>
                <a:cs typeface="Segoe UI"/>
              </a:rPr>
              <a:t> </a:t>
            </a:r>
            <a:r>
              <a:rPr lang="en-US" spc="-8" noProof="0" dirty="0">
                <a:solidFill>
                  <a:srgbClr val="2D2C2C"/>
                </a:solidFill>
                <a:cs typeface="Segoe UI"/>
              </a:rPr>
              <a:t>allows</a:t>
            </a:r>
            <a:r>
              <a:rPr lang="en-US" spc="12" noProof="0" dirty="0">
                <a:solidFill>
                  <a:srgbClr val="2D2C2C"/>
                </a:solidFill>
                <a:cs typeface="Segoe UI"/>
              </a:rPr>
              <a:t> </a:t>
            </a:r>
            <a:r>
              <a:rPr lang="en-US" spc="-8" noProof="0" dirty="0">
                <a:solidFill>
                  <a:srgbClr val="2D2C2C"/>
                </a:solidFill>
                <a:cs typeface="Segoe UI"/>
              </a:rPr>
              <a:t>delegation</a:t>
            </a:r>
            <a:r>
              <a:rPr lang="en-US" spc="73" noProof="0" dirty="0">
                <a:solidFill>
                  <a:srgbClr val="2D2C2C"/>
                </a:solidFill>
                <a:cs typeface="Segoe UI"/>
              </a:rPr>
              <a:t> </a:t>
            </a:r>
            <a:r>
              <a:rPr lang="en-US" spc="-20" noProof="0" dirty="0">
                <a:solidFill>
                  <a:srgbClr val="2D2C2C"/>
                </a:solidFill>
                <a:cs typeface="Segoe UI"/>
              </a:rPr>
              <a:t>of</a:t>
            </a:r>
            <a:r>
              <a:rPr lang="en-US" spc="-8" noProof="0" dirty="0">
                <a:solidFill>
                  <a:srgbClr val="2D2C2C"/>
                </a:solidFill>
                <a:cs typeface="Segoe UI"/>
              </a:rPr>
              <a:t> </a:t>
            </a:r>
            <a:r>
              <a:rPr lang="en-US" spc="-12" noProof="0" dirty="0">
                <a:solidFill>
                  <a:srgbClr val="2D2C2C"/>
                </a:solidFill>
                <a:cs typeface="Segoe UI"/>
              </a:rPr>
              <a:t>selected</a:t>
            </a:r>
            <a:r>
              <a:rPr lang="en-US" spc="81" noProof="0" dirty="0">
                <a:solidFill>
                  <a:srgbClr val="2D2C2C"/>
                </a:solidFill>
                <a:cs typeface="Segoe UI"/>
              </a:rPr>
              <a:t> </a:t>
            </a:r>
            <a:r>
              <a:rPr lang="en-US" spc="-8" noProof="0" dirty="0">
                <a:solidFill>
                  <a:srgbClr val="2D2C2C"/>
                </a:solidFill>
                <a:cs typeface="Segoe UI"/>
              </a:rPr>
              <a:t>tasks.</a:t>
            </a:r>
            <a:endParaRPr lang="en-US" noProof="0" dirty="0">
              <a:cs typeface="Segoe UI"/>
            </a:endParaRPr>
          </a:p>
          <a:p>
            <a:pPr marL="518001" lvl="1" indent="-233204">
              <a:spcBef>
                <a:spcPts val="488"/>
              </a:spcBef>
              <a:buClr>
                <a:srgbClr val="000000"/>
              </a:buClr>
              <a:buFont typeface="Arial"/>
              <a:buChar char="•"/>
              <a:tabLst>
                <a:tab pos="517485" algn="l"/>
                <a:tab pos="518001" algn="l"/>
              </a:tabLst>
            </a:pPr>
            <a:r>
              <a:rPr lang="en-US" spc="-98" noProof="0" dirty="0">
                <a:solidFill>
                  <a:srgbClr val="2D2C2C"/>
                </a:solidFill>
                <a:cs typeface="Segoe UI"/>
              </a:rPr>
              <a:t>To</a:t>
            </a:r>
            <a:r>
              <a:rPr lang="en-US" spc="-4" noProof="0" dirty="0">
                <a:solidFill>
                  <a:srgbClr val="2D2C2C"/>
                </a:solidFill>
                <a:cs typeface="Segoe UI"/>
              </a:rPr>
              <a:t> </a:t>
            </a:r>
            <a:r>
              <a:rPr lang="en-US" spc="-12" noProof="0" dirty="0">
                <a:solidFill>
                  <a:srgbClr val="2D2C2C"/>
                </a:solidFill>
                <a:cs typeface="Segoe UI"/>
              </a:rPr>
              <a:t>selected</a:t>
            </a:r>
            <a:r>
              <a:rPr lang="en-US" spc="73" noProof="0" dirty="0">
                <a:solidFill>
                  <a:srgbClr val="2D2C2C"/>
                </a:solidFill>
                <a:cs typeface="Segoe UI"/>
              </a:rPr>
              <a:t> </a:t>
            </a:r>
            <a:r>
              <a:rPr lang="en-US" spc="-4" noProof="0" dirty="0">
                <a:solidFill>
                  <a:srgbClr val="2D2C2C"/>
                </a:solidFill>
                <a:cs typeface="Segoe UI"/>
              </a:rPr>
              <a:t>users,</a:t>
            </a:r>
            <a:r>
              <a:rPr lang="en-US" spc="24" noProof="0" dirty="0">
                <a:solidFill>
                  <a:srgbClr val="2D2C2C"/>
                </a:solidFill>
                <a:cs typeface="Segoe UI"/>
              </a:rPr>
              <a:t> </a:t>
            </a:r>
            <a:r>
              <a:rPr lang="en-US" spc="-8" noProof="0" dirty="0">
                <a:solidFill>
                  <a:srgbClr val="2D2C2C"/>
                </a:solidFill>
                <a:cs typeface="Segoe UI"/>
              </a:rPr>
              <a:t>groups,</a:t>
            </a:r>
            <a:r>
              <a:rPr lang="en-US" spc="12" noProof="0" dirty="0">
                <a:solidFill>
                  <a:srgbClr val="2D2C2C"/>
                </a:solidFill>
                <a:cs typeface="Segoe UI"/>
              </a:rPr>
              <a:t> </a:t>
            </a:r>
            <a:r>
              <a:rPr lang="en-US" spc="-4" noProof="0" dirty="0">
                <a:solidFill>
                  <a:srgbClr val="2D2C2C"/>
                </a:solidFill>
                <a:cs typeface="Segoe UI"/>
              </a:rPr>
              <a:t>and</a:t>
            </a:r>
            <a:r>
              <a:rPr lang="en-US" spc="-12" noProof="0" dirty="0">
                <a:solidFill>
                  <a:srgbClr val="2D2C2C"/>
                </a:solidFill>
                <a:cs typeface="Segoe UI"/>
              </a:rPr>
              <a:t> </a:t>
            </a:r>
            <a:r>
              <a:rPr lang="en-US" spc="-4" noProof="0" dirty="0">
                <a:solidFill>
                  <a:srgbClr val="2D2C2C"/>
                </a:solidFill>
                <a:cs typeface="Segoe UI"/>
              </a:rPr>
              <a:t>hosts</a:t>
            </a:r>
            <a:endParaRPr lang="en-US" noProof="0" dirty="0">
              <a:cs typeface="Segoe UI"/>
            </a:endParaRPr>
          </a:p>
          <a:p>
            <a:pPr marL="518001" lvl="1" indent="-233204">
              <a:spcBef>
                <a:spcPts val="488"/>
              </a:spcBef>
              <a:buClr>
                <a:srgbClr val="000000"/>
              </a:buClr>
              <a:buFont typeface="Arial"/>
              <a:buChar char="•"/>
              <a:tabLst>
                <a:tab pos="517485" algn="l"/>
                <a:tab pos="518001" algn="l"/>
              </a:tabLst>
            </a:pPr>
            <a:r>
              <a:rPr lang="en-US" b="1" spc="-16" noProof="0" dirty="0">
                <a:solidFill>
                  <a:srgbClr val="0000C7"/>
                </a:solidFill>
                <a:latin typeface="Hack" panose="020B0609030202020204" pitchFamily="49" charset="0"/>
                <a:ea typeface="Hack" panose="020B0609030202020204" pitchFamily="49" charset="0"/>
                <a:cs typeface="Hack" panose="020B0609030202020204" pitchFamily="49" charset="0"/>
              </a:rPr>
              <a:t>root</a:t>
            </a:r>
            <a:r>
              <a:rPr lang="en-US" spc="-16" noProof="0" dirty="0">
                <a:solidFill>
                  <a:srgbClr val="2D2C2C"/>
                </a:solidFill>
                <a:latin typeface="Hack" panose="020B0609030202020204" pitchFamily="49" charset="0"/>
                <a:ea typeface="Hack" panose="020B0609030202020204" pitchFamily="49" charset="0"/>
                <a:cs typeface="Hack" panose="020B0609030202020204" pitchFamily="49" charset="0"/>
              </a:rPr>
              <a:t>'s</a:t>
            </a:r>
            <a:r>
              <a:rPr lang="en-US" spc="-4" noProof="0" dirty="0">
                <a:solidFill>
                  <a:srgbClr val="2D2C2C"/>
                </a:solidFill>
                <a:cs typeface="Segoe UI"/>
              </a:rPr>
              <a:t> </a:t>
            </a:r>
            <a:r>
              <a:rPr lang="en-US" spc="-12" noProof="0" dirty="0">
                <a:solidFill>
                  <a:srgbClr val="2D2C2C"/>
                </a:solidFill>
                <a:cs typeface="Segoe UI"/>
              </a:rPr>
              <a:t>password</a:t>
            </a:r>
            <a:r>
              <a:rPr lang="en-US" spc="24" noProof="0" dirty="0">
                <a:solidFill>
                  <a:srgbClr val="2D2C2C"/>
                </a:solidFill>
                <a:cs typeface="Segoe UI"/>
              </a:rPr>
              <a:t> </a:t>
            </a:r>
            <a:r>
              <a:rPr lang="en-US" spc="-8" noProof="0" dirty="0">
                <a:solidFill>
                  <a:srgbClr val="2D2C2C"/>
                </a:solidFill>
                <a:cs typeface="Segoe UI"/>
              </a:rPr>
              <a:t>is</a:t>
            </a:r>
            <a:r>
              <a:rPr lang="en-US" spc="16" noProof="0" dirty="0">
                <a:solidFill>
                  <a:srgbClr val="2D2C2C"/>
                </a:solidFill>
                <a:cs typeface="Segoe UI"/>
              </a:rPr>
              <a:t> </a:t>
            </a:r>
            <a:r>
              <a:rPr lang="en-US" spc="-4" noProof="0" dirty="0">
                <a:solidFill>
                  <a:srgbClr val="2D2C2C"/>
                </a:solidFill>
                <a:cs typeface="Segoe UI"/>
              </a:rPr>
              <a:t>not </a:t>
            </a:r>
            <a:r>
              <a:rPr lang="en-US" spc="-12" noProof="0" dirty="0">
                <a:solidFill>
                  <a:srgbClr val="2D2C2C"/>
                </a:solidFill>
                <a:cs typeface="Segoe UI"/>
              </a:rPr>
              <a:t>compromised</a:t>
            </a:r>
            <a:endParaRPr lang="en-US" noProof="0" dirty="0">
              <a:cs typeface="Segoe UI"/>
            </a:endParaRPr>
          </a:p>
          <a:p>
            <a:pPr marL="518001" lvl="1" indent="-233204">
              <a:spcBef>
                <a:spcPts val="492"/>
              </a:spcBef>
              <a:buClr>
                <a:srgbClr val="000000"/>
              </a:buClr>
              <a:buFont typeface="Arial"/>
              <a:buChar char="•"/>
              <a:tabLst>
                <a:tab pos="517485" algn="l"/>
                <a:tab pos="518001" algn="l"/>
              </a:tabLst>
            </a:pPr>
            <a:r>
              <a:rPr lang="en-US" spc="-4" noProof="0" dirty="0">
                <a:solidFill>
                  <a:srgbClr val="2D2C2C"/>
                </a:solidFill>
                <a:cs typeface="Segoe UI"/>
              </a:rPr>
              <a:t>Configuration</a:t>
            </a:r>
            <a:r>
              <a:rPr lang="en-US" spc="41" noProof="0" dirty="0">
                <a:solidFill>
                  <a:srgbClr val="2D2C2C"/>
                </a:solidFill>
                <a:cs typeface="Segoe UI"/>
              </a:rPr>
              <a:t> </a:t>
            </a:r>
            <a:r>
              <a:rPr lang="en-US" spc="-4" noProof="0" dirty="0">
                <a:solidFill>
                  <a:srgbClr val="2D2C2C"/>
                </a:solidFill>
                <a:cs typeface="Segoe UI"/>
              </a:rPr>
              <a:t>done</a:t>
            </a:r>
            <a:r>
              <a:rPr lang="en-US" spc="8" noProof="0" dirty="0">
                <a:solidFill>
                  <a:srgbClr val="2D2C2C"/>
                </a:solidFill>
                <a:cs typeface="Segoe UI"/>
              </a:rPr>
              <a:t> </a:t>
            </a:r>
            <a:r>
              <a:rPr lang="en-US" spc="-4" noProof="0" dirty="0">
                <a:solidFill>
                  <a:srgbClr val="2D2C2C"/>
                </a:solidFill>
                <a:cs typeface="Segoe UI"/>
              </a:rPr>
              <a:t>in</a:t>
            </a:r>
            <a:r>
              <a:rPr lang="en-US" spc="12" noProof="0" dirty="0">
                <a:solidFill>
                  <a:srgbClr val="2D2C2C"/>
                </a:solidFill>
                <a:cs typeface="Segoe UI"/>
              </a:rPr>
              <a:t> </a:t>
            </a:r>
            <a:r>
              <a:rPr lang="en-US" b="1" spc="-8" noProof="0" dirty="0">
                <a:solidFill>
                  <a:srgbClr val="0000C7"/>
                </a:solidFill>
                <a:latin typeface="Hack" panose="020B0609030202020204" pitchFamily="49" charset="0"/>
                <a:ea typeface="Hack" panose="020B0609030202020204" pitchFamily="49" charset="0"/>
                <a:cs typeface="Hack" panose="020B0609030202020204" pitchFamily="49" charset="0"/>
              </a:rPr>
              <a:t>/etc/sudoers</a:t>
            </a:r>
            <a:r>
              <a:rPr lang="en-US" b="1" spc="53"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pc="-8" noProof="0" dirty="0">
                <a:solidFill>
                  <a:srgbClr val="2D2C2C"/>
                </a:solidFill>
                <a:cs typeface="Segoe UI"/>
              </a:rPr>
              <a:t>file,</a:t>
            </a:r>
            <a:r>
              <a:rPr lang="en-US" spc="24" noProof="0" dirty="0">
                <a:solidFill>
                  <a:srgbClr val="2D2C2C"/>
                </a:solidFill>
                <a:cs typeface="Segoe UI"/>
              </a:rPr>
              <a:t> </a:t>
            </a:r>
            <a:r>
              <a:rPr lang="en-US" spc="-8" noProof="0" dirty="0">
                <a:solidFill>
                  <a:srgbClr val="2D2C2C"/>
                </a:solidFill>
                <a:cs typeface="Segoe UI"/>
              </a:rPr>
              <a:t>using</a:t>
            </a:r>
            <a:r>
              <a:rPr lang="en-US" spc="45" noProof="0" dirty="0">
                <a:solidFill>
                  <a:srgbClr val="2D2C2C"/>
                </a:solidFill>
                <a:cs typeface="Segoe UI"/>
              </a:rPr>
              <a:t> </a:t>
            </a:r>
            <a:r>
              <a:rPr lang="en-US" b="1" spc="-8" noProof="0" dirty="0">
                <a:solidFill>
                  <a:srgbClr val="0000C7"/>
                </a:solidFill>
                <a:latin typeface="Hack" panose="020B0609030202020204" pitchFamily="49" charset="0"/>
                <a:ea typeface="Hack" panose="020B0609030202020204" pitchFamily="49" charset="0"/>
                <a:cs typeface="Hack" panose="020B0609030202020204" pitchFamily="49" charset="0"/>
              </a:rPr>
              <a:t>visudo</a:t>
            </a:r>
            <a:endParaRPr lang="en-US" sz="2000" noProof="0" dirty="0">
              <a:latin typeface="Hack" panose="020B0609030202020204" pitchFamily="49" charset="0"/>
              <a:ea typeface="Hack" panose="020B0609030202020204" pitchFamily="49" charset="0"/>
              <a:cs typeface="Hack" panose="020B0609030202020204" pitchFamily="49" charset="0"/>
            </a:endParaRPr>
          </a:p>
        </p:txBody>
      </p:sp>
      <p:sp>
        <p:nvSpPr>
          <p:cNvPr id="2" name="Slide Number Placeholder 1">
            <a:extLst>
              <a:ext uri="{FF2B5EF4-FFF2-40B4-BE49-F238E27FC236}">
                <a16:creationId xmlns:a16="http://schemas.microsoft.com/office/drawing/2014/main" id="{F111C5DB-635E-4576-A4C3-837B7E452E1E}"/>
              </a:ext>
            </a:extLst>
          </p:cNvPr>
          <p:cNvSpPr>
            <a:spLocks noGrp="1"/>
          </p:cNvSpPr>
          <p:nvPr>
            <p:ph type="sldNum" sz="quarter" idx="12"/>
          </p:nvPr>
        </p:nvSpPr>
        <p:spPr>
          <a:prstGeom prst="rect">
            <a:avLst/>
          </a:prstGeom>
        </p:spPr>
        <p:txBody>
          <a:bodyPr/>
          <a:lstStyle/>
          <a:p>
            <a:fld id="{EF892D59-8F09-EF4B-AD6D-DA609442F868}" type="slidenum">
              <a:rPr lang="en-US" noProof="0" smtClean="0"/>
              <a:pPr/>
              <a:t>32</a:t>
            </a:fld>
            <a:endParaRPr lang="en-US" noProof="0" dirty="0"/>
          </a:p>
        </p:txBody>
      </p:sp>
    </p:spTree>
    <p:extLst>
      <p:ext uri="{BB962C8B-B14F-4D97-AF65-F5344CB8AC3E}">
        <p14:creationId xmlns:p14="http://schemas.microsoft.com/office/powerpoint/2010/main" val="4275557073"/>
      </p:ext>
    </p:extLst>
  </p:cSld>
  <p:clrMapOvr>
    <a:masterClrMapping/>
  </p:clrMapOvr>
</p:sld>
</file>

<file path=ppt/theme/theme1.xml><?xml version="1.0" encoding="utf-8"?>
<a:theme xmlns:a="http://schemas.openxmlformats.org/drawingml/2006/main" name="Cover Slides - Business/Marketing">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CD9A05-B13E-4324-B75B-08409513F687}"/>
    </a:ext>
  </a:extLst>
</a:theme>
</file>

<file path=ppt/theme/theme2.xml><?xml version="1.0" encoding="utf-8"?>
<a:theme xmlns:a="http://schemas.openxmlformats.org/drawingml/2006/main" name="Divider Slides">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6B1516-6D1C-4FBD-AF93-6EEE726A80B9}"/>
    </a:ext>
  </a:extLst>
</a:theme>
</file>

<file path=ppt/theme/theme3.xml><?xml version="1.0" encoding="utf-8"?>
<a:theme xmlns:a="http://schemas.openxmlformats.org/drawingml/2006/main" name="Blu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4.xml><?xml version="1.0" encoding="utf-8"?>
<a:theme xmlns:a="http://schemas.openxmlformats.org/drawingml/2006/main" name="Yello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5.xml><?xml version="1.0" encoding="utf-8"?>
<a:theme xmlns:a="http://schemas.openxmlformats.org/drawingml/2006/main" name="Red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6.xml><?xml version="1.0" encoding="utf-8"?>
<a:theme xmlns:a="http://schemas.openxmlformats.org/drawingml/2006/main" name="Purpl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7.xml><?xml version="1.0" encoding="utf-8"?>
<a:theme xmlns:a="http://schemas.openxmlformats.org/drawingml/2006/main" name="Green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8.xml><?xml version="1.0" encoding="utf-8"?>
<a:theme xmlns:a="http://schemas.openxmlformats.org/drawingml/2006/main" name="B/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C56BBB1E4FF9742A33FBD8267A09A09" ma:contentTypeVersion="20" ma:contentTypeDescription="Create a new document." ma:contentTypeScope="" ma:versionID="20b712914e31333b2350e8d9f89ed109">
  <xsd:schema xmlns:xsd="http://www.w3.org/2001/XMLSchema" xmlns:xs="http://www.w3.org/2001/XMLSchema" xmlns:p="http://schemas.microsoft.com/office/2006/metadata/properties" xmlns:ns2="4851bab5-d36a-4f24-a761-998180967d12" xmlns:ns3="52e7f57a-cc1d-4bce-9b60-d9dd785361c7" targetNamespace="http://schemas.microsoft.com/office/2006/metadata/properties" ma:root="true" ma:fieldsID="2b6d7960c137aa88f38dc03ba7d04627" ns2:_="" ns3:_="">
    <xsd:import namespace="4851bab5-d36a-4f24-a761-998180967d12"/>
    <xsd:import namespace="52e7f57a-cc1d-4bce-9b60-d9dd785361c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3:TaxCatchAll" minOccurs="0"/>
                <xsd:element ref="ns2:lcf76f155ced4ddcb4097134ff3c332f"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51bab5-d36a-4f24-a761-998180967d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2e7f57a-cc1d-4bce-9b60-d9dd785361c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d87296d-c167-4d27-bd74-7208a540dcb7}" ma:internalName="TaxCatchAll" ma:showField="CatchAllData" ma:web="52e7f57a-cc1d-4bce-9b60-d9dd785361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52e7f57a-cc1d-4bce-9b60-d9dd785361c7" xsi:nil="true"/>
    <lcf76f155ced4ddcb4097134ff3c332f xmlns="4851bab5-d36a-4f24-a761-998180967d12">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5EC4E0F-9D58-4792-B66B-076551BA2D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51bab5-d36a-4f24-a761-998180967d12"/>
    <ds:schemaRef ds:uri="52e7f57a-cc1d-4bce-9b60-d9dd785361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AC71F1D-A98C-43DF-A986-061295C23702}">
  <ds:schemaRefs>
    <ds:schemaRef ds:uri="4851bab5-d36a-4f24-a761-998180967d12"/>
    <ds:schemaRef ds:uri="http://schemas.openxmlformats.org/package/2006/metadata/core-properties"/>
    <ds:schemaRef ds:uri="http://www.w3.org/XML/1998/namespace"/>
    <ds:schemaRef ds:uri="http://schemas.microsoft.com/office/infopath/2007/PartnerControls"/>
    <ds:schemaRef ds:uri="http://purl.org/dc/terms/"/>
    <ds:schemaRef ds:uri="http://schemas.microsoft.com/office/2006/documentManagement/types"/>
    <ds:schemaRef ds:uri="52e7f57a-cc1d-4bce-9b60-d9dd785361c7"/>
    <ds:schemaRef ds:uri="http://purl.org/dc/elements/1.1/"/>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E0CF5967-01BD-40C1-B1E3-8E6CDE2BF89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QAPPTDeck_Jun2024_v1Main</Template>
  <TotalTime>20431</TotalTime>
  <Words>4617</Words>
  <Application>Microsoft Office PowerPoint</Application>
  <PresentationFormat>Widescreen</PresentationFormat>
  <Paragraphs>617</Paragraphs>
  <Slides>32</Slides>
  <Notes>32</Notes>
  <HiddenSlides>0</HiddenSlides>
  <MMClips>0</MMClips>
  <ScaleCrop>false</ScaleCrop>
  <HeadingPairs>
    <vt:vector size="8" baseType="variant">
      <vt:variant>
        <vt:lpstr>Fonts Used</vt:lpstr>
      </vt:variant>
      <vt:variant>
        <vt:i4>8</vt:i4>
      </vt:variant>
      <vt:variant>
        <vt:lpstr>Theme</vt:lpstr>
      </vt:variant>
      <vt:variant>
        <vt:i4>8</vt:i4>
      </vt:variant>
      <vt:variant>
        <vt:lpstr>Embedded OLE Servers</vt:lpstr>
      </vt:variant>
      <vt:variant>
        <vt:i4>1</vt:i4>
      </vt:variant>
      <vt:variant>
        <vt:lpstr>Slide Titles</vt:lpstr>
      </vt:variant>
      <vt:variant>
        <vt:i4>32</vt:i4>
      </vt:variant>
    </vt:vector>
  </HeadingPairs>
  <TitlesOfParts>
    <vt:vector size="49" baseType="lpstr">
      <vt:lpstr>Aptos</vt:lpstr>
      <vt:lpstr>Arial</vt:lpstr>
      <vt:lpstr>Courier New</vt:lpstr>
      <vt:lpstr>Figtree</vt:lpstr>
      <vt:lpstr>Hack</vt:lpstr>
      <vt:lpstr>Montserrat</vt:lpstr>
      <vt:lpstr>Segoe UI</vt:lpstr>
      <vt:lpstr>Verdana</vt:lpstr>
      <vt:lpstr>Cover Slides - Business/Marketing</vt:lpstr>
      <vt:lpstr>Divider Slides</vt:lpstr>
      <vt:lpstr>Blue Module</vt:lpstr>
      <vt:lpstr>Yellow Module</vt:lpstr>
      <vt:lpstr>Red Module</vt:lpstr>
      <vt:lpstr>Purple Module</vt:lpstr>
      <vt:lpstr>Green Module</vt:lpstr>
      <vt:lpstr>B/W Module</vt:lpstr>
      <vt:lpstr>Organization Chart</vt:lpstr>
      <vt:lpstr>Module 7: Who is the boss?</vt:lpstr>
      <vt:lpstr>Contents</vt:lpstr>
      <vt:lpstr>Superuser</vt:lpstr>
      <vt:lpstr>Working as superuser</vt:lpstr>
      <vt:lpstr>Life of an administrator</vt:lpstr>
      <vt:lpstr>Important file locations</vt:lpstr>
      <vt:lpstr>A case study: Add new user</vt:lpstr>
      <vt:lpstr>The su command</vt:lpstr>
      <vt:lpstr>su</vt:lpstr>
      <vt:lpstr>Changing identity</vt:lpstr>
      <vt:lpstr>su (no hyphen)</vt:lpstr>
      <vt:lpstr>su -</vt:lpstr>
      <vt:lpstr>Running commands via su</vt:lpstr>
      <vt:lpstr>Knowledge check</vt:lpstr>
      <vt:lpstr>The sudo command (and doas)</vt:lpstr>
      <vt:lpstr>sudo</vt:lpstr>
      <vt:lpstr>sudo: Command flow</vt:lpstr>
      <vt:lpstr>Changing identity</vt:lpstr>
      <vt:lpstr>Basic sudo configuration</vt:lpstr>
      <vt:lpstr>Basic sudo configuration</vt:lpstr>
      <vt:lpstr>sudo alias – User and runas</vt:lpstr>
      <vt:lpstr>sudo alias – Host and cmnd</vt:lpstr>
      <vt:lpstr>Using sudo aliases</vt:lpstr>
      <vt:lpstr>Handy switches</vt:lpstr>
      <vt:lpstr>doas command</vt:lpstr>
      <vt:lpstr>Basic doas configuration</vt:lpstr>
      <vt:lpstr>Checking who you are running as</vt:lpstr>
      <vt:lpstr>Current identity</vt:lpstr>
      <vt:lpstr>Review and lab</vt:lpstr>
      <vt:lpstr>Review questions</vt:lpstr>
      <vt:lpstr>Practical exercise 7</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a cover slide</dc:title>
  <dc:creator>Haynes, Amanda</dc:creator>
  <cp:lastModifiedBy>Feist, Ella</cp:lastModifiedBy>
  <cp:revision>42</cp:revision>
  <dcterms:created xsi:type="dcterms:W3CDTF">2024-06-24T11:44:08Z</dcterms:created>
  <dcterms:modified xsi:type="dcterms:W3CDTF">2025-05-30T12:24:08Z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0x010100075BAD9D95F28D4EB8D45E8498D5AAA1</vt:lpwstr>
  </property>
  <property fmtid="{D5CDD505-2E9C-101B-9397-08002B2CF9AE}" pid="3" name="MediaServiceImageTags">
    <vt:lpwstr/>
  </property>
</Properties>
</file>